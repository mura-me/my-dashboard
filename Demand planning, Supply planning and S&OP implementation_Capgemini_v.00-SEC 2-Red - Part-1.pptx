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tags/tag5.xml" ContentType="application/vnd.openxmlformats-officedocument.presentationml.tags+xml"/>
  <Override PartName="/ppt/tags/tag6.xml" ContentType="application/vnd.openxmlformats-officedocument.presentationml.tags+xml"/>
  <Override PartName="/ppt/theme/themeOverride4.xml" ContentType="application/vnd.openxmlformats-officedocument.themeOverride+xml"/>
  <Override PartName="/ppt/notesSlides/notesSlide2.xml" ContentType="application/vnd.openxmlformats-officedocument.presentationml.notesSlide+xml"/>
  <Override PartName="/ppt/theme/themeOverride5.xml" ContentType="application/vnd.openxmlformats-officedocument.themeOverride+xml"/>
  <Override PartName="/ppt/tags/tag7.xml" ContentType="application/vnd.openxmlformats-officedocument.presentationml.tags+xml"/>
  <Override PartName="/ppt/tags/tag8.xml" ContentType="application/vnd.openxmlformats-officedocument.presentationml.tags+xml"/>
  <Override PartName="/ppt/theme/themeOverride6.xml" ContentType="application/vnd.openxmlformats-officedocument.themeOverride+xml"/>
  <Override PartName="/ppt/notesSlides/notesSlide3.xml" ContentType="application/vnd.openxmlformats-officedocument.presentationml.notesSlide+xml"/>
  <Override PartName="/ppt/theme/themeOverride7.xml" ContentType="application/vnd.openxmlformats-officedocument.themeOverride+xml"/>
  <Override PartName="/ppt/notesSlides/notesSlide4.xml" ContentType="application/vnd.openxmlformats-officedocument.presentationml.notesSlide+xml"/>
  <Override PartName="/ppt/theme/themeOverride8.xml" ContentType="application/vnd.openxmlformats-officedocument.themeOverride+xml"/>
  <Override PartName="/ppt/notesSlides/notesSlide5.xml" ContentType="application/vnd.openxmlformats-officedocument.presentationml.notesSlide+xml"/>
  <Override PartName="/ppt/theme/themeOverride9.xml" ContentType="application/vnd.openxmlformats-officedocument.themeOverride+xml"/>
  <Override PartName="/ppt/notesSlides/notesSlide6.xml" ContentType="application/vnd.openxmlformats-officedocument.presentationml.notesSlide+xml"/>
  <Override PartName="/ppt/theme/themeOverride10.xml" ContentType="application/vnd.openxmlformats-officedocument.themeOverride+xml"/>
  <Override PartName="/ppt/notesSlides/notesSlide7.xml" ContentType="application/vnd.openxmlformats-officedocument.presentationml.notesSlide+xml"/>
  <Override PartName="/ppt/theme/themeOverride11.xml" ContentType="application/vnd.openxmlformats-officedocument.themeOverride+xml"/>
  <Override PartName="/ppt/notesSlides/notesSlide8.xml" ContentType="application/vnd.openxmlformats-officedocument.presentationml.notesSlide+xml"/>
  <Override PartName="/ppt/theme/themeOverride12.xml" ContentType="application/vnd.openxmlformats-officedocument.themeOverride+xml"/>
  <Override PartName="/ppt/notesSlides/notesSlide9.xml" ContentType="application/vnd.openxmlformats-officedocument.presentationml.notesSlide+xml"/>
  <Override PartName="/ppt/theme/themeOverride13.xml" ContentType="application/vnd.openxmlformats-officedocument.themeOverride+xml"/>
  <Override PartName="/ppt/tags/tag9.xml" ContentType="application/vnd.openxmlformats-officedocument.presentationml.tags+xml"/>
  <Override PartName="/ppt/tags/tag10.xml" ContentType="application/vnd.openxmlformats-officedocument.presentationml.tags+xml"/>
  <Override PartName="/ppt/theme/themeOverride14.xml" ContentType="application/vnd.openxmlformats-officedocument.themeOverride+xml"/>
  <Override PartName="/ppt/notesSlides/notesSlide10.xml" ContentType="application/vnd.openxmlformats-officedocument.presentationml.notesSlide+xml"/>
  <Override PartName="/ppt/theme/themeOverride15.xml" ContentType="application/vnd.openxmlformats-officedocument.themeOverride+xml"/>
  <Override PartName="/ppt/notesSlides/notesSlide11.xml" ContentType="application/vnd.openxmlformats-officedocument.presentationml.notesSlide+xml"/>
  <Override PartName="/ppt/theme/themeOverride16.xml" ContentType="application/vnd.openxmlformats-officedocument.themeOverride+xml"/>
  <Override PartName="/ppt/notesSlides/notesSlide12.xml" ContentType="application/vnd.openxmlformats-officedocument.presentationml.notesSlide+xml"/>
  <Override PartName="/ppt/theme/themeOverride17.xml" ContentType="application/vnd.openxmlformats-officedocument.themeOverride+xml"/>
  <Override PartName="/ppt/notesSlides/notesSlide13.xml" ContentType="application/vnd.openxmlformats-officedocument.presentationml.notesSlide+xml"/>
  <Override PartName="/ppt/theme/themeOverride18.xml" ContentType="application/vnd.openxmlformats-officedocument.themeOverr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4232" r:id="rId4"/>
    <p:sldMasterId id="2147484241" r:id="rId5"/>
    <p:sldMasterId id="2147484250" r:id="rId6"/>
  </p:sldMasterIdLst>
  <p:notesMasterIdLst>
    <p:notesMasterId r:id="rId31"/>
  </p:notesMasterIdLst>
  <p:handoutMasterIdLst>
    <p:handoutMasterId r:id="rId32"/>
  </p:handoutMasterIdLst>
  <p:sldIdLst>
    <p:sldId id="2147376712" r:id="rId7"/>
    <p:sldId id="2147376605" r:id="rId8"/>
    <p:sldId id="2147376101" r:id="rId9"/>
    <p:sldId id="2147483566" r:id="rId10"/>
    <p:sldId id="2147376607" r:id="rId11"/>
    <p:sldId id="2147376677" r:id="rId12"/>
    <p:sldId id="2147376680" r:id="rId13"/>
    <p:sldId id="2147376682" r:id="rId14"/>
    <p:sldId id="2147376683" r:id="rId15"/>
    <p:sldId id="2147376684" r:id="rId16"/>
    <p:sldId id="2147376685" r:id="rId17"/>
    <p:sldId id="2147376686" r:id="rId18"/>
    <p:sldId id="2147376687" r:id="rId19"/>
    <p:sldId id="2147376688" r:id="rId20"/>
    <p:sldId id="2147376689" r:id="rId21"/>
    <p:sldId id="2147376690" r:id="rId22"/>
    <p:sldId id="2147376691" r:id="rId23"/>
    <p:sldId id="2147376693" r:id="rId24"/>
    <p:sldId id="2147376694" r:id="rId25"/>
    <p:sldId id="2147376696" r:id="rId26"/>
    <p:sldId id="2147376697" r:id="rId27"/>
    <p:sldId id="2147376698" r:id="rId28"/>
    <p:sldId id="2147376706" r:id="rId29"/>
    <p:sldId id="2147376707" r:id="rId30"/>
  </p:sldIdLst>
  <p:sldSz cx="12192000" cy="6858000"/>
  <p:notesSz cx="6797675" cy="9926638"/>
  <p:embeddedFontLst>
    <p:embeddedFont>
      <p:font typeface="Helvetica" panose="020B0604020202020204" pitchFamily="34" charset="0"/>
      <p:regular r:id="rId33"/>
      <p:bold r:id="rId34"/>
      <p:italic r:id="rId35"/>
      <p:boldItalic r:id="rId36"/>
    </p:embeddedFont>
    <p:embeddedFont>
      <p:font typeface="Tahoma" panose="020B0604030504040204" pitchFamily="34" charset="0"/>
      <p:regular r:id="rId37"/>
      <p:bold r:id="rId38"/>
    </p:embeddedFont>
    <p:embeddedFont>
      <p:font typeface="Ubuntu" panose="020B0504030602030204" pitchFamily="34" charset="0"/>
      <p:regular r:id="rId39"/>
      <p:bold r:id="rId40"/>
      <p:italic r:id="rId41"/>
      <p:boldItalic r:id="rId42"/>
    </p:embeddedFont>
    <p:embeddedFont>
      <p:font typeface="Ubuntu Light" panose="020B0304030602030204" pitchFamily="34" charset="0"/>
      <p:regular r:id="rId43"/>
      <p:italic r:id="rId44"/>
    </p:embeddedFont>
    <p:embeddedFont>
      <p:font typeface="Ubuntu Medium" panose="020B0604030602030204" pitchFamily="34" charset="0"/>
      <p:regular r:id="rId45"/>
      <p:italic r:id="rId46"/>
    </p:embeddedFont>
    <p:embeddedFont>
      <p:font typeface="Verdana" panose="020B0604030504040204" pitchFamily="34" charset="0"/>
      <p:regular r:id="rId47"/>
      <p:bold r:id="rId48"/>
      <p:italic r:id="rId49"/>
      <p:boldItalic r:id="rId50"/>
    </p:embeddedFont>
  </p:embeddedFontLst>
  <p:custDataLst>
    <p:tags r:id="rId51"/>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86B696A-74AE-49B9-BBA6-853F95239408}">
          <p14:sldIdLst>
            <p14:sldId id="2147376712"/>
            <p14:sldId id="2147376605"/>
            <p14:sldId id="2147376101"/>
            <p14:sldId id="2147483566"/>
          </p14:sldIdLst>
        </p14:section>
        <p14:section name="Context and objectives" id="{4C132F69-9E02-4099-862C-1CB5C619BCA4}">
          <p14:sldIdLst>
            <p14:sldId id="2147376607"/>
            <p14:sldId id="2147376677"/>
          </p14:sldIdLst>
        </p14:section>
        <p14:section name="Why Capgemini" id="{901AFC59-D8BE-4677-B3A2-C970346625BA}">
          <p14:sldIdLst>
            <p14:sldId id="2147376680"/>
            <p14:sldId id="2147376682"/>
            <p14:sldId id="2147376683"/>
            <p14:sldId id="2147376684"/>
            <p14:sldId id="2147376685"/>
            <p14:sldId id="2147376686"/>
            <p14:sldId id="2147376687"/>
            <p14:sldId id="2147376688"/>
          </p14:sldIdLst>
        </p14:section>
        <p14:section name="Vision and methodology" id="{ED754844-CC57-4366-966F-01E94E5DBCD4}">
          <p14:sldIdLst>
            <p14:sldId id="2147376689"/>
            <p14:sldId id="2147376690"/>
            <p14:sldId id="2147376691"/>
            <p14:sldId id="2147376693"/>
            <p14:sldId id="2147376694"/>
            <p14:sldId id="2147376696"/>
            <p14:sldId id="2147376697"/>
            <p14:sldId id="2147376698"/>
            <p14:sldId id="2147376706"/>
            <p14:sldId id="2147376707"/>
          </p14:sldIdLst>
        </p14:section>
      </p14:sectionLst>
    </p:ext>
    <p:ext uri="{EFAFB233-063F-42B5-8137-9DF3F51BA10A}">
      <p15:sldGuideLst xmlns:p15="http://schemas.microsoft.com/office/powerpoint/2012/main">
        <p15:guide id="10" orient="horz" pos="2886" userDrawn="1">
          <p15:clr>
            <a:srgbClr val="A4A3A4"/>
          </p15:clr>
        </p15:guide>
        <p15:guide id="19" pos="5995" userDrawn="1">
          <p15:clr>
            <a:srgbClr val="A4A3A4"/>
          </p15:clr>
        </p15:guide>
        <p15:guide id="20" pos="207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B9CB66-C024-C61B-ACF9-FCD421A60596}" name="Gaspar, Nuno" initials="NG" userId="S::nuno.gaspar@capgemini.com::b00d4094-c313-4b66-8919-d486b931f6bd" providerId="AD"/>
  <p188:author id="{1A305B6E-C1CA-4339-C11F-9DAEEFBE3DFC}" name="Reinoso Otero, Maria" initials="MR" userId="S::maria.reinoso-otero@capgemini.com::ea4c15e1-0ad8-424b-8ca4-f24c2d775cf6" providerId="AD"/>
  <p188:author id="{74E3F497-D2C2-6912-68CB-EAA7E5E8AF1B}" name="Jimenez Pearce, Bryant" initials="BJ" userId="S::bryant.jimenez-pearce@capgemini.com::d6dff0b6-966c-4e26-bdf3-15b146b313c7" providerId="AD"/>
  <p188:author id="{1BBB2AD6-A21A-8FFC-6142-B8C41CA17477}" name="Pedro, Paulo" initials="PP" userId="S::paulo.pedro.external@capgemini.com::67960ec2-58f0-4841-b9f7-0d4a560f41ed" providerId="AD"/>
  <p188:author id="{6C8FFAEB-9885-73F7-7909-89105660BC77}" name="Pera Luna, Isabella" initials="PI" userId="S::isabella.pera-luna@capgemini.com::9ad9611a-d588-4c70-9458-31f5ac87092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2ABDB"/>
    <a:srgbClr val="000000"/>
    <a:srgbClr val="BFBFBF"/>
    <a:srgbClr val="063C4C"/>
    <a:srgbClr val="0B6C8A"/>
    <a:srgbClr val="005482"/>
    <a:srgbClr val="CEDBE6"/>
    <a:srgbClr val="09566D"/>
    <a:srgbClr val="0070AD"/>
    <a:srgbClr val="9D46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varScale="1">
        <p:scale>
          <a:sx n="59" d="100"/>
          <a:sy n="59" d="100"/>
        </p:scale>
        <p:origin x="1000" y="52"/>
      </p:cViewPr>
      <p:guideLst>
        <p:guide orient="horz" pos="2886"/>
        <p:guide pos="5995"/>
        <p:guide pos="2071"/>
      </p:guideLst>
    </p:cSldViewPr>
  </p:slideViewPr>
  <p:notesTextViewPr>
    <p:cViewPr>
      <p:scale>
        <a:sx n="1" d="1"/>
        <a:sy n="1" d="1"/>
      </p:scale>
      <p:origin x="0" y="0"/>
    </p:cViewPr>
  </p:notesTextViewPr>
  <p:sorterViewPr>
    <p:cViewPr>
      <p:scale>
        <a:sx n="100" d="100"/>
        <a:sy n="100" d="100"/>
      </p:scale>
      <p:origin x="0" y="-1396"/>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7.fntdata"/><Relationship Id="rId21" Type="http://schemas.openxmlformats.org/officeDocument/2006/relationships/slide" Target="slides/slide15.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presProps" Target="presProps.xml"/><Relationship Id="rId58" Type="http://schemas.microsoft.com/office/2018/10/relationships/authors" Target="authors.xml"/><Relationship Id="rId5" Type="http://schemas.openxmlformats.org/officeDocument/2006/relationships/slideMaster" Target="slideMasters/slideMaster2.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4.xml"/><Relationship Id="rId41" Type="http://schemas.openxmlformats.org/officeDocument/2006/relationships/font" Target="fonts/font9.fntdata"/><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4.fntdata"/><Relationship Id="rId49" Type="http://schemas.openxmlformats.org/officeDocument/2006/relationships/font" Target="fonts/font17.fntdata"/><Relationship Id="rId57" Type="http://schemas.microsoft.com/office/2016/11/relationships/changesInfo" Target="changesInfos/changesInfo1.xml"/><Relationship Id="rId10" Type="http://schemas.openxmlformats.org/officeDocument/2006/relationships/slide" Target="slides/slide4.xml"/><Relationship Id="rId31" Type="http://schemas.openxmlformats.org/officeDocument/2006/relationships/notesMaster" Target="notesMasters/notesMaster1.xml"/><Relationship Id="rId44" Type="http://schemas.openxmlformats.org/officeDocument/2006/relationships/font" Target="fonts/font12.fntdata"/><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 Monika" userId="3e7e7951-9e5c-4c09-b6f2-99d7e04311fa" providerId="ADAL" clId="{88AAC528-C633-48C5-AC35-D26402FD33C8}"/>
    <pc:docChg chg="delSld sldOrd delMainMaster delSection modSection">
      <pc:chgData name="E, Monika" userId="3e7e7951-9e5c-4c09-b6f2-99d7e04311fa" providerId="ADAL" clId="{88AAC528-C633-48C5-AC35-D26402FD33C8}" dt="2026-10-19T08:36:54.650" v="3" actId="18676"/>
      <pc:docMkLst>
        <pc:docMk/>
      </pc:docMkLst>
      <pc:sldChg chg="del">
        <pc:chgData name="E, Monika" userId="3e7e7951-9e5c-4c09-b6f2-99d7e04311fa" providerId="ADAL" clId="{88AAC528-C633-48C5-AC35-D26402FD33C8}" dt="2026-10-19T08:36:54.650" v="3" actId="18676"/>
        <pc:sldMkLst>
          <pc:docMk/>
          <pc:sldMk cId="2159247349" sldId="580"/>
        </pc:sldMkLst>
      </pc:sldChg>
      <pc:sldChg chg="del">
        <pc:chgData name="E, Monika" userId="3e7e7951-9e5c-4c09-b6f2-99d7e04311fa" providerId="ADAL" clId="{88AAC528-C633-48C5-AC35-D26402FD33C8}" dt="2026-10-19T08:36:54.650" v="3" actId="18676"/>
        <pc:sldMkLst>
          <pc:docMk/>
          <pc:sldMk cId="3252490380" sldId="589"/>
        </pc:sldMkLst>
      </pc:sldChg>
      <pc:sldChg chg="del">
        <pc:chgData name="E, Monika" userId="3e7e7951-9e5c-4c09-b6f2-99d7e04311fa" providerId="ADAL" clId="{88AAC528-C633-48C5-AC35-D26402FD33C8}" dt="2026-10-19T08:36:54.650" v="3" actId="18676"/>
        <pc:sldMkLst>
          <pc:docMk/>
          <pc:sldMk cId="2990832706" sldId="590"/>
        </pc:sldMkLst>
      </pc:sldChg>
      <pc:sldChg chg="del">
        <pc:chgData name="E, Monika" userId="3e7e7951-9e5c-4c09-b6f2-99d7e04311fa" providerId="ADAL" clId="{88AAC528-C633-48C5-AC35-D26402FD33C8}" dt="2026-10-19T08:36:54.650" v="3" actId="18676"/>
        <pc:sldMkLst>
          <pc:docMk/>
          <pc:sldMk cId="1793717580" sldId="591"/>
        </pc:sldMkLst>
      </pc:sldChg>
      <pc:sldChg chg="del">
        <pc:chgData name="E, Monika" userId="3e7e7951-9e5c-4c09-b6f2-99d7e04311fa" providerId="ADAL" clId="{88AAC528-C633-48C5-AC35-D26402FD33C8}" dt="2026-10-19T08:36:54.650" v="3" actId="18676"/>
        <pc:sldMkLst>
          <pc:docMk/>
          <pc:sldMk cId="3933031830" sldId="2142533961"/>
        </pc:sldMkLst>
      </pc:sldChg>
      <pc:sldChg chg="del">
        <pc:chgData name="E, Monika" userId="3e7e7951-9e5c-4c09-b6f2-99d7e04311fa" providerId="ADAL" clId="{88AAC528-C633-48C5-AC35-D26402FD33C8}" dt="2026-10-19T08:36:54.650" v="3" actId="18676"/>
        <pc:sldMkLst>
          <pc:docMk/>
          <pc:sldMk cId="80596401" sldId="2147375527"/>
        </pc:sldMkLst>
      </pc:sldChg>
      <pc:sldChg chg="del">
        <pc:chgData name="E, Monika" userId="3e7e7951-9e5c-4c09-b6f2-99d7e04311fa" providerId="ADAL" clId="{88AAC528-C633-48C5-AC35-D26402FD33C8}" dt="2026-10-19T08:36:54.650" v="3" actId="18676"/>
        <pc:sldMkLst>
          <pc:docMk/>
          <pc:sldMk cId="162315789" sldId="2147376609"/>
        </pc:sldMkLst>
      </pc:sldChg>
      <pc:sldChg chg="del">
        <pc:chgData name="E, Monika" userId="3e7e7951-9e5c-4c09-b6f2-99d7e04311fa" providerId="ADAL" clId="{88AAC528-C633-48C5-AC35-D26402FD33C8}" dt="2026-10-19T08:36:54.650" v="3" actId="18676"/>
        <pc:sldMkLst>
          <pc:docMk/>
          <pc:sldMk cId="756864517" sldId="2147376673"/>
        </pc:sldMkLst>
      </pc:sldChg>
      <pc:sldChg chg="del">
        <pc:chgData name="E, Monika" userId="3e7e7951-9e5c-4c09-b6f2-99d7e04311fa" providerId="ADAL" clId="{88AAC528-C633-48C5-AC35-D26402FD33C8}" dt="2026-10-19T08:36:40.976" v="1" actId="18676"/>
        <pc:sldMkLst>
          <pc:docMk/>
          <pc:sldMk cId="3650083685" sldId="2147376699"/>
        </pc:sldMkLst>
      </pc:sldChg>
      <pc:sldChg chg="del">
        <pc:chgData name="E, Monika" userId="3e7e7951-9e5c-4c09-b6f2-99d7e04311fa" providerId="ADAL" clId="{88AAC528-C633-48C5-AC35-D26402FD33C8}" dt="2026-10-19T08:36:40.976" v="1" actId="18676"/>
        <pc:sldMkLst>
          <pc:docMk/>
          <pc:sldMk cId="1553321047" sldId="2147376700"/>
        </pc:sldMkLst>
      </pc:sldChg>
      <pc:sldChg chg="del">
        <pc:chgData name="E, Monika" userId="3e7e7951-9e5c-4c09-b6f2-99d7e04311fa" providerId="ADAL" clId="{88AAC528-C633-48C5-AC35-D26402FD33C8}" dt="2026-10-19T08:36:51.423" v="2" actId="18676"/>
        <pc:sldMkLst>
          <pc:docMk/>
          <pc:sldMk cId="1774270045" sldId="2147376701"/>
        </pc:sldMkLst>
      </pc:sldChg>
      <pc:sldChg chg="del">
        <pc:chgData name="E, Monika" userId="3e7e7951-9e5c-4c09-b6f2-99d7e04311fa" providerId="ADAL" clId="{88AAC528-C633-48C5-AC35-D26402FD33C8}" dt="2026-10-19T08:36:51.423" v="2" actId="18676"/>
        <pc:sldMkLst>
          <pc:docMk/>
          <pc:sldMk cId="3948262260" sldId="2147376702"/>
        </pc:sldMkLst>
      </pc:sldChg>
      <pc:sldChg chg="del">
        <pc:chgData name="E, Monika" userId="3e7e7951-9e5c-4c09-b6f2-99d7e04311fa" providerId="ADAL" clId="{88AAC528-C633-48C5-AC35-D26402FD33C8}" dt="2026-10-19T08:36:54.650" v="3" actId="18676"/>
        <pc:sldMkLst>
          <pc:docMk/>
          <pc:sldMk cId="2373375840" sldId="2147376705"/>
        </pc:sldMkLst>
      </pc:sldChg>
      <pc:sldChg chg="del">
        <pc:chgData name="E, Monika" userId="3e7e7951-9e5c-4c09-b6f2-99d7e04311fa" providerId="ADAL" clId="{88AAC528-C633-48C5-AC35-D26402FD33C8}" dt="2026-10-19T08:36:51.423" v="2" actId="18676"/>
        <pc:sldMkLst>
          <pc:docMk/>
          <pc:sldMk cId="765064482" sldId="2147376708"/>
        </pc:sldMkLst>
      </pc:sldChg>
      <pc:sldChg chg="del">
        <pc:chgData name="E, Monika" userId="3e7e7951-9e5c-4c09-b6f2-99d7e04311fa" providerId="ADAL" clId="{88AAC528-C633-48C5-AC35-D26402FD33C8}" dt="2026-10-19T08:36:54.650" v="3" actId="18676"/>
        <pc:sldMkLst>
          <pc:docMk/>
          <pc:sldMk cId="545717446" sldId="2147376709"/>
        </pc:sldMkLst>
      </pc:sldChg>
      <pc:sldChg chg="del">
        <pc:chgData name="E, Monika" userId="3e7e7951-9e5c-4c09-b6f2-99d7e04311fa" providerId="ADAL" clId="{88AAC528-C633-48C5-AC35-D26402FD33C8}" dt="2026-10-19T08:36:54.650" v="3" actId="18676"/>
        <pc:sldMkLst>
          <pc:docMk/>
          <pc:sldMk cId="2293038008" sldId="2147376710"/>
        </pc:sldMkLst>
      </pc:sldChg>
      <pc:sldChg chg="del">
        <pc:chgData name="E, Monika" userId="3e7e7951-9e5c-4c09-b6f2-99d7e04311fa" providerId="ADAL" clId="{88AAC528-C633-48C5-AC35-D26402FD33C8}" dt="2026-10-19T08:36:54.650" v="3" actId="18676"/>
        <pc:sldMkLst>
          <pc:docMk/>
          <pc:sldMk cId="557588917" sldId="2147376711"/>
        </pc:sldMkLst>
      </pc:sldChg>
      <pc:sldChg chg="ord">
        <pc:chgData name="E, Monika" userId="3e7e7951-9e5c-4c09-b6f2-99d7e04311fa" providerId="ADAL" clId="{88AAC528-C633-48C5-AC35-D26402FD33C8}" dt="2026-10-19T08:31:44.875" v="0"/>
        <pc:sldMkLst>
          <pc:docMk/>
          <pc:sldMk cId="3910382311" sldId="2147376712"/>
        </pc:sldMkLst>
      </pc:sldChg>
      <pc:sldChg chg="del">
        <pc:chgData name="E, Monika" userId="3e7e7951-9e5c-4c09-b6f2-99d7e04311fa" providerId="ADAL" clId="{88AAC528-C633-48C5-AC35-D26402FD33C8}" dt="2026-10-19T08:36:51.423" v="2" actId="18676"/>
        <pc:sldMkLst>
          <pc:docMk/>
          <pc:sldMk cId="2006020997" sldId="2147376713"/>
        </pc:sldMkLst>
      </pc:sldChg>
      <pc:sldChg chg="del">
        <pc:chgData name="E, Monika" userId="3e7e7951-9e5c-4c09-b6f2-99d7e04311fa" providerId="ADAL" clId="{88AAC528-C633-48C5-AC35-D26402FD33C8}" dt="2026-10-19T08:36:54.650" v="3" actId="18676"/>
        <pc:sldMkLst>
          <pc:docMk/>
          <pc:sldMk cId="3458179702" sldId="2147376714"/>
        </pc:sldMkLst>
      </pc:sldChg>
      <pc:sldChg chg="del">
        <pc:chgData name="E, Monika" userId="3e7e7951-9e5c-4c09-b6f2-99d7e04311fa" providerId="ADAL" clId="{88AAC528-C633-48C5-AC35-D26402FD33C8}" dt="2026-10-19T08:36:54.650" v="3" actId="18676"/>
        <pc:sldMkLst>
          <pc:docMk/>
          <pc:sldMk cId="121132353" sldId="2147483567"/>
        </pc:sldMkLst>
      </pc:sldChg>
      <pc:sldChg chg="del">
        <pc:chgData name="E, Monika" userId="3e7e7951-9e5c-4c09-b6f2-99d7e04311fa" providerId="ADAL" clId="{88AAC528-C633-48C5-AC35-D26402FD33C8}" dt="2026-10-19T08:36:54.650" v="3" actId="18676"/>
        <pc:sldMkLst>
          <pc:docMk/>
          <pc:sldMk cId="1056547283" sldId="2147483568"/>
        </pc:sldMkLst>
      </pc:sldChg>
      <pc:sldChg chg="del">
        <pc:chgData name="E, Monika" userId="3e7e7951-9e5c-4c09-b6f2-99d7e04311fa" providerId="ADAL" clId="{88AAC528-C633-48C5-AC35-D26402FD33C8}" dt="2026-10-19T08:36:54.650" v="3" actId="18676"/>
        <pc:sldMkLst>
          <pc:docMk/>
          <pc:sldMk cId="988897033" sldId="2147483569"/>
        </pc:sldMkLst>
      </pc:sldChg>
      <pc:sldChg chg="del">
        <pc:chgData name="E, Monika" userId="3e7e7951-9e5c-4c09-b6f2-99d7e04311fa" providerId="ADAL" clId="{88AAC528-C633-48C5-AC35-D26402FD33C8}" dt="2026-10-19T08:36:54.650" v="3" actId="18676"/>
        <pc:sldMkLst>
          <pc:docMk/>
          <pc:sldMk cId="1206068242" sldId="2147483570"/>
        </pc:sldMkLst>
      </pc:sldChg>
      <pc:sldChg chg="del">
        <pc:chgData name="E, Monika" userId="3e7e7951-9e5c-4c09-b6f2-99d7e04311fa" providerId="ADAL" clId="{88AAC528-C633-48C5-AC35-D26402FD33C8}" dt="2026-10-19T08:36:54.650" v="3" actId="18676"/>
        <pc:sldMkLst>
          <pc:docMk/>
          <pc:sldMk cId="282301377" sldId="2147483571"/>
        </pc:sldMkLst>
      </pc:sldChg>
      <pc:sldChg chg="del">
        <pc:chgData name="E, Monika" userId="3e7e7951-9e5c-4c09-b6f2-99d7e04311fa" providerId="ADAL" clId="{88AAC528-C633-48C5-AC35-D26402FD33C8}" dt="2026-10-19T08:36:54.650" v="3" actId="18676"/>
        <pc:sldMkLst>
          <pc:docMk/>
          <pc:sldMk cId="2526856987" sldId="2147483572"/>
        </pc:sldMkLst>
      </pc:sldChg>
      <pc:sldMasterChg chg="del delSldLayout">
        <pc:chgData name="E, Monika" userId="3e7e7951-9e5c-4c09-b6f2-99d7e04311fa" providerId="ADAL" clId="{88AAC528-C633-48C5-AC35-D26402FD33C8}" dt="2026-10-19T08:36:54.650" v="3" actId="18676"/>
        <pc:sldMasterMkLst>
          <pc:docMk/>
          <pc:sldMasterMk cId="2719133398" sldId="2147484118"/>
        </pc:sldMasterMkLst>
        <pc:sldLayoutChg chg="del">
          <pc:chgData name="E, Monika" userId="3e7e7951-9e5c-4c09-b6f2-99d7e04311fa" providerId="ADAL" clId="{88AAC528-C633-48C5-AC35-D26402FD33C8}" dt="2026-10-19T08:36:54.650" v="3" actId="18676"/>
          <pc:sldLayoutMkLst>
            <pc:docMk/>
            <pc:sldMasterMk cId="2719133398" sldId="2147484118"/>
            <pc:sldLayoutMk cId="2126607609" sldId="2147484119"/>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05506428" sldId="2147484124"/>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310458829" sldId="2147484125"/>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496153195" sldId="2147484126"/>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887025951" sldId="2147484127"/>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2699055736" sldId="2147484128"/>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358079318" sldId="2147484129"/>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909795854" sldId="2147484130"/>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2375924486" sldId="2147484131"/>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821701422" sldId="2147484132"/>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735666485" sldId="2147484133"/>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2073680432" sldId="2147484134"/>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191521094" sldId="2147484135"/>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87651100" sldId="2147484136"/>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2995879244" sldId="2147484137"/>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2399727910" sldId="2147484138"/>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670553885" sldId="2147484139"/>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698989896" sldId="2147484140"/>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2281145079" sldId="2147484141"/>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129707189" sldId="2147484142"/>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2180717270" sldId="2147484143"/>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2291407940" sldId="2147484144"/>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862894856" sldId="2147484145"/>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946552535" sldId="2147484156"/>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883220528" sldId="2147484158"/>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016787152" sldId="2147484159"/>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684368677" sldId="2147484165"/>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669291101" sldId="2147484169"/>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822078082" sldId="2147484177"/>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4020142625" sldId="2147484179"/>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339025741" sldId="2147484180"/>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438777979" sldId="2147484181"/>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938670665" sldId="2147484184"/>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637536983" sldId="2147484185"/>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598780821" sldId="2147484186"/>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2789868569" sldId="2147484187"/>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284793373" sldId="2147484194"/>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2703174274" sldId="2147484195"/>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697981336" sldId="2147484197"/>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93741555" sldId="2147484198"/>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873264000" sldId="2147484199"/>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530972396" sldId="2147484215"/>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2886484138" sldId="2147484216"/>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204560427" sldId="2147484217"/>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274780821" sldId="2147484218"/>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59958525" sldId="2147484219"/>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699845642" sldId="2147484220"/>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4085028029" sldId="2147484221"/>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612184643" sldId="2147484222"/>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4040189898" sldId="2147484223"/>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896868746" sldId="2147484224"/>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4033763982" sldId="2147484225"/>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00747852" sldId="2147484226"/>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3891473765" sldId="2147484227"/>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394298444" sldId="2147484228"/>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291927796" sldId="2147484229"/>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547271165" sldId="2147484230"/>
          </pc:sldLayoutMkLst>
        </pc:sldLayoutChg>
        <pc:sldLayoutChg chg="del">
          <pc:chgData name="E, Monika" userId="3e7e7951-9e5c-4c09-b6f2-99d7e04311fa" providerId="ADAL" clId="{88AAC528-C633-48C5-AC35-D26402FD33C8}" dt="2026-10-19T08:36:54.650" v="3" actId="18676"/>
          <pc:sldLayoutMkLst>
            <pc:docMk/>
            <pc:sldMasterMk cId="2719133398" sldId="2147484118"/>
            <pc:sldLayoutMk cId="1263832776" sldId="2147484231"/>
          </pc:sldLayoutMkLst>
        </pc:sldLayoutChg>
      </pc:sldMasterChg>
      <pc:sldMasterChg chg="delSldLayout">
        <pc:chgData name="E, Monika" userId="3e7e7951-9e5c-4c09-b6f2-99d7e04311fa" providerId="ADAL" clId="{88AAC528-C633-48C5-AC35-D26402FD33C8}" dt="2026-10-19T08:36:54.650" v="3" actId="18676"/>
        <pc:sldMasterMkLst>
          <pc:docMk/>
          <pc:sldMasterMk cId="2330268736" sldId="2147484250"/>
        </pc:sldMasterMkLst>
        <pc:sldLayoutChg chg="del">
          <pc:chgData name="E, Monika" userId="3e7e7951-9e5c-4c09-b6f2-99d7e04311fa" providerId="ADAL" clId="{88AAC528-C633-48C5-AC35-D26402FD33C8}" dt="2026-10-19T08:36:54.650" v="3" actId="18676"/>
          <pc:sldLayoutMkLst>
            <pc:docMk/>
            <pc:sldMasterMk cId="2330268736" sldId="2147484250"/>
            <pc:sldLayoutMk cId="741046666" sldId="2147484262"/>
          </pc:sldLayoutMkLst>
        </pc:sldLayoutChg>
        <pc:sldLayoutChg chg="del">
          <pc:chgData name="E, Monika" userId="3e7e7951-9e5c-4c09-b6f2-99d7e04311fa" providerId="ADAL" clId="{88AAC528-C633-48C5-AC35-D26402FD33C8}" dt="2026-10-19T08:36:54.650" v="3" actId="18676"/>
          <pc:sldLayoutMkLst>
            <pc:docMk/>
            <pc:sldMasterMk cId="2330268736" sldId="2147484250"/>
            <pc:sldLayoutMk cId="1983712981" sldId="214748426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45659" cy="498056"/>
          </a:xfrm>
          <a:prstGeom prst="rect">
            <a:avLst/>
          </a:prstGeom>
        </p:spPr>
        <p:txBody>
          <a:bodyPr vert="horz" lIns="91418" tIns="45708" rIns="91418" bIns="45708"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50443" y="0"/>
            <a:ext cx="2945659" cy="498056"/>
          </a:xfrm>
          <a:prstGeom prst="rect">
            <a:avLst/>
          </a:prstGeom>
        </p:spPr>
        <p:txBody>
          <a:bodyPr vert="horz" lIns="91418" tIns="45708" rIns="91418" bIns="45708" rtlCol="0"/>
          <a:lstStyle>
            <a:lvl1pPr algn="r">
              <a:defRPr sz="1200"/>
            </a:lvl1pPr>
          </a:lstStyle>
          <a:p>
            <a:fld id="{86C988DC-9DE3-4390-97AB-D61B85DACE57}" type="datetimeFigureOut">
              <a:rPr lang="pt-PT" sz="900"/>
              <a:pPr/>
              <a:t>19/10/2026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9428586"/>
            <a:ext cx="2945659" cy="498055"/>
          </a:xfrm>
          <a:prstGeom prst="rect">
            <a:avLst/>
          </a:prstGeom>
        </p:spPr>
        <p:txBody>
          <a:bodyPr vert="horz" lIns="91418" tIns="45708" rIns="91418" bIns="45708"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50443" y="9428586"/>
            <a:ext cx="2945659" cy="498055"/>
          </a:xfrm>
          <a:prstGeom prst="rect">
            <a:avLst/>
          </a:prstGeom>
        </p:spPr>
        <p:txBody>
          <a:bodyPr vert="horz" lIns="91418" tIns="45708" rIns="91418" bIns="45708" rtlCol="0" anchor="b"/>
          <a:lstStyle>
            <a:lvl1pPr algn="r">
              <a:defRPr sz="1200"/>
            </a:lvl1pPr>
          </a:lstStyle>
          <a:p>
            <a:fld id="{2F190BF9-40D8-49B5-87EF-599BB2C7EE93}" type="slidenum">
              <a:rPr lang="pt-PT" sz="90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45659" cy="498056"/>
          </a:xfrm>
          <a:prstGeom prst="rect">
            <a:avLst/>
          </a:prstGeom>
        </p:spPr>
        <p:txBody>
          <a:bodyPr vert="horz" lIns="91418" tIns="45708" rIns="91418" bIns="45708" rtlCol="0"/>
          <a:lstStyle>
            <a:lvl1pPr algn="l">
              <a:defRPr sz="900"/>
            </a:lvl1pPr>
          </a:lstStyle>
          <a:p>
            <a:endParaRPr lang="pt-BR"/>
          </a:p>
        </p:txBody>
      </p:sp>
      <p:sp>
        <p:nvSpPr>
          <p:cNvPr id="3" name="Marcador de Posição da Data 2"/>
          <p:cNvSpPr>
            <a:spLocks noGrp="1"/>
          </p:cNvSpPr>
          <p:nvPr>
            <p:ph type="dt" idx="1"/>
          </p:nvPr>
        </p:nvSpPr>
        <p:spPr>
          <a:xfrm>
            <a:off x="3850443" y="0"/>
            <a:ext cx="2945659" cy="498056"/>
          </a:xfrm>
          <a:prstGeom prst="rect">
            <a:avLst/>
          </a:prstGeom>
        </p:spPr>
        <p:txBody>
          <a:bodyPr vert="horz" lIns="91418" tIns="45708" rIns="91418" bIns="45708" rtlCol="0"/>
          <a:lstStyle>
            <a:lvl1pPr algn="r">
              <a:defRPr sz="900"/>
            </a:lvl1pPr>
          </a:lstStyle>
          <a:p>
            <a:fld id="{0835B8F7-DAC4-4931-8AED-4356A8B2FD64}" type="datetimeFigureOut">
              <a:rPr lang="pt-BR" smtClean="0"/>
              <a:pPr/>
              <a:t>19/10/2026</a:t>
            </a:fld>
            <a:endParaRPr lang="pt-BR"/>
          </a:p>
        </p:txBody>
      </p:sp>
      <p:sp>
        <p:nvSpPr>
          <p:cNvPr id="4" name="Marcador de Posição da Imagem do Diapositivo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18" tIns="45708" rIns="91418" bIns="45708" rtlCol="0" anchor="ctr"/>
          <a:lstStyle/>
          <a:p>
            <a:endParaRPr lang="pt-BR"/>
          </a:p>
        </p:txBody>
      </p:sp>
      <p:sp>
        <p:nvSpPr>
          <p:cNvPr id="5" name="Marcador de Posição de Notas 4"/>
          <p:cNvSpPr>
            <a:spLocks noGrp="1"/>
          </p:cNvSpPr>
          <p:nvPr>
            <p:ph type="body" sz="quarter" idx="3"/>
          </p:nvPr>
        </p:nvSpPr>
        <p:spPr>
          <a:xfrm>
            <a:off x="679768" y="4777194"/>
            <a:ext cx="5438140" cy="3908614"/>
          </a:xfrm>
          <a:prstGeom prst="rect">
            <a:avLst/>
          </a:prstGeom>
        </p:spPr>
        <p:txBody>
          <a:bodyPr vert="horz" lIns="91418" tIns="45708" rIns="91418" bIns="45708" rtlCol="0"/>
          <a:lstStyle/>
          <a:p>
            <a:pPr lvl="0"/>
            <a:r>
              <a:rPr lang="pt-PT"/>
              <a:t>Insert comments</a:t>
            </a:r>
            <a:endParaRPr lang="pt-BR"/>
          </a:p>
        </p:txBody>
      </p:sp>
      <p:sp>
        <p:nvSpPr>
          <p:cNvPr id="6" name="Marcador de Posição do Rodapé 5"/>
          <p:cNvSpPr>
            <a:spLocks noGrp="1"/>
          </p:cNvSpPr>
          <p:nvPr>
            <p:ph type="ftr" sz="quarter" idx="4"/>
          </p:nvPr>
        </p:nvSpPr>
        <p:spPr>
          <a:xfrm>
            <a:off x="0" y="9428586"/>
            <a:ext cx="2945659" cy="498055"/>
          </a:xfrm>
          <a:prstGeom prst="rect">
            <a:avLst/>
          </a:prstGeom>
        </p:spPr>
        <p:txBody>
          <a:bodyPr vert="horz" lIns="91418" tIns="45708" rIns="91418" bIns="45708"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50443" y="9428586"/>
            <a:ext cx="2945659" cy="498055"/>
          </a:xfrm>
          <a:prstGeom prst="rect">
            <a:avLst/>
          </a:prstGeom>
        </p:spPr>
        <p:txBody>
          <a:bodyPr vert="horz" lIns="91418" tIns="45708" rIns="91418" bIns="45708"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4938" y="1347788"/>
            <a:ext cx="6465887" cy="3638550"/>
          </a:xfrm>
        </p:spPr>
      </p:sp>
      <p:sp>
        <p:nvSpPr>
          <p:cNvPr id="3" name="Espace réservé des commentair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pt-B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87106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7FD43-898D-239B-2EB4-498DDCCDF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2EEDFF-96A3-2402-B90A-97B9FE7FC1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1DECBC-C218-0C1C-C3BA-206C49B53F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EA4750-ACDE-C8B1-2880-2ADEDF0C7A1F}"/>
              </a:ext>
            </a:extLst>
          </p:cNvPr>
          <p:cNvSpPr>
            <a:spLocks noGrp="1"/>
          </p:cNvSpPr>
          <p:nvPr>
            <p:ph type="sldNum" sz="quarter" idx="5"/>
          </p:nvPr>
        </p:nvSpPr>
        <p:spPr/>
        <p:txBody>
          <a:bodyPr/>
          <a:lstStyle/>
          <a:p>
            <a:fld id="{C0696B5C-12A0-4042-B4D0-BD3B9A4F58C6}" type="slidenum">
              <a:rPr lang="pt-BR" smtClean="0"/>
              <a:pPr/>
              <a:t>6</a:t>
            </a:fld>
            <a:endParaRPr lang="pt-BR"/>
          </a:p>
        </p:txBody>
      </p:sp>
    </p:spTree>
    <p:extLst>
      <p:ext uri="{BB962C8B-B14F-4D97-AF65-F5344CB8AC3E}">
        <p14:creationId xmlns:p14="http://schemas.microsoft.com/office/powerpoint/2010/main" val="30059584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C5702-A434-7AEE-09F6-47F1EA714C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8BEF7-5CFE-FE48-0801-37C1FD6BE0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3ADCB5-78EC-8482-1B02-ED4BE106BD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EA8800-270D-A9D7-C10C-0AAE9A796A9D}"/>
              </a:ext>
            </a:extLst>
          </p:cNvPr>
          <p:cNvSpPr>
            <a:spLocks noGrp="1"/>
          </p:cNvSpPr>
          <p:nvPr>
            <p:ph type="sldNum" sz="quarter" idx="5"/>
          </p:nvPr>
        </p:nvSpPr>
        <p:spPr/>
        <p:txBody>
          <a:bodyPr/>
          <a:lstStyle/>
          <a:p>
            <a:fld id="{C0696B5C-12A0-4042-B4D0-BD3B9A4F58C6}" type="slidenum">
              <a:rPr lang="pt-BR" smtClean="0"/>
              <a:pPr/>
              <a:t>8</a:t>
            </a:fld>
            <a:endParaRPr lang="pt-BR"/>
          </a:p>
        </p:txBody>
      </p:sp>
    </p:spTree>
    <p:extLst>
      <p:ext uri="{BB962C8B-B14F-4D97-AF65-F5344CB8AC3E}">
        <p14:creationId xmlns:p14="http://schemas.microsoft.com/office/powerpoint/2010/main" val="2758497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5BAEF-4172-EEEA-5FD4-EFFDCEC34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1D1EC-6090-C53D-7059-5F917A4EFF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A9139F-F4D9-0611-7942-6D5F8DA5CA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962053-E2B5-53BC-BF60-20CEC00AED8F}"/>
              </a:ext>
            </a:extLst>
          </p:cNvPr>
          <p:cNvSpPr>
            <a:spLocks noGrp="1"/>
          </p:cNvSpPr>
          <p:nvPr>
            <p:ph type="sldNum" sz="quarter" idx="5"/>
          </p:nvPr>
        </p:nvSpPr>
        <p:spPr/>
        <p:txBody>
          <a:bodyPr/>
          <a:lstStyle/>
          <a:p>
            <a:fld id="{C0696B5C-12A0-4042-B4D0-BD3B9A4F58C6}" type="slidenum">
              <a:rPr lang="pt-BR" smtClean="0"/>
              <a:pPr/>
              <a:t>9</a:t>
            </a:fld>
            <a:endParaRPr lang="pt-BR"/>
          </a:p>
        </p:txBody>
      </p:sp>
    </p:spTree>
    <p:extLst>
      <p:ext uri="{BB962C8B-B14F-4D97-AF65-F5344CB8AC3E}">
        <p14:creationId xmlns:p14="http://schemas.microsoft.com/office/powerpoint/2010/main" val="1136380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7E236-B606-6FAA-FA91-4009AD2EB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B6FED6-EFEC-DEA7-E412-8C29D2942F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FE1925-BFBA-718A-F1B7-6DFA2E58C1D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F5B6030-2021-1CB0-8D2F-FAA4434987B3}"/>
              </a:ext>
            </a:extLst>
          </p:cNvPr>
          <p:cNvSpPr>
            <a:spLocks noGrp="1"/>
          </p:cNvSpPr>
          <p:nvPr>
            <p:ph type="sldNum" sz="quarter" idx="5"/>
          </p:nvPr>
        </p:nvSpPr>
        <p:spPr/>
        <p:txBody>
          <a:bodyPr/>
          <a:lstStyle/>
          <a:p>
            <a:fld id="{C0696B5C-12A0-4042-B4D0-BD3B9A4F58C6}" type="slidenum">
              <a:rPr lang="pt-BR" smtClean="0"/>
              <a:pPr/>
              <a:t>10</a:t>
            </a:fld>
            <a:endParaRPr lang="pt-BR"/>
          </a:p>
        </p:txBody>
      </p:sp>
    </p:spTree>
    <p:extLst>
      <p:ext uri="{BB962C8B-B14F-4D97-AF65-F5344CB8AC3E}">
        <p14:creationId xmlns:p14="http://schemas.microsoft.com/office/powerpoint/2010/main" val="3598600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745AB-0189-407B-187E-26F2FCA0B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43443-99DF-054F-FF73-9906EB609E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6C63CB-36DF-7412-27C4-9F150B221F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93C8CF-169C-7FA9-C7B1-774460064D44}"/>
              </a:ext>
            </a:extLst>
          </p:cNvPr>
          <p:cNvSpPr>
            <a:spLocks noGrp="1"/>
          </p:cNvSpPr>
          <p:nvPr>
            <p:ph type="sldNum" sz="quarter" idx="5"/>
          </p:nvPr>
        </p:nvSpPr>
        <p:spPr/>
        <p:txBody>
          <a:bodyPr/>
          <a:lstStyle/>
          <a:p>
            <a:fld id="{C0696B5C-12A0-4042-B4D0-BD3B9A4F58C6}" type="slidenum">
              <a:rPr lang="pt-BR" smtClean="0"/>
              <a:pPr/>
              <a:t>11</a:t>
            </a:fld>
            <a:endParaRPr lang="pt-BR"/>
          </a:p>
        </p:txBody>
      </p:sp>
    </p:spTree>
    <p:extLst>
      <p:ext uri="{BB962C8B-B14F-4D97-AF65-F5344CB8AC3E}">
        <p14:creationId xmlns:p14="http://schemas.microsoft.com/office/powerpoint/2010/main" val="1744551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4C021-AE14-B245-D3F3-D1ADCC2F5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9902E7-96A4-6E27-08C1-A835D653C9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52E34-537A-1EA4-87A5-7971AC8FAB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CF459B-1C6A-8B64-A673-9C8A851E7834}"/>
              </a:ext>
            </a:extLst>
          </p:cNvPr>
          <p:cNvSpPr>
            <a:spLocks noGrp="1"/>
          </p:cNvSpPr>
          <p:nvPr>
            <p:ph type="sldNum" sz="quarter" idx="5"/>
          </p:nvPr>
        </p:nvSpPr>
        <p:spPr/>
        <p:txBody>
          <a:bodyPr/>
          <a:lstStyle/>
          <a:p>
            <a:fld id="{C0696B5C-12A0-4042-B4D0-BD3B9A4F58C6}" type="slidenum">
              <a:rPr lang="pt-BR" smtClean="0"/>
              <a:pPr/>
              <a:t>12</a:t>
            </a:fld>
            <a:endParaRPr lang="pt-BR"/>
          </a:p>
        </p:txBody>
      </p:sp>
    </p:spTree>
    <p:extLst>
      <p:ext uri="{BB962C8B-B14F-4D97-AF65-F5344CB8AC3E}">
        <p14:creationId xmlns:p14="http://schemas.microsoft.com/office/powerpoint/2010/main" val="1156175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ACAAE-0D05-4632-C83B-34EFC51F76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F260D-A0D0-B9B0-A037-611038960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14B70A-420C-0C8F-4610-7A0BEC66F3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0E43C6B-75D5-FC58-E072-D954D9C5CF94}"/>
              </a:ext>
            </a:extLst>
          </p:cNvPr>
          <p:cNvSpPr>
            <a:spLocks noGrp="1"/>
          </p:cNvSpPr>
          <p:nvPr>
            <p:ph type="sldNum" sz="quarter" idx="5"/>
          </p:nvPr>
        </p:nvSpPr>
        <p:spPr/>
        <p:txBody>
          <a:bodyPr/>
          <a:lstStyle/>
          <a:p>
            <a:fld id="{C0696B5C-12A0-4042-B4D0-BD3B9A4F58C6}" type="slidenum">
              <a:rPr lang="pt-BR" smtClean="0"/>
              <a:pPr/>
              <a:t>13</a:t>
            </a:fld>
            <a:endParaRPr lang="pt-BR"/>
          </a:p>
        </p:txBody>
      </p:sp>
    </p:spTree>
    <p:extLst>
      <p:ext uri="{BB962C8B-B14F-4D97-AF65-F5344CB8AC3E}">
        <p14:creationId xmlns:p14="http://schemas.microsoft.com/office/powerpoint/2010/main" val="351107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233FC-D409-E046-0880-9A1A1FE18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89469-7982-1544-72C9-F84AF6A103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BA8FCD-29C7-652B-9E47-DF92C7F8DA2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C3879D-643B-14DE-0F18-F421A1355BD5}"/>
              </a:ext>
            </a:extLst>
          </p:cNvPr>
          <p:cNvSpPr>
            <a:spLocks noGrp="1"/>
          </p:cNvSpPr>
          <p:nvPr>
            <p:ph type="sldNum" sz="quarter" idx="5"/>
          </p:nvPr>
        </p:nvSpPr>
        <p:spPr/>
        <p:txBody>
          <a:bodyPr/>
          <a:lstStyle/>
          <a:p>
            <a:fld id="{C0696B5C-12A0-4042-B4D0-BD3B9A4F58C6}" type="slidenum">
              <a:rPr lang="pt-BR" smtClean="0"/>
              <a:pPr/>
              <a:t>14</a:t>
            </a:fld>
            <a:endParaRPr lang="pt-BR"/>
          </a:p>
        </p:txBody>
      </p:sp>
    </p:spTree>
    <p:extLst>
      <p:ext uri="{BB962C8B-B14F-4D97-AF65-F5344CB8AC3E}">
        <p14:creationId xmlns:p14="http://schemas.microsoft.com/office/powerpoint/2010/main" val="733457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E89FA-FD5A-02EB-2734-A21836502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A9D42-7970-8C49-75DD-A6A650D5F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A0DB1-557B-5A2E-1AFF-5E34B9A85A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858A9D-BE7E-DB61-F26B-4C0E1DA98DA3}"/>
              </a:ext>
            </a:extLst>
          </p:cNvPr>
          <p:cNvSpPr>
            <a:spLocks noGrp="1"/>
          </p:cNvSpPr>
          <p:nvPr>
            <p:ph type="sldNum" sz="quarter" idx="5"/>
          </p:nvPr>
        </p:nvSpPr>
        <p:spPr/>
        <p:txBody>
          <a:bodyPr/>
          <a:lstStyle/>
          <a:p>
            <a:fld id="{C0696B5C-12A0-4042-B4D0-BD3B9A4F58C6}" type="slidenum">
              <a:rPr lang="pt-BR" smtClean="0"/>
              <a:pPr/>
              <a:t>16</a:t>
            </a:fld>
            <a:endParaRPr lang="pt-BR"/>
          </a:p>
        </p:txBody>
      </p:sp>
    </p:spTree>
    <p:extLst>
      <p:ext uri="{BB962C8B-B14F-4D97-AF65-F5344CB8AC3E}">
        <p14:creationId xmlns:p14="http://schemas.microsoft.com/office/powerpoint/2010/main" val="21464400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21634-5745-DF04-7684-28BA17228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88C3F-8F7C-B112-EB4D-E613D7D87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2429A1-FEFF-FE86-C8E6-A063C35009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DA6D520-7212-2FE3-01BE-621AE115D9D3}"/>
              </a:ext>
            </a:extLst>
          </p:cNvPr>
          <p:cNvSpPr>
            <a:spLocks noGrp="1"/>
          </p:cNvSpPr>
          <p:nvPr>
            <p:ph type="sldNum" sz="quarter" idx="5"/>
          </p:nvPr>
        </p:nvSpPr>
        <p:spPr/>
        <p:txBody>
          <a:bodyPr/>
          <a:lstStyle/>
          <a:p>
            <a:fld id="{C0696B5C-12A0-4042-B4D0-BD3B9A4F58C6}" type="slidenum">
              <a:rPr lang="pt-BR" smtClean="0"/>
              <a:pPr/>
              <a:t>17</a:t>
            </a:fld>
            <a:endParaRPr lang="pt-BR"/>
          </a:p>
        </p:txBody>
      </p:sp>
    </p:spTree>
    <p:extLst>
      <p:ext uri="{BB962C8B-B14F-4D97-AF65-F5344CB8AC3E}">
        <p14:creationId xmlns:p14="http://schemas.microsoft.com/office/powerpoint/2010/main" val="1537159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04FBD-CA9E-CDC9-7258-B5512230E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C84180-9B63-5372-1794-0CA0420277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7F9F0-2DF9-4806-927E-CC23DD906A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BD710D9-1FCD-C064-9338-F0C48BFBDFEE}"/>
              </a:ext>
            </a:extLst>
          </p:cNvPr>
          <p:cNvSpPr>
            <a:spLocks noGrp="1"/>
          </p:cNvSpPr>
          <p:nvPr>
            <p:ph type="sldNum" sz="quarter" idx="5"/>
          </p:nvPr>
        </p:nvSpPr>
        <p:spPr/>
        <p:txBody>
          <a:bodyPr/>
          <a:lstStyle/>
          <a:p>
            <a:fld id="{C0696B5C-12A0-4042-B4D0-BD3B9A4F58C6}" type="slidenum">
              <a:rPr lang="pt-BR" smtClean="0"/>
              <a:pPr/>
              <a:t>18</a:t>
            </a:fld>
            <a:endParaRPr lang="pt-BR"/>
          </a:p>
        </p:txBody>
      </p:sp>
    </p:spTree>
    <p:extLst>
      <p:ext uri="{BB962C8B-B14F-4D97-AF65-F5344CB8AC3E}">
        <p14:creationId xmlns:p14="http://schemas.microsoft.com/office/powerpoint/2010/main" val="3432757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CB5D4-9437-1AF0-EF98-094BE0813A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72D3D-BB31-BB5F-5E16-B8048B0D63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A4EC2D-0DFB-F907-2A35-46EE74D8C3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4AA01B8-2073-F8FF-DE7F-59007B8D994F}"/>
              </a:ext>
            </a:extLst>
          </p:cNvPr>
          <p:cNvSpPr>
            <a:spLocks noGrp="1"/>
          </p:cNvSpPr>
          <p:nvPr>
            <p:ph type="sldNum" sz="quarter" idx="5"/>
          </p:nvPr>
        </p:nvSpPr>
        <p:spPr/>
        <p:txBody>
          <a:bodyPr/>
          <a:lstStyle/>
          <a:p>
            <a:fld id="{C0696B5C-12A0-4042-B4D0-BD3B9A4F58C6}" type="slidenum">
              <a:rPr lang="pt-BR" smtClean="0"/>
              <a:pPr/>
              <a:t>19</a:t>
            </a:fld>
            <a:endParaRPr lang="pt-BR"/>
          </a:p>
        </p:txBody>
      </p:sp>
    </p:spTree>
    <p:extLst>
      <p:ext uri="{BB962C8B-B14F-4D97-AF65-F5344CB8AC3E}">
        <p14:creationId xmlns:p14="http://schemas.microsoft.com/office/powerpoint/2010/main" val="27263601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hyperlink" Target="https://twitter.com/CapgeminiInvent" TargetMode="External"/><Relationship Id="rId13"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hyperlink" Target="https://de-de.facebook.com/CapgeminiInventDACH/" TargetMode="External"/><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hyperlink" Target="http://www.slideshare.net/capgemini" TargetMode="External"/><Relationship Id="rId11" Type="http://schemas.openxmlformats.org/officeDocument/2006/relationships/image" Target="../media/image14.png"/><Relationship Id="rId5" Type="http://schemas.openxmlformats.org/officeDocument/2006/relationships/image" Target="../media/image11.png"/><Relationship Id="rId10" Type="http://schemas.openxmlformats.org/officeDocument/2006/relationships/hyperlink" Target="http://www.youtube.com/capgeminimedia" TargetMode="External"/><Relationship Id="rId4" Type="http://schemas.openxmlformats.org/officeDocument/2006/relationships/hyperlink" Target="http://www.linkedin.com/company/capgemini-invent" TargetMode="External"/><Relationship Id="rId9"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6" Type="http://schemas.microsoft.com/office/2007/relationships/hdphoto" Target="../media/hdphoto2.wdp"/><Relationship Id="rId5" Type="http://schemas.openxmlformats.org/officeDocument/2006/relationships/image" Target="../media/image16.png"/><Relationship Id="rId4" Type="http://schemas.microsoft.com/office/2007/relationships/hdphoto" Target="../media/hdphoto1.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jpeg"/><Relationship Id="rId1" Type="http://schemas.openxmlformats.org/officeDocument/2006/relationships/slideMaster" Target="../slideMasters/slideMaster2.xml"/><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hyperlink" Target="https://twitter.com/CapgeminiInvent" TargetMode="External"/><Relationship Id="rId13"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hyperlink" Target="https://de-de.facebook.com/CapgeminiInventDACH/" TargetMode="External"/><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hyperlink" Target="http://www.slideshare.net/capgemini" TargetMode="External"/><Relationship Id="rId11" Type="http://schemas.openxmlformats.org/officeDocument/2006/relationships/image" Target="../media/image14.png"/><Relationship Id="rId5" Type="http://schemas.openxmlformats.org/officeDocument/2006/relationships/image" Target="../media/image11.png"/><Relationship Id="rId10" Type="http://schemas.openxmlformats.org/officeDocument/2006/relationships/hyperlink" Target="http://www.youtube.com/capgeminimedia" TargetMode="External"/><Relationship Id="rId4" Type="http://schemas.openxmlformats.org/officeDocument/2006/relationships/hyperlink" Target="http://www.linkedin.com/company/capgemini-invent" TargetMode="External"/><Relationship Id="rId9"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s://twitter.com/CapgeminiInvent" TargetMode="External"/><Relationship Id="rId13"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hyperlink" Target="https://de-de.facebook.com/CapgeminiInventDACH/" TargetMode="External"/><Relationship Id="rId2" Type="http://schemas.openxmlformats.org/officeDocument/2006/relationships/image" Target="../media/image9.png"/><Relationship Id="rId1" Type="http://schemas.openxmlformats.org/officeDocument/2006/relationships/slideMaster" Target="../slideMasters/slideMaster3.xml"/><Relationship Id="rId6" Type="http://schemas.openxmlformats.org/officeDocument/2006/relationships/hyperlink" Target="http://www.slideshare.net/capgemini" TargetMode="External"/><Relationship Id="rId11" Type="http://schemas.openxmlformats.org/officeDocument/2006/relationships/image" Target="../media/image14.png"/><Relationship Id="rId5" Type="http://schemas.openxmlformats.org/officeDocument/2006/relationships/image" Target="../media/image11.png"/><Relationship Id="rId10" Type="http://schemas.openxmlformats.org/officeDocument/2006/relationships/hyperlink" Target="http://www.youtube.com/capgeminimedia" TargetMode="External"/><Relationship Id="rId4" Type="http://schemas.openxmlformats.org/officeDocument/2006/relationships/hyperlink" Target="http://www.linkedin.com/company/capgemini-invent" TargetMode="External"/><Relationship Id="rId9" Type="http://schemas.openxmlformats.org/officeDocument/2006/relationships/image" Target="../media/image1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1_Portada">
    <p:spTree>
      <p:nvGrpSpPr>
        <p:cNvPr id="1" name=""/>
        <p:cNvGrpSpPr/>
        <p:nvPr/>
      </p:nvGrpSpPr>
      <p:grpSpPr>
        <a:xfrm>
          <a:off x="0" y="0"/>
          <a:ext cx="0" cy="0"/>
          <a:chOff x="0" y="0"/>
          <a:chExt cx="0" cy="0"/>
        </a:xfrm>
      </p:grpSpPr>
      <p:pic>
        <p:nvPicPr>
          <p:cNvPr id="5" name="Picture 4" descr="N175/6.X - Nordex SE - Español">
            <a:extLst>
              <a:ext uri="{FF2B5EF4-FFF2-40B4-BE49-F238E27FC236}">
                <a16:creationId xmlns:a16="http://schemas.microsoft.com/office/drawing/2014/main" id="{09E4B3EF-8262-2160-350D-3EE3707AE7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324" b="7223"/>
          <a:stretch/>
        </p:blipFill>
        <p:spPr bwMode="auto">
          <a:xfrm>
            <a:off x="-4864" y="-1"/>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5B9AFE7-0F2A-0CDA-A418-D1116954050C}"/>
              </a:ext>
            </a:extLst>
          </p:cNvPr>
          <p:cNvSpPr/>
          <p:nvPr/>
        </p:nvSpPr>
        <p:spPr>
          <a:xfrm>
            <a:off x="-4864" y="-1"/>
            <a:ext cx="12192000" cy="6768477"/>
          </a:xfrm>
          <a:prstGeom prst="rect">
            <a:avLst/>
          </a:prstGeom>
          <a:solidFill>
            <a:schemeClr val="tx1">
              <a:lumMod val="75000"/>
              <a:lumOff val="25000"/>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Holder 2"/>
          <p:cNvSpPr>
            <a:spLocks noGrp="1"/>
          </p:cNvSpPr>
          <p:nvPr>
            <p:ph type="ftr" sz="quarter" idx="5"/>
          </p:nvPr>
        </p:nvSpPr>
        <p:spPr>
          <a:xfrm>
            <a:off x="8321879" y="6645366"/>
            <a:ext cx="2895135" cy="123111"/>
          </a:xfrm>
        </p:spPr>
        <p:txBody>
          <a:bodyPr lIns="0" tIns="0" rIns="0" bIns="0" anchor="b"/>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8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4" name="Holder 4"/>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7" name="Graphic 1">
            <a:extLst>
              <a:ext uri="{FF2B5EF4-FFF2-40B4-BE49-F238E27FC236}">
                <a16:creationId xmlns:a16="http://schemas.microsoft.com/office/drawing/2014/main" id="{FBB1A379-6173-EFC5-1802-FA8AF4BDC8D2}"/>
              </a:ext>
            </a:extLst>
          </p:cNvPr>
          <p:cNvSpPr/>
          <p:nvPr/>
        </p:nvSpPr>
        <p:spPr>
          <a:xfrm rot="16200000" flipH="1">
            <a:off x="-1856147" y="1333901"/>
            <a:ext cx="8917916" cy="4038928"/>
          </a:xfrm>
          <a:custGeom>
            <a:avLst/>
            <a:gdLst>
              <a:gd name="connsiteX0" fmla="*/ 7215188 w 7239000"/>
              <a:gd name="connsiteY0" fmla="*/ 3278548 h 3278547"/>
              <a:gd name="connsiteX1" fmla="*/ 6557010 w 7239000"/>
              <a:gd name="connsiteY1" fmla="*/ 2329858 h 3278547"/>
              <a:gd name="connsiteX2" fmla="*/ 4255770 w 7239000"/>
              <a:gd name="connsiteY2" fmla="*/ 41000 h 3278547"/>
              <a:gd name="connsiteX3" fmla="*/ 4255770 w 7239000"/>
              <a:gd name="connsiteY3" fmla="*/ 41000 h 3278547"/>
              <a:gd name="connsiteX4" fmla="*/ 4247198 w 7239000"/>
              <a:gd name="connsiteY4" fmla="*/ 40048 h 3278547"/>
              <a:gd name="connsiteX5" fmla="*/ 4245293 w 7239000"/>
              <a:gd name="connsiteY5" fmla="*/ 40048 h 3278547"/>
              <a:gd name="connsiteX6" fmla="*/ 2178368 w 7239000"/>
              <a:gd name="connsiteY6" fmla="*/ 949685 h 3278547"/>
              <a:gd name="connsiteX7" fmla="*/ 2162175 w 7239000"/>
              <a:gd name="connsiteY7" fmla="*/ 963973 h 3278547"/>
              <a:gd name="connsiteX8" fmla="*/ 2172653 w 7239000"/>
              <a:gd name="connsiteY8" fmla="*/ 985880 h 3278547"/>
              <a:gd name="connsiteX9" fmla="*/ 2628900 w 7239000"/>
              <a:gd name="connsiteY9" fmla="*/ 2749910 h 3278547"/>
              <a:gd name="connsiteX10" fmla="*/ 1949768 w 7239000"/>
              <a:gd name="connsiteY10" fmla="*/ 2512738 h 3278547"/>
              <a:gd name="connsiteX11" fmla="*/ 1019175 w 7239000"/>
              <a:gd name="connsiteY11" fmla="*/ 2072683 h 3278547"/>
              <a:gd name="connsiteX12" fmla="*/ 36195 w 7239000"/>
              <a:gd name="connsiteY12" fmla="*/ 3269023 h 3278547"/>
              <a:gd name="connsiteX13" fmla="*/ 0 w 7239000"/>
              <a:gd name="connsiteY13" fmla="*/ 3257593 h 3278547"/>
              <a:gd name="connsiteX14" fmla="*/ 270510 w 7239000"/>
              <a:gd name="connsiteY14" fmla="*/ 2655613 h 3278547"/>
              <a:gd name="connsiteX15" fmla="*/ 1018223 w 7239000"/>
              <a:gd name="connsiteY15" fmla="*/ 2034583 h 3278547"/>
              <a:gd name="connsiteX16" fmla="*/ 1971675 w 7239000"/>
              <a:gd name="connsiteY16" fmla="*/ 2481305 h 3278547"/>
              <a:gd name="connsiteX17" fmla="*/ 2599373 w 7239000"/>
              <a:gd name="connsiteY17" fmla="*/ 2725146 h 3278547"/>
              <a:gd name="connsiteX18" fmla="*/ 2138363 w 7239000"/>
              <a:gd name="connsiteY18" fmla="*/ 1002073 h 3278547"/>
              <a:gd name="connsiteX19" fmla="*/ 2122170 w 7239000"/>
              <a:gd name="connsiteY19" fmla="*/ 967783 h 3278547"/>
              <a:gd name="connsiteX20" fmla="*/ 2116455 w 7239000"/>
              <a:gd name="connsiteY20" fmla="*/ 955400 h 3278547"/>
              <a:gd name="connsiteX21" fmla="*/ 2126933 w 7239000"/>
              <a:gd name="connsiteY21" fmla="*/ 945875 h 3278547"/>
              <a:gd name="connsiteX22" fmla="*/ 2152650 w 7239000"/>
              <a:gd name="connsiteY22" fmla="*/ 922063 h 3278547"/>
              <a:gd name="connsiteX23" fmla="*/ 2890838 w 7239000"/>
              <a:gd name="connsiteY23" fmla="*/ 369613 h 3278547"/>
              <a:gd name="connsiteX24" fmla="*/ 4248150 w 7239000"/>
              <a:gd name="connsiteY24" fmla="*/ 2900 h 3278547"/>
              <a:gd name="connsiteX25" fmla="*/ 4252913 w 7239000"/>
              <a:gd name="connsiteY25" fmla="*/ 2900 h 3278547"/>
              <a:gd name="connsiteX26" fmla="*/ 4252913 w 7239000"/>
              <a:gd name="connsiteY26" fmla="*/ 2900 h 3278547"/>
              <a:gd name="connsiteX27" fmla="*/ 6590348 w 7239000"/>
              <a:gd name="connsiteY27" fmla="*/ 2310808 h 3278547"/>
              <a:gd name="connsiteX28" fmla="*/ 7239000 w 7239000"/>
              <a:gd name="connsiteY28" fmla="*/ 3249021 h 3278547"/>
              <a:gd name="connsiteX29" fmla="*/ 7215188 w 7239000"/>
              <a:gd name="connsiteY29" fmla="*/ 3278548 h 327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39000" h="3278547">
                <a:moveTo>
                  <a:pt x="7215188" y="3278548"/>
                </a:moveTo>
                <a:cubicBezTo>
                  <a:pt x="7036118" y="3138530"/>
                  <a:pt x="6814185" y="2764198"/>
                  <a:pt x="6557010" y="2329858"/>
                </a:cubicBezTo>
                <a:cubicBezTo>
                  <a:pt x="5998845" y="1386883"/>
                  <a:pt x="5233988" y="96245"/>
                  <a:pt x="4255770" y="41000"/>
                </a:cubicBezTo>
                <a:lnTo>
                  <a:pt x="4255770" y="41000"/>
                </a:lnTo>
                <a:lnTo>
                  <a:pt x="4247198" y="40048"/>
                </a:lnTo>
                <a:cubicBezTo>
                  <a:pt x="4246245" y="40048"/>
                  <a:pt x="4245293" y="40048"/>
                  <a:pt x="4245293" y="40048"/>
                </a:cubicBezTo>
                <a:cubicBezTo>
                  <a:pt x="3781425" y="14330"/>
                  <a:pt x="3046095" y="151490"/>
                  <a:pt x="2178368" y="949685"/>
                </a:cubicBezTo>
                <a:cubicBezTo>
                  <a:pt x="2172653" y="955400"/>
                  <a:pt x="2166938" y="960163"/>
                  <a:pt x="2162175" y="963973"/>
                </a:cubicBezTo>
                <a:cubicBezTo>
                  <a:pt x="2165033" y="970640"/>
                  <a:pt x="2168843" y="977308"/>
                  <a:pt x="2172653" y="985880"/>
                </a:cubicBezTo>
                <a:cubicBezTo>
                  <a:pt x="2486025" y="1663108"/>
                  <a:pt x="2820353" y="2519405"/>
                  <a:pt x="2628900" y="2749910"/>
                </a:cubicBezTo>
                <a:cubicBezTo>
                  <a:pt x="2499360" y="2905168"/>
                  <a:pt x="2245043" y="2723240"/>
                  <a:pt x="1949768" y="2512738"/>
                </a:cubicBezTo>
                <a:cubicBezTo>
                  <a:pt x="1655445" y="2302235"/>
                  <a:pt x="1322070" y="2064110"/>
                  <a:pt x="1019175" y="2072683"/>
                </a:cubicBezTo>
                <a:cubicBezTo>
                  <a:pt x="422910" y="2089828"/>
                  <a:pt x="40005" y="3257593"/>
                  <a:pt x="36195" y="3269023"/>
                </a:cubicBezTo>
                <a:lnTo>
                  <a:pt x="0" y="3257593"/>
                </a:lnTo>
                <a:cubicBezTo>
                  <a:pt x="953" y="3254735"/>
                  <a:pt x="98108" y="2953746"/>
                  <a:pt x="270510" y="2655613"/>
                </a:cubicBezTo>
                <a:cubicBezTo>
                  <a:pt x="503873" y="2250800"/>
                  <a:pt x="755333" y="2042203"/>
                  <a:pt x="1018223" y="2034583"/>
                </a:cubicBezTo>
                <a:cubicBezTo>
                  <a:pt x="1334453" y="2026010"/>
                  <a:pt x="1672590" y="2267945"/>
                  <a:pt x="1971675" y="2481305"/>
                </a:cubicBezTo>
                <a:cubicBezTo>
                  <a:pt x="2250758" y="2681330"/>
                  <a:pt x="2492693" y="2853733"/>
                  <a:pt x="2599373" y="2725146"/>
                </a:cubicBezTo>
                <a:cubicBezTo>
                  <a:pt x="2739390" y="2557505"/>
                  <a:pt x="2575560" y="1945048"/>
                  <a:pt x="2138363" y="1002073"/>
                </a:cubicBezTo>
                <a:cubicBezTo>
                  <a:pt x="2131695" y="986833"/>
                  <a:pt x="2125980" y="975403"/>
                  <a:pt x="2122170" y="967783"/>
                </a:cubicBezTo>
                <a:lnTo>
                  <a:pt x="2116455" y="955400"/>
                </a:lnTo>
                <a:lnTo>
                  <a:pt x="2126933" y="945875"/>
                </a:lnTo>
                <a:cubicBezTo>
                  <a:pt x="2133600" y="939208"/>
                  <a:pt x="2143125" y="931588"/>
                  <a:pt x="2152650" y="922063"/>
                </a:cubicBezTo>
                <a:cubicBezTo>
                  <a:pt x="2253615" y="828718"/>
                  <a:pt x="2522220" y="582020"/>
                  <a:pt x="2890838" y="369613"/>
                </a:cubicBezTo>
                <a:cubicBezTo>
                  <a:pt x="3353753" y="101960"/>
                  <a:pt x="3810000" y="-20912"/>
                  <a:pt x="4248150" y="2900"/>
                </a:cubicBezTo>
                <a:lnTo>
                  <a:pt x="4252913" y="2900"/>
                </a:lnTo>
                <a:lnTo>
                  <a:pt x="4252913" y="2900"/>
                </a:lnTo>
                <a:cubicBezTo>
                  <a:pt x="5253990" y="55288"/>
                  <a:pt x="6026468" y="1359260"/>
                  <a:pt x="6590348" y="2310808"/>
                </a:cubicBezTo>
                <a:cubicBezTo>
                  <a:pt x="6845618" y="2741338"/>
                  <a:pt x="7065645" y="3113765"/>
                  <a:pt x="7239000" y="3249021"/>
                </a:cubicBezTo>
                <a:lnTo>
                  <a:pt x="7215188" y="3278548"/>
                </a:lnTo>
                <a:close/>
              </a:path>
            </a:pathLst>
          </a:custGeom>
          <a:gradFill>
            <a:gsLst>
              <a:gs pos="86000">
                <a:schemeClr val="accent2">
                  <a:alpha val="0"/>
                </a:schemeClr>
              </a:gs>
              <a:gs pos="16000">
                <a:schemeClr val="accent2">
                  <a:alpha val="0"/>
                </a:schemeClr>
              </a:gs>
              <a:gs pos="49000">
                <a:schemeClr val="accent2"/>
              </a:gs>
              <a:gs pos="31000">
                <a:schemeClr val="accent2"/>
              </a:gs>
            </a:gsLst>
            <a:lin ang="1200000" scaled="0"/>
          </a:gradFill>
          <a:ln w="9525" cap="flat">
            <a:noFill/>
            <a:prstDash val="solid"/>
            <a:miter/>
          </a:ln>
        </p:spPr>
        <p:txBody>
          <a:bodyPr rtlCol="0" anchor="ctr"/>
          <a:lstStyle/>
          <a:p>
            <a:endParaRPr lang="en-GB">
              <a:latin typeface="Ubuntu" panose="020B0504030602030204" pitchFamily="34" charset="0"/>
            </a:endParaRPr>
          </a:p>
        </p:txBody>
      </p:sp>
    </p:spTree>
    <p:extLst>
      <p:ext uri="{BB962C8B-B14F-4D97-AF65-F5344CB8AC3E}">
        <p14:creationId xmlns:p14="http://schemas.microsoft.com/office/powerpoint/2010/main" val="1631241543"/>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Indice">
    <p:spTree>
      <p:nvGrpSpPr>
        <p:cNvPr id="1" name=""/>
        <p:cNvGrpSpPr/>
        <p:nvPr/>
      </p:nvGrpSpPr>
      <p:grpSpPr>
        <a:xfrm>
          <a:off x="0" y="0"/>
          <a:ext cx="0" cy="0"/>
          <a:chOff x="0" y="0"/>
          <a:chExt cx="0" cy="0"/>
        </a:xfrm>
      </p:grpSpPr>
      <p:pic>
        <p:nvPicPr>
          <p:cNvPr id="3074" name="Picture 2" descr="N175/6.X - Nordex SE - Español">
            <a:extLst>
              <a:ext uri="{FF2B5EF4-FFF2-40B4-BE49-F238E27FC236}">
                <a16:creationId xmlns:a16="http://schemas.microsoft.com/office/drawing/2014/main" id="{1778599D-25BE-CF60-6D3A-EA51DC3C0E3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68" r="18604"/>
          <a:stretch/>
        </p:blipFill>
        <p:spPr bwMode="auto">
          <a:xfrm>
            <a:off x="7707968" y="0"/>
            <a:ext cx="448403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Holder 2"/>
          <p:cNvSpPr>
            <a:spLocks noGrp="1"/>
          </p:cNvSpPr>
          <p:nvPr>
            <p:ph type="ftr" sz="quarter" idx="5"/>
          </p:nvPr>
        </p:nvSpPr>
        <p:spPr>
          <a:xfrm>
            <a:off x="8321879" y="6645366"/>
            <a:ext cx="2895135" cy="123111"/>
          </a:xfrm>
        </p:spPr>
        <p:txBody>
          <a:bodyPr lIns="0" tIns="0" rIns="0" bIns="0" anchor="b"/>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8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4" name="Holder 4"/>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5" name="Rectangle 4">
            <a:extLst>
              <a:ext uri="{FF2B5EF4-FFF2-40B4-BE49-F238E27FC236}">
                <a16:creationId xmlns:a16="http://schemas.microsoft.com/office/drawing/2014/main" id="{95B9AFE7-0F2A-0CDA-A418-D1116954050C}"/>
              </a:ext>
            </a:extLst>
          </p:cNvPr>
          <p:cNvSpPr/>
          <p:nvPr/>
        </p:nvSpPr>
        <p:spPr>
          <a:xfrm>
            <a:off x="7707968" y="0"/>
            <a:ext cx="4484032" cy="6858000"/>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pic>
        <p:nvPicPr>
          <p:cNvPr id="11" name="Image 5">
            <a:extLst>
              <a:ext uri="{FF2B5EF4-FFF2-40B4-BE49-F238E27FC236}">
                <a16:creationId xmlns:a16="http://schemas.microsoft.com/office/drawing/2014/main" id="{3D7FED66-ED27-A764-5CAA-AB91C9291C8E}"/>
              </a:ext>
              <a:ext uri="{C183D7F6-B498-43B3-948B-1728B52AA6E4}">
                <adec:decorative xmlns:adec="http://schemas.microsoft.com/office/drawing/2017/decorative" val="1"/>
              </a:ext>
            </a:extLst>
          </p:cNvPr>
          <p:cNvPicPr>
            <a:picLocks noChangeAspect="1"/>
          </p:cNvPicPr>
          <p:nvPr/>
        </p:nvPicPr>
        <p:blipFill>
          <a:blip r:embed="rId3" cstate="print">
            <a:alphaModFix amt="49000"/>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rot="21261279">
            <a:off x="683375" y="1154171"/>
            <a:ext cx="9432654" cy="6671941"/>
          </a:xfrm>
          <a:prstGeom prst="rect">
            <a:avLst/>
          </a:prstGeom>
        </p:spPr>
      </p:pic>
      <p:grpSp>
        <p:nvGrpSpPr>
          <p:cNvPr id="16" name="Groupe 1">
            <a:extLst>
              <a:ext uri="{FF2B5EF4-FFF2-40B4-BE49-F238E27FC236}">
                <a16:creationId xmlns:a16="http://schemas.microsoft.com/office/drawing/2014/main" id="{DD5608CE-145A-E958-7625-2B2459064EC3}"/>
              </a:ext>
            </a:extLst>
          </p:cNvPr>
          <p:cNvGrpSpPr>
            <a:grpSpLocks noChangeAspect="1"/>
          </p:cNvGrpSpPr>
          <p:nvPr/>
        </p:nvGrpSpPr>
        <p:grpSpPr>
          <a:xfrm>
            <a:off x="11467764" y="228600"/>
            <a:ext cx="419436" cy="388988"/>
            <a:chOff x="11501102" y="171573"/>
            <a:chExt cx="419436" cy="388988"/>
          </a:xfrm>
          <a:solidFill>
            <a:schemeClr val="bg1"/>
          </a:solidFill>
        </p:grpSpPr>
        <p:sp>
          <p:nvSpPr>
            <p:cNvPr id="17" name="Freeform 13">
              <a:extLst>
                <a:ext uri="{FF2B5EF4-FFF2-40B4-BE49-F238E27FC236}">
                  <a16:creationId xmlns:a16="http://schemas.microsoft.com/office/drawing/2014/main" id="{056D17E3-8EB3-BE4F-65B2-43109866AB0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a:extLst>
                <a:ext uri="{FF2B5EF4-FFF2-40B4-BE49-F238E27FC236}">
                  <a16:creationId xmlns:a16="http://schemas.microsoft.com/office/drawing/2014/main" id="{01BD36F4-2815-22D1-33B1-E0D741F9163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756306323"/>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Basica">
    <p:spTree>
      <p:nvGrpSpPr>
        <p:cNvPr id="1" name=""/>
        <p:cNvGrpSpPr/>
        <p:nvPr/>
      </p:nvGrpSpPr>
      <p:grpSpPr>
        <a:xfrm>
          <a:off x="0" y="0"/>
          <a:ext cx="0" cy="0"/>
          <a:chOff x="0" y="0"/>
          <a:chExt cx="0" cy="0"/>
        </a:xfrm>
      </p:grpSpPr>
      <p:pic>
        <p:nvPicPr>
          <p:cNvPr id="2" name="Picture 1" descr="Wind farm at twilight">
            <a:extLst>
              <a:ext uri="{FF2B5EF4-FFF2-40B4-BE49-F238E27FC236}">
                <a16:creationId xmlns:a16="http://schemas.microsoft.com/office/drawing/2014/main" id="{CA57EF90-EFF1-B434-5014-89FACAFD5685}"/>
              </a:ext>
            </a:extLst>
          </p:cNvPr>
          <p:cNvPicPr>
            <a:picLocks noChangeAspect="1"/>
          </p:cNvPicPr>
          <p:nvPr/>
        </p:nvPicPr>
        <p:blipFill>
          <a:blip r:embed="rId2">
            <a:alphaModFix amt="1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109728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Tree>
    <p:extLst>
      <p:ext uri="{BB962C8B-B14F-4D97-AF65-F5344CB8AC3E}">
        <p14:creationId xmlns:p14="http://schemas.microsoft.com/office/powerpoint/2010/main" val="394431462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Metodología">
    <p:spTree>
      <p:nvGrpSpPr>
        <p:cNvPr id="1" name=""/>
        <p:cNvGrpSpPr/>
        <p:nvPr/>
      </p:nvGrpSpPr>
      <p:grpSpPr>
        <a:xfrm>
          <a:off x="0" y="0"/>
          <a:ext cx="0" cy="0"/>
          <a:chOff x="0" y="0"/>
          <a:chExt cx="0" cy="0"/>
        </a:xfrm>
      </p:grpSpPr>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109728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
        <p:nvSpPr>
          <p:cNvPr id="2" name="Rectangle 1">
            <a:extLst>
              <a:ext uri="{FF2B5EF4-FFF2-40B4-BE49-F238E27FC236}">
                <a16:creationId xmlns:a16="http://schemas.microsoft.com/office/drawing/2014/main" id="{DFB1CE93-DCBD-4C13-890D-0D19E443955D}"/>
              </a:ext>
            </a:extLst>
          </p:cNvPr>
          <p:cNvSpPr/>
          <p:nvPr/>
        </p:nvSpPr>
        <p:spPr>
          <a:xfrm>
            <a:off x="6132663" y="-3884"/>
            <a:ext cx="6059337"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err="1"/>
          </a:p>
        </p:txBody>
      </p:sp>
      <p:grpSp>
        <p:nvGrpSpPr>
          <p:cNvPr id="6" name="Groupe 1">
            <a:extLst>
              <a:ext uri="{FF2B5EF4-FFF2-40B4-BE49-F238E27FC236}">
                <a16:creationId xmlns:a16="http://schemas.microsoft.com/office/drawing/2014/main" id="{4ACC0AA6-200F-4B5A-D65F-3F08D28CF838}"/>
              </a:ext>
            </a:extLst>
          </p:cNvPr>
          <p:cNvGrpSpPr>
            <a:grpSpLocks noChangeAspect="1"/>
          </p:cNvGrpSpPr>
          <p:nvPr/>
        </p:nvGrpSpPr>
        <p:grpSpPr>
          <a:xfrm>
            <a:off x="11467764" y="228600"/>
            <a:ext cx="419436" cy="388988"/>
            <a:chOff x="11501102" y="171573"/>
            <a:chExt cx="419436" cy="388988"/>
          </a:xfrm>
        </p:grpSpPr>
        <p:sp>
          <p:nvSpPr>
            <p:cNvPr id="7" name="Freeform 13">
              <a:extLst>
                <a:ext uri="{FF2B5EF4-FFF2-40B4-BE49-F238E27FC236}">
                  <a16:creationId xmlns:a16="http://schemas.microsoft.com/office/drawing/2014/main" id="{72A0A838-2F66-DF0D-09EC-BFBFEF347C20}"/>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698045B5-DEE5-33F9-AE80-2F25EE97FB8E}"/>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1" name="Rectangle 10">
            <a:extLst>
              <a:ext uri="{FF2B5EF4-FFF2-40B4-BE49-F238E27FC236}">
                <a16:creationId xmlns:a16="http://schemas.microsoft.com/office/drawing/2014/main" id="{1E6E7358-05C9-17DF-DD48-3702009018DF}"/>
              </a:ext>
            </a:extLst>
          </p:cNvPr>
          <p:cNvSpPr/>
          <p:nvPr/>
        </p:nvSpPr>
        <p:spPr>
          <a:xfrm>
            <a:off x="257750" y="1519858"/>
            <a:ext cx="5580498" cy="5066017"/>
          </a:xfrm>
          <a:prstGeom prst="rect">
            <a:avLst/>
          </a:prstGeom>
          <a:solidFill>
            <a:srgbClr val="27293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1219170" rtl="0" eaLnBrk="1" fontAlgn="auto" latinLnBrk="0" hangingPunct="1">
              <a:lnSpc>
                <a:spcPct val="90000"/>
              </a:lnSpc>
              <a:spcBef>
                <a:spcPts val="0"/>
              </a:spcBef>
              <a:spcAft>
                <a:spcPts val="0"/>
              </a:spcAft>
              <a:buClrTx/>
              <a:buSzTx/>
              <a:buFontTx/>
              <a:buNone/>
              <a:tabLst/>
              <a:defRPr/>
            </a:pPr>
            <a:endParaRPr kumimoji="0" lang="en-US" sz="2400" b="1" i="0" u="none" strike="noStrike" kern="1200" cap="none" spc="0" normalizeH="0" baseline="0" noProof="0">
              <a:ln>
                <a:noFill/>
              </a:ln>
              <a:solidFill>
                <a:schemeClr val="tx1"/>
              </a:solidFill>
              <a:effectLst/>
              <a:uLnTx/>
              <a:uFillTx/>
              <a:latin typeface="Calibri" panose="020F0502020204030204" pitchFamily="34" charset="0"/>
              <a:ea typeface="+mn-ea"/>
              <a:cs typeface="+mn-cs"/>
            </a:endParaRPr>
          </a:p>
        </p:txBody>
      </p:sp>
      <p:sp>
        <p:nvSpPr>
          <p:cNvPr id="12" name="Rectangle 11">
            <a:extLst>
              <a:ext uri="{FF2B5EF4-FFF2-40B4-BE49-F238E27FC236}">
                <a16:creationId xmlns:a16="http://schemas.microsoft.com/office/drawing/2014/main" id="{C0719CFF-D7DE-2C52-4884-833D53A4028E}"/>
              </a:ext>
            </a:extLst>
          </p:cNvPr>
          <p:cNvSpPr/>
          <p:nvPr/>
        </p:nvSpPr>
        <p:spPr>
          <a:xfrm>
            <a:off x="-1" y="1334987"/>
            <a:ext cx="6096001" cy="1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a:ln>
                <a:noFill/>
              </a:ln>
              <a:solidFill>
                <a:srgbClr val="FFFFFF"/>
              </a:solidFill>
              <a:effectLst/>
              <a:uLnTx/>
              <a:uFillTx/>
              <a:latin typeface="Ubuntu" panose="020B0504030602030204" pitchFamily="34" charset="0"/>
              <a:ea typeface="+mn-ea"/>
              <a:cs typeface="+mn-cs"/>
            </a:endParaRPr>
          </a:p>
        </p:txBody>
      </p:sp>
      <p:sp>
        <p:nvSpPr>
          <p:cNvPr id="13" name="TextBox 12">
            <a:extLst>
              <a:ext uri="{FF2B5EF4-FFF2-40B4-BE49-F238E27FC236}">
                <a16:creationId xmlns:a16="http://schemas.microsoft.com/office/drawing/2014/main" id="{EE543C4A-A2DC-61A2-9167-F13338E8CCBA}"/>
              </a:ext>
            </a:extLst>
          </p:cNvPr>
          <p:cNvSpPr txBox="1"/>
          <p:nvPr/>
        </p:nvSpPr>
        <p:spPr>
          <a:xfrm>
            <a:off x="338138" y="1027211"/>
            <a:ext cx="3457575" cy="307777"/>
          </a:xfrm>
          <a:prstGeom prst="rect">
            <a:avLst/>
          </a:prstGeom>
          <a:noFill/>
        </p:spPr>
        <p:txBody>
          <a:bodyPr wrap="square" rtlCol="0">
            <a:spAutoFit/>
          </a:bodyPr>
          <a:lstStyle/>
          <a:p>
            <a:r>
              <a:rPr lang="es-ES" sz="1400" b="1">
                <a:solidFill>
                  <a:schemeClr val="bg1"/>
                </a:solidFill>
              </a:rPr>
              <a:t>ACTIVITIES</a:t>
            </a:r>
          </a:p>
        </p:txBody>
      </p:sp>
      <p:sp>
        <p:nvSpPr>
          <p:cNvPr id="14" name="TextBox 13">
            <a:extLst>
              <a:ext uri="{FF2B5EF4-FFF2-40B4-BE49-F238E27FC236}">
                <a16:creationId xmlns:a16="http://schemas.microsoft.com/office/drawing/2014/main" id="{C21E6597-D466-0088-D160-9734B3B763A9}"/>
              </a:ext>
            </a:extLst>
          </p:cNvPr>
          <p:cNvSpPr txBox="1"/>
          <p:nvPr/>
        </p:nvSpPr>
        <p:spPr>
          <a:xfrm>
            <a:off x="6251004" y="1027210"/>
            <a:ext cx="3457575" cy="307777"/>
          </a:xfrm>
          <a:prstGeom prst="rect">
            <a:avLst/>
          </a:prstGeom>
          <a:noFill/>
        </p:spPr>
        <p:txBody>
          <a:bodyPr wrap="square" rtlCol="0">
            <a:spAutoFit/>
          </a:bodyPr>
          <a:lstStyle/>
          <a:p>
            <a:r>
              <a:rPr lang="es-ES" sz="1400" b="1">
                <a:solidFill>
                  <a:schemeClr val="accent1">
                    <a:lumMod val="50000"/>
                  </a:schemeClr>
                </a:solidFill>
              </a:rPr>
              <a:t>DELIVERABLES</a:t>
            </a:r>
          </a:p>
        </p:txBody>
      </p:sp>
      <p:sp>
        <p:nvSpPr>
          <p:cNvPr id="15" name="Rectangle 14">
            <a:extLst>
              <a:ext uri="{FF2B5EF4-FFF2-40B4-BE49-F238E27FC236}">
                <a16:creationId xmlns:a16="http://schemas.microsoft.com/office/drawing/2014/main" id="{CC24B330-69AF-7F0E-62B7-1C7F5D0F2E22}"/>
              </a:ext>
            </a:extLst>
          </p:cNvPr>
          <p:cNvSpPr/>
          <p:nvPr/>
        </p:nvSpPr>
        <p:spPr>
          <a:xfrm>
            <a:off x="6095999" y="1334987"/>
            <a:ext cx="6096001" cy="18000"/>
          </a:xfrm>
          <a:prstGeom prst="rect">
            <a:avLst/>
          </a:prstGeom>
          <a:solidFill>
            <a:srgbClr val="173340"/>
          </a:solidFill>
          <a:ln>
            <a:solidFill>
              <a:srgbClr val="1733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a:ln>
                <a:noFill/>
              </a:ln>
              <a:solidFill>
                <a:srgbClr val="FFFFFF"/>
              </a:solidFill>
              <a:effectLst/>
              <a:uLnTx/>
              <a:uFillTx/>
              <a:latin typeface="Ubuntu" panose="020B0504030602030204" pitchFamily="34" charset="0"/>
              <a:ea typeface="+mn-ea"/>
              <a:cs typeface="+mn-cs"/>
            </a:endParaRPr>
          </a:p>
        </p:txBody>
      </p:sp>
      <p:sp>
        <p:nvSpPr>
          <p:cNvPr id="18" name="Text Placeholder 17">
            <a:extLst>
              <a:ext uri="{FF2B5EF4-FFF2-40B4-BE49-F238E27FC236}">
                <a16:creationId xmlns:a16="http://schemas.microsoft.com/office/drawing/2014/main" id="{4F44E43C-437D-7EE6-8328-BE4087787CF5}"/>
              </a:ext>
            </a:extLst>
          </p:cNvPr>
          <p:cNvSpPr>
            <a:spLocks noGrp="1"/>
          </p:cNvSpPr>
          <p:nvPr>
            <p:ph type="body" sz="quarter" idx="11" hasCustomPrompt="1"/>
          </p:nvPr>
        </p:nvSpPr>
        <p:spPr>
          <a:xfrm>
            <a:off x="338138" y="1676400"/>
            <a:ext cx="5500687" cy="415498"/>
          </a:xfrm>
        </p:spPr>
        <p:txBody>
          <a:bodyPr/>
          <a:lstStyle>
            <a:lvl1pPr marL="288000" indent="-171450">
              <a:lnSpc>
                <a:spcPct val="100000"/>
              </a:lnSpc>
              <a:spcBef>
                <a:spcPts val="0"/>
              </a:spcBef>
              <a:spcAft>
                <a:spcPts val="600"/>
              </a:spcAft>
              <a:buFont typeface="Arial" panose="020B0604020202020204" pitchFamily="34" charset="0"/>
              <a:buChar char="•"/>
              <a:defRPr lang="es-ES" sz="1100" kern="1200" dirty="0">
                <a:solidFill>
                  <a:schemeClr val="bg1"/>
                </a:solidFill>
                <a:latin typeface="+mn-lt"/>
                <a:ea typeface="+mn-ea"/>
                <a:cs typeface="+mn-cs"/>
              </a:defRPr>
            </a:lvl1pPr>
            <a:lvl2pPr marL="448696" indent="-171450">
              <a:buFont typeface="Arial" panose="020B0604020202020204" pitchFamily="34" charset="0"/>
              <a:buChar char="•"/>
              <a:defRPr sz="1100">
                <a:solidFill>
                  <a:schemeClr val="bg1"/>
                </a:solidFill>
              </a:defRPr>
            </a:lvl2pPr>
            <a:lvl3pPr marL="725942" indent="-171450">
              <a:buFont typeface="Arial" panose="020B0604020202020204" pitchFamily="34" charset="0"/>
              <a:buChar char="•"/>
              <a:defRPr sz="1100">
                <a:solidFill>
                  <a:schemeClr val="bg1"/>
                </a:solidFill>
              </a:defRPr>
            </a:lvl3pPr>
            <a:lvl4pPr marL="1003188" indent="-171450">
              <a:buFont typeface="Arial" panose="020B0604020202020204" pitchFamily="34" charset="0"/>
              <a:buChar char="•"/>
              <a:defRPr sz="1100">
                <a:solidFill>
                  <a:schemeClr val="bg1"/>
                </a:solidFill>
              </a:defRPr>
            </a:lvl4pPr>
            <a:lvl5pPr marL="1280434" indent="-171450">
              <a:buFont typeface="Arial" panose="020B0604020202020204" pitchFamily="34" charset="0"/>
              <a:buChar char="•"/>
              <a:defRPr sz="1100">
                <a:solidFill>
                  <a:schemeClr val="bg1"/>
                </a:solidFill>
              </a:defRPr>
            </a:lvl5pPr>
          </a:lstStyle>
          <a:p>
            <a:pPr lvl="0"/>
            <a:r>
              <a:rPr lang="en-US" noProof="0"/>
              <a:t>Listar </a:t>
            </a:r>
            <a:r>
              <a:rPr lang="en-US" noProof="0" err="1"/>
              <a:t>actividades</a:t>
            </a:r>
            <a:r>
              <a:rPr lang="en-US" noProof="0"/>
              <a:t>. </a:t>
            </a:r>
            <a:r>
              <a:rPr lang="en-US" noProof="0" err="1"/>
              <a:t>Marcar</a:t>
            </a:r>
            <a:r>
              <a:rPr lang="en-US" noProof="0"/>
              <a:t> en </a:t>
            </a:r>
            <a:r>
              <a:rPr lang="en-US" noProof="0" err="1"/>
              <a:t>negrita</a:t>
            </a:r>
            <a:r>
              <a:rPr lang="en-US" noProof="0"/>
              <a:t> y </a:t>
            </a:r>
            <a:r>
              <a:rPr lang="en-US" noProof="0" err="1"/>
              <a:t>azul</a:t>
            </a:r>
            <a:r>
              <a:rPr lang="en-US" noProof="0"/>
              <a:t> las palabras claves</a:t>
            </a:r>
          </a:p>
          <a:p>
            <a:pPr lvl="0"/>
            <a:r>
              <a:rPr lang="en-US" noProof="0"/>
              <a:t>xxx</a:t>
            </a:r>
          </a:p>
        </p:txBody>
      </p:sp>
      <p:pic>
        <p:nvPicPr>
          <p:cNvPr id="19" name="Picture 2" descr="Lista 90+ Imagen De Fondo Edificios En Blanco Y Negro El último 12/2023">
            <a:extLst>
              <a:ext uri="{FF2B5EF4-FFF2-40B4-BE49-F238E27FC236}">
                <a16:creationId xmlns:a16="http://schemas.microsoft.com/office/drawing/2014/main" id="{CEC81821-912A-38D3-0EF0-CA6FE899F620}"/>
              </a:ext>
            </a:extLst>
          </p:cNvPr>
          <p:cNvPicPr>
            <a:picLocks noChangeAspect="1" noChangeArrowheads="1"/>
          </p:cNvPicPr>
          <p:nvPr/>
        </p:nvPicPr>
        <p:blipFill rotWithShape="1">
          <a:blip r:embed="rId2">
            <a:clrChange>
              <a:clrFrom>
                <a:srgbClr val="F5F5F5"/>
              </a:clrFrom>
              <a:clrTo>
                <a:srgbClr val="F5F5F5">
                  <a:alpha val="0"/>
                </a:srgbClr>
              </a:clrTo>
            </a:clrChange>
            <a:duotone>
              <a:schemeClr val="accent1">
                <a:shade val="45000"/>
                <a:satMod val="135000"/>
              </a:schemeClr>
              <a:prstClr val="white"/>
            </a:duotone>
            <a:alphaModFix amt="47000"/>
            <a:extLst>
              <a:ext uri="{28A0092B-C50C-407E-A947-70E740481C1C}">
                <a14:useLocalDpi xmlns:a14="http://schemas.microsoft.com/office/drawing/2010/main" val="0"/>
              </a:ext>
            </a:extLst>
          </a:blip>
          <a:srcRect t="33582" b="27817"/>
          <a:stretch/>
        </p:blipFill>
        <p:spPr bwMode="auto">
          <a:xfrm>
            <a:off x="6132663" y="4508781"/>
            <a:ext cx="6096000" cy="2353102"/>
          </a:xfrm>
          <a:prstGeom prst="rect">
            <a:avLst/>
          </a:prstGeom>
          <a:noFill/>
          <a:extLst>
            <a:ext uri="{909E8E84-426E-40DD-AFC4-6F175D3DCCD1}">
              <a14:hiddenFill xmlns:a14="http://schemas.microsoft.com/office/drawing/2010/main">
                <a:solidFill>
                  <a:srgbClr val="FFFFFF"/>
                </a:solidFill>
              </a14:hiddenFill>
            </a:ext>
          </a:extLst>
        </p:spPr>
      </p:pic>
      <p:sp>
        <p:nvSpPr>
          <p:cNvPr id="21" name="Text Placeholder 17">
            <a:extLst>
              <a:ext uri="{FF2B5EF4-FFF2-40B4-BE49-F238E27FC236}">
                <a16:creationId xmlns:a16="http://schemas.microsoft.com/office/drawing/2014/main" id="{DF4F9266-BD59-31DD-370E-6DB66963A874}"/>
              </a:ext>
            </a:extLst>
          </p:cNvPr>
          <p:cNvSpPr>
            <a:spLocks noGrp="1"/>
          </p:cNvSpPr>
          <p:nvPr>
            <p:ph type="body" sz="quarter" idx="12" hasCustomPrompt="1"/>
          </p:nvPr>
        </p:nvSpPr>
        <p:spPr>
          <a:xfrm>
            <a:off x="6251004" y="1687200"/>
            <a:ext cx="5500687" cy="415498"/>
          </a:xfrm>
        </p:spPr>
        <p:txBody>
          <a:bodyPr/>
          <a:lstStyle>
            <a:lvl1pPr marL="288000" indent="-171450">
              <a:lnSpc>
                <a:spcPct val="100000"/>
              </a:lnSpc>
              <a:spcBef>
                <a:spcPts val="0"/>
              </a:spcBef>
              <a:spcAft>
                <a:spcPts val="600"/>
              </a:spcAft>
              <a:buFont typeface="Arial" panose="020B0604020202020204" pitchFamily="34" charset="0"/>
              <a:buChar char="•"/>
              <a:defRPr lang="es-ES" sz="1100" kern="1200" dirty="0">
                <a:solidFill>
                  <a:schemeClr val="tx1"/>
                </a:solidFill>
                <a:latin typeface="+mn-lt"/>
                <a:ea typeface="+mn-ea"/>
                <a:cs typeface="+mn-cs"/>
              </a:defRPr>
            </a:lvl1pPr>
            <a:lvl2pPr marL="448696" indent="-171450">
              <a:buFont typeface="Arial" panose="020B0604020202020204" pitchFamily="34" charset="0"/>
              <a:buChar char="•"/>
              <a:defRPr sz="1100">
                <a:solidFill>
                  <a:schemeClr val="bg1"/>
                </a:solidFill>
              </a:defRPr>
            </a:lvl2pPr>
            <a:lvl3pPr marL="725942" indent="-171450">
              <a:buFont typeface="Arial" panose="020B0604020202020204" pitchFamily="34" charset="0"/>
              <a:buChar char="•"/>
              <a:defRPr sz="1100">
                <a:solidFill>
                  <a:schemeClr val="bg1"/>
                </a:solidFill>
              </a:defRPr>
            </a:lvl3pPr>
            <a:lvl4pPr marL="1003188" indent="-171450">
              <a:buFont typeface="Arial" panose="020B0604020202020204" pitchFamily="34" charset="0"/>
              <a:buChar char="•"/>
              <a:defRPr sz="1100">
                <a:solidFill>
                  <a:schemeClr val="bg1"/>
                </a:solidFill>
              </a:defRPr>
            </a:lvl4pPr>
            <a:lvl5pPr marL="1280434" indent="-171450">
              <a:buFont typeface="Arial" panose="020B0604020202020204" pitchFamily="34" charset="0"/>
              <a:buChar char="•"/>
              <a:defRPr sz="1100">
                <a:solidFill>
                  <a:schemeClr val="bg1"/>
                </a:solidFill>
              </a:defRPr>
            </a:lvl5pPr>
          </a:lstStyle>
          <a:p>
            <a:pPr lvl="0"/>
            <a:r>
              <a:rPr lang="en-US" noProof="0"/>
              <a:t>Listar </a:t>
            </a:r>
            <a:r>
              <a:rPr lang="en-US" noProof="0" err="1"/>
              <a:t>Entregables</a:t>
            </a:r>
            <a:r>
              <a:rPr lang="en-US" noProof="0"/>
              <a:t>. Abajo </a:t>
            </a:r>
            <a:r>
              <a:rPr lang="en-US" noProof="0" err="1"/>
              <a:t>poner</a:t>
            </a:r>
            <a:r>
              <a:rPr lang="en-US" noProof="0"/>
              <a:t> </a:t>
            </a:r>
            <a:r>
              <a:rPr lang="en-US" noProof="0" err="1"/>
              <a:t>ilustrativos</a:t>
            </a:r>
            <a:endParaRPr lang="en-US" noProof="0"/>
          </a:p>
          <a:p>
            <a:pPr lvl="0"/>
            <a:r>
              <a:rPr lang="en-US" noProof="0"/>
              <a:t>xxx</a:t>
            </a:r>
          </a:p>
        </p:txBody>
      </p:sp>
    </p:spTree>
    <p:extLst>
      <p:ext uri="{BB962C8B-B14F-4D97-AF65-F5344CB8AC3E}">
        <p14:creationId xmlns:p14="http://schemas.microsoft.com/office/powerpoint/2010/main" val="223930206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9_Basica foto">
    <p:spTree>
      <p:nvGrpSpPr>
        <p:cNvPr id="1" name=""/>
        <p:cNvGrpSpPr/>
        <p:nvPr/>
      </p:nvGrpSpPr>
      <p:grpSpPr>
        <a:xfrm>
          <a:off x="0" y="0"/>
          <a:ext cx="0" cy="0"/>
          <a:chOff x="0" y="0"/>
          <a:chExt cx="0" cy="0"/>
        </a:xfrm>
      </p:grpSpPr>
      <p:pic>
        <p:nvPicPr>
          <p:cNvPr id="5122" name="Picture 2" descr="UK &amp; Ireland - Nordex SE">
            <a:extLst>
              <a:ext uri="{FF2B5EF4-FFF2-40B4-BE49-F238E27FC236}">
                <a16:creationId xmlns:a16="http://schemas.microsoft.com/office/drawing/2014/main" id="{D2006D1B-5BCE-D850-0F3C-096D827CDC8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288" r="7986"/>
          <a:stretch/>
        </p:blipFill>
        <p:spPr bwMode="auto">
          <a:xfrm>
            <a:off x="9436146" y="0"/>
            <a:ext cx="2755853"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62484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
        <p:nvSpPr>
          <p:cNvPr id="11" name="Rectangle 10">
            <a:extLst>
              <a:ext uri="{FF2B5EF4-FFF2-40B4-BE49-F238E27FC236}">
                <a16:creationId xmlns:a16="http://schemas.microsoft.com/office/drawing/2014/main" id="{67796098-66F7-F97D-0C10-86EEC9C0D8B5}"/>
              </a:ext>
            </a:extLst>
          </p:cNvPr>
          <p:cNvSpPr/>
          <p:nvPr/>
        </p:nvSpPr>
        <p:spPr>
          <a:xfrm>
            <a:off x="9436146" y="0"/>
            <a:ext cx="2755853" cy="6858000"/>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grpSp>
        <p:nvGrpSpPr>
          <p:cNvPr id="6" name="Groupe 1">
            <a:extLst>
              <a:ext uri="{FF2B5EF4-FFF2-40B4-BE49-F238E27FC236}">
                <a16:creationId xmlns:a16="http://schemas.microsoft.com/office/drawing/2014/main" id="{079CE6F8-5B74-7D1A-124C-CA4F26B545C3}"/>
              </a:ext>
            </a:extLst>
          </p:cNvPr>
          <p:cNvGrpSpPr>
            <a:grpSpLocks noChangeAspect="1"/>
          </p:cNvGrpSpPr>
          <p:nvPr/>
        </p:nvGrpSpPr>
        <p:grpSpPr>
          <a:xfrm>
            <a:off x="11467764" y="228600"/>
            <a:ext cx="419436" cy="388988"/>
            <a:chOff x="11501102" y="171573"/>
            <a:chExt cx="419436" cy="388988"/>
          </a:xfrm>
        </p:grpSpPr>
        <p:sp>
          <p:nvSpPr>
            <p:cNvPr id="7" name="Freeform 13">
              <a:extLst>
                <a:ext uri="{FF2B5EF4-FFF2-40B4-BE49-F238E27FC236}">
                  <a16:creationId xmlns:a16="http://schemas.microsoft.com/office/drawing/2014/main" id="{DF379B37-190F-9480-F058-F0F4EA221A02}"/>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D1F8BB86-21BE-71A4-1FD1-84649CFD73F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84736041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1_Final Slide 1">
    <p:bg>
      <p:bgPr>
        <a:solidFill>
          <a:srgbClr val="272936"/>
        </a:solidFill>
        <a:effectLst/>
      </p:bgPr>
    </p:bg>
    <p:spTree>
      <p:nvGrpSpPr>
        <p:cNvPr id="1" name=""/>
        <p:cNvGrpSpPr/>
        <p:nvPr/>
      </p:nvGrpSpPr>
      <p:grpSpPr>
        <a:xfrm>
          <a:off x="0" y="0"/>
          <a:ext cx="0" cy="0"/>
          <a:chOff x="0" y="0"/>
          <a:chExt cx="0" cy="0"/>
        </a:xfrm>
      </p:grpSpPr>
      <p:pic>
        <p:nvPicPr>
          <p:cNvPr id="27" name="Image 27">
            <a:extLst>
              <a:ext uri="{FF2B5EF4-FFF2-40B4-BE49-F238E27FC236}">
                <a16:creationId xmlns:a16="http://schemas.microsoft.com/office/drawing/2014/main" id="{831377F0-7FB5-4F15-83F1-314D9967AB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s-ES" sz="700" noProof="0" err="1">
                <a:solidFill>
                  <a:schemeClr val="bg1"/>
                </a:solidFill>
                <a:latin typeface="Ubuntu" panose="020B0504030602030204" pitchFamily="34" charset="0"/>
                <a:cs typeface="Arial"/>
              </a:rPr>
              <a:t>This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presentation</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contains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information</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that</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may</a:t>
            </a:r>
            <a:r>
              <a:rPr lang="es-ES" sz="700" noProof="0">
                <a:solidFill>
                  <a:schemeClr val="bg1"/>
                </a:solidFill>
                <a:latin typeface="Ubuntu" panose="020B0504030602030204" pitchFamily="34" charset="0"/>
                <a:cs typeface="Arial"/>
              </a:rPr>
              <a:t> be </a:t>
            </a:r>
            <a:r>
              <a:rPr lang="es-ES" sz="700" noProof="0" err="1">
                <a:solidFill>
                  <a:schemeClr val="bg1"/>
                </a:solidFill>
                <a:latin typeface="Ubuntu" panose="020B0504030602030204" pitchFamily="34" charset="0"/>
                <a:cs typeface="Arial"/>
              </a:rPr>
              <a:t>privileged</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or</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confidential</a:t>
            </a:r>
            <a:r>
              <a:rPr lang="es-ES" sz="700" noProof="0">
                <a:solidFill>
                  <a:schemeClr val="bg1"/>
                </a:solidFill>
                <a:latin typeface="Ubuntu" panose="020B0504030602030204" pitchFamily="34" charset="0"/>
                <a:cs typeface="Arial"/>
              </a:rPr>
              <a:t> and </a:t>
            </a:r>
            <a:r>
              <a:rPr lang="es-ES" sz="700" noProof="0" err="1">
                <a:solidFill>
                  <a:schemeClr val="bg1"/>
                </a:solidFill>
                <a:latin typeface="Ubuntu" panose="020B0504030602030204" pitchFamily="34" charset="0"/>
                <a:cs typeface="Arial"/>
              </a:rPr>
              <a:t>is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the</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property</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of</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the</a:t>
            </a:r>
            <a:r>
              <a:rPr lang="es-ES" sz="700" noProof="0">
                <a:solidFill>
                  <a:schemeClr val="bg1"/>
                </a:solidFill>
                <a:latin typeface="Ubuntu" panose="020B0504030602030204" pitchFamily="34" charset="0"/>
                <a:cs typeface="Arial"/>
              </a:rPr>
              <a:t> Capgemini </a:t>
            </a:r>
            <a:r>
              <a:rPr lang="es-ES" sz="700" noProof="0" err="1">
                <a:solidFill>
                  <a:schemeClr val="bg1"/>
                </a:solidFill>
                <a:latin typeface="Ubuntu" panose="020B0504030602030204" pitchFamily="34" charset="0"/>
                <a:cs typeface="Arial"/>
              </a:rPr>
              <a:t>Group</a:t>
            </a:r>
            <a:r>
              <a:rPr lang="es-ES" sz="700" noProof="0">
                <a:solidFill>
                  <a:schemeClr val="bg1"/>
                </a:solidFill>
                <a:latin typeface="Ubuntu" panose="020B0504030602030204" pitchFamily="34" charset="0"/>
                <a:cs typeface="Arial"/>
              </a:rPr>
              <a:t>.</a:t>
            </a:r>
          </a:p>
          <a:p>
            <a:pPr>
              <a:spcAft>
                <a:spcPts val="600"/>
              </a:spcAft>
            </a:pPr>
            <a:r>
              <a:rPr lang="es-ES" sz="700" noProof="0">
                <a:solidFill>
                  <a:schemeClr val="bg1"/>
                </a:solidFill>
                <a:latin typeface="Ubuntu" panose="020B0504030602030204" pitchFamily="34" charset="0"/>
                <a:cs typeface="Arial"/>
              </a:rPr>
              <a:t>Copyright © 2023 Capgemini. </a:t>
            </a:r>
            <a:r>
              <a:rPr lang="es-ES" sz="700" noProof="0" err="1">
                <a:solidFill>
                  <a:schemeClr val="bg1"/>
                </a:solidFill>
                <a:latin typeface="Ubuntu" panose="020B0504030602030204" pitchFamily="34" charset="0"/>
                <a:cs typeface="Arial"/>
              </a:rPr>
              <a:t>All</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rights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reserved</a:t>
            </a:r>
            <a:r>
              <a:rPr lang="es-ES" sz="700" noProof="0">
                <a:solidFill>
                  <a:schemeClr val="bg1"/>
                </a:solidFill>
                <a:latin typeface="Ubuntu" panose="020B0504030602030204" pitchFamily="34" charset="0"/>
                <a:cs typeface="Arial"/>
              </a:rPr>
              <a:t>.</a:t>
            </a:r>
          </a:p>
        </p:txBody>
      </p:sp>
      <p:sp>
        <p:nvSpPr>
          <p:cNvPr id="14" name="Rectangle 13"/>
          <p:cNvSpPr/>
          <p:nvPr/>
        </p:nvSpPr>
        <p:spPr>
          <a:xfrm>
            <a:off x="6536185" y="2920221"/>
            <a:ext cx="4672383"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just"/>
            <a:r>
              <a:rPr lang="es-ES" sz="900" kern="1200">
                <a:solidFill>
                  <a:schemeClr val="lt1"/>
                </a:solidFill>
                <a:effectLst/>
                <a:latin typeface="+mn-lt"/>
                <a:ea typeface="+mn-ea"/>
                <a:cs typeface="+mn-cs"/>
              </a:rPr>
              <a:t>As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digital </a:t>
            </a:r>
            <a:r>
              <a:rPr lang="es-ES" sz="900" kern="1200" err="1">
                <a:solidFill>
                  <a:schemeClr val="lt1"/>
                </a:solidFill>
                <a:effectLst/>
                <a:latin typeface="+mn-lt"/>
                <a:ea typeface="+mn-ea"/>
                <a:cs typeface="+mn-cs"/>
              </a:rPr>
              <a:t>innovation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design</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transformation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brand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Invent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enables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CxOs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envision</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shape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future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Located</a:t>
            </a:r>
            <a:r>
              <a:rPr lang="es-ES" sz="900" kern="1200">
                <a:solidFill>
                  <a:schemeClr val="lt1"/>
                </a:solidFill>
                <a:effectLst/>
                <a:latin typeface="+mn-lt"/>
                <a:ea typeface="+mn-ea"/>
                <a:cs typeface="+mn-cs"/>
              </a:rPr>
              <a:t> in more </a:t>
            </a:r>
            <a:r>
              <a:rPr lang="es-ES" sz="900" kern="1200" err="1">
                <a:solidFill>
                  <a:schemeClr val="lt1"/>
                </a:solidFill>
                <a:effectLst/>
                <a:latin typeface="+mn-lt"/>
                <a:ea typeface="+mn-ea"/>
                <a:cs typeface="+mn-cs"/>
              </a:rPr>
              <a:t>than</a:t>
            </a:r>
            <a:r>
              <a:rPr lang="es-ES" sz="900" kern="1200">
                <a:solidFill>
                  <a:schemeClr val="lt1"/>
                </a:solidFill>
                <a:effectLst/>
                <a:latin typeface="+mn-lt"/>
                <a:ea typeface="+mn-ea"/>
                <a:cs typeface="+mn-cs"/>
              </a:rPr>
              <a:t> 36 </a:t>
            </a:r>
            <a:r>
              <a:rPr lang="es-ES" sz="900" kern="1200" err="1">
                <a:solidFill>
                  <a:schemeClr val="lt1"/>
                </a:solidFill>
                <a:effectLst/>
                <a:latin typeface="+mn-lt"/>
                <a:ea typeface="+mn-ea"/>
                <a:cs typeface="+mn-cs"/>
              </a:rPr>
              <a:t>offices</a:t>
            </a:r>
            <a:r>
              <a:rPr lang="es-ES" sz="900" kern="1200">
                <a:solidFill>
                  <a:schemeClr val="lt1"/>
                </a:solidFill>
                <a:effectLst/>
                <a:latin typeface="+mn-lt"/>
                <a:ea typeface="+mn-ea"/>
                <a:cs typeface="+mn-cs"/>
              </a:rPr>
              <a:t> and 37 creative </a:t>
            </a:r>
            <a:r>
              <a:rPr lang="es-ES" sz="900" kern="1200" err="1">
                <a:solidFill>
                  <a:schemeClr val="lt1"/>
                </a:solidFill>
                <a:effectLst/>
                <a:latin typeface="+mn-lt"/>
                <a:ea typeface="+mn-ea"/>
                <a:cs typeface="+mn-cs"/>
              </a:rPr>
              <a:t>studios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around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world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comprises</a:t>
            </a:r>
            <a:r>
              <a:rPr lang="es-ES" sz="900" kern="1200">
                <a:solidFill>
                  <a:schemeClr val="lt1"/>
                </a:solidFill>
                <a:effectLst/>
                <a:latin typeface="+mn-lt"/>
                <a:ea typeface="+mn-ea"/>
                <a:cs typeface="+mn-cs"/>
              </a:rPr>
              <a:t> a 10,000+ </a:t>
            </a:r>
            <a:r>
              <a:rPr lang="es-ES" sz="900" kern="1200" err="1">
                <a:solidFill>
                  <a:schemeClr val="lt1"/>
                </a:solidFill>
                <a:effectLst/>
                <a:latin typeface="+mn-lt"/>
                <a:ea typeface="+mn-ea"/>
                <a:cs typeface="+mn-cs"/>
              </a:rPr>
              <a:t>strong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team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strategists</a:t>
            </a:r>
            <a:r>
              <a:rPr lang="es-ES" sz="900" kern="1200">
                <a:solidFill>
                  <a:schemeClr val="lt1"/>
                </a:solidFill>
                <a:effectLst/>
                <a:latin typeface="+mn-lt"/>
                <a:ea typeface="+mn-ea"/>
                <a:cs typeface="+mn-cs"/>
              </a:rPr>
              <a:t>, data </a:t>
            </a:r>
            <a:r>
              <a:rPr lang="es-ES" sz="900" kern="1200" err="1">
                <a:solidFill>
                  <a:schemeClr val="lt1"/>
                </a:solidFill>
                <a:effectLst/>
                <a:latin typeface="+mn-lt"/>
                <a:ea typeface="+mn-ea"/>
                <a:cs typeface="+mn-cs"/>
              </a:rPr>
              <a:t>scientists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product</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experience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designers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brand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experts</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technologists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who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develop</a:t>
            </a:r>
            <a:r>
              <a:rPr lang="es-ES" sz="900" kern="1200">
                <a:solidFill>
                  <a:schemeClr val="lt1"/>
                </a:solidFill>
                <a:effectLst/>
                <a:latin typeface="+mn-lt"/>
                <a:ea typeface="+mn-ea"/>
                <a:cs typeface="+mn-cs"/>
              </a:rPr>
              <a:t> new digital </a:t>
            </a:r>
            <a:r>
              <a:rPr lang="es-ES" sz="900" kern="1200" err="1">
                <a:solidFill>
                  <a:schemeClr val="lt1"/>
                </a:solidFill>
                <a:effectLst/>
                <a:latin typeface="+mn-lt"/>
                <a:ea typeface="+mn-ea"/>
                <a:cs typeface="+mn-cs"/>
              </a:rPr>
              <a:t>services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products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experiences</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models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for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sustainable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growth</a:t>
            </a:r>
            <a:r>
              <a:rPr lang="es-ES" sz="900" kern="1200">
                <a:solidFill>
                  <a:schemeClr val="lt1"/>
                </a:solidFill>
                <a:effectLst/>
                <a:latin typeface="+mn-lt"/>
                <a:ea typeface="+mn-ea"/>
                <a:cs typeface="+mn-cs"/>
              </a:rPr>
              <a:t>.</a:t>
            </a:r>
          </a:p>
          <a:p>
            <a:pPr algn="just"/>
            <a:endParaRPr lang="es-ES" sz="900" kern="1200">
              <a:solidFill>
                <a:schemeClr val="lt1"/>
              </a:solidFill>
              <a:effectLst/>
              <a:latin typeface="+mn-lt"/>
              <a:ea typeface="+mn-ea"/>
              <a:cs typeface="+mn-cs"/>
            </a:endParaRPr>
          </a:p>
          <a:p>
            <a:pPr algn="just"/>
            <a:r>
              <a:rPr lang="es-ES" sz="900" kern="1200">
                <a:solidFill>
                  <a:schemeClr val="lt1"/>
                </a:solidFill>
                <a:effectLst/>
                <a:latin typeface="+mn-lt"/>
                <a:ea typeface="+mn-ea"/>
                <a:cs typeface="+mn-cs"/>
              </a:rPr>
              <a:t>Capgemini </a:t>
            </a:r>
            <a:r>
              <a:rPr lang="es-ES" sz="900" kern="1200" err="1">
                <a:solidFill>
                  <a:schemeClr val="lt1"/>
                </a:solidFill>
                <a:effectLst/>
                <a:latin typeface="+mn-lt"/>
                <a:ea typeface="+mn-ea"/>
                <a:cs typeface="+mn-cs"/>
              </a:rPr>
              <a:t>Invent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an</a:t>
            </a:r>
            <a:r>
              <a:rPr lang="es-ES" sz="900" kern="1200">
                <a:solidFill>
                  <a:schemeClr val="lt1"/>
                </a:solidFill>
                <a:effectLst/>
                <a:latin typeface="+mn-lt"/>
                <a:ea typeface="+mn-ea"/>
                <a:cs typeface="+mn-cs"/>
              </a:rPr>
              <a:t> integral </a:t>
            </a:r>
            <a:r>
              <a:rPr lang="es-ES" sz="900" kern="1200" err="1">
                <a:solidFill>
                  <a:schemeClr val="lt1"/>
                </a:solidFill>
                <a:effectLst/>
                <a:latin typeface="+mn-lt"/>
                <a:ea typeface="+mn-ea"/>
                <a:cs typeface="+mn-cs"/>
              </a:rPr>
              <a:t>part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Capgemini, a global leader in </a:t>
            </a:r>
            <a:r>
              <a:rPr lang="es-ES" sz="900" kern="1200" err="1">
                <a:solidFill>
                  <a:schemeClr val="lt1"/>
                </a:solidFill>
                <a:effectLst/>
                <a:latin typeface="+mn-lt"/>
                <a:ea typeface="+mn-ea"/>
                <a:cs typeface="+mn-cs"/>
              </a:rPr>
              <a:t>partnering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with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companies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transform</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manage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harnessing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power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technology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guided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everyday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purpose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unleashing</a:t>
            </a:r>
            <a:r>
              <a:rPr lang="es-ES" sz="900" kern="1200">
                <a:solidFill>
                  <a:schemeClr val="lt1"/>
                </a:solidFill>
                <a:effectLst/>
                <a:latin typeface="+mn-lt"/>
                <a:ea typeface="+mn-ea"/>
                <a:cs typeface="+mn-cs"/>
              </a:rPr>
              <a:t> human </a:t>
            </a:r>
            <a:r>
              <a:rPr lang="es-ES" sz="900" kern="1200" err="1">
                <a:solidFill>
                  <a:schemeClr val="lt1"/>
                </a:solidFill>
                <a:effectLst/>
                <a:latin typeface="+mn-lt"/>
                <a:ea typeface="+mn-ea"/>
                <a:cs typeface="+mn-cs"/>
              </a:rPr>
              <a:t>energy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through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technology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for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an</a:t>
            </a:r>
            <a:r>
              <a:rPr lang="es-ES" sz="900" kern="1200">
                <a:solidFill>
                  <a:schemeClr val="lt1"/>
                </a:solidFill>
                <a:effectLst/>
                <a:latin typeface="+mn-lt"/>
                <a:ea typeface="+mn-ea"/>
                <a:cs typeface="+mn-cs"/>
              </a:rPr>
              <a:t> inclusive and </a:t>
            </a:r>
            <a:r>
              <a:rPr lang="es-ES" sz="900" kern="1200" err="1">
                <a:solidFill>
                  <a:schemeClr val="lt1"/>
                </a:solidFill>
                <a:effectLst/>
                <a:latin typeface="+mn-lt"/>
                <a:ea typeface="+mn-ea"/>
                <a:cs typeface="+mn-cs"/>
              </a:rPr>
              <a:t>sustainable</a:t>
            </a:r>
            <a:r>
              <a:rPr lang="es-ES" sz="900" kern="1200">
                <a:solidFill>
                  <a:schemeClr val="lt1"/>
                </a:solidFill>
                <a:effectLst/>
                <a:latin typeface="+mn-lt"/>
                <a:ea typeface="+mn-ea"/>
                <a:cs typeface="+mn-cs"/>
              </a:rPr>
              <a:t> future. </a:t>
            </a:r>
            <a:r>
              <a:rPr lang="es-ES" sz="900" kern="1200" err="1">
                <a:solidFill>
                  <a:schemeClr val="lt1"/>
                </a:solidFill>
                <a:effectLst/>
                <a:latin typeface="+mn-lt"/>
                <a:ea typeface="+mn-ea"/>
                <a:cs typeface="+mn-cs"/>
              </a:rPr>
              <a:t>It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 </a:t>
            </a:r>
            <a:r>
              <a:rPr lang="es-ES" sz="900" kern="1200" err="1">
                <a:solidFill>
                  <a:schemeClr val="lt1"/>
                </a:solidFill>
                <a:effectLst/>
                <a:latin typeface="+mn-lt"/>
                <a:ea typeface="+mn-ea"/>
                <a:cs typeface="+mn-cs"/>
              </a:rPr>
              <a:t>responsible</a:t>
            </a:r>
            <a:r>
              <a:rPr lang="es-ES" sz="900" kern="1200">
                <a:solidFill>
                  <a:schemeClr val="lt1"/>
                </a:solidFill>
                <a:effectLst/>
                <a:latin typeface="+mn-lt"/>
                <a:ea typeface="+mn-ea"/>
                <a:cs typeface="+mn-cs"/>
              </a:rPr>
              <a:t> and diverse </a:t>
            </a:r>
            <a:r>
              <a:rPr lang="es-ES" sz="900" kern="1200" err="1">
                <a:solidFill>
                  <a:schemeClr val="lt1"/>
                </a:solidFill>
                <a:effectLst/>
                <a:latin typeface="+mn-lt"/>
                <a:ea typeface="+mn-ea"/>
                <a:cs typeface="+mn-cs"/>
              </a:rPr>
              <a:t>organization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over</a:t>
            </a:r>
            <a:r>
              <a:rPr lang="es-ES" sz="900" kern="1200">
                <a:solidFill>
                  <a:schemeClr val="lt1"/>
                </a:solidFill>
                <a:effectLst/>
                <a:latin typeface="+mn-lt"/>
                <a:ea typeface="+mn-ea"/>
                <a:cs typeface="+mn-cs"/>
              </a:rPr>
              <a:t> 300,000 </a:t>
            </a:r>
            <a:r>
              <a:rPr lang="es-ES" sz="900" kern="1200" err="1">
                <a:solidFill>
                  <a:schemeClr val="lt1"/>
                </a:solidFill>
                <a:effectLst/>
                <a:latin typeface="+mn-lt"/>
                <a:ea typeface="+mn-ea"/>
                <a:cs typeface="+mn-cs"/>
              </a:rPr>
              <a:t>team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members</a:t>
            </a:r>
            <a:r>
              <a:rPr lang="es-ES" sz="900" kern="1200">
                <a:solidFill>
                  <a:schemeClr val="lt1"/>
                </a:solidFill>
                <a:effectLst/>
                <a:latin typeface="+mn-lt"/>
                <a:ea typeface="+mn-ea"/>
                <a:cs typeface="+mn-cs"/>
              </a:rPr>
              <a:t> in </a:t>
            </a:r>
            <a:r>
              <a:rPr lang="es-ES" sz="900" kern="1200" err="1">
                <a:solidFill>
                  <a:schemeClr val="lt1"/>
                </a:solidFill>
                <a:effectLst/>
                <a:latin typeface="+mn-lt"/>
                <a:ea typeface="+mn-ea"/>
                <a:cs typeface="+mn-cs"/>
              </a:rPr>
              <a:t>nearly</a:t>
            </a:r>
            <a:r>
              <a:rPr lang="es-ES" sz="900" kern="1200">
                <a:solidFill>
                  <a:schemeClr val="lt1"/>
                </a:solidFill>
                <a:effectLst/>
                <a:latin typeface="+mn-lt"/>
                <a:ea typeface="+mn-ea"/>
                <a:cs typeface="+mn-cs"/>
              </a:rPr>
              <a:t> 50 </a:t>
            </a:r>
            <a:r>
              <a:rPr lang="es-ES" sz="900" kern="1200" err="1">
                <a:solidFill>
                  <a:schemeClr val="lt1"/>
                </a:solidFill>
                <a:effectLst/>
                <a:latin typeface="+mn-lt"/>
                <a:ea typeface="+mn-ea"/>
                <a:cs typeface="+mn-cs"/>
              </a:rPr>
              <a:t>countries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With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strong</a:t>
            </a:r>
            <a:r>
              <a:rPr lang="es-ES" sz="900" kern="1200">
                <a:solidFill>
                  <a:schemeClr val="lt1"/>
                </a:solidFill>
                <a:effectLst/>
                <a:latin typeface="+mn-lt"/>
                <a:ea typeface="+mn-ea"/>
                <a:cs typeface="+mn-cs"/>
              </a:rPr>
              <a:t> 50-year </a:t>
            </a:r>
            <a:r>
              <a:rPr lang="es-ES" sz="900" kern="1200" err="1">
                <a:solidFill>
                  <a:schemeClr val="lt1"/>
                </a:solidFill>
                <a:effectLst/>
                <a:latin typeface="+mn-lt"/>
                <a:ea typeface="+mn-ea"/>
                <a:cs typeface="+mn-cs"/>
              </a:rPr>
              <a:t>heritage</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deep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industry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expertise</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trusted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clients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address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entire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breadth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needs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from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strategy</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design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operations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fueled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fast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evolving</a:t>
            </a:r>
            <a:r>
              <a:rPr lang="es-ES" sz="900" kern="1200">
                <a:solidFill>
                  <a:schemeClr val="lt1"/>
                </a:solidFill>
                <a:effectLst/>
                <a:latin typeface="+mn-lt"/>
                <a:ea typeface="+mn-ea"/>
                <a:cs typeface="+mn-cs"/>
              </a:rPr>
              <a:t> and innovative </a:t>
            </a:r>
            <a:r>
              <a:rPr lang="es-ES" sz="900" kern="1200" err="1">
                <a:solidFill>
                  <a:schemeClr val="lt1"/>
                </a:solidFill>
                <a:effectLst/>
                <a:latin typeface="+mn-lt"/>
                <a:ea typeface="+mn-ea"/>
                <a:cs typeface="+mn-cs"/>
              </a:rPr>
              <a:t>world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cloud</a:t>
            </a:r>
            <a:r>
              <a:rPr lang="es-ES" sz="900" kern="1200">
                <a:solidFill>
                  <a:schemeClr val="lt1"/>
                </a:solidFill>
                <a:effectLst/>
                <a:latin typeface="+mn-lt"/>
                <a:ea typeface="+mn-ea"/>
                <a:cs typeface="+mn-cs"/>
              </a:rPr>
              <a:t>, data, AI, </a:t>
            </a:r>
            <a:r>
              <a:rPr lang="es-ES" sz="900" kern="1200" err="1">
                <a:solidFill>
                  <a:schemeClr val="lt1"/>
                </a:solidFill>
                <a:effectLst/>
                <a:latin typeface="+mn-lt"/>
                <a:ea typeface="+mn-ea"/>
                <a:cs typeface="+mn-cs"/>
              </a:rPr>
              <a:t>connectivity</a:t>
            </a:r>
            <a:r>
              <a:rPr lang="es-ES" sz="900" kern="1200">
                <a:solidFill>
                  <a:schemeClr val="lt1"/>
                </a:solidFill>
                <a:effectLst/>
                <a:latin typeface="+mn-lt"/>
                <a:ea typeface="+mn-ea"/>
                <a:cs typeface="+mn-cs"/>
              </a:rPr>
              <a:t>, software, digital </a:t>
            </a:r>
            <a:r>
              <a:rPr lang="es-ES" sz="900" kern="1200" err="1">
                <a:solidFill>
                  <a:schemeClr val="lt1"/>
                </a:solidFill>
                <a:effectLst/>
                <a:latin typeface="+mn-lt"/>
                <a:ea typeface="+mn-ea"/>
                <a:cs typeface="+mn-cs"/>
              </a:rPr>
              <a:t>engineering</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platforms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reported</a:t>
            </a:r>
            <a:r>
              <a:rPr lang="es-ES" sz="900" kern="1200">
                <a:solidFill>
                  <a:schemeClr val="lt1"/>
                </a:solidFill>
                <a:effectLst/>
                <a:latin typeface="+mn-lt"/>
                <a:ea typeface="+mn-ea"/>
                <a:cs typeface="+mn-cs"/>
              </a:rPr>
              <a:t> in 2020 global </a:t>
            </a:r>
            <a:r>
              <a:rPr lang="es-ES" sz="900" kern="1200" err="1">
                <a:solidFill>
                  <a:schemeClr val="lt1"/>
                </a:solidFill>
                <a:effectLst/>
                <a:latin typeface="+mn-lt"/>
                <a:ea typeface="+mn-ea"/>
                <a:cs typeface="+mn-cs"/>
              </a:rPr>
              <a:t>revenues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€16 </a:t>
            </a:r>
            <a:r>
              <a:rPr lang="es-ES" sz="900" kern="1200" err="1">
                <a:solidFill>
                  <a:schemeClr val="lt1"/>
                </a:solidFill>
                <a:effectLst/>
                <a:latin typeface="+mn-lt"/>
                <a:ea typeface="+mn-ea"/>
                <a:cs typeface="+mn-cs"/>
              </a:rPr>
              <a:t>billion</a:t>
            </a:r>
            <a:r>
              <a:rPr lang="es-ES" sz="900" kern="1200">
                <a:solidFill>
                  <a:schemeClr val="lt1"/>
                </a:solidFill>
                <a:effectLst/>
                <a:latin typeface="+mn-lt"/>
                <a:ea typeface="+mn-ea"/>
                <a:cs typeface="+mn-cs"/>
              </a:rPr>
              <a:t>.</a:t>
            </a: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nSpc>
                <a:spcPts val="2000"/>
              </a:lnSpc>
            </a:pPr>
            <a:r>
              <a:rPr lang="es-ES" sz="1400" err="1">
                <a:solidFill>
                  <a:schemeClr val="bg1"/>
                </a:solidFill>
                <a:latin typeface="Ubuntu" panose="020B0504030602030204" pitchFamily="34" charset="0"/>
              </a:rPr>
              <a:t>About</a:t>
            </a:r>
            <a:r>
              <a:rPr lang="es-ES" sz="1400">
                <a:solidFill>
                  <a:schemeClr val="bg1"/>
                </a:solidFill>
                <a:latin typeface="Ubuntu" panose="020B0504030602030204" pitchFamily="34" charset="0"/>
              </a:rPr>
              <a:t> Capgemini </a:t>
            </a:r>
            <a:r>
              <a:rPr lang="es-ES" sz="1400" err="1">
                <a:solidFill>
                  <a:schemeClr val="bg1"/>
                </a:solidFill>
                <a:latin typeface="Ubuntu" panose="020B0504030602030204" pitchFamily="34" charset="0"/>
              </a:rPr>
              <a:t>Invent</a:t>
            </a:r>
            <a:endParaRPr lang="es-ES" sz="1400">
              <a:solidFill>
                <a:schemeClr val="bg1"/>
              </a:solidFill>
              <a:latin typeface="Ubuntu" panose="020B0504030602030204" pitchFamily="34" charset="0"/>
            </a:endParaRP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400" rtl="0" eaLnBrk="1" fontAlgn="auto" latinLnBrk="0" hangingPunct="1">
              <a:lnSpc>
                <a:spcPts val="1200"/>
              </a:lnSpc>
              <a:spcBef>
                <a:spcPts val="0"/>
              </a:spcBef>
              <a:spcAft>
                <a:spcPts val="0"/>
              </a:spcAft>
              <a:buClrTx/>
              <a:buSzTx/>
              <a:buFontTx/>
              <a:buNone/>
              <a:tabLst/>
              <a:defRPr/>
            </a:pPr>
            <a:r>
              <a:rPr lang="es-ES" sz="900" err="1">
                <a:solidFill>
                  <a:schemeClr val="bg1"/>
                </a:solidFill>
                <a:effectLst/>
                <a:latin typeface="Ubuntu" panose="020B0504030602030204" pitchFamily="34" charset="0"/>
              </a:rPr>
              <a:t>Get</a:t>
            </a:r>
            <a:r>
              <a:rPr lang="es-ES" sz="900">
                <a:solidFill>
                  <a:schemeClr val="bg1"/>
                </a:solidFill>
                <a:effectLst/>
                <a:latin typeface="Ubuntu" panose="020B0504030602030204" pitchFamily="34" charset="0"/>
              </a:rPr>
              <a:t> </a:t>
            </a:r>
            <a:r>
              <a:rPr lang="es-ES" sz="900" err="1">
                <a:solidFill>
                  <a:schemeClr val="bg1"/>
                </a:solidFill>
                <a:effectLst/>
                <a:latin typeface="Ubuntu" panose="020B0504030602030204" pitchFamily="34" charset="0"/>
              </a:rPr>
              <a:t>The</a:t>
            </a:r>
            <a:r>
              <a:rPr lang="es-ES" sz="900">
                <a:solidFill>
                  <a:schemeClr val="bg1"/>
                </a:solidFill>
                <a:effectLst/>
                <a:latin typeface="Ubuntu" panose="020B0504030602030204" pitchFamily="34" charset="0"/>
              </a:rPr>
              <a:t> Future </a:t>
            </a:r>
            <a:r>
              <a:rPr lang="es-ES" sz="900" err="1">
                <a:solidFill>
                  <a:schemeClr val="bg1"/>
                </a:solidFill>
                <a:effectLst/>
                <a:latin typeface="Ubuntu" panose="020B0504030602030204" pitchFamily="34" charset="0"/>
              </a:rPr>
              <a:t>You</a:t>
            </a:r>
            <a:r>
              <a:rPr lang="es-ES" sz="900">
                <a:solidFill>
                  <a:schemeClr val="bg1"/>
                </a:solidFill>
                <a:effectLst/>
                <a:latin typeface="Ubuntu" panose="020B0504030602030204" pitchFamily="34" charset="0"/>
              </a:rPr>
              <a:t> </a:t>
            </a:r>
            <a:r>
              <a:rPr lang="es-ES" sz="900" err="1">
                <a:solidFill>
                  <a:schemeClr val="bg1"/>
                </a:solidFill>
                <a:effectLst/>
                <a:latin typeface="Ubuntu" panose="020B0504030602030204" pitchFamily="34" charset="0"/>
              </a:rPr>
              <a:t>Want</a:t>
            </a:r>
            <a:r>
              <a:rPr lang="es-ES" sz="900">
                <a:solidFill>
                  <a:schemeClr val="bg1"/>
                </a:solidFill>
                <a:effectLst/>
                <a:latin typeface="Ubuntu" panose="020B0504030602030204" pitchFamily="34" charset="0"/>
              </a:rPr>
              <a:t> | </a:t>
            </a:r>
            <a:r>
              <a:rPr lang="es-ES" sz="105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grpSp>
        <p:nvGrpSpPr>
          <p:cNvPr id="22" name="Group 21">
            <a:extLst>
              <a:ext uri="{FF2B5EF4-FFF2-40B4-BE49-F238E27FC236}">
                <a16:creationId xmlns:a16="http://schemas.microsoft.com/office/drawing/2014/main" id="{7104071F-EAB2-4DB8-853B-B72B38D866DC}"/>
              </a:ext>
            </a:extLst>
          </p:cNvPr>
          <p:cNvGrpSpPr/>
          <p:nvPr/>
        </p:nvGrpSpPr>
        <p:grpSpPr>
          <a:xfrm>
            <a:off x="464334" y="5214282"/>
            <a:ext cx="1866702" cy="333195"/>
            <a:chOff x="426720" y="4976083"/>
            <a:chExt cx="1866702" cy="333195"/>
          </a:xfrm>
        </p:grpSpPr>
        <p:pic>
          <p:nvPicPr>
            <p:cNvPr id="24" name="Picture 2">
              <a:hlinkClick r:id="rId4"/>
              <a:extLst>
                <a:ext uri="{FF2B5EF4-FFF2-40B4-BE49-F238E27FC236}">
                  <a16:creationId xmlns:a16="http://schemas.microsoft.com/office/drawing/2014/main" id="{F994E339-CD91-451A-8F50-174559915C56}"/>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25" name="Picture 4">
              <a:hlinkClick r:id="rId6"/>
              <a:extLst>
                <a:ext uri="{FF2B5EF4-FFF2-40B4-BE49-F238E27FC236}">
                  <a16:creationId xmlns:a16="http://schemas.microsoft.com/office/drawing/2014/main" id="{3CF14C60-31ED-4659-A889-597070DD6DC7}"/>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6" name="Picture 5">
              <a:hlinkClick r:id="rId8"/>
              <a:extLst>
                <a:ext uri="{FF2B5EF4-FFF2-40B4-BE49-F238E27FC236}">
                  <a16:creationId xmlns:a16="http://schemas.microsoft.com/office/drawing/2014/main" id="{9E6C6A59-C94E-4D60-81D7-689D96240FBB}"/>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8" name="Picture 6">
              <a:hlinkClick r:id="rId10"/>
              <a:extLst>
                <a:ext uri="{FF2B5EF4-FFF2-40B4-BE49-F238E27FC236}">
                  <a16:creationId xmlns:a16="http://schemas.microsoft.com/office/drawing/2014/main" id="{A3A352BB-4265-4977-B13F-A325E74AEB70}"/>
                </a:ext>
              </a:extLst>
            </p:cNvPr>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9" name="Picture 7">
              <a:hlinkClick r:id="rId12"/>
              <a:extLst>
                <a:ext uri="{FF2B5EF4-FFF2-40B4-BE49-F238E27FC236}">
                  <a16:creationId xmlns:a16="http://schemas.microsoft.com/office/drawing/2014/main" id="{D204BDE8-ACD1-4764-8D8A-43B06E669DEF}"/>
                </a:ext>
              </a:extLst>
            </p:cNvPr>
            <p:cNvPicPr>
              <a:picLocks noChangeAspect="1" noChangeArrowheads="1"/>
            </p:cNvPicPr>
            <p:nvPr userDrawn="1"/>
          </p:nvPicPr>
          <p:blipFill>
            <a:blip r:embed="rId13" cstate="screen">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grpSp>
    </p:spTree>
    <p:extLst>
      <p:ext uri="{BB962C8B-B14F-4D97-AF65-F5344CB8AC3E}">
        <p14:creationId xmlns:p14="http://schemas.microsoft.com/office/powerpoint/2010/main" val="14116829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229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Portada">
    <p:spTree>
      <p:nvGrpSpPr>
        <p:cNvPr id="1" name=""/>
        <p:cNvGrpSpPr/>
        <p:nvPr/>
      </p:nvGrpSpPr>
      <p:grpSpPr>
        <a:xfrm>
          <a:off x="0" y="0"/>
          <a:ext cx="0" cy="0"/>
          <a:chOff x="0" y="0"/>
          <a:chExt cx="0" cy="0"/>
        </a:xfrm>
      </p:grpSpPr>
      <p:pic>
        <p:nvPicPr>
          <p:cNvPr id="5" name="Picture 4" descr="N175/6.X - Nordex SE - Español">
            <a:extLst>
              <a:ext uri="{FF2B5EF4-FFF2-40B4-BE49-F238E27FC236}">
                <a16:creationId xmlns:a16="http://schemas.microsoft.com/office/drawing/2014/main" id="{09E4B3EF-8262-2160-350D-3EE3707AE7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324" b="7223"/>
          <a:stretch/>
        </p:blipFill>
        <p:spPr bwMode="auto">
          <a:xfrm>
            <a:off x="-4864" y="-1"/>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5B9AFE7-0F2A-0CDA-A418-D1116954050C}"/>
              </a:ext>
            </a:extLst>
          </p:cNvPr>
          <p:cNvSpPr/>
          <p:nvPr/>
        </p:nvSpPr>
        <p:spPr>
          <a:xfrm>
            <a:off x="-4864" y="-1"/>
            <a:ext cx="12192000" cy="6768477"/>
          </a:xfrm>
          <a:prstGeom prst="rect">
            <a:avLst/>
          </a:prstGeom>
          <a:solidFill>
            <a:schemeClr val="tx1">
              <a:lumMod val="75000"/>
              <a:lumOff val="25000"/>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Holder 2"/>
          <p:cNvSpPr>
            <a:spLocks noGrp="1"/>
          </p:cNvSpPr>
          <p:nvPr>
            <p:ph type="ftr" sz="quarter" idx="5"/>
          </p:nvPr>
        </p:nvSpPr>
        <p:spPr>
          <a:xfrm>
            <a:off x="8321879" y="6645366"/>
            <a:ext cx="2895135" cy="123111"/>
          </a:xfrm>
        </p:spPr>
        <p:txBody>
          <a:bodyPr lIns="0" tIns="0" rIns="0" bIns="0" anchor="b"/>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8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4" name="Holder 4"/>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7" name="Graphic 1">
            <a:extLst>
              <a:ext uri="{FF2B5EF4-FFF2-40B4-BE49-F238E27FC236}">
                <a16:creationId xmlns:a16="http://schemas.microsoft.com/office/drawing/2014/main" id="{FBB1A379-6173-EFC5-1802-FA8AF4BDC8D2}"/>
              </a:ext>
            </a:extLst>
          </p:cNvPr>
          <p:cNvSpPr/>
          <p:nvPr/>
        </p:nvSpPr>
        <p:spPr>
          <a:xfrm rot="16200000" flipH="1">
            <a:off x="-1856147" y="1333901"/>
            <a:ext cx="8917916" cy="4038928"/>
          </a:xfrm>
          <a:custGeom>
            <a:avLst/>
            <a:gdLst>
              <a:gd name="connsiteX0" fmla="*/ 7215188 w 7239000"/>
              <a:gd name="connsiteY0" fmla="*/ 3278548 h 3278547"/>
              <a:gd name="connsiteX1" fmla="*/ 6557010 w 7239000"/>
              <a:gd name="connsiteY1" fmla="*/ 2329858 h 3278547"/>
              <a:gd name="connsiteX2" fmla="*/ 4255770 w 7239000"/>
              <a:gd name="connsiteY2" fmla="*/ 41000 h 3278547"/>
              <a:gd name="connsiteX3" fmla="*/ 4255770 w 7239000"/>
              <a:gd name="connsiteY3" fmla="*/ 41000 h 3278547"/>
              <a:gd name="connsiteX4" fmla="*/ 4247198 w 7239000"/>
              <a:gd name="connsiteY4" fmla="*/ 40048 h 3278547"/>
              <a:gd name="connsiteX5" fmla="*/ 4245293 w 7239000"/>
              <a:gd name="connsiteY5" fmla="*/ 40048 h 3278547"/>
              <a:gd name="connsiteX6" fmla="*/ 2178368 w 7239000"/>
              <a:gd name="connsiteY6" fmla="*/ 949685 h 3278547"/>
              <a:gd name="connsiteX7" fmla="*/ 2162175 w 7239000"/>
              <a:gd name="connsiteY7" fmla="*/ 963973 h 3278547"/>
              <a:gd name="connsiteX8" fmla="*/ 2172653 w 7239000"/>
              <a:gd name="connsiteY8" fmla="*/ 985880 h 3278547"/>
              <a:gd name="connsiteX9" fmla="*/ 2628900 w 7239000"/>
              <a:gd name="connsiteY9" fmla="*/ 2749910 h 3278547"/>
              <a:gd name="connsiteX10" fmla="*/ 1949768 w 7239000"/>
              <a:gd name="connsiteY10" fmla="*/ 2512738 h 3278547"/>
              <a:gd name="connsiteX11" fmla="*/ 1019175 w 7239000"/>
              <a:gd name="connsiteY11" fmla="*/ 2072683 h 3278547"/>
              <a:gd name="connsiteX12" fmla="*/ 36195 w 7239000"/>
              <a:gd name="connsiteY12" fmla="*/ 3269023 h 3278547"/>
              <a:gd name="connsiteX13" fmla="*/ 0 w 7239000"/>
              <a:gd name="connsiteY13" fmla="*/ 3257593 h 3278547"/>
              <a:gd name="connsiteX14" fmla="*/ 270510 w 7239000"/>
              <a:gd name="connsiteY14" fmla="*/ 2655613 h 3278547"/>
              <a:gd name="connsiteX15" fmla="*/ 1018223 w 7239000"/>
              <a:gd name="connsiteY15" fmla="*/ 2034583 h 3278547"/>
              <a:gd name="connsiteX16" fmla="*/ 1971675 w 7239000"/>
              <a:gd name="connsiteY16" fmla="*/ 2481305 h 3278547"/>
              <a:gd name="connsiteX17" fmla="*/ 2599373 w 7239000"/>
              <a:gd name="connsiteY17" fmla="*/ 2725146 h 3278547"/>
              <a:gd name="connsiteX18" fmla="*/ 2138363 w 7239000"/>
              <a:gd name="connsiteY18" fmla="*/ 1002073 h 3278547"/>
              <a:gd name="connsiteX19" fmla="*/ 2122170 w 7239000"/>
              <a:gd name="connsiteY19" fmla="*/ 967783 h 3278547"/>
              <a:gd name="connsiteX20" fmla="*/ 2116455 w 7239000"/>
              <a:gd name="connsiteY20" fmla="*/ 955400 h 3278547"/>
              <a:gd name="connsiteX21" fmla="*/ 2126933 w 7239000"/>
              <a:gd name="connsiteY21" fmla="*/ 945875 h 3278547"/>
              <a:gd name="connsiteX22" fmla="*/ 2152650 w 7239000"/>
              <a:gd name="connsiteY22" fmla="*/ 922063 h 3278547"/>
              <a:gd name="connsiteX23" fmla="*/ 2890838 w 7239000"/>
              <a:gd name="connsiteY23" fmla="*/ 369613 h 3278547"/>
              <a:gd name="connsiteX24" fmla="*/ 4248150 w 7239000"/>
              <a:gd name="connsiteY24" fmla="*/ 2900 h 3278547"/>
              <a:gd name="connsiteX25" fmla="*/ 4252913 w 7239000"/>
              <a:gd name="connsiteY25" fmla="*/ 2900 h 3278547"/>
              <a:gd name="connsiteX26" fmla="*/ 4252913 w 7239000"/>
              <a:gd name="connsiteY26" fmla="*/ 2900 h 3278547"/>
              <a:gd name="connsiteX27" fmla="*/ 6590348 w 7239000"/>
              <a:gd name="connsiteY27" fmla="*/ 2310808 h 3278547"/>
              <a:gd name="connsiteX28" fmla="*/ 7239000 w 7239000"/>
              <a:gd name="connsiteY28" fmla="*/ 3249021 h 3278547"/>
              <a:gd name="connsiteX29" fmla="*/ 7215188 w 7239000"/>
              <a:gd name="connsiteY29" fmla="*/ 3278548 h 327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39000" h="3278547">
                <a:moveTo>
                  <a:pt x="7215188" y="3278548"/>
                </a:moveTo>
                <a:cubicBezTo>
                  <a:pt x="7036118" y="3138530"/>
                  <a:pt x="6814185" y="2764198"/>
                  <a:pt x="6557010" y="2329858"/>
                </a:cubicBezTo>
                <a:cubicBezTo>
                  <a:pt x="5998845" y="1386883"/>
                  <a:pt x="5233988" y="96245"/>
                  <a:pt x="4255770" y="41000"/>
                </a:cubicBezTo>
                <a:lnTo>
                  <a:pt x="4255770" y="41000"/>
                </a:lnTo>
                <a:lnTo>
                  <a:pt x="4247198" y="40048"/>
                </a:lnTo>
                <a:cubicBezTo>
                  <a:pt x="4246245" y="40048"/>
                  <a:pt x="4245293" y="40048"/>
                  <a:pt x="4245293" y="40048"/>
                </a:cubicBezTo>
                <a:cubicBezTo>
                  <a:pt x="3781425" y="14330"/>
                  <a:pt x="3046095" y="151490"/>
                  <a:pt x="2178368" y="949685"/>
                </a:cubicBezTo>
                <a:cubicBezTo>
                  <a:pt x="2172653" y="955400"/>
                  <a:pt x="2166938" y="960163"/>
                  <a:pt x="2162175" y="963973"/>
                </a:cubicBezTo>
                <a:cubicBezTo>
                  <a:pt x="2165033" y="970640"/>
                  <a:pt x="2168843" y="977308"/>
                  <a:pt x="2172653" y="985880"/>
                </a:cubicBezTo>
                <a:cubicBezTo>
                  <a:pt x="2486025" y="1663108"/>
                  <a:pt x="2820353" y="2519405"/>
                  <a:pt x="2628900" y="2749910"/>
                </a:cubicBezTo>
                <a:cubicBezTo>
                  <a:pt x="2499360" y="2905168"/>
                  <a:pt x="2245043" y="2723240"/>
                  <a:pt x="1949768" y="2512738"/>
                </a:cubicBezTo>
                <a:cubicBezTo>
                  <a:pt x="1655445" y="2302235"/>
                  <a:pt x="1322070" y="2064110"/>
                  <a:pt x="1019175" y="2072683"/>
                </a:cubicBezTo>
                <a:cubicBezTo>
                  <a:pt x="422910" y="2089828"/>
                  <a:pt x="40005" y="3257593"/>
                  <a:pt x="36195" y="3269023"/>
                </a:cubicBezTo>
                <a:lnTo>
                  <a:pt x="0" y="3257593"/>
                </a:lnTo>
                <a:cubicBezTo>
                  <a:pt x="953" y="3254735"/>
                  <a:pt x="98108" y="2953746"/>
                  <a:pt x="270510" y="2655613"/>
                </a:cubicBezTo>
                <a:cubicBezTo>
                  <a:pt x="503873" y="2250800"/>
                  <a:pt x="755333" y="2042203"/>
                  <a:pt x="1018223" y="2034583"/>
                </a:cubicBezTo>
                <a:cubicBezTo>
                  <a:pt x="1334453" y="2026010"/>
                  <a:pt x="1672590" y="2267945"/>
                  <a:pt x="1971675" y="2481305"/>
                </a:cubicBezTo>
                <a:cubicBezTo>
                  <a:pt x="2250758" y="2681330"/>
                  <a:pt x="2492693" y="2853733"/>
                  <a:pt x="2599373" y="2725146"/>
                </a:cubicBezTo>
                <a:cubicBezTo>
                  <a:pt x="2739390" y="2557505"/>
                  <a:pt x="2575560" y="1945048"/>
                  <a:pt x="2138363" y="1002073"/>
                </a:cubicBezTo>
                <a:cubicBezTo>
                  <a:pt x="2131695" y="986833"/>
                  <a:pt x="2125980" y="975403"/>
                  <a:pt x="2122170" y="967783"/>
                </a:cubicBezTo>
                <a:lnTo>
                  <a:pt x="2116455" y="955400"/>
                </a:lnTo>
                <a:lnTo>
                  <a:pt x="2126933" y="945875"/>
                </a:lnTo>
                <a:cubicBezTo>
                  <a:pt x="2133600" y="939208"/>
                  <a:pt x="2143125" y="931588"/>
                  <a:pt x="2152650" y="922063"/>
                </a:cubicBezTo>
                <a:cubicBezTo>
                  <a:pt x="2253615" y="828718"/>
                  <a:pt x="2522220" y="582020"/>
                  <a:pt x="2890838" y="369613"/>
                </a:cubicBezTo>
                <a:cubicBezTo>
                  <a:pt x="3353753" y="101960"/>
                  <a:pt x="3810000" y="-20912"/>
                  <a:pt x="4248150" y="2900"/>
                </a:cubicBezTo>
                <a:lnTo>
                  <a:pt x="4252913" y="2900"/>
                </a:lnTo>
                <a:lnTo>
                  <a:pt x="4252913" y="2900"/>
                </a:lnTo>
                <a:cubicBezTo>
                  <a:pt x="5253990" y="55288"/>
                  <a:pt x="6026468" y="1359260"/>
                  <a:pt x="6590348" y="2310808"/>
                </a:cubicBezTo>
                <a:cubicBezTo>
                  <a:pt x="6845618" y="2741338"/>
                  <a:pt x="7065645" y="3113765"/>
                  <a:pt x="7239000" y="3249021"/>
                </a:cubicBezTo>
                <a:lnTo>
                  <a:pt x="7215188" y="3278548"/>
                </a:lnTo>
                <a:close/>
              </a:path>
            </a:pathLst>
          </a:custGeom>
          <a:gradFill>
            <a:gsLst>
              <a:gs pos="86000">
                <a:schemeClr val="accent2">
                  <a:alpha val="0"/>
                </a:schemeClr>
              </a:gs>
              <a:gs pos="16000">
                <a:schemeClr val="accent2">
                  <a:alpha val="0"/>
                </a:schemeClr>
              </a:gs>
              <a:gs pos="49000">
                <a:schemeClr val="accent2"/>
              </a:gs>
              <a:gs pos="31000">
                <a:schemeClr val="accent2"/>
              </a:gs>
            </a:gsLst>
            <a:lin ang="1200000" scaled="0"/>
          </a:gradFill>
          <a:ln w="9525" cap="flat">
            <a:noFill/>
            <a:prstDash val="solid"/>
            <a:miter/>
          </a:ln>
        </p:spPr>
        <p:txBody>
          <a:bodyPr rtlCol="0" anchor="ctr"/>
          <a:lstStyle/>
          <a:p>
            <a:endParaRPr lang="en-GB">
              <a:latin typeface="Ubuntu" panose="020B0504030602030204" pitchFamily="34" charset="0"/>
            </a:endParaRPr>
          </a:p>
        </p:txBody>
      </p:sp>
    </p:spTree>
    <p:extLst>
      <p:ext uri="{BB962C8B-B14F-4D97-AF65-F5344CB8AC3E}">
        <p14:creationId xmlns:p14="http://schemas.microsoft.com/office/powerpoint/2010/main" val="128170758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2_Indice">
    <p:spTree>
      <p:nvGrpSpPr>
        <p:cNvPr id="1" name=""/>
        <p:cNvGrpSpPr/>
        <p:nvPr/>
      </p:nvGrpSpPr>
      <p:grpSpPr>
        <a:xfrm>
          <a:off x="0" y="0"/>
          <a:ext cx="0" cy="0"/>
          <a:chOff x="0" y="0"/>
          <a:chExt cx="0" cy="0"/>
        </a:xfrm>
      </p:grpSpPr>
      <p:pic>
        <p:nvPicPr>
          <p:cNvPr id="3074" name="Picture 2" descr="N175/6.X - Nordex SE - Español">
            <a:extLst>
              <a:ext uri="{FF2B5EF4-FFF2-40B4-BE49-F238E27FC236}">
                <a16:creationId xmlns:a16="http://schemas.microsoft.com/office/drawing/2014/main" id="{1778599D-25BE-CF60-6D3A-EA51DC3C0E3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68" r="18604"/>
          <a:stretch/>
        </p:blipFill>
        <p:spPr bwMode="auto">
          <a:xfrm>
            <a:off x="7707968" y="0"/>
            <a:ext cx="448403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Holder 2"/>
          <p:cNvSpPr>
            <a:spLocks noGrp="1"/>
          </p:cNvSpPr>
          <p:nvPr>
            <p:ph type="ftr" sz="quarter" idx="5"/>
          </p:nvPr>
        </p:nvSpPr>
        <p:spPr>
          <a:xfrm>
            <a:off x="8321879" y="6645366"/>
            <a:ext cx="2895135" cy="123111"/>
          </a:xfrm>
        </p:spPr>
        <p:txBody>
          <a:bodyPr lIns="0" tIns="0" rIns="0" bIns="0" anchor="b"/>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8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4" name="Holder 4"/>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5" name="Rectangle 4">
            <a:extLst>
              <a:ext uri="{FF2B5EF4-FFF2-40B4-BE49-F238E27FC236}">
                <a16:creationId xmlns:a16="http://schemas.microsoft.com/office/drawing/2014/main" id="{95B9AFE7-0F2A-0CDA-A418-D1116954050C}"/>
              </a:ext>
            </a:extLst>
          </p:cNvPr>
          <p:cNvSpPr/>
          <p:nvPr/>
        </p:nvSpPr>
        <p:spPr>
          <a:xfrm>
            <a:off x="7707968" y="0"/>
            <a:ext cx="4484032" cy="6858000"/>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pic>
        <p:nvPicPr>
          <p:cNvPr id="11" name="Image 5">
            <a:extLst>
              <a:ext uri="{FF2B5EF4-FFF2-40B4-BE49-F238E27FC236}">
                <a16:creationId xmlns:a16="http://schemas.microsoft.com/office/drawing/2014/main" id="{3D7FED66-ED27-A764-5CAA-AB91C9291C8E}"/>
              </a:ext>
              <a:ext uri="{C183D7F6-B498-43B3-948B-1728B52AA6E4}">
                <adec:decorative xmlns:adec="http://schemas.microsoft.com/office/drawing/2017/decorative" val="1"/>
              </a:ext>
            </a:extLst>
          </p:cNvPr>
          <p:cNvPicPr>
            <a:picLocks noChangeAspect="1"/>
          </p:cNvPicPr>
          <p:nvPr/>
        </p:nvPicPr>
        <p:blipFill>
          <a:blip r:embed="rId3" cstate="print">
            <a:alphaModFix amt="49000"/>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rot="21261279">
            <a:off x="683375" y="1154171"/>
            <a:ext cx="9432654" cy="6671941"/>
          </a:xfrm>
          <a:prstGeom prst="rect">
            <a:avLst/>
          </a:prstGeom>
        </p:spPr>
      </p:pic>
      <p:grpSp>
        <p:nvGrpSpPr>
          <p:cNvPr id="16" name="Groupe 1">
            <a:extLst>
              <a:ext uri="{FF2B5EF4-FFF2-40B4-BE49-F238E27FC236}">
                <a16:creationId xmlns:a16="http://schemas.microsoft.com/office/drawing/2014/main" id="{DD5608CE-145A-E958-7625-2B2459064EC3}"/>
              </a:ext>
            </a:extLst>
          </p:cNvPr>
          <p:cNvGrpSpPr>
            <a:grpSpLocks noChangeAspect="1"/>
          </p:cNvGrpSpPr>
          <p:nvPr/>
        </p:nvGrpSpPr>
        <p:grpSpPr>
          <a:xfrm>
            <a:off x="11467764" y="228600"/>
            <a:ext cx="419436" cy="388988"/>
            <a:chOff x="11501102" y="171573"/>
            <a:chExt cx="419436" cy="388988"/>
          </a:xfrm>
          <a:solidFill>
            <a:schemeClr val="bg1"/>
          </a:solidFill>
        </p:grpSpPr>
        <p:sp>
          <p:nvSpPr>
            <p:cNvPr id="17" name="Freeform 13">
              <a:extLst>
                <a:ext uri="{FF2B5EF4-FFF2-40B4-BE49-F238E27FC236}">
                  <a16:creationId xmlns:a16="http://schemas.microsoft.com/office/drawing/2014/main" id="{056D17E3-8EB3-BE4F-65B2-43109866AB0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a:extLst>
                <a:ext uri="{FF2B5EF4-FFF2-40B4-BE49-F238E27FC236}">
                  <a16:creationId xmlns:a16="http://schemas.microsoft.com/office/drawing/2014/main" id="{01BD36F4-2815-22D1-33B1-E0D741F9163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grpSp>
        <p:nvGrpSpPr>
          <p:cNvPr id="7" name="Group 6">
            <a:extLst>
              <a:ext uri="{FF2B5EF4-FFF2-40B4-BE49-F238E27FC236}">
                <a16:creationId xmlns:a16="http://schemas.microsoft.com/office/drawing/2014/main" id="{CC01A585-F4E2-6084-D37C-BC3406E89311}"/>
              </a:ext>
            </a:extLst>
          </p:cNvPr>
          <p:cNvGrpSpPr/>
          <p:nvPr/>
        </p:nvGrpSpPr>
        <p:grpSpPr>
          <a:xfrm>
            <a:off x="10167541" y="-70185"/>
            <a:ext cx="1228453" cy="954245"/>
            <a:chOff x="9543247" y="0"/>
            <a:chExt cx="1228453" cy="954245"/>
          </a:xfrm>
        </p:grpSpPr>
        <p:pic>
          <p:nvPicPr>
            <p:cNvPr id="8" name="Picture 2" descr="Home - Nordex SE - Español">
              <a:extLst>
                <a:ext uri="{FF2B5EF4-FFF2-40B4-BE49-F238E27FC236}">
                  <a16:creationId xmlns:a16="http://schemas.microsoft.com/office/drawing/2014/main" id="{1BDAF367-F110-513B-5F54-A49086054F60}"/>
                </a:ext>
              </a:extLst>
            </p:cNvPr>
            <p:cNvPicPr>
              <a:picLocks noChangeAspect="1" noChangeArrowheads="1"/>
            </p:cNvPicPr>
            <p:nvPr userDrawn="1"/>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l="59071"/>
            <a:stretch/>
          </p:blipFill>
          <p:spPr bwMode="auto">
            <a:xfrm>
              <a:off x="9884915" y="304800"/>
              <a:ext cx="886785" cy="64944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Home - Nordex SE - Español">
              <a:extLst>
                <a:ext uri="{FF2B5EF4-FFF2-40B4-BE49-F238E27FC236}">
                  <a16:creationId xmlns:a16="http://schemas.microsoft.com/office/drawing/2014/main" id="{109FEAFE-7DBA-BAA5-2537-2A38DD882434}"/>
                </a:ext>
              </a:extLst>
            </p:cNvPr>
            <p:cNvPicPr>
              <a:picLocks noChangeAspect="1" noChangeArrowheads="1"/>
            </p:cNvPicPr>
            <p:nvPr userDrawn="1"/>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r="43742"/>
            <a:stretch/>
          </p:blipFill>
          <p:spPr bwMode="auto">
            <a:xfrm>
              <a:off x="9543247" y="0"/>
              <a:ext cx="1218906" cy="64944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52345309"/>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_Basica">
    <p:spTree>
      <p:nvGrpSpPr>
        <p:cNvPr id="1" name=""/>
        <p:cNvGrpSpPr/>
        <p:nvPr/>
      </p:nvGrpSpPr>
      <p:grpSpPr>
        <a:xfrm>
          <a:off x="0" y="0"/>
          <a:ext cx="0" cy="0"/>
          <a:chOff x="0" y="0"/>
          <a:chExt cx="0" cy="0"/>
        </a:xfrm>
      </p:grpSpPr>
      <p:pic>
        <p:nvPicPr>
          <p:cNvPr id="2" name="Picture 1" descr="Wind farm at twilight">
            <a:extLst>
              <a:ext uri="{FF2B5EF4-FFF2-40B4-BE49-F238E27FC236}">
                <a16:creationId xmlns:a16="http://schemas.microsoft.com/office/drawing/2014/main" id="{CA57EF90-EFF1-B434-5014-89FACAFD5685}"/>
              </a:ext>
            </a:extLst>
          </p:cNvPr>
          <p:cNvPicPr>
            <a:picLocks noChangeAspect="1"/>
          </p:cNvPicPr>
          <p:nvPr/>
        </p:nvPicPr>
        <p:blipFill>
          <a:blip r:embed="rId2">
            <a:alphaModFix amt="1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109728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grpSp>
        <p:nvGrpSpPr>
          <p:cNvPr id="6" name="Groupe 1">
            <a:extLst>
              <a:ext uri="{FF2B5EF4-FFF2-40B4-BE49-F238E27FC236}">
                <a16:creationId xmlns:a16="http://schemas.microsoft.com/office/drawing/2014/main" id="{776DF510-9B3F-9248-26B6-98F910BAA13A}"/>
              </a:ext>
            </a:extLst>
          </p:cNvPr>
          <p:cNvGrpSpPr>
            <a:grpSpLocks noChangeAspect="1"/>
          </p:cNvGrpSpPr>
          <p:nvPr/>
        </p:nvGrpSpPr>
        <p:grpSpPr>
          <a:xfrm>
            <a:off x="11467764" y="228600"/>
            <a:ext cx="419436" cy="388988"/>
            <a:chOff x="11501102" y="171573"/>
            <a:chExt cx="419436" cy="388988"/>
          </a:xfrm>
          <a:solidFill>
            <a:schemeClr val="bg1"/>
          </a:solidFill>
        </p:grpSpPr>
        <p:sp>
          <p:nvSpPr>
            <p:cNvPr id="7" name="Freeform 13">
              <a:extLst>
                <a:ext uri="{FF2B5EF4-FFF2-40B4-BE49-F238E27FC236}">
                  <a16:creationId xmlns:a16="http://schemas.microsoft.com/office/drawing/2014/main" id="{75ED3455-6096-80EC-E058-CF3BD0FC4216}"/>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0892E2D1-B4F5-835F-7E63-8512BFE648C9}"/>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grpSp>
        <p:nvGrpSpPr>
          <p:cNvPr id="10" name="Group 9">
            <a:extLst>
              <a:ext uri="{FF2B5EF4-FFF2-40B4-BE49-F238E27FC236}">
                <a16:creationId xmlns:a16="http://schemas.microsoft.com/office/drawing/2014/main" id="{18D8A39C-160D-2443-496F-B5DB36008E36}"/>
              </a:ext>
            </a:extLst>
          </p:cNvPr>
          <p:cNvGrpSpPr/>
          <p:nvPr/>
        </p:nvGrpSpPr>
        <p:grpSpPr>
          <a:xfrm>
            <a:off x="10167541" y="-70185"/>
            <a:ext cx="1228453" cy="954245"/>
            <a:chOff x="9543247" y="0"/>
            <a:chExt cx="1228453" cy="954245"/>
          </a:xfrm>
        </p:grpSpPr>
        <p:pic>
          <p:nvPicPr>
            <p:cNvPr id="11" name="Picture 2" descr="Home - Nordex SE - Español">
              <a:extLst>
                <a:ext uri="{FF2B5EF4-FFF2-40B4-BE49-F238E27FC236}">
                  <a16:creationId xmlns:a16="http://schemas.microsoft.com/office/drawing/2014/main" id="{1E38DC57-E543-E476-149D-C47F9C7C4122}"/>
                </a:ext>
              </a:extLst>
            </p:cNvPr>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l="59071"/>
            <a:stretch/>
          </p:blipFill>
          <p:spPr bwMode="auto">
            <a:xfrm>
              <a:off x="9884915" y="304800"/>
              <a:ext cx="886785" cy="64944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ome - Nordex SE - Español">
              <a:extLst>
                <a:ext uri="{FF2B5EF4-FFF2-40B4-BE49-F238E27FC236}">
                  <a16:creationId xmlns:a16="http://schemas.microsoft.com/office/drawing/2014/main" id="{E05CB731-19A0-475B-5119-D1FA5D5F1BDA}"/>
                </a:ext>
              </a:extLst>
            </p:cNvPr>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r="43742"/>
            <a:stretch/>
          </p:blipFill>
          <p:spPr bwMode="auto">
            <a:xfrm>
              <a:off x="9543247" y="0"/>
              <a:ext cx="1218906" cy="64944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4138320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_Metodología">
    <p:spTree>
      <p:nvGrpSpPr>
        <p:cNvPr id="1" name=""/>
        <p:cNvGrpSpPr/>
        <p:nvPr/>
      </p:nvGrpSpPr>
      <p:grpSpPr>
        <a:xfrm>
          <a:off x="0" y="0"/>
          <a:ext cx="0" cy="0"/>
          <a:chOff x="0" y="0"/>
          <a:chExt cx="0" cy="0"/>
        </a:xfrm>
      </p:grpSpPr>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109728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
        <p:nvSpPr>
          <p:cNvPr id="2" name="Rectangle 1">
            <a:extLst>
              <a:ext uri="{FF2B5EF4-FFF2-40B4-BE49-F238E27FC236}">
                <a16:creationId xmlns:a16="http://schemas.microsoft.com/office/drawing/2014/main" id="{DFB1CE93-DCBD-4C13-890D-0D19E443955D}"/>
              </a:ext>
            </a:extLst>
          </p:cNvPr>
          <p:cNvSpPr/>
          <p:nvPr/>
        </p:nvSpPr>
        <p:spPr>
          <a:xfrm>
            <a:off x="6132663" y="-3884"/>
            <a:ext cx="6059337"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err="1"/>
          </a:p>
        </p:txBody>
      </p:sp>
      <p:grpSp>
        <p:nvGrpSpPr>
          <p:cNvPr id="6" name="Groupe 1">
            <a:extLst>
              <a:ext uri="{FF2B5EF4-FFF2-40B4-BE49-F238E27FC236}">
                <a16:creationId xmlns:a16="http://schemas.microsoft.com/office/drawing/2014/main" id="{4ACC0AA6-200F-4B5A-D65F-3F08D28CF838}"/>
              </a:ext>
            </a:extLst>
          </p:cNvPr>
          <p:cNvGrpSpPr>
            <a:grpSpLocks noChangeAspect="1"/>
          </p:cNvGrpSpPr>
          <p:nvPr/>
        </p:nvGrpSpPr>
        <p:grpSpPr>
          <a:xfrm>
            <a:off x="11467764" y="228600"/>
            <a:ext cx="419436" cy="388988"/>
            <a:chOff x="11501102" y="171573"/>
            <a:chExt cx="419436" cy="388988"/>
          </a:xfrm>
        </p:grpSpPr>
        <p:sp>
          <p:nvSpPr>
            <p:cNvPr id="7" name="Freeform 13">
              <a:extLst>
                <a:ext uri="{FF2B5EF4-FFF2-40B4-BE49-F238E27FC236}">
                  <a16:creationId xmlns:a16="http://schemas.microsoft.com/office/drawing/2014/main" id="{72A0A838-2F66-DF0D-09EC-BFBFEF347C20}"/>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698045B5-DEE5-33F9-AE80-2F25EE97FB8E}"/>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1" name="Rectangle 10">
            <a:extLst>
              <a:ext uri="{FF2B5EF4-FFF2-40B4-BE49-F238E27FC236}">
                <a16:creationId xmlns:a16="http://schemas.microsoft.com/office/drawing/2014/main" id="{1E6E7358-05C9-17DF-DD48-3702009018DF}"/>
              </a:ext>
            </a:extLst>
          </p:cNvPr>
          <p:cNvSpPr/>
          <p:nvPr/>
        </p:nvSpPr>
        <p:spPr>
          <a:xfrm>
            <a:off x="257750" y="1519858"/>
            <a:ext cx="5580498" cy="5066017"/>
          </a:xfrm>
          <a:prstGeom prst="rect">
            <a:avLst/>
          </a:prstGeom>
          <a:solidFill>
            <a:srgbClr val="27293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1219170" rtl="0" eaLnBrk="1" fontAlgn="auto" latinLnBrk="0" hangingPunct="1">
              <a:lnSpc>
                <a:spcPct val="90000"/>
              </a:lnSpc>
              <a:spcBef>
                <a:spcPts val="0"/>
              </a:spcBef>
              <a:spcAft>
                <a:spcPts val="0"/>
              </a:spcAft>
              <a:buClrTx/>
              <a:buSzTx/>
              <a:buFontTx/>
              <a:buNone/>
              <a:tabLst/>
              <a:defRPr/>
            </a:pPr>
            <a:endParaRPr kumimoji="0" lang="en-US" sz="2400" b="1" i="0" u="none" strike="noStrike" kern="1200" cap="none" spc="0" normalizeH="0" baseline="0" noProof="0">
              <a:ln>
                <a:noFill/>
              </a:ln>
              <a:solidFill>
                <a:schemeClr val="tx1"/>
              </a:solidFill>
              <a:effectLst/>
              <a:uLnTx/>
              <a:uFillTx/>
              <a:latin typeface="Calibri" panose="020F0502020204030204" pitchFamily="34" charset="0"/>
              <a:ea typeface="+mn-ea"/>
              <a:cs typeface="+mn-cs"/>
            </a:endParaRPr>
          </a:p>
        </p:txBody>
      </p:sp>
      <p:sp>
        <p:nvSpPr>
          <p:cNvPr id="12" name="Rectangle 11">
            <a:extLst>
              <a:ext uri="{FF2B5EF4-FFF2-40B4-BE49-F238E27FC236}">
                <a16:creationId xmlns:a16="http://schemas.microsoft.com/office/drawing/2014/main" id="{C0719CFF-D7DE-2C52-4884-833D53A4028E}"/>
              </a:ext>
            </a:extLst>
          </p:cNvPr>
          <p:cNvSpPr/>
          <p:nvPr/>
        </p:nvSpPr>
        <p:spPr>
          <a:xfrm>
            <a:off x="-1" y="1334987"/>
            <a:ext cx="6096001" cy="1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a:ln>
                <a:noFill/>
              </a:ln>
              <a:solidFill>
                <a:srgbClr val="FFFFFF"/>
              </a:solidFill>
              <a:effectLst/>
              <a:uLnTx/>
              <a:uFillTx/>
              <a:latin typeface="Ubuntu" panose="020B0504030602030204" pitchFamily="34" charset="0"/>
              <a:ea typeface="+mn-ea"/>
              <a:cs typeface="+mn-cs"/>
            </a:endParaRPr>
          </a:p>
        </p:txBody>
      </p:sp>
      <p:sp>
        <p:nvSpPr>
          <p:cNvPr id="13" name="TextBox 12">
            <a:extLst>
              <a:ext uri="{FF2B5EF4-FFF2-40B4-BE49-F238E27FC236}">
                <a16:creationId xmlns:a16="http://schemas.microsoft.com/office/drawing/2014/main" id="{EE543C4A-A2DC-61A2-9167-F13338E8CCBA}"/>
              </a:ext>
            </a:extLst>
          </p:cNvPr>
          <p:cNvSpPr txBox="1"/>
          <p:nvPr/>
        </p:nvSpPr>
        <p:spPr>
          <a:xfrm>
            <a:off x="338138" y="1027211"/>
            <a:ext cx="3457575" cy="307777"/>
          </a:xfrm>
          <a:prstGeom prst="rect">
            <a:avLst/>
          </a:prstGeom>
          <a:noFill/>
        </p:spPr>
        <p:txBody>
          <a:bodyPr wrap="square" rtlCol="0">
            <a:spAutoFit/>
          </a:bodyPr>
          <a:lstStyle/>
          <a:p>
            <a:r>
              <a:rPr lang="es-ES" sz="1400" b="1">
                <a:solidFill>
                  <a:schemeClr val="bg1"/>
                </a:solidFill>
              </a:rPr>
              <a:t>ACTIVITIES</a:t>
            </a:r>
          </a:p>
        </p:txBody>
      </p:sp>
      <p:sp>
        <p:nvSpPr>
          <p:cNvPr id="14" name="TextBox 13">
            <a:extLst>
              <a:ext uri="{FF2B5EF4-FFF2-40B4-BE49-F238E27FC236}">
                <a16:creationId xmlns:a16="http://schemas.microsoft.com/office/drawing/2014/main" id="{C21E6597-D466-0088-D160-9734B3B763A9}"/>
              </a:ext>
            </a:extLst>
          </p:cNvPr>
          <p:cNvSpPr txBox="1"/>
          <p:nvPr/>
        </p:nvSpPr>
        <p:spPr>
          <a:xfrm>
            <a:off x="6251004" y="1027210"/>
            <a:ext cx="3457575" cy="307777"/>
          </a:xfrm>
          <a:prstGeom prst="rect">
            <a:avLst/>
          </a:prstGeom>
          <a:noFill/>
        </p:spPr>
        <p:txBody>
          <a:bodyPr wrap="square" rtlCol="0">
            <a:spAutoFit/>
          </a:bodyPr>
          <a:lstStyle/>
          <a:p>
            <a:r>
              <a:rPr lang="es-ES" sz="1400" b="1">
                <a:solidFill>
                  <a:schemeClr val="accent1">
                    <a:lumMod val="50000"/>
                  </a:schemeClr>
                </a:solidFill>
              </a:rPr>
              <a:t>DELIVERABLES</a:t>
            </a:r>
          </a:p>
        </p:txBody>
      </p:sp>
      <p:sp>
        <p:nvSpPr>
          <p:cNvPr id="15" name="Rectangle 14">
            <a:extLst>
              <a:ext uri="{FF2B5EF4-FFF2-40B4-BE49-F238E27FC236}">
                <a16:creationId xmlns:a16="http://schemas.microsoft.com/office/drawing/2014/main" id="{CC24B330-69AF-7F0E-62B7-1C7F5D0F2E22}"/>
              </a:ext>
            </a:extLst>
          </p:cNvPr>
          <p:cNvSpPr/>
          <p:nvPr/>
        </p:nvSpPr>
        <p:spPr>
          <a:xfrm>
            <a:off x="6095999" y="1334987"/>
            <a:ext cx="6096001" cy="18000"/>
          </a:xfrm>
          <a:prstGeom prst="rect">
            <a:avLst/>
          </a:prstGeom>
          <a:solidFill>
            <a:srgbClr val="173340"/>
          </a:solidFill>
          <a:ln>
            <a:solidFill>
              <a:srgbClr val="1733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a:ln>
                <a:noFill/>
              </a:ln>
              <a:solidFill>
                <a:srgbClr val="FFFFFF"/>
              </a:solidFill>
              <a:effectLst/>
              <a:uLnTx/>
              <a:uFillTx/>
              <a:latin typeface="Ubuntu" panose="020B0504030602030204" pitchFamily="34" charset="0"/>
              <a:ea typeface="+mn-ea"/>
              <a:cs typeface="+mn-cs"/>
            </a:endParaRPr>
          </a:p>
        </p:txBody>
      </p:sp>
      <p:sp>
        <p:nvSpPr>
          <p:cNvPr id="18" name="Text Placeholder 17">
            <a:extLst>
              <a:ext uri="{FF2B5EF4-FFF2-40B4-BE49-F238E27FC236}">
                <a16:creationId xmlns:a16="http://schemas.microsoft.com/office/drawing/2014/main" id="{4F44E43C-437D-7EE6-8328-BE4087787CF5}"/>
              </a:ext>
            </a:extLst>
          </p:cNvPr>
          <p:cNvSpPr>
            <a:spLocks noGrp="1"/>
          </p:cNvSpPr>
          <p:nvPr>
            <p:ph type="body" sz="quarter" idx="11" hasCustomPrompt="1"/>
          </p:nvPr>
        </p:nvSpPr>
        <p:spPr>
          <a:xfrm>
            <a:off x="338138" y="1676400"/>
            <a:ext cx="5500687" cy="415498"/>
          </a:xfrm>
        </p:spPr>
        <p:txBody>
          <a:bodyPr/>
          <a:lstStyle>
            <a:lvl1pPr marL="288000" indent="-171450">
              <a:lnSpc>
                <a:spcPct val="100000"/>
              </a:lnSpc>
              <a:spcBef>
                <a:spcPts val="0"/>
              </a:spcBef>
              <a:spcAft>
                <a:spcPts val="600"/>
              </a:spcAft>
              <a:buFont typeface="Arial" panose="020B0604020202020204" pitchFamily="34" charset="0"/>
              <a:buChar char="•"/>
              <a:defRPr lang="es-ES" sz="1100" kern="1200" dirty="0">
                <a:solidFill>
                  <a:schemeClr val="bg1"/>
                </a:solidFill>
                <a:latin typeface="+mn-lt"/>
                <a:ea typeface="+mn-ea"/>
                <a:cs typeface="+mn-cs"/>
              </a:defRPr>
            </a:lvl1pPr>
            <a:lvl2pPr marL="448696" indent="-171450">
              <a:buFont typeface="Arial" panose="020B0604020202020204" pitchFamily="34" charset="0"/>
              <a:buChar char="•"/>
              <a:defRPr sz="1100">
                <a:solidFill>
                  <a:schemeClr val="bg1"/>
                </a:solidFill>
              </a:defRPr>
            </a:lvl2pPr>
            <a:lvl3pPr marL="725942" indent="-171450">
              <a:buFont typeface="Arial" panose="020B0604020202020204" pitchFamily="34" charset="0"/>
              <a:buChar char="•"/>
              <a:defRPr sz="1100">
                <a:solidFill>
                  <a:schemeClr val="bg1"/>
                </a:solidFill>
              </a:defRPr>
            </a:lvl3pPr>
            <a:lvl4pPr marL="1003188" indent="-171450">
              <a:buFont typeface="Arial" panose="020B0604020202020204" pitchFamily="34" charset="0"/>
              <a:buChar char="•"/>
              <a:defRPr sz="1100">
                <a:solidFill>
                  <a:schemeClr val="bg1"/>
                </a:solidFill>
              </a:defRPr>
            </a:lvl4pPr>
            <a:lvl5pPr marL="1280434" indent="-171450">
              <a:buFont typeface="Arial" panose="020B0604020202020204" pitchFamily="34" charset="0"/>
              <a:buChar char="•"/>
              <a:defRPr sz="1100">
                <a:solidFill>
                  <a:schemeClr val="bg1"/>
                </a:solidFill>
              </a:defRPr>
            </a:lvl5pPr>
          </a:lstStyle>
          <a:p>
            <a:pPr lvl="0"/>
            <a:r>
              <a:rPr lang="en-US" noProof="0"/>
              <a:t>Listar </a:t>
            </a:r>
            <a:r>
              <a:rPr lang="en-US" noProof="0" err="1"/>
              <a:t>actividades</a:t>
            </a:r>
            <a:r>
              <a:rPr lang="en-US" noProof="0"/>
              <a:t>. </a:t>
            </a:r>
            <a:r>
              <a:rPr lang="en-US" noProof="0" err="1"/>
              <a:t>Marcar</a:t>
            </a:r>
            <a:r>
              <a:rPr lang="en-US" noProof="0"/>
              <a:t> en </a:t>
            </a:r>
            <a:r>
              <a:rPr lang="en-US" noProof="0" err="1"/>
              <a:t>negrita</a:t>
            </a:r>
            <a:r>
              <a:rPr lang="en-US" noProof="0"/>
              <a:t> y </a:t>
            </a:r>
            <a:r>
              <a:rPr lang="en-US" noProof="0" err="1"/>
              <a:t>azul</a:t>
            </a:r>
            <a:r>
              <a:rPr lang="en-US" noProof="0"/>
              <a:t> las palabras claves</a:t>
            </a:r>
          </a:p>
          <a:p>
            <a:pPr lvl="0"/>
            <a:r>
              <a:rPr lang="en-US" noProof="0"/>
              <a:t>xxx</a:t>
            </a:r>
          </a:p>
        </p:txBody>
      </p:sp>
      <p:pic>
        <p:nvPicPr>
          <p:cNvPr id="19" name="Picture 2" descr="Lista 90+ Imagen De Fondo Edificios En Blanco Y Negro El último 12/2023">
            <a:extLst>
              <a:ext uri="{FF2B5EF4-FFF2-40B4-BE49-F238E27FC236}">
                <a16:creationId xmlns:a16="http://schemas.microsoft.com/office/drawing/2014/main" id="{CEC81821-912A-38D3-0EF0-CA6FE899F620}"/>
              </a:ext>
            </a:extLst>
          </p:cNvPr>
          <p:cNvPicPr>
            <a:picLocks noChangeAspect="1" noChangeArrowheads="1"/>
          </p:cNvPicPr>
          <p:nvPr/>
        </p:nvPicPr>
        <p:blipFill rotWithShape="1">
          <a:blip r:embed="rId2">
            <a:clrChange>
              <a:clrFrom>
                <a:srgbClr val="F5F5F5"/>
              </a:clrFrom>
              <a:clrTo>
                <a:srgbClr val="F5F5F5">
                  <a:alpha val="0"/>
                </a:srgbClr>
              </a:clrTo>
            </a:clrChange>
            <a:duotone>
              <a:schemeClr val="accent1">
                <a:shade val="45000"/>
                <a:satMod val="135000"/>
              </a:schemeClr>
              <a:prstClr val="white"/>
            </a:duotone>
            <a:alphaModFix amt="47000"/>
            <a:extLst>
              <a:ext uri="{28A0092B-C50C-407E-A947-70E740481C1C}">
                <a14:useLocalDpi xmlns:a14="http://schemas.microsoft.com/office/drawing/2010/main" val="0"/>
              </a:ext>
            </a:extLst>
          </a:blip>
          <a:srcRect t="33582" b="27817"/>
          <a:stretch/>
        </p:blipFill>
        <p:spPr bwMode="auto">
          <a:xfrm>
            <a:off x="6132663" y="4508781"/>
            <a:ext cx="6096000" cy="2353102"/>
          </a:xfrm>
          <a:prstGeom prst="rect">
            <a:avLst/>
          </a:prstGeom>
          <a:noFill/>
          <a:extLst>
            <a:ext uri="{909E8E84-426E-40DD-AFC4-6F175D3DCCD1}">
              <a14:hiddenFill xmlns:a14="http://schemas.microsoft.com/office/drawing/2010/main">
                <a:solidFill>
                  <a:srgbClr val="FFFFFF"/>
                </a:solidFill>
              </a14:hiddenFill>
            </a:ext>
          </a:extLst>
        </p:spPr>
      </p:pic>
      <p:sp>
        <p:nvSpPr>
          <p:cNvPr id="21" name="Text Placeholder 17">
            <a:extLst>
              <a:ext uri="{FF2B5EF4-FFF2-40B4-BE49-F238E27FC236}">
                <a16:creationId xmlns:a16="http://schemas.microsoft.com/office/drawing/2014/main" id="{DF4F9266-BD59-31DD-370E-6DB66963A874}"/>
              </a:ext>
            </a:extLst>
          </p:cNvPr>
          <p:cNvSpPr>
            <a:spLocks noGrp="1"/>
          </p:cNvSpPr>
          <p:nvPr>
            <p:ph type="body" sz="quarter" idx="12" hasCustomPrompt="1"/>
          </p:nvPr>
        </p:nvSpPr>
        <p:spPr>
          <a:xfrm>
            <a:off x="6251004" y="1687200"/>
            <a:ext cx="5500687" cy="415498"/>
          </a:xfrm>
        </p:spPr>
        <p:txBody>
          <a:bodyPr/>
          <a:lstStyle>
            <a:lvl1pPr marL="288000" indent="-171450">
              <a:lnSpc>
                <a:spcPct val="100000"/>
              </a:lnSpc>
              <a:spcBef>
                <a:spcPts val="0"/>
              </a:spcBef>
              <a:spcAft>
                <a:spcPts val="600"/>
              </a:spcAft>
              <a:buFont typeface="Arial" panose="020B0604020202020204" pitchFamily="34" charset="0"/>
              <a:buChar char="•"/>
              <a:defRPr lang="es-ES" sz="1100" kern="1200" dirty="0">
                <a:solidFill>
                  <a:schemeClr val="tx1"/>
                </a:solidFill>
                <a:latin typeface="+mn-lt"/>
                <a:ea typeface="+mn-ea"/>
                <a:cs typeface="+mn-cs"/>
              </a:defRPr>
            </a:lvl1pPr>
            <a:lvl2pPr marL="448696" indent="-171450">
              <a:buFont typeface="Arial" panose="020B0604020202020204" pitchFamily="34" charset="0"/>
              <a:buChar char="•"/>
              <a:defRPr sz="1100">
                <a:solidFill>
                  <a:schemeClr val="bg1"/>
                </a:solidFill>
              </a:defRPr>
            </a:lvl2pPr>
            <a:lvl3pPr marL="725942" indent="-171450">
              <a:buFont typeface="Arial" panose="020B0604020202020204" pitchFamily="34" charset="0"/>
              <a:buChar char="•"/>
              <a:defRPr sz="1100">
                <a:solidFill>
                  <a:schemeClr val="bg1"/>
                </a:solidFill>
              </a:defRPr>
            </a:lvl3pPr>
            <a:lvl4pPr marL="1003188" indent="-171450">
              <a:buFont typeface="Arial" panose="020B0604020202020204" pitchFamily="34" charset="0"/>
              <a:buChar char="•"/>
              <a:defRPr sz="1100">
                <a:solidFill>
                  <a:schemeClr val="bg1"/>
                </a:solidFill>
              </a:defRPr>
            </a:lvl4pPr>
            <a:lvl5pPr marL="1280434" indent="-171450">
              <a:buFont typeface="Arial" panose="020B0604020202020204" pitchFamily="34" charset="0"/>
              <a:buChar char="•"/>
              <a:defRPr sz="1100">
                <a:solidFill>
                  <a:schemeClr val="bg1"/>
                </a:solidFill>
              </a:defRPr>
            </a:lvl5pPr>
          </a:lstStyle>
          <a:p>
            <a:pPr lvl="0"/>
            <a:r>
              <a:rPr lang="en-US" noProof="0"/>
              <a:t>Listar </a:t>
            </a:r>
            <a:r>
              <a:rPr lang="en-US" noProof="0" err="1"/>
              <a:t>Entregables</a:t>
            </a:r>
            <a:r>
              <a:rPr lang="en-US" noProof="0"/>
              <a:t>. Abajo </a:t>
            </a:r>
            <a:r>
              <a:rPr lang="en-US" noProof="0" err="1"/>
              <a:t>poner</a:t>
            </a:r>
            <a:r>
              <a:rPr lang="en-US" noProof="0"/>
              <a:t> </a:t>
            </a:r>
            <a:r>
              <a:rPr lang="en-US" noProof="0" err="1"/>
              <a:t>ilustrativos</a:t>
            </a:r>
            <a:endParaRPr lang="en-US" noProof="0"/>
          </a:p>
          <a:p>
            <a:pPr lvl="0"/>
            <a:r>
              <a:rPr lang="en-US" noProof="0"/>
              <a:t>xxx</a:t>
            </a:r>
          </a:p>
        </p:txBody>
      </p:sp>
      <p:grpSp>
        <p:nvGrpSpPr>
          <p:cNvPr id="16" name="Group 15">
            <a:extLst>
              <a:ext uri="{FF2B5EF4-FFF2-40B4-BE49-F238E27FC236}">
                <a16:creationId xmlns:a16="http://schemas.microsoft.com/office/drawing/2014/main" id="{9B943E40-641F-5D1A-4D2C-BA447547A0A2}"/>
              </a:ext>
            </a:extLst>
          </p:cNvPr>
          <p:cNvGrpSpPr/>
          <p:nvPr/>
        </p:nvGrpSpPr>
        <p:grpSpPr>
          <a:xfrm>
            <a:off x="10167541" y="-70185"/>
            <a:ext cx="1228453" cy="954245"/>
            <a:chOff x="9543247" y="0"/>
            <a:chExt cx="1228453" cy="954245"/>
          </a:xfrm>
        </p:grpSpPr>
        <p:pic>
          <p:nvPicPr>
            <p:cNvPr id="17" name="Picture 2" descr="Home - Nordex SE - Español">
              <a:extLst>
                <a:ext uri="{FF2B5EF4-FFF2-40B4-BE49-F238E27FC236}">
                  <a16:creationId xmlns:a16="http://schemas.microsoft.com/office/drawing/2014/main" id="{DFD09D2F-36CE-7749-713A-D36B6F6EE7F9}"/>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59071"/>
            <a:stretch/>
          </p:blipFill>
          <p:spPr bwMode="auto">
            <a:xfrm>
              <a:off x="9884915" y="304800"/>
              <a:ext cx="886785" cy="64944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Home - Nordex SE - Español">
              <a:extLst>
                <a:ext uri="{FF2B5EF4-FFF2-40B4-BE49-F238E27FC236}">
                  <a16:creationId xmlns:a16="http://schemas.microsoft.com/office/drawing/2014/main" id="{62A95615-DB84-192F-5C06-C6D190D93C66}"/>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r="43742"/>
            <a:stretch/>
          </p:blipFill>
          <p:spPr bwMode="auto">
            <a:xfrm>
              <a:off x="9543247" y="0"/>
              <a:ext cx="1218906" cy="64944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7399530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9_Basica foto">
    <p:spTree>
      <p:nvGrpSpPr>
        <p:cNvPr id="1" name=""/>
        <p:cNvGrpSpPr/>
        <p:nvPr/>
      </p:nvGrpSpPr>
      <p:grpSpPr>
        <a:xfrm>
          <a:off x="0" y="0"/>
          <a:ext cx="0" cy="0"/>
          <a:chOff x="0" y="0"/>
          <a:chExt cx="0" cy="0"/>
        </a:xfrm>
      </p:grpSpPr>
      <p:pic>
        <p:nvPicPr>
          <p:cNvPr id="5122" name="Picture 2" descr="UK &amp; Ireland - Nordex SE">
            <a:extLst>
              <a:ext uri="{FF2B5EF4-FFF2-40B4-BE49-F238E27FC236}">
                <a16:creationId xmlns:a16="http://schemas.microsoft.com/office/drawing/2014/main" id="{D2006D1B-5BCE-D850-0F3C-096D827CDC8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288" r="7986"/>
          <a:stretch/>
        </p:blipFill>
        <p:spPr bwMode="auto">
          <a:xfrm>
            <a:off x="9436146" y="0"/>
            <a:ext cx="2755853"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62484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
        <p:nvSpPr>
          <p:cNvPr id="11" name="Rectangle 10">
            <a:extLst>
              <a:ext uri="{FF2B5EF4-FFF2-40B4-BE49-F238E27FC236}">
                <a16:creationId xmlns:a16="http://schemas.microsoft.com/office/drawing/2014/main" id="{67796098-66F7-F97D-0C10-86EEC9C0D8B5}"/>
              </a:ext>
            </a:extLst>
          </p:cNvPr>
          <p:cNvSpPr/>
          <p:nvPr/>
        </p:nvSpPr>
        <p:spPr>
          <a:xfrm>
            <a:off x="9436146" y="0"/>
            <a:ext cx="2755853" cy="6858000"/>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grpSp>
        <p:nvGrpSpPr>
          <p:cNvPr id="6" name="Groupe 1">
            <a:extLst>
              <a:ext uri="{FF2B5EF4-FFF2-40B4-BE49-F238E27FC236}">
                <a16:creationId xmlns:a16="http://schemas.microsoft.com/office/drawing/2014/main" id="{079CE6F8-5B74-7D1A-124C-CA4F26B545C3}"/>
              </a:ext>
            </a:extLst>
          </p:cNvPr>
          <p:cNvGrpSpPr>
            <a:grpSpLocks noChangeAspect="1"/>
          </p:cNvGrpSpPr>
          <p:nvPr/>
        </p:nvGrpSpPr>
        <p:grpSpPr>
          <a:xfrm>
            <a:off x="11467764" y="228600"/>
            <a:ext cx="419436" cy="388988"/>
            <a:chOff x="11501102" y="171573"/>
            <a:chExt cx="419436" cy="388988"/>
          </a:xfrm>
        </p:grpSpPr>
        <p:sp>
          <p:nvSpPr>
            <p:cNvPr id="7" name="Freeform 13">
              <a:extLst>
                <a:ext uri="{FF2B5EF4-FFF2-40B4-BE49-F238E27FC236}">
                  <a16:creationId xmlns:a16="http://schemas.microsoft.com/office/drawing/2014/main" id="{DF379B37-190F-9480-F058-F0F4EA221A02}"/>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D1F8BB86-21BE-71A4-1FD1-84649CFD73F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grpSp>
        <p:nvGrpSpPr>
          <p:cNvPr id="12" name="Group 11">
            <a:extLst>
              <a:ext uri="{FF2B5EF4-FFF2-40B4-BE49-F238E27FC236}">
                <a16:creationId xmlns:a16="http://schemas.microsoft.com/office/drawing/2014/main" id="{F8C44086-CBE0-1EDE-79F8-4A773CD08700}"/>
              </a:ext>
            </a:extLst>
          </p:cNvPr>
          <p:cNvGrpSpPr/>
          <p:nvPr/>
        </p:nvGrpSpPr>
        <p:grpSpPr>
          <a:xfrm>
            <a:off x="10167541" y="-70185"/>
            <a:ext cx="1228453" cy="954245"/>
            <a:chOff x="9543247" y="0"/>
            <a:chExt cx="1228453" cy="954245"/>
          </a:xfrm>
        </p:grpSpPr>
        <p:pic>
          <p:nvPicPr>
            <p:cNvPr id="13" name="Picture 2" descr="Home - Nordex SE - Español">
              <a:extLst>
                <a:ext uri="{FF2B5EF4-FFF2-40B4-BE49-F238E27FC236}">
                  <a16:creationId xmlns:a16="http://schemas.microsoft.com/office/drawing/2014/main" id="{57C92561-E553-0509-43F2-63FAEA129137}"/>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59071"/>
            <a:stretch/>
          </p:blipFill>
          <p:spPr bwMode="auto">
            <a:xfrm>
              <a:off x="9884915" y="304800"/>
              <a:ext cx="886785" cy="64944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Home - Nordex SE - Español">
              <a:extLst>
                <a:ext uri="{FF2B5EF4-FFF2-40B4-BE49-F238E27FC236}">
                  <a16:creationId xmlns:a16="http://schemas.microsoft.com/office/drawing/2014/main" id="{D77BD657-758B-92EA-7AA9-7031C772E17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r="43742"/>
            <a:stretch/>
          </p:blipFill>
          <p:spPr bwMode="auto">
            <a:xfrm>
              <a:off x="9543247" y="0"/>
              <a:ext cx="1218906" cy="64944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0526176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99_Credencial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200" y="0"/>
            <a:ext cx="11091600" cy="1104900"/>
          </a:xfrm>
        </p:spPr>
        <p:txBody>
          <a:bodyPr tIns="180000"/>
          <a:lstStyle>
            <a:lvl1pPr>
              <a:spcBef>
                <a:spcPts val="0"/>
              </a:spcBef>
              <a:defRPr cap="none" spc="200" baseline="0">
                <a:solidFill>
                  <a:schemeClr val="bg1"/>
                </a:solidFill>
              </a:defRPr>
            </a:lvl1pPr>
          </a:lstStyle>
          <a:p>
            <a:r>
              <a:rPr lang="en-US"/>
              <a:t>CLICK TO EDIT MASTER TITLE STYLE</a:t>
            </a:r>
            <a:endParaRPr lang="en-GB"/>
          </a:p>
        </p:txBody>
      </p:sp>
      <p:sp>
        <p:nvSpPr>
          <p:cNvPr id="7" name="Text Placeholder 9">
            <a:extLst>
              <a:ext uri="{FF2B5EF4-FFF2-40B4-BE49-F238E27FC236}">
                <a16:creationId xmlns:a16="http://schemas.microsoft.com/office/drawing/2014/main" id="{2F37D955-F6D5-4EE8-9B16-4327F495190B}"/>
              </a:ext>
            </a:extLst>
          </p:cNvPr>
          <p:cNvSpPr>
            <a:spLocks noGrp="1"/>
          </p:cNvSpPr>
          <p:nvPr>
            <p:ph type="body" sz="quarter" idx="15" hasCustomPrompt="1"/>
          </p:nvPr>
        </p:nvSpPr>
        <p:spPr>
          <a:xfrm>
            <a:off x="550200" y="1125538"/>
            <a:ext cx="11090938" cy="307777"/>
          </a:xfrm>
        </p:spPr>
        <p:txBody>
          <a:bodyPr>
            <a:spAutoFit/>
          </a:bodyPr>
          <a:lstStyle>
            <a:lvl1pPr>
              <a:defRPr sz="2000" b="0">
                <a:solidFill>
                  <a:schemeClr val="accent1"/>
                </a:solidFill>
                <a:latin typeface="+mn-lt"/>
              </a:defRPr>
            </a:lvl1pPr>
          </a:lstStyle>
          <a:p>
            <a:pPr lvl="0"/>
            <a:r>
              <a:rPr lang="en-US"/>
              <a:t>EDIT MASTER TEXT STYLES</a:t>
            </a:r>
          </a:p>
        </p:txBody>
      </p:sp>
    </p:spTree>
    <p:extLst>
      <p:ext uri="{BB962C8B-B14F-4D97-AF65-F5344CB8AC3E}">
        <p14:creationId xmlns:p14="http://schemas.microsoft.com/office/powerpoint/2010/main" val="65759234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1_Final Slide 1">
    <p:bg>
      <p:bgPr>
        <a:solidFill>
          <a:srgbClr val="272936"/>
        </a:solidFill>
        <a:effectLst/>
      </p:bgPr>
    </p:bg>
    <p:spTree>
      <p:nvGrpSpPr>
        <p:cNvPr id="1" name=""/>
        <p:cNvGrpSpPr/>
        <p:nvPr/>
      </p:nvGrpSpPr>
      <p:grpSpPr>
        <a:xfrm>
          <a:off x="0" y="0"/>
          <a:ext cx="0" cy="0"/>
          <a:chOff x="0" y="0"/>
          <a:chExt cx="0" cy="0"/>
        </a:xfrm>
      </p:grpSpPr>
      <p:pic>
        <p:nvPicPr>
          <p:cNvPr id="27" name="Image 27">
            <a:extLst>
              <a:ext uri="{FF2B5EF4-FFF2-40B4-BE49-F238E27FC236}">
                <a16:creationId xmlns:a16="http://schemas.microsoft.com/office/drawing/2014/main" id="{831377F0-7FB5-4F15-83F1-314D9967AB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s-ES" sz="700" noProof="0" err="1">
                <a:solidFill>
                  <a:schemeClr val="bg1"/>
                </a:solidFill>
                <a:latin typeface="Ubuntu" panose="020B0504030602030204" pitchFamily="34" charset="0"/>
                <a:cs typeface="Arial"/>
              </a:rPr>
              <a:t>This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presentation</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contains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information</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that</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may</a:t>
            </a:r>
            <a:r>
              <a:rPr lang="es-ES" sz="700" noProof="0">
                <a:solidFill>
                  <a:schemeClr val="bg1"/>
                </a:solidFill>
                <a:latin typeface="Ubuntu" panose="020B0504030602030204" pitchFamily="34" charset="0"/>
                <a:cs typeface="Arial"/>
              </a:rPr>
              <a:t> be </a:t>
            </a:r>
            <a:r>
              <a:rPr lang="es-ES" sz="700" noProof="0" err="1">
                <a:solidFill>
                  <a:schemeClr val="bg1"/>
                </a:solidFill>
                <a:latin typeface="Ubuntu" panose="020B0504030602030204" pitchFamily="34" charset="0"/>
                <a:cs typeface="Arial"/>
              </a:rPr>
              <a:t>privileged</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or</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confidential</a:t>
            </a:r>
            <a:r>
              <a:rPr lang="es-ES" sz="700" noProof="0">
                <a:solidFill>
                  <a:schemeClr val="bg1"/>
                </a:solidFill>
                <a:latin typeface="Ubuntu" panose="020B0504030602030204" pitchFamily="34" charset="0"/>
                <a:cs typeface="Arial"/>
              </a:rPr>
              <a:t> and </a:t>
            </a:r>
            <a:r>
              <a:rPr lang="es-ES" sz="700" noProof="0" err="1">
                <a:solidFill>
                  <a:schemeClr val="bg1"/>
                </a:solidFill>
                <a:latin typeface="Ubuntu" panose="020B0504030602030204" pitchFamily="34" charset="0"/>
                <a:cs typeface="Arial"/>
              </a:rPr>
              <a:t>is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the</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property</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of</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the</a:t>
            </a:r>
            <a:r>
              <a:rPr lang="es-ES" sz="700" noProof="0">
                <a:solidFill>
                  <a:schemeClr val="bg1"/>
                </a:solidFill>
                <a:latin typeface="Ubuntu" panose="020B0504030602030204" pitchFamily="34" charset="0"/>
                <a:cs typeface="Arial"/>
              </a:rPr>
              <a:t> Capgemini </a:t>
            </a:r>
            <a:r>
              <a:rPr lang="es-ES" sz="700" noProof="0" err="1">
                <a:solidFill>
                  <a:schemeClr val="bg1"/>
                </a:solidFill>
                <a:latin typeface="Ubuntu" panose="020B0504030602030204" pitchFamily="34" charset="0"/>
                <a:cs typeface="Arial"/>
              </a:rPr>
              <a:t>Group</a:t>
            </a:r>
            <a:r>
              <a:rPr lang="es-ES" sz="700" noProof="0">
                <a:solidFill>
                  <a:schemeClr val="bg1"/>
                </a:solidFill>
                <a:latin typeface="Ubuntu" panose="020B0504030602030204" pitchFamily="34" charset="0"/>
                <a:cs typeface="Arial"/>
              </a:rPr>
              <a:t>.</a:t>
            </a:r>
          </a:p>
          <a:p>
            <a:pPr>
              <a:spcAft>
                <a:spcPts val="600"/>
              </a:spcAft>
            </a:pPr>
            <a:r>
              <a:rPr lang="es-ES" sz="700" noProof="0">
                <a:solidFill>
                  <a:schemeClr val="bg1"/>
                </a:solidFill>
                <a:latin typeface="Ubuntu" panose="020B0504030602030204" pitchFamily="34" charset="0"/>
                <a:cs typeface="Arial"/>
              </a:rPr>
              <a:t>Copyright © 2023 Capgemini. </a:t>
            </a:r>
            <a:r>
              <a:rPr lang="es-ES" sz="700" noProof="0" err="1">
                <a:solidFill>
                  <a:schemeClr val="bg1"/>
                </a:solidFill>
                <a:latin typeface="Ubuntu" panose="020B0504030602030204" pitchFamily="34" charset="0"/>
                <a:cs typeface="Arial"/>
              </a:rPr>
              <a:t>All</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rights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reserved</a:t>
            </a:r>
            <a:r>
              <a:rPr lang="es-ES" sz="700" noProof="0">
                <a:solidFill>
                  <a:schemeClr val="bg1"/>
                </a:solidFill>
                <a:latin typeface="Ubuntu" panose="020B0504030602030204" pitchFamily="34" charset="0"/>
                <a:cs typeface="Arial"/>
              </a:rPr>
              <a:t>.</a:t>
            </a:r>
          </a:p>
        </p:txBody>
      </p:sp>
      <p:sp>
        <p:nvSpPr>
          <p:cNvPr id="14" name="Rectangle 13"/>
          <p:cNvSpPr/>
          <p:nvPr/>
        </p:nvSpPr>
        <p:spPr>
          <a:xfrm>
            <a:off x="6536185" y="2920221"/>
            <a:ext cx="4672383"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just"/>
            <a:r>
              <a:rPr lang="es-ES" sz="900" kern="1200">
                <a:solidFill>
                  <a:schemeClr val="lt1"/>
                </a:solidFill>
                <a:effectLst/>
                <a:latin typeface="+mn-lt"/>
                <a:ea typeface="+mn-ea"/>
                <a:cs typeface="+mn-cs"/>
              </a:rPr>
              <a:t>As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digital </a:t>
            </a:r>
            <a:r>
              <a:rPr lang="es-ES" sz="900" kern="1200" err="1">
                <a:solidFill>
                  <a:schemeClr val="lt1"/>
                </a:solidFill>
                <a:effectLst/>
                <a:latin typeface="+mn-lt"/>
                <a:ea typeface="+mn-ea"/>
                <a:cs typeface="+mn-cs"/>
              </a:rPr>
              <a:t>innovation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design</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transformation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brand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Invent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enables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CxOs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envision</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shape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future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Located</a:t>
            </a:r>
            <a:r>
              <a:rPr lang="es-ES" sz="900" kern="1200">
                <a:solidFill>
                  <a:schemeClr val="lt1"/>
                </a:solidFill>
                <a:effectLst/>
                <a:latin typeface="+mn-lt"/>
                <a:ea typeface="+mn-ea"/>
                <a:cs typeface="+mn-cs"/>
              </a:rPr>
              <a:t> in more </a:t>
            </a:r>
            <a:r>
              <a:rPr lang="es-ES" sz="900" kern="1200" err="1">
                <a:solidFill>
                  <a:schemeClr val="lt1"/>
                </a:solidFill>
                <a:effectLst/>
                <a:latin typeface="+mn-lt"/>
                <a:ea typeface="+mn-ea"/>
                <a:cs typeface="+mn-cs"/>
              </a:rPr>
              <a:t>than</a:t>
            </a:r>
            <a:r>
              <a:rPr lang="es-ES" sz="900" kern="1200">
                <a:solidFill>
                  <a:schemeClr val="lt1"/>
                </a:solidFill>
                <a:effectLst/>
                <a:latin typeface="+mn-lt"/>
                <a:ea typeface="+mn-ea"/>
                <a:cs typeface="+mn-cs"/>
              </a:rPr>
              <a:t> 36 </a:t>
            </a:r>
            <a:r>
              <a:rPr lang="es-ES" sz="900" kern="1200" err="1">
                <a:solidFill>
                  <a:schemeClr val="lt1"/>
                </a:solidFill>
                <a:effectLst/>
                <a:latin typeface="+mn-lt"/>
                <a:ea typeface="+mn-ea"/>
                <a:cs typeface="+mn-cs"/>
              </a:rPr>
              <a:t>offices</a:t>
            </a:r>
            <a:r>
              <a:rPr lang="es-ES" sz="900" kern="1200">
                <a:solidFill>
                  <a:schemeClr val="lt1"/>
                </a:solidFill>
                <a:effectLst/>
                <a:latin typeface="+mn-lt"/>
                <a:ea typeface="+mn-ea"/>
                <a:cs typeface="+mn-cs"/>
              </a:rPr>
              <a:t> and 37 creative </a:t>
            </a:r>
            <a:r>
              <a:rPr lang="es-ES" sz="900" kern="1200" err="1">
                <a:solidFill>
                  <a:schemeClr val="lt1"/>
                </a:solidFill>
                <a:effectLst/>
                <a:latin typeface="+mn-lt"/>
                <a:ea typeface="+mn-ea"/>
                <a:cs typeface="+mn-cs"/>
              </a:rPr>
              <a:t>studios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around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world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comprises</a:t>
            </a:r>
            <a:r>
              <a:rPr lang="es-ES" sz="900" kern="1200">
                <a:solidFill>
                  <a:schemeClr val="lt1"/>
                </a:solidFill>
                <a:effectLst/>
                <a:latin typeface="+mn-lt"/>
                <a:ea typeface="+mn-ea"/>
                <a:cs typeface="+mn-cs"/>
              </a:rPr>
              <a:t> a 10,000+ </a:t>
            </a:r>
            <a:r>
              <a:rPr lang="es-ES" sz="900" kern="1200" err="1">
                <a:solidFill>
                  <a:schemeClr val="lt1"/>
                </a:solidFill>
                <a:effectLst/>
                <a:latin typeface="+mn-lt"/>
                <a:ea typeface="+mn-ea"/>
                <a:cs typeface="+mn-cs"/>
              </a:rPr>
              <a:t>strong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team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strategists</a:t>
            </a:r>
            <a:r>
              <a:rPr lang="es-ES" sz="900" kern="1200">
                <a:solidFill>
                  <a:schemeClr val="lt1"/>
                </a:solidFill>
                <a:effectLst/>
                <a:latin typeface="+mn-lt"/>
                <a:ea typeface="+mn-ea"/>
                <a:cs typeface="+mn-cs"/>
              </a:rPr>
              <a:t>, data </a:t>
            </a:r>
            <a:r>
              <a:rPr lang="es-ES" sz="900" kern="1200" err="1">
                <a:solidFill>
                  <a:schemeClr val="lt1"/>
                </a:solidFill>
                <a:effectLst/>
                <a:latin typeface="+mn-lt"/>
                <a:ea typeface="+mn-ea"/>
                <a:cs typeface="+mn-cs"/>
              </a:rPr>
              <a:t>scientists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product</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experience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designers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brand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experts</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technologists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who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develop</a:t>
            </a:r>
            <a:r>
              <a:rPr lang="es-ES" sz="900" kern="1200">
                <a:solidFill>
                  <a:schemeClr val="lt1"/>
                </a:solidFill>
                <a:effectLst/>
                <a:latin typeface="+mn-lt"/>
                <a:ea typeface="+mn-ea"/>
                <a:cs typeface="+mn-cs"/>
              </a:rPr>
              <a:t> new digital </a:t>
            </a:r>
            <a:r>
              <a:rPr lang="es-ES" sz="900" kern="1200" err="1">
                <a:solidFill>
                  <a:schemeClr val="lt1"/>
                </a:solidFill>
                <a:effectLst/>
                <a:latin typeface="+mn-lt"/>
                <a:ea typeface="+mn-ea"/>
                <a:cs typeface="+mn-cs"/>
              </a:rPr>
              <a:t>services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products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experiences</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models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for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sustainable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growth</a:t>
            </a:r>
            <a:r>
              <a:rPr lang="es-ES" sz="900" kern="1200">
                <a:solidFill>
                  <a:schemeClr val="lt1"/>
                </a:solidFill>
                <a:effectLst/>
                <a:latin typeface="+mn-lt"/>
                <a:ea typeface="+mn-ea"/>
                <a:cs typeface="+mn-cs"/>
              </a:rPr>
              <a:t>.</a:t>
            </a:r>
          </a:p>
          <a:p>
            <a:pPr algn="just"/>
            <a:endParaRPr lang="es-ES" sz="900" kern="1200">
              <a:solidFill>
                <a:schemeClr val="lt1"/>
              </a:solidFill>
              <a:effectLst/>
              <a:latin typeface="+mn-lt"/>
              <a:ea typeface="+mn-ea"/>
              <a:cs typeface="+mn-cs"/>
            </a:endParaRPr>
          </a:p>
          <a:p>
            <a:pPr algn="just"/>
            <a:r>
              <a:rPr lang="es-ES" sz="900" kern="1200">
                <a:solidFill>
                  <a:schemeClr val="lt1"/>
                </a:solidFill>
                <a:effectLst/>
                <a:latin typeface="+mn-lt"/>
                <a:ea typeface="+mn-ea"/>
                <a:cs typeface="+mn-cs"/>
              </a:rPr>
              <a:t>Capgemini </a:t>
            </a:r>
            <a:r>
              <a:rPr lang="es-ES" sz="900" kern="1200" err="1">
                <a:solidFill>
                  <a:schemeClr val="lt1"/>
                </a:solidFill>
                <a:effectLst/>
                <a:latin typeface="+mn-lt"/>
                <a:ea typeface="+mn-ea"/>
                <a:cs typeface="+mn-cs"/>
              </a:rPr>
              <a:t>Invent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an</a:t>
            </a:r>
            <a:r>
              <a:rPr lang="es-ES" sz="900" kern="1200">
                <a:solidFill>
                  <a:schemeClr val="lt1"/>
                </a:solidFill>
                <a:effectLst/>
                <a:latin typeface="+mn-lt"/>
                <a:ea typeface="+mn-ea"/>
                <a:cs typeface="+mn-cs"/>
              </a:rPr>
              <a:t> integral </a:t>
            </a:r>
            <a:r>
              <a:rPr lang="es-ES" sz="900" kern="1200" err="1">
                <a:solidFill>
                  <a:schemeClr val="lt1"/>
                </a:solidFill>
                <a:effectLst/>
                <a:latin typeface="+mn-lt"/>
                <a:ea typeface="+mn-ea"/>
                <a:cs typeface="+mn-cs"/>
              </a:rPr>
              <a:t>part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Capgemini, a global leader in </a:t>
            </a:r>
            <a:r>
              <a:rPr lang="es-ES" sz="900" kern="1200" err="1">
                <a:solidFill>
                  <a:schemeClr val="lt1"/>
                </a:solidFill>
                <a:effectLst/>
                <a:latin typeface="+mn-lt"/>
                <a:ea typeface="+mn-ea"/>
                <a:cs typeface="+mn-cs"/>
              </a:rPr>
              <a:t>partnering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with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companies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transform</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manage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harnessing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power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technology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guided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everyday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purpose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unleashing</a:t>
            </a:r>
            <a:r>
              <a:rPr lang="es-ES" sz="900" kern="1200">
                <a:solidFill>
                  <a:schemeClr val="lt1"/>
                </a:solidFill>
                <a:effectLst/>
                <a:latin typeface="+mn-lt"/>
                <a:ea typeface="+mn-ea"/>
                <a:cs typeface="+mn-cs"/>
              </a:rPr>
              <a:t> human </a:t>
            </a:r>
            <a:r>
              <a:rPr lang="es-ES" sz="900" kern="1200" err="1">
                <a:solidFill>
                  <a:schemeClr val="lt1"/>
                </a:solidFill>
                <a:effectLst/>
                <a:latin typeface="+mn-lt"/>
                <a:ea typeface="+mn-ea"/>
                <a:cs typeface="+mn-cs"/>
              </a:rPr>
              <a:t>energy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through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technology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for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an</a:t>
            </a:r>
            <a:r>
              <a:rPr lang="es-ES" sz="900" kern="1200">
                <a:solidFill>
                  <a:schemeClr val="lt1"/>
                </a:solidFill>
                <a:effectLst/>
                <a:latin typeface="+mn-lt"/>
                <a:ea typeface="+mn-ea"/>
                <a:cs typeface="+mn-cs"/>
              </a:rPr>
              <a:t> inclusive and </a:t>
            </a:r>
            <a:r>
              <a:rPr lang="es-ES" sz="900" kern="1200" err="1">
                <a:solidFill>
                  <a:schemeClr val="lt1"/>
                </a:solidFill>
                <a:effectLst/>
                <a:latin typeface="+mn-lt"/>
                <a:ea typeface="+mn-ea"/>
                <a:cs typeface="+mn-cs"/>
              </a:rPr>
              <a:t>sustainable</a:t>
            </a:r>
            <a:r>
              <a:rPr lang="es-ES" sz="900" kern="1200">
                <a:solidFill>
                  <a:schemeClr val="lt1"/>
                </a:solidFill>
                <a:effectLst/>
                <a:latin typeface="+mn-lt"/>
                <a:ea typeface="+mn-ea"/>
                <a:cs typeface="+mn-cs"/>
              </a:rPr>
              <a:t> future. </a:t>
            </a:r>
            <a:r>
              <a:rPr lang="es-ES" sz="900" kern="1200" err="1">
                <a:solidFill>
                  <a:schemeClr val="lt1"/>
                </a:solidFill>
                <a:effectLst/>
                <a:latin typeface="+mn-lt"/>
                <a:ea typeface="+mn-ea"/>
                <a:cs typeface="+mn-cs"/>
              </a:rPr>
              <a:t>It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 </a:t>
            </a:r>
            <a:r>
              <a:rPr lang="es-ES" sz="900" kern="1200" err="1">
                <a:solidFill>
                  <a:schemeClr val="lt1"/>
                </a:solidFill>
                <a:effectLst/>
                <a:latin typeface="+mn-lt"/>
                <a:ea typeface="+mn-ea"/>
                <a:cs typeface="+mn-cs"/>
              </a:rPr>
              <a:t>responsible</a:t>
            </a:r>
            <a:r>
              <a:rPr lang="es-ES" sz="900" kern="1200">
                <a:solidFill>
                  <a:schemeClr val="lt1"/>
                </a:solidFill>
                <a:effectLst/>
                <a:latin typeface="+mn-lt"/>
                <a:ea typeface="+mn-ea"/>
                <a:cs typeface="+mn-cs"/>
              </a:rPr>
              <a:t> and diverse </a:t>
            </a:r>
            <a:r>
              <a:rPr lang="es-ES" sz="900" kern="1200" err="1">
                <a:solidFill>
                  <a:schemeClr val="lt1"/>
                </a:solidFill>
                <a:effectLst/>
                <a:latin typeface="+mn-lt"/>
                <a:ea typeface="+mn-ea"/>
                <a:cs typeface="+mn-cs"/>
              </a:rPr>
              <a:t>organization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over</a:t>
            </a:r>
            <a:r>
              <a:rPr lang="es-ES" sz="900" kern="1200">
                <a:solidFill>
                  <a:schemeClr val="lt1"/>
                </a:solidFill>
                <a:effectLst/>
                <a:latin typeface="+mn-lt"/>
                <a:ea typeface="+mn-ea"/>
                <a:cs typeface="+mn-cs"/>
              </a:rPr>
              <a:t> 300,000 </a:t>
            </a:r>
            <a:r>
              <a:rPr lang="es-ES" sz="900" kern="1200" err="1">
                <a:solidFill>
                  <a:schemeClr val="lt1"/>
                </a:solidFill>
                <a:effectLst/>
                <a:latin typeface="+mn-lt"/>
                <a:ea typeface="+mn-ea"/>
                <a:cs typeface="+mn-cs"/>
              </a:rPr>
              <a:t>team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members</a:t>
            </a:r>
            <a:r>
              <a:rPr lang="es-ES" sz="900" kern="1200">
                <a:solidFill>
                  <a:schemeClr val="lt1"/>
                </a:solidFill>
                <a:effectLst/>
                <a:latin typeface="+mn-lt"/>
                <a:ea typeface="+mn-ea"/>
                <a:cs typeface="+mn-cs"/>
              </a:rPr>
              <a:t> in </a:t>
            </a:r>
            <a:r>
              <a:rPr lang="es-ES" sz="900" kern="1200" err="1">
                <a:solidFill>
                  <a:schemeClr val="lt1"/>
                </a:solidFill>
                <a:effectLst/>
                <a:latin typeface="+mn-lt"/>
                <a:ea typeface="+mn-ea"/>
                <a:cs typeface="+mn-cs"/>
              </a:rPr>
              <a:t>nearly</a:t>
            </a:r>
            <a:r>
              <a:rPr lang="es-ES" sz="900" kern="1200">
                <a:solidFill>
                  <a:schemeClr val="lt1"/>
                </a:solidFill>
                <a:effectLst/>
                <a:latin typeface="+mn-lt"/>
                <a:ea typeface="+mn-ea"/>
                <a:cs typeface="+mn-cs"/>
              </a:rPr>
              <a:t> 50 </a:t>
            </a:r>
            <a:r>
              <a:rPr lang="es-ES" sz="900" kern="1200" err="1">
                <a:solidFill>
                  <a:schemeClr val="lt1"/>
                </a:solidFill>
                <a:effectLst/>
                <a:latin typeface="+mn-lt"/>
                <a:ea typeface="+mn-ea"/>
                <a:cs typeface="+mn-cs"/>
              </a:rPr>
              <a:t>countries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With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strong</a:t>
            </a:r>
            <a:r>
              <a:rPr lang="es-ES" sz="900" kern="1200">
                <a:solidFill>
                  <a:schemeClr val="lt1"/>
                </a:solidFill>
                <a:effectLst/>
                <a:latin typeface="+mn-lt"/>
                <a:ea typeface="+mn-ea"/>
                <a:cs typeface="+mn-cs"/>
              </a:rPr>
              <a:t> 50-year </a:t>
            </a:r>
            <a:r>
              <a:rPr lang="es-ES" sz="900" kern="1200" err="1">
                <a:solidFill>
                  <a:schemeClr val="lt1"/>
                </a:solidFill>
                <a:effectLst/>
                <a:latin typeface="+mn-lt"/>
                <a:ea typeface="+mn-ea"/>
                <a:cs typeface="+mn-cs"/>
              </a:rPr>
              <a:t>heritage</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deep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industry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expertise</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trusted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clients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address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entire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breadth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needs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from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strategy</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design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operations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fueled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fast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evolving</a:t>
            </a:r>
            <a:r>
              <a:rPr lang="es-ES" sz="900" kern="1200">
                <a:solidFill>
                  <a:schemeClr val="lt1"/>
                </a:solidFill>
                <a:effectLst/>
                <a:latin typeface="+mn-lt"/>
                <a:ea typeface="+mn-ea"/>
                <a:cs typeface="+mn-cs"/>
              </a:rPr>
              <a:t> and innovative </a:t>
            </a:r>
            <a:r>
              <a:rPr lang="es-ES" sz="900" kern="1200" err="1">
                <a:solidFill>
                  <a:schemeClr val="lt1"/>
                </a:solidFill>
                <a:effectLst/>
                <a:latin typeface="+mn-lt"/>
                <a:ea typeface="+mn-ea"/>
                <a:cs typeface="+mn-cs"/>
              </a:rPr>
              <a:t>world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cloud</a:t>
            </a:r>
            <a:r>
              <a:rPr lang="es-ES" sz="900" kern="1200">
                <a:solidFill>
                  <a:schemeClr val="lt1"/>
                </a:solidFill>
                <a:effectLst/>
                <a:latin typeface="+mn-lt"/>
                <a:ea typeface="+mn-ea"/>
                <a:cs typeface="+mn-cs"/>
              </a:rPr>
              <a:t>, data, AI, </a:t>
            </a:r>
            <a:r>
              <a:rPr lang="es-ES" sz="900" kern="1200" err="1">
                <a:solidFill>
                  <a:schemeClr val="lt1"/>
                </a:solidFill>
                <a:effectLst/>
                <a:latin typeface="+mn-lt"/>
                <a:ea typeface="+mn-ea"/>
                <a:cs typeface="+mn-cs"/>
              </a:rPr>
              <a:t>connectivity</a:t>
            </a:r>
            <a:r>
              <a:rPr lang="es-ES" sz="900" kern="1200">
                <a:solidFill>
                  <a:schemeClr val="lt1"/>
                </a:solidFill>
                <a:effectLst/>
                <a:latin typeface="+mn-lt"/>
                <a:ea typeface="+mn-ea"/>
                <a:cs typeface="+mn-cs"/>
              </a:rPr>
              <a:t>, software, digital </a:t>
            </a:r>
            <a:r>
              <a:rPr lang="es-ES" sz="900" kern="1200" err="1">
                <a:solidFill>
                  <a:schemeClr val="lt1"/>
                </a:solidFill>
                <a:effectLst/>
                <a:latin typeface="+mn-lt"/>
                <a:ea typeface="+mn-ea"/>
                <a:cs typeface="+mn-cs"/>
              </a:rPr>
              <a:t>engineering</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platforms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reported</a:t>
            </a:r>
            <a:r>
              <a:rPr lang="es-ES" sz="900" kern="1200">
                <a:solidFill>
                  <a:schemeClr val="lt1"/>
                </a:solidFill>
                <a:effectLst/>
                <a:latin typeface="+mn-lt"/>
                <a:ea typeface="+mn-ea"/>
                <a:cs typeface="+mn-cs"/>
              </a:rPr>
              <a:t> in 2020 global </a:t>
            </a:r>
            <a:r>
              <a:rPr lang="es-ES" sz="900" kern="1200" err="1">
                <a:solidFill>
                  <a:schemeClr val="lt1"/>
                </a:solidFill>
                <a:effectLst/>
                <a:latin typeface="+mn-lt"/>
                <a:ea typeface="+mn-ea"/>
                <a:cs typeface="+mn-cs"/>
              </a:rPr>
              <a:t>revenues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€16 </a:t>
            </a:r>
            <a:r>
              <a:rPr lang="es-ES" sz="900" kern="1200" err="1">
                <a:solidFill>
                  <a:schemeClr val="lt1"/>
                </a:solidFill>
                <a:effectLst/>
                <a:latin typeface="+mn-lt"/>
                <a:ea typeface="+mn-ea"/>
                <a:cs typeface="+mn-cs"/>
              </a:rPr>
              <a:t>billion</a:t>
            </a:r>
            <a:r>
              <a:rPr lang="es-ES" sz="900" kern="1200">
                <a:solidFill>
                  <a:schemeClr val="lt1"/>
                </a:solidFill>
                <a:effectLst/>
                <a:latin typeface="+mn-lt"/>
                <a:ea typeface="+mn-ea"/>
                <a:cs typeface="+mn-cs"/>
              </a:rPr>
              <a:t>.</a:t>
            </a: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nSpc>
                <a:spcPts val="2000"/>
              </a:lnSpc>
            </a:pPr>
            <a:r>
              <a:rPr lang="es-ES" sz="1400" err="1">
                <a:solidFill>
                  <a:schemeClr val="bg1"/>
                </a:solidFill>
                <a:latin typeface="Ubuntu" panose="020B0504030602030204" pitchFamily="34" charset="0"/>
              </a:rPr>
              <a:t>About</a:t>
            </a:r>
            <a:r>
              <a:rPr lang="es-ES" sz="1400">
                <a:solidFill>
                  <a:schemeClr val="bg1"/>
                </a:solidFill>
                <a:latin typeface="Ubuntu" panose="020B0504030602030204" pitchFamily="34" charset="0"/>
              </a:rPr>
              <a:t> Capgemini </a:t>
            </a:r>
            <a:r>
              <a:rPr lang="es-ES" sz="1400" err="1">
                <a:solidFill>
                  <a:schemeClr val="bg1"/>
                </a:solidFill>
                <a:latin typeface="Ubuntu" panose="020B0504030602030204" pitchFamily="34" charset="0"/>
              </a:rPr>
              <a:t>Invent</a:t>
            </a:r>
            <a:endParaRPr lang="es-ES" sz="1400">
              <a:solidFill>
                <a:schemeClr val="bg1"/>
              </a:solidFill>
              <a:latin typeface="Ubuntu" panose="020B0504030602030204" pitchFamily="34" charset="0"/>
            </a:endParaRP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400" rtl="0" eaLnBrk="1" fontAlgn="auto" latinLnBrk="0" hangingPunct="1">
              <a:lnSpc>
                <a:spcPts val="1200"/>
              </a:lnSpc>
              <a:spcBef>
                <a:spcPts val="0"/>
              </a:spcBef>
              <a:spcAft>
                <a:spcPts val="0"/>
              </a:spcAft>
              <a:buClrTx/>
              <a:buSzTx/>
              <a:buFontTx/>
              <a:buNone/>
              <a:tabLst/>
              <a:defRPr/>
            </a:pPr>
            <a:r>
              <a:rPr lang="es-ES" sz="900" err="1">
                <a:solidFill>
                  <a:schemeClr val="bg1"/>
                </a:solidFill>
                <a:effectLst/>
                <a:latin typeface="Ubuntu" panose="020B0504030602030204" pitchFamily="34" charset="0"/>
              </a:rPr>
              <a:t>Get</a:t>
            </a:r>
            <a:r>
              <a:rPr lang="es-ES" sz="900">
                <a:solidFill>
                  <a:schemeClr val="bg1"/>
                </a:solidFill>
                <a:effectLst/>
                <a:latin typeface="Ubuntu" panose="020B0504030602030204" pitchFamily="34" charset="0"/>
              </a:rPr>
              <a:t> </a:t>
            </a:r>
            <a:r>
              <a:rPr lang="es-ES" sz="900" err="1">
                <a:solidFill>
                  <a:schemeClr val="bg1"/>
                </a:solidFill>
                <a:effectLst/>
                <a:latin typeface="Ubuntu" panose="020B0504030602030204" pitchFamily="34" charset="0"/>
              </a:rPr>
              <a:t>The</a:t>
            </a:r>
            <a:r>
              <a:rPr lang="es-ES" sz="900">
                <a:solidFill>
                  <a:schemeClr val="bg1"/>
                </a:solidFill>
                <a:effectLst/>
                <a:latin typeface="Ubuntu" panose="020B0504030602030204" pitchFamily="34" charset="0"/>
              </a:rPr>
              <a:t> Future </a:t>
            </a:r>
            <a:r>
              <a:rPr lang="es-ES" sz="900" err="1">
                <a:solidFill>
                  <a:schemeClr val="bg1"/>
                </a:solidFill>
                <a:effectLst/>
                <a:latin typeface="Ubuntu" panose="020B0504030602030204" pitchFamily="34" charset="0"/>
              </a:rPr>
              <a:t>You</a:t>
            </a:r>
            <a:r>
              <a:rPr lang="es-ES" sz="900">
                <a:solidFill>
                  <a:schemeClr val="bg1"/>
                </a:solidFill>
                <a:effectLst/>
                <a:latin typeface="Ubuntu" panose="020B0504030602030204" pitchFamily="34" charset="0"/>
              </a:rPr>
              <a:t> </a:t>
            </a:r>
            <a:r>
              <a:rPr lang="es-ES" sz="900" err="1">
                <a:solidFill>
                  <a:schemeClr val="bg1"/>
                </a:solidFill>
                <a:effectLst/>
                <a:latin typeface="Ubuntu" panose="020B0504030602030204" pitchFamily="34" charset="0"/>
              </a:rPr>
              <a:t>Want</a:t>
            </a:r>
            <a:r>
              <a:rPr lang="es-ES" sz="900">
                <a:solidFill>
                  <a:schemeClr val="bg1"/>
                </a:solidFill>
                <a:effectLst/>
                <a:latin typeface="Ubuntu" panose="020B0504030602030204" pitchFamily="34" charset="0"/>
              </a:rPr>
              <a:t> | </a:t>
            </a:r>
            <a:r>
              <a:rPr lang="es-ES" sz="105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grpSp>
        <p:nvGrpSpPr>
          <p:cNvPr id="22" name="Group 21">
            <a:extLst>
              <a:ext uri="{FF2B5EF4-FFF2-40B4-BE49-F238E27FC236}">
                <a16:creationId xmlns:a16="http://schemas.microsoft.com/office/drawing/2014/main" id="{7104071F-EAB2-4DB8-853B-B72B38D866DC}"/>
              </a:ext>
            </a:extLst>
          </p:cNvPr>
          <p:cNvGrpSpPr/>
          <p:nvPr/>
        </p:nvGrpSpPr>
        <p:grpSpPr>
          <a:xfrm>
            <a:off x="464334" y="5214282"/>
            <a:ext cx="1866702" cy="333195"/>
            <a:chOff x="426720" y="4976083"/>
            <a:chExt cx="1866702" cy="333195"/>
          </a:xfrm>
        </p:grpSpPr>
        <p:pic>
          <p:nvPicPr>
            <p:cNvPr id="24" name="Picture 2">
              <a:hlinkClick r:id="rId4"/>
              <a:extLst>
                <a:ext uri="{FF2B5EF4-FFF2-40B4-BE49-F238E27FC236}">
                  <a16:creationId xmlns:a16="http://schemas.microsoft.com/office/drawing/2014/main" id="{F994E339-CD91-451A-8F50-174559915C56}"/>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25" name="Picture 4">
              <a:hlinkClick r:id="rId6"/>
              <a:extLst>
                <a:ext uri="{FF2B5EF4-FFF2-40B4-BE49-F238E27FC236}">
                  <a16:creationId xmlns:a16="http://schemas.microsoft.com/office/drawing/2014/main" id="{3CF14C60-31ED-4659-A889-597070DD6DC7}"/>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6" name="Picture 5">
              <a:hlinkClick r:id="rId8"/>
              <a:extLst>
                <a:ext uri="{FF2B5EF4-FFF2-40B4-BE49-F238E27FC236}">
                  <a16:creationId xmlns:a16="http://schemas.microsoft.com/office/drawing/2014/main" id="{9E6C6A59-C94E-4D60-81D7-689D96240FBB}"/>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8" name="Picture 6">
              <a:hlinkClick r:id="rId10"/>
              <a:extLst>
                <a:ext uri="{FF2B5EF4-FFF2-40B4-BE49-F238E27FC236}">
                  <a16:creationId xmlns:a16="http://schemas.microsoft.com/office/drawing/2014/main" id="{A3A352BB-4265-4977-B13F-A325E74AEB70}"/>
                </a:ext>
              </a:extLst>
            </p:cNvPr>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9" name="Picture 7">
              <a:hlinkClick r:id="rId12"/>
              <a:extLst>
                <a:ext uri="{FF2B5EF4-FFF2-40B4-BE49-F238E27FC236}">
                  <a16:creationId xmlns:a16="http://schemas.microsoft.com/office/drawing/2014/main" id="{D204BDE8-ACD1-4764-8D8A-43B06E669DEF}"/>
                </a:ext>
              </a:extLst>
            </p:cNvPr>
            <p:cNvPicPr>
              <a:picLocks noChangeAspect="1" noChangeArrowheads="1"/>
            </p:cNvPicPr>
            <p:nvPr userDrawn="1"/>
          </p:nvPicPr>
          <p:blipFill>
            <a:blip r:embed="rId13" cstate="screen">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grpSp>
    </p:spTree>
    <p:extLst>
      <p:ext uri="{BB962C8B-B14F-4D97-AF65-F5344CB8AC3E}">
        <p14:creationId xmlns:p14="http://schemas.microsoft.com/office/powerpoint/2010/main" val="396677108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itle Slide 6c">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8" name="Group 2">
            <a:extLst>
              <a:ext uri="{FF2B5EF4-FFF2-40B4-BE49-F238E27FC236}">
                <a16:creationId xmlns:a16="http://schemas.microsoft.com/office/drawing/2014/main" id="{C6036FEE-55DE-70FD-8023-666A176E56D8}"/>
              </a:ext>
            </a:extLst>
          </p:cNvPr>
          <p:cNvGrpSpPr>
            <a:grpSpLocks noChangeAspect="1"/>
          </p:cNvGrpSpPr>
          <p:nvPr userDrawn="1"/>
        </p:nvGrpSpPr>
        <p:grpSpPr>
          <a:xfrm>
            <a:off x="1343473" y="6021288"/>
            <a:ext cx="1872000" cy="420870"/>
            <a:chOff x="5094083" y="5360390"/>
            <a:chExt cx="3039349" cy="683316"/>
          </a:xfrm>
        </p:grpSpPr>
        <p:sp>
          <p:nvSpPr>
            <p:cNvPr id="9" name="Freeform: Shape 4">
              <a:extLst>
                <a:ext uri="{FF2B5EF4-FFF2-40B4-BE49-F238E27FC236}">
                  <a16:creationId xmlns:a16="http://schemas.microsoft.com/office/drawing/2014/main" id="{B1ED800D-0360-E693-191D-220DFE10BEC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5">
              <a:extLst>
                <a:ext uri="{FF2B5EF4-FFF2-40B4-BE49-F238E27FC236}">
                  <a16:creationId xmlns:a16="http://schemas.microsoft.com/office/drawing/2014/main" id="{95F4CCB2-170A-19BE-C942-B19098270C4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1" name="Freeform: Shape 6">
              <a:extLst>
                <a:ext uri="{FF2B5EF4-FFF2-40B4-BE49-F238E27FC236}">
                  <a16:creationId xmlns:a16="http://schemas.microsoft.com/office/drawing/2014/main" id="{890A43B6-BBB1-B11D-0EB6-447FE3C6F0F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2" name="Freeform: Shape 7">
              <a:extLst>
                <a:ext uri="{FF2B5EF4-FFF2-40B4-BE49-F238E27FC236}">
                  <a16:creationId xmlns:a16="http://schemas.microsoft.com/office/drawing/2014/main" id="{B0A92FC2-E6FE-6A55-A3D8-D99E8E6201E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8">
              <a:extLst>
                <a:ext uri="{FF2B5EF4-FFF2-40B4-BE49-F238E27FC236}">
                  <a16:creationId xmlns:a16="http://schemas.microsoft.com/office/drawing/2014/main" id="{1C3193CB-D868-D37B-4D53-F1726DCD2D0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243661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and picture dark grey 3">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p:nvPr>
        </p:nvSpPr>
        <p:spPr>
          <a:xfrm>
            <a:off x="4444744" y="1166555"/>
            <a:ext cx="6962544" cy="246221"/>
          </a:xfrm>
          <a:prstGeom prst="rect">
            <a:avLst/>
          </a:prstGeom>
        </p:spPr>
        <p:txBody>
          <a:bodyPr wrap="square" lIns="0" rIns="72000">
            <a:noAutofit/>
          </a:bodyPr>
          <a:lstStyle>
            <a:lvl1pPr>
              <a:defRPr sz="1600" b="0">
                <a:solidFill>
                  <a:schemeClr val="accent2"/>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404812"/>
            <a:ext cx="6978640" cy="647701"/>
          </a:xfrm>
        </p:spPr>
        <p:txBody>
          <a:bodyPr>
            <a:noAutofit/>
          </a:bodyPr>
          <a:lstStyle>
            <a:lvl1pPr>
              <a:defRPr sz="2400">
                <a:solidFill>
                  <a:schemeClr val="tx1"/>
                </a:solidFill>
              </a:defRPr>
            </a:lvl1pPr>
          </a:lstStyle>
          <a:p>
            <a:r>
              <a:rPr lang="en-US"/>
              <a:t>Click to edit Master title style</a:t>
            </a:r>
          </a:p>
        </p:txBody>
      </p:sp>
      <p:sp>
        <p:nvSpPr>
          <p:cNvPr id="3" name="Text Placeholder 7">
            <a:extLst>
              <a:ext uri="{FF2B5EF4-FFF2-40B4-BE49-F238E27FC236}">
                <a16:creationId xmlns:a16="http://schemas.microsoft.com/office/drawing/2014/main" id="{0F8ABAD9-7491-7A59-28E1-D86AE13DF525}"/>
              </a:ext>
            </a:extLst>
          </p:cNvPr>
          <p:cNvSpPr>
            <a:spLocks noGrp="1"/>
          </p:cNvSpPr>
          <p:nvPr>
            <p:ph type="body" sz="quarter" idx="10"/>
          </p:nvPr>
        </p:nvSpPr>
        <p:spPr>
          <a:xfrm>
            <a:off x="4444743" y="1628776"/>
            <a:ext cx="7339270" cy="4824412"/>
          </a:xfrm>
          <a:prstGeom prst="rect">
            <a:avLst/>
          </a:prstGeom>
        </p:spPr>
        <p:txBody>
          <a:bodyPr>
            <a:noAutofit/>
          </a:bodyPr>
          <a:lstStyle>
            <a:lvl1pPr>
              <a:lnSpc>
                <a:spcPct val="100000"/>
              </a:lnSpc>
              <a:spcBef>
                <a:spcPts val="0"/>
              </a:spcBef>
              <a:spcAft>
                <a:spcPts val="600"/>
              </a:spcAft>
              <a:defRPr sz="1400">
                <a:solidFill>
                  <a:schemeClr val="tx1"/>
                </a:solidFill>
              </a:defRPr>
            </a:lvl1pPr>
            <a:lvl2pPr>
              <a:lnSpc>
                <a:spcPct val="100000"/>
              </a:lnSpc>
              <a:spcBef>
                <a:spcPts val="0"/>
              </a:spcBef>
              <a:spcAft>
                <a:spcPts val="600"/>
              </a:spcAft>
              <a:buClr>
                <a:schemeClr val="accent2"/>
              </a:buClr>
              <a:defRPr sz="1400">
                <a:solidFill>
                  <a:schemeClr val="tx1"/>
                </a:solidFill>
              </a:defRPr>
            </a:lvl2pPr>
            <a:lvl3pPr marL="360000" indent="-180000">
              <a:lnSpc>
                <a:spcPct val="100000"/>
              </a:lnSpc>
              <a:spcBef>
                <a:spcPts val="0"/>
              </a:spcBef>
              <a:spcAft>
                <a:spcPts val="600"/>
              </a:spcAft>
              <a:buClr>
                <a:schemeClr val="accent2"/>
              </a:buClr>
              <a:buFont typeface="Ubuntu" panose="020B0504030602030204" pitchFamily="34" charset="0"/>
              <a:buChar char="–"/>
              <a:defRPr sz="1200">
                <a:solidFill>
                  <a:schemeClr val="tx1"/>
                </a:solidFill>
              </a:defRPr>
            </a:lvl3pPr>
            <a:lvl4pPr marL="539750" indent="-180000">
              <a:lnSpc>
                <a:spcPct val="100000"/>
              </a:lnSpc>
              <a:spcBef>
                <a:spcPts val="0"/>
              </a:spcBef>
              <a:spcAft>
                <a:spcPts val="600"/>
              </a:spcAft>
              <a:buClr>
                <a:schemeClr val="accent2"/>
              </a:buClr>
              <a:buFont typeface="Arial" panose="020B0604020202020204" pitchFamily="34" charset="0"/>
              <a:buChar char="•"/>
              <a:defRPr sz="1200">
                <a:solidFill>
                  <a:schemeClr val="tx1"/>
                </a:solidFill>
              </a:defRPr>
            </a:lvl4pPr>
            <a:lvl5pPr marL="719138" indent="-180975">
              <a:lnSpc>
                <a:spcPct val="100000"/>
              </a:lnSpc>
              <a:spcBef>
                <a:spcPts val="0"/>
              </a:spcBef>
              <a:spcAft>
                <a:spcPts val="600"/>
              </a:spcAft>
              <a:buClr>
                <a:schemeClr val="accent2"/>
              </a:buClr>
              <a:buFont typeface="Wingdings" panose="05000000000000000000" pitchFamily="2" charset="2"/>
              <a:buChar char="§"/>
              <a:defRPr sz="10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7">
            <a:extLst>
              <a:ext uri="{FF2B5EF4-FFF2-40B4-BE49-F238E27FC236}">
                <a16:creationId xmlns:a16="http://schemas.microsoft.com/office/drawing/2014/main" id="{7497AA8E-6229-83C1-7A90-30AE361419CB}"/>
              </a:ext>
            </a:extLst>
          </p:cNvPr>
          <p:cNvGrpSpPr/>
          <p:nvPr userDrawn="1"/>
        </p:nvGrpSpPr>
        <p:grpSpPr>
          <a:xfrm>
            <a:off x="11770322" y="176700"/>
            <a:ext cx="260230" cy="240782"/>
            <a:chOff x="5481638" y="2859088"/>
            <a:chExt cx="1231900" cy="1139825"/>
          </a:xfrm>
          <a:solidFill>
            <a:schemeClr val="tx2"/>
          </a:solidFill>
        </p:grpSpPr>
        <p:sp>
          <p:nvSpPr>
            <p:cNvPr id="5" name="Freeform 320">
              <a:extLst>
                <a:ext uri="{FF2B5EF4-FFF2-40B4-BE49-F238E27FC236}">
                  <a16:creationId xmlns:a16="http://schemas.microsoft.com/office/drawing/2014/main" id="{445D2766-1629-B19D-0077-0ADDC64618B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 name="Freeform 321">
              <a:extLst>
                <a:ext uri="{FF2B5EF4-FFF2-40B4-BE49-F238E27FC236}">
                  <a16:creationId xmlns:a16="http://schemas.microsoft.com/office/drawing/2014/main" id="{E0F07D5E-3297-7059-CB31-1797AAFD21F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Tree>
    <p:extLst>
      <p:ext uri="{BB962C8B-B14F-4D97-AF65-F5344CB8AC3E}">
        <p14:creationId xmlns:p14="http://schemas.microsoft.com/office/powerpoint/2010/main" val="11814948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11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1_End Slid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A156AC9-F32B-55A8-6BFE-EEB622895484}"/>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 name="Text Placeholder 6">
            <a:extLst>
              <a:ext uri="{FF2B5EF4-FFF2-40B4-BE49-F238E27FC236}">
                <a16:creationId xmlns:a16="http://schemas.microsoft.com/office/drawing/2014/main" id="{601DC6F6-D7CB-C81A-3E6B-DB13ECA678C9}"/>
              </a:ext>
            </a:extLst>
          </p:cNvPr>
          <p:cNvSpPr>
            <a:spLocks noGrp="1"/>
          </p:cNvSpPr>
          <p:nvPr>
            <p:ph type="body" sz="quarter" idx="10"/>
          </p:nvPr>
        </p:nvSpPr>
        <p:spPr>
          <a:xfrm>
            <a:off x="550863" y="1628775"/>
            <a:ext cx="6438900" cy="3092450"/>
          </a:xfrm>
        </p:spPr>
        <p:txBody>
          <a:bodyPr/>
          <a:lstStyle>
            <a:lvl1pPr>
              <a:defRPr>
                <a:solidFill>
                  <a:schemeClr val="tx1"/>
                </a:solidFill>
              </a:defRPr>
            </a:lvl1pPr>
            <a:lvl2pPr marL="180975" indent="-180975">
              <a:buFont typeface="Wingdings" panose="05000000000000000000" pitchFamily="2" charset="2"/>
              <a:buChar char="§"/>
              <a:defRPr>
                <a:solidFill>
                  <a:schemeClr val="tx1"/>
                </a:solidFill>
              </a:defRPr>
            </a:lvl2pPr>
            <a:lvl3pPr>
              <a:defRPr sz="1200">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Text Placeholder 9">
            <a:extLst>
              <a:ext uri="{FF2B5EF4-FFF2-40B4-BE49-F238E27FC236}">
                <a16:creationId xmlns:a16="http://schemas.microsoft.com/office/drawing/2014/main" id="{4F60CC73-D99C-F7BB-1014-7F58C73442EC}"/>
              </a:ext>
            </a:extLst>
          </p:cNvPr>
          <p:cNvSpPr>
            <a:spLocks noGrp="1"/>
          </p:cNvSpPr>
          <p:nvPr>
            <p:ph type="body" sz="quarter" idx="11" hasCustomPrompt="1"/>
          </p:nvPr>
        </p:nvSpPr>
        <p:spPr>
          <a:xfrm>
            <a:off x="550863" y="474481"/>
            <a:ext cx="5164137" cy="657225"/>
          </a:xfrm>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400">
                <a:solidFill>
                  <a:schemeClr val="tx1"/>
                </a:solidFill>
                <a:latin typeface="+mj-lt"/>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err="1"/>
              <a:t>Titulo</a:t>
            </a:r>
            <a:r>
              <a:rPr lang="en-US"/>
              <a:t> </a:t>
            </a:r>
            <a:r>
              <a:rPr lang="en-US" err="1"/>
              <a:t>Titulo</a:t>
            </a:r>
            <a:endParaRPr lang="en-US"/>
          </a:p>
        </p:txBody>
      </p:sp>
      <p:grpSp>
        <p:nvGrpSpPr>
          <p:cNvPr id="11" name="Group 37">
            <a:extLst>
              <a:ext uri="{FF2B5EF4-FFF2-40B4-BE49-F238E27FC236}">
                <a16:creationId xmlns:a16="http://schemas.microsoft.com/office/drawing/2014/main" id="{784F9897-AF0D-C77C-F3B9-C029D67E9548}"/>
              </a:ext>
            </a:extLst>
          </p:cNvPr>
          <p:cNvGrpSpPr/>
          <p:nvPr userDrawn="1"/>
        </p:nvGrpSpPr>
        <p:grpSpPr>
          <a:xfrm>
            <a:off x="11770322" y="176700"/>
            <a:ext cx="260230" cy="240782"/>
            <a:chOff x="5481638" y="2859088"/>
            <a:chExt cx="1231900" cy="1139825"/>
          </a:xfrm>
          <a:solidFill>
            <a:schemeClr val="tx2"/>
          </a:solidFill>
        </p:grpSpPr>
        <p:sp>
          <p:nvSpPr>
            <p:cNvPr id="12" name="Freeform 320">
              <a:extLst>
                <a:ext uri="{FF2B5EF4-FFF2-40B4-BE49-F238E27FC236}">
                  <a16:creationId xmlns:a16="http://schemas.microsoft.com/office/drawing/2014/main" id="{B10B1F06-AADA-C40D-32DE-D282B917DB6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3" name="Freeform 321">
              <a:extLst>
                <a:ext uri="{FF2B5EF4-FFF2-40B4-BE49-F238E27FC236}">
                  <a16:creationId xmlns:a16="http://schemas.microsoft.com/office/drawing/2014/main" id="{191CB73E-1F8D-D753-CB01-2D055C59483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Tree>
    <p:extLst>
      <p:ext uri="{BB962C8B-B14F-4D97-AF65-F5344CB8AC3E}">
        <p14:creationId xmlns:p14="http://schemas.microsoft.com/office/powerpoint/2010/main" val="149082081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1_Portada">
    <p:spTree>
      <p:nvGrpSpPr>
        <p:cNvPr id="1" name=""/>
        <p:cNvGrpSpPr/>
        <p:nvPr/>
      </p:nvGrpSpPr>
      <p:grpSpPr>
        <a:xfrm>
          <a:off x="0" y="0"/>
          <a:ext cx="0" cy="0"/>
          <a:chOff x="0" y="0"/>
          <a:chExt cx="0" cy="0"/>
        </a:xfrm>
      </p:grpSpPr>
      <p:pic>
        <p:nvPicPr>
          <p:cNvPr id="5" name="Picture 4" descr="N175/6.X - Nordex SE - Español">
            <a:extLst>
              <a:ext uri="{FF2B5EF4-FFF2-40B4-BE49-F238E27FC236}">
                <a16:creationId xmlns:a16="http://schemas.microsoft.com/office/drawing/2014/main" id="{09E4B3EF-8262-2160-350D-3EE3707AE7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324" b="7223"/>
          <a:stretch/>
        </p:blipFill>
        <p:spPr bwMode="auto">
          <a:xfrm>
            <a:off x="-4864" y="-1"/>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5B9AFE7-0F2A-0CDA-A418-D1116954050C}"/>
              </a:ext>
            </a:extLst>
          </p:cNvPr>
          <p:cNvSpPr/>
          <p:nvPr/>
        </p:nvSpPr>
        <p:spPr>
          <a:xfrm>
            <a:off x="-4864" y="-1"/>
            <a:ext cx="12192000" cy="6768477"/>
          </a:xfrm>
          <a:prstGeom prst="rect">
            <a:avLst/>
          </a:prstGeom>
          <a:solidFill>
            <a:schemeClr val="tx1">
              <a:lumMod val="75000"/>
              <a:lumOff val="25000"/>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Holder 2"/>
          <p:cNvSpPr>
            <a:spLocks noGrp="1"/>
          </p:cNvSpPr>
          <p:nvPr>
            <p:ph type="ftr" sz="quarter" idx="5"/>
          </p:nvPr>
        </p:nvSpPr>
        <p:spPr>
          <a:xfrm>
            <a:off x="8321879" y="6645366"/>
            <a:ext cx="2895135" cy="123111"/>
          </a:xfrm>
        </p:spPr>
        <p:txBody>
          <a:bodyPr lIns="0" tIns="0" rIns="0" bIns="0" anchor="b"/>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8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4" name="Holder 4"/>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7" name="Graphic 1">
            <a:extLst>
              <a:ext uri="{FF2B5EF4-FFF2-40B4-BE49-F238E27FC236}">
                <a16:creationId xmlns:a16="http://schemas.microsoft.com/office/drawing/2014/main" id="{FBB1A379-6173-EFC5-1802-FA8AF4BDC8D2}"/>
              </a:ext>
            </a:extLst>
          </p:cNvPr>
          <p:cNvSpPr/>
          <p:nvPr/>
        </p:nvSpPr>
        <p:spPr>
          <a:xfrm rot="16200000" flipH="1">
            <a:off x="-1856147" y="1333901"/>
            <a:ext cx="8917916" cy="4038928"/>
          </a:xfrm>
          <a:custGeom>
            <a:avLst/>
            <a:gdLst>
              <a:gd name="connsiteX0" fmla="*/ 7215188 w 7239000"/>
              <a:gd name="connsiteY0" fmla="*/ 3278548 h 3278547"/>
              <a:gd name="connsiteX1" fmla="*/ 6557010 w 7239000"/>
              <a:gd name="connsiteY1" fmla="*/ 2329858 h 3278547"/>
              <a:gd name="connsiteX2" fmla="*/ 4255770 w 7239000"/>
              <a:gd name="connsiteY2" fmla="*/ 41000 h 3278547"/>
              <a:gd name="connsiteX3" fmla="*/ 4255770 w 7239000"/>
              <a:gd name="connsiteY3" fmla="*/ 41000 h 3278547"/>
              <a:gd name="connsiteX4" fmla="*/ 4247198 w 7239000"/>
              <a:gd name="connsiteY4" fmla="*/ 40048 h 3278547"/>
              <a:gd name="connsiteX5" fmla="*/ 4245293 w 7239000"/>
              <a:gd name="connsiteY5" fmla="*/ 40048 h 3278547"/>
              <a:gd name="connsiteX6" fmla="*/ 2178368 w 7239000"/>
              <a:gd name="connsiteY6" fmla="*/ 949685 h 3278547"/>
              <a:gd name="connsiteX7" fmla="*/ 2162175 w 7239000"/>
              <a:gd name="connsiteY7" fmla="*/ 963973 h 3278547"/>
              <a:gd name="connsiteX8" fmla="*/ 2172653 w 7239000"/>
              <a:gd name="connsiteY8" fmla="*/ 985880 h 3278547"/>
              <a:gd name="connsiteX9" fmla="*/ 2628900 w 7239000"/>
              <a:gd name="connsiteY9" fmla="*/ 2749910 h 3278547"/>
              <a:gd name="connsiteX10" fmla="*/ 1949768 w 7239000"/>
              <a:gd name="connsiteY10" fmla="*/ 2512738 h 3278547"/>
              <a:gd name="connsiteX11" fmla="*/ 1019175 w 7239000"/>
              <a:gd name="connsiteY11" fmla="*/ 2072683 h 3278547"/>
              <a:gd name="connsiteX12" fmla="*/ 36195 w 7239000"/>
              <a:gd name="connsiteY12" fmla="*/ 3269023 h 3278547"/>
              <a:gd name="connsiteX13" fmla="*/ 0 w 7239000"/>
              <a:gd name="connsiteY13" fmla="*/ 3257593 h 3278547"/>
              <a:gd name="connsiteX14" fmla="*/ 270510 w 7239000"/>
              <a:gd name="connsiteY14" fmla="*/ 2655613 h 3278547"/>
              <a:gd name="connsiteX15" fmla="*/ 1018223 w 7239000"/>
              <a:gd name="connsiteY15" fmla="*/ 2034583 h 3278547"/>
              <a:gd name="connsiteX16" fmla="*/ 1971675 w 7239000"/>
              <a:gd name="connsiteY16" fmla="*/ 2481305 h 3278547"/>
              <a:gd name="connsiteX17" fmla="*/ 2599373 w 7239000"/>
              <a:gd name="connsiteY17" fmla="*/ 2725146 h 3278547"/>
              <a:gd name="connsiteX18" fmla="*/ 2138363 w 7239000"/>
              <a:gd name="connsiteY18" fmla="*/ 1002073 h 3278547"/>
              <a:gd name="connsiteX19" fmla="*/ 2122170 w 7239000"/>
              <a:gd name="connsiteY19" fmla="*/ 967783 h 3278547"/>
              <a:gd name="connsiteX20" fmla="*/ 2116455 w 7239000"/>
              <a:gd name="connsiteY20" fmla="*/ 955400 h 3278547"/>
              <a:gd name="connsiteX21" fmla="*/ 2126933 w 7239000"/>
              <a:gd name="connsiteY21" fmla="*/ 945875 h 3278547"/>
              <a:gd name="connsiteX22" fmla="*/ 2152650 w 7239000"/>
              <a:gd name="connsiteY22" fmla="*/ 922063 h 3278547"/>
              <a:gd name="connsiteX23" fmla="*/ 2890838 w 7239000"/>
              <a:gd name="connsiteY23" fmla="*/ 369613 h 3278547"/>
              <a:gd name="connsiteX24" fmla="*/ 4248150 w 7239000"/>
              <a:gd name="connsiteY24" fmla="*/ 2900 h 3278547"/>
              <a:gd name="connsiteX25" fmla="*/ 4252913 w 7239000"/>
              <a:gd name="connsiteY25" fmla="*/ 2900 h 3278547"/>
              <a:gd name="connsiteX26" fmla="*/ 4252913 w 7239000"/>
              <a:gd name="connsiteY26" fmla="*/ 2900 h 3278547"/>
              <a:gd name="connsiteX27" fmla="*/ 6590348 w 7239000"/>
              <a:gd name="connsiteY27" fmla="*/ 2310808 h 3278547"/>
              <a:gd name="connsiteX28" fmla="*/ 7239000 w 7239000"/>
              <a:gd name="connsiteY28" fmla="*/ 3249021 h 3278547"/>
              <a:gd name="connsiteX29" fmla="*/ 7215188 w 7239000"/>
              <a:gd name="connsiteY29" fmla="*/ 3278548 h 327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39000" h="3278547">
                <a:moveTo>
                  <a:pt x="7215188" y="3278548"/>
                </a:moveTo>
                <a:cubicBezTo>
                  <a:pt x="7036118" y="3138530"/>
                  <a:pt x="6814185" y="2764198"/>
                  <a:pt x="6557010" y="2329858"/>
                </a:cubicBezTo>
                <a:cubicBezTo>
                  <a:pt x="5998845" y="1386883"/>
                  <a:pt x="5233988" y="96245"/>
                  <a:pt x="4255770" y="41000"/>
                </a:cubicBezTo>
                <a:lnTo>
                  <a:pt x="4255770" y="41000"/>
                </a:lnTo>
                <a:lnTo>
                  <a:pt x="4247198" y="40048"/>
                </a:lnTo>
                <a:cubicBezTo>
                  <a:pt x="4246245" y="40048"/>
                  <a:pt x="4245293" y="40048"/>
                  <a:pt x="4245293" y="40048"/>
                </a:cubicBezTo>
                <a:cubicBezTo>
                  <a:pt x="3781425" y="14330"/>
                  <a:pt x="3046095" y="151490"/>
                  <a:pt x="2178368" y="949685"/>
                </a:cubicBezTo>
                <a:cubicBezTo>
                  <a:pt x="2172653" y="955400"/>
                  <a:pt x="2166938" y="960163"/>
                  <a:pt x="2162175" y="963973"/>
                </a:cubicBezTo>
                <a:cubicBezTo>
                  <a:pt x="2165033" y="970640"/>
                  <a:pt x="2168843" y="977308"/>
                  <a:pt x="2172653" y="985880"/>
                </a:cubicBezTo>
                <a:cubicBezTo>
                  <a:pt x="2486025" y="1663108"/>
                  <a:pt x="2820353" y="2519405"/>
                  <a:pt x="2628900" y="2749910"/>
                </a:cubicBezTo>
                <a:cubicBezTo>
                  <a:pt x="2499360" y="2905168"/>
                  <a:pt x="2245043" y="2723240"/>
                  <a:pt x="1949768" y="2512738"/>
                </a:cubicBezTo>
                <a:cubicBezTo>
                  <a:pt x="1655445" y="2302235"/>
                  <a:pt x="1322070" y="2064110"/>
                  <a:pt x="1019175" y="2072683"/>
                </a:cubicBezTo>
                <a:cubicBezTo>
                  <a:pt x="422910" y="2089828"/>
                  <a:pt x="40005" y="3257593"/>
                  <a:pt x="36195" y="3269023"/>
                </a:cubicBezTo>
                <a:lnTo>
                  <a:pt x="0" y="3257593"/>
                </a:lnTo>
                <a:cubicBezTo>
                  <a:pt x="953" y="3254735"/>
                  <a:pt x="98108" y="2953746"/>
                  <a:pt x="270510" y="2655613"/>
                </a:cubicBezTo>
                <a:cubicBezTo>
                  <a:pt x="503873" y="2250800"/>
                  <a:pt x="755333" y="2042203"/>
                  <a:pt x="1018223" y="2034583"/>
                </a:cubicBezTo>
                <a:cubicBezTo>
                  <a:pt x="1334453" y="2026010"/>
                  <a:pt x="1672590" y="2267945"/>
                  <a:pt x="1971675" y="2481305"/>
                </a:cubicBezTo>
                <a:cubicBezTo>
                  <a:pt x="2250758" y="2681330"/>
                  <a:pt x="2492693" y="2853733"/>
                  <a:pt x="2599373" y="2725146"/>
                </a:cubicBezTo>
                <a:cubicBezTo>
                  <a:pt x="2739390" y="2557505"/>
                  <a:pt x="2575560" y="1945048"/>
                  <a:pt x="2138363" y="1002073"/>
                </a:cubicBezTo>
                <a:cubicBezTo>
                  <a:pt x="2131695" y="986833"/>
                  <a:pt x="2125980" y="975403"/>
                  <a:pt x="2122170" y="967783"/>
                </a:cubicBezTo>
                <a:lnTo>
                  <a:pt x="2116455" y="955400"/>
                </a:lnTo>
                <a:lnTo>
                  <a:pt x="2126933" y="945875"/>
                </a:lnTo>
                <a:cubicBezTo>
                  <a:pt x="2133600" y="939208"/>
                  <a:pt x="2143125" y="931588"/>
                  <a:pt x="2152650" y="922063"/>
                </a:cubicBezTo>
                <a:cubicBezTo>
                  <a:pt x="2253615" y="828718"/>
                  <a:pt x="2522220" y="582020"/>
                  <a:pt x="2890838" y="369613"/>
                </a:cubicBezTo>
                <a:cubicBezTo>
                  <a:pt x="3353753" y="101960"/>
                  <a:pt x="3810000" y="-20912"/>
                  <a:pt x="4248150" y="2900"/>
                </a:cubicBezTo>
                <a:lnTo>
                  <a:pt x="4252913" y="2900"/>
                </a:lnTo>
                <a:lnTo>
                  <a:pt x="4252913" y="2900"/>
                </a:lnTo>
                <a:cubicBezTo>
                  <a:pt x="5253990" y="55288"/>
                  <a:pt x="6026468" y="1359260"/>
                  <a:pt x="6590348" y="2310808"/>
                </a:cubicBezTo>
                <a:cubicBezTo>
                  <a:pt x="6845618" y="2741338"/>
                  <a:pt x="7065645" y="3113765"/>
                  <a:pt x="7239000" y="3249021"/>
                </a:cubicBezTo>
                <a:lnTo>
                  <a:pt x="7215188" y="3278548"/>
                </a:lnTo>
                <a:close/>
              </a:path>
            </a:pathLst>
          </a:custGeom>
          <a:gradFill>
            <a:gsLst>
              <a:gs pos="86000">
                <a:schemeClr val="accent2">
                  <a:alpha val="0"/>
                </a:schemeClr>
              </a:gs>
              <a:gs pos="16000">
                <a:schemeClr val="accent2">
                  <a:alpha val="0"/>
                </a:schemeClr>
              </a:gs>
              <a:gs pos="49000">
                <a:schemeClr val="accent2"/>
              </a:gs>
              <a:gs pos="31000">
                <a:schemeClr val="accent2"/>
              </a:gs>
            </a:gsLst>
            <a:lin ang="1200000" scaled="0"/>
          </a:gradFill>
          <a:ln w="9525" cap="flat">
            <a:noFill/>
            <a:prstDash val="solid"/>
            <a:miter/>
          </a:ln>
        </p:spPr>
        <p:txBody>
          <a:bodyPr rtlCol="0" anchor="ctr"/>
          <a:lstStyle/>
          <a:p>
            <a:endParaRPr lang="en-GB">
              <a:latin typeface="Ubuntu" panose="020B0504030602030204" pitchFamily="34" charset="0"/>
            </a:endParaRPr>
          </a:p>
        </p:txBody>
      </p:sp>
    </p:spTree>
    <p:extLst>
      <p:ext uri="{BB962C8B-B14F-4D97-AF65-F5344CB8AC3E}">
        <p14:creationId xmlns:p14="http://schemas.microsoft.com/office/powerpoint/2010/main" val="521524916"/>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2_Indice">
    <p:spTree>
      <p:nvGrpSpPr>
        <p:cNvPr id="1" name=""/>
        <p:cNvGrpSpPr/>
        <p:nvPr/>
      </p:nvGrpSpPr>
      <p:grpSpPr>
        <a:xfrm>
          <a:off x="0" y="0"/>
          <a:ext cx="0" cy="0"/>
          <a:chOff x="0" y="0"/>
          <a:chExt cx="0" cy="0"/>
        </a:xfrm>
      </p:grpSpPr>
      <p:pic>
        <p:nvPicPr>
          <p:cNvPr id="3074" name="Picture 2" descr="N175/6.X - Nordex SE - Español">
            <a:extLst>
              <a:ext uri="{FF2B5EF4-FFF2-40B4-BE49-F238E27FC236}">
                <a16:creationId xmlns:a16="http://schemas.microsoft.com/office/drawing/2014/main" id="{1778599D-25BE-CF60-6D3A-EA51DC3C0E3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68" r="18604"/>
          <a:stretch/>
        </p:blipFill>
        <p:spPr bwMode="auto">
          <a:xfrm>
            <a:off x="7707968" y="0"/>
            <a:ext cx="448403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Holder 2"/>
          <p:cNvSpPr>
            <a:spLocks noGrp="1"/>
          </p:cNvSpPr>
          <p:nvPr>
            <p:ph type="ftr" sz="quarter" idx="5"/>
          </p:nvPr>
        </p:nvSpPr>
        <p:spPr>
          <a:xfrm>
            <a:off x="8321879" y="6645366"/>
            <a:ext cx="2895135" cy="123111"/>
          </a:xfrm>
        </p:spPr>
        <p:txBody>
          <a:bodyPr lIns="0" tIns="0" rIns="0" bIns="0" anchor="b"/>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8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4" name="Holder 4"/>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5" name="Rectangle 4">
            <a:extLst>
              <a:ext uri="{FF2B5EF4-FFF2-40B4-BE49-F238E27FC236}">
                <a16:creationId xmlns:a16="http://schemas.microsoft.com/office/drawing/2014/main" id="{95B9AFE7-0F2A-0CDA-A418-D1116954050C}"/>
              </a:ext>
            </a:extLst>
          </p:cNvPr>
          <p:cNvSpPr/>
          <p:nvPr/>
        </p:nvSpPr>
        <p:spPr>
          <a:xfrm>
            <a:off x="7707968" y="0"/>
            <a:ext cx="4484032" cy="6858000"/>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pic>
        <p:nvPicPr>
          <p:cNvPr id="11" name="Image 5">
            <a:extLst>
              <a:ext uri="{FF2B5EF4-FFF2-40B4-BE49-F238E27FC236}">
                <a16:creationId xmlns:a16="http://schemas.microsoft.com/office/drawing/2014/main" id="{3D7FED66-ED27-A764-5CAA-AB91C9291C8E}"/>
              </a:ext>
              <a:ext uri="{C183D7F6-B498-43B3-948B-1728B52AA6E4}">
                <adec:decorative xmlns:adec="http://schemas.microsoft.com/office/drawing/2017/decorative" val="1"/>
              </a:ext>
            </a:extLst>
          </p:cNvPr>
          <p:cNvPicPr>
            <a:picLocks noChangeAspect="1"/>
          </p:cNvPicPr>
          <p:nvPr/>
        </p:nvPicPr>
        <p:blipFill>
          <a:blip r:embed="rId3" cstate="print">
            <a:alphaModFix amt="49000"/>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rot="21261279">
            <a:off x="683375" y="1154171"/>
            <a:ext cx="9432654" cy="6671941"/>
          </a:xfrm>
          <a:prstGeom prst="rect">
            <a:avLst/>
          </a:prstGeom>
        </p:spPr>
      </p:pic>
      <p:grpSp>
        <p:nvGrpSpPr>
          <p:cNvPr id="16" name="Groupe 1">
            <a:extLst>
              <a:ext uri="{FF2B5EF4-FFF2-40B4-BE49-F238E27FC236}">
                <a16:creationId xmlns:a16="http://schemas.microsoft.com/office/drawing/2014/main" id="{DD5608CE-145A-E958-7625-2B2459064EC3}"/>
              </a:ext>
            </a:extLst>
          </p:cNvPr>
          <p:cNvGrpSpPr>
            <a:grpSpLocks noChangeAspect="1"/>
          </p:cNvGrpSpPr>
          <p:nvPr/>
        </p:nvGrpSpPr>
        <p:grpSpPr>
          <a:xfrm>
            <a:off x="11467764" y="228600"/>
            <a:ext cx="419436" cy="388988"/>
            <a:chOff x="11501102" y="171573"/>
            <a:chExt cx="419436" cy="388988"/>
          </a:xfrm>
          <a:solidFill>
            <a:schemeClr val="bg1"/>
          </a:solidFill>
        </p:grpSpPr>
        <p:sp>
          <p:nvSpPr>
            <p:cNvPr id="17" name="Freeform 13">
              <a:extLst>
                <a:ext uri="{FF2B5EF4-FFF2-40B4-BE49-F238E27FC236}">
                  <a16:creationId xmlns:a16="http://schemas.microsoft.com/office/drawing/2014/main" id="{056D17E3-8EB3-BE4F-65B2-43109866AB0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a:extLst>
                <a:ext uri="{FF2B5EF4-FFF2-40B4-BE49-F238E27FC236}">
                  <a16:creationId xmlns:a16="http://schemas.microsoft.com/office/drawing/2014/main" id="{01BD36F4-2815-22D1-33B1-E0D741F9163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4050289719"/>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3_Basica">
    <p:spTree>
      <p:nvGrpSpPr>
        <p:cNvPr id="1" name=""/>
        <p:cNvGrpSpPr/>
        <p:nvPr/>
      </p:nvGrpSpPr>
      <p:grpSpPr>
        <a:xfrm>
          <a:off x="0" y="0"/>
          <a:ext cx="0" cy="0"/>
          <a:chOff x="0" y="0"/>
          <a:chExt cx="0" cy="0"/>
        </a:xfrm>
      </p:grpSpPr>
      <p:pic>
        <p:nvPicPr>
          <p:cNvPr id="2" name="Picture 1" descr="Wind farm at twilight">
            <a:extLst>
              <a:ext uri="{FF2B5EF4-FFF2-40B4-BE49-F238E27FC236}">
                <a16:creationId xmlns:a16="http://schemas.microsoft.com/office/drawing/2014/main" id="{CA57EF90-EFF1-B434-5014-89FACAFD5685}"/>
              </a:ext>
            </a:extLst>
          </p:cNvPr>
          <p:cNvPicPr>
            <a:picLocks noChangeAspect="1"/>
          </p:cNvPicPr>
          <p:nvPr/>
        </p:nvPicPr>
        <p:blipFill>
          <a:blip r:embed="rId2">
            <a:alphaModFix amt="1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109728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Tree>
    <p:extLst>
      <p:ext uri="{BB962C8B-B14F-4D97-AF65-F5344CB8AC3E}">
        <p14:creationId xmlns:p14="http://schemas.microsoft.com/office/powerpoint/2010/main" val="2215213227"/>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4_Metodología">
    <p:spTree>
      <p:nvGrpSpPr>
        <p:cNvPr id="1" name=""/>
        <p:cNvGrpSpPr/>
        <p:nvPr/>
      </p:nvGrpSpPr>
      <p:grpSpPr>
        <a:xfrm>
          <a:off x="0" y="0"/>
          <a:ext cx="0" cy="0"/>
          <a:chOff x="0" y="0"/>
          <a:chExt cx="0" cy="0"/>
        </a:xfrm>
      </p:grpSpPr>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109728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
        <p:nvSpPr>
          <p:cNvPr id="2" name="Rectangle 1">
            <a:extLst>
              <a:ext uri="{FF2B5EF4-FFF2-40B4-BE49-F238E27FC236}">
                <a16:creationId xmlns:a16="http://schemas.microsoft.com/office/drawing/2014/main" id="{DFB1CE93-DCBD-4C13-890D-0D19E443955D}"/>
              </a:ext>
            </a:extLst>
          </p:cNvPr>
          <p:cNvSpPr/>
          <p:nvPr/>
        </p:nvSpPr>
        <p:spPr>
          <a:xfrm>
            <a:off x="6132663" y="-3884"/>
            <a:ext cx="6059337"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err="1"/>
          </a:p>
        </p:txBody>
      </p:sp>
      <p:grpSp>
        <p:nvGrpSpPr>
          <p:cNvPr id="6" name="Groupe 1">
            <a:extLst>
              <a:ext uri="{FF2B5EF4-FFF2-40B4-BE49-F238E27FC236}">
                <a16:creationId xmlns:a16="http://schemas.microsoft.com/office/drawing/2014/main" id="{4ACC0AA6-200F-4B5A-D65F-3F08D28CF838}"/>
              </a:ext>
            </a:extLst>
          </p:cNvPr>
          <p:cNvGrpSpPr>
            <a:grpSpLocks noChangeAspect="1"/>
          </p:cNvGrpSpPr>
          <p:nvPr/>
        </p:nvGrpSpPr>
        <p:grpSpPr>
          <a:xfrm>
            <a:off x="11467764" y="228600"/>
            <a:ext cx="419436" cy="388988"/>
            <a:chOff x="11501102" y="171573"/>
            <a:chExt cx="419436" cy="388988"/>
          </a:xfrm>
        </p:grpSpPr>
        <p:sp>
          <p:nvSpPr>
            <p:cNvPr id="7" name="Freeform 13">
              <a:extLst>
                <a:ext uri="{FF2B5EF4-FFF2-40B4-BE49-F238E27FC236}">
                  <a16:creationId xmlns:a16="http://schemas.microsoft.com/office/drawing/2014/main" id="{72A0A838-2F66-DF0D-09EC-BFBFEF347C20}"/>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698045B5-DEE5-33F9-AE80-2F25EE97FB8E}"/>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1" name="Rectangle 10">
            <a:extLst>
              <a:ext uri="{FF2B5EF4-FFF2-40B4-BE49-F238E27FC236}">
                <a16:creationId xmlns:a16="http://schemas.microsoft.com/office/drawing/2014/main" id="{1E6E7358-05C9-17DF-DD48-3702009018DF}"/>
              </a:ext>
            </a:extLst>
          </p:cNvPr>
          <p:cNvSpPr/>
          <p:nvPr/>
        </p:nvSpPr>
        <p:spPr>
          <a:xfrm>
            <a:off x="257750" y="1519858"/>
            <a:ext cx="5580498" cy="5066017"/>
          </a:xfrm>
          <a:prstGeom prst="rect">
            <a:avLst/>
          </a:prstGeom>
          <a:solidFill>
            <a:srgbClr val="27293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1219170" rtl="0" eaLnBrk="1" fontAlgn="auto" latinLnBrk="0" hangingPunct="1">
              <a:lnSpc>
                <a:spcPct val="90000"/>
              </a:lnSpc>
              <a:spcBef>
                <a:spcPts val="0"/>
              </a:spcBef>
              <a:spcAft>
                <a:spcPts val="0"/>
              </a:spcAft>
              <a:buClrTx/>
              <a:buSzTx/>
              <a:buFontTx/>
              <a:buNone/>
              <a:tabLst/>
              <a:defRPr/>
            </a:pPr>
            <a:endParaRPr kumimoji="0" lang="en-US" sz="2400" b="1" i="0" u="none" strike="noStrike" kern="1200" cap="none" spc="0" normalizeH="0" baseline="0" noProof="0">
              <a:ln>
                <a:noFill/>
              </a:ln>
              <a:solidFill>
                <a:schemeClr val="tx1"/>
              </a:solidFill>
              <a:effectLst/>
              <a:uLnTx/>
              <a:uFillTx/>
              <a:latin typeface="Calibri" panose="020F0502020204030204" pitchFamily="34" charset="0"/>
              <a:ea typeface="+mn-ea"/>
              <a:cs typeface="+mn-cs"/>
            </a:endParaRPr>
          </a:p>
        </p:txBody>
      </p:sp>
      <p:sp>
        <p:nvSpPr>
          <p:cNvPr id="12" name="Rectangle 11">
            <a:extLst>
              <a:ext uri="{FF2B5EF4-FFF2-40B4-BE49-F238E27FC236}">
                <a16:creationId xmlns:a16="http://schemas.microsoft.com/office/drawing/2014/main" id="{C0719CFF-D7DE-2C52-4884-833D53A4028E}"/>
              </a:ext>
            </a:extLst>
          </p:cNvPr>
          <p:cNvSpPr/>
          <p:nvPr/>
        </p:nvSpPr>
        <p:spPr>
          <a:xfrm>
            <a:off x="-1" y="1334987"/>
            <a:ext cx="6096001" cy="1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a:ln>
                <a:noFill/>
              </a:ln>
              <a:solidFill>
                <a:srgbClr val="FFFFFF"/>
              </a:solidFill>
              <a:effectLst/>
              <a:uLnTx/>
              <a:uFillTx/>
              <a:latin typeface="Ubuntu" panose="020B0504030602030204" pitchFamily="34" charset="0"/>
              <a:ea typeface="+mn-ea"/>
              <a:cs typeface="+mn-cs"/>
            </a:endParaRPr>
          </a:p>
        </p:txBody>
      </p:sp>
      <p:sp>
        <p:nvSpPr>
          <p:cNvPr id="13" name="TextBox 12">
            <a:extLst>
              <a:ext uri="{FF2B5EF4-FFF2-40B4-BE49-F238E27FC236}">
                <a16:creationId xmlns:a16="http://schemas.microsoft.com/office/drawing/2014/main" id="{EE543C4A-A2DC-61A2-9167-F13338E8CCBA}"/>
              </a:ext>
            </a:extLst>
          </p:cNvPr>
          <p:cNvSpPr txBox="1"/>
          <p:nvPr/>
        </p:nvSpPr>
        <p:spPr>
          <a:xfrm>
            <a:off x="338138" y="1027211"/>
            <a:ext cx="3457575" cy="307777"/>
          </a:xfrm>
          <a:prstGeom prst="rect">
            <a:avLst/>
          </a:prstGeom>
          <a:noFill/>
        </p:spPr>
        <p:txBody>
          <a:bodyPr wrap="square" rtlCol="0">
            <a:spAutoFit/>
          </a:bodyPr>
          <a:lstStyle/>
          <a:p>
            <a:r>
              <a:rPr lang="es-ES" sz="1400" b="1">
                <a:solidFill>
                  <a:schemeClr val="bg1"/>
                </a:solidFill>
              </a:rPr>
              <a:t>ACTIVITIES</a:t>
            </a:r>
          </a:p>
        </p:txBody>
      </p:sp>
      <p:sp>
        <p:nvSpPr>
          <p:cNvPr id="14" name="TextBox 13">
            <a:extLst>
              <a:ext uri="{FF2B5EF4-FFF2-40B4-BE49-F238E27FC236}">
                <a16:creationId xmlns:a16="http://schemas.microsoft.com/office/drawing/2014/main" id="{C21E6597-D466-0088-D160-9734B3B763A9}"/>
              </a:ext>
            </a:extLst>
          </p:cNvPr>
          <p:cNvSpPr txBox="1"/>
          <p:nvPr/>
        </p:nvSpPr>
        <p:spPr>
          <a:xfrm>
            <a:off x="6251004" y="1027210"/>
            <a:ext cx="3457575" cy="307777"/>
          </a:xfrm>
          <a:prstGeom prst="rect">
            <a:avLst/>
          </a:prstGeom>
          <a:noFill/>
        </p:spPr>
        <p:txBody>
          <a:bodyPr wrap="square" rtlCol="0">
            <a:spAutoFit/>
          </a:bodyPr>
          <a:lstStyle/>
          <a:p>
            <a:r>
              <a:rPr lang="es-ES" sz="1400" b="1">
                <a:solidFill>
                  <a:schemeClr val="accent1">
                    <a:lumMod val="50000"/>
                  </a:schemeClr>
                </a:solidFill>
              </a:rPr>
              <a:t>DELIVERABLES</a:t>
            </a:r>
          </a:p>
        </p:txBody>
      </p:sp>
      <p:sp>
        <p:nvSpPr>
          <p:cNvPr id="15" name="Rectangle 14">
            <a:extLst>
              <a:ext uri="{FF2B5EF4-FFF2-40B4-BE49-F238E27FC236}">
                <a16:creationId xmlns:a16="http://schemas.microsoft.com/office/drawing/2014/main" id="{CC24B330-69AF-7F0E-62B7-1C7F5D0F2E22}"/>
              </a:ext>
            </a:extLst>
          </p:cNvPr>
          <p:cNvSpPr/>
          <p:nvPr/>
        </p:nvSpPr>
        <p:spPr>
          <a:xfrm>
            <a:off x="6095999" y="1334987"/>
            <a:ext cx="6096001" cy="18000"/>
          </a:xfrm>
          <a:prstGeom prst="rect">
            <a:avLst/>
          </a:prstGeom>
          <a:solidFill>
            <a:srgbClr val="173340"/>
          </a:solidFill>
          <a:ln>
            <a:solidFill>
              <a:srgbClr val="1733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a:ln>
                <a:noFill/>
              </a:ln>
              <a:solidFill>
                <a:srgbClr val="FFFFFF"/>
              </a:solidFill>
              <a:effectLst/>
              <a:uLnTx/>
              <a:uFillTx/>
              <a:latin typeface="Ubuntu" panose="020B0504030602030204" pitchFamily="34" charset="0"/>
              <a:ea typeface="+mn-ea"/>
              <a:cs typeface="+mn-cs"/>
            </a:endParaRPr>
          </a:p>
        </p:txBody>
      </p:sp>
      <p:sp>
        <p:nvSpPr>
          <p:cNvPr id="18" name="Text Placeholder 17">
            <a:extLst>
              <a:ext uri="{FF2B5EF4-FFF2-40B4-BE49-F238E27FC236}">
                <a16:creationId xmlns:a16="http://schemas.microsoft.com/office/drawing/2014/main" id="{4F44E43C-437D-7EE6-8328-BE4087787CF5}"/>
              </a:ext>
            </a:extLst>
          </p:cNvPr>
          <p:cNvSpPr>
            <a:spLocks noGrp="1"/>
          </p:cNvSpPr>
          <p:nvPr>
            <p:ph type="body" sz="quarter" idx="11" hasCustomPrompt="1"/>
          </p:nvPr>
        </p:nvSpPr>
        <p:spPr>
          <a:xfrm>
            <a:off x="338138" y="1676400"/>
            <a:ext cx="5500687" cy="415498"/>
          </a:xfrm>
        </p:spPr>
        <p:txBody>
          <a:bodyPr/>
          <a:lstStyle>
            <a:lvl1pPr marL="288000" indent="-171450">
              <a:lnSpc>
                <a:spcPct val="100000"/>
              </a:lnSpc>
              <a:spcBef>
                <a:spcPts val="0"/>
              </a:spcBef>
              <a:spcAft>
                <a:spcPts val="600"/>
              </a:spcAft>
              <a:buFont typeface="Arial" panose="020B0604020202020204" pitchFamily="34" charset="0"/>
              <a:buChar char="•"/>
              <a:defRPr lang="es-ES" sz="1100" kern="1200" dirty="0">
                <a:solidFill>
                  <a:schemeClr val="bg1"/>
                </a:solidFill>
                <a:latin typeface="+mn-lt"/>
                <a:ea typeface="+mn-ea"/>
                <a:cs typeface="+mn-cs"/>
              </a:defRPr>
            </a:lvl1pPr>
            <a:lvl2pPr marL="448696" indent="-171450">
              <a:buFont typeface="Arial" panose="020B0604020202020204" pitchFamily="34" charset="0"/>
              <a:buChar char="•"/>
              <a:defRPr sz="1100">
                <a:solidFill>
                  <a:schemeClr val="bg1"/>
                </a:solidFill>
              </a:defRPr>
            </a:lvl2pPr>
            <a:lvl3pPr marL="725942" indent="-171450">
              <a:buFont typeface="Arial" panose="020B0604020202020204" pitchFamily="34" charset="0"/>
              <a:buChar char="•"/>
              <a:defRPr sz="1100">
                <a:solidFill>
                  <a:schemeClr val="bg1"/>
                </a:solidFill>
              </a:defRPr>
            </a:lvl3pPr>
            <a:lvl4pPr marL="1003188" indent="-171450">
              <a:buFont typeface="Arial" panose="020B0604020202020204" pitchFamily="34" charset="0"/>
              <a:buChar char="•"/>
              <a:defRPr sz="1100">
                <a:solidFill>
                  <a:schemeClr val="bg1"/>
                </a:solidFill>
              </a:defRPr>
            </a:lvl4pPr>
            <a:lvl5pPr marL="1280434" indent="-171450">
              <a:buFont typeface="Arial" panose="020B0604020202020204" pitchFamily="34" charset="0"/>
              <a:buChar char="•"/>
              <a:defRPr sz="1100">
                <a:solidFill>
                  <a:schemeClr val="bg1"/>
                </a:solidFill>
              </a:defRPr>
            </a:lvl5pPr>
          </a:lstStyle>
          <a:p>
            <a:pPr lvl="0"/>
            <a:r>
              <a:rPr lang="en-US" noProof="0"/>
              <a:t>Listar </a:t>
            </a:r>
            <a:r>
              <a:rPr lang="en-US" noProof="0" err="1"/>
              <a:t>actividades</a:t>
            </a:r>
            <a:r>
              <a:rPr lang="en-US" noProof="0"/>
              <a:t>. </a:t>
            </a:r>
            <a:r>
              <a:rPr lang="en-US" noProof="0" err="1"/>
              <a:t>Marcar</a:t>
            </a:r>
            <a:r>
              <a:rPr lang="en-US" noProof="0"/>
              <a:t> en </a:t>
            </a:r>
            <a:r>
              <a:rPr lang="en-US" noProof="0" err="1"/>
              <a:t>negrita</a:t>
            </a:r>
            <a:r>
              <a:rPr lang="en-US" noProof="0"/>
              <a:t> y </a:t>
            </a:r>
            <a:r>
              <a:rPr lang="en-US" noProof="0" err="1"/>
              <a:t>azul</a:t>
            </a:r>
            <a:r>
              <a:rPr lang="en-US" noProof="0"/>
              <a:t> las palabras claves</a:t>
            </a:r>
          </a:p>
          <a:p>
            <a:pPr lvl="0"/>
            <a:r>
              <a:rPr lang="en-US" noProof="0"/>
              <a:t>xxx</a:t>
            </a:r>
          </a:p>
        </p:txBody>
      </p:sp>
      <p:sp>
        <p:nvSpPr>
          <p:cNvPr id="21" name="Text Placeholder 17">
            <a:extLst>
              <a:ext uri="{FF2B5EF4-FFF2-40B4-BE49-F238E27FC236}">
                <a16:creationId xmlns:a16="http://schemas.microsoft.com/office/drawing/2014/main" id="{DF4F9266-BD59-31DD-370E-6DB66963A874}"/>
              </a:ext>
            </a:extLst>
          </p:cNvPr>
          <p:cNvSpPr>
            <a:spLocks noGrp="1"/>
          </p:cNvSpPr>
          <p:nvPr>
            <p:ph type="body" sz="quarter" idx="12" hasCustomPrompt="1"/>
          </p:nvPr>
        </p:nvSpPr>
        <p:spPr>
          <a:xfrm>
            <a:off x="6251004" y="1687200"/>
            <a:ext cx="5500687" cy="415498"/>
          </a:xfrm>
        </p:spPr>
        <p:txBody>
          <a:bodyPr/>
          <a:lstStyle>
            <a:lvl1pPr marL="288000" indent="-171450">
              <a:lnSpc>
                <a:spcPct val="100000"/>
              </a:lnSpc>
              <a:spcBef>
                <a:spcPts val="0"/>
              </a:spcBef>
              <a:spcAft>
                <a:spcPts val="600"/>
              </a:spcAft>
              <a:buFont typeface="Arial" panose="020B0604020202020204" pitchFamily="34" charset="0"/>
              <a:buChar char="•"/>
              <a:defRPr lang="es-ES" sz="1100" kern="1200" dirty="0">
                <a:solidFill>
                  <a:schemeClr val="tx1"/>
                </a:solidFill>
                <a:latin typeface="+mn-lt"/>
                <a:ea typeface="+mn-ea"/>
                <a:cs typeface="+mn-cs"/>
              </a:defRPr>
            </a:lvl1pPr>
            <a:lvl2pPr marL="448696" indent="-171450">
              <a:buFont typeface="Arial" panose="020B0604020202020204" pitchFamily="34" charset="0"/>
              <a:buChar char="•"/>
              <a:defRPr sz="1100">
                <a:solidFill>
                  <a:schemeClr val="bg1"/>
                </a:solidFill>
              </a:defRPr>
            </a:lvl2pPr>
            <a:lvl3pPr marL="725942" indent="-171450">
              <a:buFont typeface="Arial" panose="020B0604020202020204" pitchFamily="34" charset="0"/>
              <a:buChar char="•"/>
              <a:defRPr sz="1100">
                <a:solidFill>
                  <a:schemeClr val="bg1"/>
                </a:solidFill>
              </a:defRPr>
            </a:lvl3pPr>
            <a:lvl4pPr marL="1003188" indent="-171450">
              <a:buFont typeface="Arial" panose="020B0604020202020204" pitchFamily="34" charset="0"/>
              <a:buChar char="•"/>
              <a:defRPr sz="1100">
                <a:solidFill>
                  <a:schemeClr val="bg1"/>
                </a:solidFill>
              </a:defRPr>
            </a:lvl4pPr>
            <a:lvl5pPr marL="1280434" indent="-171450">
              <a:buFont typeface="Arial" panose="020B0604020202020204" pitchFamily="34" charset="0"/>
              <a:buChar char="•"/>
              <a:defRPr sz="1100">
                <a:solidFill>
                  <a:schemeClr val="bg1"/>
                </a:solidFill>
              </a:defRPr>
            </a:lvl5pPr>
          </a:lstStyle>
          <a:p>
            <a:pPr lvl="0"/>
            <a:r>
              <a:rPr lang="en-US" noProof="0"/>
              <a:t>Listar </a:t>
            </a:r>
            <a:r>
              <a:rPr lang="en-US" noProof="0" err="1"/>
              <a:t>Entregables</a:t>
            </a:r>
            <a:r>
              <a:rPr lang="en-US" noProof="0"/>
              <a:t>. Abajo </a:t>
            </a:r>
            <a:r>
              <a:rPr lang="en-US" noProof="0" err="1"/>
              <a:t>poner</a:t>
            </a:r>
            <a:r>
              <a:rPr lang="en-US" noProof="0"/>
              <a:t> </a:t>
            </a:r>
            <a:r>
              <a:rPr lang="en-US" noProof="0" err="1"/>
              <a:t>ilustrativos</a:t>
            </a:r>
            <a:endParaRPr lang="en-US" noProof="0"/>
          </a:p>
          <a:p>
            <a:pPr lvl="0"/>
            <a:r>
              <a:rPr lang="en-US" noProof="0"/>
              <a:t>xxx</a:t>
            </a:r>
          </a:p>
        </p:txBody>
      </p:sp>
      <p:pic>
        <p:nvPicPr>
          <p:cNvPr id="22" name="Picture 21" descr="Grocery store produce section">
            <a:extLst>
              <a:ext uri="{FF2B5EF4-FFF2-40B4-BE49-F238E27FC236}">
                <a16:creationId xmlns:a16="http://schemas.microsoft.com/office/drawing/2014/main" id="{443CF094-2769-D3EC-EE8B-62C894F0A38E}"/>
              </a:ext>
            </a:extLst>
          </p:cNvPr>
          <p:cNvPicPr>
            <a:picLocks noChangeAspect="1"/>
          </p:cNvPicPr>
          <p:nvPr userDrawn="1"/>
        </p:nvPicPr>
        <p:blipFill>
          <a:blip r:embed="rId2">
            <a:duotone>
              <a:schemeClr val="accent1">
                <a:shade val="45000"/>
                <a:satMod val="135000"/>
              </a:schemeClr>
              <a:prstClr val="white"/>
            </a:duotone>
          </a:blip>
          <a:srcRect t="26640" b="23342"/>
          <a:stretch>
            <a:fillRect/>
          </a:stretch>
        </p:blipFill>
        <p:spPr>
          <a:xfrm>
            <a:off x="6132085" y="4565800"/>
            <a:ext cx="6099383" cy="2288391"/>
          </a:xfrm>
          <a:prstGeom prst="rect">
            <a:avLst/>
          </a:prstGeom>
        </p:spPr>
      </p:pic>
    </p:spTree>
    <p:extLst>
      <p:ext uri="{BB962C8B-B14F-4D97-AF65-F5344CB8AC3E}">
        <p14:creationId xmlns:p14="http://schemas.microsoft.com/office/powerpoint/2010/main" val="805615199"/>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9_Basica foto">
    <p:spTree>
      <p:nvGrpSpPr>
        <p:cNvPr id="1" name=""/>
        <p:cNvGrpSpPr/>
        <p:nvPr/>
      </p:nvGrpSpPr>
      <p:grpSpPr>
        <a:xfrm>
          <a:off x="0" y="0"/>
          <a:ext cx="0" cy="0"/>
          <a:chOff x="0" y="0"/>
          <a:chExt cx="0" cy="0"/>
        </a:xfrm>
      </p:grpSpPr>
      <p:pic>
        <p:nvPicPr>
          <p:cNvPr id="5122" name="Picture 2" descr="UK &amp; Ireland - Nordex SE">
            <a:extLst>
              <a:ext uri="{FF2B5EF4-FFF2-40B4-BE49-F238E27FC236}">
                <a16:creationId xmlns:a16="http://schemas.microsoft.com/office/drawing/2014/main" id="{D2006D1B-5BCE-D850-0F3C-096D827CDC8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288" r="7986"/>
          <a:stretch/>
        </p:blipFill>
        <p:spPr bwMode="auto">
          <a:xfrm>
            <a:off x="9436146" y="0"/>
            <a:ext cx="2755853"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62484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
        <p:nvSpPr>
          <p:cNvPr id="11" name="Rectangle 10">
            <a:extLst>
              <a:ext uri="{FF2B5EF4-FFF2-40B4-BE49-F238E27FC236}">
                <a16:creationId xmlns:a16="http://schemas.microsoft.com/office/drawing/2014/main" id="{67796098-66F7-F97D-0C10-86EEC9C0D8B5}"/>
              </a:ext>
            </a:extLst>
          </p:cNvPr>
          <p:cNvSpPr/>
          <p:nvPr/>
        </p:nvSpPr>
        <p:spPr>
          <a:xfrm>
            <a:off x="9436146" y="0"/>
            <a:ext cx="2755853" cy="6858000"/>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grpSp>
        <p:nvGrpSpPr>
          <p:cNvPr id="6" name="Groupe 1">
            <a:extLst>
              <a:ext uri="{FF2B5EF4-FFF2-40B4-BE49-F238E27FC236}">
                <a16:creationId xmlns:a16="http://schemas.microsoft.com/office/drawing/2014/main" id="{079CE6F8-5B74-7D1A-124C-CA4F26B545C3}"/>
              </a:ext>
            </a:extLst>
          </p:cNvPr>
          <p:cNvGrpSpPr>
            <a:grpSpLocks noChangeAspect="1"/>
          </p:cNvGrpSpPr>
          <p:nvPr/>
        </p:nvGrpSpPr>
        <p:grpSpPr>
          <a:xfrm>
            <a:off x="11467764" y="228600"/>
            <a:ext cx="419436" cy="388988"/>
            <a:chOff x="11501102" y="171573"/>
            <a:chExt cx="419436" cy="388988"/>
          </a:xfrm>
        </p:grpSpPr>
        <p:sp>
          <p:nvSpPr>
            <p:cNvPr id="7" name="Freeform 13">
              <a:extLst>
                <a:ext uri="{FF2B5EF4-FFF2-40B4-BE49-F238E27FC236}">
                  <a16:creationId xmlns:a16="http://schemas.microsoft.com/office/drawing/2014/main" id="{DF379B37-190F-9480-F058-F0F4EA221A02}"/>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D1F8BB86-21BE-71A4-1FD1-84649CFD73F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4115240573"/>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99_Credencial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200" y="0"/>
            <a:ext cx="11091600" cy="1104900"/>
          </a:xfrm>
        </p:spPr>
        <p:txBody>
          <a:bodyPr tIns="180000"/>
          <a:lstStyle>
            <a:lvl1pPr>
              <a:spcBef>
                <a:spcPts val="0"/>
              </a:spcBef>
              <a:defRPr cap="none" spc="200" baseline="0">
                <a:solidFill>
                  <a:schemeClr val="bg1"/>
                </a:solidFill>
              </a:defRPr>
            </a:lvl1pPr>
          </a:lstStyle>
          <a:p>
            <a:r>
              <a:rPr lang="en-US"/>
              <a:t>CLICK TO EDIT MASTER TITLE STYLE</a:t>
            </a:r>
            <a:endParaRPr lang="en-GB"/>
          </a:p>
        </p:txBody>
      </p:sp>
      <p:sp>
        <p:nvSpPr>
          <p:cNvPr id="7" name="Text Placeholder 9">
            <a:extLst>
              <a:ext uri="{FF2B5EF4-FFF2-40B4-BE49-F238E27FC236}">
                <a16:creationId xmlns:a16="http://schemas.microsoft.com/office/drawing/2014/main" id="{2F37D955-F6D5-4EE8-9B16-4327F495190B}"/>
              </a:ext>
            </a:extLst>
          </p:cNvPr>
          <p:cNvSpPr>
            <a:spLocks noGrp="1"/>
          </p:cNvSpPr>
          <p:nvPr>
            <p:ph type="body" sz="quarter" idx="15" hasCustomPrompt="1"/>
          </p:nvPr>
        </p:nvSpPr>
        <p:spPr>
          <a:xfrm>
            <a:off x="550200" y="1125538"/>
            <a:ext cx="11090938" cy="307777"/>
          </a:xfrm>
        </p:spPr>
        <p:txBody>
          <a:bodyPr>
            <a:spAutoFit/>
          </a:bodyPr>
          <a:lstStyle>
            <a:lvl1pPr>
              <a:defRPr sz="2000" b="0">
                <a:solidFill>
                  <a:schemeClr val="accent1"/>
                </a:solidFill>
                <a:latin typeface="+mn-lt"/>
              </a:defRPr>
            </a:lvl1pPr>
          </a:lstStyle>
          <a:p>
            <a:pPr lvl="0"/>
            <a:r>
              <a:rPr lang="en-US"/>
              <a:t>EDIT MASTER TEXT STYLES</a:t>
            </a:r>
          </a:p>
        </p:txBody>
      </p:sp>
    </p:spTree>
    <p:extLst>
      <p:ext uri="{BB962C8B-B14F-4D97-AF65-F5344CB8AC3E}">
        <p14:creationId xmlns:p14="http://schemas.microsoft.com/office/powerpoint/2010/main" val="2281484687"/>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cSld name="1_Final Slide 1">
    <p:bg>
      <p:bgPr>
        <a:solidFill>
          <a:srgbClr val="272936"/>
        </a:solidFill>
        <a:effectLst/>
      </p:bgPr>
    </p:bg>
    <p:spTree>
      <p:nvGrpSpPr>
        <p:cNvPr id="1" name=""/>
        <p:cNvGrpSpPr/>
        <p:nvPr/>
      </p:nvGrpSpPr>
      <p:grpSpPr>
        <a:xfrm>
          <a:off x="0" y="0"/>
          <a:ext cx="0" cy="0"/>
          <a:chOff x="0" y="0"/>
          <a:chExt cx="0" cy="0"/>
        </a:xfrm>
      </p:grpSpPr>
      <p:pic>
        <p:nvPicPr>
          <p:cNvPr id="27" name="Image 27">
            <a:extLst>
              <a:ext uri="{FF2B5EF4-FFF2-40B4-BE49-F238E27FC236}">
                <a16:creationId xmlns:a16="http://schemas.microsoft.com/office/drawing/2014/main" id="{831377F0-7FB5-4F15-83F1-314D9967AB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s-ES" sz="700" noProof="0" err="1">
                <a:solidFill>
                  <a:schemeClr val="bg1"/>
                </a:solidFill>
                <a:latin typeface="Ubuntu" panose="020B0504030602030204" pitchFamily="34" charset="0"/>
                <a:cs typeface="Arial"/>
              </a:rPr>
              <a:t>This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presentation</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contains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information</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that</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may</a:t>
            </a:r>
            <a:r>
              <a:rPr lang="es-ES" sz="700" noProof="0">
                <a:solidFill>
                  <a:schemeClr val="bg1"/>
                </a:solidFill>
                <a:latin typeface="Ubuntu" panose="020B0504030602030204" pitchFamily="34" charset="0"/>
                <a:cs typeface="Arial"/>
              </a:rPr>
              <a:t> be </a:t>
            </a:r>
            <a:r>
              <a:rPr lang="es-ES" sz="700" noProof="0" err="1">
                <a:solidFill>
                  <a:schemeClr val="bg1"/>
                </a:solidFill>
                <a:latin typeface="Ubuntu" panose="020B0504030602030204" pitchFamily="34" charset="0"/>
                <a:cs typeface="Arial"/>
              </a:rPr>
              <a:t>privileged</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or</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confidential</a:t>
            </a:r>
            <a:r>
              <a:rPr lang="es-ES" sz="700" noProof="0">
                <a:solidFill>
                  <a:schemeClr val="bg1"/>
                </a:solidFill>
                <a:latin typeface="Ubuntu" panose="020B0504030602030204" pitchFamily="34" charset="0"/>
                <a:cs typeface="Arial"/>
              </a:rPr>
              <a:t> and </a:t>
            </a:r>
            <a:r>
              <a:rPr lang="es-ES" sz="700" noProof="0" err="1">
                <a:solidFill>
                  <a:schemeClr val="bg1"/>
                </a:solidFill>
                <a:latin typeface="Ubuntu" panose="020B0504030602030204" pitchFamily="34" charset="0"/>
                <a:cs typeface="Arial"/>
              </a:rPr>
              <a:t>is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the</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property</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of</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the</a:t>
            </a:r>
            <a:r>
              <a:rPr lang="es-ES" sz="700" noProof="0">
                <a:solidFill>
                  <a:schemeClr val="bg1"/>
                </a:solidFill>
                <a:latin typeface="Ubuntu" panose="020B0504030602030204" pitchFamily="34" charset="0"/>
                <a:cs typeface="Arial"/>
              </a:rPr>
              <a:t> Capgemini </a:t>
            </a:r>
            <a:r>
              <a:rPr lang="es-ES" sz="700" noProof="0" err="1">
                <a:solidFill>
                  <a:schemeClr val="bg1"/>
                </a:solidFill>
                <a:latin typeface="Ubuntu" panose="020B0504030602030204" pitchFamily="34" charset="0"/>
                <a:cs typeface="Arial"/>
              </a:rPr>
              <a:t>Group</a:t>
            </a:r>
            <a:r>
              <a:rPr lang="es-ES" sz="700" noProof="0">
                <a:solidFill>
                  <a:schemeClr val="bg1"/>
                </a:solidFill>
                <a:latin typeface="Ubuntu" panose="020B0504030602030204" pitchFamily="34" charset="0"/>
                <a:cs typeface="Arial"/>
              </a:rPr>
              <a:t>.</a:t>
            </a:r>
          </a:p>
          <a:p>
            <a:pPr>
              <a:spcAft>
                <a:spcPts val="600"/>
              </a:spcAft>
            </a:pPr>
            <a:r>
              <a:rPr lang="es-ES" sz="700" noProof="0">
                <a:solidFill>
                  <a:schemeClr val="bg1"/>
                </a:solidFill>
                <a:latin typeface="Ubuntu" panose="020B0504030602030204" pitchFamily="34" charset="0"/>
                <a:cs typeface="Arial"/>
              </a:rPr>
              <a:t>Copyright © 2023 Capgemini. </a:t>
            </a:r>
            <a:r>
              <a:rPr lang="es-ES" sz="700" noProof="0" err="1">
                <a:solidFill>
                  <a:schemeClr val="bg1"/>
                </a:solidFill>
                <a:latin typeface="Ubuntu" panose="020B0504030602030204" pitchFamily="34" charset="0"/>
                <a:cs typeface="Arial"/>
              </a:rPr>
              <a:t>All</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rights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reserved</a:t>
            </a:r>
            <a:r>
              <a:rPr lang="es-ES" sz="700" noProof="0">
                <a:solidFill>
                  <a:schemeClr val="bg1"/>
                </a:solidFill>
                <a:latin typeface="Ubuntu" panose="020B0504030602030204" pitchFamily="34" charset="0"/>
                <a:cs typeface="Arial"/>
              </a:rPr>
              <a:t>.</a:t>
            </a:r>
          </a:p>
        </p:txBody>
      </p:sp>
      <p:sp>
        <p:nvSpPr>
          <p:cNvPr id="14" name="Rectangle 13"/>
          <p:cNvSpPr/>
          <p:nvPr/>
        </p:nvSpPr>
        <p:spPr>
          <a:xfrm>
            <a:off x="6536185" y="2920221"/>
            <a:ext cx="4672383"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just"/>
            <a:r>
              <a:rPr lang="es-ES" sz="900" kern="1200">
                <a:solidFill>
                  <a:schemeClr val="lt1"/>
                </a:solidFill>
                <a:effectLst/>
                <a:latin typeface="+mn-lt"/>
                <a:ea typeface="+mn-ea"/>
                <a:cs typeface="+mn-cs"/>
              </a:rPr>
              <a:t>As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digital </a:t>
            </a:r>
            <a:r>
              <a:rPr lang="es-ES" sz="900" kern="1200" err="1">
                <a:solidFill>
                  <a:schemeClr val="lt1"/>
                </a:solidFill>
                <a:effectLst/>
                <a:latin typeface="+mn-lt"/>
                <a:ea typeface="+mn-ea"/>
                <a:cs typeface="+mn-cs"/>
              </a:rPr>
              <a:t>innovation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design</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transformation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brand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Invent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enables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CxOs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envision</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shape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future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Located</a:t>
            </a:r>
            <a:r>
              <a:rPr lang="es-ES" sz="900" kern="1200">
                <a:solidFill>
                  <a:schemeClr val="lt1"/>
                </a:solidFill>
                <a:effectLst/>
                <a:latin typeface="+mn-lt"/>
                <a:ea typeface="+mn-ea"/>
                <a:cs typeface="+mn-cs"/>
              </a:rPr>
              <a:t> in more </a:t>
            </a:r>
            <a:r>
              <a:rPr lang="es-ES" sz="900" kern="1200" err="1">
                <a:solidFill>
                  <a:schemeClr val="lt1"/>
                </a:solidFill>
                <a:effectLst/>
                <a:latin typeface="+mn-lt"/>
                <a:ea typeface="+mn-ea"/>
                <a:cs typeface="+mn-cs"/>
              </a:rPr>
              <a:t>than</a:t>
            </a:r>
            <a:r>
              <a:rPr lang="es-ES" sz="900" kern="1200">
                <a:solidFill>
                  <a:schemeClr val="lt1"/>
                </a:solidFill>
                <a:effectLst/>
                <a:latin typeface="+mn-lt"/>
                <a:ea typeface="+mn-ea"/>
                <a:cs typeface="+mn-cs"/>
              </a:rPr>
              <a:t> 36 </a:t>
            </a:r>
            <a:r>
              <a:rPr lang="es-ES" sz="900" kern="1200" err="1">
                <a:solidFill>
                  <a:schemeClr val="lt1"/>
                </a:solidFill>
                <a:effectLst/>
                <a:latin typeface="+mn-lt"/>
                <a:ea typeface="+mn-ea"/>
                <a:cs typeface="+mn-cs"/>
              </a:rPr>
              <a:t>offices</a:t>
            </a:r>
            <a:r>
              <a:rPr lang="es-ES" sz="900" kern="1200">
                <a:solidFill>
                  <a:schemeClr val="lt1"/>
                </a:solidFill>
                <a:effectLst/>
                <a:latin typeface="+mn-lt"/>
                <a:ea typeface="+mn-ea"/>
                <a:cs typeface="+mn-cs"/>
              </a:rPr>
              <a:t> and 37 creative </a:t>
            </a:r>
            <a:r>
              <a:rPr lang="es-ES" sz="900" kern="1200" err="1">
                <a:solidFill>
                  <a:schemeClr val="lt1"/>
                </a:solidFill>
                <a:effectLst/>
                <a:latin typeface="+mn-lt"/>
                <a:ea typeface="+mn-ea"/>
                <a:cs typeface="+mn-cs"/>
              </a:rPr>
              <a:t>studios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around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world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comprises</a:t>
            </a:r>
            <a:r>
              <a:rPr lang="es-ES" sz="900" kern="1200">
                <a:solidFill>
                  <a:schemeClr val="lt1"/>
                </a:solidFill>
                <a:effectLst/>
                <a:latin typeface="+mn-lt"/>
                <a:ea typeface="+mn-ea"/>
                <a:cs typeface="+mn-cs"/>
              </a:rPr>
              <a:t> a 10,000+ </a:t>
            </a:r>
            <a:r>
              <a:rPr lang="es-ES" sz="900" kern="1200" err="1">
                <a:solidFill>
                  <a:schemeClr val="lt1"/>
                </a:solidFill>
                <a:effectLst/>
                <a:latin typeface="+mn-lt"/>
                <a:ea typeface="+mn-ea"/>
                <a:cs typeface="+mn-cs"/>
              </a:rPr>
              <a:t>strong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team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strategists</a:t>
            </a:r>
            <a:r>
              <a:rPr lang="es-ES" sz="900" kern="1200">
                <a:solidFill>
                  <a:schemeClr val="lt1"/>
                </a:solidFill>
                <a:effectLst/>
                <a:latin typeface="+mn-lt"/>
                <a:ea typeface="+mn-ea"/>
                <a:cs typeface="+mn-cs"/>
              </a:rPr>
              <a:t>, data </a:t>
            </a:r>
            <a:r>
              <a:rPr lang="es-ES" sz="900" kern="1200" err="1">
                <a:solidFill>
                  <a:schemeClr val="lt1"/>
                </a:solidFill>
                <a:effectLst/>
                <a:latin typeface="+mn-lt"/>
                <a:ea typeface="+mn-ea"/>
                <a:cs typeface="+mn-cs"/>
              </a:rPr>
              <a:t>scientists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product</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experience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designers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brand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experts</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technologists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who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develop</a:t>
            </a:r>
            <a:r>
              <a:rPr lang="es-ES" sz="900" kern="1200">
                <a:solidFill>
                  <a:schemeClr val="lt1"/>
                </a:solidFill>
                <a:effectLst/>
                <a:latin typeface="+mn-lt"/>
                <a:ea typeface="+mn-ea"/>
                <a:cs typeface="+mn-cs"/>
              </a:rPr>
              <a:t> new digital </a:t>
            </a:r>
            <a:r>
              <a:rPr lang="es-ES" sz="900" kern="1200" err="1">
                <a:solidFill>
                  <a:schemeClr val="lt1"/>
                </a:solidFill>
                <a:effectLst/>
                <a:latin typeface="+mn-lt"/>
                <a:ea typeface="+mn-ea"/>
                <a:cs typeface="+mn-cs"/>
              </a:rPr>
              <a:t>services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products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experiences</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models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for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sustainable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growth</a:t>
            </a:r>
            <a:r>
              <a:rPr lang="es-ES" sz="900" kern="1200">
                <a:solidFill>
                  <a:schemeClr val="lt1"/>
                </a:solidFill>
                <a:effectLst/>
                <a:latin typeface="+mn-lt"/>
                <a:ea typeface="+mn-ea"/>
                <a:cs typeface="+mn-cs"/>
              </a:rPr>
              <a:t>.</a:t>
            </a:r>
          </a:p>
          <a:p>
            <a:pPr algn="just"/>
            <a:endParaRPr lang="es-ES" sz="900" kern="1200">
              <a:solidFill>
                <a:schemeClr val="lt1"/>
              </a:solidFill>
              <a:effectLst/>
              <a:latin typeface="+mn-lt"/>
              <a:ea typeface="+mn-ea"/>
              <a:cs typeface="+mn-cs"/>
            </a:endParaRPr>
          </a:p>
          <a:p>
            <a:pPr algn="just"/>
            <a:r>
              <a:rPr lang="es-ES" sz="900" kern="1200">
                <a:solidFill>
                  <a:schemeClr val="lt1"/>
                </a:solidFill>
                <a:effectLst/>
                <a:latin typeface="+mn-lt"/>
                <a:ea typeface="+mn-ea"/>
                <a:cs typeface="+mn-cs"/>
              </a:rPr>
              <a:t>Capgemini </a:t>
            </a:r>
            <a:r>
              <a:rPr lang="es-ES" sz="900" kern="1200" err="1">
                <a:solidFill>
                  <a:schemeClr val="lt1"/>
                </a:solidFill>
                <a:effectLst/>
                <a:latin typeface="+mn-lt"/>
                <a:ea typeface="+mn-ea"/>
                <a:cs typeface="+mn-cs"/>
              </a:rPr>
              <a:t>Invent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an</a:t>
            </a:r>
            <a:r>
              <a:rPr lang="es-ES" sz="900" kern="1200">
                <a:solidFill>
                  <a:schemeClr val="lt1"/>
                </a:solidFill>
                <a:effectLst/>
                <a:latin typeface="+mn-lt"/>
                <a:ea typeface="+mn-ea"/>
                <a:cs typeface="+mn-cs"/>
              </a:rPr>
              <a:t> integral </a:t>
            </a:r>
            <a:r>
              <a:rPr lang="es-ES" sz="900" kern="1200" err="1">
                <a:solidFill>
                  <a:schemeClr val="lt1"/>
                </a:solidFill>
                <a:effectLst/>
                <a:latin typeface="+mn-lt"/>
                <a:ea typeface="+mn-ea"/>
                <a:cs typeface="+mn-cs"/>
              </a:rPr>
              <a:t>part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Capgemini, a global leader in </a:t>
            </a:r>
            <a:r>
              <a:rPr lang="es-ES" sz="900" kern="1200" err="1">
                <a:solidFill>
                  <a:schemeClr val="lt1"/>
                </a:solidFill>
                <a:effectLst/>
                <a:latin typeface="+mn-lt"/>
                <a:ea typeface="+mn-ea"/>
                <a:cs typeface="+mn-cs"/>
              </a:rPr>
              <a:t>partnering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with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companies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transform</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manage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harnessing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power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technology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guided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everyday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purpose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unleashing</a:t>
            </a:r>
            <a:r>
              <a:rPr lang="es-ES" sz="900" kern="1200">
                <a:solidFill>
                  <a:schemeClr val="lt1"/>
                </a:solidFill>
                <a:effectLst/>
                <a:latin typeface="+mn-lt"/>
                <a:ea typeface="+mn-ea"/>
                <a:cs typeface="+mn-cs"/>
              </a:rPr>
              <a:t> human </a:t>
            </a:r>
            <a:r>
              <a:rPr lang="es-ES" sz="900" kern="1200" err="1">
                <a:solidFill>
                  <a:schemeClr val="lt1"/>
                </a:solidFill>
                <a:effectLst/>
                <a:latin typeface="+mn-lt"/>
                <a:ea typeface="+mn-ea"/>
                <a:cs typeface="+mn-cs"/>
              </a:rPr>
              <a:t>energy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through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technology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for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an</a:t>
            </a:r>
            <a:r>
              <a:rPr lang="es-ES" sz="900" kern="1200">
                <a:solidFill>
                  <a:schemeClr val="lt1"/>
                </a:solidFill>
                <a:effectLst/>
                <a:latin typeface="+mn-lt"/>
                <a:ea typeface="+mn-ea"/>
                <a:cs typeface="+mn-cs"/>
              </a:rPr>
              <a:t> inclusive and </a:t>
            </a:r>
            <a:r>
              <a:rPr lang="es-ES" sz="900" kern="1200" err="1">
                <a:solidFill>
                  <a:schemeClr val="lt1"/>
                </a:solidFill>
                <a:effectLst/>
                <a:latin typeface="+mn-lt"/>
                <a:ea typeface="+mn-ea"/>
                <a:cs typeface="+mn-cs"/>
              </a:rPr>
              <a:t>sustainable</a:t>
            </a:r>
            <a:r>
              <a:rPr lang="es-ES" sz="900" kern="1200">
                <a:solidFill>
                  <a:schemeClr val="lt1"/>
                </a:solidFill>
                <a:effectLst/>
                <a:latin typeface="+mn-lt"/>
                <a:ea typeface="+mn-ea"/>
                <a:cs typeface="+mn-cs"/>
              </a:rPr>
              <a:t> future. </a:t>
            </a:r>
            <a:r>
              <a:rPr lang="es-ES" sz="900" kern="1200" err="1">
                <a:solidFill>
                  <a:schemeClr val="lt1"/>
                </a:solidFill>
                <a:effectLst/>
                <a:latin typeface="+mn-lt"/>
                <a:ea typeface="+mn-ea"/>
                <a:cs typeface="+mn-cs"/>
              </a:rPr>
              <a:t>It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 </a:t>
            </a:r>
            <a:r>
              <a:rPr lang="es-ES" sz="900" kern="1200" err="1">
                <a:solidFill>
                  <a:schemeClr val="lt1"/>
                </a:solidFill>
                <a:effectLst/>
                <a:latin typeface="+mn-lt"/>
                <a:ea typeface="+mn-ea"/>
                <a:cs typeface="+mn-cs"/>
              </a:rPr>
              <a:t>responsible</a:t>
            </a:r>
            <a:r>
              <a:rPr lang="es-ES" sz="900" kern="1200">
                <a:solidFill>
                  <a:schemeClr val="lt1"/>
                </a:solidFill>
                <a:effectLst/>
                <a:latin typeface="+mn-lt"/>
                <a:ea typeface="+mn-ea"/>
                <a:cs typeface="+mn-cs"/>
              </a:rPr>
              <a:t> and diverse </a:t>
            </a:r>
            <a:r>
              <a:rPr lang="es-ES" sz="900" kern="1200" err="1">
                <a:solidFill>
                  <a:schemeClr val="lt1"/>
                </a:solidFill>
                <a:effectLst/>
                <a:latin typeface="+mn-lt"/>
                <a:ea typeface="+mn-ea"/>
                <a:cs typeface="+mn-cs"/>
              </a:rPr>
              <a:t>organization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over</a:t>
            </a:r>
            <a:r>
              <a:rPr lang="es-ES" sz="900" kern="1200">
                <a:solidFill>
                  <a:schemeClr val="lt1"/>
                </a:solidFill>
                <a:effectLst/>
                <a:latin typeface="+mn-lt"/>
                <a:ea typeface="+mn-ea"/>
                <a:cs typeface="+mn-cs"/>
              </a:rPr>
              <a:t> 300,000 </a:t>
            </a:r>
            <a:r>
              <a:rPr lang="es-ES" sz="900" kern="1200" err="1">
                <a:solidFill>
                  <a:schemeClr val="lt1"/>
                </a:solidFill>
                <a:effectLst/>
                <a:latin typeface="+mn-lt"/>
                <a:ea typeface="+mn-ea"/>
                <a:cs typeface="+mn-cs"/>
              </a:rPr>
              <a:t>team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members</a:t>
            </a:r>
            <a:r>
              <a:rPr lang="es-ES" sz="900" kern="1200">
                <a:solidFill>
                  <a:schemeClr val="lt1"/>
                </a:solidFill>
                <a:effectLst/>
                <a:latin typeface="+mn-lt"/>
                <a:ea typeface="+mn-ea"/>
                <a:cs typeface="+mn-cs"/>
              </a:rPr>
              <a:t> in </a:t>
            </a:r>
            <a:r>
              <a:rPr lang="es-ES" sz="900" kern="1200" err="1">
                <a:solidFill>
                  <a:schemeClr val="lt1"/>
                </a:solidFill>
                <a:effectLst/>
                <a:latin typeface="+mn-lt"/>
                <a:ea typeface="+mn-ea"/>
                <a:cs typeface="+mn-cs"/>
              </a:rPr>
              <a:t>nearly</a:t>
            </a:r>
            <a:r>
              <a:rPr lang="es-ES" sz="900" kern="1200">
                <a:solidFill>
                  <a:schemeClr val="lt1"/>
                </a:solidFill>
                <a:effectLst/>
                <a:latin typeface="+mn-lt"/>
                <a:ea typeface="+mn-ea"/>
                <a:cs typeface="+mn-cs"/>
              </a:rPr>
              <a:t> 50 </a:t>
            </a:r>
            <a:r>
              <a:rPr lang="es-ES" sz="900" kern="1200" err="1">
                <a:solidFill>
                  <a:schemeClr val="lt1"/>
                </a:solidFill>
                <a:effectLst/>
                <a:latin typeface="+mn-lt"/>
                <a:ea typeface="+mn-ea"/>
                <a:cs typeface="+mn-cs"/>
              </a:rPr>
              <a:t>countries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With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strong</a:t>
            </a:r>
            <a:r>
              <a:rPr lang="es-ES" sz="900" kern="1200">
                <a:solidFill>
                  <a:schemeClr val="lt1"/>
                </a:solidFill>
                <a:effectLst/>
                <a:latin typeface="+mn-lt"/>
                <a:ea typeface="+mn-ea"/>
                <a:cs typeface="+mn-cs"/>
              </a:rPr>
              <a:t> 50-year </a:t>
            </a:r>
            <a:r>
              <a:rPr lang="es-ES" sz="900" kern="1200" err="1">
                <a:solidFill>
                  <a:schemeClr val="lt1"/>
                </a:solidFill>
                <a:effectLst/>
                <a:latin typeface="+mn-lt"/>
                <a:ea typeface="+mn-ea"/>
                <a:cs typeface="+mn-cs"/>
              </a:rPr>
              <a:t>heritage</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deep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industry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expertise</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trusted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clients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address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entire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breadth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needs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from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strategy</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design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operations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fueled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fast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evolving</a:t>
            </a:r>
            <a:r>
              <a:rPr lang="es-ES" sz="900" kern="1200">
                <a:solidFill>
                  <a:schemeClr val="lt1"/>
                </a:solidFill>
                <a:effectLst/>
                <a:latin typeface="+mn-lt"/>
                <a:ea typeface="+mn-ea"/>
                <a:cs typeface="+mn-cs"/>
              </a:rPr>
              <a:t> and innovative </a:t>
            </a:r>
            <a:r>
              <a:rPr lang="es-ES" sz="900" kern="1200" err="1">
                <a:solidFill>
                  <a:schemeClr val="lt1"/>
                </a:solidFill>
                <a:effectLst/>
                <a:latin typeface="+mn-lt"/>
                <a:ea typeface="+mn-ea"/>
                <a:cs typeface="+mn-cs"/>
              </a:rPr>
              <a:t>world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cloud</a:t>
            </a:r>
            <a:r>
              <a:rPr lang="es-ES" sz="900" kern="1200">
                <a:solidFill>
                  <a:schemeClr val="lt1"/>
                </a:solidFill>
                <a:effectLst/>
                <a:latin typeface="+mn-lt"/>
                <a:ea typeface="+mn-ea"/>
                <a:cs typeface="+mn-cs"/>
              </a:rPr>
              <a:t>, data, AI, </a:t>
            </a:r>
            <a:r>
              <a:rPr lang="es-ES" sz="900" kern="1200" err="1">
                <a:solidFill>
                  <a:schemeClr val="lt1"/>
                </a:solidFill>
                <a:effectLst/>
                <a:latin typeface="+mn-lt"/>
                <a:ea typeface="+mn-ea"/>
                <a:cs typeface="+mn-cs"/>
              </a:rPr>
              <a:t>connectivity</a:t>
            </a:r>
            <a:r>
              <a:rPr lang="es-ES" sz="900" kern="1200">
                <a:solidFill>
                  <a:schemeClr val="lt1"/>
                </a:solidFill>
                <a:effectLst/>
                <a:latin typeface="+mn-lt"/>
                <a:ea typeface="+mn-ea"/>
                <a:cs typeface="+mn-cs"/>
              </a:rPr>
              <a:t>, software, digital </a:t>
            </a:r>
            <a:r>
              <a:rPr lang="es-ES" sz="900" kern="1200" err="1">
                <a:solidFill>
                  <a:schemeClr val="lt1"/>
                </a:solidFill>
                <a:effectLst/>
                <a:latin typeface="+mn-lt"/>
                <a:ea typeface="+mn-ea"/>
                <a:cs typeface="+mn-cs"/>
              </a:rPr>
              <a:t>engineering</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platforms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reported</a:t>
            </a:r>
            <a:r>
              <a:rPr lang="es-ES" sz="900" kern="1200">
                <a:solidFill>
                  <a:schemeClr val="lt1"/>
                </a:solidFill>
                <a:effectLst/>
                <a:latin typeface="+mn-lt"/>
                <a:ea typeface="+mn-ea"/>
                <a:cs typeface="+mn-cs"/>
              </a:rPr>
              <a:t> in 2020 global </a:t>
            </a:r>
            <a:r>
              <a:rPr lang="es-ES" sz="900" kern="1200" err="1">
                <a:solidFill>
                  <a:schemeClr val="lt1"/>
                </a:solidFill>
                <a:effectLst/>
                <a:latin typeface="+mn-lt"/>
                <a:ea typeface="+mn-ea"/>
                <a:cs typeface="+mn-cs"/>
              </a:rPr>
              <a:t>revenues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€16 </a:t>
            </a:r>
            <a:r>
              <a:rPr lang="es-ES" sz="900" kern="1200" err="1">
                <a:solidFill>
                  <a:schemeClr val="lt1"/>
                </a:solidFill>
                <a:effectLst/>
                <a:latin typeface="+mn-lt"/>
                <a:ea typeface="+mn-ea"/>
                <a:cs typeface="+mn-cs"/>
              </a:rPr>
              <a:t>billion</a:t>
            </a:r>
            <a:r>
              <a:rPr lang="es-ES" sz="900" kern="1200">
                <a:solidFill>
                  <a:schemeClr val="lt1"/>
                </a:solidFill>
                <a:effectLst/>
                <a:latin typeface="+mn-lt"/>
                <a:ea typeface="+mn-ea"/>
                <a:cs typeface="+mn-cs"/>
              </a:rPr>
              <a:t>.</a:t>
            </a: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nSpc>
                <a:spcPts val="2000"/>
              </a:lnSpc>
            </a:pPr>
            <a:r>
              <a:rPr lang="es-ES" sz="1400" err="1">
                <a:solidFill>
                  <a:schemeClr val="bg1"/>
                </a:solidFill>
                <a:latin typeface="Ubuntu" panose="020B0504030602030204" pitchFamily="34" charset="0"/>
              </a:rPr>
              <a:t>About</a:t>
            </a:r>
            <a:r>
              <a:rPr lang="es-ES" sz="1400">
                <a:solidFill>
                  <a:schemeClr val="bg1"/>
                </a:solidFill>
                <a:latin typeface="Ubuntu" panose="020B0504030602030204" pitchFamily="34" charset="0"/>
              </a:rPr>
              <a:t> Capgemini </a:t>
            </a:r>
            <a:r>
              <a:rPr lang="es-ES" sz="1400" err="1">
                <a:solidFill>
                  <a:schemeClr val="bg1"/>
                </a:solidFill>
                <a:latin typeface="Ubuntu" panose="020B0504030602030204" pitchFamily="34" charset="0"/>
              </a:rPr>
              <a:t>Invent</a:t>
            </a:r>
            <a:endParaRPr lang="es-ES" sz="1400">
              <a:solidFill>
                <a:schemeClr val="bg1"/>
              </a:solidFill>
              <a:latin typeface="Ubuntu" panose="020B0504030602030204" pitchFamily="34" charset="0"/>
            </a:endParaRP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400" rtl="0" eaLnBrk="1" fontAlgn="auto" latinLnBrk="0" hangingPunct="1">
              <a:lnSpc>
                <a:spcPts val="1200"/>
              </a:lnSpc>
              <a:spcBef>
                <a:spcPts val="0"/>
              </a:spcBef>
              <a:spcAft>
                <a:spcPts val="0"/>
              </a:spcAft>
              <a:buClrTx/>
              <a:buSzTx/>
              <a:buFontTx/>
              <a:buNone/>
              <a:tabLst/>
              <a:defRPr/>
            </a:pPr>
            <a:r>
              <a:rPr lang="es-ES" sz="900" err="1">
                <a:solidFill>
                  <a:schemeClr val="bg1"/>
                </a:solidFill>
                <a:effectLst/>
                <a:latin typeface="Ubuntu" panose="020B0504030602030204" pitchFamily="34" charset="0"/>
              </a:rPr>
              <a:t>Get</a:t>
            </a:r>
            <a:r>
              <a:rPr lang="es-ES" sz="900">
                <a:solidFill>
                  <a:schemeClr val="bg1"/>
                </a:solidFill>
                <a:effectLst/>
                <a:latin typeface="Ubuntu" panose="020B0504030602030204" pitchFamily="34" charset="0"/>
              </a:rPr>
              <a:t> </a:t>
            </a:r>
            <a:r>
              <a:rPr lang="es-ES" sz="900" err="1">
                <a:solidFill>
                  <a:schemeClr val="bg1"/>
                </a:solidFill>
                <a:effectLst/>
                <a:latin typeface="Ubuntu" panose="020B0504030602030204" pitchFamily="34" charset="0"/>
              </a:rPr>
              <a:t>The</a:t>
            </a:r>
            <a:r>
              <a:rPr lang="es-ES" sz="900">
                <a:solidFill>
                  <a:schemeClr val="bg1"/>
                </a:solidFill>
                <a:effectLst/>
                <a:latin typeface="Ubuntu" panose="020B0504030602030204" pitchFamily="34" charset="0"/>
              </a:rPr>
              <a:t> Future </a:t>
            </a:r>
            <a:r>
              <a:rPr lang="es-ES" sz="900" err="1">
                <a:solidFill>
                  <a:schemeClr val="bg1"/>
                </a:solidFill>
                <a:effectLst/>
                <a:latin typeface="Ubuntu" panose="020B0504030602030204" pitchFamily="34" charset="0"/>
              </a:rPr>
              <a:t>You</a:t>
            </a:r>
            <a:r>
              <a:rPr lang="es-ES" sz="900">
                <a:solidFill>
                  <a:schemeClr val="bg1"/>
                </a:solidFill>
                <a:effectLst/>
                <a:latin typeface="Ubuntu" panose="020B0504030602030204" pitchFamily="34" charset="0"/>
              </a:rPr>
              <a:t> </a:t>
            </a:r>
            <a:r>
              <a:rPr lang="es-ES" sz="900" err="1">
                <a:solidFill>
                  <a:schemeClr val="bg1"/>
                </a:solidFill>
                <a:effectLst/>
                <a:latin typeface="Ubuntu" panose="020B0504030602030204" pitchFamily="34" charset="0"/>
              </a:rPr>
              <a:t>Want</a:t>
            </a:r>
            <a:r>
              <a:rPr lang="es-ES" sz="900">
                <a:solidFill>
                  <a:schemeClr val="bg1"/>
                </a:solidFill>
                <a:effectLst/>
                <a:latin typeface="Ubuntu" panose="020B0504030602030204" pitchFamily="34" charset="0"/>
              </a:rPr>
              <a:t> | </a:t>
            </a:r>
            <a:r>
              <a:rPr lang="es-ES" sz="105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grpSp>
        <p:nvGrpSpPr>
          <p:cNvPr id="22" name="Group 21">
            <a:extLst>
              <a:ext uri="{FF2B5EF4-FFF2-40B4-BE49-F238E27FC236}">
                <a16:creationId xmlns:a16="http://schemas.microsoft.com/office/drawing/2014/main" id="{7104071F-EAB2-4DB8-853B-B72B38D866DC}"/>
              </a:ext>
            </a:extLst>
          </p:cNvPr>
          <p:cNvGrpSpPr/>
          <p:nvPr/>
        </p:nvGrpSpPr>
        <p:grpSpPr>
          <a:xfrm>
            <a:off x="464334" y="5214282"/>
            <a:ext cx="1866702" cy="333195"/>
            <a:chOff x="426720" y="4976083"/>
            <a:chExt cx="1866702" cy="333195"/>
          </a:xfrm>
        </p:grpSpPr>
        <p:pic>
          <p:nvPicPr>
            <p:cNvPr id="24" name="Picture 2">
              <a:hlinkClick r:id="rId4"/>
              <a:extLst>
                <a:ext uri="{FF2B5EF4-FFF2-40B4-BE49-F238E27FC236}">
                  <a16:creationId xmlns:a16="http://schemas.microsoft.com/office/drawing/2014/main" id="{F994E339-CD91-451A-8F50-174559915C56}"/>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25" name="Picture 4">
              <a:hlinkClick r:id="rId6"/>
              <a:extLst>
                <a:ext uri="{FF2B5EF4-FFF2-40B4-BE49-F238E27FC236}">
                  <a16:creationId xmlns:a16="http://schemas.microsoft.com/office/drawing/2014/main" id="{3CF14C60-31ED-4659-A889-597070DD6DC7}"/>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6" name="Picture 5">
              <a:hlinkClick r:id="rId8"/>
              <a:extLst>
                <a:ext uri="{FF2B5EF4-FFF2-40B4-BE49-F238E27FC236}">
                  <a16:creationId xmlns:a16="http://schemas.microsoft.com/office/drawing/2014/main" id="{9E6C6A59-C94E-4D60-81D7-689D96240FBB}"/>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8" name="Picture 6">
              <a:hlinkClick r:id="rId10"/>
              <a:extLst>
                <a:ext uri="{FF2B5EF4-FFF2-40B4-BE49-F238E27FC236}">
                  <a16:creationId xmlns:a16="http://schemas.microsoft.com/office/drawing/2014/main" id="{A3A352BB-4265-4977-B13F-A325E74AEB70}"/>
                </a:ext>
              </a:extLst>
            </p:cNvPr>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9" name="Picture 7">
              <a:hlinkClick r:id="rId12"/>
              <a:extLst>
                <a:ext uri="{FF2B5EF4-FFF2-40B4-BE49-F238E27FC236}">
                  <a16:creationId xmlns:a16="http://schemas.microsoft.com/office/drawing/2014/main" id="{D204BDE8-ACD1-4764-8D8A-43B06E669DEF}"/>
                </a:ext>
              </a:extLst>
            </p:cNvPr>
            <p:cNvPicPr>
              <a:picLocks noChangeAspect="1" noChangeArrowheads="1"/>
            </p:cNvPicPr>
            <p:nvPr userDrawn="1"/>
          </p:nvPicPr>
          <p:blipFill>
            <a:blip r:embed="rId13" cstate="screen">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grpSp>
    </p:spTree>
    <p:extLst>
      <p:ext uri="{BB962C8B-B14F-4D97-AF65-F5344CB8AC3E}">
        <p14:creationId xmlns:p14="http://schemas.microsoft.com/office/powerpoint/2010/main" val="295508861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93075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oleObject" Target="../embeddings/oleObject1.bin"/><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ags" Target="../tags/tag3.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theme" Target="../theme/theme2.xml"/><Relationship Id="rId5" Type="http://schemas.openxmlformats.org/officeDocument/2006/relationships/slideLayout" Target="../slideLayouts/slideLayout12.xml"/><Relationship Id="rId15" Type="http://schemas.openxmlformats.org/officeDocument/2006/relationships/image" Target="../media/image2.png"/><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image" Target="../media/image2.png"/><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image" Target="../media/image1.emf"/><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oleObject" Target="../embeddings/oleObject1.bin"/><Relationship Id="rId5" Type="http://schemas.openxmlformats.org/officeDocument/2006/relationships/slideLayout" Target="../slideLayouts/slideLayout22.xml"/><Relationship Id="rId10" Type="http://schemas.openxmlformats.org/officeDocument/2006/relationships/tags" Target="../tags/tag4.xml"/><Relationship Id="rId4" Type="http://schemas.openxmlformats.org/officeDocument/2006/relationships/slideLayout" Target="../slideLayouts/slideLayout21.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21F00A5-885D-A238-0776-5A6E156E8754}"/>
              </a:ext>
            </a:extLst>
          </p:cNvPr>
          <p:cNvGraphicFramePr>
            <a:graphicFrameLocks noChangeAspect="1"/>
          </p:cNvGraphicFramePr>
          <p:nvPr>
            <p:custDataLst>
              <p:tags r:id="rId9"/>
            </p:custDataLst>
            <p:extLst>
              <p:ext uri="{D42A27DB-BD31-4B8C-83A1-F6EECF244321}">
                <p14:modId xmlns:p14="http://schemas.microsoft.com/office/powerpoint/2010/main" val="23056701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95" imgH="396" progId="TCLayout.ActiveDocument.1">
                  <p:embed/>
                </p:oleObj>
              </mc:Choice>
              <mc:Fallback>
                <p:oleObj name="think-cell Slide" r:id="rId10" imgW="395" imgH="396" progId="TCLayout.ActiveDocument.1">
                  <p:embed/>
                  <p:pic>
                    <p:nvPicPr>
                      <p:cNvPr id="7" name="think-cell data - do not delete" hidden="1">
                        <a:extLst>
                          <a:ext uri="{FF2B5EF4-FFF2-40B4-BE49-F238E27FC236}">
                            <a16:creationId xmlns:a16="http://schemas.microsoft.com/office/drawing/2014/main" id="{D21F00A5-885D-A238-0776-5A6E156E8754}"/>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3" name="Holder 3"/>
          <p:cNvSpPr>
            <a:spLocks noGrp="1"/>
          </p:cNvSpPr>
          <p:nvPr>
            <p:ph type="body" idx="1"/>
          </p:nvPr>
        </p:nvSpPr>
        <p:spPr>
          <a:xfrm>
            <a:off x="880485" y="1070034"/>
            <a:ext cx="10431029"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8693894" y="6522256"/>
            <a:ext cx="2523120" cy="107722"/>
          </a:xfrm>
          <a:prstGeom prst="rect">
            <a:avLst/>
          </a:prstGeom>
        </p:spPr>
        <p:txBody>
          <a:bodyPr wrap="square" lIns="0" tIns="0" rIns="0" bIns="0">
            <a:spAutoFit/>
          </a:bodyPr>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6" name="Holder 6"/>
          <p:cNvSpPr>
            <a:spLocks noGrp="1"/>
          </p:cNvSpPr>
          <p:nvPr>
            <p:ph type="sldNum" sz="quarter" idx="7"/>
          </p:nvPr>
        </p:nvSpPr>
        <p:spPr>
          <a:xfrm>
            <a:off x="11580185" y="6515221"/>
            <a:ext cx="195627" cy="270587"/>
          </a:xfrm>
          <a:prstGeom prst="rect">
            <a:avLst/>
          </a:prstGeom>
        </p:spPr>
        <p:txBody>
          <a:bodyPr wrap="square" lIns="0" tIns="0" rIns="0" bIns="0">
            <a:spAutoFit/>
          </a:bodyPr>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pic>
        <p:nvPicPr>
          <p:cNvPr id="11" name="GRID" hidden="1">
            <a:extLst>
              <a:ext uri="{FF2B5EF4-FFF2-40B4-BE49-F238E27FC236}">
                <a16:creationId xmlns:a16="http://schemas.microsoft.com/office/drawing/2014/main" id="{EDFBB05D-3F06-34D5-496C-49B9F4166FD9}"/>
              </a:ext>
            </a:extLst>
          </p:cNvPr>
          <p:cNvPicPr/>
          <p:nvPr userDrawn="1"/>
        </p:nvPicPr>
        <p:blipFill>
          <a:blip r:embed="rId12"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grpSp>
        <p:nvGrpSpPr>
          <p:cNvPr id="13" name="Groupe 1">
            <a:extLst>
              <a:ext uri="{FF2B5EF4-FFF2-40B4-BE49-F238E27FC236}">
                <a16:creationId xmlns:a16="http://schemas.microsoft.com/office/drawing/2014/main" id="{AE5B12C5-4453-1B15-CC08-F1224D873170}"/>
              </a:ext>
            </a:extLst>
          </p:cNvPr>
          <p:cNvGrpSpPr/>
          <p:nvPr userDrawn="1"/>
        </p:nvGrpSpPr>
        <p:grpSpPr>
          <a:xfrm>
            <a:off x="11501102" y="183685"/>
            <a:ext cx="419436" cy="388988"/>
            <a:chOff x="11501102" y="171573"/>
            <a:chExt cx="419436" cy="388988"/>
          </a:xfrm>
        </p:grpSpPr>
        <p:sp>
          <p:nvSpPr>
            <p:cNvPr id="14" name="Freeform 13">
              <a:extLst>
                <a:ext uri="{FF2B5EF4-FFF2-40B4-BE49-F238E27FC236}">
                  <a16:creationId xmlns:a16="http://schemas.microsoft.com/office/drawing/2014/main" id="{4DC3733E-30F7-96D6-052E-A067EA64175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5" name="Freeform 14">
              <a:extLst>
                <a:ext uri="{FF2B5EF4-FFF2-40B4-BE49-F238E27FC236}">
                  <a16:creationId xmlns:a16="http://schemas.microsoft.com/office/drawing/2014/main" id="{E6CA59D8-1606-BC4F-3027-3E40943BFA50}"/>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7" name="Stickerbox" hidden="1">
            <a:extLst>
              <a:ext uri="{FF2B5EF4-FFF2-40B4-BE49-F238E27FC236}">
                <a16:creationId xmlns:a16="http://schemas.microsoft.com/office/drawing/2014/main" id="{DB189615-B50B-25F3-56F1-EE16273B3D6F}"/>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18" name="CapgeminiBox" hidden="1">
            <a:extLst>
              <a:ext uri="{FF2B5EF4-FFF2-40B4-BE49-F238E27FC236}">
                <a16:creationId xmlns:a16="http://schemas.microsoft.com/office/drawing/2014/main" id="{DB29DC05-9C45-F4DE-5DCC-579EC3831463}"/>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19" name="FootnoteAndSource" hidden="1">
            <a:extLst>
              <a:ext uri="{FF2B5EF4-FFF2-40B4-BE49-F238E27FC236}">
                <a16:creationId xmlns:a16="http://schemas.microsoft.com/office/drawing/2014/main" id="{90AC5749-63B5-B4DF-8B1F-189E585FD6CF}"/>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20" name="Rectangle 27">
            <a:extLst>
              <a:ext uri="{FF2B5EF4-FFF2-40B4-BE49-F238E27FC236}">
                <a16:creationId xmlns:a16="http://schemas.microsoft.com/office/drawing/2014/main" id="{7E28F00F-3F59-03C8-4101-2927E5D9ED72}"/>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chemeClr val="bg1">
                    <a:lumMod val="65000"/>
                  </a:schemeClr>
                </a:solidFill>
                <a:latin typeface="+mn-lt"/>
                <a:cs typeface="Arial" panose="020B0604020202020204" pitchFamily="34" charset="0"/>
              </a:rPr>
              <a:t>| Capgemini |</a:t>
            </a:r>
          </a:p>
        </p:txBody>
      </p:sp>
      <p:sp>
        <p:nvSpPr>
          <p:cNvPr id="21" name="Rectangle 27">
            <a:extLst>
              <a:ext uri="{FF2B5EF4-FFF2-40B4-BE49-F238E27FC236}">
                <a16:creationId xmlns:a16="http://schemas.microsoft.com/office/drawing/2014/main" id="{5635DBA0-C7B6-1207-630D-343193D82C68}"/>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Public © Capgemini 2025. All rights reserved  |</a:t>
            </a:r>
          </a:p>
        </p:txBody>
      </p:sp>
      <p:sp>
        <p:nvSpPr>
          <p:cNvPr id="22" name="Rectangle 43">
            <a:extLst>
              <a:ext uri="{FF2B5EF4-FFF2-40B4-BE49-F238E27FC236}">
                <a16:creationId xmlns:a16="http://schemas.microsoft.com/office/drawing/2014/main" id="{45B78423-8324-4A7C-74B3-4ECBAE1E67BD}"/>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496660177"/>
      </p:ext>
    </p:extLst>
  </p:cSld>
  <p:clrMap bg1="lt1" tx1="dk1" bg2="lt2" tx2="dk2" accent1="accent1" accent2="accent2" accent3="accent3" accent4="accent4" accent5="accent5" accent6="accent6" hlink="hlink" folHlink="folHlink"/>
  <p:sldLayoutIdLst>
    <p:sldLayoutId id="2147484233" r:id="rId1"/>
    <p:sldLayoutId id="2147484234" r:id="rId2"/>
    <p:sldLayoutId id="2147484235" r:id="rId3"/>
    <p:sldLayoutId id="2147484236" r:id="rId4"/>
    <p:sldLayoutId id="2147484237" r:id="rId5"/>
    <p:sldLayoutId id="2147484239" r:id="rId6"/>
    <p:sldLayoutId id="2147484240" r:id="rId7"/>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63" userDrawn="1">
          <p15:clr>
            <a:srgbClr val="F26B43"/>
          </p15:clr>
        </p15:guide>
        <p15:guide id="4" orient="horz" pos="4320" userDrawn="1">
          <p15:clr>
            <a:srgbClr val="F26B43"/>
          </p15:clr>
        </p15:guide>
        <p15:guide id="5" pos="257" userDrawn="1">
          <p15:clr>
            <a:srgbClr val="F26B43"/>
          </p15:clr>
        </p15:guide>
        <p15:guide id="6" pos="7423" userDrawn="1">
          <p15:clr>
            <a:srgbClr val="F26B43"/>
          </p15:clr>
        </p15:guide>
        <p15:guide id="7" orient="horz" pos="255" userDrawn="1">
          <p15:clr>
            <a:srgbClr val="F26B43"/>
          </p15:clr>
        </p15:guide>
        <p15:guide id="8" orient="horz" pos="4065" userDrawn="1">
          <p15:clr>
            <a:srgbClr val="F26B43"/>
          </p15:clr>
        </p15:guide>
        <p15:guide id="9" orient="horz" pos="89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21F00A5-885D-A238-0776-5A6E156E8754}"/>
              </a:ext>
            </a:extLst>
          </p:cNvPr>
          <p:cNvGraphicFramePr>
            <a:graphicFrameLocks noChangeAspect="1"/>
          </p:cNvGraphicFramePr>
          <p:nvPr>
            <p:custDataLst>
              <p:tags r:id="rId12"/>
            </p:custDataLst>
            <p:extLst>
              <p:ext uri="{D42A27DB-BD31-4B8C-83A1-F6EECF244321}">
                <p14:modId xmlns:p14="http://schemas.microsoft.com/office/powerpoint/2010/main" val="23056701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7" name="think-cell data - do not delete" hidden="1">
                        <a:extLst>
                          <a:ext uri="{FF2B5EF4-FFF2-40B4-BE49-F238E27FC236}">
                            <a16:creationId xmlns:a16="http://schemas.microsoft.com/office/drawing/2014/main" id="{D21F00A5-885D-A238-0776-5A6E156E875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16" name="bg object 16"/>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000000"/>
          </a:solidFill>
        </p:spPr>
        <p:txBody>
          <a:bodyPr wrap="square" lIns="0" tIns="0" rIns="0" bIns="0" rtlCol="0"/>
          <a:lstStyle/>
          <a:p>
            <a:endParaRPr sz="1092"/>
          </a:p>
        </p:txBody>
      </p:sp>
      <p:sp>
        <p:nvSpPr>
          <p:cNvPr id="3" name="Holder 3"/>
          <p:cNvSpPr>
            <a:spLocks noGrp="1"/>
          </p:cNvSpPr>
          <p:nvPr>
            <p:ph type="body" idx="1"/>
          </p:nvPr>
        </p:nvSpPr>
        <p:spPr>
          <a:xfrm>
            <a:off x="880485" y="1070034"/>
            <a:ext cx="10431029"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8693894" y="6522256"/>
            <a:ext cx="2523120" cy="107722"/>
          </a:xfrm>
          <a:prstGeom prst="rect">
            <a:avLst/>
          </a:prstGeom>
        </p:spPr>
        <p:txBody>
          <a:bodyPr wrap="square" lIns="0" tIns="0" rIns="0" bIns="0">
            <a:spAutoFit/>
          </a:bodyPr>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6" name="Holder 6"/>
          <p:cNvSpPr>
            <a:spLocks noGrp="1"/>
          </p:cNvSpPr>
          <p:nvPr>
            <p:ph type="sldNum" sz="quarter" idx="7"/>
          </p:nvPr>
        </p:nvSpPr>
        <p:spPr>
          <a:xfrm>
            <a:off x="11580185" y="6515221"/>
            <a:ext cx="195627" cy="270587"/>
          </a:xfrm>
          <a:prstGeom prst="rect">
            <a:avLst/>
          </a:prstGeom>
        </p:spPr>
        <p:txBody>
          <a:bodyPr wrap="square" lIns="0" tIns="0" rIns="0" bIns="0">
            <a:spAutoFit/>
          </a:bodyPr>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grpSp>
        <p:nvGrpSpPr>
          <p:cNvPr id="8" name="Groupe 1">
            <a:extLst>
              <a:ext uri="{FF2B5EF4-FFF2-40B4-BE49-F238E27FC236}">
                <a16:creationId xmlns:a16="http://schemas.microsoft.com/office/drawing/2014/main" id="{126060FC-CCE5-0DF3-F3E3-B073555FE04B}"/>
              </a:ext>
            </a:extLst>
          </p:cNvPr>
          <p:cNvGrpSpPr>
            <a:grpSpLocks noChangeAspect="1"/>
          </p:cNvGrpSpPr>
          <p:nvPr/>
        </p:nvGrpSpPr>
        <p:grpSpPr>
          <a:xfrm>
            <a:off x="11467764" y="228600"/>
            <a:ext cx="419436" cy="388988"/>
            <a:chOff x="11501102" y="171573"/>
            <a:chExt cx="419436" cy="388988"/>
          </a:xfrm>
          <a:solidFill>
            <a:schemeClr val="bg1"/>
          </a:solidFill>
        </p:grpSpPr>
        <p:sp>
          <p:nvSpPr>
            <p:cNvPr id="9" name="Freeform 13">
              <a:extLst>
                <a:ext uri="{FF2B5EF4-FFF2-40B4-BE49-F238E27FC236}">
                  <a16:creationId xmlns:a16="http://schemas.microsoft.com/office/drawing/2014/main" id="{B631B3D2-3D7E-2CB4-DD17-20022414698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a:extLst>
                <a:ext uri="{FF2B5EF4-FFF2-40B4-BE49-F238E27FC236}">
                  <a16:creationId xmlns:a16="http://schemas.microsoft.com/office/drawing/2014/main" id="{E8F30B85-1015-6C79-EE55-3F6DAF01061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pic>
        <p:nvPicPr>
          <p:cNvPr id="11" name="GRID" hidden="1">
            <a:extLst>
              <a:ext uri="{FF2B5EF4-FFF2-40B4-BE49-F238E27FC236}">
                <a16:creationId xmlns:a16="http://schemas.microsoft.com/office/drawing/2014/main" id="{A4A757B0-CDEF-1C78-D472-183E7A6E102A}"/>
              </a:ext>
            </a:extLst>
          </p:cNvPr>
          <p:cNvPicPr/>
          <p:nvPr userDrawn="1"/>
        </p:nvPicPr>
        <p:blipFill>
          <a:blip r:embed="rId15"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17" name="Stickerbox" hidden="1">
            <a:extLst>
              <a:ext uri="{FF2B5EF4-FFF2-40B4-BE49-F238E27FC236}">
                <a16:creationId xmlns:a16="http://schemas.microsoft.com/office/drawing/2014/main" id="{91BA8263-7761-2CC0-A38D-CB5FC2F9FD21}"/>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18" name="CapgeminiBox" hidden="1">
            <a:extLst>
              <a:ext uri="{FF2B5EF4-FFF2-40B4-BE49-F238E27FC236}">
                <a16:creationId xmlns:a16="http://schemas.microsoft.com/office/drawing/2014/main" id="{00EE03EB-02C4-468B-E0C1-66A74641FC6D}"/>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19" name="FootnoteAndSource" hidden="1">
            <a:extLst>
              <a:ext uri="{FF2B5EF4-FFF2-40B4-BE49-F238E27FC236}">
                <a16:creationId xmlns:a16="http://schemas.microsoft.com/office/drawing/2014/main" id="{D4014188-EC82-6F9A-1B5C-E92985ECFF9E}"/>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20" name="Rectangle 27">
            <a:extLst>
              <a:ext uri="{FF2B5EF4-FFF2-40B4-BE49-F238E27FC236}">
                <a16:creationId xmlns:a16="http://schemas.microsoft.com/office/drawing/2014/main" id="{3FC1C151-CE72-AE3F-160A-BD4405B64223}"/>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chemeClr val="bg1">
                    <a:lumMod val="65000"/>
                  </a:schemeClr>
                </a:solidFill>
                <a:latin typeface="+mn-lt"/>
                <a:cs typeface="Arial" panose="020B0604020202020204" pitchFamily="34" charset="0"/>
              </a:rPr>
              <a:t>| Capgemini |</a:t>
            </a:r>
          </a:p>
        </p:txBody>
      </p:sp>
      <p:sp>
        <p:nvSpPr>
          <p:cNvPr id="21" name="Rectangle 27">
            <a:extLst>
              <a:ext uri="{FF2B5EF4-FFF2-40B4-BE49-F238E27FC236}">
                <a16:creationId xmlns:a16="http://schemas.microsoft.com/office/drawing/2014/main" id="{EAA40C98-8EEB-DF90-8001-65569BD921B3}"/>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Public © Capgemini 2025. All rights reserved  |</a:t>
            </a:r>
          </a:p>
        </p:txBody>
      </p:sp>
      <p:sp>
        <p:nvSpPr>
          <p:cNvPr id="22" name="Rectangle 43">
            <a:extLst>
              <a:ext uri="{FF2B5EF4-FFF2-40B4-BE49-F238E27FC236}">
                <a16:creationId xmlns:a16="http://schemas.microsoft.com/office/drawing/2014/main" id="{A33E86B9-8C80-B2C5-3357-CC8C0DCBFAA6}"/>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606952017"/>
      </p:ext>
    </p:extLst>
  </p:cSld>
  <p:clrMap bg1="lt1" tx1="dk1" bg2="lt2" tx2="dk2" accent1="accent1" accent2="accent2" accent3="accent3" accent4="accent4" accent5="accent5" accent6="accent6" hlink="hlink" folHlink="folHlink"/>
  <p:sldLayoutIdLst>
    <p:sldLayoutId id="2147484242" r:id="rId1"/>
    <p:sldLayoutId id="2147484243" r:id="rId2"/>
    <p:sldLayoutId id="2147484244" r:id="rId3"/>
    <p:sldLayoutId id="2147484245" r:id="rId4"/>
    <p:sldLayoutId id="2147484246" r:id="rId5"/>
    <p:sldLayoutId id="2147484247" r:id="rId6"/>
    <p:sldLayoutId id="2147484248" r:id="rId7"/>
    <p:sldLayoutId id="2147484249" r:id="rId8"/>
    <p:sldLayoutId id="2147484259" r:id="rId9"/>
    <p:sldLayoutId id="2147484260" r:id="rId10"/>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63" userDrawn="1">
          <p15:clr>
            <a:srgbClr val="F26B43"/>
          </p15:clr>
        </p15:guide>
        <p15:guide id="4" orient="horz" pos="4320" userDrawn="1">
          <p15:clr>
            <a:srgbClr val="F26B43"/>
          </p15:clr>
        </p15:guide>
        <p15:guide id="5" pos="257" userDrawn="1">
          <p15:clr>
            <a:srgbClr val="F26B43"/>
          </p15:clr>
        </p15:guide>
        <p15:guide id="6" pos="7423" userDrawn="1">
          <p15:clr>
            <a:srgbClr val="F26B43"/>
          </p15:clr>
        </p15:guide>
        <p15:guide id="7" orient="horz" pos="255" userDrawn="1">
          <p15:clr>
            <a:srgbClr val="F26B43"/>
          </p15:clr>
        </p15:guide>
        <p15:guide id="8" orient="horz" pos="4065" userDrawn="1">
          <p15:clr>
            <a:srgbClr val="F26B43"/>
          </p15:clr>
        </p15:guide>
        <p15:guide id="9" orient="horz" pos="89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21F00A5-885D-A238-0776-5A6E156E8754}"/>
              </a:ext>
            </a:extLst>
          </p:cNvPr>
          <p:cNvGraphicFramePr>
            <a:graphicFrameLocks noChangeAspect="1"/>
          </p:cNvGraphicFramePr>
          <p:nvPr>
            <p:custDataLst>
              <p:tags r:id="rId10"/>
            </p:custDataLst>
            <p:extLst>
              <p:ext uri="{D42A27DB-BD31-4B8C-83A1-F6EECF244321}">
                <p14:modId xmlns:p14="http://schemas.microsoft.com/office/powerpoint/2010/main" val="23056701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95" imgH="396" progId="TCLayout.ActiveDocument.1">
                  <p:embed/>
                </p:oleObj>
              </mc:Choice>
              <mc:Fallback>
                <p:oleObj name="think-cell Slide" r:id="rId11" imgW="395" imgH="396" progId="TCLayout.ActiveDocument.1">
                  <p:embed/>
                  <p:pic>
                    <p:nvPicPr>
                      <p:cNvPr id="7" name="think-cell data - do not delete" hidden="1">
                        <a:extLst>
                          <a:ext uri="{FF2B5EF4-FFF2-40B4-BE49-F238E27FC236}">
                            <a16:creationId xmlns:a16="http://schemas.microsoft.com/office/drawing/2014/main" id="{D21F00A5-885D-A238-0776-5A6E156E8754}"/>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16" name="bg object 16"/>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000000"/>
          </a:solidFill>
        </p:spPr>
        <p:txBody>
          <a:bodyPr wrap="square" lIns="0" tIns="0" rIns="0" bIns="0" rtlCol="0"/>
          <a:lstStyle/>
          <a:p>
            <a:endParaRPr sz="1092"/>
          </a:p>
        </p:txBody>
      </p:sp>
      <p:sp>
        <p:nvSpPr>
          <p:cNvPr id="3" name="Holder 3"/>
          <p:cNvSpPr>
            <a:spLocks noGrp="1"/>
          </p:cNvSpPr>
          <p:nvPr>
            <p:ph type="body" idx="1"/>
          </p:nvPr>
        </p:nvSpPr>
        <p:spPr>
          <a:xfrm>
            <a:off x="880485" y="1070034"/>
            <a:ext cx="10431029"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8693894" y="6522256"/>
            <a:ext cx="2523120" cy="107722"/>
          </a:xfrm>
          <a:prstGeom prst="rect">
            <a:avLst/>
          </a:prstGeom>
        </p:spPr>
        <p:txBody>
          <a:bodyPr wrap="square" lIns="0" tIns="0" rIns="0" bIns="0">
            <a:spAutoFit/>
          </a:bodyPr>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6" name="Holder 6"/>
          <p:cNvSpPr>
            <a:spLocks noGrp="1"/>
          </p:cNvSpPr>
          <p:nvPr>
            <p:ph type="sldNum" sz="quarter" idx="7"/>
          </p:nvPr>
        </p:nvSpPr>
        <p:spPr>
          <a:xfrm>
            <a:off x="11580185" y="6515221"/>
            <a:ext cx="195627" cy="270587"/>
          </a:xfrm>
          <a:prstGeom prst="rect">
            <a:avLst/>
          </a:prstGeom>
        </p:spPr>
        <p:txBody>
          <a:bodyPr wrap="square" lIns="0" tIns="0" rIns="0" bIns="0">
            <a:spAutoFit/>
          </a:bodyPr>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pic>
        <p:nvPicPr>
          <p:cNvPr id="11" name="GRID" hidden="1">
            <a:extLst>
              <a:ext uri="{FF2B5EF4-FFF2-40B4-BE49-F238E27FC236}">
                <a16:creationId xmlns:a16="http://schemas.microsoft.com/office/drawing/2014/main" id="{3936BB86-A9B4-1EBF-3F42-D9867881A19E}"/>
              </a:ext>
            </a:extLst>
          </p:cNvPr>
          <p:cNvPicPr/>
          <p:nvPr userDrawn="1"/>
        </p:nvPicPr>
        <p:blipFill>
          <a:blip r:embed="rId13"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grpSp>
        <p:nvGrpSpPr>
          <p:cNvPr id="13" name="Groupe 1">
            <a:extLst>
              <a:ext uri="{FF2B5EF4-FFF2-40B4-BE49-F238E27FC236}">
                <a16:creationId xmlns:a16="http://schemas.microsoft.com/office/drawing/2014/main" id="{0A0895B5-F982-8861-C721-33F8AFBE183E}"/>
              </a:ext>
            </a:extLst>
          </p:cNvPr>
          <p:cNvGrpSpPr/>
          <p:nvPr userDrawn="1"/>
        </p:nvGrpSpPr>
        <p:grpSpPr>
          <a:xfrm>
            <a:off x="11501102" y="171573"/>
            <a:ext cx="419436" cy="388988"/>
            <a:chOff x="11501102" y="171573"/>
            <a:chExt cx="419436" cy="388988"/>
          </a:xfrm>
        </p:grpSpPr>
        <p:sp>
          <p:nvSpPr>
            <p:cNvPr id="14" name="Freeform 13">
              <a:extLst>
                <a:ext uri="{FF2B5EF4-FFF2-40B4-BE49-F238E27FC236}">
                  <a16:creationId xmlns:a16="http://schemas.microsoft.com/office/drawing/2014/main" id="{CAF296AB-3EBB-8B41-976E-BC59D3C2BCFE}"/>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5" name="Freeform 14">
              <a:extLst>
                <a:ext uri="{FF2B5EF4-FFF2-40B4-BE49-F238E27FC236}">
                  <a16:creationId xmlns:a16="http://schemas.microsoft.com/office/drawing/2014/main" id="{6E125120-392F-5A89-2EF7-4D5BC7B8187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7" name="Stickerbox" hidden="1">
            <a:extLst>
              <a:ext uri="{FF2B5EF4-FFF2-40B4-BE49-F238E27FC236}">
                <a16:creationId xmlns:a16="http://schemas.microsoft.com/office/drawing/2014/main" id="{D32B6ED0-2592-6D09-88EB-1F713B5A9ED9}"/>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18" name="CapgeminiBox" hidden="1">
            <a:extLst>
              <a:ext uri="{FF2B5EF4-FFF2-40B4-BE49-F238E27FC236}">
                <a16:creationId xmlns:a16="http://schemas.microsoft.com/office/drawing/2014/main" id="{B98FF3EC-CAB6-7732-95AE-B5F17C3BBD3F}"/>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19" name="FootnoteAndSource" hidden="1">
            <a:extLst>
              <a:ext uri="{FF2B5EF4-FFF2-40B4-BE49-F238E27FC236}">
                <a16:creationId xmlns:a16="http://schemas.microsoft.com/office/drawing/2014/main" id="{35B9762F-A4A9-C663-DF17-7270097423CC}"/>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20" name="Rectangle 27">
            <a:extLst>
              <a:ext uri="{FF2B5EF4-FFF2-40B4-BE49-F238E27FC236}">
                <a16:creationId xmlns:a16="http://schemas.microsoft.com/office/drawing/2014/main" id="{8BCA600B-0305-C0B1-27F9-AD44ADE4C42B}"/>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chemeClr val="bg1">
                    <a:lumMod val="65000"/>
                  </a:schemeClr>
                </a:solidFill>
                <a:latin typeface="+mn-lt"/>
                <a:cs typeface="Arial" panose="020B0604020202020204" pitchFamily="34" charset="0"/>
              </a:rPr>
              <a:t>| Capgemini |</a:t>
            </a:r>
          </a:p>
        </p:txBody>
      </p:sp>
      <p:sp>
        <p:nvSpPr>
          <p:cNvPr id="21" name="Rectangle 27">
            <a:extLst>
              <a:ext uri="{FF2B5EF4-FFF2-40B4-BE49-F238E27FC236}">
                <a16:creationId xmlns:a16="http://schemas.microsoft.com/office/drawing/2014/main" id="{BAAACB6A-5B4C-6B23-77E3-030F0329B984}"/>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Public © Capgemini 2025. All rights reserved  |</a:t>
            </a:r>
          </a:p>
        </p:txBody>
      </p:sp>
      <p:sp>
        <p:nvSpPr>
          <p:cNvPr id="22" name="Rectangle 43">
            <a:extLst>
              <a:ext uri="{FF2B5EF4-FFF2-40B4-BE49-F238E27FC236}">
                <a16:creationId xmlns:a16="http://schemas.microsoft.com/office/drawing/2014/main" id="{59C0594E-A0E6-3471-27A5-6ED5B68EB08A}"/>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2330268736"/>
      </p:ext>
    </p:extLst>
  </p:cSld>
  <p:clrMap bg1="lt1" tx1="dk1" bg2="lt2" tx2="dk2" accent1="accent1" accent2="accent2" accent3="accent3" accent4="accent4" accent5="accent5" accent6="accent6" hlink="hlink" folHlink="folHlink"/>
  <p:sldLayoutIdLst>
    <p:sldLayoutId id="2147484251" r:id="rId1"/>
    <p:sldLayoutId id="2147484252" r:id="rId2"/>
    <p:sldLayoutId id="2147484253" r:id="rId3"/>
    <p:sldLayoutId id="2147484254" r:id="rId4"/>
    <p:sldLayoutId id="2147484255" r:id="rId5"/>
    <p:sldLayoutId id="2147484256" r:id="rId6"/>
    <p:sldLayoutId id="2147484257" r:id="rId7"/>
    <p:sldLayoutId id="2147484258" r:id="rId8"/>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63" userDrawn="1">
          <p15:clr>
            <a:srgbClr val="F26B43"/>
          </p15:clr>
        </p15:guide>
        <p15:guide id="4" orient="horz" pos="4320" userDrawn="1">
          <p15:clr>
            <a:srgbClr val="F26B43"/>
          </p15:clr>
        </p15:guide>
        <p15:guide id="5" pos="257" userDrawn="1">
          <p15:clr>
            <a:srgbClr val="F26B43"/>
          </p15:clr>
        </p15:guide>
        <p15:guide id="6" pos="7423" userDrawn="1">
          <p15:clr>
            <a:srgbClr val="F26B43"/>
          </p15:clr>
        </p15:guide>
        <p15:guide id="7" orient="horz" pos="255" userDrawn="1">
          <p15:clr>
            <a:srgbClr val="F26B43"/>
          </p15:clr>
        </p15:guide>
        <p15:guide id="8" orient="horz" pos="4065" userDrawn="1">
          <p15:clr>
            <a:srgbClr val="F26B43"/>
          </p15:clr>
        </p15:guide>
        <p15:guide id="9" orient="horz" pos="89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slideLayout" Target="../slideLayouts/slideLayout21.xml"/><Relationship Id="rId1" Type="http://schemas.openxmlformats.org/officeDocument/2006/relationships/themeOverride" Target="../theme/themeOverride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15.xml"/><Relationship Id="rId1" Type="http://schemas.openxmlformats.org/officeDocument/2006/relationships/themeOverride" Target="../theme/themeOverride2.xml"/><Relationship Id="rId4" Type="http://schemas.openxmlformats.org/officeDocument/2006/relationships/image" Target="../media/image26.jpeg"/></Relationships>
</file>

<file path=ppt/slides/_rels/slide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hemeOverride" Target="../theme/themeOverride3.xml"/><Relationship Id="rId5" Type="http://schemas.openxmlformats.org/officeDocument/2006/relationships/image" Target="../media/image29.png"/><Relationship Id="rId4"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5.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hemeOverride" Target="../theme/themeOverride5.xml"/><Relationship Id="rId5" Type="http://schemas.openxmlformats.org/officeDocument/2006/relationships/image" Target="../media/image29.png"/><Relationship Id="rId4"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5.xml"/><Relationship Id="rId1" Type="http://schemas.openxmlformats.org/officeDocument/2006/relationships/themeOverride" Target="../theme/themeOverride6.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notesSlide" Target="../notesSlides/notesSlide4.xml"/><Relationship Id="rId7" Type="http://schemas.openxmlformats.org/officeDocument/2006/relationships/image" Target="../media/image33.png"/><Relationship Id="rId2" Type="http://schemas.openxmlformats.org/officeDocument/2006/relationships/slideLayout" Target="../slideLayouts/slideLayout25.xml"/><Relationship Id="rId1" Type="http://schemas.openxmlformats.org/officeDocument/2006/relationships/themeOverride" Target="../theme/themeOverride7.xml"/><Relationship Id="rId6" Type="http://schemas.microsoft.com/office/2007/relationships/hdphoto" Target="../media/hdphoto3.wdp"/><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5.xml"/><Relationship Id="rId1" Type="http://schemas.openxmlformats.org/officeDocument/2006/relationships/themeOverride" Target="../theme/themeOverride8.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47.png"/><Relationship Id="rId3" Type="http://schemas.openxmlformats.org/officeDocument/2006/relationships/notesSlide" Target="../notesSlides/notesSlide6.xml"/><Relationship Id="rId7" Type="http://schemas.openxmlformats.org/officeDocument/2006/relationships/image" Target="../media/image41.jpeg"/><Relationship Id="rId12" Type="http://schemas.openxmlformats.org/officeDocument/2006/relationships/image" Target="../media/image46.png"/><Relationship Id="rId2" Type="http://schemas.openxmlformats.org/officeDocument/2006/relationships/slideLayout" Target="../slideLayouts/slideLayout25.xml"/><Relationship Id="rId1" Type="http://schemas.openxmlformats.org/officeDocument/2006/relationships/themeOverride" Target="../theme/themeOverride9.xml"/><Relationship Id="rId6" Type="http://schemas.openxmlformats.org/officeDocument/2006/relationships/image" Target="../media/image40.jpeg"/><Relationship Id="rId11" Type="http://schemas.openxmlformats.org/officeDocument/2006/relationships/image" Target="../media/image45.png"/><Relationship Id="rId5" Type="http://schemas.openxmlformats.org/officeDocument/2006/relationships/image" Target="../media/image39.jpeg"/><Relationship Id="rId10" Type="http://schemas.openxmlformats.org/officeDocument/2006/relationships/image" Target="../media/image44.jpeg"/><Relationship Id="rId4" Type="http://schemas.openxmlformats.org/officeDocument/2006/relationships/image" Target="../media/image38.jpeg"/><Relationship Id="rId9" Type="http://schemas.openxmlformats.org/officeDocument/2006/relationships/image" Target="../media/image43.png"/><Relationship Id="rId14" Type="http://schemas.openxmlformats.org/officeDocument/2006/relationships/image" Target="../media/image48.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5.xml"/><Relationship Id="rId1" Type="http://schemas.openxmlformats.org/officeDocument/2006/relationships/themeOverride" Target="../theme/themeOverride10.xml"/></Relationships>
</file>

<file path=ppt/slides/_rels/slide13.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3" Type="http://schemas.openxmlformats.org/officeDocument/2006/relationships/notesSlide" Target="../notesSlides/notesSlide8.xml"/><Relationship Id="rId7" Type="http://schemas.openxmlformats.org/officeDocument/2006/relationships/image" Target="../media/image52.png"/><Relationship Id="rId12" Type="http://schemas.openxmlformats.org/officeDocument/2006/relationships/image" Target="../media/image57.png"/><Relationship Id="rId2" Type="http://schemas.openxmlformats.org/officeDocument/2006/relationships/slideLayout" Target="../slideLayouts/slideLayout25.xml"/><Relationship Id="rId1" Type="http://schemas.openxmlformats.org/officeDocument/2006/relationships/themeOverride" Target="../theme/themeOverride11.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14.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notesSlide" Target="../notesSlides/notesSlide9.xml"/><Relationship Id="rId7" Type="http://schemas.openxmlformats.org/officeDocument/2006/relationships/image" Target="../media/image61.png"/><Relationship Id="rId12" Type="http://schemas.openxmlformats.org/officeDocument/2006/relationships/image" Target="../media/image65.svg"/><Relationship Id="rId2" Type="http://schemas.openxmlformats.org/officeDocument/2006/relationships/slideLayout" Target="../slideLayouts/slideLayout25.xml"/><Relationship Id="rId1" Type="http://schemas.openxmlformats.org/officeDocument/2006/relationships/themeOverride" Target="../theme/themeOverride12.xml"/><Relationship Id="rId6" Type="http://schemas.microsoft.com/office/2007/relationships/hdphoto" Target="../media/hdphoto5.wdp"/><Relationship Id="rId11" Type="http://schemas.openxmlformats.org/officeDocument/2006/relationships/image" Target="../media/image64.svg"/><Relationship Id="rId5" Type="http://schemas.openxmlformats.org/officeDocument/2006/relationships/image" Target="../media/image60.png"/><Relationship Id="rId10" Type="http://schemas.openxmlformats.org/officeDocument/2006/relationships/image" Target="../media/image63.svg"/><Relationship Id="rId4" Type="http://schemas.openxmlformats.org/officeDocument/2006/relationships/image" Target="../media/image59.svg"/><Relationship Id="rId9" Type="http://schemas.openxmlformats.org/officeDocument/2006/relationships/image" Target="../media/image62.svg"/></Relationships>
</file>

<file path=ppt/slides/_rels/slide15.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hemeOverride" Target="../theme/themeOverride13.xml"/><Relationship Id="rId5" Type="http://schemas.openxmlformats.org/officeDocument/2006/relationships/image" Target="../media/image29.png"/><Relationship Id="rId4"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5.xml"/><Relationship Id="rId1" Type="http://schemas.openxmlformats.org/officeDocument/2006/relationships/themeOverride" Target="../theme/themeOverride14.xml"/></Relationships>
</file>

<file path=ppt/slides/_rels/slide17.xml.rels><?xml version="1.0" encoding="UTF-8" standalone="yes"?>
<Relationships xmlns="http://schemas.openxmlformats.org/package/2006/relationships"><Relationship Id="rId8" Type="http://schemas.openxmlformats.org/officeDocument/2006/relationships/image" Target="../media/image68.png"/><Relationship Id="rId13" Type="http://schemas.microsoft.com/office/2007/relationships/hdphoto" Target="../media/hdphoto11.wdp"/><Relationship Id="rId3" Type="http://schemas.openxmlformats.org/officeDocument/2006/relationships/notesSlide" Target="../notesSlides/notesSlide11.xml"/><Relationship Id="rId7" Type="http://schemas.microsoft.com/office/2007/relationships/hdphoto" Target="../media/hdphoto8.wdp"/><Relationship Id="rId12" Type="http://schemas.openxmlformats.org/officeDocument/2006/relationships/image" Target="../media/image70.png"/><Relationship Id="rId2" Type="http://schemas.openxmlformats.org/officeDocument/2006/relationships/slideLayout" Target="../slideLayouts/slideLayout25.xml"/><Relationship Id="rId1" Type="http://schemas.openxmlformats.org/officeDocument/2006/relationships/themeOverride" Target="../theme/themeOverride15.xml"/><Relationship Id="rId6" Type="http://schemas.openxmlformats.org/officeDocument/2006/relationships/image" Target="../media/image67.png"/><Relationship Id="rId11" Type="http://schemas.microsoft.com/office/2007/relationships/hdphoto" Target="../media/hdphoto10.wdp"/><Relationship Id="rId5" Type="http://schemas.microsoft.com/office/2007/relationships/hdphoto" Target="../media/hdphoto7.wdp"/><Relationship Id="rId10" Type="http://schemas.openxmlformats.org/officeDocument/2006/relationships/image" Target="../media/image69.png"/><Relationship Id="rId4" Type="http://schemas.openxmlformats.org/officeDocument/2006/relationships/image" Target="../media/image66.png"/><Relationship Id="rId9" Type="http://schemas.microsoft.com/office/2007/relationships/hdphoto" Target="../media/hdphoto9.wdp"/></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5.xml"/><Relationship Id="rId1" Type="http://schemas.openxmlformats.org/officeDocument/2006/relationships/themeOverride" Target="../theme/themeOverride16.xml"/><Relationship Id="rId4" Type="http://schemas.openxmlformats.org/officeDocument/2006/relationships/image" Target="../media/image71.sv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5.xml"/><Relationship Id="rId1" Type="http://schemas.openxmlformats.org/officeDocument/2006/relationships/themeOverride" Target="../theme/themeOverride17.xml"/></Relationships>
</file>

<file path=ppt/slides/_rels/slide2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1.xml"/><Relationship Id="rId5" Type="http://schemas.openxmlformats.org/officeDocument/2006/relationships/image" Target="../media/image80.png"/><Relationship Id="rId4" Type="http://schemas.openxmlformats.org/officeDocument/2006/relationships/image" Target="../media/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1.xml"/><Relationship Id="rId5" Type="http://schemas.openxmlformats.org/officeDocument/2006/relationships/image" Target="../media/image84.png"/><Relationship Id="rId4" Type="http://schemas.openxmlformats.org/officeDocument/2006/relationships/image" Target="../media/image83.png"/></Relationships>
</file>

<file path=ppt/slides/_rels/slide2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1.xml"/><Relationship Id="rId5" Type="http://schemas.openxmlformats.org/officeDocument/2006/relationships/image" Target="../media/image84.png"/><Relationship Id="rId4" Type="http://schemas.openxmlformats.org/officeDocument/2006/relationships/image" Target="../media/image87.png"/></Relationships>
</file>

<file path=ppt/slides/_rels/slide24.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91.png"/><Relationship Id="rId2" Type="http://schemas.openxmlformats.org/officeDocument/2006/relationships/slideLayout" Target="../slideLayouts/slideLayout21.xml"/><Relationship Id="rId1" Type="http://schemas.openxmlformats.org/officeDocument/2006/relationships/themeOverride" Target="../theme/themeOverride18.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43E413D-ACDB-9F92-1A23-1E7F037F19AE}"/>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6B3882C-C3E8-1A49-FF70-263F99E8504A}"/>
              </a:ext>
            </a:extLst>
          </p:cNvPr>
          <p:cNvSpPr>
            <a:spLocks noGrp="1"/>
          </p:cNvSpPr>
          <p:nvPr>
            <p:ph type="body" sz="quarter" idx="10"/>
          </p:nvPr>
        </p:nvSpPr>
        <p:spPr>
          <a:xfrm>
            <a:off x="381000" y="304800"/>
            <a:ext cx="10972800" cy="307777"/>
          </a:xfrm>
        </p:spPr>
        <p:txBody>
          <a:bodyPr/>
          <a:lstStyle/>
          <a:p>
            <a:r>
              <a:rPr lang="en-AU" noProof="0"/>
              <a:t>6. DEPLOYMENT AND ROLLOUT</a:t>
            </a:r>
          </a:p>
        </p:txBody>
      </p:sp>
      <p:sp>
        <p:nvSpPr>
          <p:cNvPr id="4" name="Text Placeholder 5">
            <a:extLst>
              <a:ext uri="{FF2B5EF4-FFF2-40B4-BE49-F238E27FC236}">
                <a16:creationId xmlns:a16="http://schemas.microsoft.com/office/drawing/2014/main" id="{4CB0613F-DA01-8E33-1770-39D8B1D53DE1}"/>
              </a:ext>
            </a:extLst>
          </p:cNvPr>
          <p:cNvSpPr>
            <a:spLocks noGrp="1"/>
          </p:cNvSpPr>
          <p:nvPr>
            <p:ph type="body" sz="quarter" idx="11"/>
          </p:nvPr>
        </p:nvSpPr>
        <p:spPr>
          <a:xfrm>
            <a:off x="338139" y="1676400"/>
            <a:ext cx="5411062" cy="4308872"/>
          </a:xfrm>
        </p:spPr>
        <p:txBody>
          <a:bodyPr wrap="square" lIns="0" tIns="0" rIns="0" bIns="0">
            <a:spAutoFit/>
          </a:bodyPr>
          <a:lstStyle/>
          <a:p>
            <a:pPr marL="182563" indent="-66675" algn="l" rtl="0"/>
            <a:r>
              <a:rPr lang="en-AU" sz="1000" b="1" dirty="0"/>
              <a:t>Deployment preparation and mobilization</a:t>
            </a:r>
            <a:endParaRPr lang="en-AU" sz="1000" b="1" noProof="0" dirty="0"/>
          </a:p>
          <a:p>
            <a:pPr marL="446088" lvl="1" indent="-169863" algn="l" rtl="0">
              <a:buFont typeface="Calibri" panose="020F0502020204030204" pitchFamily="34" charset="0"/>
              <a:buChar char="–"/>
            </a:pPr>
            <a:r>
              <a:rPr lang="en-AU" sz="1000" noProof="0" dirty="0"/>
              <a:t>Confirm deployment scope, sequence and waves (by category, store cluster, channel…)</a:t>
            </a:r>
          </a:p>
          <a:p>
            <a:pPr marL="446088" lvl="1" indent="-169863" algn="l" rtl="0">
              <a:buFont typeface="Calibri" panose="020F0502020204030204" pitchFamily="34" charset="0"/>
              <a:buChar char="–"/>
            </a:pPr>
            <a:r>
              <a:rPr lang="en-AU" sz="1000" dirty="0"/>
              <a:t>Validate readiness of each wave against defined go-no/go criteria in previous phase</a:t>
            </a:r>
          </a:p>
          <a:p>
            <a:pPr marL="446088" lvl="1" indent="-169863" algn="l" rtl="0">
              <a:buFont typeface="Calibri" panose="020F0502020204030204" pitchFamily="34" charset="0"/>
              <a:buChar char="–"/>
            </a:pPr>
            <a:r>
              <a:rPr lang="en-AU" sz="1000" noProof="0" dirty="0"/>
              <a:t>Confirm go/no go decision prior to execution</a:t>
            </a:r>
          </a:p>
          <a:p>
            <a:pPr marL="446088" lvl="1" indent="-169863" algn="l" rtl="0">
              <a:spcAft>
                <a:spcPts val="600"/>
              </a:spcAft>
              <a:buFont typeface="Calibri" panose="020F0502020204030204" pitchFamily="34" charset="0"/>
              <a:buChar char="–"/>
            </a:pPr>
            <a:r>
              <a:rPr lang="en-AU" sz="1000" dirty="0"/>
              <a:t>Mobilize deployment teams and confirm stakeholder availability and engagement</a:t>
            </a:r>
          </a:p>
          <a:p>
            <a:pPr marL="182563" lvl="1" indent="-66675" algn="l" rtl="0">
              <a:spcAft>
                <a:spcPts val="600"/>
              </a:spcAft>
            </a:pPr>
            <a:r>
              <a:rPr lang="en-AU" sz="1000" b="1" kern="1200" dirty="0"/>
              <a:t>Integrated model deployment </a:t>
            </a:r>
            <a:r>
              <a:rPr lang="en-AU" sz="1000" kern="1200" dirty="0"/>
              <a:t>(process, org., data…)</a:t>
            </a:r>
          </a:p>
          <a:p>
            <a:pPr marL="446088" lvl="1" indent="-169863" algn="l" rtl="0">
              <a:buFont typeface="Calibri" panose="020F0502020204030204" pitchFamily="34" charset="0"/>
              <a:buChar char="–"/>
            </a:pPr>
            <a:r>
              <a:rPr lang="en-AU" sz="1000" dirty="0"/>
              <a:t>Deploy the target S&amp;OP cycle</a:t>
            </a:r>
          </a:p>
          <a:p>
            <a:pPr marL="446088" lvl="1" indent="-169863" algn="l" rtl="0">
              <a:buFont typeface="Calibri" panose="020F0502020204030204" pitchFamily="34" charset="0"/>
              <a:buChar char="–"/>
            </a:pPr>
            <a:r>
              <a:rPr lang="en-AU" sz="1000" dirty="0"/>
              <a:t>Deploy demand and supply processes</a:t>
            </a:r>
          </a:p>
          <a:p>
            <a:pPr marL="446088" lvl="1" indent="-169863" algn="l" rtl="0">
              <a:buFont typeface="Calibri" panose="020F0502020204030204" pitchFamily="34" charset="0"/>
              <a:buChar char="–"/>
            </a:pPr>
            <a:r>
              <a:rPr lang="en-AU" sz="1000" dirty="0"/>
              <a:t>Implement organizational changes</a:t>
            </a:r>
          </a:p>
          <a:p>
            <a:pPr marL="446088" lvl="1" indent="-169863" algn="l" rtl="0">
              <a:spcAft>
                <a:spcPts val="600"/>
              </a:spcAft>
              <a:buFont typeface="Calibri" panose="020F0502020204030204" pitchFamily="34" charset="0"/>
              <a:buChar char="–"/>
            </a:pPr>
            <a:r>
              <a:rPr lang="en-AU" sz="1000" dirty="0"/>
              <a:t>Activate planning system configuration</a:t>
            </a:r>
          </a:p>
          <a:p>
            <a:pPr marL="182563" lvl="1" indent="-66675" algn="l" rtl="0">
              <a:spcAft>
                <a:spcPts val="600"/>
              </a:spcAft>
            </a:pPr>
            <a:r>
              <a:rPr lang="en-AU" sz="1000" b="1" kern="1200" dirty="0"/>
              <a:t>Hypercare and execution over 2-3 planning cycles</a:t>
            </a:r>
          </a:p>
          <a:p>
            <a:pPr marL="446088" lvl="1" indent="-169863" algn="l" rtl="0">
              <a:buFont typeface="Calibri" panose="020F0502020204030204" pitchFamily="34" charset="0"/>
              <a:buChar char="–"/>
            </a:pPr>
            <a:r>
              <a:rPr lang="en-AU" sz="1000" dirty="0"/>
              <a:t>Monitor and support e2e execution of the model over 2-3 full planning cycles</a:t>
            </a:r>
          </a:p>
          <a:p>
            <a:pPr marL="446088" lvl="1" indent="-169863" algn="l" rtl="0">
              <a:buFont typeface="Calibri" panose="020F0502020204030204" pitchFamily="34" charset="0"/>
              <a:buChar char="–"/>
            </a:pPr>
            <a:r>
              <a:rPr lang="en-AU" sz="1000" dirty="0"/>
              <a:t>Identify execution issues, gaps or misalignments</a:t>
            </a:r>
          </a:p>
          <a:p>
            <a:pPr marL="446088" lvl="1" indent="-169863" algn="l" rtl="0">
              <a:spcAft>
                <a:spcPts val="600"/>
              </a:spcAft>
              <a:buFont typeface="Calibri" panose="020F0502020204030204" pitchFamily="34" charset="0"/>
              <a:buChar char="–"/>
            </a:pPr>
            <a:r>
              <a:rPr lang="en-AU" sz="1000" dirty="0"/>
              <a:t>Fine-tune processes, roles, data… if needed, based on real execution</a:t>
            </a:r>
          </a:p>
          <a:p>
            <a:pPr marL="182563" lvl="1" indent="-66675" algn="l" rtl="0">
              <a:spcAft>
                <a:spcPts val="600"/>
              </a:spcAft>
            </a:pPr>
            <a:r>
              <a:rPr lang="en-AU" sz="1000" b="1" kern="1200" dirty="0"/>
              <a:t>Change management and capability activation</a:t>
            </a:r>
          </a:p>
          <a:p>
            <a:pPr marL="446088" lvl="1" indent="-169863" algn="l" rtl="0">
              <a:buFont typeface="Calibri" panose="020F0502020204030204" pitchFamily="34" charset="0"/>
              <a:buChar char="–"/>
            </a:pPr>
            <a:r>
              <a:rPr lang="en-AU" sz="1000" dirty="0"/>
              <a:t>Execute communication plan aligned with deployment waves</a:t>
            </a:r>
          </a:p>
          <a:p>
            <a:pPr marL="446088" lvl="1" indent="-169863" algn="l" rtl="0">
              <a:spcAft>
                <a:spcPts val="600"/>
              </a:spcAft>
              <a:buFont typeface="Calibri" panose="020F0502020204030204" pitchFamily="34" charset="0"/>
              <a:buChar char="–"/>
            </a:pPr>
            <a:r>
              <a:rPr lang="en-AU" sz="1000" dirty="0"/>
              <a:t>Deliver role-based training and </a:t>
            </a:r>
            <a:r>
              <a:rPr lang="en-AU" sz="1000"/>
              <a:t>on-the-job</a:t>
            </a:r>
            <a:r>
              <a:rPr lang="en-AU" sz="1000" dirty="0"/>
              <a:t> coaching</a:t>
            </a:r>
          </a:p>
          <a:p>
            <a:pPr marL="182563" lvl="1" indent="-66675" algn="l" rtl="0">
              <a:spcAft>
                <a:spcPts val="600"/>
              </a:spcAft>
            </a:pPr>
            <a:r>
              <a:rPr lang="en-AU" sz="1000" b="1" kern="1200" dirty="0"/>
              <a:t>KPI tracking and performance stabilization</a:t>
            </a:r>
          </a:p>
          <a:p>
            <a:pPr marL="446088" lvl="1" indent="-169863" algn="l" rtl="0">
              <a:buFont typeface="Calibri" panose="020F0502020204030204" pitchFamily="34" charset="0"/>
              <a:buChar char="–"/>
            </a:pPr>
            <a:r>
              <a:rPr lang="en-AU" sz="1000" dirty="0"/>
              <a:t>Activate KPI and reporting framework</a:t>
            </a:r>
          </a:p>
          <a:p>
            <a:pPr marL="446088" lvl="1" indent="-169863" algn="l" rtl="0">
              <a:buFont typeface="Calibri" panose="020F0502020204030204" pitchFamily="34" charset="0"/>
              <a:buChar char="–"/>
            </a:pPr>
            <a:r>
              <a:rPr lang="en-AU" sz="1000" dirty="0"/>
              <a:t>Monitor adoption and performance KPIs</a:t>
            </a:r>
          </a:p>
          <a:p>
            <a:pPr marL="446088" lvl="1" indent="-169863" algn="l" rtl="0">
              <a:spcAft>
                <a:spcPts val="600"/>
              </a:spcAft>
              <a:buFont typeface="Calibri" panose="020F0502020204030204" pitchFamily="34" charset="0"/>
              <a:buChar char="–"/>
            </a:pPr>
            <a:r>
              <a:rPr lang="en-AU" sz="1000" dirty="0"/>
              <a:t>Define corrective actions where adoption or performance deviates</a:t>
            </a:r>
          </a:p>
          <a:p>
            <a:pPr marL="182563" lvl="1" indent="-66675" algn="l" rtl="0">
              <a:spcAft>
                <a:spcPts val="600"/>
              </a:spcAft>
            </a:pPr>
            <a:r>
              <a:rPr lang="en-AU" sz="1000" b="1" kern="1200" dirty="0"/>
              <a:t>Continuous improvement and handover: </a:t>
            </a:r>
            <a:r>
              <a:rPr lang="en-AU" sz="1000" kern="1200" dirty="0"/>
              <a:t>consolidate improvements into a stabilized operating model and transition of ownership to business teams</a:t>
            </a:r>
            <a:endParaRPr lang="en-AU" sz="1000" b="1" kern="1200" dirty="0"/>
          </a:p>
        </p:txBody>
      </p:sp>
      <p:grpSp>
        <p:nvGrpSpPr>
          <p:cNvPr id="8" name="Group 7">
            <a:extLst>
              <a:ext uri="{FF2B5EF4-FFF2-40B4-BE49-F238E27FC236}">
                <a16:creationId xmlns:a16="http://schemas.microsoft.com/office/drawing/2014/main" id="{C1EF49A8-A335-7C7E-337E-7B5C0FC10AB8}"/>
              </a:ext>
            </a:extLst>
          </p:cNvPr>
          <p:cNvGrpSpPr/>
          <p:nvPr/>
        </p:nvGrpSpPr>
        <p:grpSpPr>
          <a:xfrm>
            <a:off x="6251004" y="339294"/>
            <a:ext cx="4069793" cy="273283"/>
            <a:chOff x="447752" y="1136141"/>
            <a:chExt cx="11611592" cy="779706"/>
          </a:xfrm>
        </p:grpSpPr>
        <p:sp>
          <p:nvSpPr>
            <p:cNvPr id="9" name="Rectangle: Rounded Corners 8">
              <a:extLst>
                <a:ext uri="{FF2B5EF4-FFF2-40B4-BE49-F238E27FC236}">
                  <a16:creationId xmlns:a16="http://schemas.microsoft.com/office/drawing/2014/main" id="{5E3BA4A2-F911-4C79-E317-EB455043DFBA}"/>
                </a:ext>
              </a:extLst>
            </p:cNvPr>
            <p:cNvSpPr/>
            <p:nvPr/>
          </p:nvSpPr>
          <p:spPr>
            <a:xfrm>
              <a:off x="56987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MOBILIZATION AND PREPARATION</a:t>
              </a:r>
            </a:p>
          </p:txBody>
        </p:sp>
        <p:sp>
          <p:nvSpPr>
            <p:cNvPr id="10" name="Rectangle: Rounded Corners 9">
              <a:extLst>
                <a:ext uri="{FF2B5EF4-FFF2-40B4-BE49-F238E27FC236}">
                  <a16:creationId xmlns:a16="http://schemas.microsoft.com/office/drawing/2014/main" id="{C522A66E-3DB4-E7F3-ABCE-1540C2C895CA}"/>
                </a:ext>
              </a:extLst>
            </p:cNvPr>
            <p:cNvSpPr/>
            <p:nvPr/>
          </p:nvSpPr>
          <p:spPr>
            <a:xfrm>
              <a:off x="250345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S&amp;OP MATURITY ASSESSMENT</a:t>
              </a:r>
            </a:p>
          </p:txBody>
        </p:sp>
        <p:sp>
          <p:nvSpPr>
            <p:cNvPr id="11" name="Rectangle: Rounded Corners 10">
              <a:extLst>
                <a:ext uri="{FF2B5EF4-FFF2-40B4-BE49-F238E27FC236}">
                  <a16:creationId xmlns:a16="http://schemas.microsoft.com/office/drawing/2014/main" id="{B6F9F5E1-8519-FB80-F021-3324A28A352F}"/>
                </a:ext>
              </a:extLst>
            </p:cNvPr>
            <p:cNvSpPr/>
            <p:nvPr/>
          </p:nvSpPr>
          <p:spPr>
            <a:xfrm>
              <a:off x="443703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ASPIRATIONAL DEFINITION AND TARGET S&amp;OP CYCLE</a:t>
              </a:r>
            </a:p>
          </p:txBody>
        </p:sp>
        <p:sp>
          <p:nvSpPr>
            <p:cNvPr id="12" name="Rectangle: Rounded Corners 11">
              <a:extLst>
                <a:ext uri="{FF2B5EF4-FFF2-40B4-BE49-F238E27FC236}">
                  <a16:creationId xmlns:a16="http://schemas.microsoft.com/office/drawing/2014/main" id="{0AC09DE4-CC2F-C3D5-2998-94B91AEE0F46}"/>
                </a:ext>
              </a:extLst>
            </p:cNvPr>
            <p:cNvSpPr/>
            <p:nvPr/>
          </p:nvSpPr>
          <p:spPr>
            <a:xfrm>
              <a:off x="637061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lvl="0" algn="ctr">
                <a:defRPr/>
              </a:pPr>
              <a:r>
                <a:rPr lang="en-AU" sz="400" b="1" kern="0" noProof="0">
                  <a:solidFill>
                    <a:schemeClr val="bg1">
                      <a:lumMod val="85000"/>
                    </a:schemeClr>
                  </a:solidFill>
                </a:rPr>
                <a:t>DEMAND AND SUPPLY PROCESSES DESIGN</a:t>
              </a:r>
            </a:p>
          </p:txBody>
        </p:sp>
        <p:sp>
          <p:nvSpPr>
            <p:cNvPr id="13" name="Rectangle: Rounded Corners 12">
              <a:extLst>
                <a:ext uri="{FF2B5EF4-FFF2-40B4-BE49-F238E27FC236}">
                  <a16:creationId xmlns:a16="http://schemas.microsoft.com/office/drawing/2014/main" id="{BE304B0B-F2D5-E965-9B9D-15A2CD64A2BA}"/>
                </a:ext>
              </a:extLst>
            </p:cNvPr>
            <p:cNvSpPr/>
            <p:nvPr/>
          </p:nvSpPr>
          <p:spPr>
            <a:xfrm>
              <a:off x="830419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400" b="1" kern="0" noProof="0">
                  <a:solidFill>
                    <a:schemeClr val="bg1">
                      <a:lumMod val="85000"/>
                    </a:schemeClr>
                  </a:solidFill>
                  <a:latin typeface="Calibri"/>
                </a:rPr>
                <a:t>IMPLEMENTATION READINESS AND CHANGE MANAGEMENT</a:t>
              </a:r>
              <a:endParaRPr kumimoji="0" lang="en-AU" sz="400" b="1" i="0" u="none" strike="noStrike" kern="0" cap="none" spc="0" normalizeH="0" baseline="0" noProof="0">
                <a:ln>
                  <a:noFill/>
                </a:ln>
                <a:solidFill>
                  <a:schemeClr val="bg1">
                    <a:lumMod val="85000"/>
                  </a:schemeClr>
                </a:solidFill>
                <a:effectLst/>
                <a:uLnTx/>
                <a:uFillTx/>
                <a:latin typeface="Calibri"/>
                <a:ea typeface="+mn-ea"/>
                <a:cs typeface="+mn-cs"/>
              </a:endParaRPr>
            </a:p>
          </p:txBody>
        </p:sp>
        <p:sp>
          <p:nvSpPr>
            <p:cNvPr id="14" name="Rectangle: Rounded Corners 13">
              <a:extLst>
                <a:ext uri="{FF2B5EF4-FFF2-40B4-BE49-F238E27FC236}">
                  <a16:creationId xmlns:a16="http://schemas.microsoft.com/office/drawing/2014/main" id="{DAEB15C6-E6AD-BD86-783D-ED8E6DCABE99}"/>
                </a:ext>
              </a:extLst>
            </p:cNvPr>
            <p:cNvSpPr/>
            <p:nvPr/>
          </p:nvSpPr>
          <p:spPr>
            <a:xfrm>
              <a:off x="10237780" y="1219200"/>
              <a:ext cx="1821564" cy="696647"/>
            </a:xfrm>
            <a:prstGeom prst="roundRect">
              <a:avLst/>
            </a:prstGeom>
            <a:solidFill>
              <a:schemeClr val="accent2"/>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400" b="1" kern="0" noProof="0">
                  <a:solidFill>
                    <a:schemeClr val="bg1"/>
                  </a:solidFill>
                  <a:latin typeface="Calibri"/>
                </a:rPr>
                <a:t>DEPLOYMENT AND ROLLOUT</a:t>
              </a:r>
              <a:endParaRPr kumimoji="0" lang="en-AU" sz="400" b="1" i="0" u="none" strike="noStrike" kern="0" cap="none" spc="0" normalizeH="0" baseline="0" noProof="0">
                <a:ln>
                  <a:noFill/>
                </a:ln>
                <a:solidFill>
                  <a:schemeClr val="bg1"/>
                </a:solidFill>
                <a:effectLst/>
                <a:uLnTx/>
                <a:uFillTx/>
                <a:latin typeface="Calibri"/>
                <a:ea typeface="+mn-ea"/>
                <a:cs typeface="+mn-cs"/>
              </a:endParaRPr>
            </a:p>
          </p:txBody>
        </p:sp>
        <p:sp>
          <p:nvSpPr>
            <p:cNvPr id="15" name="Oval 14">
              <a:extLst>
                <a:ext uri="{FF2B5EF4-FFF2-40B4-BE49-F238E27FC236}">
                  <a16:creationId xmlns:a16="http://schemas.microsoft.com/office/drawing/2014/main" id="{2A13E3D8-E0BA-3513-83A1-45514D642F9A}"/>
                </a:ext>
              </a:extLst>
            </p:cNvPr>
            <p:cNvSpPr/>
            <p:nvPr/>
          </p:nvSpPr>
          <p:spPr>
            <a:xfrm>
              <a:off x="447752"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1</a:t>
              </a:r>
            </a:p>
          </p:txBody>
        </p:sp>
        <p:sp>
          <p:nvSpPr>
            <p:cNvPr id="16" name="Oval 15">
              <a:extLst>
                <a:ext uri="{FF2B5EF4-FFF2-40B4-BE49-F238E27FC236}">
                  <a16:creationId xmlns:a16="http://schemas.microsoft.com/office/drawing/2014/main" id="{5BF9BFC1-CE64-D927-FE68-4CC8510C7A4B}"/>
                </a:ext>
              </a:extLst>
            </p:cNvPr>
            <p:cNvSpPr/>
            <p:nvPr/>
          </p:nvSpPr>
          <p:spPr>
            <a:xfrm>
              <a:off x="2383064"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2</a:t>
              </a:r>
            </a:p>
          </p:txBody>
        </p:sp>
        <p:sp>
          <p:nvSpPr>
            <p:cNvPr id="17" name="Oval 16">
              <a:extLst>
                <a:ext uri="{FF2B5EF4-FFF2-40B4-BE49-F238E27FC236}">
                  <a16:creationId xmlns:a16="http://schemas.microsoft.com/office/drawing/2014/main" id="{EBDC3A83-004E-69A1-AE2E-28665B1C0DEE}"/>
                </a:ext>
              </a:extLst>
            </p:cNvPr>
            <p:cNvSpPr/>
            <p:nvPr/>
          </p:nvSpPr>
          <p:spPr>
            <a:xfrm>
              <a:off x="4314727"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3</a:t>
              </a:r>
            </a:p>
          </p:txBody>
        </p:sp>
        <p:sp>
          <p:nvSpPr>
            <p:cNvPr id="18" name="Oval 17">
              <a:extLst>
                <a:ext uri="{FF2B5EF4-FFF2-40B4-BE49-F238E27FC236}">
                  <a16:creationId xmlns:a16="http://schemas.microsoft.com/office/drawing/2014/main" id="{2BD28DB2-6AE9-B78A-F5C0-9DE746260D0F}"/>
                </a:ext>
              </a:extLst>
            </p:cNvPr>
            <p:cNvSpPr/>
            <p:nvPr/>
          </p:nvSpPr>
          <p:spPr>
            <a:xfrm>
              <a:off x="6246390"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4</a:t>
              </a:r>
            </a:p>
          </p:txBody>
        </p:sp>
        <p:sp>
          <p:nvSpPr>
            <p:cNvPr id="19" name="Oval 18">
              <a:extLst>
                <a:ext uri="{FF2B5EF4-FFF2-40B4-BE49-F238E27FC236}">
                  <a16:creationId xmlns:a16="http://schemas.microsoft.com/office/drawing/2014/main" id="{152513DA-D81D-F831-9EA7-A71D55E8C7F7}"/>
                </a:ext>
              </a:extLst>
            </p:cNvPr>
            <p:cNvSpPr/>
            <p:nvPr/>
          </p:nvSpPr>
          <p:spPr>
            <a:xfrm>
              <a:off x="10117384" y="1136141"/>
              <a:ext cx="240790" cy="240790"/>
            </a:xfrm>
            <a:prstGeom prst="ellipse">
              <a:avLst/>
            </a:prstGeom>
            <a:solidFill>
              <a:schemeClr val="accent2"/>
            </a:solidFill>
            <a:ln>
              <a:solidFill>
                <a:srgbClr val="12AB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solidFill>
                </a:rPr>
                <a:t>6</a:t>
              </a:r>
            </a:p>
          </p:txBody>
        </p:sp>
        <p:sp>
          <p:nvSpPr>
            <p:cNvPr id="20" name="Oval 19">
              <a:extLst>
                <a:ext uri="{FF2B5EF4-FFF2-40B4-BE49-F238E27FC236}">
                  <a16:creationId xmlns:a16="http://schemas.microsoft.com/office/drawing/2014/main" id="{7BF2967D-B966-61CF-C3FD-8DE047560639}"/>
                </a:ext>
              </a:extLst>
            </p:cNvPr>
            <p:cNvSpPr/>
            <p:nvPr/>
          </p:nvSpPr>
          <p:spPr>
            <a:xfrm>
              <a:off x="8179970"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5</a:t>
              </a:r>
            </a:p>
          </p:txBody>
        </p:sp>
      </p:grpSp>
      <p:grpSp>
        <p:nvGrpSpPr>
          <p:cNvPr id="2" name="Group 1">
            <a:extLst>
              <a:ext uri="{FF2B5EF4-FFF2-40B4-BE49-F238E27FC236}">
                <a16:creationId xmlns:a16="http://schemas.microsoft.com/office/drawing/2014/main" id="{2A06A2CB-BB80-54B7-1BDA-5C7AE13DC6CA}"/>
              </a:ext>
            </a:extLst>
          </p:cNvPr>
          <p:cNvGrpSpPr/>
          <p:nvPr/>
        </p:nvGrpSpPr>
        <p:grpSpPr>
          <a:xfrm>
            <a:off x="10722587" y="1066287"/>
            <a:ext cx="757813" cy="211203"/>
            <a:chOff x="10033833" y="964729"/>
            <a:chExt cx="757813" cy="211203"/>
          </a:xfrm>
        </p:grpSpPr>
        <p:sp>
          <p:nvSpPr>
            <p:cNvPr id="3" name="TextBox 2">
              <a:extLst>
                <a:ext uri="{FF2B5EF4-FFF2-40B4-BE49-F238E27FC236}">
                  <a16:creationId xmlns:a16="http://schemas.microsoft.com/office/drawing/2014/main" id="{D1AD5865-C624-B562-7212-76D0A4822567}"/>
                </a:ext>
              </a:extLst>
            </p:cNvPr>
            <p:cNvSpPr txBox="1"/>
            <p:nvPr/>
          </p:nvSpPr>
          <p:spPr>
            <a:xfrm>
              <a:off x="10033833" y="964729"/>
              <a:ext cx="757813" cy="211203"/>
            </a:xfrm>
            <a:prstGeom prst="rect">
              <a:avLst/>
            </a:prstGeom>
            <a:noFill/>
          </p:spPr>
          <p:txBody>
            <a:bodyPr wrap="square" lIns="0" tIns="36000" rIns="0" bIns="36000" rtlCol="0">
              <a:spAutoFit/>
            </a:bodyPr>
            <a:lstStyle/>
            <a:p>
              <a:pPr marL="0" marR="0" lvl="0" indent="0" algn="ctr"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Illustrative</a:t>
              </a:r>
            </a:p>
          </p:txBody>
        </p:sp>
        <p:cxnSp>
          <p:nvCxnSpPr>
            <p:cNvPr id="6" name="Straight Connector 5">
              <a:extLst>
                <a:ext uri="{FF2B5EF4-FFF2-40B4-BE49-F238E27FC236}">
                  <a16:creationId xmlns:a16="http://schemas.microsoft.com/office/drawing/2014/main" id="{EC358A55-CDBA-D303-46A7-B94C166E5A50}"/>
                </a:ext>
              </a:extLst>
            </p:cNvPr>
            <p:cNvCxnSpPr>
              <a:cxnSpLocks/>
            </p:cNvCxnSpPr>
            <p:nvPr/>
          </p:nvCxnSpPr>
          <p:spPr>
            <a:xfrm>
              <a:off x="10033833" y="981017"/>
              <a:ext cx="7578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9EF7E09-F1A0-2FCE-2839-7D8CD67BBAC0}"/>
                </a:ext>
              </a:extLst>
            </p:cNvPr>
            <p:cNvCxnSpPr>
              <a:cxnSpLocks/>
            </p:cNvCxnSpPr>
            <p:nvPr/>
          </p:nvCxnSpPr>
          <p:spPr>
            <a:xfrm>
              <a:off x="10033833" y="1159643"/>
              <a:ext cx="7578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EA29326D-92A2-1FBC-448D-DD7533A98298}"/>
              </a:ext>
            </a:extLst>
          </p:cNvPr>
          <p:cNvSpPr txBox="1"/>
          <p:nvPr/>
        </p:nvSpPr>
        <p:spPr>
          <a:xfrm>
            <a:off x="6653060" y="2698289"/>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KPIs dashboard</a:t>
            </a:r>
          </a:p>
        </p:txBody>
      </p:sp>
      <p:sp>
        <p:nvSpPr>
          <p:cNvPr id="25" name="TextBox 24">
            <a:extLst>
              <a:ext uri="{FF2B5EF4-FFF2-40B4-BE49-F238E27FC236}">
                <a16:creationId xmlns:a16="http://schemas.microsoft.com/office/drawing/2014/main" id="{3B3E18DA-C0CD-D911-9C84-37255E80C979}"/>
              </a:ext>
            </a:extLst>
          </p:cNvPr>
          <p:cNvSpPr txBox="1"/>
          <p:nvPr/>
        </p:nvSpPr>
        <p:spPr>
          <a:xfrm>
            <a:off x="9519299" y="2698288"/>
            <a:ext cx="1786881" cy="349702"/>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Stabilization and lessons learned report</a:t>
            </a:r>
          </a:p>
        </p:txBody>
      </p:sp>
      <p:pic>
        <p:nvPicPr>
          <p:cNvPr id="31" name="Picture 30">
            <a:extLst>
              <a:ext uri="{FF2B5EF4-FFF2-40B4-BE49-F238E27FC236}">
                <a16:creationId xmlns:a16="http://schemas.microsoft.com/office/drawing/2014/main" id="{B7CCDD90-CD7A-D4DF-06F9-EAC16F239EAC}"/>
              </a:ext>
            </a:extLst>
          </p:cNvPr>
          <p:cNvPicPr>
            <a:picLocks/>
          </p:cNvPicPr>
          <p:nvPr/>
        </p:nvPicPr>
        <p:blipFill>
          <a:blip r:embed="rId3">
            <a:duotone>
              <a:schemeClr val="accent1">
                <a:shade val="45000"/>
                <a:satMod val="135000"/>
              </a:schemeClr>
              <a:prstClr val="white"/>
            </a:duotone>
          </a:blip>
          <a:stretch>
            <a:fillRect/>
          </a:stretch>
        </p:blipFill>
        <p:spPr>
          <a:xfrm>
            <a:off x="6652800" y="1576800"/>
            <a:ext cx="1962000" cy="1076400"/>
          </a:xfrm>
          <a:prstGeom prst="rect">
            <a:avLst/>
          </a:prstGeom>
          <a:ln>
            <a:solidFill>
              <a:schemeClr val="accent1"/>
            </a:solidFill>
          </a:ln>
        </p:spPr>
      </p:pic>
      <p:pic>
        <p:nvPicPr>
          <p:cNvPr id="32" name="Picture 31">
            <a:extLst>
              <a:ext uri="{FF2B5EF4-FFF2-40B4-BE49-F238E27FC236}">
                <a16:creationId xmlns:a16="http://schemas.microsoft.com/office/drawing/2014/main" id="{6D880DD8-DA79-5D54-E3C5-CE72AA12C900}"/>
              </a:ext>
            </a:extLst>
          </p:cNvPr>
          <p:cNvPicPr>
            <a:picLocks/>
          </p:cNvPicPr>
          <p:nvPr/>
        </p:nvPicPr>
        <p:blipFill>
          <a:blip r:embed="rId4">
            <a:duotone>
              <a:schemeClr val="accent1">
                <a:shade val="45000"/>
                <a:satMod val="135000"/>
              </a:schemeClr>
              <a:prstClr val="white"/>
            </a:duotone>
          </a:blip>
          <a:stretch>
            <a:fillRect/>
          </a:stretch>
        </p:blipFill>
        <p:spPr>
          <a:xfrm>
            <a:off x="9518400" y="1576800"/>
            <a:ext cx="1962000" cy="1076400"/>
          </a:xfrm>
          <a:prstGeom prst="rect">
            <a:avLst/>
          </a:prstGeom>
          <a:ln>
            <a:solidFill>
              <a:schemeClr val="accent1"/>
            </a:solidFill>
          </a:ln>
        </p:spPr>
      </p:pic>
      <p:sp>
        <p:nvSpPr>
          <p:cNvPr id="7" name="TextBox 6">
            <a:extLst>
              <a:ext uri="{FF2B5EF4-FFF2-40B4-BE49-F238E27FC236}">
                <a16:creationId xmlns:a16="http://schemas.microsoft.com/office/drawing/2014/main" id="{B075534D-68B5-F604-CD40-3EF208FD348A}"/>
              </a:ext>
            </a:extLst>
          </p:cNvPr>
          <p:cNvSpPr txBox="1"/>
          <p:nvPr/>
        </p:nvSpPr>
        <p:spPr>
          <a:xfrm>
            <a:off x="6653060" y="4173594"/>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Ubuntu" panose="020B0504030602030204" pitchFamily="34" charset="0"/>
                <a:ea typeface="+mn-ea"/>
                <a:cs typeface="+mn-cs"/>
              </a:rPr>
              <a:t>Validated end-to-end planning cycles execution pack</a:t>
            </a:r>
          </a:p>
        </p:txBody>
      </p:sp>
      <p:sp>
        <p:nvSpPr>
          <p:cNvPr id="22" name="TextBox 21">
            <a:extLst>
              <a:ext uri="{FF2B5EF4-FFF2-40B4-BE49-F238E27FC236}">
                <a16:creationId xmlns:a16="http://schemas.microsoft.com/office/drawing/2014/main" id="{B65465D9-6147-905B-1AF0-1265680AE4A8}"/>
              </a:ext>
            </a:extLst>
          </p:cNvPr>
          <p:cNvSpPr txBox="1"/>
          <p:nvPr/>
        </p:nvSpPr>
        <p:spPr>
          <a:xfrm>
            <a:off x="9519299" y="4173594"/>
            <a:ext cx="2689148" cy="349702"/>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Ubuntu" panose="020B0504030602030204" pitchFamily="34" charset="0"/>
                <a:ea typeface="+mn-ea"/>
                <a:cs typeface="+mn-cs"/>
              </a:rPr>
              <a:t>Embedded operating rhythm &amp; governance confirmation</a:t>
            </a:r>
          </a:p>
        </p:txBody>
      </p:sp>
      <p:pic>
        <p:nvPicPr>
          <p:cNvPr id="24" name="Picture 23">
            <a:extLst>
              <a:ext uri="{FF2B5EF4-FFF2-40B4-BE49-F238E27FC236}">
                <a16:creationId xmlns:a16="http://schemas.microsoft.com/office/drawing/2014/main" id="{2948B24B-6D61-3335-51D9-DFF2A62E43EC}"/>
              </a:ext>
            </a:extLst>
          </p:cNvPr>
          <p:cNvPicPr>
            <a:picLocks noChangeAspect="1"/>
          </p:cNvPicPr>
          <p:nvPr/>
        </p:nvPicPr>
        <p:blipFill>
          <a:blip r:embed="rId5">
            <a:duotone>
              <a:schemeClr val="accent1">
                <a:shade val="45000"/>
                <a:satMod val="135000"/>
              </a:schemeClr>
              <a:prstClr val="white"/>
            </a:duotone>
          </a:blip>
          <a:stretch>
            <a:fillRect/>
          </a:stretch>
        </p:blipFill>
        <p:spPr>
          <a:xfrm>
            <a:off x="9518400" y="3078000"/>
            <a:ext cx="1913600" cy="1076400"/>
          </a:xfrm>
          <a:prstGeom prst="rect">
            <a:avLst/>
          </a:prstGeom>
          <a:ln>
            <a:solidFill>
              <a:schemeClr val="accent1"/>
            </a:solidFill>
          </a:ln>
        </p:spPr>
      </p:pic>
      <p:pic>
        <p:nvPicPr>
          <p:cNvPr id="26" name="Picture 25">
            <a:extLst>
              <a:ext uri="{FF2B5EF4-FFF2-40B4-BE49-F238E27FC236}">
                <a16:creationId xmlns:a16="http://schemas.microsoft.com/office/drawing/2014/main" id="{B1F65283-C44A-546F-D385-8A6D12E1650E}"/>
              </a:ext>
            </a:extLst>
          </p:cNvPr>
          <p:cNvPicPr>
            <a:picLocks noChangeAspect="1"/>
          </p:cNvPicPr>
          <p:nvPr/>
        </p:nvPicPr>
        <p:blipFill>
          <a:blip r:embed="rId6">
            <a:duotone>
              <a:schemeClr val="accent1">
                <a:shade val="45000"/>
                <a:satMod val="135000"/>
              </a:schemeClr>
              <a:prstClr val="white"/>
            </a:duotone>
          </a:blip>
          <a:stretch>
            <a:fillRect/>
          </a:stretch>
        </p:blipFill>
        <p:spPr>
          <a:xfrm>
            <a:off x="10005091" y="3288664"/>
            <a:ext cx="1604000" cy="902250"/>
          </a:xfrm>
          <a:prstGeom prst="rect">
            <a:avLst/>
          </a:prstGeom>
          <a:ln>
            <a:solidFill>
              <a:schemeClr val="accent1"/>
            </a:solidFill>
          </a:ln>
        </p:spPr>
      </p:pic>
      <p:pic>
        <p:nvPicPr>
          <p:cNvPr id="27" name="Picture 26">
            <a:extLst>
              <a:ext uri="{FF2B5EF4-FFF2-40B4-BE49-F238E27FC236}">
                <a16:creationId xmlns:a16="http://schemas.microsoft.com/office/drawing/2014/main" id="{95D31F35-E0C2-AC88-7815-004543DD633A}"/>
              </a:ext>
            </a:extLst>
          </p:cNvPr>
          <p:cNvPicPr>
            <a:picLocks/>
          </p:cNvPicPr>
          <p:nvPr/>
        </p:nvPicPr>
        <p:blipFill>
          <a:blip r:embed="rId7">
            <a:duotone>
              <a:schemeClr val="accent1">
                <a:shade val="45000"/>
                <a:satMod val="135000"/>
              </a:schemeClr>
              <a:prstClr val="white"/>
            </a:duotone>
          </a:blip>
          <a:stretch>
            <a:fillRect/>
          </a:stretch>
        </p:blipFill>
        <p:spPr>
          <a:xfrm>
            <a:off x="6652800" y="3078000"/>
            <a:ext cx="1962000" cy="1076400"/>
          </a:xfrm>
          <a:prstGeom prst="rect">
            <a:avLst/>
          </a:prstGeom>
          <a:ln>
            <a:solidFill>
              <a:schemeClr val="accent1"/>
            </a:solidFill>
          </a:ln>
        </p:spPr>
      </p:pic>
      <p:pic>
        <p:nvPicPr>
          <p:cNvPr id="28" name="Picture 27">
            <a:extLst>
              <a:ext uri="{FF2B5EF4-FFF2-40B4-BE49-F238E27FC236}">
                <a16:creationId xmlns:a16="http://schemas.microsoft.com/office/drawing/2014/main" id="{3FA0CB7F-1ABC-D5C2-0975-17E6FA4E9ACF}"/>
              </a:ext>
            </a:extLst>
          </p:cNvPr>
          <p:cNvPicPr>
            <a:picLocks noChangeAspect="1"/>
          </p:cNvPicPr>
          <p:nvPr/>
        </p:nvPicPr>
        <p:blipFill>
          <a:blip r:embed="rId8">
            <a:duotone>
              <a:schemeClr val="accent1">
                <a:shade val="45000"/>
                <a:satMod val="135000"/>
              </a:schemeClr>
              <a:prstClr val="white"/>
            </a:duotone>
          </a:blip>
          <a:stretch>
            <a:fillRect/>
          </a:stretch>
        </p:blipFill>
        <p:spPr>
          <a:xfrm>
            <a:off x="7283894" y="3288664"/>
            <a:ext cx="1606400" cy="903600"/>
          </a:xfrm>
          <a:prstGeom prst="rect">
            <a:avLst/>
          </a:prstGeom>
          <a:ln>
            <a:solidFill>
              <a:schemeClr val="accent1"/>
            </a:solidFill>
          </a:ln>
        </p:spPr>
      </p:pic>
    </p:spTree>
    <p:extLst>
      <p:ext uri="{BB962C8B-B14F-4D97-AF65-F5344CB8AC3E}">
        <p14:creationId xmlns:p14="http://schemas.microsoft.com/office/powerpoint/2010/main" val="391038231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AE954B6-8278-83A6-4799-0246740EC7B8}"/>
              </a:ext>
            </a:extLst>
          </p:cNvPr>
          <p:cNvSpPr>
            <a:spLocks noGrp="1"/>
          </p:cNvSpPr>
          <p:nvPr>
            <p:ph type="ctrTitle"/>
          </p:nvPr>
        </p:nvSpPr>
        <p:spPr/>
        <p:txBody>
          <a:bodyPr/>
          <a:lstStyle/>
          <a:p>
            <a:r>
              <a:rPr lang="en-AU" sz="4000" noProof="0" dirty="0"/>
              <a:t>Demand planning, Supply planning and S&amp;OP implementation</a:t>
            </a:r>
          </a:p>
        </p:txBody>
      </p:sp>
      <p:sp>
        <p:nvSpPr>
          <p:cNvPr id="2" name="ZoneTexte 1">
            <a:extLst>
              <a:ext uri="{FF2B5EF4-FFF2-40B4-BE49-F238E27FC236}">
                <a16:creationId xmlns:a16="http://schemas.microsoft.com/office/drawing/2014/main" id="{A1B014BB-00A7-4659-9604-F6CD89C77741}"/>
              </a:ext>
            </a:extLst>
          </p:cNvPr>
          <p:cNvSpPr txBox="1"/>
          <p:nvPr/>
        </p:nvSpPr>
        <p:spPr>
          <a:xfrm>
            <a:off x="9696400" y="6237312"/>
            <a:ext cx="2330715" cy="248402"/>
          </a:xfrm>
          <a:prstGeom prst="rect">
            <a:avLst/>
          </a:prstGeom>
          <a:noFill/>
        </p:spPr>
        <p:txBody>
          <a:bodyPr vert="horz" wrap="square" lIns="90000" tIns="46800" rIns="90000" bIns="46800" rtlCol="0" anchor="ctr">
            <a:spAutoFit/>
          </a:bodyPr>
          <a:lstStyle/>
          <a:p>
            <a:pPr algn="r">
              <a:spcBef>
                <a:spcPct val="0"/>
              </a:spcBef>
            </a:pPr>
            <a:r>
              <a:rPr lang="en-AU" sz="1000" noProof="0">
                <a:solidFill>
                  <a:schemeClr val="bg2">
                    <a:lumMod val="75000"/>
                  </a:schemeClr>
                </a:solidFill>
              </a:rPr>
              <a:t>Company confidential</a:t>
            </a:r>
          </a:p>
        </p:txBody>
      </p:sp>
      <p:pic>
        <p:nvPicPr>
          <p:cNvPr id="9" name="Image 8">
            <a:extLst>
              <a:ext uri="{FF2B5EF4-FFF2-40B4-BE49-F238E27FC236}">
                <a16:creationId xmlns:a16="http://schemas.microsoft.com/office/drawing/2014/main" id="{324BABE4-D794-45F8-90AF-66A30DF07D06}"/>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272464" y="6199513"/>
            <a:ext cx="323663" cy="324000"/>
          </a:xfrm>
          <a:prstGeom prst="rect">
            <a:avLst/>
          </a:prstGeom>
        </p:spPr>
      </p:pic>
      <p:pic>
        <p:nvPicPr>
          <p:cNvPr id="16" name="Picture Placeholder 15" descr="A shopping cart in front of a store">
            <a:extLst>
              <a:ext uri="{FF2B5EF4-FFF2-40B4-BE49-F238E27FC236}">
                <a16:creationId xmlns:a16="http://schemas.microsoft.com/office/drawing/2014/main" id="{99695F8B-683C-EA45-40A9-E4161CA92506}"/>
              </a:ext>
            </a:extLst>
          </p:cNvPr>
          <p:cNvPicPr>
            <a:picLocks noGrp="1" noChangeAspect="1"/>
          </p:cNvPicPr>
          <p:nvPr>
            <p:ph type="pic" sz="quarter" idx="10"/>
          </p:nvPr>
        </p:nvPicPr>
        <p:blipFill>
          <a:blip r:embed="rId4"/>
          <a:srcRect t="26594" b="26594"/>
          <a:stretch>
            <a:fillRect/>
          </a:stretch>
        </p:blipFill>
        <p:spPr/>
      </p:pic>
    </p:spTree>
    <p:extLst>
      <p:ext uri="{BB962C8B-B14F-4D97-AF65-F5344CB8AC3E}">
        <p14:creationId xmlns:p14="http://schemas.microsoft.com/office/powerpoint/2010/main" val="240783448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a:extLst>
              <a:ext uri="{FF2B5EF4-FFF2-40B4-BE49-F238E27FC236}">
                <a16:creationId xmlns:a16="http://schemas.microsoft.com/office/drawing/2014/main" id="{C46B6C41-962A-417A-A4AB-9FDB79D2701B}"/>
              </a:ext>
              <a:ext uri="{C183D7F6-B498-43B3-948B-1728B52AA6E4}">
                <adec:decorative xmlns:adec="http://schemas.microsoft.com/office/drawing/2017/decorative" val="1"/>
              </a:ext>
            </a:extLst>
          </p:cNvPr>
          <p:cNvPicPr>
            <a:picLocks noGrp="1" noChangeAspect="1"/>
          </p:cNvPicPr>
          <p:nvPr>
            <p:ph type="pic" sz="quarter" idx="19"/>
          </p:nvPr>
        </p:nvPicPr>
        <p:blipFill rotWithShape="1">
          <a:blip r:embed="rId2" cstate="screen">
            <a:extLst>
              <a:ext uri="{28A0092B-C50C-407E-A947-70E740481C1C}">
                <a14:useLocalDpi xmlns:a14="http://schemas.microsoft.com/office/drawing/2010/main"/>
              </a:ext>
            </a:extLst>
          </a:blip>
          <a:srcRect/>
          <a:stretch>
            <a:fillRect/>
          </a:stretch>
        </p:blipFill>
        <p:spPr>
          <a:xfrm>
            <a:off x="-1" y="0"/>
            <a:ext cx="3468151" cy="6858000"/>
          </a:xfrm>
        </p:spPr>
      </p:pic>
      <p:sp>
        <p:nvSpPr>
          <p:cNvPr id="3" name="Title 2">
            <a:extLst>
              <a:ext uri="{FF2B5EF4-FFF2-40B4-BE49-F238E27FC236}">
                <a16:creationId xmlns:a16="http://schemas.microsoft.com/office/drawing/2014/main" id="{28474F7B-971C-D850-69FA-632D646D5C6F}"/>
              </a:ext>
            </a:extLst>
          </p:cNvPr>
          <p:cNvSpPr>
            <a:spLocks noGrp="1"/>
          </p:cNvSpPr>
          <p:nvPr>
            <p:ph type="title"/>
          </p:nvPr>
        </p:nvSpPr>
        <p:spPr>
          <a:xfrm>
            <a:off x="4444744" y="404812"/>
            <a:ext cx="6978640" cy="720726"/>
          </a:xfrm>
        </p:spPr>
        <p:txBody>
          <a:bodyPr bIns="0" anchor="b"/>
          <a:lstStyle/>
          <a:p>
            <a:r>
              <a:rPr lang="en-AU" sz="1400" noProof="1">
                <a:solidFill>
                  <a:schemeClr val="tx2"/>
                </a:solidFill>
              </a:rPr>
              <a:t>The content of this Proposal is confidential and property of Capgemini. Copyright©2025 Capgemini. All rights reserved.</a:t>
            </a:r>
          </a:p>
        </p:txBody>
      </p:sp>
      <p:sp>
        <p:nvSpPr>
          <p:cNvPr id="2" name="Text Placeholder 1">
            <a:extLst>
              <a:ext uri="{FF2B5EF4-FFF2-40B4-BE49-F238E27FC236}">
                <a16:creationId xmlns:a16="http://schemas.microsoft.com/office/drawing/2014/main" id="{4E954956-6DDB-D531-8911-9A1A7EADC21D}"/>
              </a:ext>
            </a:extLst>
          </p:cNvPr>
          <p:cNvSpPr>
            <a:spLocks noGrp="1"/>
          </p:cNvSpPr>
          <p:nvPr>
            <p:ph type="body" sz="quarter" idx="10"/>
          </p:nvPr>
        </p:nvSpPr>
        <p:spPr>
          <a:xfrm>
            <a:off x="4444743" y="1628776"/>
            <a:ext cx="7196395" cy="4824412"/>
          </a:xfrm>
        </p:spPr>
        <p:txBody>
          <a:bodyPr/>
          <a:lstStyle/>
          <a:p>
            <a:r>
              <a:rPr lang="en-AU" noProof="1">
                <a:solidFill>
                  <a:schemeClr val="bg1"/>
                </a:solidFill>
              </a:rPr>
              <a:t>The information related with concepts, ideas, methodologies and other materials presented in this proposal are only intended to be used by collaborators of the company and solely for the purpose of appraising this proposal and to evaluate Capgemini skills and capabilities related to the future collaboration with the company within the scope of this project.</a:t>
            </a:r>
          </a:p>
          <a:p>
            <a:r>
              <a:rPr lang="en-AU" noProof="1">
                <a:solidFill>
                  <a:schemeClr val="bg1"/>
                </a:solidFill>
              </a:rPr>
              <a:t>Total or partial copies of the materials that constitute this proposal cannot be made available to other entities without previous authorization from Capgemini.</a:t>
            </a:r>
          </a:p>
          <a:p>
            <a:r>
              <a:rPr lang="en-AU" noProof="1">
                <a:solidFill>
                  <a:schemeClr val="bg1"/>
                </a:solidFill>
              </a:rPr>
              <a:t>References from clients or other entities presented in this proposal cannot be reused without previous authorization from Capgemini.</a:t>
            </a:r>
          </a:p>
          <a:p>
            <a:endParaRPr lang="en-AU" noProof="1">
              <a:solidFill>
                <a:schemeClr val="bg1"/>
              </a:solidFill>
            </a:endParaRPr>
          </a:p>
        </p:txBody>
      </p:sp>
      <p:sp>
        <p:nvSpPr>
          <p:cNvPr id="8" name="Rectangle 19">
            <a:extLst>
              <a:ext uri="{FF2B5EF4-FFF2-40B4-BE49-F238E27FC236}">
                <a16:creationId xmlns:a16="http://schemas.microsoft.com/office/drawing/2014/main" id="{3B93EE6B-1528-4507-CE24-E6A0961399D8}"/>
              </a:ext>
            </a:extLst>
          </p:cNvPr>
          <p:cNvSpPr>
            <a:spLocks noChangeArrowheads="1"/>
          </p:cNvSpPr>
          <p:nvPr/>
        </p:nvSpPr>
        <p:spPr bwMode="auto">
          <a:xfrm>
            <a:off x="4444744" y="5593001"/>
            <a:ext cx="7339268" cy="715724"/>
          </a:xfrm>
          <a:prstGeom prst="rect">
            <a:avLst/>
          </a:prstGeom>
          <a:noFill/>
          <a:ln w="9525">
            <a:noFill/>
            <a:miter lim="800000"/>
            <a:headEnd/>
            <a:tailEnd/>
          </a:ln>
          <a:effectLst/>
        </p:spPr>
        <p:txBody>
          <a:bodyPr wrap="square" lIns="0" tIns="29250" rIns="0" bIns="0" anchor="t" anchorCtr="0"/>
          <a:lstStyle/>
          <a:p>
            <a:pPr defTabSz="743112" eaLnBrk="0" fontAlgn="base" hangingPunct="0">
              <a:lnSpc>
                <a:spcPts val="960"/>
              </a:lnSpc>
              <a:spcBef>
                <a:spcPts val="162"/>
              </a:spcBef>
              <a:spcAft>
                <a:spcPct val="0"/>
              </a:spcAft>
              <a:defRPr/>
            </a:pPr>
            <a:r>
              <a:rPr lang="en-AU" sz="800" b="1" noProof="1">
                <a:solidFill>
                  <a:schemeClr val="bg1"/>
                </a:solidFill>
                <a:latin typeface="+mn-lt"/>
                <a:cs typeface="Arial" charset="0"/>
              </a:rPr>
              <a:t>Capgemini Portugal, S.A.</a:t>
            </a:r>
            <a:br>
              <a:rPr lang="en-AU" sz="569" b="1" noProof="1">
                <a:solidFill>
                  <a:schemeClr val="bg1"/>
                </a:solidFill>
                <a:latin typeface="+mn-lt"/>
                <a:cs typeface="Arial" charset="0"/>
              </a:rPr>
            </a:br>
            <a:endParaRPr lang="en-AU" sz="569" b="1" noProof="1">
              <a:solidFill>
                <a:schemeClr val="bg1"/>
              </a:solidFill>
              <a:latin typeface="+mn-lt"/>
              <a:cs typeface="Arial" charset="0"/>
            </a:endParaRPr>
          </a:p>
          <a:p>
            <a:pPr defTabSz="743112" eaLnBrk="0" fontAlgn="base" hangingPunct="0">
              <a:lnSpc>
                <a:spcPts val="960"/>
              </a:lnSpc>
              <a:spcBef>
                <a:spcPts val="162"/>
              </a:spcBef>
              <a:spcAft>
                <a:spcPct val="0"/>
              </a:spcAft>
              <a:defRPr/>
            </a:pPr>
            <a:r>
              <a:rPr lang="en-AU" sz="800" noProof="1">
                <a:solidFill>
                  <a:schemeClr val="bg1"/>
                </a:solidFill>
                <a:latin typeface="+mn-lt"/>
                <a:cs typeface="Arial" charset="0"/>
              </a:rPr>
              <a:t>Capital Social: 6.440.885 €  I  Matriculada na Conservatória do Registo Comercial de Lisboa sob o número único de matrícula e NIPC 504 272 179</a:t>
            </a:r>
          </a:p>
          <a:p>
            <a:pPr defTabSz="743112" eaLnBrk="0" fontAlgn="base" hangingPunct="0">
              <a:lnSpc>
                <a:spcPts val="960"/>
              </a:lnSpc>
              <a:spcBef>
                <a:spcPts val="162"/>
              </a:spcBef>
              <a:spcAft>
                <a:spcPct val="0"/>
              </a:spcAft>
              <a:defRPr/>
            </a:pPr>
            <a:r>
              <a:rPr lang="en-AU" sz="800" noProof="1">
                <a:solidFill>
                  <a:schemeClr val="bg1"/>
                </a:solidFill>
                <a:latin typeface="+mn-lt"/>
                <a:cs typeface="Arial" charset="0"/>
              </a:rPr>
              <a:t>Sede Social: </a:t>
            </a:r>
            <a:r>
              <a:rPr lang="en-AU" sz="800" b="1" noProof="1">
                <a:solidFill>
                  <a:schemeClr val="bg1"/>
                </a:solidFill>
                <a:latin typeface="+mn-lt"/>
                <a:cs typeface="Arial" charset="0"/>
              </a:rPr>
              <a:t>Avenida Colégio Militar 37F, Torre Colombo Oriente, Piso 10, 1500-180 Lisboa, Portugal</a:t>
            </a:r>
          </a:p>
          <a:p>
            <a:pPr defTabSz="743112" eaLnBrk="0" fontAlgn="base" hangingPunct="0">
              <a:lnSpc>
                <a:spcPts val="960"/>
              </a:lnSpc>
              <a:spcBef>
                <a:spcPts val="162"/>
              </a:spcBef>
              <a:spcAft>
                <a:spcPct val="0"/>
              </a:spcAft>
              <a:defRPr/>
            </a:pPr>
            <a:r>
              <a:rPr lang="en-AU" sz="800" kern="0" noProof="1">
                <a:solidFill>
                  <a:schemeClr val="bg1"/>
                </a:solidFill>
                <a:latin typeface="+mn-lt"/>
                <a:cs typeface="Arial" charset="0"/>
              </a:rPr>
              <a:t>Tel.: +351 214 122 200  I  Fax.: +351 214 122 299 l  </a:t>
            </a:r>
            <a:r>
              <a:rPr lang="en-AU" sz="800" i="1" kern="0" noProof="1">
                <a:solidFill>
                  <a:schemeClr val="bg1"/>
                </a:solidFill>
                <a:latin typeface="+mn-lt"/>
                <a:cs typeface="Arial" charset="0"/>
              </a:rPr>
              <a:t>E-mail</a:t>
            </a:r>
            <a:r>
              <a:rPr lang="en-AU" sz="800" kern="0" noProof="1">
                <a:solidFill>
                  <a:schemeClr val="bg1"/>
                </a:solidFill>
                <a:latin typeface="+mn-lt"/>
                <a:cs typeface="Arial" charset="0"/>
              </a:rPr>
              <a:t>.: geral.pt@capgemini.com</a:t>
            </a:r>
          </a:p>
        </p:txBody>
      </p:sp>
      <p:sp>
        <p:nvSpPr>
          <p:cNvPr id="4" name="Rectangle 3">
            <a:extLst>
              <a:ext uri="{FF2B5EF4-FFF2-40B4-BE49-F238E27FC236}">
                <a16:creationId xmlns:a16="http://schemas.microsoft.com/office/drawing/2014/main" id="{671C7248-C6E5-1AA8-3FB5-B358ADF8175C}"/>
              </a:ext>
            </a:extLst>
          </p:cNvPr>
          <p:cNvSpPr/>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554770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E36B2F5-9C96-CB6C-D4D6-7F853E23C128}"/>
              </a:ext>
            </a:extLst>
          </p:cNvPr>
          <p:cNvPicPr>
            <a:picLocks noChangeAspect="1"/>
          </p:cNvPicPr>
          <p:nvPr/>
        </p:nvPicPr>
        <p:blipFill>
          <a:blip r:embed="rId3"/>
          <a:srcRect r="49003"/>
          <a:stretch>
            <a:fillRect/>
          </a:stretch>
        </p:blipFill>
        <p:spPr>
          <a:xfrm>
            <a:off x="8122992" y="0"/>
            <a:ext cx="4069008" cy="6858000"/>
          </a:xfrm>
          <a:prstGeom prst="rect">
            <a:avLst/>
          </a:prstGeom>
        </p:spPr>
      </p:pic>
      <p:sp>
        <p:nvSpPr>
          <p:cNvPr id="10" name="Text Placeholder 2">
            <a:extLst>
              <a:ext uri="{FF2B5EF4-FFF2-40B4-BE49-F238E27FC236}">
                <a16:creationId xmlns:a16="http://schemas.microsoft.com/office/drawing/2014/main" id="{AF310831-D03E-404B-934F-73B268225B7E}"/>
              </a:ext>
            </a:extLst>
          </p:cNvPr>
          <p:cNvSpPr>
            <a:spLocks noGrp="1"/>
          </p:cNvSpPr>
          <p:nvPr>
            <p:ph type="body" sz="quarter" idx="10"/>
          </p:nvPr>
        </p:nvSpPr>
        <p:spPr/>
        <p:txBody>
          <a:bodyPr numCol="1" spcCol="360000">
            <a:normAutofit fontScale="92500"/>
          </a:bodyPr>
          <a:lstStyle/>
          <a:p>
            <a:pPr marL="0" lvl="1" indent="0" algn="just">
              <a:spcBef>
                <a:spcPts val="1200"/>
              </a:spcBef>
              <a:spcAft>
                <a:spcPts val="600"/>
              </a:spcAft>
              <a:buNone/>
            </a:pPr>
            <a:r>
              <a:rPr lang="en-AU" sz="1400" noProof="1"/>
              <a:t>In response to your invitation, Capgemini presents the current proposal to support the deployment of </a:t>
            </a:r>
            <a:r>
              <a:rPr lang="en-AU" sz="1400" b="1" noProof="1"/>
              <a:t>“</a:t>
            </a:r>
            <a:r>
              <a:rPr lang="en-GB" sz="1400" b="1" noProof="1">
                <a:solidFill>
                  <a:srgbClr val="000000">
                    <a:lumMod val="95000"/>
                    <a:lumOff val="5000"/>
                  </a:srgbClr>
                </a:solidFill>
              </a:rPr>
              <a:t>Demand planning, Supply planning and S&amp;OP implementation for the company</a:t>
            </a:r>
            <a:r>
              <a:rPr lang="en-AU" sz="1400" b="1" noProof="1"/>
              <a:t>“.</a:t>
            </a:r>
          </a:p>
          <a:p>
            <a:pPr marL="0" lvl="1" indent="0" algn="just">
              <a:spcBef>
                <a:spcPts val="1200"/>
              </a:spcBef>
              <a:spcAft>
                <a:spcPts val="600"/>
              </a:spcAft>
              <a:buNone/>
            </a:pPr>
            <a:r>
              <a:rPr lang="en-AU" sz="1400" noProof="1"/>
              <a:t>Setting together ambitious yet realistic expectations and actionable recommendations founded on a “doer” perspective will be key for the success of your project. Based on this conviction, and to mark our will to commit, we propose to invest at your side and provide you, at a competitive cost, a team with the key skills to leverage the success of this project.</a:t>
            </a:r>
          </a:p>
          <a:p>
            <a:pPr marL="0" lvl="1" indent="0" algn="just">
              <a:spcBef>
                <a:spcPts val="1200"/>
              </a:spcBef>
              <a:spcAft>
                <a:spcPts val="600"/>
              </a:spcAft>
              <a:buNone/>
            </a:pPr>
            <a:r>
              <a:rPr lang="en-AU" sz="1400" noProof="1"/>
              <a:t>Also, as Capgemini Group, </a:t>
            </a:r>
            <a:r>
              <a:rPr lang="en-AU" sz="1400" b="1" noProof="1"/>
              <a:t>we are very keen to strengthening our long standing professional relationship with the company</a:t>
            </a:r>
            <a:r>
              <a:rPr lang="en-AU" sz="1400" noProof="1"/>
              <a:t>. We remain fully committed to supporting the company in this new phase of its improvement journey.</a:t>
            </a:r>
          </a:p>
          <a:p>
            <a:pPr marL="0" lvl="1" indent="0" algn="just">
              <a:spcBef>
                <a:spcPts val="1200"/>
              </a:spcBef>
              <a:spcAft>
                <a:spcPts val="600"/>
              </a:spcAft>
              <a:buNone/>
            </a:pPr>
            <a:r>
              <a:rPr lang="en-AU" sz="1400" noProof="1"/>
              <a:t>You can count on our personal commitment to fully mobilize the best of entire Capgemini Group capabilities to make your project a success.</a:t>
            </a:r>
          </a:p>
        </p:txBody>
      </p:sp>
      <p:sp>
        <p:nvSpPr>
          <p:cNvPr id="4" name="Text Placeholder 3">
            <a:extLst>
              <a:ext uri="{FF2B5EF4-FFF2-40B4-BE49-F238E27FC236}">
                <a16:creationId xmlns:a16="http://schemas.microsoft.com/office/drawing/2014/main" id="{EB4DBC32-5D4C-5634-3AA9-DD25FC338FC8}"/>
              </a:ext>
            </a:extLst>
          </p:cNvPr>
          <p:cNvSpPr>
            <a:spLocks noGrp="1"/>
          </p:cNvSpPr>
          <p:nvPr>
            <p:ph type="body" sz="quarter" idx="11"/>
          </p:nvPr>
        </p:nvSpPr>
        <p:spPr/>
        <p:txBody>
          <a:bodyPr/>
          <a:lstStyle/>
          <a:p>
            <a:r>
              <a:rPr lang="en-AU" sz="2000" noProof="1"/>
              <a:t>Foreword</a:t>
            </a:r>
          </a:p>
        </p:txBody>
      </p:sp>
      <p:grpSp>
        <p:nvGrpSpPr>
          <p:cNvPr id="6" name="Group 37">
            <a:extLst>
              <a:ext uri="{FF2B5EF4-FFF2-40B4-BE49-F238E27FC236}">
                <a16:creationId xmlns:a16="http://schemas.microsoft.com/office/drawing/2014/main" id="{8D01A756-55A6-36EE-6784-2FD6E367F3E6}"/>
              </a:ext>
            </a:extLst>
          </p:cNvPr>
          <p:cNvGrpSpPr/>
          <p:nvPr/>
        </p:nvGrpSpPr>
        <p:grpSpPr>
          <a:xfrm>
            <a:off x="11770322" y="176700"/>
            <a:ext cx="260230" cy="240782"/>
            <a:chOff x="5481638" y="2859088"/>
            <a:chExt cx="1231900" cy="1139825"/>
          </a:xfrm>
          <a:solidFill>
            <a:schemeClr val="bg1"/>
          </a:solidFill>
        </p:grpSpPr>
        <p:sp>
          <p:nvSpPr>
            <p:cNvPr id="7" name="Freeform 320">
              <a:extLst>
                <a:ext uri="{FF2B5EF4-FFF2-40B4-BE49-F238E27FC236}">
                  <a16:creationId xmlns:a16="http://schemas.microsoft.com/office/drawing/2014/main" id="{F3B9BEA1-1D3D-2E28-D766-8F33009D6776}"/>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1">
                <a:ln>
                  <a:noFill/>
                </a:ln>
                <a:solidFill>
                  <a:srgbClr val="0057AB"/>
                </a:solidFill>
                <a:effectLst/>
                <a:uLnTx/>
                <a:uFillTx/>
                <a:latin typeface="Ubuntu"/>
                <a:ea typeface="+mn-ea"/>
                <a:cs typeface="+mn-cs"/>
              </a:endParaRPr>
            </a:p>
          </p:txBody>
        </p:sp>
        <p:sp>
          <p:nvSpPr>
            <p:cNvPr id="8" name="Freeform 321">
              <a:extLst>
                <a:ext uri="{FF2B5EF4-FFF2-40B4-BE49-F238E27FC236}">
                  <a16:creationId xmlns:a16="http://schemas.microsoft.com/office/drawing/2014/main" id="{54A07880-D151-7326-4749-50F39EBC7BCB}"/>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1">
                <a:ln>
                  <a:noFill/>
                </a:ln>
                <a:solidFill>
                  <a:srgbClr val="0057AB"/>
                </a:solidFill>
                <a:effectLst/>
                <a:uLnTx/>
                <a:uFillTx/>
                <a:latin typeface="Ubuntu"/>
                <a:ea typeface="+mn-ea"/>
                <a:cs typeface="+mn-cs"/>
              </a:endParaRPr>
            </a:p>
          </p:txBody>
        </p:sp>
      </p:grpSp>
      <p:grpSp>
        <p:nvGrpSpPr>
          <p:cNvPr id="3" name="Group 2">
            <a:extLst>
              <a:ext uri="{FF2B5EF4-FFF2-40B4-BE49-F238E27FC236}">
                <a16:creationId xmlns:a16="http://schemas.microsoft.com/office/drawing/2014/main" id="{0E28AEA6-D876-855A-3F81-757024E12ADB}"/>
              </a:ext>
            </a:extLst>
          </p:cNvPr>
          <p:cNvGrpSpPr/>
          <p:nvPr/>
        </p:nvGrpSpPr>
        <p:grpSpPr>
          <a:xfrm>
            <a:off x="1602417" y="5830728"/>
            <a:ext cx="2466593" cy="325240"/>
            <a:chOff x="683007" y="5588204"/>
            <a:chExt cx="2466593" cy="325240"/>
          </a:xfrm>
        </p:grpSpPr>
        <p:sp>
          <p:nvSpPr>
            <p:cNvPr id="9" name="Line 4">
              <a:extLst>
                <a:ext uri="{FF2B5EF4-FFF2-40B4-BE49-F238E27FC236}">
                  <a16:creationId xmlns:a16="http://schemas.microsoft.com/office/drawing/2014/main" id="{F51C1BF1-58AE-6A84-0237-740A3E7CCEDF}"/>
                </a:ext>
              </a:extLst>
            </p:cNvPr>
            <p:cNvSpPr>
              <a:spLocks noChangeShapeType="1"/>
            </p:cNvSpPr>
            <p:nvPr/>
          </p:nvSpPr>
          <p:spPr bwMode="auto">
            <a:xfrm>
              <a:off x="683007" y="5588204"/>
              <a:ext cx="2466593" cy="0"/>
            </a:xfrm>
            <a:prstGeom prst="line">
              <a:avLst/>
            </a:prstGeom>
            <a:noFill/>
            <a:ln w="19050">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056" b="0" i="0" u="none" strike="noStrike" kern="1200" cap="none" spc="0" normalizeH="0" baseline="0" noProof="1">
                <a:ln>
                  <a:noFill/>
                </a:ln>
                <a:solidFill>
                  <a:srgbClr val="000000"/>
                </a:solidFill>
                <a:effectLst/>
                <a:uLnTx/>
                <a:uFillTx/>
                <a:latin typeface="Arial"/>
                <a:ea typeface="+mn-ea"/>
                <a:cs typeface="+mn-cs"/>
              </a:endParaRPr>
            </a:p>
          </p:txBody>
        </p:sp>
        <p:sp>
          <p:nvSpPr>
            <p:cNvPr id="12" name="Text Box 6">
              <a:extLst>
                <a:ext uri="{FF2B5EF4-FFF2-40B4-BE49-F238E27FC236}">
                  <a16:creationId xmlns:a16="http://schemas.microsoft.com/office/drawing/2014/main" id="{012D3F8F-7C04-4951-7AD5-3409BD2E0F51}"/>
                </a:ext>
              </a:extLst>
            </p:cNvPr>
            <p:cNvSpPr txBox="1">
              <a:spLocks noChangeArrowheads="1"/>
            </p:cNvSpPr>
            <p:nvPr/>
          </p:nvSpPr>
          <p:spPr bwMode="auto">
            <a:xfrm>
              <a:off x="683007" y="5605667"/>
              <a:ext cx="2466593" cy="307777"/>
            </a:xfrm>
            <a:prstGeom prst="rect">
              <a:avLst/>
            </a:prstGeom>
            <a:noFill/>
            <a:ln w="9525">
              <a:noFill/>
              <a:miter lim="800000"/>
              <a:headEnd/>
              <a:tailEnd/>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AU" sz="1400" b="0" i="1" u="none" strike="noStrike" kern="1200" cap="none" spc="0" normalizeH="0" baseline="0" noProof="1">
                  <a:ln>
                    <a:noFill/>
                  </a:ln>
                  <a:solidFill>
                    <a:srgbClr val="000000"/>
                  </a:solidFill>
                  <a:effectLst/>
                  <a:uLnTx/>
                  <a:uFillTx/>
                  <a:latin typeface="Ubuntu"/>
                  <a:ea typeface="+mn-ea"/>
                  <a:cs typeface="+mn-cs"/>
                </a:rPr>
                <a:t>Operations Director</a:t>
              </a:r>
            </a:p>
          </p:txBody>
        </p:sp>
      </p:grpSp>
      <p:grpSp>
        <p:nvGrpSpPr>
          <p:cNvPr id="17" name="Group 16">
            <a:extLst>
              <a:ext uri="{FF2B5EF4-FFF2-40B4-BE49-F238E27FC236}">
                <a16:creationId xmlns:a16="http://schemas.microsoft.com/office/drawing/2014/main" id="{A789484D-20E0-C321-E6A4-71D8592B4F3B}"/>
              </a:ext>
            </a:extLst>
          </p:cNvPr>
          <p:cNvGrpSpPr/>
          <p:nvPr/>
        </p:nvGrpSpPr>
        <p:grpSpPr>
          <a:xfrm>
            <a:off x="4523170" y="5830728"/>
            <a:ext cx="2466593" cy="540683"/>
            <a:chOff x="683007" y="5588204"/>
            <a:chExt cx="2466593" cy="540683"/>
          </a:xfrm>
        </p:grpSpPr>
        <p:sp>
          <p:nvSpPr>
            <p:cNvPr id="18" name="Line 4">
              <a:extLst>
                <a:ext uri="{FF2B5EF4-FFF2-40B4-BE49-F238E27FC236}">
                  <a16:creationId xmlns:a16="http://schemas.microsoft.com/office/drawing/2014/main" id="{95215158-99C8-1D2A-CEDC-61964658475E}"/>
                </a:ext>
              </a:extLst>
            </p:cNvPr>
            <p:cNvSpPr>
              <a:spLocks noChangeShapeType="1"/>
            </p:cNvSpPr>
            <p:nvPr/>
          </p:nvSpPr>
          <p:spPr bwMode="auto">
            <a:xfrm>
              <a:off x="683007" y="5588204"/>
              <a:ext cx="2466593" cy="0"/>
            </a:xfrm>
            <a:prstGeom prst="line">
              <a:avLst/>
            </a:prstGeom>
            <a:noFill/>
            <a:ln w="19050">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056" b="0" i="0" u="none" strike="noStrike" kern="1200" cap="none" spc="0" normalizeH="0" baseline="0" noProof="1">
                <a:ln>
                  <a:noFill/>
                </a:ln>
                <a:solidFill>
                  <a:srgbClr val="000000"/>
                </a:solidFill>
                <a:effectLst/>
                <a:uLnTx/>
                <a:uFillTx/>
                <a:latin typeface="Arial"/>
                <a:ea typeface="+mn-ea"/>
                <a:cs typeface="+mn-cs"/>
              </a:endParaRPr>
            </a:p>
          </p:txBody>
        </p:sp>
        <p:sp>
          <p:nvSpPr>
            <p:cNvPr id="19" name="Text Box 6">
              <a:extLst>
                <a:ext uri="{FF2B5EF4-FFF2-40B4-BE49-F238E27FC236}">
                  <a16:creationId xmlns:a16="http://schemas.microsoft.com/office/drawing/2014/main" id="{393D2414-D04B-0601-6FBC-4B003ADF18DD}"/>
                </a:ext>
              </a:extLst>
            </p:cNvPr>
            <p:cNvSpPr txBox="1">
              <a:spLocks noChangeArrowheads="1"/>
            </p:cNvSpPr>
            <p:nvPr/>
          </p:nvSpPr>
          <p:spPr bwMode="auto">
            <a:xfrm>
              <a:off x="683007" y="5605667"/>
              <a:ext cx="2466593" cy="523220"/>
            </a:xfrm>
            <a:prstGeom prst="rect">
              <a:avLst/>
            </a:prstGeom>
            <a:noFill/>
            <a:ln w="9525">
              <a:noFill/>
              <a:miter lim="800000"/>
              <a:headEnd/>
              <a:tailEnd/>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AU" sz="1400" b="0" i="1" u="none" strike="noStrike" kern="1200" cap="none" spc="0" normalizeH="0" baseline="0" noProof="1">
                  <a:ln>
                    <a:noFill/>
                  </a:ln>
                  <a:solidFill>
                    <a:srgbClr val="000000"/>
                  </a:solidFill>
                  <a:effectLst/>
                  <a:uLnTx/>
                  <a:uFillTx/>
                  <a:latin typeface="Ubuntu"/>
                  <a:ea typeface="+mn-ea"/>
                  <a:cs typeface="+mn-cs"/>
                </a:rPr>
                <a:t>Sales Director</a:t>
              </a: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AU" sz="1400" b="0" i="1" u="none" strike="noStrike" kern="1200" cap="none" spc="0" normalizeH="0" baseline="0" noProof="1">
                <a:ln>
                  <a:noFill/>
                </a:ln>
                <a:solidFill>
                  <a:srgbClr val="000000"/>
                </a:solidFill>
                <a:effectLst/>
                <a:uLnTx/>
                <a:uFillTx/>
                <a:latin typeface="Ubuntu"/>
                <a:ea typeface="+mn-ea"/>
                <a:cs typeface="+mn-cs"/>
              </a:endParaRPr>
            </a:p>
          </p:txBody>
        </p:sp>
      </p:grpSp>
    </p:spTree>
    <p:extLst>
      <p:ext uri="{BB962C8B-B14F-4D97-AF65-F5344CB8AC3E}">
        <p14:creationId xmlns:p14="http://schemas.microsoft.com/office/powerpoint/2010/main" val="2814909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C49EC18B-B54E-864B-9355-B6272CB7B952}"/>
              </a:ext>
            </a:extLst>
          </p:cNvPr>
          <p:cNvSpPr>
            <a:spLocks noGrp="1"/>
          </p:cNvSpPr>
          <p:nvPr>
            <p:ph type="title"/>
          </p:nvPr>
        </p:nvSpPr>
        <p:spPr/>
        <p:txBody>
          <a:bodyPr/>
          <a:lstStyle/>
          <a:p>
            <a:r>
              <a:rPr lang="en-AU" noProof="0"/>
              <a:t>Agenda</a:t>
            </a:r>
          </a:p>
        </p:txBody>
      </p:sp>
      <p:sp>
        <p:nvSpPr>
          <p:cNvPr id="4" name="Espace réservé du texte 3">
            <a:extLst>
              <a:ext uri="{FF2B5EF4-FFF2-40B4-BE49-F238E27FC236}">
                <a16:creationId xmlns:a16="http://schemas.microsoft.com/office/drawing/2014/main" id="{333BA17C-9FE6-F2E7-93BF-0BAA5D2173C4}"/>
              </a:ext>
            </a:extLst>
          </p:cNvPr>
          <p:cNvSpPr>
            <a:spLocks noGrp="1"/>
          </p:cNvSpPr>
          <p:nvPr>
            <p:ph type="body" sz="quarter" idx="12"/>
          </p:nvPr>
        </p:nvSpPr>
        <p:spPr/>
        <p:txBody>
          <a:bodyPr/>
          <a:lstStyle/>
          <a:p>
            <a:r>
              <a:rPr lang="en-AU" b="1" noProof="0"/>
              <a:t>Context, Objectives and Scope</a:t>
            </a:r>
          </a:p>
          <a:p>
            <a:r>
              <a:rPr lang="en-AU" noProof="0">
                <a:solidFill>
                  <a:schemeClr val="bg1">
                    <a:lumMod val="65000"/>
                  </a:schemeClr>
                </a:solidFill>
              </a:rPr>
              <a:t>Why Capgemini</a:t>
            </a:r>
          </a:p>
          <a:p>
            <a:r>
              <a:rPr lang="en-AU" noProof="0">
                <a:solidFill>
                  <a:schemeClr val="bg1">
                    <a:lumMod val="65000"/>
                  </a:schemeClr>
                </a:solidFill>
              </a:rPr>
              <a:t>Our vision and methodology</a:t>
            </a:r>
          </a:p>
          <a:p>
            <a:r>
              <a:rPr lang="en-AU" noProof="0">
                <a:solidFill>
                  <a:schemeClr val="bg1">
                    <a:lumMod val="65000"/>
                  </a:schemeClr>
                </a:solidFill>
              </a:rPr>
              <a:t>Project plan</a:t>
            </a:r>
          </a:p>
          <a:p>
            <a:r>
              <a:rPr lang="en-AU" noProof="0">
                <a:solidFill>
                  <a:schemeClr val="bg1">
                    <a:lumMod val="65000"/>
                  </a:schemeClr>
                </a:solidFill>
              </a:rPr>
              <a:t>Proposed team and governance model</a:t>
            </a:r>
          </a:p>
          <a:p>
            <a:r>
              <a:rPr lang="en-AU" noProof="0">
                <a:solidFill>
                  <a:schemeClr val="bg1">
                    <a:lumMod val="65000"/>
                  </a:schemeClr>
                </a:solidFill>
              </a:rPr>
              <a:t>Economics</a:t>
            </a:r>
          </a:p>
          <a:p>
            <a:r>
              <a:rPr lang="en-AU" noProof="0">
                <a:solidFill>
                  <a:schemeClr val="bg1">
                    <a:lumMod val="65000"/>
                  </a:schemeClr>
                </a:solidFill>
              </a:rPr>
              <a:t>Credentials</a:t>
            </a:r>
          </a:p>
          <a:p>
            <a:r>
              <a:rPr lang="en-AU">
                <a:solidFill>
                  <a:schemeClr val="bg1">
                    <a:lumMod val="65000"/>
                  </a:schemeClr>
                </a:solidFill>
              </a:rPr>
              <a:t>CVs</a:t>
            </a:r>
            <a:endParaRPr lang="en-AU" noProof="0">
              <a:solidFill>
                <a:schemeClr val="bg1">
                  <a:lumMod val="65000"/>
                </a:schemeClr>
              </a:solidFill>
            </a:endParaRPr>
          </a:p>
        </p:txBody>
      </p:sp>
      <p:grpSp>
        <p:nvGrpSpPr>
          <p:cNvPr id="5" name="Group 12">
            <a:extLst>
              <a:ext uri="{FF2B5EF4-FFF2-40B4-BE49-F238E27FC236}">
                <a16:creationId xmlns:a16="http://schemas.microsoft.com/office/drawing/2014/main" id="{1F6221D1-CBB1-B630-D0D9-EEE0DD4413C3}"/>
              </a:ext>
              <a:ext uri="{C183D7F6-B498-43B3-948B-1728B52AA6E4}">
                <adec:decorative xmlns:adec="http://schemas.microsoft.com/office/drawing/2017/decorative" val="1"/>
              </a:ext>
            </a:extLst>
          </p:cNvPr>
          <p:cNvGrpSpPr/>
          <p:nvPr/>
        </p:nvGrpSpPr>
        <p:grpSpPr>
          <a:xfrm>
            <a:off x="407988" y="1844824"/>
            <a:ext cx="5399980" cy="432048"/>
            <a:chOff x="407988" y="1844824"/>
            <a:chExt cx="5399980" cy="432048"/>
          </a:xfrm>
        </p:grpSpPr>
        <p:cxnSp>
          <p:nvCxnSpPr>
            <p:cNvPr id="6" name="Straight Connector 9">
              <a:extLst>
                <a:ext uri="{FF2B5EF4-FFF2-40B4-BE49-F238E27FC236}">
                  <a16:creationId xmlns:a16="http://schemas.microsoft.com/office/drawing/2014/main" id="{4AB7E84A-87AA-CAA1-10A4-FDAEF514942C}"/>
                </a:ext>
              </a:extLst>
            </p:cNvPr>
            <p:cNvCxnSpPr>
              <a:cxnSpLocks/>
            </p:cNvCxnSpPr>
            <p:nvPr>
              <p:custDataLst>
                <p:tags r:id="rId2"/>
              </p:custDataLst>
            </p:nvPr>
          </p:nvCxnSpPr>
          <p:spPr>
            <a:xfrm>
              <a:off x="407988" y="2276872"/>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7" name="Straight Connector 11">
              <a:extLst>
                <a:ext uri="{FF2B5EF4-FFF2-40B4-BE49-F238E27FC236}">
                  <a16:creationId xmlns:a16="http://schemas.microsoft.com/office/drawing/2014/main" id="{A8D6A6C7-7B21-12A6-4061-0BF27D764CDD}"/>
                </a:ext>
              </a:extLst>
            </p:cNvPr>
            <p:cNvCxnSpPr>
              <a:cxnSpLocks/>
            </p:cNvCxnSpPr>
            <p:nvPr>
              <p:custDataLst>
                <p:tags r:id="rId3"/>
              </p:custDataLst>
            </p:nvPr>
          </p:nvCxnSpPr>
          <p:spPr>
            <a:xfrm>
              <a:off x="407988" y="1844824"/>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grpSp>
      <p:pic>
        <p:nvPicPr>
          <p:cNvPr id="14" name="Picture 13" descr="A fruit and vegetables in a grocery store&#10;&#10;AI-generated content may be incorrect.">
            <a:extLst>
              <a:ext uri="{FF2B5EF4-FFF2-40B4-BE49-F238E27FC236}">
                <a16:creationId xmlns:a16="http://schemas.microsoft.com/office/drawing/2014/main" id="{06CBB211-5AAE-B6D5-2997-6032CDA5D6D6}"/>
              </a:ext>
            </a:extLst>
          </p:cNvPr>
          <p:cNvPicPr>
            <a:picLocks noChangeAspect="1"/>
          </p:cNvPicPr>
          <p:nvPr/>
        </p:nvPicPr>
        <p:blipFill>
          <a:blip r:embed="rId5"/>
          <a:srcRect l="19443" r="59004"/>
          <a:stretch>
            <a:fillRect/>
          </a:stretch>
        </p:blipFill>
        <p:spPr>
          <a:xfrm>
            <a:off x="7032107" y="0"/>
            <a:ext cx="5159893" cy="6858000"/>
          </a:xfrm>
          <a:prstGeom prst="rect">
            <a:avLst/>
          </a:prstGeom>
        </p:spPr>
      </p:pic>
    </p:spTree>
    <p:extLst>
      <p:ext uri="{BB962C8B-B14F-4D97-AF65-F5344CB8AC3E}">
        <p14:creationId xmlns:p14="http://schemas.microsoft.com/office/powerpoint/2010/main" val="274590009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62D5D66-F6F8-55FA-6B64-BC28294CFA92}"/>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C69917CE-A582-E079-A362-6A208BCA9984}"/>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7" name="Arrow: Pentagon 75">
            <a:extLst>
              <a:ext uri="{FF2B5EF4-FFF2-40B4-BE49-F238E27FC236}">
                <a16:creationId xmlns:a16="http://schemas.microsoft.com/office/drawing/2014/main" id="{B9A76094-AF64-19ED-A37B-EFF8549D2A53}"/>
              </a:ext>
            </a:extLst>
          </p:cNvPr>
          <p:cNvSpPr/>
          <p:nvPr/>
        </p:nvSpPr>
        <p:spPr>
          <a:xfrm>
            <a:off x="-19293" y="1363473"/>
            <a:ext cx="6096000" cy="4532054"/>
          </a:xfrm>
          <a:prstGeom prst="homePlate">
            <a:avLst>
              <a:gd name="adj" fmla="val 8478"/>
            </a:avLst>
          </a:prstGeom>
          <a:gradFill flip="none" rotWithShape="1">
            <a:gsLst>
              <a:gs pos="100000">
                <a:schemeClr val="accent2">
                  <a:alpha val="0"/>
                </a:schemeClr>
              </a:gs>
              <a:gs pos="1000">
                <a:schemeClr val="accent2">
                  <a:alpha val="22000"/>
                </a:schemeClr>
              </a:gs>
            </a:gsLst>
            <a:lin ang="0" scaled="1"/>
            <a:tileRect/>
          </a:gradFill>
          <a:ln w="3175" cap="flat" cmpd="sng" algn="ctr">
            <a:solidFill>
              <a:srgbClr val="12ABDB"/>
            </a:solidFill>
            <a:prstDash val="solid"/>
          </a:ln>
          <a:effectLst/>
        </p:spPr>
        <p:txBody>
          <a:bodyPr rtlCol="0" anchor="ctr"/>
          <a:lstStyle/>
          <a:p>
            <a:pPr algn="ctr" defTabSz="779252"/>
            <a:endParaRPr lang="en-AU" sz="1400" kern="0" noProof="0">
              <a:solidFill>
                <a:srgbClr val="FFFFFF"/>
              </a:solidFill>
              <a:latin typeface="+mj-lt"/>
            </a:endParaRPr>
          </a:p>
        </p:txBody>
      </p:sp>
      <p:sp>
        <p:nvSpPr>
          <p:cNvPr id="8" name="Arrow: Pentagon 5">
            <a:extLst>
              <a:ext uri="{FF2B5EF4-FFF2-40B4-BE49-F238E27FC236}">
                <a16:creationId xmlns:a16="http://schemas.microsoft.com/office/drawing/2014/main" id="{9FA61AFF-43AC-420F-95C5-5B5CCC28BB94}"/>
              </a:ext>
            </a:extLst>
          </p:cNvPr>
          <p:cNvSpPr/>
          <p:nvPr/>
        </p:nvSpPr>
        <p:spPr>
          <a:xfrm rot="10800000">
            <a:off x="6100163" y="1363472"/>
            <a:ext cx="6096000" cy="4532055"/>
          </a:xfrm>
          <a:prstGeom prst="homePlate">
            <a:avLst>
              <a:gd name="adj" fmla="val 8478"/>
            </a:avLst>
          </a:prstGeom>
          <a:gradFill flip="none" rotWithShape="1">
            <a:gsLst>
              <a:gs pos="100000">
                <a:schemeClr val="accent1">
                  <a:alpha val="0"/>
                </a:schemeClr>
              </a:gs>
              <a:gs pos="1000">
                <a:schemeClr val="accent1">
                  <a:alpha val="46000"/>
                </a:schemeClr>
              </a:gs>
            </a:gsLst>
            <a:lin ang="0" scaled="1"/>
            <a:tileRect/>
          </a:gradFill>
          <a:ln w="3175" cap="flat" cmpd="sng" algn="ctr">
            <a:solidFill>
              <a:srgbClr val="0070AD"/>
            </a:solidFill>
            <a:prstDash val="solid"/>
          </a:ln>
          <a:effectLst/>
        </p:spPr>
        <p:txBody>
          <a:bodyPr rtlCol="0" anchor="ctr"/>
          <a:lstStyle/>
          <a:p>
            <a:pPr algn="ctr" defTabSz="779252"/>
            <a:r>
              <a:rPr lang="en-AU" sz="1400" kern="0" noProof="0">
                <a:solidFill>
                  <a:srgbClr val="FFFFFF"/>
                </a:solidFill>
                <a:latin typeface="+mj-lt"/>
              </a:rPr>
              <a:t>c</a:t>
            </a:r>
          </a:p>
        </p:txBody>
      </p:sp>
      <p:sp>
        <p:nvSpPr>
          <p:cNvPr id="13" name="Rectangle 80">
            <a:extLst>
              <a:ext uri="{FF2B5EF4-FFF2-40B4-BE49-F238E27FC236}">
                <a16:creationId xmlns:a16="http://schemas.microsoft.com/office/drawing/2014/main" id="{59C19623-F796-AF56-FA27-FDE867CC9E71}"/>
              </a:ext>
            </a:extLst>
          </p:cNvPr>
          <p:cNvSpPr/>
          <p:nvPr/>
        </p:nvSpPr>
        <p:spPr>
          <a:xfrm>
            <a:off x="276394" y="1915699"/>
            <a:ext cx="5504626" cy="43088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ctr">
              <a:defRPr/>
            </a:pPr>
            <a:r>
              <a:rPr lang="en-AU" sz="1400" b="1" i="1" dirty="0">
                <a:solidFill>
                  <a:schemeClr val="bg1"/>
                </a:solidFill>
                <a:latin typeface="+mj-lt"/>
              </a:rPr>
              <a:t>T</a:t>
            </a:r>
            <a:r>
              <a:rPr lang="en-AU" sz="1400" b="1" i="1" noProof="0" dirty="0">
                <a:solidFill>
                  <a:schemeClr val="bg1"/>
                </a:solidFill>
                <a:latin typeface="+mj-lt"/>
              </a:rPr>
              <a:t>he company is preparing to roll-out a new replenishment planning solution – </a:t>
            </a:r>
            <a:r>
              <a:rPr lang="en-AU" sz="1400" b="1" i="1" noProof="0" dirty="0" err="1">
                <a:solidFill>
                  <a:schemeClr val="bg1"/>
                </a:solidFill>
                <a:latin typeface="+mj-lt"/>
              </a:rPr>
              <a:t>Relex</a:t>
            </a:r>
            <a:r>
              <a:rPr lang="en-AU" sz="1400" b="1" i="1" noProof="0" dirty="0">
                <a:solidFill>
                  <a:schemeClr val="bg1"/>
                </a:solidFill>
                <a:latin typeface="+mj-lt"/>
              </a:rPr>
              <a:t> - to II stores, and therefore faces the following challenges:</a:t>
            </a:r>
          </a:p>
        </p:txBody>
      </p:sp>
      <p:sp>
        <p:nvSpPr>
          <p:cNvPr id="14" name="Rectangle 81">
            <a:extLst>
              <a:ext uri="{FF2B5EF4-FFF2-40B4-BE49-F238E27FC236}">
                <a16:creationId xmlns:a16="http://schemas.microsoft.com/office/drawing/2014/main" id="{5050E0A7-7618-0B05-E2FD-BE96D93B5748}"/>
              </a:ext>
            </a:extLst>
          </p:cNvPr>
          <p:cNvSpPr/>
          <p:nvPr/>
        </p:nvSpPr>
        <p:spPr>
          <a:xfrm>
            <a:off x="6486384" y="1812219"/>
            <a:ext cx="5504400" cy="107721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AU" sz="1400" b="1" i="1" noProof="0" dirty="0">
                <a:solidFill>
                  <a:schemeClr val="bg1"/>
                </a:solidFill>
                <a:latin typeface="+mj-lt"/>
              </a:rPr>
              <a:t>The company aims to partner with a consulting firm with proven expertise in large-scale planning transformation programs, ensuring robust process design, implementation, organizational alignment and sustainable adoption for the company’s II. Additionally, ensure design and definitions in a scalable manner for further organisational adoption and expansion.</a:t>
            </a:r>
          </a:p>
        </p:txBody>
      </p:sp>
      <p:grpSp>
        <p:nvGrpSpPr>
          <p:cNvPr id="9" name="Group 72">
            <a:extLst>
              <a:ext uri="{FF2B5EF4-FFF2-40B4-BE49-F238E27FC236}">
                <a16:creationId xmlns:a16="http://schemas.microsoft.com/office/drawing/2014/main" id="{17FEED35-D7FC-653B-19E4-E49BC9CCC1E5}"/>
              </a:ext>
            </a:extLst>
          </p:cNvPr>
          <p:cNvGrpSpPr/>
          <p:nvPr/>
        </p:nvGrpSpPr>
        <p:grpSpPr>
          <a:xfrm>
            <a:off x="5709678" y="3151151"/>
            <a:ext cx="754344" cy="756198"/>
            <a:chOff x="5735780" y="3654360"/>
            <a:chExt cx="754344" cy="756198"/>
          </a:xfrm>
        </p:grpSpPr>
        <p:sp>
          <p:nvSpPr>
            <p:cNvPr id="10" name="Oval 60">
              <a:extLst>
                <a:ext uri="{FF2B5EF4-FFF2-40B4-BE49-F238E27FC236}">
                  <a16:creationId xmlns:a16="http://schemas.microsoft.com/office/drawing/2014/main" id="{4ED74C52-A78E-72FD-BDD5-A5705B0C1C54}"/>
                </a:ext>
              </a:extLst>
            </p:cNvPr>
            <p:cNvSpPr/>
            <p:nvPr/>
          </p:nvSpPr>
          <p:spPr>
            <a:xfrm>
              <a:off x="5735780" y="3654360"/>
              <a:ext cx="754344" cy="756198"/>
            </a:xfrm>
            <a:prstGeom prst="ellipse">
              <a:avLst/>
            </a:prstGeom>
            <a:solidFill>
              <a:srgbClr val="9D468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400" b="0" i="0" u="none" strike="noStrike" kern="1200" cap="none" spc="0" normalizeH="0" baseline="0" noProof="0">
                <a:ln>
                  <a:noFill/>
                </a:ln>
                <a:solidFill>
                  <a:prstClr val="black"/>
                </a:solidFill>
                <a:effectLst/>
                <a:uLnTx/>
                <a:uFillTx/>
                <a:latin typeface="+mj-lt"/>
                <a:ea typeface="+mn-ea"/>
                <a:cs typeface="+mn-cs"/>
              </a:endParaRPr>
            </a:p>
          </p:txBody>
        </p:sp>
        <p:sp>
          <p:nvSpPr>
            <p:cNvPr id="11" name="Graphic 2">
              <a:extLst>
                <a:ext uri="{FF2B5EF4-FFF2-40B4-BE49-F238E27FC236}">
                  <a16:creationId xmlns:a16="http://schemas.microsoft.com/office/drawing/2014/main" id="{5A3BA401-8B84-A29F-FF2E-B9A0C1D66DC4}"/>
                </a:ext>
              </a:extLst>
            </p:cNvPr>
            <p:cNvSpPr>
              <a:spLocks noChangeAspect="1"/>
            </p:cNvSpPr>
            <p:nvPr/>
          </p:nvSpPr>
          <p:spPr>
            <a:xfrm>
              <a:off x="5909102" y="3828609"/>
              <a:ext cx="407699" cy="407699"/>
            </a:xfrm>
            <a:custGeom>
              <a:avLst/>
              <a:gdLst>
                <a:gd name="connsiteX0" fmla="*/ 421117 w 463177"/>
                <a:gd name="connsiteY0" fmla="*/ 88153 h 463177"/>
                <a:gd name="connsiteX1" fmla="*/ 425499 w 463177"/>
                <a:gd name="connsiteY1" fmla="*/ 86275 h 463177"/>
                <a:gd name="connsiteX2" fmla="*/ 463054 w 463177"/>
                <a:gd name="connsiteY2" fmla="*/ 48720 h 463177"/>
                <a:gd name="connsiteX3" fmla="*/ 464931 w 463177"/>
                <a:gd name="connsiteY3" fmla="*/ 41960 h 463177"/>
                <a:gd name="connsiteX4" fmla="*/ 458672 w 463177"/>
                <a:gd name="connsiteY4" fmla="*/ 38080 h 463177"/>
                <a:gd name="connsiteX5" fmla="*/ 427376 w 463177"/>
                <a:gd name="connsiteY5" fmla="*/ 38080 h 463177"/>
                <a:gd name="connsiteX6" fmla="*/ 427376 w 463177"/>
                <a:gd name="connsiteY6" fmla="*/ 6784 h 463177"/>
                <a:gd name="connsiteX7" fmla="*/ 423496 w 463177"/>
                <a:gd name="connsiteY7" fmla="*/ 525 h 463177"/>
                <a:gd name="connsiteX8" fmla="*/ 416736 w 463177"/>
                <a:gd name="connsiteY8" fmla="*/ 1902 h 463177"/>
                <a:gd name="connsiteX9" fmla="*/ 379181 w 463177"/>
                <a:gd name="connsiteY9" fmla="*/ 39457 h 463177"/>
                <a:gd name="connsiteX10" fmla="*/ 377303 w 463177"/>
                <a:gd name="connsiteY10" fmla="*/ 44339 h 463177"/>
                <a:gd name="connsiteX11" fmla="*/ 377303 w 463177"/>
                <a:gd name="connsiteY11" fmla="*/ 79265 h 463177"/>
                <a:gd name="connsiteX12" fmla="*/ 360278 w 463177"/>
                <a:gd name="connsiteY12" fmla="*/ 96290 h 463177"/>
                <a:gd name="connsiteX13" fmla="*/ 58210 w 463177"/>
                <a:gd name="connsiteY13" fmla="*/ 105178 h 463177"/>
                <a:gd name="connsiteX14" fmla="*/ 67098 w 463177"/>
                <a:gd name="connsiteY14" fmla="*/ 407247 h 463177"/>
                <a:gd name="connsiteX15" fmla="*/ 369166 w 463177"/>
                <a:gd name="connsiteY15" fmla="*/ 398359 h 463177"/>
                <a:gd name="connsiteX16" fmla="*/ 369166 w 463177"/>
                <a:gd name="connsiteY16" fmla="*/ 105178 h 463177"/>
                <a:gd name="connsiteX17" fmla="*/ 386191 w 463177"/>
                <a:gd name="connsiteY17" fmla="*/ 88153 h 463177"/>
                <a:gd name="connsiteX18" fmla="*/ 389822 w 463177"/>
                <a:gd name="connsiteY18" fmla="*/ 46968 h 463177"/>
                <a:gd name="connsiteX19" fmla="*/ 414858 w 463177"/>
                <a:gd name="connsiteY19" fmla="*/ 21931 h 463177"/>
                <a:gd name="connsiteX20" fmla="*/ 414858 w 463177"/>
                <a:gd name="connsiteY20" fmla="*/ 44339 h 463177"/>
                <a:gd name="connsiteX21" fmla="*/ 421117 w 463177"/>
                <a:gd name="connsiteY21" fmla="*/ 50598 h 463177"/>
                <a:gd name="connsiteX22" fmla="*/ 443525 w 463177"/>
                <a:gd name="connsiteY22" fmla="*/ 50598 h 463177"/>
                <a:gd name="connsiteX23" fmla="*/ 418488 w 463177"/>
                <a:gd name="connsiteY23" fmla="*/ 75635 h 463177"/>
                <a:gd name="connsiteX24" fmla="*/ 389822 w 463177"/>
                <a:gd name="connsiteY24" fmla="*/ 75635 h 463177"/>
                <a:gd name="connsiteX25" fmla="*/ 414858 w 463177"/>
                <a:gd name="connsiteY25" fmla="*/ 250891 h 463177"/>
                <a:gd name="connsiteX26" fmla="*/ 214885 w 463177"/>
                <a:gd name="connsiteY26" fmla="*/ 451503 h 463177"/>
                <a:gd name="connsiteX27" fmla="*/ 14273 w 463177"/>
                <a:gd name="connsiteY27" fmla="*/ 251529 h 463177"/>
                <a:gd name="connsiteX28" fmla="*/ 214246 w 463177"/>
                <a:gd name="connsiteY28" fmla="*/ 50917 h 463177"/>
                <a:gd name="connsiteX29" fmla="*/ 351516 w 463177"/>
                <a:gd name="connsiteY29" fmla="*/ 105053 h 463177"/>
                <a:gd name="connsiteX30" fmla="*/ 307201 w 463177"/>
                <a:gd name="connsiteY30" fmla="*/ 149367 h 463177"/>
                <a:gd name="connsiteX31" fmla="*/ 111779 w 463177"/>
                <a:gd name="connsiteY31" fmla="*/ 158255 h 463177"/>
                <a:gd name="connsiteX32" fmla="*/ 120667 w 463177"/>
                <a:gd name="connsiteY32" fmla="*/ 353677 h 463177"/>
                <a:gd name="connsiteX33" fmla="*/ 316089 w 463177"/>
                <a:gd name="connsiteY33" fmla="*/ 344789 h 463177"/>
                <a:gd name="connsiteX34" fmla="*/ 316089 w 463177"/>
                <a:gd name="connsiteY34" fmla="*/ 158255 h 463177"/>
                <a:gd name="connsiteX35" fmla="*/ 360404 w 463177"/>
                <a:gd name="connsiteY35" fmla="*/ 113941 h 463177"/>
                <a:gd name="connsiteX36" fmla="*/ 414858 w 463177"/>
                <a:gd name="connsiteY36" fmla="*/ 250891 h 463177"/>
                <a:gd name="connsiteX37" fmla="*/ 215316 w 463177"/>
                <a:gd name="connsiteY37" fmla="*/ 250140 h 463177"/>
                <a:gd name="connsiteX38" fmla="*/ 219698 w 463177"/>
                <a:gd name="connsiteY38" fmla="*/ 252017 h 463177"/>
                <a:gd name="connsiteX39" fmla="*/ 224204 w 463177"/>
                <a:gd name="connsiteY39" fmla="*/ 250140 h 463177"/>
                <a:gd name="connsiteX40" fmla="*/ 253998 w 463177"/>
                <a:gd name="connsiteY40" fmla="*/ 220346 h 463177"/>
                <a:gd name="connsiteX41" fmla="*/ 245110 w 463177"/>
                <a:gd name="connsiteY41" fmla="*/ 290600 h 463177"/>
                <a:gd name="connsiteX42" fmla="*/ 174856 w 463177"/>
                <a:gd name="connsiteY42" fmla="*/ 281712 h 463177"/>
                <a:gd name="connsiteX43" fmla="*/ 183744 w 463177"/>
                <a:gd name="connsiteY43" fmla="*/ 211458 h 463177"/>
                <a:gd name="connsiteX44" fmla="*/ 245110 w 463177"/>
                <a:gd name="connsiteY44" fmla="*/ 211458 h 463177"/>
                <a:gd name="connsiteX45" fmla="*/ 215316 w 463177"/>
                <a:gd name="connsiteY45" fmla="*/ 241252 h 463177"/>
                <a:gd name="connsiteX46" fmla="*/ 215280 w 463177"/>
                <a:gd name="connsiteY46" fmla="*/ 250103 h 463177"/>
                <a:gd name="connsiteX47" fmla="*/ 215316 w 463177"/>
                <a:gd name="connsiteY47" fmla="*/ 250140 h 463177"/>
                <a:gd name="connsiteX48" fmla="*/ 253998 w 463177"/>
                <a:gd name="connsiteY48" fmla="*/ 202695 h 463177"/>
                <a:gd name="connsiteX49" fmla="*/ 214565 w 463177"/>
                <a:gd name="connsiteY49" fmla="*/ 188299 h 463177"/>
                <a:gd name="connsiteX50" fmla="*/ 151974 w 463177"/>
                <a:gd name="connsiteY50" fmla="*/ 250891 h 463177"/>
                <a:gd name="connsiteX51" fmla="*/ 214565 w 463177"/>
                <a:gd name="connsiteY51" fmla="*/ 313482 h 463177"/>
                <a:gd name="connsiteX52" fmla="*/ 277157 w 463177"/>
                <a:gd name="connsiteY52" fmla="*/ 250891 h 463177"/>
                <a:gd name="connsiteX53" fmla="*/ 262761 w 463177"/>
                <a:gd name="connsiteY53" fmla="*/ 211458 h 463177"/>
                <a:gd name="connsiteX54" fmla="*/ 307201 w 463177"/>
                <a:gd name="connsiteY54" fmla="*/ 167018 h 463177"/>
                <a:gd name="connsiteX55" fmla="*/ 298438 w 463177"/>
                <a:gd name="connsiteY55" fmla="*/ 343837 h 463177"/>
                <a:gd name="connsiteX56" fmla="*/ 121619 w 463177"/>
                <a:gd name="connsiteY56" fmla="*/ 335074 h 463177"/>
                <a:gd name="connsiteX57" fmla="*/ 130382 w 463177"/>
                <a:gd name="connsiteY57" fmla="*/ 158255 h 463177"/>
                <a:gd name="connsiteX58" fmla="*/ 298438 w 463177"/>
                <a:gd name="connsiteY58" fmla="*/ 158255 h 46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63177" h="463177">
                  <a:moveTo>
                    <a:pt x="421117" y="88153"/>
                  </a:moveTo>
                  <a:cubicBezTo>
                    <a:pt x="422777" y="88173"/>
                    <a:pt x="424368" y="87491"/>
                    <a:pt x="425499" y="86275"/>
                  </a:cubicBezTo>
                  <a:lnTo>
                    <a:pt x="463054" y="48720"/>
                  </a:lnTo>
                  <a:cubicBezTo>
                    <a:pt x="465102" y="47127"/>
                    <a:pt x="465864" y="44381"/>
                    <a:pt x="464931" y="41960"/>
                  </a:cubicBezTo>
                  <a:cubicBezTo>
                    <a:pt x="463907" y="39446"/>
                    <a:pt x="461380" y="37879"/>
                    <a:pt x="458672" y="38080"/>
                  </a:cubicBezTo>
                  <a:lnTo>
                    <a:pt x="427376" y="38080"/>
                  </a:lnTo>
                  <a:lnTo>
                    <a:pt x="427376" y="6784"/>
                  </a:lnTo>
                  <a:cubicBezTo>
                    <a:pt x="427577" y="4077"/>
                    <a:pt x="426009" y="1549"/>
                    <a:pt x="423496" y="525"/>
                  </a:cubicBezTo>
                  <a:cubicBezTo>
                    <a:pt x="421181" y="-524"/>
                    <a:pt x="418456" y="31"/>
                    <a:pt x="416736" y="1902"/>
                  </a:cubicBezTo>
                  <a:lnTo>
                    <a:pt x="379181" y="39457"/>
                  </a:lnTo>
                  <a:cubicBezTo>
                    <a:pt x="377826" y="40701"/>
                    <a:pt x="377132" y="42507"/>
                    <a:pt x="377303" y="44339"/>
                  </a:cubicBezTo>
                  <a:lnTo>
                    <a:pt x="377303" y="79265"/>
                  </a:lnTo>
                  <a:lnTo>
                    <a:pt x="360278" y="96290"/>
                  </a:lnTo>
                  <a:cubicBezTo>
                    <a:pt x="274410" y="15330"/>
                    <a:pt x="139169" y="19309"/>
                    <a:pt x="58210" y="105178"/>
                  </a:cubicBezTo>
                  <a:cubicBezTo>
                    <a:pt x="-22750" y="191046"/>
                    <a:pt x="-18771" y="326287"/>
                    <a:pt x="67098" y="407247"/>
                  </a:cubicBezTo>
                  <a:cubicBezTo>
                    <a:pt x="152965" y="488206"/>
                    <a:pt x="288207" y="484227"/>
                    <a:pt x="369166" y="398359"/>
                  </a:cubicBezTo>
                  <a:cubicBezTo>
                    <a:pt x="446779" y="316041"/>
                    <a:pt x="446779" y="187496"/>
                    <a:pt x="369166" y="105178"/>
                  </a:cubicBezTo>
                  <a:lnTo>
                    <a:pt x="386191" y="88153"/>
                  </a:lnTo>
                  <a:close/>
                  <a:moveTo>
                    <a:pt x="389822" y="46968"/>
                  </a:moveTo>
                  <a:lnTo>
                    <a:pt x="414858" y="21931"/>
                  </a:lnTo>
                  <a:lnTo>
                    <a:pt x="414858" y="44339"/>
                  </a:lnTo>
                  <a:cubicBezTo>
                    <a:pt x="414858" y="47796"/>
                    <a:pt x="417661" y="50598"/>
                    <a:pt x="421117" y="50598"/>
                  </a:cubicBezTo>
                  <a:lnTo>
                    <a:pt x="443525" y="50598"/>
                  </a:lnTo>
                  <a:lnTo>
                    <a:pt x="418488" y="75635"/>
                  </a:lnTo>
                  <a:lnTo>
                    <a:pt x="389822" y="75635"/>
                  </a:lnTo>
                  <a:close/>
                  <a:moveTo>
                    <a:pt x="414858" y="250891"/>
                  </a:moveTo>
                  <a:cubicBezTo>
                    <a:pt x="415035" y="361509"/>
                    <a:pt x="325503" y="451326"/>
                    <a:pt x="214885" y="451503"/>
                  </a:cubicBezTo>
                  <a:cubicBezTo>
                    <a:pt x="104266" y="451678"/>
                    <a:pt x="14449" y="362147"/>
                    <a:pt x="14273" y="251529"/>
                  </a:cubicBezTo>
                  <a:cubicBezTo>
                    <a:pt x="14097" y="140910"/>
                    <a:pt x="103628" y="51093"/>
                    <a:pt x="214246" y="50917"/>
                  </a:cubicBezTo>
                  <a:cubicBezTo>
                    <a:pt x="265224" y="50836"/>
                    <a:pt x="314316" y="70196"/>
                    <a:pt x="351516" y="105053"/>
                  </a:cubicBezTo>
                  <a:lnTo>
                    <a:pt x="307201" y="149367"/>
                  </a:lnTo>
                  <a:cubicBezTo>
                    <a:pt x="250782" y="97857"/>
                    <a:pt x="163289" y="101837"/>
                    <a:pt x="111779" y="158255"/>
                  </a:cubicBezTo>
                  <a:cubicBezTo>
                    <a:pt x="60269" y="214674"/>
                    <a:pt x="64248" y="302167"/>
                    <a:pt x="120667" y="353677"/>
                  </a:cubicBezTo>
                  <a:cubicBezTo>
                    <a:pt x="177086" y="405188"/>
                    <a:pt x="264578" y="401208"/>
                    <a:pt x="316089" y="344789"/>
                  </a:cubicBezTo>
                  <a:cubicBezTo>
                    <a:pt x="364318" y="291965"/>
                    <a:pt x="364318" y="211081"/>
                    <a:pt x="316089" y="158255"/>
                  </a:cubicBezTo>
                  <a:lnTo>
                    <a:pt x="360404" y="113941"/>
                  </a:lnTo>
                  <a:cubicBezTo>
                    <a:pt x="395301" y="151011"/>
                    <a:pt x="414772" y="199979"/>
                    <a:pt x="414858" y="250891"/>
                  </a:cubicBezTo>
                  <a:close/>
                  <a:moveTo>
                    <a:pt x="215316" y="250140"/>
                  </a:moveTo>
                  <a:cubicBezTo>
                    <a:pt x="216472" y="251319"/>
                    <a:pt x="218047" y="251994"/>
                    <a:pt x="219698" y="252017"/>
                  </a:cubicBezTo>
                  <a:cubicBezTo>
                    <a:pt x="221389" y="252014"/>
                    <a:pt x="223010" y="251338"/>
                    <a:pt x="224204" y="250140"/>
                  </a:cubicBezTo>
                  <a:lnTo>
                    <a:pt x="253998" y="220346"/>
                  </a:lnTo>
                  <a:cubicBezTo>
                    <a:pt x="270944" y="242201"/>
                    <a:pt x="266964" y="273654"/>
                    <a:pt x="245110" y="290600"/>
                  </a:cubicBezTo>
                  <a:cubicBezTo>
                    <a:pt x="223256" y="307546"/>
                    <a:pt x="191802" y="303567"/>
                    <a:pt x="174856" y="281712"/>
                  </a:cubicBezTo>
                  <a:cubicBezTo>
                    <a:pt x="157910" y="259858"/>
                    <a:pt x="161890" y="228404"/>
                    <a:pt x="183744" y="211458"/>
                  </a:cubicBezTo>
                  <a:cubicBezTo>
                    <a:pt x="201803" y="197455"/>
                    <a:pt x="227051" y="197455"/>
                    <a:pt x="245110" y="211458"/>
                  </a:cubicBezTo>
                  <a:lnTo>
                    <a:pt x="215316" y="241252"/>
                  </a:lnTo>
                  <a:cubicBezTo>
                    <a:pt x="212862" y="243686"/>
                    <a:pt x="212845" y="247649"/>
                    <a:pt x="215280" y="250103"/>
                  </a:cubicBezTo>
                  <a:cubicBezTo>
                    <a:pt x="215293" y="250116"/>
                    <a:pt x="215304" y="250127"/>
                    <a:pt x="215316" y="250140"/>
                  </a:cubicBezTo>
                  <a:close/>
                  <a:moveTo>
                    <a:pt x="253998" y="202695"/>
                  </a:moveTo>
                  <a:cubicBezTo>
                    <a:pt x="242903" y="193501"/>
                    <a:pt x="228975" y="188416"/>
                    <a:pt x="214565" y="188299"/>
                  </a:cubicBezTo>
                  <a:cubicBezTo>
                    <a:pt x="179997" y="188299"/>
                    <a:pt x="151974" y="216323"/>
                    <a:pt x="151974" y="250891"/>
                  </a:cubicBezTo>
                  <a:cubicBezTo>
                    <a:pt x="151974" y="285459"/>
                    <a:pt x="179997" y="313482"/>
                    <a:pt x="214565" y="313482"/>
                  </a:cubicBezTo>
                  <a:cubicBezTo>
                    <a:pt x="249133" y="313482"/>
                    <a:pt x="277157" y="285459"/>
                    <a:pt x="277157" y="250891"/>
                  </a:cubicBezTo>
                  <a:cubicBezTo>
                    <a:pt x="277040" y="236481"/>
                    <a:pt x="271955" y="222553"/>
                    <a:pt x="262761" y="211458"/>
                  </a:cubicBezTo>
                  <a:lnTo>
                    <a:pt x="307201" y="167018"/>
                  </a:lnTo>
                  <a:cubicBezTo>
                    <a:pt x="353609" y="218266"/>
                    <a:pt x="349685" y="297429"/>
                    <a:pt x="298438" y="343837"/>
                  </a:cubicBezTo>
                  <a:cubicBezTo>
                    <a:pt x="247191" y="390244"/>
                    <a:pt x="168027" y="386321"/>
                    <a:pt x="121619" y="335074"/>
                  </a:cubicBezTo>
                  <a:cubicBezTo>
                    <a:pt x="75212" y="283826"/>
                    <a:pt x="79135" y="204663"/>
                    <a:pt x="130382" y="158255"/>
                  </a:cubicBezTo>
                  <a:cubicBezTo>
                    <a:pt x="178076" y="115066"/>
                    <a:pt x="250744" y="115066"/>
                    <a:pt x="298438" y="158255"/>
                  </a:cubicBezTo>
                  <a:close/>
                </a:path>
              </a:pathLst>
            </a:custGeom>
            <a:solidFill>
              <a:schemeClr val="bg1"/>
            </a:solidFill>
            <a:ln w="12357" cap="flat" cmpd="sng" algn="ctr">
              <a:no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400" b="0" i="0" u="none" strike="noStrike" kern="1200" cap="none" spc="0" normalizeH="0" baseline="0" noProof="0">
                <a:ln>
                  <a:noFill/>
                </a:ln>
                <a:solidFill>
                  <a:prstClr val="black"/>
                </a:solidFill>
                <a:effectLst/>
                <a:uLnTx/>
                <a:uFillTx/>
                <a:latin typeface="+mj-lt"/>
                <a:ea typeface="+mn-ea"/>
                <a:cs typeface="+mn-cs"/>
              </a:endParaRPr>
            </a:p>
          </p:txBody>
        </p:sp>
      </p:grpSp>
      <p:sp>
        <p:nvSpPr>
          <p:cNvPr id="15" name="TextBox 174">
            <a:extLst>
              <a:ext uri="{FF2B5EF4-FFF2-40B4-BE49-F238E27FC236}">
                <a16:creationId xmlns:a16="http://schemas.microsoft.com/office/drawing/2014/main" id="{3CC9424E-E838-4B70-28C5-548CE3FB245C}"/>
              </a:ext>
            </a:extLst>
          </p:cNvPr>
          <p:cNvSpPr txBox="1"/>
          <p:nvPr/>
        </p:nvSpPr>
        <p:spPr>
          <a:xfrm>
            <a:off x="322554" y="2880722"/>
            <a:ext cx="5174041" cy="2814305"/>
          </a:xfrm>
          <a:prstGeom prst="rect">
            <a:avLst/>
          </a:prstGeom>
          <a:noFill/>
        </p:spPr>
        <p:txBody>
          <a:bodyPr wrap="square" lIns="0" tIns="0" rIns="0" bIns="0" numCol="1" rtlCol="0" anchor="ctr">
            <a:noAutofit/>
          </a:bodyPr>
          <a:lstStyle/>
          <a:p>
            <a:pPr marL="177800" indent="-177800">
              <a:lnSpc>
                <a:spcPct val="150000"/>
              </a:lnSpc>
              <a:spcBef>
                <a:spcPts val="600"/>
              </a:spcBef>
              <a:buClr>
                <a:srgbClr val="12ABDB"/>
              </a:buClr>
              <a:buFont typeface="Arial" panose="020B0604020202020204" pitchFamily="34" charset="0"/>
              <a:buChar char="•"/>
              <a:defRPr/>
            </a:pPr>
            <a:r>
              <a:rPr lang="en-AU" sz="1400" b="1" noProof="0">
                <a:solidFill>
                  <a:srgbClr val="12ABDB"/>
                </a:solidFill>
                <a:latin typeface="+mj-lt"/>
              </a:rPr>
              <a:t>Strategy:</a:t>
            </a:r>
            <a:r>
              <a:rPr lang="en-AU" sz="1400" b="1" noProof="0">
                <a:solidFill>
                  <a:schemeClr val="bg1"/>
                </a:solidFill>
                <a:latin typeface="+mj-lt"/>
              </a:rPr>
              <a:t> </a:t>
            </a:r>
            <a:r>
              <a:rPr lang="en-AU" sz="1400" noProof="0">
                <a:solidFill>
                  <a:schemeClr val="bg1"/>
                </a:solidFill>
                <a:latin typeface="+mj-lt"/>
              </a:rPr>
              <a:t>there is a need to continue the execution of ARP II integration with speed and effectiveness</a:t>
            </a:r>
          </a:p>
          <a:p>
            <a:pPr marL="177800" indent="-177800">
              <a:lnSpc>
                <a:spcPct val="150000"/>
              </a:lnSpc>
              <a:spcBef>
                <a:spcPts val="600"/>
              </a:spcBef>
              <a:buClr>
                <a:srgbClr val="12ABDB"/>
              </a:buClr>
              <a:buFont typeface="Arial" panose="020B0604020202020204" pitchFamily="34" charset="0"/>
              <a:buChar char="•"/>
              <a:defRPr/>
            </a:pPr>
            <a:r>
              <a:rPr lang="en-AU" sz="1400" b="1" noProof="0">
                <a:solidFill>
                  <a:srgbClr val="12ABDB"/>
                </a:solidFill>
                <a:latin typeface="+mj-lt"/>
              </a:rPr>
              <a:t>Operations:</a:t>
            </a:r>
            <a:r>
              <a:rPr lang="en-AU" sz="1400" b="1" noProof="0">
                <a:solidFill>
                  <a:schemeClr val="bg1"/>
                </a:solidFill>
                <a:latin typeface="+mj-lt"/>
              </a:rPr>
              <a:t> </a:t>
            </a:r>
            <a:r>
              <a:rPr lang="en-AU" sz="1400" noProof="0">
                <a:solidFill>
                  <a:schemeClr val="bg1"/>
                </a:solidFill>
                <a:latin typeface="+mj-lt"/>
              </a:rPr>
              <a:t>need to establish processes, procedures and work instructions, for store Demand and Supply Planning, including all cross touchpoint with other business areas (e.g.: Commercial, Performance, …)</a:t>
            </a:r>
            <a:endParaRPr lang="en-AU" sz="1400" b="1" noProof="0">
              <a:solidFill>
                <a:schemeClr val="bg1"/>
              </a:solidFill>
              <a:latin typeface="+mj-lt"/>
            </a:endParaRPr>
          </a:p>
          <a:p>
            <a:pPr marL="177800" indent="-177800">
              <a:lnSpc>
                <a:spcPct val="150000"/>
              </a:lnSpc>
              <a:spcBef>
                <a:spcPts val="600"/>
              </a:spcBef>
              <a:buClr>
                <a:srgbClr val="12ABDB"/>
              </a:buClr>
              <a:buFont typeface="Arial" panose="020B0604020202020204" pitchFamily="34" charset="0"/>
              <a:buChar char="•"/>
              <a:defRPr/>
            </a:pPr>
            <a:r>
              <a:rPr lang="en-AU" sz="1400" b="1" noProof="0">
                <a:solidFill>
                  <a:srgbClr val="12ABDB"/>
                </a:solidFill>
                <a:latin typeface="+mj-lt"/>
              </a:rPr>
              <a:t>Organization and People: </a:t>
            </a:r>
            <a:r>
              <a:rPr lang="en-AU" sz="1400" noProof="0">
                <a:solidFill>
                  <a:srgbClr val="12ABDB"/>
                </a:solidFill>
                <a:latin typeface="+mj-lt"/>
              </a:rPr>
              <a:t> </a:t>
            </a:r>
            <a:r>
              <a:rPr lang="en-AU" sz="1400" noProof="0">
                <a:solidFill>
                  <a:schemeClr val="bg1"/>
                </a:solidFill>
                <a:latin typeface="+mj-lt"/>
              </a:rPr>
              <a:t>define the structure, roles, skills, and roadmap to achieve the desired state of maturity</a:t>
            </a:r>
            <a:endParaRPr lang="en-AU" sz="1400" b="1" noProof="0">
              <a:solidFill>
                <a:schemeClr val="bg1"/>
              </a:solidFill>
              <a:latin typeface="+mj-lt"/>
            </a:endParaRPr>
          </a:p>
        </p:txBody>
      </p:sp>
      <p:sp>
        <p:nvSpPr>
          <p:cNvPr id="19" name="Rectangle 18">
            <a:extLst>
              <a:ext uri="{FF2B5EF4-FFF2-40B4-BE49-F238E27FC236}">
                <a16:creationId xmlns:a16="http://schemas.microsoft.com/office/drawing/2014/main" id="{D3B33A0B-6E30-CCD5-6755-C8A17CEBD326}"/>
              </a:ext>
            </a:extLst>
          </p:cNvPr>
          <p:cNvSpPr/>
          <p:nvPr/>
        </p:nvSpPr>
        <p:spPr>
          <a:xfrm>
            <a:off x="6526329" y="3055984"/>
            <a:ext cx="5354042" cy="283954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7800" indent="-177800">
              <a:lnSpc>
                <a:spcPct val="150000"/>
              </a:lnSpc>
              <a:spcBef>
                <a:spcPts val="600"/>
              </a:spcBef>
              <a:buClr>
                <a:srgbClr val="0070AD"/>
              </a:buClr>
              <a:buFont typeface="Arial" panose="020B0604020202020204" pitchFamily="34" charset="0"/>
              <a:buChar char="•"/>
              <a:defRPr/>
            </a:pPr>
            <a:r>
              <a:rPr lang="en-AU" sz="1400" noProof="0" dirty="0">
                <a:solidFill>
                  <a:schemeClr val="bg1"/>
                </a:solidFill>
              </a:rPr>
              <a:t>End-to-end </a:t>
            </a:r>
            <a:r>
              <a:rPr lang="en-AU" sz="1400" b="1" noProof="0" dirty="0">
                <a:solidFill>
                  <a:srgbClr val="0070AD"/>
                </a:solidFill>
              </a:rPr>
              <a:t>process design: </a:t>
            </a:r>
            <a:r>
              <a:rPr lang="en-AU" sz="1400" b="1" noProof="0" dirty="0">
                <a:solidFill>
                  <a:schemeClr val="bg1"/>
                </a:solidFill>
              </a:rPr>
              <a:t>S&amp;OP cycle, Demand planning and Supply Planning from Distribution </a:t>
            </a:r>
            <a:r>
              <a:rPr lang="en-AU" sz="1400" b="1" noProof="0" dirty="0" err="1">
                <a:solidFill>
                  <a:schemeClr val="bg1"/>
                </a:solidFill>
              </a:rPr>
              <a:t>Centers</a:t>
            </a:r>
            <a:r>
              <a:rPr lang="en-AU" sz="1400" b="1" noProof="0" dirty="0">
                <a:solidFill>
                  <a:schemeClr val="bg1"/>
                </a:solidFill>
              </a:rPr>
              <a:t> for the company’s II Stores </a:t>
            </a:r>
            <a:r>
              <a:rPr lang="en-AU" sz="1400" noProof="0" dirty="0">
                <a:solidFill>
                  <a:schemeClr val="bg1"/>
                </a:solidFill>
              </a:rPr>
              <a:t>(acquired from DIA Group)</a:t>
            </a:r>
            <a:endParaRPr lang="en-AU" sz="1400" noProof="0" dirty="0">
              <a:solidFill>
                <a:schemeClr val="bg1"/>
              </a:solidFill>
              <a:latin typeface="+mj-lt"/>
            </a:endParaRPr>
          </a:p>
          <a:p>
            <a:pPr marL="177800" lvl="0" indent="-177800">
              <a:lnSpc>
                <a:spcPct val="150000"/>
              </a:lnSpc>
              <a:spcBef>
                <a:spcPts val="600"/>
              </a:spcBef>
              <a:buClr>
                <a:srgbClr val="0070AD"/>
              </a:buClr>
              <a:buFont typeface="Arial" panose="020B0604020202020204" pitchFamily="34" charset="0"/>
              <a:buChar char="•"/>
              <a:defRPr/>
            </a:pPr>
            <a:r>
              <a:rPr lang="en-AU" sz="1400" noProof="0" dirty="0">
                <a:solidFill>
                  <a:schemeClr val="bg1"/>
                </a:solidFill>
                <a:latin typeface="+mj-lt"/>
              </a:rPr>
              <a:t>Define </a:t>
            </a:r>
            <a:r>
              <a:rPr lang="en-AU" sz="1400" b="1" noProof="0" dirty="0">
                <a:solidFill>
                  <a:srgbClr val="0070AD"/>
                </a:solidFill>
                <a:latin typeface="+mj-lt"/>
              </a:rPr>
              <a:t>organizational structure </a:t>
            </a:r>
            <a:r>
              <a:rPr lang="en-AU" sz="1400" noProof="0" dirty="0">
                <a:solidFill>
                  <a:schemeClr val="bg1"/>
                </a:solidFill>
                <a:latin typeface="+mj-lt"/>
              </a:rPr>
              <a:t>to support process design</a:t>
            </a:r>
          </a:p>
          <a:p>
            <a:pPr marL="177800" lvl="0" indent="-177800">
              <a:lnSpc>
                <a:spcPct val="150000"/>
              </a:lnSpc>
              <a:spcBef>
                <a:spcPts val="600"/>
              </a:spcBef>
              <a:buClr>
                <a:srgbClr val="0070AD"/>
              </a:buClr>
              <a:buFont typeface="Arial" panose="020B0604020202020204" pitchFamily="34" charset="0"/>
              <a:buChar char="•"/>
              <a:defRPr/>
            </a:pPr>
            <a:r>
              <a:rPr lang="en-AU" sz="1400" noProof="0" dirty="0">
                <a:solidFill>
                  <a:schemeClr val="bg1"/>
                </a:solidFill>
                <a:latin typeface="+mj-lt"/>
              </a:rPr>
              <a:t>Define </a:t>
            </a:r>
            <a:r>
              <a:rPr lang="en-AU" sz="1400" b="1" noProof="0" dirty="0">
                <a:solidFill>
                  <a:srgbClr val="0070AD"/>
                </a:solidFill>
                <a:latin typeface="+mj-lt"/>
              </a:rPr>
              <a:t>governance model</a:t>
            </a:r>
          </a:p>
          <a:p>
            <a:pPr marL="177800" lvl="0" indent="-177800">
              <a:lnSpc>
                <a:spcPct val="150000"/>
              </a:lnSpc>
              <a:spcBef>
                <a:spcPts val="600"/>
              </a:spcBef>
              <a:buClr>
                <a:srgbClr val="0070AD"/>
              </a:buClr>
              <a:buFont typeface="Arial" panose="020B0604020202020204" pitchFamily="34" charset="0"/>
              <a:buChar char="•"/>
              <a:defRPr/>
            </a:pPr>
            <a:r>
              <a:rPr lang="en-AU" sz="1400" noProof="0" dirty="0">
                <a:solidFill>
                  <a:schemeClr val="bg1"/>
                </a:solidFill>
                <a:latin typeface="+mj-lt"/>
              </a:rPr>
              <a:t>Definition of </a:t>
            </a:r>
            <a:r>
              <a:rPr lang="en-AU" sz="1400" b="1" noProof="0" dirty="0">
                <a:solidFill>
                  <a:srgbClr val="0070AD"/>
                </a:solidFill>
                <a:latin typeface="+mj-lt"/>
              </a:rPr>
              <a:t>KPIs, reporting and performance management</a:t>
            </a:r>
          </a:p>
          <a:p>
            <a:pPr marL="177800" lvl="0" indent="-177800">
              <a:lnSpc>
                <a:spcPct val="150000"/>
              </a:lnSpc>
              <a:spcBef>
                <a:spcPts val="600"/>
              </a:spcBef>
              <a:buClr>
                <a:srgbClr val="0070AD"/>
              </a:buClr>
              <a:buFont typeface="Arial" panose="020B0604020202020204" pitchFamily="34" charset="0"/>
              <a:buChar char="•"/>
              <a:defRPr/>
            </a:pPr>
            <a:r>
              <a:rPr lang="en-AU" sz="1400" noProof="0" dirty="0">
                <a:solidFill>
                  <a:schemeClr val="bg1"/>
                </a:solidFill>
                <a:latin typeface="+mj-lt"/>
              </a:rPr>
              <a:t>Define </a:t>
            </a:r>
            <a:r>
              <a:rPr lang="en-AU" sz="1400" b="1" noProof="0" dirty="0">
                <a:solidFill>
                  <a:srgbClr val="0070AD"/>
                </a:solidFill>
                <a:latin typeface="+mj-lt"/>
              </a:rPr>
              <a:t>change management</a:t>
            </a:r>
            <a:r>
              <a:rPr lang="en-AU" sz="1400" b="1" noProof="0" dirty="0">
                <a:solidFill>
                  <a:schemeClr val="bg1"/>
                </a:solidFill>
                <a:latin typeface="+mj-lt"/>
              </a:rPr>
              <a:t> </a:t>
            </a:r>
            <a:r>
              <a:rPr lang="en-AU" sz="1400" noProof="0" dirty="0">
                <a:solidFill>
                  <a:schemeClr val="bg1"/>
                </a:solidFill>
                <a:latin typeface="+mj-lt"/>
              </a:rPr>
              <a:t>actions required to implement the new target operating model</a:t>
            </a:r>
          </a:p>
        </p:txBody>
      </p:sp>
      <p:sp>
        <p:nvSpPr>
          <p:cNvPr id="2" name="Text Placeholder 2">
            <a:extLst>
              <a:ext uri="{FF2B5EF4-FFF2-40B4-BE49-F238E27FC236}">
                <a16:creationId xmlns:a16="http://schemas.microsoft.com/office/drawing/2014/main" id="{75A49560-6DDD-EEBC-E9C1-54D98B111EDC}"/>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dirty="0">
                <a:solidFill>
                  <a:schemeClr val="bg1"/>
                </a:solidFill>
              </a:rPr>
              <a:t>the company is integrating the operations from DIA acquisition, and currently adopting a legacy application solution that supports Demand and Supply Planning for ARP II Stores </a:t>
            </a:r>
          </a:p>
        </p:txBody>
      </p:sp>
      <p:sp>
        <p:nvSpPr>
          <p:cNvPr id="3" name="Rectángulo redondeado">
            <a:extLst>
              <a:ext uri="{FF2B5EF4-FFF2-40B4-BE49-F238E27FC236}">
                <a16:creationId xmlns:a16="http://schemas.microsoft.com/office/drawing/2014/main" id="{F038D9CF-AC95-0044-3489-545F425E0520}"/>
              </a:ext>
            </a:extLst>
          </p:cNvPr>
          <p:cNvSpPr/>
          <p:nvPr/>
        </p:nvSpPr>
        <p:spPr>
          <a:xfrm>
            <a:off x="-168695" y="1162972"/>
            <a:ext cx="5220000" cy="400807"/>
          </a:xfrm>
          <a:prstGeom prst="roundRect">
            <a:avLst>
              <a:gd name="adj" fmla="val 47529"/>
            </a:avLst>
          </a:prstGeom>
          <a:solidFill>
            <a:srgbClr val="12ABDB"/>
          </a:solidFill>
          <a:ln w="12700">
            <a:miter lim="400000"/>
          </a:ln>
        </p:spPr>
        <p:txBody>
          <a:bodyPr lIns="720000" tIns="45718" rIns="540000" bIns="45718" anchor="ct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rgbClr val="FFFFFF"/>
                </a:solidFill>
                <a:effectLst/>
                <a:uLnTx/>
                <a:uFillTx/>
                <a:latin typeface="+mj-lt"/>
                <a:ea typeface="Verdana"/>
                <a:cs typeface="Helvetica"/>
                <a:sym typeface="Helvetica"/>
              </a:rPr>
              <a:t>Context</a:t>
            </a:r>
          </a:p>
        </p:txBody>
      </p:sp>
      <p:sp>
        <p:nvSpPr>
          <p:cNvPr id="5" name="Rectángulo redondeado">
            <a:extLst>
              <a:ext uri="{FF2B5EF4-FFF2-40B4-BE49-F238E27FC236}">
                <a16:creationId xmlns:a16="http://schemas.microsoft.com/office/drawing/2014/main" id="{3D359087-CE80-821F-7985-7E5BAB680449}"/>
              </a:ext>
            </a:extLst>
          </p:cNvPr>
          <p:cNvSpPr/>
          <p:nvPr/>
        </p:nvSpPr>
        <p:spPr>
          <a:xfrm>
            <a:off x="7235405" y="1162972"/>
            <a:ext cx="5220000" cy="400807"/>
          </a:xfrm>
          <a:prstGeom prst="roundRect">
            <a:avLst>
              <a:gd name="adj" fmla="val 47529"/>
            </a:avLst>
          </a:prstGeom>
          <a:solidFill>
            <a:srgbClr val="0070AD"/>
          </a:solidFill>
          <a:ln w="12700">
            <a:miter lim="400000"/>
          </a:ln>
        </p:spPr>
        <p:txBody>
          <a:bodyPr lIns="720000" tIns="45718" rIns="540000" bIns="45718" anchor="ct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rgbClr val="FFFFFF"/>
                </a:solidFill>
                <a:effectLst/>
                <a:uLnTx/>
                <a:uFillTx/>
                <a:latin typeface="+mj-lt"/>
                <a:ea typeface="Verdana"/>
                <a:cs typeface="Helvetica"/>
                <a:sym typeface="Helvetica"/>
              </a:rPr>
              <a:t>Objectives</a:t>
            </a:r>
          </a:p>
        </p:txBody>
      </p:sp>
      <p:sp>
        <p:nvSpPr>
          <p:cNvPr id="12" name="Rectángulo redondeado">
            <a:extLst>
              <a:ext uri="{FF2B5EF4-FFF2-40B4-BE49-F238E27FC236}">
                <a16:creationId xmlns:a16="http://schemas.microsoft.com/office/drawing/2014/main" id="{8E68492F-030F-0E3B-927D-1D371C265214}"/>
              </a:ext>
            </a:extLst>
          </p:cNvPr>
          <p:cNvSpPr/>
          <p:nvPr/>
        </p:nvSpPr>
        <p:spPr>
          <a:xfrm>
            <a:off x="-200552" y="6046328"/>
            <a:ext cx="12593105" cy="459470"/>
          </a:xfrm>
          <a:prstGeom prst="roundRect">
            <a:avLst>
              <a:gd name="adj" fmla="val 47529"/>
            </a:avLst>
          </a:prstGeom>
          <a:solidFill>
            <a:schemeClr val="bg1">
              <a:lumMod val="50000"/>
            </a:schemeClr>
          </a:solidFill>
          <a:ln w="12700">
            <a:miter lim="400000"/>
          </a:ln>
        </p:spPr>
        <p:txBody>
          <a:bodyPr lIns="720000" tIns="45718" rIns="540000"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AU" sz="1400" b="1" u="none" strike="noStrike" kern="0" cap="none" spc="0" normalizeH="0" baseline="0" noProof="0">
                <a:ln>
                  <a:noFill/>
                </a:ln>
                <a:solidFill>
                  <a:srgbClr val="FFFFFF"/>
                </a:solidFill>
                <a:effectLst/>
                <a:uLnTx/>
                <a:uFillTx/>
                <a:latin typeface="+mj-lt"/>
                <a:ea typeface="Verdana"/>
                <a:cs typeface="Helvetica"/>
                <a:sym typeface="Helvetica"/>
              </a:rPr>
              <a:t>At Capgemini, we believe our proven track record in comparable engagements positions us as a reliable partner to </a:t>
            </a:r>
            <a:br>
              <a:rPr kumimoji="0" lang="en-AU" sz="1400" b="1" u="none" strike="noStrike" kern="0" cap="none" spc="0" normalizeH="0" baseline="0" noProof="0">
                <a:ln>
                  <a:noFill/>
                </a:ln>
                <a:solidFill>
                  <a:srgbClr val="FFFFFF"/>
                </a:solidFill>
                <a:effectLst/>
                <a:uLnTx/>
                <a:uFillTx/>
                <a:latin typeface="+mj-lt"/>
                <a:ea typeface="Verdana"/>
                <a:cs typeface="Helvetica"/>
                <a:sym typeface="Helvetica"/>
              </a:rPr>
            </a:br>
            <a:r>
              <a:rPr kumimoji="0" lang="en-AU" sz="1400" b="1" u="none" strike="noStrike" kern="0" cap="none" spc="0" normalizeH="0" baseline="0" noProof="0">
                <a:ln>
                  <a:noFill/>
                </a:ln>
                <a:solidFill>
                  <a:srgbClr val="FFFFFF"/>
                </a:solidFill>
                <a:effectLst/>
                <a:uLnTx/>
                <a:uFillTx/>
                <a:latin typeface="+mj-lt"/>
                <a:ea typeface="Verdana"/>
                <a:cs typeface="Helvetica"/>
                <a:sym typeface="Helvetica"/>
              </a:rPr>
              <a:t>support you through this journey</a:t>
            </a:r>
          </a:p>
        </p:txBody>
      </p:sp>
    </p:spTree>
    <p:extLst>
      <p:ext uri="{BB962C8B-B14F-4D97-AF65-F5344CB8AC3E}">
        <p14:creationId xmlns:p14="http://schemas.microsoft.com/office/powerpoint/2010/main" val="672357345"/>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95C25DD-2AD9-A7C9-CCA8-2FAEB495D96D}"/>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E2B0D399-432E-ECAC-B697-5B83433BEF3E}"/>
              </a:ext>
            </a:extLst>
          </p:cNvPr>
          <p:cNvSpPr>
            <a:spLocks noGrp="1"/>
          </p:cNvSpPr>
          <p:nvPr>
            <p:ph type="title"/>
          </p:nvPr>
        </p:nvSpPr>
        <p:spPr/>
        <p:txBody>
          <a:bodyPr/>
          <a:lstStyle/>
          <a:p>
            <a:r>
              <a:rPr lang="en-AU" noProof="0"/>
              <a:t>Agenda</a:t>
            </a:r>
          </a:p>
        </p:txBody>
      </p:sp>
      <p:sp>
        <p:nvSpPr>
          <p:cNvPr id="4" name="Espace réservé du texte 3">
            <a:extLst>
              <a:ext uri="{FF2B5EF4-FFF2-40B4-BE49-F238E27FC236}">
                <a16:creationId xmlns:a16="http://schemas.microsoft.com/office/drawing/2014/main" id="{79C5787C-4EC3-7408-8D68-F04324499C9E}"/>
              </a:ext>
            </a:extLst>
          </p:cNvPr>
          <p:cNvSpPr>
            <a:spLocks noGrp="1"/>
          </p:cNvSpPr>
          <p:nvPr>
            <p:ph type="body" sz="quarter" idx="12"/>
          </p:nvPr>
        </p:nvSpPr>
        <p:spPr/>
        <p:txBody>
          <a:bodyPr/>
          <a:lstStyle/>
          <a:p>
            <a:r>
              <a:rPr lang="en-AU" noProof="0">
                <a:solidFill>
                  <a:schemeClr val="bg1">
                    <a:lumMod val="65000"/>
                  </a:schemeClr>
                </a:solidFill>
              </a:rPr>
              <a:t>Context and objectives</a:t>
            </a:r>
          </a:p>
          <a:p>
            <a:r>
              <a:rPr lang="en-AU" b="1" noProof="0"/>
              <a:t>Why Capgemini</a:t>
            </a:r>
          </a:p>
          <a:p>
            <a:r>
              <a:rPr lang="en-AU" noProof="0">
                <a:solidFill>
                  <a:schemeClr val="bg1">
                    <a:lumMod val="65000"/>
                  </a:schemeClr>
                </a:solidFill>
              </a:rPr>
              <a:t>Our vision and methodology</a:t>
            </a:r>
          </a:p>
          <a:p>
            <a:r>
              <a:rPr lang="en-AU" noProof="0">
                <a:solidFill>
                  <a:schemeClr val="bg1">
                    <a:lumMod val="65000"/>
                  </a:schemeClr>
                </a:solidFill>
              </a:rPr>
              <a:t>Project plan</a:t>
            </a:r>
          </a:p>
          <a:p>
            <a:r>
              <a:rPr lang="en-AU" noProof="0">
                <a:solidFill>
                  <a:schemeClr val="bg1">
                    <a:lumMod val="65000"/>
                  </a:schemeClr>
                </a:solidFill>
              </a:rPr>
              <a:t>Proposed team and governance model</a:t>
            </a:r>
          </a:p>
          <a:p>
            <a:r>
              <a:rPr lang="en-AU" noProof="0">
                <a:solidFill>
                  <a:schemeClr val="bg1">
                    <a:lumMod val="65000"/>
                  </a:schemeClr>
                </a:solidFill>
              </a:rPr>
              <a:t>Economics</a:t>
            </a:r>
          </a:p>
          <a:p>
            <a:r>
              <a:rPr lang="en-AU" noProof="0">
                <a:solidFill>
                  <a:schemeClr val="bg1">
                    <a:lumMod val="65000"/>
                  </a:schemeClr>
                </a:solidFill>
              </a:rPr>
              <a:t>Credentials</a:t>
            </a:r>
          </a:p>
          <a:p>
            <a:r>
              <a:rPr lang="en-AU">
                <a:solidFill>
                  <a:schemeClr val="bg1">
                    <a:lumMod val="65000"/>
                  </a:schemeClr>
                </a:solidFill>
              </a:rPr>
              <a:t>CVs</a:t>
            </a:r>
            <a:endParaRPr lang="en-AU" noProof="0">
              <a:solidFill>
                <a:schemeClr val="bg1">
                  <a:lumMod val="65000"/>
                </a:schemeClr>
              </a:solidFill>
            </a:endParaRPr>
          </a:p>
        </p:txBody>
      </p:sp>
      <p:grpSp>
        <p:nvGrpSpPr>
          <p:cNvPr id="5" name="Group 12">
            <a:extLst>
              <a:ext uri="{FF2B5EF4-FFF2-40B4-BE49-F238E27FC236}">
                <a16:creationId xmlns:a16="http://schemas.microsoft.com/office/drawing/2014/main" id="{AAA92FEE-A8F7-32BF-82D5-275EBC0FB0A4}"/>
              </a:ext>
              <a:ext uri="{C183D7F6-B498-43B3-948B-1728B52AA6E4}">
                <adec:decorative xmlns:adec="http://schemas.microsoft.com/office/drawing/2017/decorative" val="1"/>
              </a:ext>
            </a:extLst>
          </p:cNvPr>
          <p:cNvGrpSpPr/>
          <p:nvPr/>
        </p:nvGrpSpPr>
        <p:grpSpPr>
          <a:xfrm>
            <a:off x="407988" y="2263924"/>
            <a:ext cx="5399980" cy="432048"/>
            <a:chOff x="407988" y="1844824"/>
            <a:chExt cx="5399980" cy="432048"/>
          </a:xfrm>
        </p:grpSpPr>
        <p:cxnSp>
          <p:nvCxnSpPr>
            <p:cNvPr id="6" name="Straight Connector 9">
              <a:extLst>
                <a:ext uri="{FF2B5EF4-FFF2-40B4-BE49-F238E27FC236}">
                  <a16:creationId xmlns:a16="http://schemas.microsoft.com/office/drawing/2014/main" id="{EB8D150B-9206-CFCC-069B-B8822E4C3529}"/>
                </a:ext>
              </a:extLst>
            </p:cNvPr>
            <p:cNvCxnSpPr>
              <a:cxnSpLocks/>
            </p:cNvCxnSpPr>
            <p:nvPr>
              <p:custDataLst>
                <p:tags r:id="rId2"/>
              </p:custDataLst>
            </p:nvPr>
          </p:nvCxnSpPr>
          <p:spPr>
            <a:xfrm>
              <a:off x="407988" y="2276872"/>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7" name="Straight Connector 11">
              <a:extLst>
                <a:ext uri="{FF2B5EF4-FFF2-40B4-BE49-F238E27FC236}">
                  <a16:creationId xmlns:a16="http://schemas.microsoft.com/office/drawing/2014/main" id="{F1AE306C-34DF-C2A7-9453-B1CAE9465B80}"/>
                </a:ext>
              </a:extLst>
            </p:cNvPr>
            <p:cNvCxnSpPr>
              <a:cxnSpLocks/>
            </p:cNvCxnSpPr>
            <p:nvPr>
              <p:custDataLst>
                <p:tags r:id="rId3"/>
              </p:custDataLst>
            </p:nvPr>
          </p:nvCxnSpPr>
          <p:spPr>
            <a:xfrm>
              <a:off x="407988" y="1844824"/>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grpSp>
      <p:pic>
        <p:nvPicPr>
          <p:cNvPr id="14" name="Picture 13" descr="A fruit and vegetables in a grocery store&#10;&#10;AI-generated content may be incorrect.">
            <a:extLst>
              <a:ext uri="{FF2B5EF4-FFF2-40B4-BE49-F238E27FC236}">
                <a16:creationId xmlns:a16="http://schemas.microsoft.com/office/drawing/2014/main" id="{B26A5A90-4F6D-4EFB-16FB-45F51F91145B}"/>
              </a:ext>
            </a:extLst>
          </p:cNvPr>
          <p:cNvPicPr>
            <a:picLocks noChangeAspect="1"/>
          </p:cNvPicPr>
          <p:nvPr/>
        </p:nvPicPr>
        <p:blipFill>
          <a:blip r:embed="rId5"/>
          <a:srcRect l="19443" r="59004"/>
          <a:stretch>
            <a:fillRect/>
          </a:stretch>
        </p:blipFill>
        <p:spPr>
          <a:xfrm>
            <a:off x="7032107" y="0"/>
            <a:ext cx="5159893" cy="6858000"/>
          </a:xfrm>
          <a:prstGeom prst="rect">
            <a:avLst/>
          </a:prstGeom>
        </p:spPr>
      </p:pic>
    </p:spTree>
    <p:extLst>
      <p:ext uri="{BB962C8B-B14F-4D97-AF65-F5344CB8AC3E}">
        <p14:creationId xmlns:p14="http://schemas.microsoft.com/office/powerpoint/2010/main" val="228852839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B10AFB4-4D5B-8BFC-A6F2-8420C61D2E22}"/>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D0DD0927-B965-C47E-F81C-6293B4129F5E}"/>
              </a:ext>
            </a:extLst>
          </p:cNvPr>
          <p:cNvCxnSpPr>
            <a:cxnSpLocks/>
            <a:endCxn id="22" idx="3"/>
          </p:cNvCxnSpPr>
          <p:nvPr/>
        </p:nvCxnSpPr>
        <p:spPr>
          <a:xfrm flipV="1">
            <a:off x="6125633" y="4032624"/>
            <a:ext cx="306611" cy="332517"/>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D5C6922-F5E8-3E94-12DA-8448E66EF01C}"/>
              </a:ext>
            </a:extLst>
          </p:cNvPr>
          <p:cNvCxnSpPr>
            <a:cxnSpLocks/>
          </p:cNvCxnSpPr>
          <p:nvPr/>
        </p:nvCxnSpPr>
        <p:spPr>
          <a:xfrm flipH="1" flipV="1">
            <a:off x="3238079" y="4032623"/>
            <a:ext cx="487790" cy="39487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7F517EE-74A8-1F42-D270-3A3283A9928E}"/>
              </a:ext>
            </a:extLst>
          </p:cNvPr>
          <p:cNvCxnSpPr>
            <a:cxnSpLocks/>
          </p:cNvCxnSpPr>
          <p:nvPr/>
        </p:nvCxnSpPr>
        <p:spPr>
          <a:xfrm flipH="1">
            <a:off x="3251200" y="3381444"/>
            <a:ext cx="249864" cy="23805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itre 3">
            <a:extLst>
              <a:ext uri="{FF2B5EF4-FFF2-40B4-BE49-F238E27FC236}">
                <a16:creationId xmlns:a16="http://schemas.microsoft.com/office/drawing/2014/main" id="{B9FBFDE2-A1C9-C116-DC52-B24EAFC30DF2}"/>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F92D22C4-1029-2EF9-F4FF-B58823CD7484}"/>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AT CAGEMINI, WE ARE CONFIDENT THAT WE HAVE THE CAPABILITIES REQUIRED TO SUCCESSFULLY GUIDE YOU THROUGH THE REDEFINITION OF THE OPERATING MODEL</a:t>
            </a:r>
          </a:p>
        </p:txBody>
      </p:sp>
      <p:sp>
        <p:nvSpPr>
          <p:cNvPr id="6" name="TextBox 5">
            <a:extLst>
              <a:ext uri="{FF2B5EF4-FFF2-40B4-BE49-F238E27FC236}">
                <a16:creationId xmlns:a16="http://schemas.microsoft.com/office/drawing/2014/main" id="{71C73400-0F65-B8CD-3A45-A70887348644}"/>
              </a:ext>
            </a:extLst>
          </p:cNvPr>
          <p:cNvSpPr txBox="1"/>
          <p:nvPr/>
        </p:nvSpPr>
        <p:spPr>
          <a:xfrm>
            <a:off x="456805" y="1185815"/>
            <a:ext cx="3269064" cy="340735"/>
          </a:xfrm>
          <a:prstGeom prst="rect">
            <a:avLst/>
          </a:prstGeom>
          <a:noFill/>
        </p:spPr>
        <p:txBody>
          <a:bodyPr vert="horz" wrap="square" lIns="90000" tIns="46800" rIns="90000" bIns="46800" rtlCol="0" anchor="ctr">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AU" sz="1600" b="1" i="0" u="none" strike="noStrike" kern="0" cap="none" spc="0" normalizeH="0" baseline="0" noProof="0">
                <a:ln>
                  <a:noFill/>
                </a:ln>
                <a:solidFill>
                  <a:schemeClr val="bg1"/>
                </a:solidFill>
                <a:effectLst/>
                <a:uLnTx/>
                <a:uFillTx/>
              </a:rPr>
              <a:t>Our ke</a:t>
            </a:r>
            <a:r>
              <a:rPr lang="en-AU" sz="1600" b="1" kern="0" noProof="0">
                <a:solidFill>
                  <a:schemeClr val="bg1"/>
                </a:solidFill>
              </a:rPr>
              <a:t>y capabilities:</a:t>
            </a:r>
            <a:endParaRPr kumimoji="0" lang="en-AU" sz="1600" b="1" i="0" u="none" strike="noStrike" kern="0" cap="none" spc="0" normalizeH="0" baseline="0" noProof="0">
              <a:ln>
                <a:noFill/>
              </a:ln>
              <a:solidFill>
                <a:schemeClr val="bg1"/>
              </a:solidFill>
              <a:effectLst/>
              <a:uLnTx/>
              <a:uFillTx/>
            </a:endParaRPr>
          </a:p>
        </p:txBody>
      </p:sp>
      <p:grpSp>
        <p:nvGrpSpPr>
          <p:cNvPr id="30" name="Group 29">
            <a:extLst>
              <a:ext uri="{FF2B5EF4-FFF2-40B4-BE49-F238E27FC236}">
                <a16:creationId xmlns:a16="http://schemas.microsoft.com/office/drawing/2014/main" id="{65D5B078-FEAF-7C2E-0FB7-EE7AB8704A9B}"/>
              </a:ext>
            </a:extLst>
          </p:cNvPr>
          <p:cNvGrpSpPr/>
          <p:nvPr/>
        </p:nvGrpSpPr>
        <p:grpSpPr>
          <a:xfrm>
            <a:off x="476443" y="2036168"/>
            <a:ext cx="11239114" cy="3979464"/>
            <a:chOff x="403825" y="2041824"/>
            <a:chExt cx="11239114" cy="3979464"/>
          </a:xfrm>
        </p:grpSpPr>
        <p:sp>
          <p:nvSpPr>
            <p:cNvPr id="18" name="TextBox 17">
              <a:extLst>
                <a:ext uri="{FF2B5EF4-FFF2-40B4-BE49-F238E27FC236}">
                  <a16:creationId xmlns:a16="http://schemas.microsoft.com/office/drawing/2014/main" id="{48E49342-39F7-27A4-7E6A-D0CA0DD38549}"/>
                </a:ext>
              </a:extLst>
            </p:cNvPr>
            <p:cNvSpPr txBox="1"/>
            <p:nvPr/>
          </p:nvSpPr>
          <p:spPr>
            <a:xfrm>
              <a:off x="403825" y="4100633"/>
              <a:ext cx="2998800" cy="1705211"/>
            </a:xfrm>
            <a:prstGeom prst="rect">
              <a:avLst/>
            </a:prstGeom>
            <a:noFill/>
          </p:spPr>
          <p:txBody>
            <a:bodyPr vert="horz" wrap="square" lIns="90000" tIns="46800" rIns="90000" bIns="46800" rtlCol="0" anchor="ctr">
              <a:noAutofit/>
            </a:bodyPr>
            <a:lstStyle/>
            <a:p>
              <a:pPr marL="0" marR="0" lvl="0" indent="0" algn="r" defTabSz="914400" eaLnBrk="1" fontAlgn="auto" latinLnBrk="0" hangingPunct="1">
                <a:lnSpc>
                  <a:spcPct val="100000"/>
                </a:lnSpc>
                <a:spcBef>
                  <a:spcPts val="0"/>
                </a:spcBef>
                <a:spcAft>
                  <a:spcPts val="800"/>
                </a:spcAft>
                <a:buClrTx/>
                <a:buSzTx/>
                <a:buFontTx/>
                <a:buNone/>
                <a:tabLst/>
                <a:defRPr/>
              </a:pPr>
              <a:r>
                <a:rPr kumimoji="0" lang="en-AU" sz="1400" b="1" i="0" u="none" strike="noStrike" kern="0" cap="none" spc="0" normalizeH="0" baseline="0" noProof="0">
                  <a:ln>
                    <a:noFill/>
                  </a:ln>
                  <a:solidFill>
                    <a:schemeClr val="bg1"/>
                  </a:solidFill>
                  <a:effectLst/>
                  <a:uLnTx/>
                  <a:uFillTx/>
                </a:rPr>
                <a:t>OWN ASSETS AND METHODOLOGIES TO ACCELERATE THE PROJECT EXECUTION</a:t>
              </a:r>
            </a:p>
            <a:p>
              <a:pPr lvl="0" algn="r">
                <a:spcAft>
                  <a:spcPts val="800"/>
                </a:spcAft>
              </a:pPr>
              <a:r>
                <a:rPr lang="en-AU" sz="1400" kern="0" noProof="0">
                  <a:solidFill>
                    <a:schemeClr val="bg1"/>
                  </a:solidFill>
                </a:rPr>
                <a:t>We have an extensive library of resources and methodologies for our projects ready to implement</a:t>
              </a:r>
              <a:endParaRPr kumimoji="0" lang="en-AU" sz="1400" b="0" i="0" u="none" strike="noStrike" kern="0" cap="none" spc="0" normalizeH="0" baseline="0" noProof="0">
                <a:ln>
                  <a:noFill/>
                </a:ln>
                <a:solidFill>
                  <a:schemeClr val="bg1"/>
                </a:solidFill>
                <a:effectLst/>
                <a:uLnTx/>
                <a:uFillTx/>
              </a:endParaRPr>
            </a:p>
          </p:txBody>
        </p:sp>
        <p:sp>
          <p:nvSpPr>
            <p:cNvPr id="20" name="TextBox 19">
              <a:extLst>
                <a:ext uri="{FF2B5EF4-FFF2-40B4-BE49-F238E27FC236}">
                  <a16:creationId xmlns:a16="http://schemas.microsoft.com/office/drawing/2014/main" id="{6C52960C-A06D-41AD-9E3D-2C092857049E}"/>
                </a:ext>
              </a:extLst>
            </p:cNvPr>
            <p:cNvSpPr txBox="1"/>
            <p:nvPr/>
          </p:nvSpPr>
          <p:spPr>
            <a:xfrm>
              <a:off x="6367901" y="4100633"/>
              <a:ext cx="2998800" cy="1920655"/>
            </a:xfrm>
            <a:prstGeom prst="rect">
              <a:avLst/>
            </a:prstGeom>
            <a:noFill/>
          </p:spPr>
          <p:txBody>
            <a:bodyPr vert="horz" wrap="square" lIns="90000" tIns="46800" rIns="90000" bIns="46800" rtlCol="0" anchor="ctr">
              <a:no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AU" sz="1400" b="1" i="0" u="none" strike="noStrike" kern="0" cap="none" spc="0" normalizeH="0" baseline="0" noProof="0">
                  <a:ln>
                    <a:noFill/>
                  </a:ln>
                  <a:solidFill>
                    <a:schemeClr val="bg1"/>
                  </a:solidFill>
                  <a:effectLst/>
                  <a:uLnTx/>
                  <a:uFillTx/>
                </a:rPr>
                <a:t>SIMILAR EXPERIENCES IN DEFINING AND IMPLEMENTING NEW OPERATING MODELS</a:t>
              </a:r>
            </a:p>
            <a:p>
              <a:pPr lvl="0">
                <a:spcAft>
                  <a:spcPts val="800"/>
                </a:spcAft>
              </a:pPr>
              <a:r>
                <a:rPr lang="en-AU" sz="1400" kern="0" noProof="0">
                  <a:solidFill>
                    <a:schemeClr val="bg1"/>
                  </a:solidFill>
                </a:rPr>
                <a:t>With solid experience, we support clients from different sectors in the design and implementation of new operating models and major transformations</a:t>
              </a:r>
              <a:endParaRPr kumimoji="0" lang="en-AU" sz="1400" b="1" i="0" u="none" strike="noStrike" kern="0" cap="none" spc="0" normalizeH="0" baseline="0" noProof="0">
                <a:ln>
                  <a:noFill/>
                </a:ln>
                <a:solidFill>
                  <a:schemeClr val="bg1"/>
                </a:solidFill>
                <a:effectLst/>
                <a:uLnTx/>
                <a:uFillTx/>
              </a:endParaRPr>
            </a:p>
          </p:txBody>
        </p:sp>
        <p:sp>
          <p:nvSpPr>
            <p:cNvPr id="17" name="TextBox 16">
              <a:extLst>
                <a:ext uri="{FF2B5EF4-FFF2-40B4-BE49-F238E27FC236}">
                  <a16:creationId xmlns:a16="http://schemas.microsoft.com/office/drawing/2014/main" id="{DB492AB1-559A-172C-A143-22179914F2A0}"/>
                </a:ext>
              </a:extLst>
            </p:cNvPr>
            <p:cNvSpPr txBox="1"/>
            <p:nvPr/>
          </p:nvSpPr>
          <p:spPr>
            <a:xfrm>
              <a:off x="403825" y="2041824"/>
              <a:ext cx="2998800" cy="1387176"/>
            </a:xfrm>
            <a:prstGeom prst="rect">
              <a:avLst/>
            </a:prstGeom>
            <a:noFill/>
          </p:spPr>
          <p:txBody>
            <a:bodyPr vert="horz" wrap="square" lIns="90000" tIns="46800" rIns="90000" bIns="46800" rtlCol="0" anchor="ctr">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chemeClr val="bg1"/>
                  </a:solidFill>
                  <a:effectLst/>
                  <a:uLnTx/>
                  <a:uFillTx/>
                </a:rPr>
                <a:t>WE ARE PARTNERS WITH RELEX</a:t>
              </a:r>
            </a:p>
            <a:p>
              <a:pPr marL="0" marR="0" lvl="0" indent="0" algn="r"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endParaRPr>
            </a:p>
            <a:p>
              <a:pPr marL="0" marR="0" lvl="0" indent="0" algn="r"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rPr>
                <a:t>Greater assurance of success by combining strategic expertise with the technological needed to scale initiatives</a:t>
              </a:r>
              <a:endParaRPr kumimoji="0" lang="en-AU" sz="1400" b="1" i="0" u="none" strike="noStrike" kern="0" cap="none" spc="0" normalizeH="0" baseline="0" noProof="0">
                <a:ln>
                  <a:noFill/>
                </a:ln>
                <a:solidFill>
                  <a:schemeClr val="bg1"/>
                </a:solidFill>
                <a:effectLst/>
                <a:uLnTx/>
                <a:uFillTx/>
              </a:endParaRPr>
            </a:p>
          </p:txBody>
        </p:sp>
        <p:sp>
          <p:nvSpPr>
            <p:cNvPr id="21" name="TextBox 20">
              <a:extLst>
                <a:ext uri="{FF2B5EF4-FFF2-40B4-BE49-F238E27FC236}">
                  <a16:creationId xmlns:a16="http://schemas.microsoft.com/office/drawing/2014/main" id="{71CCF696-7976-BA85-A3E2-E46957618F01}"/>
                </a:ext>
              </a:extLst>
            </p:cNvPr>
            <p:cNvSpPr txBox="1"/>
            <p:nvPr/>
          </p:nvSpPr>
          <p:spPr>
            <a:xfrm>
              <a:off x="6367901" y="2041824"/>
              <a:ext cx="2998800" cy="1387176"/>
            </a:xfrm>
            <a:prstGeom prst="rect">
              <a:avLst/>
            </a:prstGeom>
            <a:noFill/>
          </p:spPr>
          <p:txBody>
            <a:bodyPr vert="horz" wrap="square" lIns="90000" tIns="46800" rIns="90000" bIns="468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chemeClr val="bg1"/>
                  </a:solidFill>
                  <a:effectLst/>
                  <a:uLnTx/>
                  <a:uFillTx/>
                </a:rPr>
                <a:t>SUPPLY CHAIN LEADERS</a:t>
              </a:r>
              <a:br>
                <a:rPr kumimoji="0" lang="en-AU" sz="1400" b="1" i="0" u="none" strike="noStrike" kern="0" cap="none" spc="0" normalizeH="0" baseline="0" noProof="0">
                  <a:ln>
                    <a:noFill/>
                  </a:ln>
                  <a:solidFill>
                    <a:schemeClr val="bg1"/>
                  </a:solidFill>
                  <a:effectLst/>
                  <a:uLnTx/>
                  <a:uFillTx/>
                </a:rPr>
              </a:br>
              <a:endParaRPr kumimoji="0" lang="en-AU" sz="1400" b="0" i="0" u="none" strike="noStrike" kern="0" cap="none" spc="0" normalizeH="0" baseline="0" noProof="0">
                <a:ln>
                  <a:noFill/>
                </a:ln>
                <a:solidFill>
                  <a:schemeClr val="bg1"/>
                </a:solidFill>
                <a:effectLst/>
                <a:uLnTx/>
                <a:uFillTx/>
              </a:endParaRPr>
            </a:p>
            <a:p>
              <a:pPr lvl="0">
                <a:spcAft>
                  <a:spcPts val="800"/>
                </a:spcAft>
                <a:defRPr/>
              </a:pPr>
              <a:r>
                <a:rPr lang="en-AU" sz="1400" kern="0" noProof="0">
                  <a:solidFill>
                    <a:schemeClr val="bg1"/>
                  </a:solidFill>
                </a:rPr>
                <a:t>We have developed strong expertise in different areas of the supply chain, including planning and designing efficient operating models</a:t>
              </a:r>
              <a:endParaRPr kumimoji="0" lang="en-AU" sz="1400" b="1" i="0" u="none" strike="noStrike" kern="0" cap="none" spc="0" normalizeH="0" baseline="0" noProof="0">
                <a:ln>
                  <a:noFill/>
                </a:ln>
                <a:solidFill>
                  <a:schemeClr val="bg1"/>
                </a:solidFill>
                <a:effectLst/>
                <a:uLnTx/>
                <a:uFillTx/>
              </a:endParaRPr>
            </a:p>
          </p:txBody>
        </p:sp>
        <p:pic>
          <p:nvPicPr>
            <p:cNvPr id="22" name="Picture 21">
              <a:extLst>
                <a:ext uri="{FF2B5EF4-FFF2-40B4-BE49-F238E27FC236}">
                  <a16:creationId xmlns:a16="http://schemas.microsoft.com/office/drawing/2014/main" id="{0BCA7BAC-8B5E-AF2C-81A5-BD125AD2631D}"/>
                </a:ext>
              </a:extLst>
            </p:cNvPr>
            <p:cNvPicPr>
              <a:picLocks noChangeAspect="1"/>
            </p:cNvPicPr>
            <p:nvPr/>
          </p:nvPicPr>
          <p:blipFill>
            <a:blip r:embed="rId4"/>
            <a:stretch>
              <a:fillRect/>
            </a:stretch>
          </p:blipFill>
          <p:spPr>
            <a:xfrm>
              <a:off x="3361476" y="2638408"/>
              <a:ext cx="2998150" cy="2799744"/>
            </a:xfrm>
            <a:prstGeom prst="rect">
              <a:avLst/>
            </a:prstGeom>
          </p:spPr>
        </p:pic>
        <p:grpSp>
          <p:nvGrpSpPr>
            <p:cNvPr id="27" name="Group 26">
              <a:extLst>
                <a:ext uri="{FF2B5EF4-FFF2-40B4-BE49-F238E27FC236}">
                  <a16:creationId xmlns:a16="http://schemas.microsoft.com/office/drawing/2014/main" id="{83E9DC4D-DAF0-E8FB-65B5-FBBFCB8087CC}"/>
                </a:ext>
              </a:extLst>
            </p:cNvPr>
            <p:cNvGrpSpPr/>
            <p:nvPr/>
          </p:nvGrpSpPr>
          <p:grpSpPr>
            <a:xfrm>
              <a:off x="9381791" y="2127611"/>
              <a:ext cx="2261148" cy="3821338"/>
              <a:chOff x="9381791" y="2127611"/>
              <a:chExt cx="2261148" cy="3821338"/>
            </a:xfrm>
          </p:grpSpPr>
          <p:sp>
            <p:nvSpPr>
              <p:cNvPr id="24" name="Right Brace 23">
                <a:extLst>
                  <a:ext uri="{FF2B5EF4-FFF2-40B4-BE49-F238E27FC236}">
                    <a16:creationId xmlns:a16="http://schemas.microsoft.com/office/drawing/2014/main" id="{A7E8F4F7-B7FD-C56A-3B1A-0D02E30FB149}"/>
                  </a:ext>
                </a:extLst>
              </p:cNvPr>
              <p:cNvSpPr/>
              <p:nvPr/>
            </p:nvSpPr>
            <p:spPr>
              <a:xfrm>
                <a:off x="9381791" y="2127611"/>
                <a:ext cx="211600" cy="3821338"/>
              </a:xfrm>
              <a:prstGeom prst="rightBrace">
                <a:avLst/>
              </a:prstGeom>
              <a:ln>
                <a:solidFill>
                  <a:srgbClr val="12ABDB"/>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noProof="0">
                  <a:solidFill>
                    <a:schemeClr val="bg1"/>
                  </a:solidFill>
                </a:endParaRPr>
              </a:p>
            </p:txBody>
          </p:sp>
          <p:sp>
            <p:nvSpPr>
              <p:cNvPr id="25" name="TextBox 24">
                <a:extLst>
                  <a:ext uri="{FF2B5EF4-FFF2-40B4-BE49-F238E27FC236}">
                    <a16:creationId xmlns:a16="http://schemas.microsoft.com/office/drawing/2014/main" id="{1163D240-3F17-B48A-39FE-246756242F07}"/>
                  </a:ext>
                </a:extLst>
              </p:cNvPr>
              <p:cNvSpPr txBox="1"/>
              <p:nvPr/>
            </p:nvSpPr>
            <p:spPr>
              <a:xfrm>
                <a:off x="9731198" y="2408832"/>
                <a:ext cx="1911741" cy="3524042"/>
              </a:xfrm>
              <a:prstGeom prst="rect">
                <a:avLst/>
              </a:prstGeom>
              <a:noFill/>
            </p:spPr>
            <p:txBody>
              <a:bodyPr vert="horz" wrap="square" lIns="0" tIns="0" rIns="0" bIns="0" rtlCol="0" anchor="ctr">
                <a:spAutoFit/>
              </a:bodyPr>
              <a:lstStyle/>
              <a:p>
                <a:pPr lvl="0">
                  <a:spcAft>
                    <a:spcPts val="600"/>
                  </a:spcAft>
                  <a:defRPr/>
                </a:pPr>
                <a:r>
                  <a:rPr kumimoji="0" lang="en-AU" sz="1400" b="1" i="0" u="none" strike="noStrike" kern="0" cap="none" spc="0" normalizeH="0" baseline="0" noProof="0" dirty="0">
                    <a:ln>
                      <a:noFill/>
                    </a:ln>
                    <a:solidFill>
                      <a:schemeClr val="bg1"/>
                    </a:solidFill>
                    <a:effectLst/>
                    <a:uLnTx/>
                    <a:uFillTx/>
                  </a:rPr>
                  <a:t>Capgemini aims to continue it’s strong  partnership, </a:t>
                </a:r>
                <a:r>
                  <a:rPr lang="en-AU" sz="1400" b="1" kern="0" noProof="0" dirty="0">
                    <a:solidFill>
                      <a:schemeClr val="bg1"/>
                    </a:solidFill>
                  </a:rPr>
                  <a:t>leveraging </a:t>
                </a:r>
                <a:r>
                  <a:rPr lang="en-AU" sz="1400" noProof="0" dirty="0">
                    <a:solidFill>
                      <a:schemeClr val="bg1"/>
                    </a:solidFill>
                  </a:rPr>
                  <a:t>it’s insight gained from previous years of experience with </a:t>
                </a:r>
                <a:r>
                  <a:rPr lang="en-AU" sz="1400" dirty="0">
                    <a:solidFill>
                      <a:schemeClr val="bg1"/>
                    </a:solidFill>
                  </a:rPr>
                  <a:t>T</a:t>
                </a:r>
                <a:r>
                  <a:rPr lang="en-AU" sz="1400" noProof="0" dirty="0">
                    <a:solidFill>
                      <a:schemeClr val="bg1"/>
                    </a:solidFill>
                  </a:rPr>
                  <a:t>he company, namely </a:t>
                </a:r>
                <a:endParaRPr kumimoji="0" lang="en-AU" sz="1400" b="0" i="0" u="none" strike="noStrike" kern="0" cap="none" spc="0" normalizeH="0" baseline="0" noProof="0" dirty="0">
                  <a:ln>
                    <a:noFill/>
                  </a:ln>
                  <a:solidFill>
                    <a:schemeClr val="bg1"/>
                  </a:solidFill>
                  <a:effectLst/>
                  <a:uLnTx/>
                  <a:uFillTx/>
                </a:endParaRPr>
              </a:p>
              <a:p>
                <a:pPr marL="88900" indent="-88900">
                  <a:buFont typeface="Arial" panose="020B0604020202020204" pitchFamily="34" charset="0"/>
                  <a:buChar char="•"/>
                  <a:defRPr sz="1100">
                    <a:solidFill>
                      <a:schemeClr val="tx1"/>
                    </a:solidFill>
                  </a:defRPr>
                </a:pPr>
                <a:r>
                  <a:rPr lang="en-AU" sz="1400" b="1" noProof="0" dirty="0">
                    <a:solidFill>
                      <a:schemeClr val="bg1"/>
                    </a:solidFill>
                  </a:rPr>
                  <a:t>Understanding of the company’s Supply Chain strategy</a:t>
                </a:r>
              </a:p>
              <a:p>
                <a:pPr marL="88900" indent="-88900">
                  <a:buFont typeface="Arial" panose="020B0604020202020204" pitchFamily="34" charset="0"/>
                  <a:buChar char="•"/>
                  <a:defRPr sz="1100">
                    <a:solidFill>
                      <a:schemeClr val="tx1"/>
                    </a:solidFill>
                  </a:defRPr>
                </a:pPr>
                <a:r>
                  <a:rPr lang="en-AU" sz="1400" b="1" noProof="0" dirty="0">
                    <a:solidFill>
                      <a:schemeClr val="bg1"/>
                    </a:solidFill>
                  </a:rPr>
                  <a:t>Organizational challenges,</a:t>
                </a:r>
              </a:p>
              <a:p>
                <a:pPr marL="88900" indent="-88900">
                  <a:buFont typeface="Arial" panose="020B0604020202020204" pitchFamily="34" charset="0"/>
                  <a:buChar char="•"/>
                  <a:defRPr sz="1100">
                    <a:solidFill>
                      <a:schemeClr val="tx1"/>
                    </a:solidFill>
                  </a:defRPr>
                </a:pPr>
                <a:r>
                  <a:rPr lang="en-AU" sz="1400" b="1" noProof="0" dirty="0">
                    <a:solidFill>
                      <a:schemeClr val="bg1"/>
                    </a:solidFill>
                  </a:rPr>
                  <a:t>Operational processes, and</a:t>
                </a:r>
              </a:p>
              <a:p>
                <a:pPr marL="88900" indent="-88900">
                  <a:buFont typeface="Arial" panose="020B0604020202020204" pitchFamily="34" charset="0"/>
                  <a:buChar char="•"/>
                  <a:defRPr sz="1100">
                    <a:solidFill>
                      <a:schemeClr val="tx1"/>
                    </a:solidFill>
                  </a:defRPr>
                </a:pPr>
                <a:r>
                  <a:rPr lang="en-AU" sz="1400" b="1" noProof="0" dirty="0">
                    <a:solidFill>
                      <a:schemeClr val="bg1"/>
                    </a:solidFill>
                  </a:rPr>
                  <a:t>Supporting technologies.</a:t>
                </a:r>
              </a:p>
            </p:txBody>
          </p:sp>
        </p:grpSp>
      </p:grpSp>
      <p:cxnSp>
        <p:nvCxnSpPr>
          <p:cNvPr id="28" name="Straight Connector 27">
            <a:extLst>
              <a:ext uri="{FF2B5EF4-FFF2-40B4-BE49-F238E27FC236}">
                <a16:creationId xmlns:a16="http://schemas.microsoft.com/office/drawing/2014/main" id="{95DC858D-C58D-FD57-C605-DE2945F7EF74}"/>
              </a:ext>
            </a:extLst>
          </p:cNvPr>
          <p:cNvCxnSpPr>
            <a:cxnSpLocks/>
          </p:cNvCxnSpPr>
          <p:nvPr/>
        </p:nvCxnSpPr>
        <p:spPr>
          <a:xfrm>
            <a:off x="6309188" y="3423344"/>
            <a:ext cx="137807" cy="98078"/>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DD05EE1-B2E2-7DB8-2747-89EC1604BC1F}"/>
              </a:ext>
            </a:extLst>
          </p:cNvPr>
          <p:cNvCxnSpPr/>
          <p:nvPr/>
        </p:nvCxnSpPr>
        <p:spPr>
          <a:xfrm>
            <a:off x="6446995" y="3521422"/>
            <a:ext cx="299232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C1EB699-CCC4-82EA-7896-E82154370FBB}"/>
              </a:ext>
            </a:extLst>
          </p:cNvPr>
          <p:cNvCxnSpPr/>
          <p:nvPr/>
        </p:nvCxnSpPr>
        <p:spPr>
          <a:xfrm>
            <a:off x="6446995" y="4032624"/>
            <a:ext cx="299232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3B661B9-F37D-EEAD-4E7E-0B012DBCC982}"/>
              </a:ext>
            </a:extLst>
          </p:cNvPr>
          <p:cNvCxnSpPr/>
          <p:nvPr/>
        </p:nvCxnSpPr>
        <p:spPr>
          <a:xfrm>
            <a:off x="245755" y="4032624"/>
            <a:ext cx="299232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1B49520-A7B4-393E-D18B-2655F696B1F8}"/>
              </a:ext>
            </a:extLst>
          </p:cNvPr>
          <p:cNvCxnSpPr/>
          <p:nvPr/>
        </p:nvCxnSpPr>
        <p:spPr>
          <a:xfrm>
            <a:off x="245755" y="3619500"/>
            <a:ext cx="299232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304456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87F0034-4B4D-7964-D8C6-6EB47CBC376D}"/>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B0F6ABDE-5AA1-8987-F808-F295113AEEDC}"/>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173237B1-0F94-C107-B74B-CC654FDE1926}"/>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CAPGEMINI BRINGS A UNIQUE SET OF GLOBAL CAPABILITIES AND HANDS-ON EXPERIENCE ACRSOSS INDUSTRIES TO TRANSFORM YOUR SUPPLY CHAIN</a:t>
            </a:r>
          </a:p>
        </p:txBody>
      </p:sp>
      <p:sp>
        <p:nvSpPr>
          <p:cNvPr id="3" name="TextBox 2">
            <a:extLst>
              <a:ext uri="{FF2B5EF4-FFF2-40B4-BE49-F238E27FC236}">
                <a16:creationId xmlns:a16="http://schemas.microsoft.com/office/drawing/2014/main" id="{9D3BCBEF-F3E8-38F8-3CA5-EE512694D4A9}"/>
              </a:ext>
            </a:extLst>
          </p:cNvPr>
          <p:cNvSpPr txBox="1"/>
          <p:nvPr/>
        </p:nvSpPr>
        <p:spPr>
          <a:xfrm>
            <a:off x="10475063" y="895990"/>
            <a:ext cx="1845301" cy="216314"/>
          </a:xfrm>
          <a:prstGeom prst="roundRect">
            <a:avLst/>
          </a:prstGeom>
          <a:solidFill>
            <a:srgbClr val="003857"/>
          </a:solidFill>
        </p:spPr>
        <p:txBody>
          <a:bodyPr vert="horz" wrap="square" lIns="0" tIns="0" rIns="0" bIns="0" rtlCol="0" anchor="ctr">
            <a:noAutofit/>
          </a:bodyPr>
          <a:lstStyle/>
          <a:p>
            <a:pPr marL="0" marR="0" lvl="0" indent="0" algn="ctr" defTabSz="914400" eaLnBrk="1" fontAlgn="auto" latinLnBrk="0" hangingPunct="1">
              <a:lnSpc>
                <a:spcPct val="100000"/>
              </a:lnSpc>
              <a:spcBef>
                <a:spcPts val="0"/>
              </a:spcBef>
              <a:spcAft>
                <a:spcPts val="800"/>
              </a:spcAft>
              <a:buClrTx/>
              <a:buSzTx/>
              <a:buFontTx/>
              <a:buNone/>
              <a:tabLst/>
              <a:defRPr/>
            </a:pPr>
            <a:r>
              <a:rPr lang="en-AU" sz="1050" b="1" i="1" kern="0" noProof="0">
                <a:solidFill>
                  <a:schemeClr val="bg1"/>
                </a:solidFill>
                <a:latin typeface="+mj-lt"/>
              </a:rPr>
              <a:t>Supply chain leaders</a:t>
            </a:r>
            <a:endParaRPr kumimoji="0" lang="en-AU" sz="1050" b="1" i="1" u="none" strike="noStrike" kern="0" cap="none" spc="0" normalizeH="0" baseline="0" noProof="0">
              <a:ln>
                <a:noFill/>
              </a:ln>
              <a:solidFill>
                <a:schemeClr val="bg1"/>
              </a:solidFill>
              <a:effectLst/>
              <a:uLnTx/>
              <a:uFillTx/>
              <a:latin typeface="+mj-lt"/>
            </a:endParaRPr>
          </a:p>
        </p:txBody>
      </p:sp>
      <p:grpSp>
        <p:nvGrpSpPr>
          <p:cNvPr id="7" name="Group 6">
            <a:extLst>
              <a:ext uri="{FF2B5EF4-FFF2-40B4-BE49-F238E27FC236}">
                <a16:creationId xmlns:a16="http://schemas.microsoft.com/office/drawing/2014/main" id="{9383EDAE-132F-7D7A-8398-B61BFDF188DC}"/>
              </a:ext>
            </a:extLst>
          </p:cNvPr>
          <p:cNvGrpSpPr/>
          <p:nvPr/>
        </p:nvGrpSpPr>
        <p:grpSpPr>
          <a:xfrm>
            <a:off x="234645" y="1340768"/>
            <a:ext cx="11722711" cy="4770731"/>
            <a:chOff x="234645" y="1332393"/>
            <a:chExt cx="11722711" cy="4770731"/>
          </a:xfrm>
        </p:grpSpPr>
        <p:grpSp>
          <p:nvGrpSpPr>
            <p:cNvPr id="8" name="Groupe 8">
              <a:extLst>
                <a:ext uri="{FF2B5EF4-FFF2-40B4-BE49-F238E27FC236}">
                  <a16:creationId xmlns:a16="http://schemas.microsoft.com/office/drawing/2014/main" id="{4498B6E7-9B97-FF73-4015-9DC89779A0E9}"/>
                </a:ext>
              </a:extLst>
            </p:cNvPr>
            <p:cNvGrpSpPr/>
            <p:nvPr/>
          </p:nvGrpSpPr>
          <p:grpSpPr>
            <a:xfrm>
              <a:off x="4315824" y="1393677"/>
              <a:ext cx="7641532" cy="4648162"/>
              <a:chOff x="4414930" y="1873106"/>
              <a:chExt cx="7641532" cy="4648162"/>
            </a:xfrm>
          </p:grpSpPr>
          <p:sp>
            <p:nvSpPr>
              <p:cNvPr id="54" name="Rectangle 53">
                <a:extLst>
                  <a:ext uri="{FF2B5EF4-FFF2-40B4-BE49-F238E27FC236}">
                    <a16:creationId xmlns:a16="http://schemas.microsoft.com/office/drawing/2014/main" id="{E7E283E6-5DF0-32E4-D5C1-1A34D8C38431}"/>
                  </a:ext>
                </a:extLst>
              </p:cNvPr>
              <p:cNvSpPr/>
              <p:nvPr/>
            </p:nvSpPr>
            <p:spPr>
              <a:xfrm>
                <a:off x="4414930" y="2926266"/>
                <a:ext cx="2519849" cy="224040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a typeface="+mn-ea"/>
                  <a:cs typeface="+mn-cs"/>
                </a:endParaRPr>
              </a:p>
            </p:txBody>
          </p:sp>
          <p:grpSp>
            <p:nvGrpSpPr>
              <p:cNvPr id="55" name="Group 54">
                <a:extLst>
                  <a:ext uri="{FF2B5EF4-FFF2-40B4-BE49-F238E27FC236}">
                    <a16:creationId xmlns:a16="http://schemas.microsoft.com/office/drawing/2014/main" id="{0A4AC15B-01BE-1623-42AD-7B570F2D7DBD}"/>
                  </a:ext>
                </a:extLst>
              </p:cNvPr>
              <p:cNvGrpSpPr/>
              <p:nvPr/>
            </p:nvGrpSpPr>
            <p:grpSpPr>
              <a:xfrm>
                <a:off x="4607375" y="1873106"/>
                <a:ext cx="7449087" cy="4312193"/>
                <a:chOff x="5737754" y="2197778"/>
                <a:chExt cx="6559194" cy="3661705"/>
              </a:xfrm>
            </p:grpSpPr>
            <p:grpSp>
              <p:nvGrpSpPr>
                <p:cNvPr id="88" name="Group 331">
                  <a:extLst>
                    <a:ext uri="{FF2B5EF4-FFF2-40B4-BE49-F238E27FC236}">
                      <a16:creationId xmlns:a16="http://schemas.microsoft.com/office/drawing/2014/main" id="{A19EAD02-6AB6-B0C0-6738-76E8D10CCD27}"/>
                    </a:ext>
                  </a:extLst>
                </p:cNvPr>
                <p:cNvGrpSpPr/>
                <p:nvPr/>
              </p:nvGrpSpPr>
              <p:grpSpPr>
                <a:xfrm>
                  <a:off x="5737754" y="2197778"/>
                  <a:ext cx="6053416" cy="3661705"/>
                  <a:chOff x="7110748" y="1447800"/>
                  <a:chExt cx="4380750" cy="2279762"/>
                </a:xfrm>
              </p:grpSpPr>
              <p:sp>
                <p:nvSpPr>
                  <p:cNvPr id="142" name="Freeform 766">
                    <a:extLst>
                      <a:ext uri="{FF2B5EF4-FFF2-40B4-BE49-F238E27FC236}">
                        <a16:creationId xmlns:a16="http://schemas.microsoft.com/office/drawing/2014/main" id="{52E69219-7E1C-53CA-D505-FFB0BB765899}"/>
                      </a:ext>
                    </a:extLst>
                  </p:cNvPr>
                  <p:cNvSpPr>
                    <a:spLocks noEditPoints="1"/>
                  </p:cNvSpPr>
                  <p:nvPr/>
                </p:nvSpPr>
                <p:spPr bwMode="auto">
                  <a:xfrm>
                    <a:off x="10033679" y="2156745"/>
                    <a:ext cx="844240" cy="569317"/>
                  </a:xfrm>
                  <a:custGeom>
                    <a:avLst/>
                    <a:gdLst/>
                    <a:ahLst/>
                    <a:cxnLst>
                      <a:cxn ang="0">
                        <a:pos x="690" y="91"/>
                      </a:cxn>
                      <a:cxn ang="0">
                        <a:pos x="698" y="65"/>
                      </a:cxn>
                      <a:cxn ang="0">
                        <a:pos x="701" y="31"/>
                      </a:cxn>
                      <a:cxn ang="0">
                        <a:pos x="696" y="11"/>
                      </a:cxn>
                      <a:cxn ang="0">
                        <a:pos x="723" y="2"/>
                      </a:cxn>
                      <a:cxn ang="0">
                        <a:pos x="751" y="4"/>
                      </a:cxn>
                      <a:cxn ang="0">
                        <a:pos x="766" y="14"/>
                      </a:cxn>
                      <a:cxn ang="0">
                        <a:pos x="780" y="31"/>
                      </a:cxn>
                      <a:cxn ang="0">
                        <a:pos x="802" y="57"/>
                      </a:cxn>
                      <a:cxn ang="0">
                        <a:pos x="821" y="82"/>
                      </a:cxn>
                      <a:cxn ang="0">
                        <a:pos x="840" y="83"/>
                      </a:cxn>
                      <a:cxn ang="0">
                        <a:pos x="859" y="97"/>
                      </a:cxn>
                      <a:cxn ang="0">
                        <a:pos x="867" y="113"/>
                      </a:cxn>
                      <a:cxn ang="0">
                        <a:pos x="894" y="118"/>
                      </a:cxn>
                      <a:cxn ang="0">
                        <a:pos x="913" y="99"/>
                      </a:cxn>
                      <a:cxn ang="0">
                        <a:pos x="922" y="122"/>
                      </a:cxn>
                      <a:cxn ang="0">
                        <a:pos x="924" y="147"/>
                      </a:cxn>
                      <a:cxn ang="0">
                        <a:pos x="922" y="169"/>
                      </a:cxn>
                      <a:cxn ang="0">
                        <a:pos x="898" y="181"/>
                      </a:cxn>
                      <a:cxn ang="0">
                        <a:pos x="906" y="219"/>
                      </a:cxn>
                      <a:cxn ang="0">
                        <a:pos x="837" y="296"/>
                      </a:cxn>
                      <a:cxn ang="0">
                        <a:pos x="803" y="317"/>
                      </a:cxn>
                      <a:cxn ang="0">
                        <a:pos x="803" y="309"/>
                      </a:cxn>
                      <a:cxn ang="0">
                        <a:pos x="803" y="285"/>
                      </a:cxn>
                      <a:cxn ang="0">
                        <a:pos x="770" y="296"/>
                      </a:cxn>
                      <a:cxn ang="0">
                        <a:pos x="746" y="322"/>
                      </a:cxn>
                      <a:cxn ang="0">
                        <a:pos x="766" y="340"/>
                      </a:cxn>
                      <a:cxn ang="0">
                        <a:pos x="788" y="341"/>
                      </a:cxn>
                      <a:cxn ang="0">
                        <a:pos x="822" y="347"/>
                      </a:cxn>
                      <a:cxn ang="0">
                        <a:pos x="803" y="362"/>
                      </a:cxn>
                      <a:cxn ang="0">
                        <a:pos x="785" y="382"/>
                      </a:cxn>
                      <a:cxn ang="0">
                        <a:pos x="810" y="427"/>
                      </a:cxn>
                      <a:cxn ang="0">
                        <a:pos x="816" y="450"/>
                      </a:cxn>
                      <a:cxn ang="0">
                        <a:pos x="792" y="447"/>
                      </a:cxn>
                      <a:cxn ang="0">
                        <a:pos x="827" y="474"/>
                      </a:cxn>
                      <a:cxn ang="0">
                        <a:pos x="827" y="480"/>
                      </a:cxn>
                      <a:cxn ang="0">
                        <a:pos x="840" y="491"/>
                      </a:cxn>
                      <a:cxn ang="0">
                        <a:pos x="837" y="504"/>
                      </a:cxn>
                      <a:cxn ang="0">
                        <a:pos x="830" y="521"/>
                      </a:cxn>
                      <a:cxn ang="0">
                        <a:pos x="826" y="538"/>
                      </a:cxn>
                      <a:cxn ang="0">
                        <a:pos x="816" y="550"/>
                      </a:cxn>
                      <a:cxn ang="0">
                        <a:pos x="816" y="567"/>
                      </a:cxn>
                      <a:cxn ang="0">
                        <a:pos x="807" y="572"/>
                      </a:cxn>
                      <a:cxn ang="0">
                        <a:pos x="797" y="586"/>
                      </a:cxn>
                      <a:cxn ang="0">
                        <a:pos x="788" y="595"/>
                      </a:cxn>
                      <a:cxn ang="0">
                        <a:pos x="770" y="612"/>
                      </a:cxn>
                      <a:cxn ang="0">
                        <a:pos x="750" y="618"/>
                      </a:cxn>
                      <a:cxn ang="0">
                        <a:pos x="735" y="622"/>
                      </a:cxn>
                      <a:cxn ang="0">
                        <a:pos x="708" y="633"/>
                      </a:cxn>
                      <a:cxn ang="0">
                        <a:pos x="697" y="637"/>
                      </a:cxn>
                      <a:cxn ang="0">
                        <a:pos x="691" y="650"/>
                      </a:cxn>
                      <a:cxn ang="0">
                        <a:pos x="677" y="632"/>
                      </a:cxn>
                      <a:cxn ang="0">
                        <a:pos x="569" y="647"/>
                      </a:cxn>
                      <a:cxn ang="0">
                        <a:pos x="789" y="599"/>
                      </a:cxn>
                      <a:cxn ang="0">
                        <a:pos x="842" y="481"/>
                      </a:cxn>
                      <a:cxn ang="0">
                        <a:pos x="844" y="624"/>
                      </a:cxn>
                      <a:cxn ang="0">
                        <a:pos x="854" y="574"/>
                      </a:cxn>
                      <a:cxn ang="0">
                        <a:pos x="833" y="587"/>
                      </a:cxn>
                      <a:cxn ang="0">
                        <a:pos x="842" y="622"/>
                      </a:cxn>
                      <a:cxn ang="0">
                        <a:pos x="690" y="656"/>
                      </a:cxn>
                      <a:cxn ang="0">
                        <a:pos x="693" y="684"/>
                      </a:cxn>
                      <a:cxn ang="0">
                        <a:pos x="702" y="655"/>
                      </a:cxn>
                    </a:cxnLst>
                    <a:rect l="0" t="0" r="r" b="b"/>
                    <a:pathLst>
                      <a:path w="926" h="685">
                        <a:moveTo>
                          <a:pt x="280" y="146"/>
                        </a:moveTo>
                        <a:lnTo>
                          <a:pt x="284" y="146"/>
                        </a:lnTo>
                        <a:lnTo>
                          <a:pt x="287" y="147"/>
                        </a:lnTo>
                        <a:lnTo>
                          <a:pt x="289" y="147"/>
                        </a:lnTo>
                        <a:lnTo>
                          <a:pt x="414" y="150"/>
                        </a:lnTo>
                        <a:lnTo>
                          <a:pt x="637" y="127"/>
                        </a:lnTo>
                        <a:lnTo>
                          <a:pt x="666" y="97"/>
                        </a:lnTo>
                        <a:lnTo>
                          <a:pt x="671" y="95"/>
                        </a:lnTo>
                        <a:lnTo>
                          <a:pt x="672" y="95"/>
                        </a:lnTo>
                        <a:lnTo>
                          <a:pt x="674" y="97"/>
                        </a:lnTo>
                        <a:lnTo>
                          <a:pt x="677" y="97"/>
                        </a:lnTo>
                        <a:lnTo>
                          <a:pt x="681" y="97"/>
                        </a:lnTo>
                        <a:lnTo>
                          <a:pt x="682" y="98"/>
                        </a:lnTo>
                        <a:lnTo>
                          <a:pt x="683" y="98"/>
                        </a:lnTo>
                        <a:lnTo>
                          <a:pt x="690" y="91"/>
                        </a:lnTo>
                        <a:lnTo>
                          <a:pt x="694" y="90"/>
                        </a:lnTo>
                        <a:lnTo>
                          <a:pt x="698" y="88"/>
                        </a:lnTo>
                        <a:lnTo>
                          <a:pt x="701" y="87"/>
                        </a:lnTo>
                        <a:lnTo>
                          <a:pt x="702" y="84"/>
                        </a:lnTo>
                        <a:lnTo>
                          <a:pt x="701" y="80"/>
                        </a:lnTo>
                        <a:lnTo>
                          <a:pt x="700" y="80"/>
                        </a:lnTo>
                        <a:lnTo>
                          <a:pt x="700" y="80"/>
                        </a:lnTo>
                        <a:lnTo>
                          <a:pt x="698" y="80"/>
                        </a:lnTo>
                        <a:lnTo>
                          <a:pt x="697" y="80"/>
                        </a:lnTo>
                        <a:lnTo>
                          <a:pt x="697" y="76"/>
                        </a:lnTo>
                        <a:lnTo>
                          <a:pt x="697" y="75"/>
                        </a:lnTo>
                        <a:lnTo>
                          <a:pt x="697" y="71"/>
                        </a:lnTo>
                        <a:lnTo>
                          <a:pt x="696" y="68"/>
                        </a:lnTo>
                        <a:lnTo>
                          <a:pt x="697" y="67"/>
                        </a:lnTo>
                        <a:lnTo>
                          <a:pt x="698" y="65"/>
                        </a:lnTo>
                        <a:lnTo>
                          <a:pt x="698" y="63"/>
                        </a:lnTo>
                        <a:lnTo>
                          <a:pt x="697" y="61"/>
                        </a:lnTo>
                        <a:lnTo>
                          <a:pt x="697" y="59"/>
                        </a:lnTo>
                        <a:lnTo>
                          <a:pt x="697" y="56"/>
                        </a:lnTo>
                        <a:lnTo>
                          <a:pt x="696" y="55"/>
                        </a:lnTo>
                        <a:lnTo>
                          <a:pt x="696" y="52"/>
                        </a:lnTo>
                        <a:lnTo>
                          <a:pt x="697" y="49"/>
                        </a:lnTo>
                        <a:lnTo>
                          <a:pt x="700" y="48"/>
                        </a:lnTo>
                        <a:lnTo>
                          <a:pt x="700" y="44"/>
                        </a:lnTo>
                        <a:lnTo>
                          <a:pt x="701" y="41"/>
                        </a:lnTo>
                        <a:lnTo>
                          <a:pt x="704" y="40"/>
                        </a:lnTo>
                        <a:lnTo>
                          <a:pt x="704" y="37"/>
                        </a:lnTo>
                        <a:lnTo>
                          <a:pt x="702" y="36"/>
                        </a:lnTo>
                        <a:lnTo>
                          <a:pt x="702" y="33"/>
                        </a:lnTo>
                        <a:lnTo>
                          <a:pt x="701" y="31"/>
                        </a:lnTo>
                        <a:lnTo>
                          <a:pt x="700" y="29"/>
                        </a:lnTo>
                        <a:lnTo>
                          <a:pt x="698" y="25"/>
                        </a:lnTo>
                        <a:lnTo>
                          <a:pt x="696" y="25"/>
                        </a:lnTo>
                        <a:lnTo>
                          <a:pt x="694" y="26"/>
                        </a:lnTo>
                        <a:lnTo>
                          <a:pt x="691" y="27"/>
                        </a:lnTo>
                        <a:lnTo>
                          <a:pt x="689" y="27"/>
                        </a:lnTo>
                        <a:lnTo>
                          <a:pt x="689" y="26"/>
                        </a:lnTo>
                        <a:lnTo>
                          <a:pt x="689" y="23"/>
                        </a:lnTo>
                        <a:lnTo>
                          <a:pt x="689" y="22"/>
                        </a:lnTo>
                        <a:lnTo>
                          <a:pt x="689" y="21"/>
                        </a:lnTo>
                        <a:lnTo>
                          <a:pt x="690" y="19"/>
                        </a:lnTo>
                        <a:lnTo>
                          <a:pt x="691" y="16"/>
                        </a:lnTo>
                        <a:lnTo>
                          <a:pt x="693" y="14"/>
                        </a:lnTo>
                        <a:lnTo>
                          <a:pt x="693" y="12"/>
                        </a:lnTo>
                        <a:lnTo>
                          <a:pt x="696" y="11"/>
                        </a:lnTo>
                        <a:lnTo>
                          <a:pt x="698" y="10"/>
                        </a:lnTo>
                        <a:lnTo>
                          <a:pt x="701" y="10"/>
                        </a:lnTo>
                        <a:lnTo>
                          <a:pt x="702" y="10"/>
                        </a:lnTo>
                        <a:lnTo>
                          <a:pt x="702" y="8"/>
                        </a:lnTo>
                        <a:lnTo>
                          <a:pt x="705" y="10"/>
                        </a:lnTo>
                        <a:lnTo>
                          <a:pt x="706" y="8"/>
                        </a:lnTo>
                        <a:lnTo>
                          <a:pt x="708" y="6"/>
                        </a:lnTo>
                        <a:lnTo>
                          <a:pt x="710" y="6"/>
                        </a:lnTo>
                        <a:lnTo>
                          <a:pt x="712" y="4"/>
                        </a:lnTo>
                        <a:lnTo>
                          <a:pt x="715" y="4"/>
                        </a:lnTo>
                        <a:lnTo>
                          <a:pt x="717" y="4"/>
                        </a:lnTo>
                        <a:lnTo>
                          <a:pt x="720" y="4"/>
                        </a:lnTo>
                        <a:lnTo>
                          <a:pt x="721" y="3"/>
                        </a:lnTo>
                        <a:lnTo>
                          <a:pt x="723" y="3"/>
                        </a:lnTo>
                        <a:lnTo>
                          <a:pt x="723" y="2"/>
                        </a:lnTo>
                        <a:lnTo>
                          <a:pt x="727" y="0"/>
                        </a:lnTo>
                        <a:lnTo>
                          <a:pt x="728" y="0"/>
                        </a:lnTo>
                        <a:lnTo>
                          <a:pt x="730" y="0"/>
                        </a:lnTo>
                        <a:lnTo>
                          <a:pt x="732" y="0"/>
                        </a:lnTo>
                        <a:lnTo>
                          <a:pt x="734" y="3"/>
                        </a:lnTo>
                        <a:lnTo>
                          <a:pt x="738" y="3"/>
                        </a:lnTo>
                        <a:lnTo>
                          <a:pt x="740" y="4"/>
                        </a:lnTo>
                        <a:lnTo>
                          <a:pt x="740" y="6"/>
                        </a:lnTo>
                        <a:lnTo>
                          <a:pt x="744" y="6"/>
                        </a:lnTo>
                        <a:lnTo>
                          <a:pt x="746" y="4"/>
                        </a:lnTo>
                        <a:lnTo>
                          <a:pt x="747" y="6"/>
                        </a:lnTo>
                        <a:lnTo>
                          <a:pt x="750" y="7"/>
                        </a:lnTo>
                        <a:lnTo>
                          <a:pt x="750" y="7"/>
                        </a:lnTo>
                        <a:lnTo>
                          <a:pt x="750" y="4"/>
                        </a:lnTo>
                        <a:lnTo>
                          <a:pt x="751" y="4"/>
                        </a:lnTo>
                        <a:lnTo>
                          <a:pt x="753" y="4"/>
                        </a:lnTo>
                        <a:lnTo>
                          <a:pt x="755" y="4"/>
                        </a:lnTo>
                        <a:lnTo>
                          <a:pt x="755" y="4"/>
                        </a:lnTo>
                        <a:lnTo>
                          <a:pt x="757" y="6"/>
                        </a:lnTo>
                        <a:lnTo>
                          <a:pt x="758" y="6"/>
                        </a:lnTo>
                        <a:lnTo>
                          <a:pt x="761" y="6"/>
                        </a:lnTo>
                        <a:lnTo>
                          <a:pt x="761" y="7"/>
                        </a:lnTo>
                        <a:lnTo>
                          <a:pt x="761" y="8"/>
                        </a:lnTo>
                        <a:lnTo>
                          <a:pt x="762" y="10"/>
                        </a:lnTo>
                        <a:lnTo>
                          <a:pt x="763" y="11"/>
                        </a:lnTo>
                        <a:lnTo>
                          <a:pt x="763" y="11"/>
                        </a:lnTo>
                        <a:lnTo>
                          <a:pt x="765" y="10"/>
                        </a:lnTo>
                        <a:lnTo>
                          <a:pt x="768" y="11"/>
                        </a:lnTo>
                        <a:lnTo>
                          <a:pt x="768" y="12"/>
                        </a:lnTo>
                        <a:lnTo>
                          <a:pt x="766" y="14"/>
                        </a:lnTo>
                        <a:lnTo>
                          <a:pt x="768" y="15"/>
                        </a:lnTo>
                        <a:lnTo>
                          <a:pt x="770" y="15"/>
                        </a:lnTo>
                        <a:lnTo>
                          <a:pt x="772" y="15"/>
                        </a:lnTo>
                        <a:lnTo>
                          <a:pt x="772" y="16"/>
                        </a:lnTo>
                        <a:lnTo>
                          <a:pt x="772" y="18"/>
                        </a:lnTo>
                        <a:lnTo>
                          <a:pt x="774" y="18"/>
                        </a:lnTo>
                        <a:lnTo>
                          <a:pt x="774" y="19"/>
                        </a:lnTo>
                        <a:lnTo>
                          <a:pt x="774" y="22"/>
                        </a:lnTo>
                        <a:lnTo>
                          <a:pt x="776" y="23"/>
                        </a:lnTo>
                        <a:lnTo>
                          <a:pt x="776" y="25"/>
                        </a:lnTo>
                        <a:lnTo>
                          <a:pt x="776" y="26"/>
                        </a:lnTo>
                        <a:lnTo>
                          <a:pt x="780" y="26"/>
                        </a:lnTo>
                        <a:lnTo>
                          <a:pt x="780" y="27"/>
                        </a:lnTo>
                        <a:lnTo>
                          <a:pt x="780" y="30"/>
                        </a:lnTo>
                        <a:lnTo>
                          <a:pt x="780" y="31"/>
                        </a:lnTo>
                        <a:lnTo>
                          <a:pt x="782" y="33"/>
                        </a:lnTo>
                        <a:lnTo>
                          <a:pt x="784" y="36"/>
                        </a:lnTo>
                        <a:lnTo>
                          <a:pt x="785" y="37"/>
                        </a:lnTo>
                        <a:lnTo>
                          <a:pt x="787" y="40"/>
                        </a:lnTo>
                        <a:lnTo>
                          <a:pt x="788" y="41"/>
                        </a:lnTo>
                        <a:lnTo>
                          <a:pt x="789" y="42"/>
                        </a:lnTo>
                        <a:lnTo>
                          <a:pt x="791" y="44"/>
                        </a:lnTo>
                        <a:lnTo>
                          <a:pt x="791" y="45"/>
                        </a:lnTo>
                        <a:lnTo>
                          <a:pt x="789" y="46"/>
                        </a:lnTo>
                        <a:lnTo>
                          <a:pt x="791" y="48"/>
                        </a:lnTo>
                        <a:lnTo>
                          <a:pt x="792" y="46"/>
                        </a:lnTo>
                        <a:lnTo>
                          <a:pt x="793" y="49"/>
                        </a:lnTo>
                        <a:lnTo>
                          <a:pt x="793" y="50"/>
                        </a:lnTo>
                        <a:lnTo>
                          <a:pt x="796" y="55"/>
                        </a:lnTo>
                        <a:lnTo>
                          <a:pt x="802" y="57"/>
                        </a:lnTo>
                        <a:lnTo>
                          <a:pt x="803" y="60"/>
                        </a:lnTo>
                        <a:lnTo>
                          <a:pt x="803" y="63"/>
                        </a:lnTo>
                        <a:lnTo>
                          <a:pt x="804" y="64"/>
                        </a:lnTo>
                        <a:lnTo>
                          <a:pt x="804" y="67"/>
                        </a:lnTo>
                        <a:lnTo>
                          <a:pt x="806" y="68"/>
                        </a:lnTo>
                        <a:lnTo>
                          <a:pt x="807" y="68"/>
                        </a:lnTo>
                        <a:lnTo>
                          <a:pt x="808" y="71"/>
                        </a:lnTo>
                        <a:lnTo>
                          <a:pt x="808" y="72"/>
                        </a:lnTo>
                        <a:lnTo>
                          <a:pt x="810" y="75"/>
                        </a:lnTo>
                        <a:lnTo>
                          <a:pt x="812" y="79"/>
                        </a:lnTo>
                        <a:lnTo>
                          <a:pt x="815" y="79"/>
                        </a:lnTo>
                        <a:lnTo>
                          <a:pt x="816" y="82"/>
                        </a:lnTo>
                        <a:lnTo>
                          <a:pt x="818" y="82"/>
                        </a:lnTo>
                        <a:lnTo>
                          <a:pt x="819" y="80"/>
                        </a:lnTo>
                        <a:lnTo>
                          <a:pt x="821" y="82"/>
                        </a:lnTo>
                        <a:lnTo>
                          <a:pt x="822" y="82"/>
                        </a:lnTo>
                        <a:lnTo>
                          <a:pt x="825" y="82"/>
                        </a:lnTo>
                        <a:lnTo>
                          <a:pt x="826" y="80"/>
                        </a:lnTo>
                        <a:lnTo>
                          <a:pt x="829" y="80"/>
                        </a:lnTo>
                        <a:lnTo>
                          <a:pt x="829" y="82"/>
                        </a:lnTo>
                        <a:lnTo>
                          <a:pt x="827" y="82"/>
                        </a:lnTo>
                        <a:lnTo>
                          <a:pt x="829" y="83"/>
                        </a:lnTo>
                        <a:lnTo>
                          <a:pt x="831" y="83"/>
                        </a:lnTo>
                        <a:lnTo>
                          <a:pt x="833" y="84"/>
                        </a:lnTo>
                        <a:lnTo>
                          <a:pt x="834" y="86"/>
                        </a:lnTo>
                        <a:lnTo>
                          <a:pt x="835" y="86"/>
                        </a:lnTo>
                        <a:lnTo>
                          <a:pt x="835" y="86"/>
                        </a:lnTo>
                        <a:lnTo>
                          <a:pt x="837" y="84"/>
                        </a:lnTo>
                        <a:lnTo>
                          <a:pt x="838" y="86"/>
                        </a:lnTo>
                        <a:lnTo>
                          <a:pt x="840" y="83"/>
                        </a:lnTo>
                        <a:lnTo>
                          <a:pt x="841" y="83"/>
                        </a:lnTo>
                        <a:lnTo>
                          <a:pt x="842" y="84"/>
                        </a:lnTo>
                        <a:lnTo>
                          <a:pt x="842" y="86"/>
                        </a:lnTo>
                        <a:lnTo>
                          <a:pt x="844" y="87"/>
                        </a:lnTo>
                        <a:lnTo>
                          <a:pt x="845" y="87"/>
                        </a:lnTo>
                        <a:lnTo>
                          <a:pt x="846" y="88"/>
                        </a:lnTo>
                        <a:lnTo>
                          <a:pt x="848" y="90"/>
                        </a:lnTo>
                        <a:lnTo>
                          <a:pt x="848" y="90"/>
                        </a:lnTo>
                        <a:lnTo>
                          <a:pt x="849" y="91"/>
                        </a:lnTo>
                        <a:lnTo>
                          <a:pt x="849" y="93"/>
                        </a:lnTo>
                        <a:lnTo>
                          <a:pt x="853" y="94"/>
                        </a:lnTo>
                        <a:lnTo>
                          <a:pt x="853" y="95"/>
                        </a:lnTo>
                        <a:lnTo>
                          <a:pt x="854" y="95"/>
                        </a:lnTo>
                        <a:lnTo>
                          <a:pt x="856" y="97"/>
                        </a:lnTo>
                        <a:lnTo>
                          <a:pt x="859" y="97"/>
                        </a:lnTo>
                        <a:lnTo>
                          <a:pt x="860" y="97"/>
                        </a:lnTo>
                        <a:lnTo>
                          <a:pt x="861" y="97"/>
                        </a:lnTo>
                        <a:lnTo>
                          <a:pt x="863" y="95"/>
                        </a:lnTo>
                        <a:lnTo>
                          <a:pt x="864" y="95"/>
                        </a:lnTo>
                        <a:lnTo>
                          <a:pt x="865" y="95"/>
                        </a:lnTo>
                        <a:lnTo>
                          <a:pt x="865" y="97"/>
                        </a:lnTo>
                        <a:lnTo>
                          <a:pt x="864" y="99"/>
                        </a:lnTo>
                        <a:lnTo>
                          <a:pt x="864" y="101"/>
                        </a:lnTo>
                        <a:lnTo>
                          <a:pt x="864" y="102"/>
                        </a:lnTo>
                        <a:lnTo>
                          <a:pt x="867" y="102"/>
                        </a:lnTo>
                        <a:lnTo>
                          <a:pt x="867" y="105"/>
                        </a:lnTo>
                        <a:lnTo>
                          <a:pt x="868" y="108"/>
                        </a:lnTo>
                        <a:lnTo>
                          <a:pt x="867" y="110"/>
                        </a:lnTo>
                        <a:lnTo>
                          <a:pt x="867" y="110"/>
                        </a:lnTo>
                        <a:lnTo>
                          <a:pt x="867" y="113"/>
                        </a:lnTo>
                        <a:lnTo>
                          <a:pt x="869" y="116"/>
                        </a:lnTo>
                        <a:lnTo>
                          <a:pt x="871" y="117"/>
                        </a:lnTo>
                        <a:lnTo>
                          <a:pt x="872" y="120"/>
                        </a:lnTo>
                        <a:lnTo>
                          <a:pt x="874" y="121"/>
                        </a:lnTo>
                        <a:lnTo>
                          <a:pt x="876" y="121"/>
                        </a:lnTo>
                        <a:lnTo>
                          <a:pt x="878" y="120"/>
                        </a:lnTo>
                        <a:lnTo>
                          <a:pt x="879" y="120"/>
                        </a:lnTo>
                        <a:lnTo>
                          <a:pt x="880" y="121"/>
                        </a:lnTo>
                        <a:lnTo>
                          <a:pt x="882" y="122"/>
                        </a:lnTo>
                        <a:lnTo>
                          <a:pt x="883" y="122"/>
                        </a:lnTo>
                        <a:lnTo>
                          <a:pt x="884" y="121"/>
                        </a:lnTo>
                        <a:lnTo>
                          <a:pt x="887" y="121"/>
                        </a:lnTo>
                        <a:lnTo>
                          <a:pt x="888" y="121"/>
                        </a:lnTo>
                        <a:lnTo>
                          <a:pt x="893" y="120"/>
                        </a:lnTo>
                        <a:lnTo>
                          <a:pt x="894" y="118"/>
                        </a:lnTo>
                        <a:lnTo>
                          <a:pt x="895" y="118"/>
                        </a:lnTo>
                        <a:lnTo>
                          <a:pt x="895" y="117"/>
                        </a:lnTo>
                        <a:lnTo>
                          <a:pt x="895" y="114"/>
                        </a:lnTo>
                        <a:lnTo>
                          <a:pt x="898" y="113"/>
                        </a:lnTo>
                        <a:lnTo>
                          <a:pt x="898" y="110"/>
                        </a:lnTo>
                        <a:lnTo>
                          <a:pt x="898" y="109"/>
                        </a:lnTo>
                        <a:lnTo>
                          <a:pt x="901" y="109"/>
                        </a:lnTo>
                        <a:lnTo>
                          <a:pt x="903" y="109"/>
                        </a:lnTo>
                        <a:lnTo>
                          <a:pt x="903" y="106"/>
                        </a:lnTo>
                        <a:lnTo>
                          <a:pt x="905" y="105"/>
                        </a:lnTo>
                        <a:lnTo>
                          <a:pt x="906" y="105"/>
                        </a:lnTo>
                        <a:lnTo>
                          <a:pt x="907" y="102"/>
                        </a:lnTo>
                        <a:lnTo>
                          <a:pt x="909" y="101"/>
                        </a:lnTo>
                        <a:lnTo>
                          <a:pt x="912" y="101"/>
                        </a:lnTo>
                        <a:lnTo>
                          <a:pt x="913" y="99"/>
                        </a:lnTo>
                        <a:lnTo>
                          <a:pt x="916" y="101"/>
                        </a:lnTo>
                        <a:lnTo>
                          <a:pt x="917" y="102"/>
                        </a:lnTo>
                        <a:lnTo>
                          <a:pt x="918" y="102"/>
                        </a:lnTo>
                        <a:lnTo>
                          <a:pt x="920" y="103"/>
                        </a:lnTo>
                        <a:lnTo>
                          <a:pt x="921" y="106"/>
                        </a:lnTo>
                        <a:lnTo>
                          <a:pt x="920" y="108"/>
                        </a:lnTo>
                        <a:lnTo>
                          <a:pt x="920" y="109"/>
                        </a:lnTo>
                        <a:lnTo>
                          <a:pt x="922" y="112"/>
                        </a:lnTo>
                        <a:lnTo>
                          <a:pt x="922" y="113"/>
                        </a:lnTo>
                        <a:lnTo>
                          <a:pt x="924" y="114"/>
                        </a:lnTo>
                        <a:lnTo>
                          <a:pt x="926" y="116"/>
                        </a:lnTo>
                        <a:lnTo>
                          <a:pt x="925" y="118"/>
                        </a:lnTo>
                        <a:lnTo>
                          <a:pt x="925" y="121"/>
                        </a:lnTo>
                        <a:lnTo>
                          <a:pt x="925" y="122"/>
                        </a:lnTo>
                        <a:lnTo>
                          <a:pt x="922" y="122"/>
                        </a:lnTo>
                        <a:lnTo>
                          <a:pt x="921" y="125"/>
                        </a:lnTo>
                        <a:lnTo>
                          <a:pt x="921" y="127"/>
                        </a:lnTo>
                        <a:lnTo>
                          <a:pt x="922" y="128"/>
                        </a:lnTo>
                        <a:lnTo>
                          <a:pt x="922" y="129"/>
                        </a:lnTo>
                        <a:lnTo>
                          <a:pt x="922" y="131"/>
                        </a:lnTo>
                        <a:lnTo>
                          <a:pt x="921" y="133"/>
                        </a:lnTo>
                        <a:lnTo>
                          <a:pt x="922" y="135"/>
                        </a:lnTo>
                        <a:lnTo>
                          <a:pt x="924" y="135"/>
                        </a:lnTo>
                        <a:lnTo>
                          <a:pt x="924" y="137"/>
                        </a:lnTo>
                        <a:lnTo>
                          <a:pt x="924" y="137"/>
                        </a:lnTo>
                        <a:lnTo>
                          <a:pt x="924" y="139"/>
                        </a:lnTo>
                        <a:lnTo>
                          <a:pt x="924" y="140"/>
                        </a:lnTo>
                        <a:lnTo>
                          <a:pt x="922" y="140"/>
                        </a:lnTo>
                        <a:lnTo>
                          <a:pt x="922" y="143"/>
                        </a:lnTo>
                        <a:lnTo>
                          <a:pt x="924" y="147"/>
                        </a:lnTo>
                        <a:lnTo>
                          <a:pt x="925" y="148"/>
                        </a:lnTo>
                        <a:lnTo>
                          <a:pt x="925" y="148"/>
                        </a:lnTo>
                        <a:lnTo>
                          <a:pt x="924" y="150"/>
                        </a:lnTo>
                        <a:lnTo>
                          <a:pt x="922" y="152"/>
                        </a:lnTo>
                        <a:lnTo>
                          <a:pt x="924" y="154"/>
                        </a:lnTo>
                        <a:lnTo>
                          <a:pt x="924" y="155"/>
                        </a:lnTo>
                        <a:lnTo>
                          <a:pt x="925" y="156"/>
                        </a:lnTo>
                        <a:lnTo>
                          <a:pt x="922" y="158"/>
                        </a:lnTo>
                        <a:lnTo>
                          <a:pt x="922" y="158"/>
                        </a:lnTo>
                        <a:lnTo>
                          <a:pt x="922" y="159"/>
                        </a:lnTo>
                        <a:lnTo>
                          <a:pt x="924" y="162"/>
                        </a:lnTo>
                        <a:lnTo>
                          <a:pt x="922" y="163"/>
                        </a:lnTo>
                        <a:lnTo>
                          <a:pt x="921" y="166"/>
                        </a:lnTo>
                        <a:lnTo>
                          <a:pt x="921" y="167"/>
                        </a:lnTo>
                        <a:lnTo>
                          <a:pt x="922" y="169"/>
                        </a:lnTo>
                        <a:lnTo>
                          <a:pt x="921" y="170"/>
                        </a:lnTo>
                        <a:lnTo>
                          <a:pt x="922" y="171"/>
                        </a:lnTo>
                        <a:lnTo>
                          <a:pt x="922" y="173"/>
                        </a:lnTo>
                        <a:lnTo>
                          <a:pt x="922" y="175"/>
                        </a:lnTo>
                        <a:lnTo>
                          <a:pt x="922" y="177"/>
                        </a:lnTo>
                        <a:lnTo>
                          <a:pt x="920" y="177"/>
                        </a:lnTo>
                        <a:lnTo>
                          <a:pt x="918" y="175"/>
                        </a:lnTo>
                        <a:lnTo>
                          <a:pt x="910" y="174"/>
                        </a:lnTo>
                        <a:lnTo>
                          <a:pt x="907" y="174"/>
                        </a:lnTo>
                        <a:lnTo>
                          <a:pt x="906" y="173"/>
                        </a:lnTo>
                        <a:lnTo>
                          <a:pt x="905" y="173"/>
                        </a:lnTo>
                        <a:lnTo>
                          <a:pt x="902" y="177"/>
                        </a:lnTo>
                        <a:lnTo>
                          <a:pt x="902" y="180"/>
                        </a:lnTo>
                        <a:lnTo>
                          <a:pt x="901" y="181"/>
                        </a:lnTo>
                        <a:lnTo>
                          <a:pt x="898" y="181"/>
                        </a:lnTo>
                        <a:lnTo>
                          <a:pt x="897" y="182"/>
                        </a:lnTo>
                        <a:lnTo>
                          <a:pt x="897" y="184"/>
                        </a:lnTo>
                        <a:lnTo>
                          <a:pt x="897" y="186"/>
                        </a:lnTo>
                        <a:lnTo>
                          <a:pt x="901" y="192"/>
                        </a:lnTo>
                        <a:lnTo>
                          <a:pt x="901" y="193"/>
                        </a:lnTo>
                        <a:lnTo>
                          <a:pt x="902" y="194"/>
                        </a:lnTo>
                        <a:lnTo>
                          <a:pt x="903" y="197"/>
                        </a:lnTo>
                        <a:lnTo>
                          <a:pt x="903" y="200"/>
                        </a:lnTo>
                        <a:lnTo>
                          <a:pt x="905" y="204"/>
                        </a:lnTo>
                        <a:lnTo>
                          <a:pt x="905" y="205"/>
                        </a:lnTo>
                        <a:lnTo>
                          <a:pt x="905" y="211"/>
                        </a:lnTo>
                        <a:lnTo>
                          <a:pt x="906" y="212"/>
                        </a:lnTo>
                        <a:lnTo>
                          <a:pt x="906" y="215"/>
                        </a:lnTo>
                        <a:lnTo>
                          <a:pt x="906" y="218"/>
                        </a:lnTo>
                        <a:lnTo>
                          <a:pt x="906" y="219"/>
                        </a:lnTo>
                        <a:lnTo>
                          <a:pt x="906" y="220"/>
                        </a:lnTo>
                        <a:lnTo>
                          <a:pt x="906" y="222"/>
                        </a:lnTo>
                        <a:lnTo>
                          <a:pt x="906" y="224"/>
                        </a:lnTo>
                        <a:lnTo>
                          <a:pt x="905" y="224"/>
                        </a:lnTo>
                        <a:lnTo>
                          <a:pt x="902" y="224"/>
                        </a:lnTo>
                        <a:lnTo>
                          <a:pt x="899" y="224"/>
                        </a:lnTo>
                        <a:lnTo>
                          <a:pt x="899" y="226"/>
                        </a:lnTo>
                        <a:lnTo>
                          <a:pt x="901" y="228"/>
                        </a:lnTo>
                        <a:lnTo>
                          <a:pt x="901" y="230"/>
                        </a:lnTo>
                        <a:lnTo>
                          <a:pt x="901" y="231"/>
                        </a:lnTo>
                        <a:lnTo>
                          <a:pt x="901" y="233"/>
                        </a:lnTo>
                        <a:lnTo>
                          <a:pt x="888" y="242"/>
                        </a:lnTo>
                        <a:lnTo>
                          <a:pt x="884" y="264"/>
                        </a:lnTo>
                        <a:lnTo>
                          <a:pt x="844" y="294"/>
                        </a:lnTo>
                        <a:lnTo>
                          <a:pt x="837" y="296"/>
                        </a:lnTo>
                        <a:lnTo>
                          <a:pt x="835" y="296"/>
                        </a:lnTo>
                        <a:lnTo>
                          <a:pt x="835" y="294"/>
                        </a:lnTo>
                        <a:lnTo>
                          <a:pt x="831" y="298"/>
                        </a:lnTo>
                        <a:lnTo>
                          <a:pt x="827" y="299"/>
                        </a:lnTo>
                        <a:lnTo>
                          <a:pt x="826" y="299"/>
                        </a:lnTo>
                        <a:lnTo>
                          <a:pt x="825" y="298"/>
                        </a:lnTo>
                        <a:lnTo>
                          <a:pt x="821" y="300"/>
                        </a:lnTo>
                        <a:lnTo>
                          <a:pt x="818" y="300"/>
                        </a:lnTo>
                        <a:lnTo>
                          <a:pt x="816" y="303"/>
                        </a:lnTo>
                        <a:lnTo>
                          <a:pt x="815" y="303"/>
                        </a:lnTo>
                        <a:lnTo>
                          <a:pt x="810" y="307"/>
                        </a:lnTo>
                        <a:lnTo>
                          <a:pt x="806" y="310"/>
                        </a:lnTo>
                        <a:lnTo>
                          <a:pt x="807" y="314"/>
                        </a:lnTo>
                        <a:lnTo>
                          <a:pt x="807" y="314"/>
                        </a:lnTo>
                        <a:lnTo>
                          <a:pt x="803" y="317"/>
                        </a:lnTo>
                        <a:lnTo>
                          <a:pt x="800" y="319"/>
                        </a:lnTo>
                        <a:lnTo>
                          <a:pt x="799" y="319"/>
                        </a:lnTo>
                        <a:lnTo>
                          <a:pt x="796" y="322"/>
                        </a:lnTo>
                        <a:lnTo>
                          <a:pt x="795" y="322"/>
                        </a:lnTo>
                        <a:lnTo>
                          <a:pt x="795" y="319"/>
                        </a:lnTo>
                        <a:lnTo>
                          <a:pt x="792" y="318"/>
                        </a:lnTo>
                        <a:lnTo>
                          <a:pt x="793" y="317"/>
                        </a:lnTo>
                        <a:lnTo>
                          <a:pt x="796" y="317"/>
                        </a:lnTo>
                        <a:lnTo>
                          <a:pt x="797" y="314"/>
                        </a:lnTo>
                        <a:lnTo>
                          <a:pt x="800" y="314"/>
                        </a:lnTo>
                        <a:lnTo>
                          <a:pt x="802" y="314"/>
                        </a:lnTo>
                        <a:lnTo>
                          <a:pt x="802" y="313"/>
                        </a:lnTo>
                        <a:lnTo>
                          <a:pt x="800" y="311"/>
                        </a:lnTo>
                        <a:lnTo>
                          <a:pt x="800" y="310"/>
                        </a:lnTo>
                        <a:lnTo>
                          <a:pt x="803" y="309"/>
                        </a:lnTo>
                        <a:lnTo>
                          <a:pt x="804" y="306"/>
                        </a:lnTo>
                        <a:lnTo>
                          <a:pt x="800" y="309"/>
                        </a:lnTo>
                        <a:lnTo>
                          <a:pt x="797" y="310"/>
                        </a:lnTo>
                        <a:lnTo>
                          <a:pt x="796" y="309"/>
                        </a:lnTo>
                        <a:lnTo>
                          <a:pt x="796" y="306"/>
                        </a:lnTo>
                        <a:lnTo>
                          <a:pt x="797" y="306"/>
                        </a:lnTo>
                        <a:lnTo>
                          <a:pt x="797" y="305"/>
                        </a:lnTo>
                        <a:lnTo>
                          <a:pt x="795" y="300"/>
                        </a:lnTo>
                        <a:lnTo>
                          <a:pt x="795" y="298"/>
                        </a:lnTo>
                        <a:lnTo>
                          <a:pt x="795" y="296"/>
                        </a:lnTo>
                        <a:lnTo>
                          <a:pt x="797" y="296"/>
                        </a:lnTo>
                        <a:lnTo>
                          <a:pt x="797" y="292"/>
                        </a:lnTo>
                        <a:lnTo>
                          <a:pt x="800" y="288"/>
                        </a:lnTo>
                        <a:lnTo>
                          <a:pt x="802" y="287"/>
                        </a:lnTo>
                        <a:lnTo>
                          <a:pt x="803" y="285"/>
                        </a:lnTo>
                        <a:lnTo>
                          <a:pt x="803" y="283"/>
                        </a:lnTo>
                        <a:lnTo>
                          <a:pt x="796" y="280"/>
                        </a:lnTo>
                        <a:lnTo>
                          <a:pt x="792" y="275"/>
                        </a:lnTo>
                        <a:lnTo>
                          <a:pt x="791" y="277"/>
                        </a:lnTo>
                        <a:lnTo>
                          <a:pt x="789" y="277"/>
                        </a:lnTo>
                        <a:lnTo>
                          <a:pt x="788" y="276"/>
                        </a:lnTo>
                        <a:lnTo>
                          <a:pt x="784" y="276"/>
                        </a:lnTo>
                        <a:lnTo>
                          <a:pt x="782" y="280"/>
                        </a:lnTo>
                        <a:lnTo>
                          <a:pt x="781" y="280"/>
                        </a:lnTo>
                        <a:lnTo>
                          <a:pt x="781" y="283"/>
                        </a:lnTo>
                        <a:lnTo>
                          <a:pt x="777" y="287"/>
                        </a:lnTo>
                        <a:lnTo>
                          <a:pt x="777" y="292"/>
                        </a:lnTo>
                        <a:lnTo>
                          <a:pt x="776" y="292"/>
                        </a:lnTo>
                        <a:lnTo>
                          <a:pt x="773" y="296"/>
                        </a:lnTo>
                        <a:lnTo>
                          <a:pt x="770" y="296"/>
                        </a:lnTo>
                        <a:lnTo>
                          <a:pt x="765" y="299"/>
                        </a:lnTo>
                        <a:lnTo>
                          <a:pt x="763" y="306"/>
                        </a:lnTo>
                        <a:lnTo>
                          <a:pt x="763" y="309"/>
                        </a:lnTo>
                        <a:lnTo>
                          <a:pt x="763" y="309"/>
                        </a:lnTo>
                        <a:lnTo>
                          <a:pt x="765" y="313"/>
                        </a:lnTo>
                        <a:lnTo>
                          <a:pt x="762" y="313"/>
                        </a:lnTo>
                        <a:lnTo>
                          <a:pt x="763" y="314"/>
                        </a:lnTo>
                        <a:lnTo>
                          <a:pt x="762" y="317"/>
                        </a:lnTo>
                        <a:lnTo>
                          <a:pt x="758" y="317"/>
                        </a:lnTo>
                        <a:lnTo>
                          <a:pt x="754" y="317"/>
                        </a:lnTo>
                        <a:lnTo>
                          <a:pt x="749" y="315"/>
                        </a:lnTo>
                        <a:lnTo>
                          <a:pt x="747" y="317"/>
                        </a:lnTo>
                        <a:lnTo>
                          <a:pt x="746" y="318"/>
                        </a:lnTo>
                        <a:lnTo>
                          <a:pt x="746" y="321"/>
                        </a:lnTo>
                        <a:lnTo>
                          <a:pt x="746" y="322"/>
                        </a:lnTo>
                        <a:lnTo>
                          <a:pt x="746" y="324"/>
                        </a:lnTo>
                        <a:lnTo>
                          <a:pt x="744" y="325"/>
                        </a:lnTo>
                        <a:lnTo>
                          <a:pt x="746" y="328"/>
                        </a:lnTo>
                        <a:lnTo>
                          <a:pt x="746" y="332"/>
                        </a:lnTo>
                        <a:lnTo>
                          <a:pt x="749" y="333"/>
                        </a:lnTo>
                        <a:lnTo>
                          <a:pt x="754" y="336"/>
                        </a:lnTo>
                        <a:lnTo>
                          <a:pt x="754" y="338"/>
                        </a:lnTo>
                        <a:lnTo>
                          <a:pt x="757" y="341"/>
                        </a:lnTo>
                        <a:lnTo>
                          <a:pt x="757" y="340"/>
                        </a:lnTo>
                        <a:lnTo>
                          <a:pt x="758" y="341"/>
                        </a:lnTo>
                        <a:lnTo>
                          <a:pt x="758" y="340"/>
                        </a:lnTo>
                        <a:lnTo>
                          <a:pt x="761" y="340"/>
                        </a:lnTo>
                        <a:lnTo>
                          <a:pt x="761" y="341"/>
                        </a:lnTo>
                        <a:lnTo>
                          <a:pt x="762" y="341"/>
                        </a:lnTo>
                        <a:lnTo>
                          <a:pt x="766" y="340"/>
                        </a:lnTo>
                        <a:lnTo>
                          <a:pt x="766" y="343"/>
                        </a:lnTo>
                        <a:lnTo>
                          <a:pt x="766" y="347"/>
                        </a:lnTo>
                        <a:lnTo>
                          <a:pt x="770" y="355"/>
                        </a:lnTo>
                        <a:lnTo>
                          <a:pt x="774" y="355"/>
                        </a:lnTo>
                        <a:lnTo>
                          <a:pt x="777" y="353"/>
                        </a:lnTo>
                        <a:lnTo>
                          <a:pt x="780" y="355"/>
                        </a:lnTo>
                        <a:lnTo>
                          <a:pt x="781" y="353"/>
                        </a:lnTo>
                        <a:lnTo>
                          <a:pt x="782" y="351"/>
                        </a:lnTo>
                        <a:lnTo>
                          <a:pt x="781" y="348"/>
                        </a:lnTo>
                        <a:lnTo>
                          <a:pt x="780" y="348"/>
                        </a:lnTo>
                        <a:lnTo>
                          <a:pt x="784" y="347"/>
                        </a:lnTo>
                        <a:lnTo>
                          <a:pt x="787" y="345"/>
                        </a:lnTo>
                        <a:lnTo>
                          <a:pt x="787" y="343"/>
                        </a:lnTo>
                        <a:lnTo>
                          <a:pt x="785" y="341"/>
                        </a:lnTo>
                        <a:lnTo>
                          <a:pt x="788" y="341"/>
                        </a:lnTo>
                        <a:lnTo>
                          <a:pt x="795" y="338"/>
                        </a:lnTo>
                        <a:lnTo>
                          <a:pt x="796" y="340"/>
                        </a:lnTo>
                        <a:lnTo>
                          <a:pt x="797" y="340"/>
                        </a:lnTo>
                        <a:lnTo>
                          <a:pt x="799" y="343"/>
                        </a:lnTo>
                        <a:lnTo>
                          <a:pt x="800" y="344"/>
                        </a:lnTo>
                        <a:lnTo>
                          <a:pt x="803" y="345"/>
                        </a:lnTo>
                        <a:lnTo>
                          <a:pt x="811" y="345"/>
                        </a:lnTo>
                        <a:lnTo>
                          <a:pt x="812" y="344"/>
                        </a:lnTo>
                        <a:lnTo>
                          <a:pt x="816" y="344"/>
                        </a:lnTo>
                        <a:lnTo>
                          <a:pt x="815" y="344"/>
                        </a:lnTo>
                        <a:lnTo>
                          <a:pt x="819" y="344"/>
                        </a:lnTo>
                        <a:lnTo>
                          <a:pt x="823" y="344"/>
                        </a:lnTo>
                        <a:lnTo>
                          <a:pt x="825" y="344"/>
                        </a:lnTo>
                        <a:lnTo>
                          <a:pt x="822" y="345"/>
                        </a:lnTo>
                        <a:lnTo>
                          <a:pt x="822" y="347"/>
                        </a:lnTo>
                        <a:lnTo>
                          <a:pt x="823" y="351"/>
                        </a:lnTo>
                        <a:lnTo>
                          <a:pt x="822" y="351"/>
                        </a:lnTo>
                        <a:lnTo>
                          <a:pt x="821" y="352"/>
                        </a:lnTo>
                        <a:lnTo>
                          <a:pt x="821" y="355"/>
                        </a:lnTo>
                        <a:lnTo>
                          <a:pt x="823" y="355"/>
                        </a:lnTo>
                        <a:lnTo>
                          <a:pt x="823" y="356"/>
                        </a:lnTo>
                        <a:lnTo>
                          <a:pt x="819" y="359"/>
                        </a:lnTo>
                        <a:lnTo>
                          <a:pt x="816" y="357"/>
                        </a:lnTo>
                        <a:lnTo>
                          <a:pt x="815" y="355"/>
                        </a:lnTo>
                        <a:lnTo>
                          <a:pt x="815" y="357"/>
                        </a:lnTo>
                        <a:lnTo>
                          <a:pt x="814" y="355"/>
                        </a:lnTo>
                        <a:lnTo>
                          <a:pt x="811" y="359"/>
                        </a:lnTo>
                        <a:lnTo>
                          <a:pt x="808" y="359"/>
                        </a:lnTo>
                        <a:lnTo>
                          <a:pt x="806" y="362"/>
                        </a:lnTo>
                        <a:lnTo>
                          <a:pt x="803" y="362"/>
                        </a:lnTo>
                        <a:lnTo>
                          <a:pt x="803" y="363"/>
                        </a:lnTo>
                        <a:lnTo>
                          <a:pt x="800" y="362"/>
                        </a:lnTo>
                        <a:lnTo>
                          <a:pt x="797" y="362"/>
                        </a:lnTo>
                        <a:lnTo>
                          <a:pt x="800" y="363"/>
                        </a:lnTo>
                        <a:lnTo>
                          <a:pt x="800" y="366"/>
                        </a:lnTo>
                        <a:lnTo>
                          <a:pt x="797" y="367"/>
                        </a:lnTo>
                        <a:lnTo>
                          <a:pt x="797" y="370"/>
                        </a:lnTo>
                        <a:lnTo>
                          <a:pt x="793" y="370"/>
                        </a:lnTo>
                        <a:lnTo>
                          <a:pt x="791" y="372"/>
                        </a:lnTo>
                        <a:lnTo>
                          <a:pt x="792" y="374"/>
                        </a:lnTo>
                        <a:lnTo>
                          <a:pt x="795" y="375"/>
                        </a:lnTo>
                        <a:lnTo>
                          <a:pt x="792" y="378"/>
                        </a:lnTo>
                        <a:lnTo>
                          <a:pt x="791" y="378"/>
                        </a:lnTo>
                        <a:lnTo>
                          <a:pt x="788" y="382"/>
                        </a:lnTo>
                        <a:lnTo>
                          <a:pt x="785" y="382"/>
                        </a:lnTo>
                        <a:lnTo>
                          <a:pt x="785" y="382"/>
                        </a:lnTo>
                        <a:lnTo>
                          <a:pt x="784" y="386"/>
                        </a:lnTo>
                        <a:lnTo>
                          <a:pt x="785" y="389"/>
                        </a:lnTo>
                        <a:lnTo>
                          <a:pt x="784" y="394"/>
                        </a:lnTo>
                        <a:lnTo>
                          <a:pt x="784" y="401"/>
                        </a:lnTo>
                        <a:lnTo>
                          <a:pt x="785" y="401"/>
                        </a:lnTo>
                        <a:lnTo>
                          <a:pt x="792" y="404"/>
                        </a:lnTo>
                        <a:lnTo>
                          <a:pt x="792" y="406"/>
                        </a:lnTo>
                        <a:lnTo>
                          <a:pt x="795" y="405"/>
                        </a:lnTo>
                        <a:lnTo>
                          <a:pt x="803" y="409"/>
                        </a:lnTo>
                        <a:lnTo>
                          <a:pt x="807" y="417"/>
                        </a:lnTo>
                        <a:lnTo>
                          <a:pt x="808" y="419"/>
                        </a:lnTo>
                        <a:lnTo>
                          <a:pt x="807" y="421"/>
                        </a:lnTo>
                        <a:lnTo>
                          <a:pt x="810" y="423"/>
                        </a:lnTo>
                        <a:lnTo>
                          <a:pt x="810" y="427"/>
                        </a:lnTo>
                        <a:lnTo>
                          <a:pt x="815" y="431"/>
                        </a:lnTo>
                        <a:lnTo>
                          <a:pt x="815" y="435"/>
                        </a:lnTo>
                        <a:lnTo>
                          <a:pt x="819" y="440"/>
                        </a:lnTo>
                        <a:lnTo>
                          <a:pt x="822" y="442"/>
                        </a:lnTo>
                        <a:lnTo>
                          <a:pt x="825" y="440"/>
                        </a:lnTo>
                        <a:lnTo>
                          <a:pt x="826" y="442"/>
                        </a:lnTo>
                        <a:lnTo>
                          <a:pt x="826" y="443"/>
                        </a:lnTo>
                        <a:lnTo>
                          <a:pt x="829" y="447"/>
                        </a:lnTo>
                        <a:lnTo>
                          <a:pt x="831" y="449"/>
                        </a:lnTo>
                        <a:lnTo>
                          <a:pt x="833" y="453"/>
                        </a:lnTo>
                        <a:lnTo>
                          <a:pt x="831" y="453"/>
                        </a:lnTo>
                        <a:lnTo>
                          <a:pt x="826" y="451"/>
                        </a:lnTo>
                        <a:lnTo>
                          <a:pt x="822" y="454"/>
                        </a:lnTo>
                        <a:lnTo>
                          <a:pt x="819" y="450"/>
                        </a:lnTo>
                        <a:lnTo>
                          <a:pt x="816" y="450"/>
                        </a:lnTo>
                        <a:lnTo>
                          <a:pt x="814" y="449"/>
                        </a:lnTo>
                        <a:lnTo>
                          <a:pt x="808" y="447"/>
                        </a:lnTo>
                        <a:lnTo>
                          <a:pt x="807" y="450"/>
                        </a:lnTo>
                        <a:lnTo>
                          <a:pt x="804" y="450"/>
                        </a:lnTo>
                        <a:lnTo>
                          <a:pt x="803" y="449"/>
                        </a:lnTo>
                        <a:lnTo>
                          <a:pt x="800" y="444"/>
                        </a:lnTo>
                        <a:lnTo>
                          <a:pt x="797" y="446"/>
                        </a:lnTo>
                        <a:lnTo>
                          <a:pt x="795" y="444"/>
                        </a:lnTo>
                        <a:lnTo>
                          <a:pt x="795" y="446"/>
                        </a:lnTo>
                        <a:lnTo>
                          <a:pt x="792" y="446"/>
                        </a:lnTo>
                        <a:lnTo>
                          <a:pt x="791" y="446"/>
                        </a:lnTo>
                        <a:lnTo>
                          <a:pt x="788" y="446"/>
                        </a:lnTo>
                        <a:lnTo>
                          <a:pt x="785" y="453"/>
                        </a:lnTo>
                        <a:lnTo>
                          <a:pt x="789" y="449"/>
                        </a:lnTo>
                        <a:lnTo>
                          <a:pt x="792" y="447"/>
                        </a:lnTo>
                        <a:lnTo>
                          <a:pt x="796" y="447"/>
                        </a:lnTo>
                        <a:lnTo>
                          <a:pt x="799" y="446"/>
                        </a:lnTo>
                        <a:lnTo>
                          <a:pt x="800" y="447"/>
                        </a:lnTo>
                        <a:lnTo>
                          <a:pt x="800" y="449"/>
                        </a:lnTo>
                        <a:lnTo>
                          <a:pt x="804" y="451"/>
                        </a:lnTo>
                        <a:lnTo>
                          <a:pt x="806" y="453"/>
                        </a:lnTo>
                        <a:lnTo>
                          <a:pt x="811" y="449"/>
                        </a:lnTo>
                        <a:lnTo>
                          <a:pt x="814" y="449"/>
                        </a:lnTo>
                        <a:lnTo>
                          <a:pt x="819" y="454"/>
                        </a:lnTo>
                        <a:lnTo>
                          <a:pt x="825" y="457"/>
                        </a:lnTo>
                        <a:lnTo>
                          <a:pt x="831" y="462"/>
                        </a:lnTo>
                        <a:lnTo>
                          <a:pt x="834" y="468"/>
                        </a:lnTo>
                        <a:lnTo>
                          <a:pt x="834" y="469"/>
                        </a:lnTo>
                        <a:lnTo>
                          <a:pt x="831" y="470"/>
                        </a:lnTo>
                        <a:lnTo>
                          <a:pt x="827" y="474"/>
                        </a:lnTo>
                        <a:lnTo>
                          <a:pt x="826" y="473"/>
                        </a:lnTo>
                        <a:lnTo>
                          <a:pt x="825" y="474"/>
                        </a:lnTo>
                        <a:lnTo>
                          <a:pt x="825" y="477"/>
                        </a:lnTo>
                        <a:lnTo>
                          <a:pt x="822" y="478"/>
                        </a:lnTo>
                        <a:lnTo>
                          <a:pt x="818" y="477"/>
                        </a:lnTo>
                        <a:lnTo>
                          <a:pt x="816" y="478"/>
                        </a:lnTo>
                        <a:lnTo>
                          <a:pt x="815" y="478"/>
                        </a:lnTo>
                        <a:lnTo>
                          <a:pt x="811" y="481"/>
                        </a:lnTo>
                        <a:lnTo>
                          <a:pt x="811" y="484"/>
                        </a:lnTo>
                        <a:lnTo>
                          <a:pt x="812" y="481"/>
                        </a:lnTo>
                        <a:lnTo>
                          <a:pt x="815" y="480"/>
                        </a:lnTo>
                        <a:lnTo>
                          <a:pt x="818" y="478"/>
                        </a:lnTo>
                        <a:lnTo>
                          <a:pt x="821" y="482"/>
                        </a:lnTo>
                        <a:lnTo>
                          <a:pt x="823" y="484"/>
                        </a:lnTo>
                        <a:lnTo>
                          <a:pt x="827" y="480"/>
                        </a:lnTo>
                        <a:lnTo>
                          <a:pt x="830" y="480"/>
                        </a:lnTo>
                        <a:lnTo>
                          <a:pt x="835" y="487"/>
                        </a:lnTo>
                        <a:lnTo>
                          <a:pt x="835" y="485"/>
                        </a:lnTo>
                        <a:lnTo>
                          <a:pt x="837" y="487"/>
                        </a:lnTo>
                        <a:lnTo>
                          <a:pt x="840" y="487"/>
                        </a:lnTo>
                        <a:lnTo>
                          <a:pt x="841" y="488"/>
                        </a:lnTo>
                        <a:lnTo>
                          <a:pt x="834" y="493"/>
                        </a:lnTo>
                        <a:lnTo>
                          <a:pt x="830" y="493"/>
                        </a:lnTo>
                        <a:lnTo>
                          <a:pt x="830" y="496"/>
                        </a:lnTo>
                        <a:lnTo>
                          <a:pt x="831" y="497"/>
                        </a:lnTo>
                        <a:lnTo>
                          <a:pt x="835" y="493"/>
                        </a:lnTo>
                        <a:lnTo>
                          <a:pt x="838" y="495"/>
                        </a:lnTo>
                        <a:lnTo>
                          <a:pt x="838" y="493"/>
                        </a:lnTo>
                        <a:lnTo>
                          <a:pt x="838" y="492"/>
                        </a:lnTo>
                        <a:lnTo>
                          <a:pt x="840" y="491"/>
                        </a:lnTo>
                        <a:lnTo>
                          <a:pt x="841" y="492"/>
                        </a:lnTo>
                        <a:lnTo>
                          <a:pt x="842" y="496"/>
                        </a:lnTo>
                        <a:lnTo>
                          <a:pt x="842" y="497"/>
                        </a:lnTo>
                        <a:lnTo>
                          <a:pt x="841" y="499"/>
                        </a:lnTo>
                        <a:lnTo>
                          <a:pt x="841" y="497"/>
                        </a:lnTo>
                        <a:lnTo>
                          <a:pt x="840" y="497"/>
                        </a:lnTo>
                        <a:lnTo>
                          <a:pt x="838" y="499"/>
                        </a:lnTo>
                        <a:lnTo>
                          <a:pt x="838" y="499"/>
                        </a:lnTo>
                        <a:lnTo>
                          <a:pt x="835" y="499"/>
                        </a:lnTo>
                        <a:lnTo>
                          <a:pt x="831" y="502"/>
                        </a:lnTo>
                        <a:lnTo>
                          <a:pt x="831" y="503"/>
                        </a:lnTo>
                        <a:lnTo>
                          <a:pt x="837" y="502"/>
                        </a:lnTo>
                        <a:lnTo>
                          <a:pt x="838" y="503"/>
                        </a:lnTo>
                        <a:lnTo>
                          <a:pt x="838" y="504"/>
                        </a:lnTo>
                        <a:lnTo>
                          <a:pt x="837" y="504"/>
                        </a:lnTo>
                        <a:lnTo>
                          <a:pt x="834" y="506"/>
                        </a:lnTo>
                        <a:lnTo>
                          <a:pt x="837" y="507"/>
                        </a:lnTo>
                        <a:lnTo>
                          <a:pt x="838" y="508"/>
                        </a:lnTo>
                        <a:lnTo>
                          <a:pt x="835" y="510"/>
                        </a:lnTo>
                        <a:lnTo>
                          <a:pt x="834" y="510"/>
                        </a:lnTo>
                        <a:lnTo>
                          <a:pt x="833" y="511"/>
                        </a:lnTo>
                        <a:lnTo>
                          <a:pt x="834" y="512"/>
                        </a:lnTo>
                        <a:lnTo>
                          <a:pt x="837" y="512"/>
                        </a:lnTo>
                        <a:lnTo>
                          <a:pt x="838" y="515"/>
                        </a:lnTo>
                        <a:lnTo>
                          <a:pt x="837" y="516"/>
                        </a:lnTo>
                        <a:lnTo>
                          <a:pt x="835" y="519"/>
                        </a:lnTo>
                        <a:lnTo>
                          <a:pt x="835" y="518"/>
                        </a:lnTo>
                        <a:lnTo>
                          <a:pt x="834" y="515"/>
                        </a:lnTo>
                        <a:lnTo>
                          <a:pt x="833" y="516"/>
                        </a:lnTo>
                        <a:lnTo>
                          <a:pt x="830" y="521"/>
                        </a:lnTo>
                        <a:lnTo>
                          <a:pt x="829" y="522"/>
                        </a:lnTo>
                        <a:lnTo>
                          <a:pt x="825" y="521"/>
                        </a:lnTo>
                        <a:lnTo>
                          <a:pt x="827" y="522"/>
                        </a:lnTo>
                        <a:lnTo>
                          <a:pt x="827" y="525"/>
                        </a:lnTo>
                        <a:lnTo>
                          <a:pt x="829" y="526"/>
                        </a:lnTo>
                        <a:lnTo>
                          <a:pt x="827" y="527"/>
                        </a:lnTo>
                        <a:lnTo>
                          <a:pt x="827" y="529"/>
                        </a:lnTo>
                        <a:lnTo>
                          <a:pt x="827" y="530"/>
                        </a:lnTo>
                        <a:lnTo>
                          <a:pt x="827" y="531"/>
                        </a:lnTo>
                        <a:lnTo>
                          <a:pt x="827" y="534"/>
                        </a:lnTo>
                        <a:lnTo>
                          <a:pt x="825" y="535"/>
                        </a:lnTo>
                        <a:lnTo>
                          <a:pt x="823" y="533"/>
                        </a:lnTo>
                        <a:lnTo>
                          <a:pt x="822" y="535"/>
                        </a:lnTo>
                        <a:lnTo>
                          <a:pt x="825" y="535"/>
                        </a:lnTo>
                        <a:lnTo>
                          <a:pt x="826" y="538"/>
                        </a:lnTo>
                        <a:lnTo>
                          <a:pt x="823" y="538"/>
                        </a:lnTo>
                        <a:lnTo>
                          <a:pt x="823" y="540"/>
                        </a:lnTo>
                        <a:lnTo>
                          <a:pt x="819" y="544"/>
                        </a:lnTo>
                        <a:lnTo>
                          <a:pt x="818" y="544"/>
                        </a:lnTo>
                        <a:lnTo>
                          <a:pt x="818" y="541"/>
                        </a:lnTo>
                        <a:lnTo>
                          <a:pt x="816" y="541"/>
                        </a:lnTo>
                        <a:lnTo>
                          <a:pt x="815" y="541"/>
                        </a:lnTo>
                        <a:lnTo>
                          <a:pt x="815" y="542"/>
                        </a:lnTo>
                        <a:lnTo>
                          <a:pt x="812" y="542"/>
                        </a:lnTo>
                        <a:lnTo>
                          <a:pt x="814" y="544"/>
                        </a:lnTo>
                        <a:lnTo>
                          <a:pt x="812" y="545"/>
                        </a:lnTo>
                        <a:lnTo>
                          <a:pt x="815" y="545"/>
                        </a:lnTo>
                        <a:lnTo>
                          <a:pt x="816" y="548"/>
                        </a:lnTo>
                        <a:lnTo>
                          <a:pt x="814" y="548"/>
                        </a:lnTo>
                        <a:lnTo>
                          <a:pt x="816" y="550"/>
                        </a:lnTo>
                        <a:lnTo>
                          <a:pt x="819" y="549"/>
                        </a:lnTo>
                        <a:lnTo>
                          <a:pt x="821" y="550"/>
                        </a:lnTo>
                        <a:lnTo>
                          <a:pt x="815" y="553"/>
                        </a:lnTo>
                        <a:lnTo>
                          <a:pt x="812" y="554"/>
                        </a:lnTo>
                        <a:lnTo>
                          <a:pt x="812" y="557"/>
                        </a:lnTo>
                        <a:lnTo>
                          <a:pt x="814" y="556"/>
                        </a:lnTo>
                        <a:lnTo>
                          <a:pt x="815" y="556"/>
                        </a:lnTo>
                        <a:lnTo>
                          <a:pt x="816" y="557"/>
                        </a:lnTo>
                        <a:lnTo>
                          <a:pt x="814" y="560"/>
                        </a:lnTo>
                        <a:lnTo>
                          <a:pt x="816" y="561"/>
                        </a:lnTo>
                        <a:lnTo>
                          <a:pt x="816" y="563"/>
                        </a:lnTo>
                        <a:lnTo>
                          <a:pt x="814" y="564"/>
                        </a:lnTo>
                        <a:lnTo>
                          <a:pt x="815" y="565"/>
                        </a:lnTo>
                        <a:lnTo>
                          <a:pt x="816" y="565"/>
                        </a:lnTo>
                        <a:lnTo>
                          <a:pt x="816" y="567"/>
                        </a:lnTo>
                        <a:lnTo>
                          <a:pt x="816" y="571"/>
                        </a:lnTo>
                        <a:lnTo>
                          <a:pt x="815" y="568"/>
                        </a:lnTo>
                        <a:lnTo>
                          <a:pt x="814" y="568"/>
                        </a:lnTo>
                        <a:lnTo>
                          <a:pt x="814" y="567"/>
                        </a:lnTo>
                        <a:lnTo>
                          <a:pt x="811" y="564"/>
                        </a:lnTo>
                        <a:lnTo>
                          <a:pt x="811" y="567"/>
                        </a:lnTo>
                        <a:lnTo>
                          <a:pt x="810" y="567"/>
                        </a:lnTo>
                        <a:lnTo>
                          <a:pt x="808" y="568"/>
                        </a:lnTo>
                        <a:lnTo>
                          <a:pt x="811" y="571"/>
                        </a:lnTo>
                        <a:lnTo>
                          <a:pt x="811" y="572"/>
                        </a:lnTo>
                        <a:lnTo>
                          <a:pt x="810" y="571"/>
                        </a:lnTo>
                        <a:lnTo>
                          <a:pt x="808" y="571"/>
                        </a:lnTo>
                        <a:lnTo>
                          <a:pt x="808" y="569"/>
                        </a:lnTo>
                        <a:lnTo>
                          <a:pt x="806" y="571"/>
                        </a:lnTo>
                        <a:lnTo>
                          <a:pt x="807" y="572"/>
                        </a:lnTo>
                        <a:lnTo>
                          <a:pt x="808" y="575"/>
                        </a:lnTo>
                        <a:lnTo>
                          <a:pt x="810" y="575"/>
                        </a:lnTo>
                        <a:lnTo>
                          <a:pt x="810" y="575"/>
                        </a:lnTo>
                        <a:lnTo>
                          <a:pt x="808" y="576"/>
                        </a:lnTo>
                        <a:lnTo>
                          <a:pt x="806" y="575"/>
                        </a:lnTo>
                        <a:lnTo>
                          <a:pt x="806" y="576"/>
                        </a:lnTo>
                        <a:lnTo>
                          <a:pt x="806" y="578"/>
                        </a:lnTo>
                        <a:lnTo>
                          <a:pt x="808" y="579"/>
                        </a:lnTo>
                        <a:lnTo>
                          <a:pt x="807" y="582"/>
                        </a:lnTo>
                        <a:lnTo>
                          <a:pt x="803" y="579"/>
                        </a:lnTo>
                        <a:lnTo>
                          <a:pt x="802" y="580"/>
                        </a:lnTo>
                        <a:lnTo>
                          <a:pt x="800" y="580"/>
                        </a:lnTo>
                        <a:lnTo>
                          <a:pt x="799" y="583"/>
                        </a:lnTo>
                        <a:lnTo>
                          <a:pt x="793" y="583"/>
                        </a:lnTo>
                        <a:lnTo>
                          <a:pt x="797" y="586"/>
                        </a:lnTo>
                        <a:lnTo>
                          <a:pt x="800" y="584"/>
                        </a:lnTo>
                        <a:lnTo>
                          <a:pt x="802" y="586"/>
                        </a:lnTo>
                        <a:lnTo>
                          <a:pt x="802" y="587"/>
                        </a:lnTo>
                        <a:lnTo>
                          <a:pt x="799" y="588"/>
                        </a:lnTo>
                        <a:lnTo>
                          <a:pt x="799" y="591"/>
                        </a:lnTo>
                        <a:lnTo>
                          <a:pt x="797" y="588"/>
                        </a:lnTo>
                        <a:lnTo>
                          <a:pt x="796" y="591"/>
                        </a:lnTo>
                        <a:lnTo>
                          <a:pt x="795" y="593"/>
                        </a:lnTo>
                        <a:lnTo>
                          <a:pt x="795" y="591"/>
                        </a:lnTo>
                        <a:lnTo>
                          <a:pt x="793" y="591"/>
                        </a:lnTo>
                        <a:lnTo>
                          <a:pt x="793" y="594"/>
                        </a:lnTo>
                        <a:lnTo>
                          <a:pt x="791" y="594"/>
                        </a:lnTo>
                        <a:lnTo>
                          <a:pt x="791" y="597"/>
                        </a:lnTo>
                        <a:lnTo>
                          <a:pt x="788" y="597"/>
                        </a:lnTo>
                        <a:lnTo>
                          <a:pt x="788" y="595"/>
                        </a:lnTo>
                        <a:lnTo>
                          <a:pt x="784" y="595"/>
                        </a:lnTo>
                        <a:lnTo>
                          <a:pt x="782" y="598"/>
                        </a:lnTo>
                        <a:lnTo>
                          <a:pt x="781" y="597"/>
                        </a:lnTo>
                        <a:lnTo>
                          <a:pt x="782" y="599"/>
                        </a:lnTo>
                        <a:lnTo>
                          <a:pt x="782" y="603"/>
                        </a:lnTo>
                        <a:lnTo>
                          <a:pt x="781" y="605"/>
                        </a:lnTo>
                        <a:lnTo>
                          <a:pt x="782" y="606"/>
                        </a:lnTo>
                        <a:lnTo>
                          <a:pt x="780" y="607"/>
                        </a:lnTo>
                        <a:lnTo>
                          <a:pt x="778" y="607"/>
                        </a:lnTo>
                        <a:lnTo>
                          <a:pt x="777" y="609"/>
                        </a:lnTo>
                        <a:lnTo>
                          <a:pt x="777" y="606"/>
                        </a:lnTo>
                        <a:lnTo>
                          <a:pt x="776" y="607"/>
                        </a:lnTo>
                        <a:lnTo>
                          <a:pt x="774" y="610"/>
                        </a:lnTo>
                        <a:lnTo>
                          <a:pt x="770" y="610"/>
                        </a:lnTo>
                        <a:lnTo>
                          <a:pt x="770" y="612"/>
                        </a:lnTo>
                        <a:lnTo>
                          <a:pt x="768" y="612"/>
                        </a:lnTo>
                        <a:lnTo>
                          <a:pt x="768" y="610"/>
                        </a:lnTo>
                        <a:lnTo>
                          <a:pt x="766" y="610"/>
                        </a:lnTo>
                        <a:lnTo>
                          <a:pt x="766" y="613"/>
                        </a:lnTo>
                        <a:lnTo>
                          <a:pt x="765" y="614"/>
                        </a:lnTo>
                        <a:lnTo>
                          <a:pt x="762" y="612"/>
                        </a:lnTo>
                        <a:lnTo>
                          <a:pt x="761" y="610"/>
                        </a:lnTo>
                        <a:lnTo>
                          <a:pt x="761" y="612"/>
                        </a:lnTo>
                        <a:lnTo>
                          <a:pt x="758" y="612"/>
                        </a:lnTo>
                        <a:lnTo>
                          <a:pt x="758" y="614"/>
                        </a:lnTo>
                        <a:lnTo>
                          <a:pt x="755" y="614"/>
                        </a:lnTo>
                        <a:lnTo>
                          <a:pt x="754" y="613"/>
                        </a:lnTo>
                        <a:lnTo>
                          <a:pt x="753" y="614"/>
                        </a:lnTo>
                        <a:lnTo>
                          <a:pt x="750" y="616"/>
                        </a:lnTo>
                        <a:lnTo>
                          <a:pt x="750" y="618"/>
                        </a:lnTo>
                        <a:lnTo>
                          <a:pt x="744" y="621"/>
                        </a:lnTo>
                        <a:lnTo>
                          <a:pt x="744" y="620"/>
                        </a:lnTo>
                        <a:lnTo>
                          <a:pt x="746" y="618"/>
                        </a:lnTo>
                        <a:lnTo>
                          <a:pt x="747" y="617"/>
                        </a:lnTo>
                        <a:lnTo>
                          <a:pt x="746" y="617"/>
                        </a:lnTo>
                        <a:lnTo>
                          <a:pt x="742" y="614"/>
                        </a:lnTo>
                        <a:lnTo>
                          <a:pt x="742" y="613"/>
                        </a:lnTo>
                        <a:lnTo>
                          <a:pt x="739" y="610"/>
                        </a:lnTo>
                        <a:lnTo>
                          <a:pt x="738" y="609"/>
                        </a:lnTo>
                        <a:lnTo>
                          <a:pt x="738" y="610"/>
                        </a:lnTo>
                        <a:lnTo>
                          <a:pt x="738" y="613"/>
                        </a:lnTo>
                        <a:lnTo>
                          <a:pt x="738" y="616"/>
                        </a:lnTo>
                        <a:lnTo>
                          <a:pt x="739" y="618"/>
                        </a:lnTo>
                        <a:lnTo>
                          <a:pt x="736" y="620"/>
                        </a:lnTo>
                        <a:lnTo>
                          <a:pt x="735" y="622"/>
                        </a:lnTo>
                        <a:lnTo>
                          <a:pt x="734" y="624"/>
                        </a:lnTo>
                        <a:lnTo>
                          <a:pt x="732" y="622"/>
                        </a:lnTo>
                        <a:lnTo>
                          <a:pt x="732" y="621"/>
                        </a:lnTo>
                        <a:lnTo>
                          <a:pt x="731" y="622"/>
                        </a:lnTo>
                        <a:lnTo>
                          <a:pt x="730" y="625"/>
                        </a:lnTo>
                        <a:lnTo>
                          <a:pt x="727" y="628"/>
                        </a:lnTo>
                        <a:lnTo>
                          <a:pt x="724" y="629"/>
                        </a:lnTo>
                        <a:lnTo>
                          <a:pt x="723" y="629"/>
                        </a:lnTo>
                        <a:lnTo>
                          <a:pt x="720" y="629"/>
                        </a:lnTo>
                        <a:lnTo>
                          <a:pt x="717" y="629"/>
                        </a:lnTo>
                        <a:lnTo>
                          <a:pt x="715" y="629"/>
                        </a:lnTo>
                        <a:lnTo>
                          <a:pt x="716" y="632"/>
                        </a:lnTo>
                        <a:lnTo>
                          <a:pt x="712" y="633"/>
                        </a:lnTo>
                        <a:lnTo>
                          <a:pt x="709" y="635"/>
                        </a:lnTo>
                        <a:lnTo>
                          <a:pt x="708" y="633"/>
                        </a:lnTo>
                        <a:lnTo>
                          <a:pt x="706" y="635"/>
                        </a:lnTo>
                        <a:lnTo>
                          <a:pt x="704" y="636"/>
                        </a:lnTo>
                        <a:lnTo>
                          <a:pt x="702" y="637"/>
                        </a:lnTo>
                        <a:lnTo>
                          <a:pt x="701" y="637"/>
                        </a:lnTo>
                        <a:lnTo>
                          <a:pt x="702" y="636"/>
                        </a:lnTo>
                        <a:lnTo>
                          <a:pt x="701" y="636"/>
                        </a:lnTo>
                        <a:lnTo>
                          <a:pt x="701" y="636"/>
                        </a:lnTo>
                        <a:lnTo>
                          <a:pt x="701" y="635"/>
                        </a:lnTo>
                        <a:lnTo>
                          <a:pt x="700" y="635"/>
                        </a:lnTo>
                        <a:lnTo>
                          <a:pt x="700" y="635"/>
                        </a:lnTo>
                        <a:lnTo>
                          <a:pt x="700" y="633"/>
                        </a:lnTo>
                        <a:lnTo>
                          <a:pt x="698" y="635"/>
                        </a:lnTo>
                        <a:lnTo>
                          <a:pt x="697" y="635"/>
                        </a:lnTo>
                        <a:lnTo>
                          <a:pt x="698" y="636"/>
                        </a:lnTo>
                        <a:lnTo>
                          <a:pt x="697" y="637"/>
                        </a:lnTo>
                        <a:lnTo>
                          <a:pt x="696" y="640"/>
                        </a:lnTo>
                        <a:lnTo>
                          <a:pt x="696" y="640"/>
                        </a:lnTo>
                        <a:lnTo>
                          <a:pt x="696" y="643"/>
                        </a:lnTo>
                        <a:lnTo>
                          <a:pt x="698" y="643"/>
                        </a:lnTo>
                        <a:lnTo>
                          <a:pt x="700" y="646"/>
                        </a:lnTo>
                        <a:lnTo>
                          <a:pt x="700" y="647"/>
                        </a:lnTo>
                        <a:lnTo>
                          <a:pt x="700" y="647"/>
                        </a:lnTo>
                        <a:lnTo>
                          <a:pt x="701" y="648"/>
                        </a:lnTo>
                        <a:lnTo>
                          <a:pt x="698" y="651"/>
                        </a:lnTo>
                        <a:lnTo>
                          <a:pt x="697" y="651"/>
                        </a:lnTo>
                        <a:lnTo>
                          <a:pt x="697" y="651"/>
                        </a:lnTo>
                        <a:lnTo>
                          <a:pt x="694" y="650"/>
                        </a:lnTo>
                        <a:lnTo>
                          <a:pt x="693" y="652"/>
                        </a:lnTo>
                        <a:lnTo>
                          <a:pt x="691" y="652"/>
                        </a:lnTo>
                        <a:lnTo>
                          <a:pt x="691" y="650"/>
                        </a:lnTo>
                        <a:lnTo>
                          <a:pt x="691" y="648"/>
                        </a:lnTo>
                        <a:lnTo>
                          <a:pt x="690" y="647"/>
                        </a:lnTo>
                        <a:lnTo>
                          <a:pt x="686" y="643"/>
                        </a:lnTo>
                        <a:lnTo>
                          <a:pt x="686" y="640"/>
                        </a:lnTo>
                        <a:lnTo>
                          <a:pt x="689" y="637"/>
                        </a:lnTo>
                        <a:lnTo>
                          <a:pt x="689" y="636"/>
                        </a:lnTo>
                        <a:lnTo>
                          <a:pt x="691" y="635"/>
                        </a:lnTo>
                        <a:lnTo>
                          <a:pt x="690" y="635"/>
                        </a:lnTo>
                        <a:lnTo>
                          <a:pt x="689" y="633"/>
                        </a:lnTo>
                        <a:lnTo>
                          <a:pt x="687" y="635"/>
                        </a:lnTo>
                        <a:lnTo>
                          <a:pt x="685" y="632"/>
                        </a:lnTo>
                        <a:lnTo>
                          <a:pt x="683" y="635"/>
                        </a:lnTo>
                        <a:lnTo>
                          <a:pt x="682" y="635"/>
                        </a:lnTo>
                        <a:lnTo>
                          <a:pt x="681" y="635"/>
                        </a:lnTo>
                        <a:lnTo>
                          <a:pt x="677" y="632"/>
                        </a:lnTo>
                        <a:lnTo>
                          <a:pt x="675" y="633"/>
                        </a:lnTo>
                        <a:lnTo>
                          <a:pt x="672" y="631"/>
                        </a:lnTo>
                        <a:lnTo>
                          <a:pt x="671" y="628"/>
                        </a:lnTo>
                        <a:lnTo>
                          <a:pt x="671" y="631"/>
                        </a:lnTo>
                        <a:lnTo>
                          <a:pt x="671" y="632"/>
                        </a:lnTo>
                        <a:lnTo>
                          <a:pt x="668" y="633"/>
                        </a:lnTo>
                        <a:lnTo>
                          <a:pt x="667" y="632"/>
                        </a:lnTo>
                        <a:lnTo>
                          <a:pt x="666" y="633"/>
                        </a:lnTo>
                        <a:lnTo>
                          <a:pt x="664" y="632"/>
                        </a:lnTo>
                        <a:lnTo>
                          <a:pt x="664" y="632"/>
                        </a:lnTo>
                        <a:lnTo>
                          <a:pt x="664" y="632"/>
                        </a:lnTo>
                        <a:lnTo>
                          <a:pt x="663" y="632"/>
                        </a:lnTo>
                        <a:lnTo>
                          <a:pt x="648" y="633"/>
                        </a:lnTo>
                        <a:lnTo>
                          <a:pt x="618" y="621"/>
                        </a:lnTo>
                        <a:lnTo>
                          <a:pt x="569" y="647"/>
                        </a:lnTo>
                        <a:lnTo>
                          <a:pt x="534" y="635"/>
                        </a:lnTo>
                        <a:lnTo>
                          <a:pt x="450" y="574"/>
                        </a:lnTo>
                        <a:lnTo>
                          <a:pt x="273" y="557"/>
                        </a:lnTo>
                        <a:lnTo>
                          <a:pt x="179" y="469"/>
                        </a:lnTo>
                        <a:lnTo>
                          <a:pt x="0" y="391"/>
                        </a:lnTo>
                        <a:lnTo>
                          <a:pt x="14" y="239"/>
                        </a:lnTo>
                        <a:lnTo>
                          <a:pt x="132" y="175"/>
                        </a:lnTo>
                        <a:lnTo>
                          <a:pt x="269" y="147"/>
                        </a:lnTo>
                        <a:lnTo>
                          <a:pt x="280" y="146"/>
                        </a:lnTo>
                        <a:lnTo>
                          <a:pt x="280" y="146"/>
                        </a:lnTo>
                        <a:close/>
                        <a:moveTo>
                          <a:pt x="788" y="599"/>
                        </a:moveTo>
                        <a:lnTo>
                          <a:pt x="788" y="601"/>
                        </a:lnTo>
                        <a:lnTo>
                          <a:pt x="791" y="601"/>
                        </a:lnTo>
                        <a:lnTo>
                          <a:pt x="792" y="601"/>
                        </a:lnTo>
                        <a:lnTo>
                          <a:pt x="789" y="599"/>
                        </a:lnTo>
                        <a:lnTo>
                          <a:pt x="788" y="599"/>
                        </a:lnTo>
                        <a:lnTo>
                          <a:pt x="788" y="599"/>
                        </a:lnTo>
                        <a:close/>
                        <a:moveTo>
                          <a:pt x="818" y="563"/>
                        </a:moveTo>
                        <a:lnTo>
                          <a:pt x="819" y="567"/>
                        </a:lnTo>
                        <a:lnTo>
                          <a:pt x="821" y="565"/>
                        </a:lnTo>
                        <a:lnTo>
                          <a:pt x="821" y="564"/>
                        </a:lnTo>
                        <a:lnTo>
                          <a:pt x="819" y="563"/>
                        </a:lnTo>
                        <a:lnTo>
                          <a:pt x="818" y="563"/>
                        </a:lnTo>
                        <a:lnTo>
                          <a:pt x="818" y="563"/>
                        </a:lnTo>
                        <a:close/>
                        <a:moveTo>
                          <a:pt x="840" y="481"/>
                        </a:moveTo>
                        <a:lnTo>
                          <a:pt x="841" y="482"/>
                        </a:lnTo>
                        <a:lnTo>
                          <a:pt x="844" y="484"/>
                        </a:lnTo>
                        <a:lnTo>
                          <a:pt x="845" y="485"/>
                        </a:lnTo>
                        <a:lnTo>
                          <a:pt x="845" y="482"/>
                        </a:lnTo>
                        <a:lnTo>
                          <a:pt x="842" y="481"/>
                        </a:lnTo>
                        <a:lnTo>
                          <a:pt x="841" y="481"/>
                        </a:lnTo>
                        <a:lnTo>
                          <a:pt x="840" y="481"/>
                        </a:lnTo>
                        <a:lnTo>
                          <a:pt x="840" y="481"/>
                        </a:lnTo>
                        <a:close/>
                        <a:moveTo>
                          <a:pt x="825" y="453"/>
                        </a:moveTo>
                        <a:lnTo>
                          <a:pt x="825" y="454"/>
                        </a:lnTo>
                        <a:lnTo>
                          <a:pt x="826" y="457"/>
                        </a:lnTo>
                        <a:lnTo>
                          <a:pt x="829" y="457"/>
                        </a:lnTo>
                        <a:lnTo>
                          <a:pt x="831" y="458"/>
                        </a:lnTo>
                        <a:lnTo>
                          <a:pt x="831" y="454"/>
                        </a:lnTo>
                        <a:lnTo>
                          <a:pt x="829" y="454"/>
                        </a:lnTo>
                        <a:lnTo>
                          <a:pt x="827" y="454"/>
                        </a:lnTo>
                        <a:lnTo>
                          <a:pt x="825" y="453"/>
                        </a:lnTo>
                        <a:lnTo>
                          <a:pt x="825" y="453"/>
                        </a:lnTo>
                        <a:close/>
                        <a:moveTo>
                          <a:pt x="842" y="625"/>
                        </a:moveTo>
                        <a:lnTo>
                          <a:pt x="844" y="624"/>
                        </a:lnTo>
                        <a:lnTo>
                          <a:pt x="846" y="625"/>
                        </a:lnTo>
                        <a:lnTo>
                          <a:pt x="845" y="622"/>
                        </a:lnTo>
                        <a:lnTo>
                          <a:pt x="846" y="618"/>
                        </a:lnTo>
                        <a:lnTo>
                          <a:pt x="845" y="614"/>
                        </a:lnTo>
                        <a:lnTo>
                          <a:pt x="846" y="612"/>
                        </a:lnTo>
                        <a:lnTo>
                          <a:pt x="850" y="606"/>
                        </a:lnTo>
                        <a:lnTo>
                          <a:pt x="850" y="602"/>
                        </a:lnTo>
                        <a:lnTo>
                          <a:pt x="852" y="602"/>
                        </a:lnTo>
                        <a:lnTo>
                          <a:pt x="850" y="601"/>
                        </a:lnTo>
                        <a:lnTo>
                          <a:pt x="852" y="595"/>
                        </a:lnTo>
                        <a:lnTo>
                          <a:pt x="852" y="591"/>
                        </a:lnTo>
                        <a:lnTo>
                          <a:pt x="850" y="587"/>
                        </a:lnTo>
                        <a:lnTo>
                          <a:pt x="852" y="584"/>
                        </a:lnTo>
                        <a:lnTo>
                          <a:pt x="853" y="578"/>
                        </a:lnTo>
                        <a:lnTo>
                          <a:pt x="854" y="574"/>
                        </a:lnTo>
                        <a:lnTo>
                          <a:pt x="854" y="574"/>
                        </a:lnTo>
                        <a:lnTo>
                          <a:pt x="854" y="571"/>
                        </a:lnTo>
                        <a:lnTo>
                          <a:pt x="852" y="569"/>
                        </a:lnTo>
                        <a:lnTo>
                          <a:pt x="852" y="569"/>
                        </a:lnTo>
                        <a:lnTo>
                          <a:pt x="849" y="565"/>
                        </a:lnTo>
                        <a:lnTo>
                          <a:pt x="846" y="565"/>
                        </a:lnTo>
                        <a:lnTo>
                          <a:pt x="845" y="565"/>
                        </a:lnTo>
                        <a:lnTo>
                          <a:pt x="845" y="568"/>
                        </a:lnTo>
                        <a:lnTo>
                          <a:pt x="842" y="568"/>
                        </a:lnTo>
                        <a:lnTo>
                          <a:pt x="840" y="572"/>
                        </a:lnTo>
                        <a:lnTo>
                          <a:pt x="837" y="578"/>
                        </a:lnTo>
                        <a:lnTo>
                          <a:pt x="837" y="579"/>
                        </a:lnTo>
                        <a:lnTo>
                          <a:pt x="837" y="580"/>
                        </a:lnTo>
                        <a:lnTo>
                          <a:pt x="835" y="582"/>
                        </a:lnTo>
                        <a:lnTo>
                          <a:pt x="833" y="587"/>
                        </a:lnTo>
                        <a:lnTo>
                          <a:pt x="831" y="593"/>
                        </a:lnTo>
                        <a:lnTo>
                          <a:pt x="830" y="594"/>
                        </a:lnTo>
                        <a:lnTo>
                          <a:pt x="830" y="595"/>
                        </a:lnTo>
                        <a:lnTo>
                          <a:pt x="831" y="601"/>
                        </a:lnTo>
                        <a:lnTo>
                          <a:pt x="831" y="606"/>
                        </a:lnTo>
                        <a:lnTo>
                          <a:pt x="833" y="607"/>
                        </a:lnTo>
                        <a:lnTo>
                          <a:pt x="833" y="609"/>
                        </a:lnTo>
                        <a:lnTo>
                          <a:pt x="833" y="609"/>
                        </a:lnTo>
                        <a:lnTo>
                          <a:pt x="833" y="610"/>
                        </a:lnTo>
                        <a:lnTo>
                          <a:pt x="834" y="613"/>
                        </a:lnTo>
                        <a:lnTo>
                          <a:pt x="835" y="613"/>
                        </a:lnTo>
                        <a:lnTo>
                          <a:pt x="835" y="616"/>
                        </a:lnTo>
                        <a:lnTo>
                          <a:pt x="840" y="617"/>
                        </a:lnTo>
                        <a:lnTo>
                          <a:pt x="842" y="620"/>
                        </a:lnTo>
                        <a:lnTo>
                          <a:pt x="842" y="622"/>
                        </a:lnTo>
                        <a:lnTo>
                          <a:pt x="842" y="625"/>
                        </a:lnTo>
                        <a:lnTo>
                          <a:pt x="842" y="625"/>
                        </a:lnTo>
                        <a:close/>
                        <a:moveTo>
                          <a:pt x="698" y="640"/>
                        </a:moveTo>
                        <a:lnTo>
                          <a:pt x="700" y="641"/>
                        </a:lnTo>
                        <a:lnTo>
                          <a:pt x="702" y="641"/>
                        </a:lnTo>
                        <a:lnTo>
                          <a:pt x="705" y="643"/>
                        </a:lnTo>
                        <a:lnTo>
                          <a:pt x="705" y="641"/>
                        </a:lnTo>
                        <a:lnTo>
                          <a:pt x="702" y="640"/>
                        </a:lnTo>
                        <a:lnTo>
                          <a:pt x="698" y="640"/>
                        </a:lnTo>
                        <a:lnTo>
                          <a:pt x="698" y="640"/>
                        </a:lnTo>
                        <a:close/>
                        <a:moveTo>
                          <a:pt x="700" y="655"/>
                        </a:moveTo>
                        <a:lnTo>
                          <a:pt x="696" y="655"/>
                        </a:lnTo>
                        <a:lnTo>
                          <a:pt x="694" y="655"/>
                        </a:lnTo>
                        <a:lnTo>
                          <a:pt x="693" y="656"/>
                        </a:lnTo>
                        <a:lnTo>
                          <a:pt x="690" y="656"/>
                        </a:lnTo>
                        <a:lnTo>
                          <a:pt x="687" y="658"/>
                        </a:lnTo>
                        <a:lnTo>
                          <a:pt x="685" y="658"/>
                        </a:lnTo>
                        <a:lnTo>
                          <a:pt x="683" y="660"/>
                        </a:lnTo>
                        <a:lnTo>
                          <a:pt x="679" y="663"/>
                        </a:lnTo>
                        <a:lnTo>
                          <a:pt x="677" y="667"/>
                        </a:lnTo>
                        <a:lnTo>
                          <a:pt x="678" y="670"/>
                        </a:lnTo>
                        <a:lnTo>
                          <a:pt x="678" y="675"/>
                        </a:lnTo>
                        <a:lnTo>
                          <a:pt x="679" y="678"/>
                        </a:lnTo>
                        <a:lnTo>
                          <a:pt x="679" y="679"/>
                        </a:lnTo>
                        <a:lnTo>
                          <a:pt x="682" y="682"/>
                        </a:lnTo>
                        <a:lnTo>
                          <a:pt x="685" y="682"/>
                        </a:lnTo>
                        <a:lnTo>
                          <a:pt x="686" y="684"/>
                        </a:lnTo>
                        <a:lnTo>
                          <a:pt x="689" y="684"/>
                        </a:lnTo>
                        <a:lnTo>
                          <a:pt x="691" y="685"/>
                        </a:lnTo>
                        <a:lnTo>
                          <a:pt x="693" y="684"/>
                        </a:lnTo>
                        <a:lnTo>
                          <a:pt x="693" y="681"/>
                        </a:lnTo>
                        <a:lnTo>
                          <a:pt x="696" y="681"/>
                        </a:lnTo>
                        <a:lnTo>
                          <a:pt x="698" y="682"/>
                        </a:lnTo>
                        <a:lnTo>
                          <a:pt x="700" y="679"/>
                        </a:lnTo>
                        <a:lnTo>
                          <a:pt x="700" y="678"/>
                        </a:lnTo>
                        <a:lnTo>
                          <a:pt x="702" y="677"/>
                        </a:lnTo>
                        <a:lnTo>
                          <a:pt x="705" y="675"/>
                        </a:lnTo>
                        <a:lnTo>
                          <a:pt x="704" y="673"/>
                        </a:lnTo>
                        <a:lnTo>
                          <a:pt x="705" y="669"/>
                        </a:lnTo>
                        <a:lnTo>
                          <a:pt x="706" y="667"/>
                        </a:lnTo>
                        <a:lnTo>
                          <a:pt x="708" y="665"/>
                        </a:lnTo>
                        <a:lnTo>
                          <a:pt x="709" y="662"/>
                        </a:lnTo>
                        <a:lnTo>
                          <a:pt x="709" y="658"/>
                        </a:lnTo>
                        <a:lnTo>
                          <a:pt x="705" y="656"/>
                        </a:lnTo>
                        <a:lnTo>
                          <a:pt x="702" y="655"/>
                        </a:lnTo>
                        <a:lnTo>
                          <a:pt x="701" y="656"/>
                        </a:lnTo>
                        <a:lnTo>
                          <a:pt x="701" y="656"/>
                        </a:lnTo>
                        <a:lnTo>
                          <a:pt x="700" y="655"/>
                        </a:lnTo>
                        <a:lnTo>
                          <a:pt x="700" y="655"/>
                        </a:lnTo>
                        <a:close/>
                      </a:path>
                    </a:pathLst>
                  </a:custGeom>
                  <a:solidFill>
                    <a:srgbClr val="D4D4D4"/>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78177"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43" name="Freeform 768">
                    <a:extLst>
                      <a:ext uri="{FF2B5EF4-FFF2-40B4-BE49-F238E27FC236}">
                        <a16:creationId xmlns:a16="http://schemas.microsoft.com/office/drawing/2014/main" id="{236B97B5-3F37-1FCB-6888-39021556CF06}"/>
                      </a:ext>
                    </a:extLst>
                  </p:cNvPr>
                  <p:cNvSpPr>
                    <a:spLocks noEditPoints="1"/>
                  </p:cNvSpPr>
                  <p:nvPr/>
                </p:nvSpPr>
                <p:spPr bwMode="auto">
                  <a:xfrm>
                    <a:off x="10766794" y="2285569"/>
                    <a:ext cx="276145" cy="333279"/>
                  </a:xfrm>
                  <a:custGeom>
                    <a:avLst/>
                    <a:gdLst/>
                    <a:ahLst/>
                    <a:cxnLst>
                      <a:cxn ang="0">
                        <a:pos x="92" y="207"/>
                      </a:cxn>
                      <a:cxn ang="0">
                        <a:pos x="7" y="428"/>
                      </a:cxn>
                      <a:cxn ang="0">
                        <a:pos x="49" y="394"/>
                      </a:cxn>
                      <a:cxn ang="0">
                        <a:pos x="49" y="394"/>
                      </a:cxn>
                      <a:cxn ang="0">
                        <a:pos x="64" y="359"/>
                      </a:cxn>
                      <a:cxn ang="0">
                        <a:pos x="67" y="360"/>
                      </a:cxn>
                      <a:cxn ang="0">
                        <a:pos x="156" y="90"/>
                      </a:cxn>
                      <a:cxn ang="0">
                        <a:pos x="148" y="61"/>
                      </a:cxn>
                      <a:cxn ang="0">
                        <a:pos x="160" y="52"/>
                      </a:cxn>
                      <a:cxn ang="0">
                        <a:pos x="160" y="31"/>
                      </a:cxn>
                      <a:cxn ang="0">
                        <a:pos x="158" y="0"/>
                      </a:cxn>
                      <a:cxn ang="0">
                        <a:pos x="196" y="30"/>
                      </a:cxn>
                      <a:cxn ang="0">
                        <a:pos x="211" y="33"/>
                      </a:cxn>
                      <a:cxn ang="0">
                        <a:pos x="220" y="44"/>
                      </a:cxn>
                      <a:cxn ang="0">
                        <a:pos x="197" y="63"/>
                      </a:cxn>
                      <a:cxn ang="0">
                        <a:pos x="174" y="61"/>
                      </a:cxn>
                      <a:cxn ang="0">
                        <a:pos x="162" y="72"/>
                      </a:cxn>
                      <a:cxn ang="0">
                        <a:pos x="158" y="91"/>
                      </a:cxn>
                      <a:cxn ang="0">
                        <a:pos x="156" y="163"/>
                      </a:cxn>
                      <a:cxn ang="0">
                        <a:pos x="49" y="266"/>
                      </a:cxn>
                      <a:cxn ang="0">
                        <a:pos x="45" y="272"/>
                      </a:cxn>
                      <a:cxn ang="0">
                        <a:pos x="42" y="279"/>
                      </a:cxn>
                      <a:cxn ang="0">
                        <a:pos x="63" y="285"/>
                      </a:cxn>
                      <a:cxn ang="0">
                        <a:pos x="61" y="277"/>
                      </a:cxn>
                      <a:cxn ang="0">
                        <a:pos x="111" y="241"/>
                      </a:cxn>
                      <a:cxn ang="0">
                        <a:pos x="103" y="268"/>
                      </a:cxn>
                      <a:cxn ang="0">
                        <a:pos x="122" y="249"/>
                      </a:cxn>
                      <a:cxn ang="0">
                        <a:pos x="99" y="250"/>
                      </a:cxn>
                      <a:cxn ang="0">
                        <a:pos x="99" y="268"/>
                      </a:cxn>
                      <a:cxn ang="0">
                        <a:pos x="83" y="315"/>
                      </a:cxn>
                      <a:cxn ang="0">
                        <a:pos x="80" y="298"/>
                      </a:cxn>
                      <a:cxn ang="0">
                        <a:pos x="87" y="269"/>
                      </a:cxn>
                      <a:cxn ang="0">
                        <a:pos x="76" y="257"/>
                      </a:cxn>
                      <a:cxn ang="0">
                        <a:pos x="87" y="242"/>
                      </a:cxn>
                      <a:cxn ang="0">
                        <a:pos x="113" y="235"/>
                      </a:cxn>
                      <a:cxn ang="0">
                        <a:pos x="126" y="247"/>
                      </a:cxn>
                      <a:cxn ang="0">
                        <a:pos x="147" y="241"/>
                      </a:cxn>
                      <a:cxn ang="0">
                        <a:pos x="148" y="231"/>
                      </a:cxn>
                      <a:cxn ang="0">
                        <a:pos x="159" y="231"/>
                      </a:cxn>
                      <a:cxn ang="0">
                        <a:pos x="179" y="227"/>
                      </a:cxn>
                      <a:cxn ang="0">
                        <a:pos x="186" y="216"/>
                      </a:cxn>
                      <a:cxn ang="0">
                        <a:pos x="194" y="201"/>
                      </a:cxn>
                      <a:cxn ang="0">
                        <a:pos x="197" y="154"/>
                      </a:cxn>
                      <a:cxn ang="0">
                        <a:pos x="196" y="129"/>
                      </a:cxn>
                      <a:cxn ang="0">
                        <a:pos x="177" y="88"/>
                      </a:cxn>
                      <a:cxn ang="0">
                        <a:pos x="175" y="97"/>
                      </a:cxn>
                      <a:cxn ang="0">
                        <a:pos x="162" y="95"/>
                      </a:cxn>
                      <a:cxn ang="0">
                        <a:pos x="158" y="121"/>
                      </a:cxn>
                      <a:cxn ang="0">
                        <a:pos x="160" y="169"/>
                      </a:cxn>
                      <a:cxn ang="0">
                        <a:pos x="140" y="179"/>
                      </a:cxn>
                      <a:cxn ang="0">
                        <a:pos x="130" y="200"/>
                      </a:cxn>
                      <a:cxn ang="0">
                        <a:pos x="124" y="216"/>
                      </a:cxn>
                      <a:cxn ang="0">
                        <a:pos x="95" y="219"/>
                      </a:cxn>
                      <a:cxn ang="0">
                        <a:pos x="68" y="243"/>
                      </a:cxn>
                      <a:cxn ang="0">
                        <a:pos x="53" y="265"/>
                      </a:cxn>
                      <a:cxn ang="0">
                        <a:pos x="56" y="276"/>
                      </a:cxn>
                      <a:cxn ang="0">
                        <a:pos x="61" y="269"/>
                      </a:cxn>
                      <a:cxn ang="0">
                        <a:pos x="67" y="295"/>
                      </a:cxn>
                      <a:cxn ang="0">
                        <a:pos x="76" y="294"/>
                      </a:cxn>
                    </a:cxnLst>
                    <a:rect l="0" t="0" r="r" b="b"/>
                    <a:pathLst>
                      <a:path w="224" h="432">
                        <a:moveTo>
                          <a:pt x="90" y="207"/>
                        </a:moveTo>
                        <a:lnTo>
                          <a:pt x="90" y="208"/>
                        </a:lnTo>
                        <a:lnTo>
                          <a:pt x="90" y="209"/>
                        </a:lnTo>
                        <a:lnTo>
                          <a:pt x="88" y="208"/>
                        </a:lnTo>
                        <a:lnTo>
                          <a:pt x="90" y="207"/>
                        </a:lnTo>
                        <a:lnTo>
                          <a:pt x="90" y="207"/>
                        </a:lnTo>
                        <a:close/>
                        <a:moveTo>
                          <a:pt x="91" y="207"/>
                        </a:moveTo>
                        <a:lnTo>
                          <a:pt x="91" y="205"/>
                        </a:lnTo>
                        <a:lnTo>
                          <a:pt x="92" y="204"/>
                        </a:lnTo>
                        <a:lnTo>
                          <a:pt x="94" y="204"/>
                        </a:lnTo>
                        <a:lnTo>
                          <a:pt x="94" y="207"/>
                        </a:lnTo>
                        <a:lnTo>
                          <a:pt x="92" y="207"/>
                        </a:lnTo>
                        <a:lnTo>
                          <a:pt x="91" y="207"/>
                        </a:lnTo>
                        <a:lnTo>
                          <a:pt x="91" y="207"/>
                        </a:lnTo>
                        <a:close/>
                        <a:moveTo>
                          <a:pt x="3" y="431"/>
                        </a:moveTo>
                        <a:lnTo>
                          <a:pt x="1" y="429"/>
                        </a:lnTo>
                        <a:lnTo>
                          <a:pt x="0" y="429"/>
                        </a:lnTo>
                        <a:lnTo>
                          <a:pt x="0" y="432"/>
                        </a:lnTo>
                        <a:lnTo>
                          <a:pt x="1" y="432"/>
                        </a:lnTo>
                        <a:lnTo>
                          <a:pt x="3" y="431"/>
                        </a:lnTo>
                        <a:lnTo>
                          <a:pt x="3" y="431"/>
                        </a:lnTo>
                        <a:close/>
                        <a:moveTo>
                          <a:pt x="4" y="428"/>
                        </a:moveTo>
                        <a:lnTo>
                          <a:pt x="5" y="427"/>
                        </a:lnTo>
                        <a:lnTo>
                          <a:pt x="7" y="428"/>
                        </a:lnTo>
                        <a:lnTo>
                          <a:pt x="7" y="431"/>
                        </a:lnTo>
                        <a:lnTo>
                          <a:pt x="4" y="429"/>
                        </a:lnTo>
                        <a:lnTo>
                          <a:pt x="4" y="428"/>
                        </a:lnTo>
                        <a:lnTo>
                          <a:pt x="4" y="428"/>
                        </a:lnTo>
                        <a:close/>
                        <a:moveTo>
                          <a:pt x="18" y="419"/>
                        </a:moveTo>
                        <a:lnTo>
                          <a:pt x="18" y="421"/>
                        </a:lnTo>
                        <a:lnTo>
                          <a:pt x="18" y="423"/>
                        </a:lnTo>
                        <a:lnTo>
                          <a:pt x="20" y="423"/>
                        </a:lnTo>
                        <a:lnTo>
                          <a:pt x="20" y="420"/>
                        </a:lnTo>
                        <a:lnTo>
                          <a:pt x="18" y="419"/>
                        </a:lnTo>
                        <a:lnTo>
                          <a:pt x="18" y="419"/>
                        </a:lnTo>
                        <a:close/>
                        <a:moveTo>
                          <a:pt x="49" y="394"/>
                        </a:moveTo>
                        <a:lnTo>
                          <a:pt x="48" y="390"/>
                        </a:lnTo>
                        <a:lnTo>
                          <a:pt x="50" y="387"/>
                        </a:lnTo>
                        <a:lnTo>
                          <a:pt x="50" y="386"/>
                        </a:lnTo>
                        <a:lnTo>
                          <a:pt x="50" y="386"/>
                        </a:lnTo>
                        <a:lnTo>
                          <a:pt x="52" y="385"/>
                        </a:lnTo>
                        <a:lnTo>
                          <a:pt x="53" y="382"/>
                        </a:lnTo>
                        <a:lnTo>
                          <a:pt x="54" y="385"/>
                        </a:lnTo>
                        <a:lnTo>
                          <a:pt x="53" y="386"/>
                        </a:lnTo>
                        <a:lnTo>
                          <a:pt x="53" y="389"/>
                        </a:lnTo>
                        <a:lnTo>
                          <a:pt x="50" y="390"/>
                        </a:lnTo>
                        <a:lnTo>
                          <a:pt x="50" y="393"/>
                        </a:lnTo>
                        <a:lnTo>
                          <a:pt x="49" y="394"/>
                        </a:lnTo>
                        <a:lnTo>
                          <a:pt x="49" y="394"/>
                        </a:lnTo>
                        <a:close/>
                        <a:moveTo>
                          <a:pt x="61" y="364"/>
                        </a:moveTo>
                        <a:lnTo>
                          <a:pt x="64" y="367"/>
                        </a:lnTo>
                        <a:lnTo>
                          <a:pt x="64" y="368"/>
                        </a:lnTo>
                        <a:lnTo>
                          <a:pt x="63" y="370"/>
                        </a:lnTo>
                        <a:lnTo>
                          <a:pt x="61" y="367"/>
                        </a:lnTo>
                        <a:lnTo>
                          <a:pt x="61" y="366"/>
                        </a:lnTo>
                        <a:lnTo>
                          <a:pt x="61" y="364"/>
                        </a:lnTo>
                        <a:lnTo>
                          <a:pt x="61" y="364"/>
                        </a:lnTo>
                        <a:close/>
                        <a:moveTo>
                          <a:pt x="67" y="360"/>
                        </a:moveTo>
                        <a:lnTo>
                          <a:pt x="67" y="359"/>
                        </a:lnTo>
                        <a:lnTo>
                          <a:pt x="64" y="359"/>
                        </a:lnTo>
                        <a:lnTo>
                          <a:pt x="63" y="357"/>
                        </a:lnTo>
                        <a:lnTo>
                          <a:pt x="64" y="356"/>
                        </a:lnTo>
                        <a:lnTo>
                          <a:pt x="67" y="355"/>
                        </a:lnTo>
                        <a:lnTo>
                          <a:pt x="67" y="355"/>
                        </a:lnTo>
                        <a:lnTo>
                          <a:pt x="68" y="353"/>
                        </a:lnTo>
                        <a:lnTo>
                          <a:pt x="69" y="353"/>
                        </a:lnTo>
                        <a:lnTo>
                          <a:pt x="71" y="353"/>
                        </a:lnTo>
                        <a:lnTo>
                          <a:pt x="72" y="352"/>
                        </a:lnTo>
                        <a:lnTo>
                          <a:pt x="71" y="355"/>
                        </a:lnTo>
                        <a:lnTo>
                          <a:pt x="68" y="357"/>
                        </a:lnTo>
                        <a:lnTo>
                          <a:pt x="68" y="359"/>
                        </a:lnTo>
                        <a:lnTo>
                          <a:pt x="67" y="360"/>
                        </a:lnTo>
                        <a:lnTo>
                          <a:pt x="67" y="360"/>
                        </a:lnTo>
                        <a:close/>
                        <a:moveTo>
                          <a:pt x="141" y="78"/>
                        </a:moveTo>
                        <a:lnTo>
                          <a:pt x="140" y="76"/>
                        </a:lnTo>
                        <a:lnTo>
                          <a:pt x="140" y="73"/>
                        </a:lnTo>
                        <a:lnTo>
                          <a:pt x="141" y="71"/>
                        </a:lnTo>
                        <a:lnTo>
                          <a:pt x="143" y="71"/>
                        </a:lnTo>
                        <a:lnTo>
                          <a:pt x="143" y="73"/>
                        </a:lnTo>
                        <a:lnTo>
                          <a:pt x="143" y="76"/>
                        </a:lnTo>
                        <a:lnTo>
                          <a:pt x="141" y="78"/>
                        </a:lnTo>
                        <a:lnTo>
                          <a:pt x="141" y="78"/>
                        </a:lnTo>
                        <a:close/>
                        <a:moveTo>
                          <a:pt x="158" y="91"/>
                        </a:moveTo>
                        <a:lnTo>
                          <a:pt x="156" y="90"/>
                        </a:lnTo>
                        <a:lnTo>
                          <a:pt x="155" y="87"/>
                        </a:lnTo>
                        <a:lnTo>
                          <a:pt x="155" y="87"/>
                        </a:lnTo>
                        <a:lnTo>
                          <a:pt x="155" y="82"/>
                        </a:lnTo>
                        <a:lnTo>
                          <a:pt x="152" y="76"/>
                        </a:lnTo>
                        <a:lnTo>
                          <a:pt x="151" y="75"/>
                        </a:lnTo>
                        <a:lnTo>
                          <a:pt x="148" y="73"/>
                        </a:lnTo>
                        <a:lnTo>
                          <a:pt x="147" y="73"/>
                        </a:lnTo>
                        <a:lnTo>
                          <a:pt x="147" y="71"/>
                        </a:lnTo>
                        <a:lnTo>
                          <a:pt x="147" y="67"/>
                        </a:lnTo>
                        <a:lnTo>
                          <a:pt x="145" y="64"/>
                        </a:lnTo>
                        <a:lnTo>
                          <a:pt x="147" y="63"/>
                        </a:lnTo>
                        <a:lnTo>
                          <a:pt x="148" y="61"/>
                        </a:lnTo>
                        <a:lnTo>
                          <a:pt x="149" y="60"/>
                        </a:lnTo>
                        <a:lnTo>
                          <a:pt x="151" y="60"/>
                        </a:lnTo>
                        <a:lnTo>
                          <a:pt x="152" y="57"/>
                        </a:lnTo>
                        <a:lnTo>
                          <a:pt x="154" y="56"/>
                        </a:lnTo>
                        <a:lnTo>
                          <a:pt x="152" y="54"/>
                        </a:lnTo>
                        <a:lnTo>
                          <a:pt x="149" y="52"/>
                        </a:lnTo>
                        <a:lnTo>
                          <a:pt x="149" y="52"/>
                        </a:lnTo>
                        <a:lnTo>
                          <a:pt x="148" y="50"/>
                        </a:lnTo>
                        <a:lnTo>
                          <a:pt x="149" y="49"/>
                        </a:lnTo>
                        <a:lnTo>
                          <a:pt x="151" y="48"/>
                        </a:lnTo>
                        <a:lnTo>
                          <a:pt x="155" y="50"/>
                        </a:lnTo>
                        <a:lnTo>
                          <a:pt x="160" y="52"/>
                        </a:lnTo>
                        <a:lnTo>
                          <a:pt x="162" y="50"/>
                        </a:lnTo>
                        <a:lnTo>
                          <a:pt x="162" y="48"/>
                        </a:lnTo>
                        <a:lnTo>
                          <a:pt x="163" y="46"/>
                        </a:lnTo>
                        <a:lnTo>
                          <a:pt x="162" y="45"/>
                        </a:lnTo>
                        <a:lnTo>
                          <a:pt x="160" y="44"/>
                        </a:lnTo>
                        <a:lnTo>
                          <a:pt x="160" y="42"/>
                        </a:lnTo>
                        <a:lnTo>
                          <a:pt x="159" y="41"/>
                        </a:lnTo>
                        <a:lnTo>
                          <a:pt x="158" y="38"/>
                        </a:lnTo>
                        <a:lnTo>
                          <a:pt x="160" y="35"/>
                        </a:lnTo>
                        <a:lnTo>
                          <a:pt x="162" y="35"/>
                        </a:lnTo>
                        <a:lnTo>
                          <a:pt x="162" y="34"/>
                        </a:lnTo>
                        <a:lnTo>
                          <a:pt x="160" y="31"/>
                        </a:lnTo>
                        <a:lnTo>
                          <a:pt x="159" y="27"/>
                        </a:lnTo>
                        <a:lnTo>
                          <a:pt x="159" y="25"/>
                        </a:lnTo>
                        <a:lnTo>
                          <a:pt x="159" y="19"/>
                        </a:lnTo>
                        <a:lnTo>
                          <a:pt x="158" y="16"/>
                        </a:lnTo>
                        <a:lnTo>
                          <a:pt x="154" y="8"/>
                        </a:lnTo>
                        <a:lnTo>
                          <a:pt x="152" y="6"/>
                        </a:lnTo>
                        <a:lnTo>
                          <a:pt x="151" y="3"/>
                        </a:lnTo>
                        <a:lnTo>
                          <a:pt x="152" y="3"/>
                        </a:lnTo>
                        <a:lnTo>
                          <a:pt x="154" y="3"/>
                        </a:lnTo>
                        <a:lnTo>
                          <a:pt x="155" y="0"/>
                        </a:lnTo>
                        <a:lnTo>
                          <a:pt x="155" y="0"/>
                        </a:lnTo>
                        <a:lnTo>
                          <a:pt x="158" y="0"/>
                        </a:lnTo>
                        <a:lnTo>
                          <a:pt x="159" y="1"/>
                        </a:lnTo>
                        <a:lnTo>
                          <a:pt x="163" y="6"/>
                        </a:lnTo>
                        <a:lnTo>
                          <a:pt x="167" y="7"/>
                        </a:lnTo>
                        <a:lnTo>
                          <a:pt x="168" y="10"/>
                        </a:lnTo>
                        <a:lnTo>
                          <a:pt x="175" y="16"/>
                        </a:lnTo>
                        <a:lnTo>
                          <a:pt x="179" y="19"/>
                        </a:lnTo>
                        <a:lnTo>
                          <a:pt x="181" y="20"/>
                        </a:lnTo>
                        <a:lnTo>
                          <a:pt x="183" y="22"/>
                        </a:lnTo>
                        <a:lnTo>
                          <a:pt x="185" y="25"/>
                        </a:lnTo>
                        <a:lnTo>
                          <a:pt x="190" y="26"/>
                        </a:lnTo>
                        <a:lnTo>
                          <a:pt x="193" y="27"/>
                        </a:lnTo>
                        <a:lnTo>
                          <a:pt x="196" y="30"/>
                        </a:lnTo>
                        <a:lnTo>
                          <a:pt x="198" y="29"/>
                        </a:lnTo>
                        <a:lnTo>
                          <a:pt x="198" y="30"/>
                        </a:lnTo>
                        <a:lnTo>
                          <a:pt x="202" y="29"/>
                        </a:lnTo>
                        <a:lnTo>
                          <a:pt x="207" y="26"/>
                        </a:lnTo>
                        <a:lnTo>
                          <a:pt x="209" y="23"/>
                        </a:lnTo>
                        <a:lnTo>
                          <a:pt x="211" y="20"/>
                        </a:lnTo>
                        <a:lnTo>
                          <a:pt x="211" y="19"/>
                        </a:lnTo>
                        <a:lnTo>
                          <a:pt x="212" y="20"/>
                        </a:lnTo>
                        <a:lnTo>
                          <a:pt x="212" y="23"/>
                        </a:lnTo>
                        <a:lnTo>
                          <a:pt x="211" y="27"/>
                        </a:lnTo>
                        <a:lnTo>
                          <a:pt x="211" y="31"/>
                        </a:lnTo>
                        <a:lnTo>
                          <a:pt x="211" y="33"/>
                        </a:lnTo>
                        <a:lnTo>
                          <a:pt x="215" y="35"/>
                        </a:lnTo>
                        <a:lnTo>
                          <a:pt x="217" y="38"/>
                        </a:lnTo>
                        <a:lnTo>
                          <a:pt x="217" y="39"/>
                        </a:lnTo>
                        <a:lnTo>
                          <a:pt x="216" y="41"/>
                        </a:lnTo>
                        <a:lnTo>
                          <a:pt x="219" y="41"/>
                        </a:lnTo>
                        <a:lnTo>
                          <a:pt x="220" y="39"/>
                        </a:lnTo>
                        <a:lnTo>
                          <a:pt x="223" y="37"/>
                        </a:lnTo>
                        <a:lnTo>
                          <a:pt x="224" y="37"/>
                        </a:lnTo>
                        <a:lnTo>
                          <a:pt x="223" y="39"/>
                        </a:lnTo>
                        <a:lnTo>
                          <a:pt x="221" y="39"/>
                        </a:lnTo>
                        <a:lnTo>
                          <a:pt x="221" y="42"/>
                        </a:lnTo>
                        <a:lnTo>
                          <a:pt x="220" y="44"/>
                        </a:lnTo>
                        <a:lnTo>
                          <a:pt x="217" y="45"/>
                        </a:lnTo>
                        <a:lnTo>
                          <a:pt x="217" y="48"/>
                        </a:lnTo>
                        <a:lnTo>
                          <a:pt x="216" y="49"/>
                        </a:lnTo>
                        <a:lnTo>
                          <a:pt x="213" y="49"/>
                        </a:lnTo>
                        <a:lnTo>
                          <a:pt x="213" y="48"/>
                        </a:lnTo>
                        <a:lnTo>
                          <a:pt x="211" y="49"/>
                        </a:lnTo>
                        <a:lnTo>
                          <a:pt x="211" y="50"/>
                        </a:lnTo>
                        <a:lnTo>
                          <a:pt x="208" y="50"/>
                        </a:lnTo>
                        <a:lnTo>
                          <a:pt x="205" y="50"/>
                        </a:lnTo>
                        <a:lnTo>
                          <a:pt x="202" y="50"/>
                        </a:lnTo>
                        <a:lnTo>
                          <a:pt x="198" y="56"/>
                        </a:lnTo>
                        <a:lnTo>
                          <a:pt x="197" y="63"/>
                        </a:lnTo>
                        <a:lnTo>
                          <a:pt x="197" y="67"/>
                        </a:lnTo>
                        <a:lnTo>
                          <a:pt x="197" y="69"/>
                        </a:lnTo>
                        <a:lnTo>
                          <a:pt x="197" y="72"/>
                        </a:lnTo>
                        <a:lnTo>
                          <a:pt x="197" y="75"/>
                        </a:lnTo>
                        <a:lnTo>
                          <a:pt x="194" y="73"/>
                        </a:lnTo>
                        <a:lnTo>
                          <a:pt x="193" y="72"/>
                        </a:lnTo>
                        <a:lnTo>
                          <a:pt x="189" y="71"/>
                        </a:lnTo>
                        <a:lnTo>
                          <a:pt x="185" y="68"/>
                        </a:lnTo>
                        <a:lnTo>
                          <a:pt x="181" y="65"/>
                        </a:lnTo>
                        <a:lnTo>
                          <a:pt x="178" y="63"/>
                        </a:lnTo>
                        <a:lnTo>
                          <a:pt x="175" y="63"/>
                        </a:lnTo>
                        <a:lnTo>
                          <a:pt x="174" y="61"/>
                        </a:lnTo>
                        <a:lnTo>
                          <a:pt x="173" y="61"/>
                        </a:lnTo>
                        <a:lnTo>
                          <a:pt x="170" y="61"/>
                        </a:lnTo>
                        <a:lnTo>
                          <a:pt x="166" y="63"/>
                        </a:lnTo>
                        <a:lnTo>
                          <a:pt x="163" y="68"/>
                        </a:lnTo>
                        <a:lnTo>
                          <a:pt x="162" y="67"/>
                        </a:lnTo>
                        <a:lnTo>
                          <a:pt x="158" y="64"/>
                        </a:lnTo>
                        <a:lnTo>
                          <a:pt x="156" y="64"/>
                        </a:lnTo>
                        <a:lnTo>
                          <a:pt x="154" y="67"/>
                        </a:lnTo>
                        <a:lnTo>
                          <a:pt x="154" y="69"/>
                        </a:lnTo>
                        <a:lnTo>
                          <a:pt x="155" y="71"/>
                        </a:lnTo>
                        <a:lnTo>
                          <a:pt x="158" y="73"/>
                        </a:lnTo>
                        <a:lnTo>
                          <a:pt x="162" y="72"/>
                        </a:lnTo>
                        <a:lnTo>
                          <a:pt x="164" y="76"/>
                        </a:lnTo>
                        <a:lnTo>
                          <a:pt x="167" y="78"/>
                        </a:lnTo>
                        <a:lnTo>
                          <a:pt x="171" y="78"/>
                        </a:lnTo>
                        <a:lnTo>
                          <a:pt x="173" y="79"/>
                        </a:lnTo>
                        <a:lnTo>
                          <a:pt x="170" y="82"/>
                        </a:lnTo>
                        <a:lnTo>
                          <a:pt x="170" y="83"/>
                        </a:lnTo>
                        <a:lnTo>
                          <a:pt x="167" y="82"/>
                        </a:lnTo>
                        <a:lnTo>
                          <a:pt x="163" y="82"/>
                        </a:lnTo>
                        <a:lnTo>
                          <a:pt x="162" y="83"/>
                        </a:lnTo>
                        <a:lnTo>
                          <a:pt x="163" y="84"/>
                        </a:lnTo>
                        <a:lnTo>
                          <a:pt x="162" y="87"/>
                        </a:lnTo>
                        <a:lnTo>
                          <a:pt x="158" y="91"/>
                        </a:lnTo>
                        <a:lnTo>
                          <a:pt x="158" y="91"/>
                        </a:lnTo>
                        <a:close/>
                        <a:moveTo>
                          <a:pt x="154" y="170"/>
                        </a:moveTo>
                        <a:lnTo>
                          <a:pt x="154" y="167"/>
                        </a:lnTo>
                        <a:lnTo>
                          <a:pt x="155" y="166"/>
                        </a:lnTo>
                        <a:lnTo>
                          <a:pt x="154" y="164"/>
                        </a:lnTo>
                        <a:lnTo>
                          <a:pt x="152" y="166"/>
                        </a:lnTo>
                        <a:lnTo>
                          <a:pt x="152" y="164"/>
                        </a:lnTo>
                        <a:lnTo>
                          <a:pt x="154" y="159"/>
                        </a:lnTo>
                        <a:lnTo>
                          <a:pt x="154" y="159"/>
                        </a:lnTo>
                        <a:lnTo>
                          <a:pt x="155" y="160"/>
                        </a:lnTo>
                        <a:lnTo>
                          <a:pt x="155" y="163"/>
                        </a:lnTo>
                        <a:lnTo>
                          <a:pt x="156" y="163"/>
                        </a:lnTo>
                        <a:lnTo>
                          <a:pt x="156" y="164"/>
                        </a:lnTo>
                        <a:lnTo>
                          <a:pt x="156" y="167"/>
                        </a:lnTo>
                        <a:lnTo>
                          <a:pt x="155" y="170"/>
                        </a:lnTo>
                        <a:lnTo>
                          <a:pt x="154" y="170"/>
                        </a:lnTo>
                        <a:lnTo>
                          <a:pt x="154" y="170"/>
                        </a:lnTo>
                        <a:close/>
                        <a:moveTo>
                          <a:pt x="49" y="266"/>
                        </a:moveTo>
                        <a:lnTo>
                          <a:pt x="50" y="268"/>
                        </a:lnTo>
                        <a:lnTo>
                          <a:pt x="52" y="266"/>
                        </a:lnTo>
                        <a:lnTo>
                          <a:pt x="49" y="265"/>
                        </a:lnTo>
                        <a:lnTo>
                          <a:pt x="49" y="265"/>
                        </a:lnTo>
                        <a:lnTo>
                          <a:pt x="49" y="266"/>
                        </a:lnTo>
                        <a:lnTo>
                          <a:pt x="49" y="266"/>
                        </a:lnTo>
                        <a:close/>
                        <a:moveTo>
                          <a:pt x="48" y="268"/>
                        </a:moveTo>
                        <a:lnTo>
                          <a:pt x="49" y="269"/>
                        </a:lnTo>
                        <a:lnTo>
                          <a:pt x="49" y="268"/>
                        </a:lnTo>
                        <a:lnTo>
                          <a:pt x="48" y="268"/>
                        </a:lnTo>
                        <a:lnTo>
                          <a:pt x="48" y="268"/>
                        </a:lnTo>
                        <a:close/>
                        <a:moveTo>
                          <a:pt x="46" y="269"/>
                        </a:moveTo>
                        <a:lnTo>
                          <a:pt x="48" y="270"/>
                        </a:lnTo>
                        <a:lnTo>
                          <a:pt x="48" y="269"/>
                        </a:lnTo>
                        <a:lnTo>
                          <a:pt x="46" y="269"/>
                        </a:lnTo>
                        <a:lnTo>
                          <a:pt x="46" y="269"/>
                        </a:lnTo>
                        <a:close/>
                        <a:moveTo>
                          <a:pt x="45" y="270"/>
                        </a:moveTo>
                        <a:lnTo>
                          <a:pt x="45" y="272"/>
                        </a:lnTo>
                        <a:lnTo>
                          <a:pt x="46" y="272"/>
                        </a:lnTo>
                        <a:lnTo>
                          <a:pt x="45" y="270"/>
                        </a:lnTo>
                        <a:lnTo>
                          <a:pt x="45" y="270"/>
                        </a:lnTo>
                        <a:close/>
                        <a:moveTo>
                          <a:pt x="42" y="279"/>
                        </a:moveTo>
                        <a:lnTo>
                          <a:pt x="41" y="275"/>
                        </a:lnTo>
                        <a:lnTo>
                          <a:pt x="42" y="273"/>
                        </a:lnTo>
                        <a:lnTo>
                          <a:pt x="43" y="272"/>
                        </a:lnTo>
                        <a:lnTo>
                          <a:pt x="43" y="275"/>
                        </a:lnTo>
                        <a:lnTo>
                          <a:pt x="45" y="275"/>
                        </a:lnTo>
                        <a:lnTo>
                          <a:pt x="46" y="277"/>
                        </a:lnTo>
                        <a:lnTo>
                          <a:pt x="45" y="279"/>
                        </a:lnTo>
                        <a:lnTo>
                          <a:pt x="42" y="279"/>
                        </a:lnTo>
                        <a:lnTo>
                          <a:pt x="42" y="279"/>
                        </a:lnTo>
                        <a:close/>
                        <a:moveTo>
                          <a:pt x="64" y="280"/>
                        </a:moveTo>
                        <a:lnTo>
                          <a:pt x="64" y="279"/>
                        </a:lnTo>
                        <a:lnTo>
                          <a:pt x="65" y="277"/>
                        </a:lnTo>
                        <a:lnTo>
                          <a:pt x="65" y="277"/>
                        </a:lnTo>
                        <a:lnTo>
                          <a:pt x="65" y="280"/>
                        </a:lnTo>
                        <a:lnTo>
                          <a:pt x="64" y="280"/>
                        </a:lnTo>
                        <a:lnTo>
                          <a:pt x="64" y="280"/>
                        </a:lnTo>
                        <a:close/>
                        <a:moveTo>
                          <a:pt x="61" y="284"/>
                        </a:moveTo>
                        <a:lnTo>
                          <a:pt x="63" y="283"/>
                        </a:lnTo>
                        <a:lnTo>
                          <a:pt x="64" y="284"/>
                        </a:lnTo>
                        <a:lnTo>
                          <a:pt x="63" y="285"/>
                        </a:lnTo>
                        <a:lnTo>
                          <a:pt x="61" y="284"/>
                        </a:lnTo>
                        <a:lnTo>
                          <a:pt x="61" y="284"/>
                        </a:lnTo>
                        <a:close/>
                        <a:moveTo>
                          <a:pt x="61" y="277"/>
                        </a:moveTo>
                        <a:lnTo>
                          <a:pt x="60" y="279"/>
                        </a:lnTo>
                        <a:lnTo>
                          <a:pt x="60" y="281"/>
                        </a:lnTo>
                        <a:lnTo>
                          <a:pt x="61" y="283"/>
                        </a:lnTo>
                        <a:lnTo>
                          <a:pt x="63" y="283"/>
                        </a:lnTo>
                        <a:lnTo>
                          <a:pt x="63" y="280"/>
                        </a:lnTo>
                        <a:lnTo>
                          <a:pt x="61" y="277"/>
                        </a:lnTo>
                        <a:lnTo>
                          <a:pt x="61" y="277"/>
                        </a:lnTo>
                        <a:lnTo>
                          <a:pt x="61" y="277"/>
                        </a:lnTo>
                        <a:lnTo>
                          <a:pt x="61" y="277"/>
                        </a:lnTo>
                        <a:close/>
                        <a:moveTo>
                          <a:pt x="122" y="242"/>
                        </a:moveTo>
                        <a:lnTo>
                          <a:pt x="121" y="239"/>
                        </a:lnTo>
                        <a:lnTo>
                          <a:pt x="121" y="238"/>
                        </a:lnTo>
                        <a:lnTo>
                          <a:pt x="121" y="236"/>
                        </a:lnTo>
                        <a:lnTo>
                          <a:pt x="122" y="235"/>
                        </a:lnTo>
                        <a:lnTo>
                          <a:pt x="124" y="238"/>
                        </a:lnTo>
                        <a:lnTo>
                          <a:pt x="124" y="239"/>
                        </a:lnTo>
                        <a:lnTo>
                          <a:pt x="124" y="241"/>
                        </a:lnTo>
                        <a:lnTo>
                          <a:pt x="124" y="242"/>
                        </a:lnTo>
                        <a:lnTo>
                          <a:pt x="122" y="242"/>
                        </a:lnTo>
                        <a:lnTo>
                          <a:pt x="122" y="242"/>
                        </a:lnTo>
                        <a:close/>
                        <a:moveTo>
                          <a:pt x="111" y="241"/>
                        </a:moveTo>
                        <a:lnTo>
                          <a:pt x="114" y="238"/>
                        </a:lnTo>
                        <a:lnTo>
                          <a:pt x="116" y="238"/>
                        </a:lnTo>
                        <a:lnTo>
                          <a:pt x="116" y="239"/>
                        </a:lnTo>
                        <a:lnTo>
                          <a:pt x="114" y="241"/>
                        </a:lnTo>
                        <a:lnTo>
                          <a:pt x="111" y="241"/>
                        </a:lnTo>
                        <a:lnTo>
                          <a:pt x="111" y="241"/>
                        </a:lnTo>
                        <a:close/>
                        <a:moveTo>
                          <a:pt x="99" y="270"/>
                        </a:moveTo>
                        <a:lnTo>
                          <a:pt x="99" y="270"/>
                        </a:lnTo>
                        <a:lnTo>
                          <a:pt x="101" y="269"/>
                        </a:lnTo>
                        <a:lnTo>
                          <a:pt x="102" y="270"/>
                        </a:lnTo>
                        <a:lnTo>
                          <a:pt x="103" y="269"/>
                        </a:lnTo>
                        <a:lnTo>
                          <a:pt x="103" y="268"/>
                        </a:lnTo>
                        <a:lnTo>
                          <a:pt x="101" y="265"/>
                        </a:lnTo>
                        <a:lnTo>
                          <a:pt x="102" y="262"/>
                        </a:lnTo>
                        <a:lnTo>
                          <a:pt x="103" y="258"/>
                        </a:lnTo>
                        <a:lnTo>
                          <a:pt x="107" y="257"/>
                        </a:lnTo>
                        <a:lnTo>
                          <a:pt x="107" y="255"/>
                        </a:lnTo>
                        <a:lnTo>
                          <a:pt x="111" y="255"/>
                        </a:lnTo>
                        <a:lnTo>
                          <a:pt x="116" y="258"/>
                        </a:lnTo>
                        <a:lnTo>
                          <a:pt x="116" y="260"/>
                        </a:lnTo>
                        <a:lnTo>
                          <a:pt x="118" y="260"/>
                        </a:lnTo>
                        <a:lnTo>
                          <a:pt x="120" y="254"/>
                        </a:lnTo>
                        <a:lnTo>
                          <a:pt x="122" y="251"/>
                        </a:lnTo>
                        <a:lnTo>
                          <a:pt x="122" y="249"/>
                        </a:lnTo>
                        <a:lnTo>
                          <a:pt x="122" y="249"/>
                        </a:lnTo>
                        <a:lnTo>
                          <a:pt x="121" y="246"/>
                        </a:lnTo>
                        <a:lnTo>
                          <a:pt x="118" y="243"/>
                        </a:lnTo>
                        <a:lnTo>
                          <a:pt x="116" y="243"/>
                        </a:lnTo>
                        <a:lnTo>
                          <a:pt x="114" y="242"/>
                        </a:lnTo>
                        <a:lnTo>
                          <a:pt x="110" y="242"/>
                        </a:lnTo>
                        <a:lnTo>
                          <a:pt x="106" y="245"/>
                        </a:lnTo>
                        <a:lnTo>
                          <a:pt x="106" y="246"/>
                        </a:lnTo>
                        <a:lnTo>
                          <a:pt x="105" y="249"/>
                        </a:lnTo>
                        <a:lnTo>
                          <a:pt x="103" y="250"/>
                        </a:lnTo>
                        <a:lnTo>
                          <a:pt x="101" y="251"/>
                        </a:lnTo>
                        <a:lnTo>
                          <a:pt x="99" y="250"/>
                        </a:lnTo>
                        <a:lnTo>
                          <a:pt x="98" y="247"/>
                        </a:lnTo>
                        <a:lnTo>
                          <a:pt x="96" y="247"/>
                        </a:lnTo>
                        <a:lnTo>
                          <a:pt x="92" y="251"/>
                        </a:lnTo>
                        <a:lnTo>
                          <a:pt x="92" y="254"/>
                        </a:lnTo>
                        <a:lnTo>
                          <a:pt x="90" y="255"/>
                        </a:lnTo>
                        <a:lnTo>
                          <a:pt x="90" y="258"/>
                        </a:lnTo>
                        <a:lnTo>
                          <a:pt x="94" y="260"/>
                        </a:lnTo>
                        <a:lnTo>
                          <a:pt x="94" y="262"/>
                        </a:lnTo>
                        <a:lnTo>
                          <a:pt x="94" y="262"/>
                        </a:lnTo>
                        <a:lnTo>
                          <a:pt x="94" y="265"/>
                        </a:lnTo>
                        <a:lnTo>
                          <a:pt x="95" y="268"/>
                        </a:lnTo>
                        <a:lnTo>
                          <a:pt x="99" y="268"/>
                        </a:lnTo>
                        <a:lnTo>
                          <a:pt x="99" y="270"/>
                        </a:lnTo>
                        <a:lnTo>
                          <a:pt x="99" y="270"/>
                        </a:lnTo>
                        <a:close/>
                        <a:moveTo>
                          <a:pt x="80" y="318"/>
                        </a:moveTo>
                        <a:lnTo>
                          <a:pt x="79" y="317"/>
                        </a:lnTo>
                        <a:lnTo>
                          <a:pt x="76" y="317"/>
                        </a:lnTo>
                        <a:lnTo>
                          <a:pt x="76" y="318"/>
                        </a:lnTo>
                        <a:lnTo>
                          <a:pt x="77" y="321"/>
                        </a:lnTo>
                        <a:lnTo>
                          <a:pt x="80" y="321"/>
                        </a:lnTo>
                        <a:lnTo>
                          <a:pt x="80" y="321"/>
                        </a:lnTo>
                        <a:lnTo>
                          <a:pt x="80" y="318"/>
                        </a:lnTo>
                        <a:lnTo>
                          <a:pt x="80" y="318"/>
                        </a:lnTo>
                        <a:close/>
                        <a:moveTo>
                          <a:pt x="83" y="315"/>
                        </a:moveTo>
                        <a:lnTo>
                          <a:pt x="82" y="310"/>
                        </a:lnTo>
                        <a:lnTo>
                          <a:pt x="82" y="308"/>
                        </a:lnTo>
                        <a:lnTo>
                          <a:pt x="84" y="310"/>
                        </a:lnTo>
                        <a:lnTo>
                          <a:pt x="84" y="313"/>
                        </a:lnTo>
                        <a:lnTo>
                          <a:pt x="83" y="314"/>
                        </a:lnTo>
                        <a:lnTo>
                          <a:pt x="83" y="315"/>
                        </a:lnTo>
                        <a:lnTo>
                          <a:pt x="83" y="315"/>
                        </a:lnTo>
                        <a:close/>
                        <a:moveTo>
                          <a:pt x="77" y="307"/>
                        </a:moveTo>
                        <a:lnTo>
                          <a:pt x="80" y="306"/>
                        </a:lnTo>
                        <a:lnTo>
                          <a:pt x="83" y="302"/>
                        </a:lnTo>
                        <a:lnTo>
                          <a:pt x="80" y="299"/>
                        </a:lnTo>
                        <a:lnTo>
                          <a:pt x="80" y="298"/>
                        </a:lnTo>
                        <a:lnTo>
                          <a:pt x="82" y="296"/>
                        </a:lnTo>
                        <a:lnTo>
                          <a:pt x="84" y="298"/>
                        </a:lnTo>
                        <a:lnTo>
                          <a:pt x="84" y="299"/>
                        </a:lnTo>
                        <a:lnTo>
                          <a:pt x="86" y="295"/>
                        </a:lnTo>
                        <a:lnTo>
                          <a:pt x="86" y="291"/>
                        </a:lnTo>
                        <a:lnTo>
                          <a:pt x="84" y="288"/>
                        </a:lnTo>
                        <a:lnTo>
                          <a:pt x="84" y="280"/>
                        </a:lnTo>
                        <a:lnTo>
                          <a:pt x="84" y="276"/>
                        </a:lnTo>
                        <a:lnTo>
                          <a:pt x="86" y="273"/>
                        </a:lnTo>
                        <a:lnTo>
                          <a:pt x="88" y="270"/>
                        </a:lnTo>
                        <a:lnTo>
                          <a:pt x="88" y="269"/>
                        </a:lnTo>
                        <a:lnTo>
                          <a:pt x="87" y="269"/>
                        </a:lnTo>
                        <a:lnTo>
                          <a:pt x="87" y="266"/>
                        </a:lnTo>
                        <a:lnTo>
                          <a:pt x="86" y="265"/>
                        </a:lnTo>
                        <a:lnTo>
                          <a:pt x="86" y="264"/>
                        </a:lnTo>
                        <a:lnTo>
                          <a:pt x="82" y="264"/>
                        </a:lnTo>
                        <a:lnTo>
                          <a:pt x="80" y="262"/>
                        </a:lnTo>
                        <a:lnTo>
                          <a:pt x="83" y="261"/>
                        </a:lnTo>
                        <a:lnTo>
                          <a:pt x="83" y="260"/>
                        </a:lnTo>
                        <a:lnTo>
                          <a:pt x="83" y="255"/>
                        </a:lnTo>
                        <a:lnTo>
                          <a:pt x="80" y="254"/>
                        </a:lnTo>
                        <a:lnTo>
                          <a:pt x="79" y="255"/>
                        </a:lnTo>
                        <a:lnTo>
                          <a:pt x="79" y="255"/>
                        </a:lnTo>
                        <a:lnTo>
                          <a:pt x="76" y="257"/>
                        </a:lnTo>
                        <a:lnTo>
                          <a:pt x="75" y="257"/>
                        </a:lnTo>
                        <a:lnTo>
                          <a:pt x="72" y="254"/>
                        </a:lnTo>
                        <a:lnTo>
                          <a:pt x="72" y="251"/>
                        </a:lnTo>
                        <a:lnTo>
                          <a:pt x="76" y="250"/>
                        </a:lnTo>
                        <a:lnTo>
                          <a:pt x="80" y="249"/>
                        </a:lnTo>
                        <a:lnTo>
                          <a:pt x="84" y="250"/>
                        </a:lnTo>
                        <a:lnTo>
                          <a:pt x="87" y="251"/>
                        </a:lnTo>
                        <a:lnTo>
                          <a:pt x="87" y="250"/>
                        </a:lnTo>
                        <a:lnTo>
                          <a:pt x="87" y="249"/>
                        </a:lnTo>
                        <a:lnTo>
                          <a:pt x="87" y="245"/>
                        </a:lnTo>
                        <a:lnTo>
                          <a:pt x="87" y="243"/>
                        </a:lnTo>
                        <a:lnTo>
                          <a:pt x="87" y="242"/>
                        </a:lnTo>
                        <a:lnTo>
                          <a:pt x="90" y="242"/>
                        </a:lnTo>
                        <a:lnTo>
                          <a:pt x="91" y="243"/>
                        </a:lnTo>
                        <a:lnTo>
                          <a:pt x="92" y="243"/>
                        </a:lnTo>
                        <a:lnTo>
                          <a:pt x="95" y="242"/>
                        </a:lnTo>
                        <a:lnTo>
                          <a:pt x="99" y="241"/>
                        </a:lnTo>
                        <a:lnTo>
                          <a:pt x="103" y="239"/>
                        </a:lnTo>
                        <a:lnTo>
                          <a:pt x="107" y="239"/>
                        </a:lnTo>
                        <a:lnTo>
                          <a:pt x="107" y="241"/>
                        </a:lnTo>
                        <a:lnTo>
                          <a:pt x="110" y="239"/>
                        </a:lnTo>
                        <a:lnTo>
                          <a:pt x="110" y="238"/>
                        </a:lnTo>
                        <a:lnTo>
                          <a:pt x="113" y="236"/>
                        </a:lnTo>
                        <a:lnTo>
                          <a:pt x="113" y="235"/>
                        </a:lnTo>
                        <a:lnTo>
                          <a:pt x="117" y="232"/>
                        </a:lnTo>
                        <a:lnTo>
                          <a:pt x="120" y="231"/>
                        </a:lnTo>
                        <a:lnTo>
                          <a:pt x="124" y="232"/>
                        </a:lnTo>
                        <a:lnTo>
                          <a:pt x="126" y="231"/>
                        </a:lnTo>
                        <a:lnTo>
                          <a:pt x="128" y="232"/>
                        </a:lnTo>
                        <a:lnTo>
                          <a:pt x="128" y="235"/>
                        </a:lnTo>
                        <a:lnTo>
                          <a:pt x="125" y="238"/>
                        </a:lnTo>
                        <a:lnTo>
                          <a:pt x="125" y="241"/>
                        </a:lnTo>
                        <a:lnTo>
                          <a:pt x="126" y="242"/>
                        </a:lnTo>
                        <a:lnTo>
                          <a:pt x="126" y="243"/>
                        </a:lnTo>
                        <a:lnTo>
                          <a:pt x="126" y="246"/>
                        </a:lnTo>
                        <a:lnTo>
                          <a:pt x="126" y="247"/>
                        </a:lnTo>
                        <a:lnTo>
                          <a:pt x="128" y="250"/>
                        </a:lnTo>
                        <a:lnTo>
                          <a:pt x="130" y="251"/>
                        </a:lnTo>
                        <a:lnTo>
                          <a:pt x="135" y="255"/>
                        </a:lnTo>
                        <a:lnTo>
                          <a:pt x="136" y="255"/>
                        </a:lnTo>
                        <a:lnTo>
                          <a:pt x="139" y="255"/>
                        </a:lnTo>
                        <a:lnTo>
                          <a:pt x="141" y="251"/>
                        </a:lnTo>
                        <a:lnTo>
                          <a:pt x="141" y="249"/>
                        </a:lnTo>
                        <a:lnTo>
                          <a:pt x="143" y="247"/>
                        </a:lnTo>
                        <a:lnTo>
                          <a:pt x="143" y="246"/>
                        </a:lnTo>
                        <a:lnTo>
                          <a:pt x="143" y="243"/>
                        </a:lnTo>
                        <a:lnTo>
                          <a:pt x="144" y="241"/>
                        </a:lnTo>
                        <a:lnTo>
                          <a:pt x="147" y="241"/>
                        </a:lnTo>
                        <a:lnTo>
                          <a:pt x="149" y="241"/>
                        </a:lnTo>
                        <a:lnTo>
                          <a:pt x="149" y="239"/>
                        </a:lnTo>
                        <a:lnTo>
                          <a:pt x="149" y="238"/>
                        </a:lnTo>
                        <a:lnTo>
                          <a:pt x="148" y="235"/>
                        </a:lnTo>
                        <a:lnTo>
                          <a:pt x="144" y="232"/>
                        </a:lnTo>
                        <a:lnTo>
                          <a:pt x="143" y="231"/>
                        </a:lnTo>
                        <a:lnTo>
                          <a:pt x="144" y="227"/>
                        </a:lnTo>
                        <a:lnTo>
                          <a:pt x="145" y="226"/>
                        </a:lnTo>
                        <a:lnTo>
                          <a:pt x="147" y="226"/>
                        </a:lnTo>
                        <a:lnTo>
                          <a:pt x="147" y="227"/>
                        </a:lnTo>
                        <a:lnTo>
                          <a:pt x="147" y="230"/>
                        </a:lnTo>
                        <a:lnTo>
                          <a:pt x="148" y="231"/>
                        </a:lnTo>
                        <a:lnTo>
                          <a:pt x="149" y="230"/>
                        </a:lnTo>
                        <a:lnTo>
                          <a:pt x="149" y="228"/>
                        </a:lnTo>
                        <a:lnTo>
                          <a:pt x="151" y="230"/>
                        </a:lnTo>
                        <a:lnTo>
                          <a:pt x="152" y="230"/>
                        </a:lnTo>
                        <a:lnTo>
                          <a:pt x="155" y="230"/>
                        </a:lnTo>
                        <a:lnTo>
                          <a:pt x="155" y="230"/>
                        </a:lnTo>
                        <a:lnTo>
                          <a:pt x="155" y="231"/>
                        </a:lnTo>
                        <a:lnTo>
                          <a:pt x="152" y="232"/>
                        </a:lnTo>
                        <a:lnTo>
                          <a:pt x="152" y="232"/>
                        </a:lnTo>
                        <a:lnTo>
                          <a:pt x="152" y="234"/>
                        </a:lnTo>
                        <a:lnTo>
                          <a:pt x="155" y="232"/>
                        </a:lnTo>
                        <a:lnTo>
                          <a:pt x="159" y="231"/>
                        </a:lnTo>
                        <a:lnTo>
                          <a:pt x="166" y="231"/>
                        </a:lnTo>
                        <a:lnTo>
                          <a:pt x="170" y="231"/>
                        </a:lnTo>
                        <a:lnTo>
                          <a:pt x="168" y="230"/>
                        </a:lnTo>
                        <a:lnTo>
                          <a:pt x="167" y="227"/>
                        </a:lnTo>
                        <a:lnTo>
                          <a:pt x="168" y="224"/>
                        </a:lnTo>
                        <a:lnTo>
                          <a:pt x="171" y="223"/>
                        </a:lnTo>
                        <a:lnTo>
                          <a:pt x="174" y="223"/>
                        </a:lnTo>
                        <a:lnTo>
                          <a:pt x="174" y="226"/>
                        </a:lnTo>
                        <a:lnTo>
                          <a:pt x="174" y="228"/>
                        </a:lnTo>
                        <a:lnTo>
                          <a:pt x="174" y="230"/>
                        </a:lnTo>
                        <a:lnTo>
                          <a:pt x="177" y="230"/>
                        </a:lnTo>
                        <a:lnTo>
                          <a:pt x="179" y="227"/>
                        </a:lnTo>
                        <a:lnTo>
                          <a:pt x="177" y="222"/>
                        </a:lnTo>
                        <a:lnTo>
                          <a:pt x="178" y="219"/>
                        </a:lnTo>
                        <a:lnTo>
                          <a:pt x="182" y="216"/>
                        </a:lnTo>
                        <a:lnTo>
                          <a:pt x="183" y="216"/>
                        </a:lnTo>
                        <a:lnTo>
                          <a:pt x="183" y="215"/>
                        </a:lnTo>
                        <a:lnTo>
                          <a:pt x="182" y="213"/>
                        </a:lnTo>
                        <a:lnTo>
                          <a:pt x="183" y="209"/>
                        </a:lnTo>
                        <a:lnTo>
                          <a:pt x="185" y="209"/>
                        </a:lnTo>
                        <a:lnTo>
                          <a:pt x="188" y="209"/>
                        </a:lnTo>
                        <a:lnTo>
                          <a:pt x="189" y="211"/>
                        </a:lnTo>
                        <a:lnTo>
                          <a:pt x="188" y="213"/>
                        </a:lnTo>
                        <a:lnTo>
                          <a:pt x="186" y="216"/>
                        </a:lnTo>
                        <a:lnTo>
                          <a:pt x="188" y="224"/>
                        </a:lnTo>
                        <a:lnTo>
                          <a:pt x="189" y="226"/>
                        </a:lnTo>
                        <a:lnTo>
                          <a:pt x="190" y="224"/>
                        </a:lnTo>
                        <a:lnTo>
                          <a:pt x="192" y="222"/>
                        </a:lnTo>
                        <a:lnTo>
                          <a:pt x="194" y="222"/>
                        </a:lnTo>
                        <a:lnTo>
                          <a:pt x="197" y="219"/>
                        </a:lnTo>
                        <a:lnTo>
                          <a:pt x="197" y="215"/>
                        </a:lnTo>
                        <a:lnTo>
                          <a:pt x="197" y="212"/>
                        </a:lnTo>
                        <a:lnTo>
                          <a:pt x="200" y="209"/>
                        </a:lnTo>
                        <a:lnTo>
                          <a:pt x="200" y="208"/>
                        </a:lnTo>
                        <a:lnTo>
                          <a:pt x="198" y="207"/>
                        </a:lnTo>
                        <a:lnTo>
                          <a:pt x="194" y="201"/>
                        </a:lnTo>
                        <a:lnTo>
                          <a:pt x="194" y="198"/>
                        </a:lnTo>
                        <a:lnTo>
                          <a:pt x="193" y="192"/>
                        </a:lnTo>
                        <a:lnTo>
                          <a:pt x="194" y="183"/>
                        </a:lnTo>
                        <a:lnTo>
                          <a:pt x="194" y="178"/>
                        </a:lnTo>
                        <a:lnTo>
                          <a:pt x="192" y="169"/>
                        </a:lnTo>
                        <a:lnTo>
                          <a:pt x="188" y="163"/>
                        </a:lnTo>
                        <a:lnTo>
                          <a:pt x="188" y="160"/>
                        </a:lnTo>
                        <a:lnTo>
                          <a:pt x="189" y="155"/>
                        </a:lnTo>
                        <a:lnTo>
                          <a:pt x="193" y="154"/>
                        </a:lnTo>
                        <a:lnTo>
                          <a:pt x="196" y="154"/>
                        </a:lnTo>
                        <a:lnTo>
                          <a:pt x="197" y="155"/>
                        </a:lnTo>
                        <a:lnTo>
                          <a:pt x="197" y="154"/>
                        </a:lnTo>
                        <a:lnTo>
                          <a:pt x="197" y="151"/>
                        </a:lnTo>
                        <a:lnTo>
                          <a:pt x="196" y="148"/>
                        </a:lnTo>
                        <a:lnTo>
                          <a:pt x="196" y="148"/>
                        </a:lnTo>
                        <a:lnTo>
                          <a:pt x="194" y="144"/>
                        </a:lnTo>
                        <a:lnTo>
                          <a:pt x="194" y="143"/>
                        </a:lnTo>
                        <a:lnTo>
                          <a:pt x="194" y="141"/>
                        </a:lnTo>
                        <a:lnTo>
                          <a:pt x="196" y="139"/>
                        </a:lnTo>
                        <a:lnTo>
                          <a:pt x="196" y="139"/>
                        </a:lnTo>
                        <a:lnTo>
                          <a:pt x="196" y="136"/>
                        </a:lnTo>
                        <a:lnTo>
                          <a:pt x="194" y="135"/>
                        </a:lnTo>
                        <a:lnTo>
                          <a:pt x="194" y="132"/>
                        </a:lnTo>
                        <a:lnTo>
                          <a:pt x="196" y="129"/>
                        </a:lnTo>
                        <a:lnTo>
                          <a:pt x="194" y="128"/>
                        </a:lnTo>
                        <a:lnTo>
                          <a:pt x="193" y="122"/>
                        </a:lnTo>
                        <a:lnTo>
                          <a:pt x="190" y="118"/>
                        </a:lnTo>
                        <a:lnTo>
                          <a:pt x="189" y="118"/>
                        </a:lnTo>
                        <a:lnTo>
                          <a:pt x="188" y="117"/>
                        </a:lnTo>
                        <a:lnTo>
                          <a:pt x="188" y="111"/>
                        </a:lnTo>
                        <a:lnTo>
                          <a:pt x="185" y="109"/>
                        </a:lnTo>
                        <a:lnTo>
                          <a:pt x="179" y="102"/>
                        </a:lnTo>
                        <a:lnTo>
                          <a:pt x="178" y="99"/>
                        </a:lnTo>
                        <a:lnTo>
                          <a:pt x="177" y="95"/>
                        </a:lnTo>
                        <a:lnTo>
                          <a:pt x="177" y="90"/>
                        </a:lnTo>
                        <a:lnTo>
                          <a:pt x="177" y="88"/>
                        </a:lnTo>
                        <a:lnTo>
                          <a:pt x="175" y="90"/>
                        </a:lnTo>
                        <a:lnTo>
                          <a:pt x="174" y="90"/>
                        </a:lnTo>
                        <a:lnTo>
                          <a:pt x="173" y="90"/>
                        </a:lnTo>
                        <a:lnTo>
                          <a:pt x="170" y="88"/>
                        </a:lnTo>
                        <a:lnTo>
                          <a:pt x="168" y="88"/>
                        </a:lnTo>
                        <a:lnTo>
                          <a:pt x="168" y="88"/>
                        </a:lnTo>
                        <a:lnTo>
                          <a:pt x="167" y="92"/>
                        </a:lnTo>
                        <a:lnTo>
                          <a:pt x="167" y="95"/>
                        </a:lnTo>
                        <a:lnTo>
                          <a:pt x="168" y="95"/>
                        </a:lnTo>
                        <a:lnTo>
                          <a:pt x="170" y="95"/>
                        </a:lnTo>
                        <a:lnTo>
                          <a:pt x="174" y="92"/>
                        </a:lnTo>
                        <a:lnTo>
                          <a:pt x="175" y="97"/>
                        </a:lnTo>
                        <a:lnTo>
                          <a:pt x="174" y="98"/>
                        </a:lnTo>
                        <a:lnTo>
                          <a:pt x="173" y="99"/>
                        </a:lnTo>
                        <a:lnTo>
                          <a:pt x="170" y="98"/>
                        </a:lnTo>
                        <a:lnTo>
                          <a:pt x="170" y="98"/>
                        </a:lnTo>
                        <a:lnTo>
                          <a:pt x="170" y="102"/>
                        </a:lnTo>
                        <a:lnTo>
                          <a:pt x="168" y="103"/>
                        </a:lnTo>
                        <a:lnTo>
                          <a:pt x="167" y="102"/>
                        </a:lnTo>
                        <a:lnTo>
                          <a:pt x="167" y="99"/>
                        </a:lnTo>
                        <a:lnTo>
                          <a:pt x="166" y="97"/>
                        </a:lnTo>
                        <a:lnTo>
                          <a:pt x="166" y="95"/>
                        </a:lnTo>
                        <a:lnTo>
                          <a:pt x="163" y="97"/>
                        </a:lnTo>
                        <a:lnTo>
                          <a:pt x="162" y="95"/>
                        </a:lnTo>
                        <a:lnTo>
                          <a:pt x="162" y="98"/>
                        </a:lnTo>
                        <a:lnTo>
                          <a:pt x="163" y="102"/>
                        </a:lnTo>
                        <a:lnTo>
                          <a:pt x="163" y="105"/>
                        </a:lnTo>
                        <a:lnTo>
                          <a:pt x="160" y="105"/>
                        </a:lnTo>
                        <a:lnTo>
                          <a:pt x="159" y="107"/>
                        </a:lnTo>
                        <a:lnTo>
                          <a:pt x="159" y="109"/>
                        </a:lnTo>
                        <a:lnTo>
                          <a:pt x="163" y="113"/>
                        </a:lnTo>
                        <a:lnTo>
                          <a:pt x="164" y="114"/>
                        </a:lnTo>
                        <a:lnTo>
                          <a:pt x="163" y="118"/>
                        </a:lnTo>
                        <a:lnTo>
                          <a:pt x="160" y="120"/>
                        </a:lnTo>
                        <a:lnTo>
                          <a:pt x="159" y="120"/>
                        </a:lnTo>
                        <a:lnTo>
                          <a:pt x="158" y="121"/>
                        </a:lnTo>
                        <a:lnTo>
                          <a:pt x="160" y="124"/>
                        </a:lnTo>
                        <a:lnTo>
                          <a:pt x="163" y="124"/>
                        </a:lnTo>
                        <a:lnTo>
                          <a:pt x="164" y="121"/>
                        </a:lnTo>
                        <a:lnTo>
                          <a:pt x="167" y="128"/>
                        </a:lnTo>
                        <a:lnTo>
                          <a:pt x="168" y="135"/>
                        </a:lnTo>
                        <a:lnTo>
                          <a:pt x="167" y="137"/>
                        </a:lnTo>
                        <a:lnTo>
                          <a:pt x="167" y="144"/>
                        </a:lnTo>
                        <a:lnTo>
                          <a:pt x="166" y="155"/>
                        </a:lnTo>
                        <a:lnTo>
                          <a:pt x="166" y="159"/>
                        </a:lnTo>
                        <a:lnTo>
                          <a:pt x="164" y="163"/>
                        </a:lnTo>
                        <a:lnTo>
                          <a:pt x="162" y="164"/>
                        </a:lnTo>
                        <a:lnTo>
                          <a:pt x="160" y="169"/>
                        </a:lnTo>
                        <a:lnTo>
                          <a:pt x="160" y="174"/>
                        </a:lnTo>
                        <a:lnTo>
                          <a:pt x="159" y="177"/>
                        </a:lnTo>
                        <a:lnTo>
                          <a:pt x="158" y="179"/>
                        </a:lnTo>
                        <a:lnTo>
                          <a:pt x="155" y="182"/>
                        </a:lnTo>
                        <a:lnTo>
                          <a:pt x="148" y="186"/>
                        </a:lnTo>
                        <a:lnTo>
                          <a:pt x="145" y="188"/>
                        </a:lnTo>
                        <a:lnTo>
                          <a:pt x="144" y="190"/>
                        </a:lnTo>
                        <a:lnTo>
                          <a:pt x="140" y="188"/>
                        </a:lnTo>
                        <a:lnTo>
                          <a:pt x="137" y="183"/>
                        </a:lnTo>
                        <a:lnTo>
                          <a:pt x="137" y="182"/>
                        </a:lnTo>
                        <a:lnTo>
                          <a:pt x="139" y="181"/>
                        </a:lnTo>
                        <a:lnTo>
                          <a:pt x="140" y="179"/>
                        </a:lnTo>
                        <a:lnTo>
                          <a:pt x="140" y="177"/>
                        </a:lnTo>
                        <a:lnTo>
                          <a:pt x="141" y="175"/>
                        </a:lnTo>
                        <a:lnTo>
                          <a:pt x="141" y="175"/>
                        </a:lnTo>
                        <a:lnTo>
                          <a:pt x="139" y="175"/>
                        </a:lnTo>
                        <a:lnTo>
                          <a:pt x="136" y="178"/>
                        </a:lnTo>
                        <a:lnTo>
                          <a:pt x="133" y="179"/>
                        </a:lnTo>
                        <a:lnTo>
                          <a:pt x="132" y="182"/>
                        </a:lnTo>
                        <a:lnTo>
                          <a:pt x="135" y="185"/>
                        </a:lnTo>
                        <a:lnTo>
                          <a:pt x="135" y="192"/>
                        </a:lnTo>
                        <a:lnTo>
                          <a:pt x="135" y="196"/>
                        </a:lnTo>
                        <a:lnTo>
                          <a:pt x="130" y="198"/>
                        </a:lnTo>
                        <a:lnTo>
                          <a:pt x="130" y="200"/>
                        </a:lnTo>
                        <a:lnTo>
                          <a:pt x="129" y="201"/>
                        </a:lnTo>
                        <a:lnTo>
                          <a:pt x="129" y="207"/>
                        </a:lnTo>
                        <a:lnTo>
                          <a:pt x="130" y="208"/>
                        </a:lnTo>
                        <a:lnTo>
                          <a:pt x="130" y="211"/>
                        </a:lnTo>
                        <a:lnTo>
                          <a:pt x="129" y="211"/>
                        </a:lnTo>
                        <a:lnTo>
                          <a:pt x="130" y="212"/>
                        </a:lnTo>
                        <a:lnTo>
                          <a:pt x="129" y="213"/>
                        </a:lnTo>
                        <a:lnTo>
                          <a:pt x="128" y="213"/>
                        </a:lnTo>
                        <a:lnTo>
                          <a:pt x="129" y="215"/>
                        </a:lnTo>
                        <a:lnTo>
                          <a:pt x="126" y="216"/>
                        </a:lnTo>
                        <a:lnTo>
                          <a:pt x="125" y="215"/>
                        </a:lnTo>
                        <a:lnTo>
                          <a:pt x="124" y="216"/>
                        </a:lnTo>
                        <a:lnTo>
                          <a:pt x="122" y="216"/>
                        </a:lnTo>
                        <a:lnTo>
                          <a:pt x="121" y="213"/>
                        </a:lnTo>
                        <a:lnTo>
                          <a:pt x="121" y="212"/>
                        </a:lnTo>
                        <a:lnTo>
                          <a:pt x="120" y="213"/>
                        </a:lnTo>
                        <a:lnTo>
                          <a:pt x="117" y="213"/>
                        </a:lnTo>
                        <a:lnTo>
                          <a:pt x="117" y="213"/>
                        </a:lnTo>
                        <a:lnTo>
                          <a:pt x="110" y="215"/>
                        </a:lnTo>
                        <a:lnTo>
                          <a:pt x="107" y="216"/>
                        </a:lnTo>
                        <a:lnTo>
                          <a:pt x="103" y="217"/>
                        </a:lnTo>
                        <a:lnTo>
                          <a:pt x="101" y="217"/>
                        </a:lnTo>
                        <a:lnTo>
                          <a:pt x="96" y="219"/>
                        </a:lnTo>
                        <a:lnTo>
                          <a:pt x="95" y="219"/>
                        </a:lnTo>
                        <a:lnTo>
                          <a:pt x="92" y="219"/>
                        </a:lnTo>
                        <a:lnTo>
                          <a:pt x="87" y="223"/>
                        </a:lnTo>
                        <a:lnTo>
                          <a:pt x="86" y="226"/>
                        </a:lnTo>
                        <a:lnTo>
                          <a:pt x="84" y="227"/>
                        </a:lnTo>
                        <a:lnTo>
                          <a:pt x="84" y="230"/>
                        </a:lnTo>
                        <a:lnTo>
                          <a:pt x="80" y="234"/>
                        </a:lnTo>
                        <a:lnTo>
                          <a:pt x="77" y="234"/>
                        </a:lnTo>
                        <a:lnTo>
                          <a:pt x="75" y="238"/>
                        </a:lnTo>
                        <a:lnTo>
                          <a:pt x="75" y="239"/>
                        </a:lnTo>
                        <a:lnTo>
                          <a:pt x="72" y="241"/>
                        </a:lnTo>
                        <a:lnTo>
                          <a:pt x="69" y="242"/>
                        </a:lnTo>
                        <a:lnTo>
                          <a:pt x="68" y="243"/>
                        </a:lnTo>
                        <a:lnTo>
                          <a:pt x="68" y="249"/>
                        </a:lnTo>
                        <a:lnTo>
                          <a:pt x="69" y="249"/>
                        </a:lnTo>
                        <a:lnTo>
                          <a:pt x="71" y="251"/>
                        </a:lnTo>
                        <a:lnTo>
                          <a:pt x="69" y="253"/>
                        </a:lnTo>
                        <a:lnTo>
                          <a:pt x="67" y="253"/>
                        </a:lnTo>
                        <a:lnTo>
                          <a:pt x="64" y="254"/>
                        </a:lnTo>
                        <a:lnTo>
                          <a:pt x="64" y="257"/>
                        </a:lnTo>
                        <a:lnTo>
                          <a:pt x="61" y="258"/>
                        </a:lnTo>
                        <a:lnTo>
                          <a:pt x="58" y="261"/>
                        </a:lnTo>
                        <a:lnTo>
                          <a:pt x="57" y="264"/>
                        </a:lnTo>
                        <a:lnTo>
                          <a:pt x="56" y="264"/>
                        </a:lnTo>
                        <a:lnTo>
                          <a:pt x="53" y="265"/>
                        </a:lnTo>
                        <a:lnTo>
                          <a:pt x="54" y="265"/>
                        </a:lnTo>
                        <a:lnTo>
                          <a:pt x="56" y="265"/>
                        </a:lnTo>
                        <a:lnTo>
                          <a:pt x="56" y="268"/>
                        </a:lnTo>
                        <a:lnTo>
                          <a:pt x="57" y="270"/>
                        </a:lnTo>
                        <a:lnTo>
                          <a:pt x="57" y="272"/>
                        </a:lnTo>
                        <a:lnTo>
                          <a:pt x="56" y="269"/>
                        </a:lnTo>
                        <a:lnTo>
                          <a:pt x="54" y="268"/>
                        </a:lnTo>
                        <a:lnTo>
                          <a:pt x="54" y="269"/>
                        </a:lnTo>
                        <a:lnTo>
                          <a:pt x="56" y="272"/>
                        </a:lnTo>
                        <a:lnTo>
                          <a:pt x="57" y="273"/>
                        </a:lnTo>
                        <a:lnTo>
                          <a:pt x="57" y="275"/>
                        </a:lnTo>
                        <a:lnTo>
                          <a:pt x="56" y="276"/>
                        </a:lnTo>
                        <a:lnTo>
                          <a:pt x="57" y="276"/>
                        </a:lnTo>
                        <a:lnTo>
                          <a:pt x="58" y="275"/>
                        </a:lnTo>
                        <a:lnTo>
                          <a:pt x="61" y="273"/>
                        </a:lnTo>
                        <a:lnTo>
                          <a:pt x="63" y="273"/>
                        </a:lnTo>
                        <a:lnTo>
                          <a:pt x="61" y="275"/>
                        </a:lnTo>
                        <a:lnTo>
                          <a:pt x="63" y="276"/>
                        </a:lnTo>
                        <a:lnTo>
                          <a:pt x="64" y="275"/>
                        </a:lnTo>
                        <a:lnTo>
                          <a:pt x="64" y="272"/>
                        </a:lnTo>
                        <a:lnTo>
                          <a:pt x="63" y="270"/>
                        </a:lnTo>
                        <a:lnTo>
                          <a:pt x="60" y="272"/>
                        </a:lnTo>
                        <a:lnTo>
                          <a:pt x="60" y="270"/>
                        </a:lnTo>
                        <a:lnTo>
                          <a:pt x="61" y="269"/>
                        </a:lnTo>
                        <a:lnTo>
                          <a:pt x="60" y="266"/>
                        </a:lnTo>
                        <a:lnTo>
                          <a:pt x="61" y="265"/>
                        </a:lnTo>
                        <a:lnTo>
                          <a:pt x="64" y="266"/>
                        </a:lnTo>
                        <a:lnTo>
                          <a:pt x="67" y="270"/>
                        </a:lnTo>
                        <a:lnTo>
                          <a:pt x="67" y="273"/>
                        </a:lnTo>
                        <a:lnTo>
                          <a:pt x="68" y="275"/>
                        </a:lnTo>
                        <a:lnTo>
                          <a:pt x="68" y="280"/>
                        </a:lnTo>
                        <a:lnTo>
                          <a:pt x="65" y="284"/>
                        </a:lnTo>
                        <a:lnTo>
                          <a:pt x="64" y="285"/>
                        </a:lnTo>
                        <a:lnTo>
                          <a:pt x="64" y="287"/>
                        </a:lnTo>
                        <a:lnTo>
                          <a:pt x="67" y="289"/>
                        </a:lnTo>
                        <a:lnTo>
                          <a:pt x="67" y="295"/>
                        </a:lnTo>
                        <a:lnTo>
                          <a:pt x="69" y="298"/>
                        </a:lnTo>
                        <a:lnTo>
                          <a:pt x="69" y="300"/>
                        </a:lnTo>
                        <a:lnTo>
                          <a:pt x="68" y="302"/>
                        </a:lnTo>
                        <a:lnTo>
                          <a:pt x="71" y="304"/>
                        </a:lnTo>
                        <a:lnTo>
                          <a:pt x="72" y="303"/>
                        </a:lnTo>
                        <a:lnTo>
                          <a:pt x="75" y="304"/>
                        </a:lnTo>
                        <a:lnTo>
                          <a:pt x="75" y="303"/>
                        </a:lnTo>
                        <a:lnTo>
                          <a:pt x="75" y="302"/>
                        </a:lnTo>
                        <a:lnTo>
                          <a:pt x="73" y="299"/>
                        </a:lnTo>
                        <a:lnTo>
                          <a:pt x="73" y="295"/>
                        </a:lnTo>
                        <a:lnTo>
                          <a:pt x="75" y="294"/>
                        </a:lnTo>
                        <a:lnTo>
                          <a:pt x="76" y="294"/>
                        </a:lnTo>
                        <a:lnTo>
                          <a:pt x="75" y="295"/>
                        </a:lnTo>
                        <a:lnTo>
                          <a:pt x="75" y="296"/>
                        </a:lnTo>
                        <a:lnTo>
                          <a:pt x="77" y="299"/>
                        </a:lnTo>
                        <a:lnTo>
                          <a:pt x="77" y="303"/>
                        </a:lnTo>
                        <a:lnTo>
                          <a:pt x="77" y="304"/>
                        </a:lnTo>
                        <a:lnTo>
                          <a:pt x="77" y="307"/>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44" name="Freeform 770">
                    <a:extLst>
                      <a:ext uri="{FF2B5EF4-FFF2-40B4-BE49-F238E27FC236}">
                        <a16:creationId xmlns:a16="http://schemas.microsoft.com/office/drawing/2014/main" id="{C393E423-F6C9-AC70-8E74-77A4D41A15A7}"/>
                      </a:ext>
                    </a:extLst>
                  </p:cNvPr>
                  <p:cNvSpPr>
                    <a:spLocks noEditPoints="1"/>
                  </p:cNvSpPr>
                  <p:nvPr/>
                </p:nvSpPr>
                <p:spPr bwMode="auto">
                  <a:xfrm>
                    <a:off x="10768514" y="2707778"/>
                    <a:ext cx="128551" cy="177029"/>
                  </a:xfrm>
                  <a:custGeom>
                    <a:avLst/>
                    <a:gdLst/>
                    <a:ahLst/>
                    <a:cxnLst>
                      <a:cxn ang="0">
                        <a:pos x="53" y="2"/>
                      </a:cxn>
                      <a:cxn ang="0">
                        <a:pos x="63" y="82"/>
                      </a:cxn>
                      <a:cxn ang="0">
                        <a:pos x="87" y="86"/>
                      </a:cxn>
                      <a:cxn ang="0">
                        <a:pos x="96" y="101"/>
                      </a:cxn>
                      <a:cxn ang="0">
                        <a:pos x="96" y="103"/>
                      </a:cxn>
                      <a:cxn ang="0">
                        <a:pos x="78" y="94"/>
                      </a:cxn>
                      <a:cxn ang="0">
                        <a:pos x="54" y="91"/>
                      </a:cxn>
                      <a:cxn ang="0">
                        <a:pos x="46" y="74"/>
                      </a:cxn>
                      <a:cxn ang="0">
                        <a:pos x="35" y="60"/>
                      </a:cxn>
                      <a:cxn ang="0">
                        <a:pos x="40" y="34"/>
                      </a:cxn>
                      <a:cxn ang="0">
                        <a:pos x="63" y="15"/>
                      </a:cxn>
                      <a:cxn ang="0">
                        <a:pos x="69" y="52"/>
                      </a:cxn>
                      <a:cxn ang="0">
                        <a:pos x="63" y="75"/>
                      </a:cxn>
                      <a:cxn ang="0">
                        <a:pos x="66" y="75"/>
                      </a:cxn>
                      <a:cxn ang="0">
                        <a:pos x="42" y="88"/>
                      </a:cxn>
                      <a:cxn ang="0">
                        <a:pos x="57" y="114"/>
                      </a:cxn>
                      <a:cxn ang="0">
                        <a:pos x="47" y="93"/>
                      </a:cxn>
                      <a:cxn ang="0">
                        <a:pos x="100" y="84"/>
                      </a:cxn>
                      <a:cxn ang="0">
                        <a:pos x="70" y="109"/>
                      </a:cxn>
                      <a:cxn ang="0">
                        <a:pos x="80" y="112"/>
                      </a:cxn>
                      <a:cxn ang="0">
                        <a:pos x="92" y="108"/>
                      </a:cxn>
                      <a:cxn ang="0">
                        <a:pos x="101" y="118"/>
                      </a:cxn>
                      <a:cxn ang="0">
                        <a:pos x="88" y="116"/>
                      </a:cxn>
                      <a:cxn ang="0">
                        <a:pos x="68" y="120"/>
                      </a:cxn>
                      <a:cxn ang="0">
                        <a:pos x="89" y="124"/>
                      </a:cxn>
                      <a:cxn ang="0">
                        <a:pos x="78" y="137"/>
                      </a:cxn>
                      <a:cxn ang="0">
                        <a:pos x="93" y="155"/>
                      </a:cxn>
                      <a:cxn ang="0">
                        <a:pos x="95" y="147"/>
                      </a:cxn>
                      <a:cxn ang="0">
                        <a:pos x="88" y="133"/>
                      </a:cxn>
                      <a:cxn ang="0">
                        <a:pos x="87" y="160"/>
                      </a:cxn>
                      <a:cxn ang="0">
                        <a:pos x="97" y="158"/>
                      </a:cxn>
                      <a:cxn ang="0">
                        <a:pos x="106" y="144"/>
                      </a:cxn>
                      <a:cxn ang="0">
                        <a:pos x="110" y="158"/>
                      </a:cxn>
                      <a:cxn ang="0">
                        <a:pos x="118" y="131"/>
                      </a:cxn>
                      <a:cxn ang="0">
                        <a:pos x="118" y="110"/>
                      </a:cxn>
                      <a:cxn ang="0">
                        <a:pos x="110" y="117"/>
                      </a:cxn>
                      <a:cxn ang="0">
                        <a:pos x="107" y="127"/>
                      </a:cxn>
                      <a:cxn ang="0">
                        <a:pos x="116" y="144"/>
                      </a:cxn>
                      <a:cxn ang="0">
                        <a:pos x="126" y="133"/>
                      </a:cxn>
                      <a:cxn ang="0">
                        <a:pos x="125" y="143"/>
                      </a:cxn>
                      <a:cxn ang="0">
                        <a:pos x="130" y="154"/>
                      </a:cxn>
                      <a:cxn ang="0">
                        <a:pos x="76" y="194"/>
                      </a:cxn>
                      <a:cxn ang="0">
                        <a:pos x="92" y="170"/>
                      </a:cxn>
                      <a:cxn ang="0">
                        <a:pos x="114" y="170"/>
                      </a:cxn>
                      <a:cxn ang="0">
                        <a:pos x="122" y="151"/>
                      </a:cxn>
                      <a:cxn ang="0">
                        <a:pos x="135" y="170"/>
                      </a:cxn>
                      <a:cxn ang="0">
                        <a:pos x="138" y="194"/>
                      </a:cxn>
                      <a:cxn ang="0">
                        <a:pos x="130" y="188"/>
                      </a:cxn>
                      <a:cxn ang="0">
                        <a:pos x="122" y="208"/>
                      </a:cxn>
                      <a:cxn ang="0">
                        <a:pos x="104" y="196"/>
                      </a:cxn>
                      <a:cxn ang="0">
                        <a:pos x="95" y="182"/>
                      </a:cxn>
                      <a:cxn ang="0">
                        <a:pos x="87" y="186"/>
                      </a:cxn>
                      <a:cxn ang="0">
                        <a:pos x="73" y="203"/>
                      </a:cxn>
                      <a:cxn ang="0">
                        <a:pos x="38" y="112"/>
                      </a:cxn>
                      <a:cxn ang="0">
                        <a:pos x="40" y="121"/>
                      </a:cxn>
                      <a:cxn ang="0">
                        <a:pos x="40" y="141"/>
                      </a:cxn>
                      <a:cxn ang="0">
                        <a:pos x="23" y="156"/>
                      </a:cxn>
                      <a:cxn ang="0">
                        <a:pos x="34" y="127"/>
                      </a:cxn>
                      <a:cxn ang="0">
                        <a:pos x="19" y="155"/>
                      </a:cxn>
                      <a:cxn ang="0">
                        <a:pos x="5" y="173"/>
                      </a:cxn>
                      <a:cxn ang="0">
                        <a:pos x="2" y="178"/>
                      </a:cxn>
                    </a:cxnLst>
                    <a:rect l="0" t="0" r="r" b="b"/>
                    <a:pathLst>
                      <a:path w="141" h="213">
                        <a:moveTo>
                          <a:pt x="50" y="11"/>
                        </a:moveTo>
                        <a:lnTo>
                          <a:pt x="54" y="11"/>
                        </a:lnTo>
                        <a:lnTo>
                          <a:pt x="51" y="11"/>
                        </a:lnTo>
                        <a:lnTo>
                          <a:pt x="50" y="11"/>
                        </a:lnTo>
                        <a:lnTo>
                          <a:pt x="50" y="11"/>
                        </a:lnTo>
                        <a:close/>
                        <a:moveTo>
                          <a:pt x="48" y="4"/>
                        </a:moveTo>
                        <a:lnTo>
                          <a:pt x="50" y="6"/>
                        </a:lnTo>
                        <a:lnTo>
                          <a:pt x="47" y="7"/>
                        </a:lnTo>
                        <a:lnTo>
                          <a:pt x="48" y="4"/>
                        </a:lnTo>
                        <a:lnTo>
                          <a:pt x="48" y="4"/>
                        </a:lnTo>
                        <a:close/>
                        <a:moveTo>
                          <a:pt x="54" y="0"/>
                        </a:moveTo>
                        <a:lnTo>
                          <a:pt x="53" y="2"/>
                        </a:lnTo>
                        <a:lnTo>
                          <a:pt x="54" y="3"/>
                        </a:lnTo>
                        <a:lnTo>
                          <a:pt x="54" y="0"/>
                        </a:lnTo>
                        <a:lnTo>
                          <a:pt x="54" y="0"/>
                        </a:lnTo>
                        <a:close/>
                        <a:moveTo>
                          <a:pt x="61" y="7"/>
                        </a:moveTo>
                        <a:lnTo>
                          <a:pt x="59" y="10"/>
                        </a:lnTo>
                        <a:lnTo>
                          <a:pt x="61" y="11"/>
                        </a:lnTo>
                        <a:lnTo>
                          <a:pt x="62" y="8"/>
                        </a:lnTo>
                        <a:lnTo>
                          <a:pt x="62" y="8"/>
                        </a:lnTo>
                        <a:lnTo>
                          <a:pt x="61" y="7"/>
                        </a:lnTo>
                        <a:lnTo>
                          <a:pt x="61" y="7"/>
                        </a:lnTo>
                        <a:close/>
                        <a:moveTo>
                          <a:pt x="62" y="80"/>
                        </a:moveTo>
                        <a:lnTo>
                          <a:pt x="63" y="82"/>
                        </a:lnTo>
                        <a:lnTo>
                          <a:pt x="65" y="84"/>
                        </a:lnTo>
                        <a:lnTo>
                          <a:pt x="69" y="86"/>
                        </a:lnTo>
                        <a:lnTo>
                          <a:pt x="70" y="84"/>
                        </a:lnTo>
                        <a:lnTo>
                          <a:pt x="72" y="83"/>
                        </a:lnTo>
                        <a:lnTo>
                          <a:pt x="76" y="79"/>
                        </a:lnTo>
                        <a:lnTo>
                          <a:pt x="78" y="79"/>
                        </a:lnTo>
                        <a:lnTo>
                          <a:pt x="82" y="82"/>
                        </a:lnTo>
                        <a:lnTo>
                          <a:pt x="84" y="86"/>
                        </a:lnTo>
                        <a:lnTo>
                          <a:pt x="84" y="88"/>
                        </a:lnTo>
                        <a:lnTo>
                          <a:pt x="85" y="90"/>
                        </a:lnTo>
                        <a:lnTo>
                          <a:pt x="87" y="88"/>
                        </a:lnTo>
                        <a:lnTo>
                          <a:pt x="87" y="86"/>
                        </a:lnTo>
                        <a:lnTo>
                          <a:pt x="88" y="84"/>
                        </a:lnTo>
                        <a:lnTo>
                          <a:pt x="89" y="87"/>
                        </a:lnTo>
                        <a:lnTo>
                          <a:pt x="93" y="87"/>
                        </a:lnTo>
                        <a:lnTo>
                          <a:pt x="96" y="90"/>
                        </a:lnTo>
                        <a:lnTo>
                          <a:pt x="96" y="90"/>
                        </a:lnTo>
                        <a:lnTo>
                          <a:pt x="95" y="91"/>
                        </a:lnTo>
                        <a:lnTo>
                          <a:pt x="93" y="90"/>
                        </a:lnTo>
                        <a:lnTo>
                          <a:pt x="91" y="91"/>
                        </a:lnTo>
                        <a:lnTo>
                          <a:pt x="92" y="94"/>
                        </a:lnTo>
                        <a:lnTo>
                          <a:pt x="93" y="98"/>
                        </a:lnTo>
                        <a:lnTo>
                          <a:pt x="93" y="101"/>
                        </a:lnTo>
                        <a:lnTo>
                          <a:pt x="96" y="101"/>
                        </a:lnTo>
                        <a:lnTo>
                          <a:pt x="99" y="101"/>
                        </a:lnTo>
                        <a:lnTo>
                          <a:pt x="101" y="101"/>
                        </a:lnTo>
                        <a:lnTo>
                          <a:pt x="101" y="102"/>
                        </a:lnTo>
                        <a:lnTo>
                          <a:pt x="101" y="103"/>
                        </a:lnTo>
                        <a:lnTo>
                          <a:pt x="101" y="106"/>
                        </a:lnTo>
                        <a:lnTo>
                          <a:pt x="100" y="110"/>
                        </a:lnTo>
                        <a:lnTo>
                          <a:pt x="97" y="109"/>
                        </a:lnTo>
                        <a:lnTo>
                          <a:pt x="95" y="106"/>
                        </a:lnTo>
                        <a:lnTo>
                          <a:pt x="97" y="105"/>
                        </a:lnTo>
                        <a:lnTo>
                          <a:pt x="97" y="103"/>
                        </a:lnTo>
                        <a:lnTo>
                          <a:pt x="96" y="103"/>
                        </a:lnTo>
                        <a:lnTo>
                          <a:pt x="96" y="103"/>
                        </a:lnTo>
                        <a:lnTo>
                          <a:pt x="93" y="105"/>
                        </a:lnTo>
                        <a:lnTo>
                          <a:pt x="89" y="101"/>
                        </a:lnTo>
                        <a:lnTo>
                          <a:pt x="88" y="101"/>
                        </a:lnTo>
                        <a:lnTo>
                          <a:pt x="88" y="97"/>
                        </a:lnTo>
                        <a:lnTo>
                          <a:pt x="87" y="94"/>
                        </a:lnTo>
                        <a:lnTo>
                          <a:pt x="82" y="93"/>
                        </a:lnTo>
                        <a:lnTo>
                          <a:pt x="81" y="90"/>
                        </a:lnTo>
                        <a:lnTo>
                          <a:pt x="78" y="88"/>
                        </a:lnTo>
                        <a:lnTo>
                          <a:pt x="77" y="87"/>
                        </a:lnTo>
                        <a:lnTo>
                          <a:pt x="76" y="87"/>
                        </a:lnTo>
                        <a:lnTo>
                          <a:pt x="76" y="88"/>
                        </a:lnTo>
                        <a:lnTo>
                          <a:pt x="78" y="94"/>
                        </a:lnTo>
                        <a:lnTo>
                          <a:pt x="80" y="98"/>
                        </a:lnTo>
                        <a:lnTo>
                          <a:pt x="78" y="98"/>
                        </a:lnTo>
                        <a:lnTo>
                          <a:pt x="76" y="94"/>
                        </a:lnTo>
                        <a:lnTo>
                          <a:pt x="72" y="91"/>
                        </a:lnTo>
                        <a:lnTo>
                          <a:pt x="72" y="88"/>
                        </a:lnTo>
                        <a:lnTo>
                          <a:pt x="65" y="87"/>
                        </a:lnTo>
                        <a:lnTo>
                          <a:pt x="62" y="87"/>
                        </a:lnTo>
                        <a:lnTo>
                          <a:pt x="61" y="88"/>
                        </a:lnTo>
                        <a:lnTo>
                          <a:pt x="61" y="91"/>
                        </a:lnTo>
                        <a:lnTo>
                          <a:pt x="58" y="93"/>
                        </a:lnTo>
                        <a:lnTo>
                          <a:pt x="55" y="90"/>
                        </a:lnTo>
                        <a:lnTo>
                          <a:pt x="54" y="91"/>
                        </a:lnTo>
                        <a:lnTo>
                          <a:pt x="51" y="91"/>
                        </a:lnTo>
                        <a:lnTo>
                          <a:pt x="53" y="88"/>
                        </a:lnTo>
                        <a:lnTo>
                          <a:pt x="51" y="87"/>
                        </a:lnTo>
                        <a:lnTo>
                          <a:pt x="50" y="87"/>
                        </a:lnTo>
                        <a:lnTo>
                          <a:pt x="48" y="90"/>
                        </a:lnTo>
                        <a:lnTo>
                          <a:pt x="47" y="87"/>
                        </a:lnTo>
                        <a:lnTo>
                          <a:pt x="47" y="83"/>
                        </a:lnTo>
                        <a:lnTo>
                          <a:pt x="47" y="82"/>
                        </a:lnTo>
                        <a:lnTo>
                          <a:pt x="48" y="80"/>
                        </a:lnTo>
                        <a:lnTo>
                          <a:pt x="51" y="76"/>
                        </a:lnTo>
                        <a:lnTo>
                          <a:pt x="48" y="75"/>
                        </a:lnTo>
                        <a:lnTo>
                          <a:pt x="46" y="74"/>
                        </a:lnTo>
                        <a:lnTo>
                          <a:pt x="46" y="76"/>
                        </a:lnTo>
                        <a:lnTo>
                          <a:pt x="47" y="78"/>
                        </a:lnTo>
                        <a:lnTo>
                          <a:pt x="46" y="79"/>
                        </a:lnTo>
                        <a:lnTo>
                          <a:pt x="44" y="79"/>
                        </a:lnTo>
                        <a:lnTo>
                          <a:pt x="42" y="76"/>
                        </a:lnTo>
                        <a:lnTo>
                          <a:pt x="42" y="74"/>
                        </a:lnTo>
                        <a:lnTo>
                          <a:pt x="40" y="72"/>
                        </a:lnTo>
                        <a:lnTo>
                          <a:pt x="39" y="74"/>
                        </a:lnTo>
                        <a:lnTo>
                          <a:pt x="38" y="72"/>
                        </a:lnTo>
                        <a:lnTo>
                          <a:pt x="38" y="67"/>
                        </a:lnTo>
                        <a:lnTo>
                          <a:pt x="35" y="64"/>
                        </a:lnTo>
                        <a:lnTo>
                          <a:pt x="35" y="60"/>
                        </a:lnTo>
                        <a:lnTo>
                          <a:pt x="35" y="57"/>
                        </a:lnTo>
                        <a:lnTo>
                          <a:pt x="35" y="56"/>
                        </a:lnTo>
                        <a:lnTo>
                          <a:pt x="34" y="56"/>
                        </a:lnTo>
                        <a:lnTo>
                          <a:pt x="32" y="53"/>
                        </a:lnTo>
                        <a:lnTo>
                          <a:pt x="34" y="49"/>
                        </a:lnTo>
                        <a:lnTo>
                          <a:pt x="35" y="52"/>
                        </a:lnTo>
                        <a:lnTo>
                          <a:pt x="38" y="52"/>
                        </a:lnTo>
                        <a:lnTo>
                          <a:pt x="39" y="52"/>
                        </a:lnTo>
                        <a:lnTo>
                          <a:pt x="39" y="49"/>
                        </a:lnTo>
                        <a:lnTo>
                          <a:pt x="38" y="45"/>
                        </a:lnTo>
                        <a:lnTo>
                          <a:pt x="39" y="41"/>
                        </a:lnTo>
                        <a:lnTo>
                          <a:pt x="40" y="34"/>
                        </a:lnTo>
                        <a:lnTo>
                          <a:pt x="40" y="29"/>
                        </a:lnTo>
                        <a:lnTo>
                          <a:pt x="39" y="25"/>
                        </a:lnTo>
                        <a:lnTo>
                          <a:pt x="42" y="19"/>
                        </a:lnTo>
                        <a:lnTo>
                          <a:pt x="43" y="16"/>
                        </a:lnTo>
                        <a:lnTo>
                          <a:pt x="47" y="15"/>
                        </a:lnTo>
                        <a:lnTo>
                          <a:pt x="53" y="15"/>
                        </a:lnTo>
                        <a:lnTo>
                          <a:pt x="54" y="18"/>
                        </a:lnTo>
                        <a:lnTo>
                          <a:pt x="57" y="19"/>
                        </a:lnTo>
                        <a:lnTo>
                          <a:pt x="57" y="18"/>
                        </a:lnTo>
                        <a:lnTo>
                          <a:pt x="61" y="18"/>
                        </a:lnTo>
                        <a:lnTo>
                          <a:pt x="63" y="16"/>
                        </a:lnTo>
                        <a:lnTo>
                          <a:pt x="63" y="15"/>
                        </a:lnTo>
                        <a:lnTo>
                          <a:pt x="65" y="15"/>
                        </a:lnTo>
                        <a:lnTo>
                          <a:pt x="66" y="18"/>
                        </a:lnTo>
                        <a:lnTo>
                          <a:pt x="66" y="19"/>
                        </a:lnTo>
                        <a:lnTo>
                          <a:pt x="65" y="21"/>
                        </a:lnTo>
                        <a:lnTo>
                          <a:pt x="65" y="27"/>
                        </a:lnTo>
                        <a:lnTo>
                          <a:pt x="66" y="31"/>
                        </a:lnTo>
                        <a:lnTo>
                          <a:pt x="69" y="31"/>
                        </a:lnTo>
                        <a:lnTo>
                          <a:pt x="69" y="36"/>
                        </a:lnTo>
                        <a:lnTo>
                          <a:pt x="70" y="37"/>
                        </a:lnTo>
                        <a:lnTo>
                          <a:pt x="69" y="44"/>
                        </a:lnTo>
                        <a:lnTo>
                          <a:pt x="68" y="48"/>
                        </a:lnTo>
                        <a:lnTo>
                          <a:pt x="69" y="52"/>
                        </a:lnTo>
                        <a:lnTo>
                          <a:pt x="66" y="55"/>
                        </a:lnTo>
                        <a:lnTo>
                          <a:pt x="66" y="53"/>
                        </a:lnTo>
                        <a:lnTo>
                          <a:pt x="68" y="52"/>
                        </a:lnTo>
                        <a:lnTo>
                          <a:pt x="65" y="53"/>
                        </a:lnTo>
                        <a:lnTo>
                          <a:pt x="61" y="57"/>
                        </a:lnTo>
                        <a:lnTo>
                          <a:pt x="59" y="60"/>
                        </a:lnTo>
                        <a:lnTo>
                          <a:pt x="59" y="63"/>
                        </a:lnTo>
                        <a:lnTo>
                          <a:pt x="58" y="64"/>
                        </a:lnTo>
                        <a:lnTo>
                          <a:pt x="58" y="68"/>
                        </a:lnTo>
                        <a:lnTo>
                          <a:pt x="59" y="69"/>
                        </a:lnTo>
                        <a:lnTo>
                          <a:pt x="61" y="74"/>
                        </a:lnTo>
                        <a:lnTo>
                          <a:pt x="63" y="75"/>
                        </a:lnTo>
                        <a:lnTo>
                          <a:pt x="62" y="76"/>
                        </a:lnTo>
                        <a:lnTo>
                          <a:pt x="62" y="80"/>
                        </a:lnTo>
                        <a:lnTo>
                          <a:pt x="62" y="80"/>
                        </a:lnTo>
                        <a:close/>
                        <a:moveTo>
                          <a:pt x="68" y="80"/>
                        </a:moveTo>
                        <a:lnTo>
                          <a:pt x="68" y="83"/>
                        </a:lnTo>
                        <a:lnTo>
                          <a:pt x="69" y="84"/>
                        </a:lnTo>
                        <a:lnTo>
                          <a:pt x="69" y="82"/>
                        </a:lnTo>
                        <a:lnTo>
                          <a:pt x="68" y="80"/>
                        </a:lnTo>
                        <a:lnTo>
                          <a:pt x="68" y="80"/>
                        </a:lnTo>
                        <a:close/>
                        <a:moveTo>
                          <a:pt x="65" y="69"/>
                        </a:moveTo>
                        <a:lnTo>
                          <a:pt x="66" y="74"/>
                        </a:lnTo>
                        <a:lnTo>
                          <a:pt x="66" y="75"/>
                        </a:lnTo>
                        <a:lnTo>
                          <a:pt x="66" y="78"/>
                        </a:lnTo>
                        <a:lnTo>
                          <a:pt x="68" y="75"/>
                        </a:lnTo>
                        <a:lnTo>
                          <a:pt x="69" y="71"/>
                        </a:lnTo>
                        <a:lnTo>
                          <a:pt x="70" y="69"/>
                        </a:lnTo>
                        <a:lnTo>
                          <a:pt x="68" y="68"/>
                        </a:lnTo>
                        <a:lnTo>
                          <a:pt x="65" y="69"/>
                        </a:lnTo>
                        <a:lnTo>
                          <a:pt x="65" y="69"/>
                        </a:lnTo>
                        <a:close/>
                        <a:moveTo>
                          <a:pt x="39" y="88"/>
                        </a:moveTo>
                        <a:lnTo>
                          <a:pt x="39" y="90"/>
                        </a:lnTo>
                        <a:lnTo>
                          <a:pt x="43" y="91"/>
                        </a:lnTo>
                        <a:lnTo>
                          <a:pt x="44" y="91"/>
                        </a:lnTo>
                        <a:lnTo>
                          <a:pt x="42" y="88"/>
                        </a:lnTo>
                        <a:lnTo>
                          <a:pt x="39" y="88"/>
                        </a:lnTo>
                        <a:lnTo>
                          <a:pt x="39" y="88"/>
                        </a:lnTo>
                        <a:close/>
                        <a:moveTo>
                          <a:pt x="44" y="94"/>
                        </a:moveTo>
                        <a:lnTo>
                          <a:pt x="44" y="95"/>
                        </a:lnTo>
                        <a:lnTo>
                          <a:pt x="47" y="95"/>
                        </a:lnTo>
                        <a:lnTo>
                          <a:pt x="47" y="99"/>
                        </a:lnTo>
                        <a:lnTo>
                          <a:pt x="50" y="99"/>
                        </a:lnTo>
                        <a:lnTo>
                          <a:pt x="51" y="102"/>
                        </a:lnTo>
                        <a:lnTo>
                          <a:pt x="51" y="106"/>
                        </a:lnTo>
                        <a:lnTo>
                          <a:pt x="54" y="108"/>
                        </a:lnTo>
                        <a:lnTo>
                          <a:pt x="54" y="110"/>
                        </a:lnTo>
                        <a:lnTo>
                          <a:pt x="57" y="114"/>
                        </a:lnTo>
                        <a:lnTo>
                          <a:pt x="59" y="114"/>
                        </a:lnTo>
                        <a:lnTo>
                          <a:pt x="61" y="112"/>
                        </a:lnTo>
                        <a:lnTo>
                          <a:pt x="61" y="110"/>
                        </a:lnTo>
                        <a:lnTo>
                          <a:pt x="62" y="109"/>
                        </a:lnTo>
                        <a:lnTo>
                          <a:pt x="62" y="106"/>
                        </a:lnTo>
                        <a:lnTo>
                          <a:pt x="61" y="105"/>
                        </a:lnTo>
                        <a:lnTo>
                          <a:pt x="62" y="102"/>
                        </a:lnTo>
                        <a:lnTo>
                          <a:pt x="62" y="99"/>
                        </a:lnTo>
                        <a:lnTo>
                          <a:pt x="59" y="98"/>
                        </a:lnTo>
                        <a:lnTo>
                          <a:pt x="54" y="94"/>
                        </a:lnTo>
                        <a:lnTo>
                          <a:pt x="50" y="94"/>
                        </a:lnTo>
                        <a:lnTo>
                          <a:pt x="47" y="93"/>
                        </a:lnTo>
                        <a:lnTo>
                          <a:pt x="44" y="94"/>
                        </a:lnTo>
                        <a:lnTo>
                          <a:pt x="44" y="94"/>
                        </a:lnTo>
                        <a:close/>
                        <a:moveTo>
                          <a:pt x="100" y="84"/>
                        </a:moveTo>
                        <a:lnTo>
                          <a:pt x="99" y="86"/>
                        </a:lnTo>
                        <a:lnTo>
                          <a:pt x="100" y="88"/>
                        </a:lnTo>
                        <a:lnTo>
                          <a:pt x="99" y="91"/>
                        </a:lnTo>
                        <a:lnTo>
                          <a:pt x="97" y="91"/>
                        </a:lnTo>
                        <a:lnTo>
                          <a:pt x="99" y="93"/>
                        </a:lnTo>
                        <a:lnTo>
                          <a:pt x="103" y="93"/>
                        </a:lnTo>
                        <a:lnTo>
                          <a:pt x="104" y="90"/>
                        </a:lnTo>
                        <a:lnTo>
                          <a:pt x="103" y="87"/>
                        </a:lnTo>
                        <a:lnTo>
                          <a:pt x="100" y="84"/>
                        </a:lnTo>
                        <a:lnTo>
                          <a:pt x="100" y="84"/>
                        </a:lnTo>
                        <a:close/>
                        <a:moveTo>
                          <a:pt x="66" y="97"/>
                        </a:moveTo>
                        <a:lnTo>
                          <a:pt x="69" y="98"/>
                        </a:lnTo>
                        <a:lnTo>
                          <a:pt x="70" y="97"/>
                        </a:lnTo>
                        <a:lnTo>
                          <a:pt x="72" y="95"/>
                        </a:lnTo>
                        <a:lnTo>
                          <a:pt x="70" y="93"/>
                        </a:lnTo>
                        <a:lnTo>
                          <a:pt x="68" y="91"/>
                        </a:lnTo>
                        <a:lnTo>
                          <a:pt x="66" y="94"/>
                        </a:lnTo>
                        <a:lnTo>
                          <a:pt x="66" y="97"/>
                        </a:lnTo>
                        <a:lnTo>
                          <a:pt x="66" y="97"/>
                        </a:lnTo>
                        <a:close/>
                        <a:moveTo>
                          <a:pt x="72" y="106"/>
                        </a:moveTo>
                        <a:lnTo>
                          <a:pt x="70" y="109"/>
                        </a:lnTo>
                        <a:lnTo>
                          <a:pt x="69" y="112"/>
                        </a:lnTo>
                        <a:lnTo>
                          <a:pt x="70" y="116"/>
                        </a:lnTo>
                        <a:lnTo>
                          <a:pt x="72" y="116"/>
                        </a:lnTo>
                        <a:lnTo>
                          <a:pt x="73" y="112"/>
                        </a:lnTo>
                        <a:lnTo>
                          <a:pt x="72" y="109"/>
                        </a:lnTo>
                        <a:lnTo>
                          <a:pt x="73" y="106"/>
                        </a:lnTo>
                        <a:lnTo>
                          <a:pt x="72" y="106"/>
                        </a:lnTo>
                        <a:lnTo>
                          <a:pt x="72" y="106"/>
                        </a:lnTo>
                        <a:close/>
                        <a:moveTo>
                          <a:pt x="78" y="109"/>
                        </a:moveTo>
                        <a:lnTo>
                          <a:pt x="77" y="110"/>
                        </a:lnTo>
                        <a:lnTo>
                          <a:pt x="77" y="112"/>
                        </a:lnTo>
                        <a:lnTo>
                          <a:pt x="80" y="112"/>
                        </a:lnTo>
                        <a:lnTo>
                          <a:pt x="80" y="110"/>
                        </a:lnTo>
                        <a:lnTo>
                          <a:pt x="78" y="109"/>
                        </a:lnTo>
                        <a:lnTo>
                          <a:pt x="78" y="109"/>
                        </a:lnTo>
                        <a:close/>
                        <a:moveTo>
                          <a:pt x="88" y="102"/>
                        </a:moveTo>
                        <a:lnTo>
                          <a:pt x="84" y="99"/>
                        </a:lnTo>
                        <a:lnTo>
                          <a:pt x="84" y="99"/>
                        </a:lnTo>
                        <a:lnTo>
                          <a:pt x="84" y="101"/>
                        </a:lnTo>
                        <a:lnTo>
                          <a:pt x="87" y="105"/>
                        </a:lnTo>
                        <a:lnTo>
                          <a:pt x="88" y="103"/>
                        </a:lnTo>
                        <a:lnTo>
                          <a:pt x="88" y="102"/>
                        </a:lnTo>
                        <a:lnTo>
                          <a:pt x="88" y="102"/>
                        </a:lnTo>
                        <a:close/>
                        <a:moveTo>
                          <a:pt x="92" y="108"/>
                        </a:moveTo>
                        <a:lnTo>
                          <a:pt x="93" y="109"/>
                        </a:lnTo>
                        <a:lnTo>
                          <a:pt x="96" y="112"/>
                        </a:lnTo>
                        <a:lnTo>
                          <a:pt x="97" y="112"/>
                        </a:lnTo>
                        <a:lnTo>
                          <a:pt x="95" y="108"/>
                        </a:lnTo>
                        <a:lnTo>
                          <a:pt x="92" y="108"/>
                        </a:lnTo>
                        <a:lnTo>
                          <a:pt x="92" y="108"/>
                        </a:lnTo>
                        <a:close/>
                        <a:moveTo>
                          <a:pt x="88" y="117"/>
                        </a:moveTo>
                        <a:lnTo>
                          <a:pt x="91" y="114"/>
                        </a:lnTo>
                        <a:lnTo>
                          <a:pt x="92" y="114"/>
                        </a:lnTo>
                        <a:lnTo>
                          <a:pt x="95" y="117"/>
                        </a:lnTo>
                        <a:lnTo>
                          <a:pt x="99" y="118"/>
                        </a:lnTo>
                        <a:lnTo>
                          <a:pt x="101" y="118"/>
                        </a:lnTo>
                        <a:lnTo>
                          <a:pt x="101" y="117"/>
                        </a:lnTo>
                        <a:lnTo>
                          <a:pt x="99" y="114"/>
                        </a:lnTo>
                        <a:lnTo>
                          <a:pt x="95" y="112"/>
                        </a:lnTo>
                        <a:lnTo>
                          <a:pt x="93" y="112"/>
                        </a:lnTo>
                        <a:lnTo>
                          <a:pt x="91" y="109"/>
                        </a:lnTo>
                        <a:lnTo>
                          <a:pt x="89" y="109"/>
                        </a:lnTo>
                        <a:lnTo>
                          <a:pt x="89" y="109"/>
                        </a:lnTo>
                        <a:lnTo>
                          <a:pt x="88" y="108"/>
                        </a:lnTo>
                        <a:lnTo>
                          <a:pt x="88" y="112"/>
                        </a:lnTo>
                        <a:lnTo>
                          <a:pt x="88" y="113"/>
                        </a:lnTo>
                        <a:lnTo>
                          <a:pt x="88" y="114"/>
                        </a:lnTo>
                        <a:lnTo>
                          <a:pt x="88" y="116"/>
                        </a:lnTo>
                        <a:lnTo>
                          <a:pt x="88" y="117"/>
                        </a:lnTo>
                        <a:lnTo>
                          <a:pt x="88" y="117"/>
                        </a:lnTo>
                        <a:close/>
                        <a:moveTo>
                          <a:pt x="74" y="139"/>
                        </a:moveTo>
                        <a:lnTo>
                          <a:pt x="73" y="140"/>
                        </a:lnTo>
                        <a:lnTo>
                          <a:pt x="72" y="140"/>
                        </a:lnTo>
                        <a:lnTo>
                          <a:pt x="70" y="135"/>
                        </a:lnTo>
                        <a:lnTo>
                          <a:pt x="72" y="132"/>
                        </a:lnTo>
                        <a:lnTo>
                          <a:pt x="72" y="127"/>
                        </a:lnTo>
                        <a:lnTo>
                          <a:pt x="72" y="124"/>
                        </a:lnTo>
                        <a:lnTo>
                          <a:pt x="72" y="121"/>
                        </a:lnTo>
                        <a:lnTo>
                          <a:pt x="70" y="121"/>
                        </a:lnTo>
                        <a:lnTo>
                          <a:pt x="68" y="120"/>
                        </a:lnTo>
                        <a:lnTo>
                          <a:pt x="69" y="118"/>
                        </a:lnTo>
                        <a:lnTo>
                          <a:pt x="72" y="117"/>
                        </a:lnTo>
                        <a:lnTo>
                          <a:pt x="74" y="120"/>
                        </a:lnTo>
                        <a:lnTo>
                          <a:pt x="76" y="121"/>
                        </a:lnTo>
                        <a:lnTo>
                          <a:pt x="76" y="122"/>
                        </a:lnTo>
                        <a:lnTo>
                          <a:pt x="77" y="122"/>
                        </a:lnTo>
                        <a:lnTo>
                          <a:pt x="80" y="122"/>
                        </a:lnTo>
                        <a:lnTo>
                          <a:pt x="82" y="122"/>
                        </a:lnTo>
                        <a:lnTo>
                          <a:pt x="84" y="125"/>
                        </a:lnTo>
                        <a:lnTo>
                          <a:pt x="85" y="124"/>
                        </a:lnTo>
                        <a:lnTo>
                          <a:pt x="88" y="122"/>
                        </a:lnTo>
                        <a:lnTo>
                          <a:pt x="89" y="124"/>
                        </a:lnTo>
                        <a:lnTo>
                          <a:pt x="88" y="127"/>
                        </a:lnTo>
                        <a:lnTo>
                          <a:pt x="87" y="128"/>
                        </a:lnTo>
                        <a:lnTo>
                          <a:pt x="85" y="131"/>
                        </a:lnTo>
                        <a:lnTo>
                          <a:pt x="82" y="133"/>
                        </a:lnTo>
                        <a:lnTo>
                          <a:pt x="81" y="136"/>
                        </a:lnTo>
                        <a:lnTo>
                          <a:pt x="80" y="136"/>
                        </a:lnTo>
                        <a:lnTo>
                          <a:pt x="78" y="136"/>
                        </a:lnTo>
                        <a:lnTo>
                          <a:pt x="77" y="136"/>
                        </a:lnTo>
                        <a:lnTo>
                          <a:pt x="74" y="139"/>
                        </a:lnTo>
                        <a:lnTo>
                          <a:pt x="74" y="139"/>
                        </a:lnTo>
                        <a:close/>
                        <a:moveTo>
                          <a:pt x="81" y="136"/>
                        </a:moveTo>
                        <a:lnTo>
                          <a:pt x="78" y="137"/>
                        </a:lnTo>
                        <a:lnTo>
                          <a:pt x="78" y="140"/>
                        </a:lnTo>
                        <a:lnTo>
                          <a:pt x="80" y="141"/>
                        </a:lnTo>
                        <a:lnTo>
                          <a:pt x="82" y="139"/>
                        </a:lnTo>
                        <a:lnTo>
                          <a:pt x="82" y="137"/>
                        </a:lnTo>
                        <a:lnTo>
                          <a:pt x="81" y="136"/>
                        </a:lnTo>
                        <a:lnTo>
                          <a:pt x="81" y="136"/>
                        </a:lnTo>
                        <a:close/>
                        <a:moveTo>
                          <a:pt x="106" y="136"/>
                        </a:moveTo>
                        <a:lnTo>
                          <a:pt x="106" y="139"/>
                        </a:lnTo>
                        <a:lnTo>
                          <a:pt x="104" y="137"/>
                        </a:lnTo>
                        <a:lnTo>
                          <a:pt x="106" y="136"/>
                        </a:lnTo>
                        <a:lnTo>
                          <a:pt x="106" y="136"/>
                        </a:lnTo>
                        <a:close/>
                        <a:moveTo>
                          <a:pt x="93" y="155"/>
                        </a:moveTo>
                        <a:lnTo>
                          <a:pt x="95" y="152"/>
                        </a:lnTo>
                        <a:lnTo>
                          <a:pt x="96" y="146"/>
                        </a:lnTo>
                        <a:lnTo>
                          <a:pt x="100" y="141"/>
                        </a:lnTo>
                        <a:lnTo>
                          <a:pt x="100" y="139"/>
                        </a:lnTo>
                        <a:lnTo>
                          <a:pt x="100" y="136"/>
                        </a:lnTo>
                        <a:lnTo>
                          <a:pt x="101" y="135"/>
                        </a:lnTo>
                        <a:lnTo>
                          <a:pt x="101" y="129"/>
                        </a:lnTo>
                        <a:lnTo>
                          <a:pt x="99" y="131"/>
                        </a:lnTo>
                        <a:lnTo>
                          <a:pt x="99" y="135"/>
                        </a:lnTo>
                        <a:lnTo>
                          <a:pt x="96" y="139"/>
                        </a:lnTo>
                        <a:lnTo>
                          <a:pt x="96" y="143"/>
                        </a:lnTo>
                        <a:lnTo>
                          <a:pt x="95" y="147"/>
                        </a:lnTo>
                        <a:lnTo>
                          <a:pt x="92" y="150"/>
                        </a:lnTo>
                        <a:lnTo>
                          <a:pt x="92" y="152"/>
                        </a:lnTo>
                        <a:lnTo>
                          <a:pt x="93" y="155"/>
                        </a:lnTo>
                        <a:lnTo>
                          <a:pt x="93" y="155"/>
                        </a:lnTo>
                        <a:close/>
                        <a:moveTo>
                          <a:pt x="89" y="154"/>
                        </a:moveTo>
                        <a:lnTo>
                          <a:pt x="89" y="148"/>
                        </a:lnTo>
                        <a:lnTo>
                          <a:pt x="91" y="140"/>
                        </a:lnTo>
                        <a:lnTo>
                          <a:pt x="93" y="137"/>
                        </a:lnTo>
                        <a:lnTo>
                          <a:pt x="93" y="135"/>
                        </a:lnTo>
                        <a:lnTo>
                          <a:pt x="92" y="133"/>
                        </a:lnTo>
                        <a:lnTo>
                          <a:pt x="91" y="133"/>
                        </a:lnTo>
                        <a:lnTo>
                          <a:pt x="88" y="133"/>
                        </a:lnTo>
                        <a:lnTo>
                          <a:pt x="87" y="135"/>
                        </a:lnTo>
                        <a:lnTo>
                          <a:pt x="87" y="137"/>
                        </a:lnTo>
                        <a:lnTo>
                          <a:pt x="84" y="140"/>
                        </a:lnTo>
                        <a:lnTo>
                          <a:pt x="85" y="144"/>
                        </a:lnTo>
                        <a:lnTo>
                          <a:pt x="84" y="147"/>
                        </a:lnTo>
                        <a:lnTo>
                          <a:pt x="78" y="148"/>
                        </a:lnTo>
                        <a:lnTo>
                          <a:pt x="78" y="150"/>
                        </a:lnTo>
                        <a:lnTo>
                          <a:pt x="78" y="154"/>
                        </a:lnTo>
                        <a:lnTo>
                          <a:pt x="81" y="155"/>
                        </a:lnTo>
                        <a:lnTo>
                          <a:pt x="84" y="156"/>
                        </a:lnTo>
                        <a:lnTo>
                          <a:pt x="87" y="156"/>
                        </a:lnTo>
                        <a:lnTo>
                          <a:pt x="87" y="160"/>
                        </a:lnTo>
                        <a:lnTo>
                          <a:pt x="89" y="160"/>
                        </a:lnTo>
                        <a:lnTo>
                          <a:pt x="92" y="159"/>
                        </a:lnTo>
                        <a:lnTo>
                          <a:pt x="92" y="156"/>
                        </a:lnTo>
                        <a:lnTo>
                          <a:pt x="89" y="154"/>
                        </a:lnTo>
                        <a:lnTo>
                          <a:pt x="89" y="154"/>
                        </a:lnTo>
                        <a:close/>
                        <a:moveTo>
                          <a:pt x="97" y="158"/>
                        </a:moveTo>
                        <a:lnTo>
                          <a:pt x="97" y="159"/>
                        </a:lnTo>
                        <a:lnTo>
                          <a:pt x="97" y="160"/>
                        </a:lnTo>
                        <a:lnTo>
                          <a:pt x="95" y="162"/>
                        </a:lnTo>
                        <a:lnTo>
                          <a:pt x="93" y="160"/>
                        </a:lnTo>
                        <a:lnTo>
                          <a:pt x="95" y="158"/>
                        </a:lnTo>
                        <a:lnTo>
                          <a:pt x="97" y="158"/>
                        </a:lnTo>
                        <a:lnTo>
                          <a:pt x="97" y="158"/>
                        </a:lnTo>
                        <a:close/>
                        <a:moveTo>
                          <a:pt x="106" y="144"/>
                        </a:moveTo>
                        <a:lnTo>
                          <a:pt x="107" y="144"/>
                        </a:lnTo>
                        <a:lnTo>
                          <a:pt x="108" y="147"/>
                        </a:lnTo>
                        <a:lnTo>
                          <a:pt x="110" y="150"/>
                        </a:lnTo>
                        <a:lnTo>
                          <a:pt x="108" y="151"/>
                        </a:lnTo>
                        <a:lnTo>
                          <a:pt x="104" y="154"/>
                        </a:lnTo>
                        <a:lnTo>
                          <a:pt x="100" y="154"/>
                        </a:lnTo>
                        <a:lnTo>
                          <a:pt x="100" y="152"/>
                        </a:lnTo>
                        <a:lnTo>
                          <a:pt x="99" y="150"/>
                        </a:lnTo>
                        <a:lnTo>
                          <a:pt x="100" y="148"/>
                        </a:lnTo>
                        <a:lnTo>
                          <a:pt x="106" y="144"/>
                        </a:lnTo>
                        <a:lnTo>
                          <a:pt x="106" y="144"/>
                        </a:lnTo>
                        <a:close/>
                        <a:moveTo>
                          <a:pt x="119" y="146"/>
                        </a:moveTo>
                        <a:lnTo>
                          <a:pt x="120" y="148"/>
                        </a:lnTo>
                        <a:lnTo>
                          <a:pt x="120" y="150"/>
                        </a:lnTo>
                        <a:lnTo>
                          <a:pt x="118" y="148"/>
                        </a:lnTo>
                        <a:lnTo>
                          <a:pt x="119" y="146"/>
                        </a:lnTo>
                        <a:lnTo>
                          <a:pt x="119" y="146"/>
                        </a:lnTo>
                        <a:close/>
                        <a:moveTo>
                          <a:pt x="111" y="156"/>
                        </a:moveTo>
                        <a:lnTo>
                          <a:pt x="114" y="159"/>
                        </a:lnTo>
                        <a:lnTo>
                          <a:pt x="112" y="160"/>
                        </a:lnTo>
                        <a:lnTo>
                          <a:pt x="111" y="159"/>
                        </a:lnTo>
                        <a:lnTo>
                          <a:pt x="110" y="158"/>
                        </a:lnTo>
                        <a:lnTo>
                          <a:pt x="111" y="156"/>
                        </a:lnTo>
                        <a:lnTo>
                          <a:pt x="111" y="156"/>
                        </a:lnTo>
                        <a:close/>
                        <a:moveTo>
                          <a:pt x="108" y="122"/>
                        </a:moveTo>
                        <a:lnTo>
                          <a:pt x="108" y="125"/>
                        </a:lnTo>
                        <a:lnTo>
                          <a:pt x="106" y="125"/>
                        </a:lnTo>
                        <a:lnTo>
                          <a:pt x="104" y="124"/>
                        </a:lnTo>
                        <a:lnTo>
                          <a:pt x="106" y="122"/>
                        </a:lnTo>
                        <a:lnTo>
                          <a:pt x="108" y="122"/>
                        </a:lnTo>
                        <a:lnTo>
                          <a:pt x="108" y="122"/>
                        </a:lnTo>
                        <a:close/>
                        <a:moveTo>
                          <a:pt x="115" y="127"/>
                        </a:moveTo>
                        <a:lnTo>
                          <a:pt x="116" y="128"/>
                        </a:lnTo>
                        <a:lnTo>
                          <a:pt x="118" y="131"/>
                        </a:lnTo>
                        <a:lnTo>
                          <a:pt x="122" y="131"/>
                        </a:lnTo>
                        <a:lnTo>
                          <a:pt x="123" y="131"/>
                        </a:lnTo>
                        <a:lnTo>
                          <a:pt x="123" y="129"/>
                        </a:lnTo>
                        <a:lnTo>
                          <a:pt x="125" y="131"/>
                        </a:lnTo>
                        <a:lnTo>
                          <a:pt x="123" y="129"/>
                        </a:lnTo>
                        <a:lnTo>
                          <a:pt x="123" y="127"/>
                        </a:lnTo>
                        <a:lnTo>
                          <a:pt x="120" y="125"/>
                        </a:lnTo>
                        <a:lnTo>
                          <a:pt x="122" y="121"/>
                        </a:lnTo>
                        <a:lnTo>
                          <a:pt x="120" y="116"/>
                        </a:lnTo>
                        <a:lnTo>
                          <a:pt x="120" y="114"/>
                        </a:lnTo>
                        <a:lnTo>
                          <a:pt x="120" y="113"/>
                        </a:lnTo>
                        <a:lnTo>
                          <a:pt x="118" y="110"/>
                        </a:lnTo>
                        <a:lnTo>
                          <a:pt x="116" y="108"/>
                        </a:lnTo>
                        <a:lnTo>
                          <a:pt x="115" y="108"/>
                        </a:lnTo>
                        <a:lnTo>
                          <a:pt x="114" y="108"/>
                        </a:lnTo>
                        <a:lnTo>
                          <a:pt x="112" y="108"/>
                        </a:lnTo>
                        <a:lnTo>
                          <a:pt x="111" y="108"/>
                        </a:lnTo>
                        <a:lnTo>
                          <a:pt x="110" y="109"/>
                        </a:lnTo>
                        <a:lnTo>
                          <a:pt x="107" y="109"/>
                        </a:lnTo>
                        <a:lnTo>
                          <a:pt x="104" y="109"/>
                        </a:lnTo>
                        <a:lnTo>
                          <a:pt x="103" y="108"/>
                        </a:lnTo>
                        <a:lnTo>
                          <a:pt x="103" y="110"/>
                        </a:lnTo>
                        <a:lnTo>
                          <a:pt x="106" y="114"/>
                        </a:lnTo>
                        <a:lnTo>
                          <a:pt x="110" y="117"/>
                        </a:lnTo>
                        <a:lnTo>
                          <a:pt x="112" y="121"/>
                        </a:lnTo>
                        <a:lnTo>
                          <a:pt x="114" y="122"/>
                        </a:lnTo>
                        <a:lnTo>
                          <a:pt x="114" y="124"/>
                        </a:lnTo>
                        <a:lnTo>
                          <a:pt x="112" y="125"/>
                        </a:lnTo>
                        <a:lnTo>
                          <a:pt x="112" y="125"/>
                        </a:lnTo>
                        <a:lnTo>
                          <a:pt x="114" y="125"/>
                        </a:lnTo>
                        <a:lnTo>
                          <a:pt x="114" y="125"/>
                        </a:lnTo>
                        <a:lnTo>
                          <a:pt x="115" y="127"/>
                        </a:lnTo>
                        <a:lnTo>
                          <a:pt x="115" y="127"/>
                        </a:lnTo>
                        <a:close/>
                        <a:moveTo>
                          <a:pt x="112" y="127"/>
                        </a:moveTo>
                        <a:lnTo>
                          <a:pt x="110" y="128"/>
                        </a:lnTo>
                        <a:lnTo>
                          <a:pt x="107" y="127"/>
                        </a:lnTo>
                        <a:lnTo>
                          <a:pt x="104" y="127"/>
                        </a:lnTo>
                        <a:lnTo>
                          <a:pt x="106" y="129"/>
                        </a:lnTo>
                        <a:lnTo>
                          <a:pt x="106" y="132"/>
                        </a:lnTo>
                        <a:lnTo>
                          <a:pt x="108" y="135"/>
                        </a:lnTo>
                        <a:lnTo>
                          <a:pt x="110" y="133"/>
                        </a:lnTo>
                        <a:lnTo>
                          <a:pt x="111" y="135"/>
                        </a:lnTo>
                        <a:lnTo>
                          <a:pt x="111" y="137"/>
                        </a:lnTo>
                        <a:lnTo>
                          <a:pt x="112" y="140"/>
                        </a:lnTo>
                        <a:lnTo>
                          <a:pt x="112" y="144"/>
                        </a:lnTo>
                        <a:lnTo>
                          <a:pt x="115" y="147"/>
                        </a:lnTo>
                        <a:lnTo>
                          <a:pt x="115" y="143"/>
                        </a:lnTo>
                        <a:lnTo>
                          <a:pt x="116" y="144"/>
                        </a:lnTo>
                        <a:lnTo>
                          <a:pt x="119" y="144"/>
                        </a:lnTo>
                        <a:lnTo>
                          <a:pt x="119" y="141"/>
                        </a:lnTo>
                        <a:lnTo>
                          <a:pt x="116" y="137"/>
                        </a:lnTo>
                        <a:lnTo>
                          <a:pt x="115" y="136"/>
                        </a:lnTo>
                        <a:lnTo>
                          <a:pt x="114" y="132"/>
                        </a:lnTo>
                        <a:lnTo>
                          <a:pt x="112" y="128"/>
                        </a:lnTo>
                        <a:lnTo>
                          <a:pt x="112" y="127"/>
                        </a:lnTo>
                        <a:lnTo>
                          <a:pt x="112" y="127"/>
                        </a:lnTo>
                        <a:close/>
                        <a:moveTo>
                          <a:pt x="126" y="135"/>
                        </a:moveTo>
                        <a:lnTo>
                          <a:pt x="127" y="133"/>
                        </a:lnTo>
                        <a:lnTo>
                          <a:pt x="126" y="133"/>
                        </a:lnTo>
                        <a:lnTo>
                          <a:pt x="126" y="133"/>
                        </a:lnTo>
                        <a:lnTo>
                          <a:pt x="126" y="135"/>
                        </a:lnTo>
                        <a:lnTo>
                          <a:pt x="126" y="135"/>
                        </a:lnTo>
                        <a:close/>
                        <a:moveTo>
                          <a:pt x="126" y="136"/>
                        </a:moveTo>
                        <a:lnTo>
                          <a:pt x="125" y="136"/>
                        </a:lnTo>
                        <a:lnTo>
                          <a:pt x="125" y="137"/>
                        </a:lnTo>
                        <a:lnTo>
                          <a:pt x="126" y="137"/>
                        </a:lnTo>
                        <a:lnTo>
                          <a:pt x="126" y="136"/>
                        </a:lnTo>
                        <a:lnTo>
                          <a:pt x="126" y="136"/>
                        </a:lnTo>
                        <a:close/>
                        <a:moveTo>
                          <a:pt x="126" y="151"/>
                        </a:moveTo>
                        <a:lnTo>
                          <a:pt x="127" y="147"/>
                        </a:lnTo>
                        <a:lnTo>
                          <a:pt x="125" y="146"/>
                        </a:lnTo>
                        <a:lnTo>
                          <a:pt x="125" y="143"/>
                        </a:lnTo>
                        <a:lnTo>
                          <a:pt x="126" y="141"/>
                        </a:lnTo>
                        <a:lnTo>
                          <a:pt x="125" y="140"/>
                        </a:lnTo>
                        <a:lnTo>
                          <a:pt x="123" y="140"/>
                        </a:lnTo>
                        <a:lnTo>
                          <a:pt x="123" y="144"/>
                        </a:lnTo>
                        <a:lnTo>
                          <a:pt x="125" y="147"/>
                        </a:lnTo>
                        <a:lnTo>
                          <a:pt x="125" y="150"/>
                        </a:lnTo>
                        <a:lnTo>
                          <a:pt x="125" y="150"/>
                        </a:lnTo>
                        <a:lnTo>
                          <a:pt x="126" y="151"/>
                        </a:lnTo>
                        <a:lnTo>
                          <a:pt x="126" y="151"/>
                        </a:lnTo>
                        <a:close/>
                        <a:moveTo>
                          <a:pt x="129" y="151"/>
                        </a:moveTo>
                        <a:lnTo>
                          <a:pt x="129" y="152"/>
                        </a:lnTo>
                        <a:lnTo>
                          <a:pt x="130" y="154"/>
                        </a:lnTo>
                        <a:lnTo>
                          <a:pt x="130" y="152"/>
                        </a:lnTo>
                        <a:lnTo>
                          <a:pt x="129" y="151"/>
                        </a:lnTo>
                        <a:lnTo>
                          <a:pt x="129" y="151"/>
                        </a:lnTo>
                        <a:close/>
                        <a:moveTo>
                          <a:pt x="131" y="146"/>
                        </a:moveTo>
                        <a:lnTo>
                          <a:pt x="130" y="148"/>
                        </a:lnTo>
                        <a:lnTo>
                          <a:pt x="130" y="150"/>
                        </a:lnTo>
                        <a:lnTo>
                          <a:pt x="131" y="151"/>
                        </a:lnTo>
                        <a:lnTo>
                          <a:pt x="134" y="151"/>
                        </a:lnTo>
                        <a:lnTo>
                          <a:pt x="133" y="148"/>
                        </a:lnTo>
                        <a:lnTo>
                          <a:pt x="131" y="146"/>
                        </a:lnTo>
                        <a:lnTo>
                          <a:pt x="131" y="146"/>
                        </a:lnTo>
                        <a:close/>
                        <a:moveTo>
                          <a:pt x="76" y="194"/>
                        </a:moveTo>
                        <a:lnTo>
                          <a:pt x="73" y="192"/>
                        </a:lnTo>
                        <a:lnTo>
                          <a:pt x="74" y="188"/>
                        </a:lnTo>
                        <a:lnTo>
                          <a:pt x="76" y="184"/>
                        </a:lnTo>
                        <a:lnTo>
                          <a:pt x="74" y="182"/>
                        </a:lnTo>
                        <a:lnTo>
                          <a:pt x="77" y="178"/>
                        </a:lnTo>
                        <a:lnTo>
                          <a:pt x="80" y="178"/>
                        </a:lnTo>
                        <a:lnTo>
                          <a:pt x="82" y="175"/>
                        </a:lnTo>
                        <a:lnTo>
                          <a:pt x="85" y="177"/>
                        </a:lnTo>
                        <a:lnTo>
                          <a:pt x="89" y="175"/>
                        </a:lnTo>
                        <a:lnTo>
                          <a:pt x="88" y="173"/>
                        </a:lnTo>
                        <a:lnTo>
                          <a:pt x="89" y="171"/>
                        </a:lnTo>
                        <a:lnTo>
                          <a:pt x="92" y="170"/>
                        </a:lnTo>
                        <a:lnTo>
                          <a:pt x="93" y="167"/>
                        </a:lnTo>
                        <a:lnTo>
                          <a:pt x="96" y="167"/>
                        </a:lnTo>
                        <a:lnTo>
                          <a:pt x="100" y="170"/>
                        </a:lnTo>
                        <a:lnTo>
                          <a:pt x="100" y="174"/>
                        </a:lnTo>
                        <a:lnTo>
                          <a:pt x="97" y="180"/>
                        </a:lnTo>
                        <a:lnTo>
                          <a:pt x="100" y="177"/>
                        </a:lnTo>
                        <a:lnTo>
                          <a:pt x="103" y="175"/>
                        </a:lnTo>
                        <a:lnTo>
                          <a:pt x="106" y="174"/>
                        </a:lnTo>
                        <a:lnTo>
                          <a:pt x="107" y="170"/>
                        </a:lnTo>
                        <a:lnTo>
                          <a:pt x="110" y="169"/>
                        </a:lnTo>
                        <a:lnTo>
                          <a:pt x="111" y="171"/>
                        </a:lnTo>
                        <a:lnTo>
                          <a:pt x="114" y="170"/>
                        </a:lnTo>
                        <a:lnTo>
                          <a:pt x="114" y="169"/>
                        </a:lnTo>
                        <a:lnTo>
                          <a:pt x="112" y="167"/>
                        </a:lnTo>
                        <a:lnTo>
                          <a:pt x="114" y="162"/>
                        </a:lnTo>
                        <a:lnTo>
                          <a:pt x="116" y="163"/>
                        </a:lnTo>
                        <a:lnTo>
                          <a:pt x="119" y="165"/>
                        </a:lnTo>
                        <a:lnTo>
                          <a:pt x="119" y="163"/>
                        </a:lnTo>
                        <a:lnTo>
                          <a:pt x="119" y="159"/>
                        </a:lnTo>
                        <a:lnTo>
                          <a:pt x="120" y="159"/>
                        </a:lnTo>
                        <a:lnTo>
                          <a:pt x="122" y="162"/>
                        </a:lnTo>
                        <a:lnTo>
                          <a:pt x="123" y="159"/>
                        </a:lnTo>
                        <a:lnTo>
                          <a:pt x="122" y="154"/>
                        </a:lnTo>
                        <a:lnTo>
                          <a:pt x="122" y="151"/>
                        </a:lnTo>
                        <a:lnTo>
                          <a:pt x="123" y="151"/>
                        </a:lnTo>
                        <a:lnTo>
                          <a:pt x="125" y="151"/>
                        </a:lnTo>
                        <a:lnTo>
                          <a:pt x="125" y="154"/>
                        </a:lnTo>
                        <a:lnTo>
                          <a:pt x="129" y="156"/>
                        </a:lnTo>
                        <a:lnTo>
                          <a:pt x="131" y="159"/>
                        </a:lnTo>
                        <a:lnTo>
                          <a:pt x="134" y="158"/>
                        </a:lnTo>
                        <a:lnTo>
                          <a:pt x="134" y="160"/>
                        </a:lnTo>
                        <a:lnTo>
                          <a:pt x="135" y="163"/>
                        </a:lnTo>
                        <a:lnTo>
                          <a:pt x="135" y="166"/>
                        </a:lnTo>
                        <a:lnTo>
                          <a:pt x="134" y="166"/>
                        </a:lnTo>
                        <a:lnTo>
                          <a:pt x="133" y="167"/>
                        </a:lnTo>
                        <a:lnTo>
                          <a:pt x="135" y="170"/>
                        </a:lnTo>
                        <a:lnTo>
                          <a:pt x="135" y="170"/>
                        </a:lnTo>
                        <a:lnTo>
                          <a:pt x="135" y="171"/>
                        </a:lnTo>
                        <a:lnTo>
                          <a:pt x="135" y="175"/>
                        </a:lnTo>
                        <a:lnTo>
                          <a:pt x="137" y="173"/>
                        </a:lnTo>
                        <a:lnTo>
                          <a:pt x="137" y="177"/>
                        </a:lnTo>
                        <a:lnTo>
                          <a:pt x="137" y="180"/>
                        </a:lnTo>
                        <a:lnTo>
                          <a:pt x="140" y="182"/>
                        </a:lnTo>
                        <a:lnTo>
                          <a:pt x="141" y="185"/>
                        </a:lnTo>
                        <a:lnTo>
                          <a:pt x="141" y="189"/>
                        </a:lnTo>
                        <a:lnTo>
                          <a:pt x="140" y="193"/>
                        </a:lnTo>
                        <a:lnTo>
                          <a:pt x="138" y="193"/>
                        </a:lnTo>
                        <a:lnTo>
                          <a:pt x="138" y="194"/>
                        </a:lnTo>
                        <a:lnTo>
                          <a:pt x="138" y="193"/>
                        </a:lnTo>
                        <a:lnTo>
                          <a:pt x="135" y="193"/>
                        </a:lnTo>
                        <a:lnTo>
                          <a:pt x="135" y="194"/>
                        </a:lnTo>
                        <a:lnTo>
                          <a:pt x="137" y="199"/>
                        </a:lnTo>
                        <a:lnTo>
                          <a:pt x="137" y="203"/>
                        </a:lnTo>
                        <a:lnTo>
                          <a:pt x="135" y="204"/>
                        </a:lnTo>
                        <a:lnTo>
                          <a:pt x="135" y="203"/>
                        </a:lnTo>
                        <a:lnTo>
                          <a:pt x="134" y="199"/>
                        </a:lnTo>
                        <a:lnTo>
                          <a:pt x="134" y="196"/>
                        </a:lnTo>
                        <a:lnTo>
                          <a:pt x="133" y="193"/>
                        </a:lnTo>
                        <a:lnTo>
                          <a:pt x="131" y="190"/>
                        </a:lnTo>
                        <a:lnTo>
                          <a:pt x="130" y="188"/>
                        </a:lnTo>
                        <a:lnTo>
                          <a:pt x="129" y="189"/>
                        </a:lnTo>
                        <a:lnTo>
                          <a:pt x="125" y="194"/>
                        </a:lnTo>
                        <a:lnTo>
                          <a:pt x="125" y="197"/>
                        </a:lnTo>
                        <a:lnTo>
                          <a:pt x="126" y="199"/>
                        </a:lnTo>
                        <a:lnTo>
                          <a:pt x="129" y="203"/>
                        </a:lnTo>
                        <a:lnTo>
                          <a:pt x="129" y="204"/>
                        </a:lnTo>
                        <a:lnTo>
                          <a:pt x="129" y="208"/>
                        </a:lnTo>
                        <a:lnTo>
                          <a:pt x="125" y="212"/>
                        </a:lnTo>
                        <a:lnTo>
                          <a:pt x="123" y="213"/>
                        </a:lnTo>
                        <a:lnTo>
                          <a:pt x="122" y="213"/>
                        </a:lnTo>
                        <a:lnTo>
                          <a:pt x="122" y="211"/>
                        </a:lnTo>
                        <a:lnTo>
                          <a:pt x="122" y="208"/>
                        </a:lnTo>
                        <a:lnTo>
                          <a:pt x="122" y="208"/>
                        </a:lnTo>
                        <a:lnTo>
                          <a:pt x="120" y="208"/>
                        </a:lnTo>
                        <a:lnTo>
                          <a:pt x="119" y="209"/>
                        </a:lnTo>
                        <a:lnTo>
                          <a:pt x="118" y="211"/>
                        </a:lnTo>
                        <a:lnTo>
                          <a:pt x="115" y="211"/>
                        </a:lnTo>
                        <a:lnTo>
                          <a:pt x="112" y="208"/>
                        </a:lnTo>
                        <a:lnTo>
                          <a:pt x="108" y="208"/>
                        </a:lnTo>
                        <a:lnTo>
                          <a:pt x="106" y="205"/>
                        </a:lnTo>
                        <a:lnTo>
                          <a:pt x="106" y="203"/>
                        </a:lnTo>
                        <a:lnTo>
                          <a:pt x="104" y="200"/>
                        </a:lnTo>
                        <a:lnTo>
                          <a:pt x="104" y="199"/>
                        </a:lnTo>
                        <a:lnTo>
                          <a:pt x="104" y="196"/>
                        </a:lnTo>
                        <a:lnTo>
                          <a:pt x="103" y="194"/>
                        </a:lnTo>
                        <a:lnTo>
                          <a:pt x="104" y="193"/>
                        </a:lnTo>
                        <a:lnTo>
                          <a:pt x="104" y="190"/>
                        </a:lnTo>
                        <a:lnTo>
                          <a:pt x="106" y="190"/>
                        </a:lnTo>
                        <a:lnTo>
                          <a:pt x="107" y="192"/>
                        </a:lnTo>
                        <a:lnTo>
                          <a:pt x="106" y="189"/>
                        </a:lnTo>
                        <a:lnTo>
                          <a:pt x="104" y="186"/>
                        </a:lnTo>
                        <a:lnTo>
                          <a:pt x="101" y="185"/>
                        </a:lnTo>
                        <a:lnTo>
                          <a:pt x="100" y="184"/>
                        </a:lnTo>
                        <a:lnTo>
                          <a:pt x="97" y="182"/>
                        </a:lnTo>
                        <a:lnTo>
                          <a:pt x="96" y="182"/>
                        </a:lnTo>
                        <a:lnTo>
                          <a:pt x="95" y="182"/>
                        </a:lnTo>
                        <a:lnTo>
                          <a:pt x="95" y="184"/>
                        </a:lnTo>
                        <a:lnTo>
                          <a:pt x="95" y="185"/>
                        </a:lnTo>
                        <a:lnTo>
                          <a:pt x="96" y="188"/>
                        </a:lnTo>
                        <a:lnTo>
                          <a:pt x="95" y="188"/>
                        </a:lnTo>
                        <a:lnTo>
                          <a:pt x="92" y="186"/>
                        </a:lnTo>
                        <a:lnTo>
                          <a:pt x="91" y="186"/>
                        </a:lnTo>
                        <a:lnTo>
                          <a:pt x="92" y="184"/>
                        </a:lnTo>
                        <a:lnTo>
                          <a:pt x="89" y="184"/>
                        </a:lnTo>
                        <a:lnTo>
                          <a:pt x="89" y="185"/>
                        </a:lnTo>
                        <a:lnTo>
                          <a:pt x="89" y="188"/>
                        </a:lnTo>
                        <a:lnTo>
                          <a:pt x="88" y="186"/>
                        </a:lnTo>
                        <a:lnTo>
                          <a:pt x="87" y="186"/>
                        </a:lnTo>
                        <a:lnTo>
                          <a:pt x="85" y="186"/>
                        </a:lnTo>
                        <a:lnTo>
                          <a:pt x="85" y="184"/>
                        </a:lnTo>
                        <a:lnTo>
                          <a:pt x="84" y="181"/>
                        </a:lnTo>
                        <a:lnTo>
                          <a:pt x="82" y="182"/>
                        </a:lnTo>
                        <a:lnTo>
                          <a:pt x="81" y="185"/>
                        </a:lnTo>
                        <a:lnTo>
                          <a:pt x="78" y="188"/>
                        </a:lnTo>
                        <a:lnTo>
                          <a:pt x="77" y="193"/>
                        </a:lnTo>
                        <a:lnTo>
                          <a:pt x="76" y="194"/>
                        </a:lnTo>
                        <a:lnTo>
                          <a:pt x="76" y="194"/>
                        </a:lnTo>
                        <a:close/>
                        <a:moveTo>
                          <a:pt x="72" y="199"/>
                        </a:moveTo>
                        <a:lnTo>
                          <a:pt x="72" y="200"/>
                        </a:lnTo>
                        <a:lnTo>
                          <a:pt x="73" y="203"/>
                        </a:lnTo>
                        <a:lnTo>
                          <a:pt x="74" y="203"/>
                        </a:lnTo>
                        <a:lnTo>
                          <a:pt x="78" y="200"/>
                        </a:lnTo>
                        <a:lnTo>
                          <a:pt x="78" y="199"/>
                        </a:lnTo>
                        <a:lnTo>
                          <a:pt x="77" y="199"/>
                        </a:lnTo>
                        <a:lnTo>
                          <a:pt x="76" y="197"/>
                        </a:lnTo>
                        <a:lnTo>
                          <a:pt x="74" y="199"/>
                        </a:lnTo>
                        <a:lnTo>
                          <a:pt x="72" y="199"/>
                        </a:lnTo>
                        <a:lnTo>
                          <a:pt x="72" y="199"/>
                        </a:lnTo>
                        <a:close/>
                        <a:moveTo>
                          <a:pt x="39" y="117"/>
                        </a:moveTo>
                        <a:lnTo>
                          <a:pt x="38" y="114"/>
                        </a:lnTo>
                        <a:lnTo>
                          <a:pt x="36" y="113"/>
                        </a:lnTo>
                        <a:lnTo>
                          <a:pt x="38" y="112"/>
                        </a:lnTo>
                        <a:lnTo>
                          <a:pt x="40" y="112"/>
                        </a:lnTo>
                        <a:lnTo>
                          <a:pt x="42" y="114"/>
                        </a:lnTo>
                        <a:lnTo>
                          <a:pt x="44" y="114"/>
                        </a:lnTo>
                        <a:lnTo>
                          <a:pt x="44" y="116"/>
                        </a:lnTo>
                        <a:lnTo>
                          <a:pt x="44" y="117"/>
                        </a:lnTo>
                        <a:lnTo>
                          <a:pt x="42" y="117"/>
                        </a:lnTo>
                        <a:lnTo>
                          <a:pt x="39" y="117"/>
                        </a:lnTo>
                        <a:lnTo>
                          <a:pt x="39" y="117"/>
                        </a:lnTo>
                        <a:close/>
                        <a:moveTo>
                          <a:pt x="38" y="118"/>
                        </a:moveTo>
                        <a:lnTo>
                          <a:pt x="40" y="118"/>
                        </a:lnTo>
                        <a:lnTo>
                          <a:pt x="40" y="121"/>
                        </a:lnTo>
                        <a:lnTo>
                          <a:pt x="40" y="121"/>
                        </a:lnTo>
                        <a:lnTo>
                          <a:pt x="39" y="122"/>
                        </a:lnTo>
                        <a:lnTo>
                          <a:pt x="38" y="122"/>
                        </a:lnTo>
                        <a:lnTo>
                          <a:pt x="36" y="120"/>
                        </a:lnTo>
                        <a:lnTo>
                          <a:pt x="38" y="118"/>
                        </a:lnTo>
                        <a:lnTo>
                          <a:pt x="38" y="118"/>
                        </a:lnTo>
                        <a:close/>
                        <a:moveTo>
                          <a:pt x="39" y="139"/>
                        </a:moveTo>
                        <a:lnTo>
                          <a:pt x="40" y="139"/>
                        </a:lnTo>
                        <a:lnTo>
                          <a:pt x="40" y="137"/>
                        </a:lnTo>
                        <a:lnTo>
                          <a:pt x="42" y="139"/>
                        </a:lnTo>
                        <a:lnTo>
                          <a:pt x="43" y="140"/>
                        </a:lnTo>
                        <a:lnTo>
                          <a:pt x="42" y="141"/>
                        </a:lnTo>
                        <a:lnTo>
                          <a:pt x="40" y="141"/>
                        </a:lnTo>
                        <a:lnTo>
                          <a:pt x="38" y="141"/>
                        </a:lnTo>
                        <a:lnTo>
                          <a:pt x="39" y="139"/>
                        </a:lnTo>
                        <a:lnTo>
                          <a:pt x="39" y="139"/>
                        </a:lnTo>
                        <a:close/>
                        <a:moveTo>
                          <a:pt x="4" y="171"/>
                        </a:moveTo>
                        <a:lnTo>
                          <a:pt x="6" y="169"/>
                        </a:lnTo>
                        <a:lnTo>
                          <a:pt x="9" y="169"/>
                        </a:lnTo>
                        <a:lnTo>
                          <a:pt x="10" y="166"/>
                        </a:lnTo>
                        <a:lnTo>
                          <a:pt x="13" y="166"/>
                        </a:lnTo>
                        <a:lnTo>
                          <a:pt x="17" y="160"/>
                        </a:lnTo>
                        <a:lnTo>
                          <a:pt x="20" y="159"/>
                        </a:lnTo>
                        <a:lnTo>
                          <a:pt x="23" y="158"/>
                        </a:lnTo>
                        <a:lnTo>
                          <a:pt x="23" y="156"/>
                        </a:lnTo>
                        <a:lnTo>
                          <a:pt x="24" y="154"/>
                        </a:lnTo>
                        <a:lnTo>
                          <a:pt x="24" y="150"/>
                        </a:lnTo>
                        <a:lnTo>
                          <a:pt x="27" y="147"/>
                        </a:lnTo>
                        <a:lnTo>
                          <a:pt x="31" y="147"/>
                        </a:lnTo>
                        <a:lnTo>
                          <a:pt x="32" y="144"/>
                        </a:lnTo>
                        <a:lnTo>
                          <a:pt x="34" y="141"/>
                        </a:lnTo>
                        <a:lnTo>
                          <a:pt x="36" y="141"/>
                        </a:lnTo>
                        <a:lnTo>
                          <a:pt x="38" y="139"/>
                        </a:lnTo>
                        <a:lnTo>
                          <a:pt x="36" y="136"/>
                        </a:lnTo>
                        <a:lnTo>
                          <a:pt x="34" y="133"/>
                        </a:lnTo>
                        <a:lnTo>
                          <a:pt x="34" y="131"/>
                        </a:lnTo>
                        <a:lnTo>
                          <a:pt x="34" y="127"/>
                        </a:lnTo>
                        <a:lnTo>
                          <a:pt x="32" y="127"/>
                        </a:lnTo>
                        <a:lnTo>
                          <a:pt x="32" y="132"/>
                        </a:lnTo>
                        <a:lnTo>
                          <a:pt x="32" y="136"/>
                        </a:lnTo>
                        <a:lnTo>
                          <a:pt x="29" y="135"/>
                        </a:lnTo>
                        <a:lnTo>
                          <a:pt x="32" y="137"/>
                        </a:lnTo>
                        <a:lnTo>
                          <a:pt x="31" y="139"/>
                        </a:lnTo>
                        <a:lnTo>
                          <a:pt x="29" y="141"/>
                        </a:lnTo>
                        <a:lnTo>
                          <a:pt x="27" y="141"/>
                        </a:lnTo>
                        <a:lnTo>
                          <a:pt x="25" y="144"/>
                        </a:lnTo>
                        <a:lnTo>
                          <a:pt x="24" y="147"/>
                        </a:lnTo>
                        <a:lnTo>
                          <a:pt x="21" y="148"/>
                        </a:lnTo>
                        <a:lnTo>
                          <a:pt x="19" y="155"/>
                        </a:lnTo>
                        <a:lnTo>
                          <a:pt x="15" y="158"/>
                        </a:lnTo>
                        <a:lnTo>
                          <a:pt x="12" y="159"/>
                        </a:lnTo>
                        <a:lnTo>
                          <a:pt x="10" y="163"/>
                        </a:lnTo>
                        <a:lnTo>
                          <a:pt x="9" y="163"/>
                        </a:lnTo>
                        <a:lnTo>
                          <a:pt x="5" y="169"/>
                        </a:lnTo>
                        <a:lnTo>
                          <a:pt x="4" y="170"/>
                        </a:lnTo>
                        <a:lnTo>
                          <a:pt x="4" y="171"/>
                        </a:lnTo>
                        <a:lnTo>
                          <a:pt x="4" y="171"/>
                        </a:lnTo>
                        <a:close/>
                        <a:moveTo>
                          <a:pt x="5" y="173"/>
                        </a:moveTo>
                        <a:lnTo>
                          <a:pt x="4" y="174"/>
                        </a:lnTo>
                        <a:lnTo>
                          <a:pt x="5" y="174"/>
                        </a:lnTo>
                        <a:lnTo>
                          <a:pt x="5" y="173"/>
                        </a:lnTo>
                        <a:lnTo>
                          <a:pt x="5" y="173"/>
                        </a:lnTo>
                        <a:close/>
                        <a:moveTo>
                          <a:pt x="6" y="173"/>
                        </a:moveTo>
                        <a:lnTo>
                          <a:pt x="5" y="174"/>
                        </a:lnTo>
                        <a:lnTo>
                          <a:pt x="6" y="174"/>
                        </a:lnTo>
                        <a:lnTo>
                          <a:pt x="6" y="173"/>
                        </a:lnTo>
                        <a:lnTo>
                          <a:pt x="6" y="173"/>
                        </a:lnTo>
                        <a:close/>
                        <a:moveTo>
                          <a:pt x="2" y="177"/>
                        </a:moveTo>
                        <a:lnTo>
                          <a:pt x="0" y="177"/>
                        </a:lnTo>
                        <a:lnTo>
                          <a:pt x="0" y="180"/>
                        </a:lnTo>
                        <a:lnTo>
                          <a:pt x="1" y="182"/>
                        </a:lnTo>
                        <a:lnTo>
                          <a:pt x="2" y="182"/>
                        </a:lnTo>
                        <a:lnTo>
                          <a:pt x="2" y="178"/>
                        </a:lnTo>
                        <a:lnTo>
                          <a:pt x="4" y="177"/>
                        </a:lnTo>
                        <a:lnTo>
                          <a:pt x="2" y="177"/>
                        </a:lnTo>
                        <a:close/>
                      </a:path>
                    </a:pathLst>
                  </a:custGeom>
                  <a:solidFill>
                    <a:srgbClr val="D4D4D4"/>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78177"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45" name="Freeform 772">
                    <a:extLst>
                      <a:ext uri="{FF2B5EF4-FFF2-40B4-BE49-F238E27FC236}">
                        <a16:creationId xmlns:a16="http://schemas.microsoft.com/office/drawing/2014/main" id="{35252B4C-8BE9-85E2-86AD-77B3ADCC384D}"/>
                      </a:ext>
                    </a:extLst>
                  </p:cNvPr>
                  <p:cNvSpPr>
                    <a:spLocks noEditPoints="1"/>
                  </p:cNvSpPr>
                  <p:nvPr/>
                </p:nvSpPr>
                <p:spPr bwMode="auto">
                  <a:xfrm>
                    <a:off x="10551528" y="2864028"/>
                    <a:ext cx="248896" cy="79787"/>
                  </a:xfrm>
                  <a:custGeom>
                    <a:avLst/>
                    <a:gdLst/>
                    <a:ahLst/>
                    <a:cxnLst>
                      <a:cxn ang="0">
                        <a:pos x="164" y="70"/>
                      </a:cxn>
                      <a:cxn ang="0">
                        <a:pos x="3" y="31"/>
                      </a:cxn>
                      <a:cxn ang="0">
                        <a:pos x="0" y="25"/>
                      </a:cxn>
                      <a:cxn ang="0">
                        <a:pos x="149" y="93"/>
                      </a:cxn>
                      <a:cxn ang="0">
                        <a:pos x="162" y="95"/>
                      </a:cxn>
                      <a:cxn ang="0">
                        <a:pos x="187" y="88"/>
                      </a:cxn>
                      <a:cxn ang="0">
                        <a:pos x="209" y="88"/>
                      </a:cxn>
                      <a:cxn ang="0">
                        <a:pos x="223" y="53"/>
                      </a:cxn>
                      <a:cxn ang="0">
                        <a:pos x="229" y="44"/>
                      </a:cxn>
                      <a:cxn ang="0">
                        <a:pos x="250" y="46"/>
                      </a:cxn>
                      <a:cxn ang="0">
                        <a:pos x="262" y="46"/>
                      </a:cxn>
                      <a:cxn ang="0">
                        <a:pos x="266" y="36"/>
                      </a:cxn>
                      <a:cxn ang="0">
                        <a:pos x="267" y="30"/>
                      </a:cxn>
                      <a:cxn ang="0">
                        <a:pos x="254" y="27"/>
                      </a:cxn>
                      <a:cxn ang="0">
                        <a:pos x="251" y="24"/>
                      </a:cxn>
                      <a:cxn ang="0">
                        <a:pos x="251" y="15"/>
                      </a:cxn>
                      <a:cxn ang="0">
                        <a:pos x="242" y="5"/>
                      </a:cxn>
                      <a:cxn ang="0">
                        <a:pos x="238" y="9"/>
                      </a:cxn>
                      <a:cxn ang="0">
                        <a:pos x="228" y="20"/>
                      </a:cxn>
                      <a:cxn ang="0">
                        <a:pos x="214" y="32"/>
                      </a:cxn>
                      <a:cxn ang="0">
                        <a:pos x="219" y="36"/>
                      </a:cxn>
                      <a:cxn ang="0">
                        <a:pos x="216" y="46"/>
                      </a:cxn>
                      <a:cxn ang="0">
                        <a:pos x="213" y="38"/>
                      </a:cxn>
                      <a:cxn ang="0">
                        <a:pos x="208" y="46"/>
                      </a:cxn>
                      <a:cxn ang="0">
                        <a:pos x="200" y="46"/>
                      </a:cxn>
                      <a:cxn ang="0">
                        <a:pos x="186" y="62"/>
                      </a:cxn>
                      <a:cxn ang="0">
                        <a:pos x="171" y="74"/>
                      </a:cxn>
                      <a:cxn ang="0">
                        <a:pos x="162" y="80"/>
                      </a:cxn>
                      <a:cxn ang="0">
                        <a:pos x="148" y="87"/>
                      </a:cxn>
                      <a:cxn ang="0">
                        <a:pos x="138" y="81"/>
                      </a:cxn>
                      <a:cxn ang="0">
                        <a:pos x="240" y="0"/>
                      </a:cxn>
                      <a:cxn ang="0">
                        <a:pos x="244" y="2"/>
                      </a:cxn>
                      <a:cxn ang="0">
                        <a:pos x="163" y="76"/>
                      </a:cxn>
                      <a:cxn ang="0">
                        <a:pos x="166" y="74"/>
                      </a:cxn>
                      <a:cxn ang="0">
                        <a:pos x="168" y="69"/>
                      </a:cxn>
                      <a:cxn ang="0">
                        <a:pos x="166" y="70"/>
                      </a:cxn>
                      <a:cxn ang="0">
                        <a:pos x="1" y="11"/>
                      </a:cxn>
                      <a:cxn ang="0">
                        <a:pos x="13" y="13"/>
                      </a:cxn>
                      <a:cxn ang="0">
                        <a:pos x="17" y="24"/>
                      </a:cxn>
                      <a:cxn ang="0">
                        <a:pos x="27" y="19"/>
                      </a:cxn>
                      <a:cxn ang="0">
                        <a:pos x="31" y="16"/>
                      </a:cxn>
                      <a:cxn ang="0">
                        <a:pos x="47" y="43"/>
                      </a:cxn>
                      <a:cxn ang="0">
                        <a:pos x="49" y="62"/>
                      </a:cxn>
                      <a:cxn ang="0">
                        <a:pos x="56" y="72"/>
                      </a:cxn>
                      <a:cxn ang="0">
                        <a:pos x="58" y="80"/>
                      </a:cxn>
                      <a:cxn ang="0">
                        <a:pos x="60" y="85"/>
                      </a:cxn>
                      <a:cxn ang="0">
                        <a:pos x="58" y="88"/>
                      </a:cxn>
                      <a:cxn ang="0">
                        <a:pos x="51" y="88"/>
                      </a:cxn>
                      <a:cxn ang="0">
                        <a:pos x="37" y="80"/>
                      </a:cxn>
                      <a:cxn ang="0">
                        <a:pos x="26" y="70"/>
                      </a:cxn>
                      <a:cxn ang="0">
                        <a:pos x="19" y="59"/>
                      </a:cxn>
                      <a:cxn ang="0">
                        <a:pos x="9" y="49"/>
                      </a:cxn>
                      <a:cxn ang="0">
                        <a:pos x="7" y="34"/>
                      </a:cxn>
                    </a:cxnLst>
                    <a:rect l="0" t="0" r="r" b="b"/>
                    <a:pathLst>
                      <a:path w="273" h="96">
                        <a:moveTo>
                          <a:pt x="164" y="70"/>
                        </a:moveTo>
                        <a:lnTo>
                          <a:pt x="164" y="72"/>
                        </a:lnTo>
                        <a:lnTo>
                          <a:pt x="164" y="73"/>
                        </a:lnTo>
                        <a:lnTo>
                          <a:pt x="164" y="72"/>
                        </a:lnTo>
                        <a:lnTo>
                          <a:pt x="164" y="70"/>
                        </a:lnTo>
                        <a:lnTo>
                          <a:pt x="164" y="70"/>
                        </a:lnTo>
                        <a:lnTo>
                          <a:pt x="164" y="70"/>
                        </a:lnTo>
                        <a:close/>
                        <a:moveTo>
                          <a:pt x="0" y="25"/>
                        </a:moveTo>
                        <a:lnTo>
                          <a:pt x="0" y="30"/>
                        </a:lnTo>
                        <a:lnTo>
                          <a:pt x="3" y="31"/>
                        </a:lnTo>
                        <a:lnTo>
                          <a:pt x="3" y="31"/>
                        </a:lnTo>
                        <a:lnTo>
                          <a:pt x="3" y="28"/>
                        </a:lnTo>
                        <a:lnTo>
                          <a:pt x="1" y="27"/>
                        </a:lnTo>
                        <a:lnTo>
                          <a:pt x="0" y="25"/>
                        </a:lnTo>
                        <a:lnTo>
                          <a:pt x="0" y="25"/>
                        </a:lnTo>
                        <a:close/>
                        <a:moveTo>
                          <a:pt x="138" y="81"/>
                        </a:moveTo>
                        <a:lnTo>
                          <a:pt x="141" y="87"/>
                        </a:lnTo>
                        <a:lnTo>
                          <a:pt x="147" y="89"/>
                        </a:lnTo>
                        <a:lnTo>
                          <a:pt x="147" y="91"/>
                        </a:lnTo>
                        <a:lnTo>
                          <a:pt x="149" y="93"/>
                        </a:lnTo>
                        <a:lnTo>
                          <a:pt x="151" y="96"/>
                        </a:lnTo>
                        <a:lnTo>
                          <a:pt x="153" y="96"/>
                        </a:lnTo>
                        <a:lnTo>
                          <a:pt x="157" y="96"/>
                        </a:lnTo>
                        <a:lnTo>
                          <a:pt x="157" y="93"/>
                        </a:lnTo>
                        <a:lnTo>
                          <a:pt x="162" y="95"/>
                        </a:lnTo>
                        <a:lnTo>
                          <a:pt x="163" y="93"/>
                        </a:lnTo>
                        <a:lnTo>
                          <a:pt x="171" y="93"/>
                        </a:lnTo>
                        <a:lnTo>
                          <a:pt x="179" y="91"/>
                        </a:lnTo>
                        <a:lnTo>
                          <a:pt x="181" y="88"/>
                        </a:lnTo>
                        <a:lnTo>
                          <a:pt x="187" y="88"/>
                        </a:lnTo>
                        <a:lnTo>
                          <a:pt x="191" y="91"/>
                        </a:lnTo>
                        <a:lnTo>
                          <a:pt x="193" y="92"/>
                        </a:lnTo>
                        <a:lnTo>
                          <a:pt x="195" y="92"/>
                        </a:lnTo>
                        <a:lnTo>
                          <a:pt x="202" y="88"/>
                        </a:lnTo>
                        <a:lnTo>
                          <a:pt x="209" y="88"/>
                        </a:lnTo>
                        <a:lnTo>
                          <a:pt x="208" y="85"/>
                        </a:lnTo>
                        <a:lnTo>
                          <a:pt x="213" y="77"/>
                        </a:lnTo>
                        <a:lnTo>
                          <a:pt x="216" y="70"/>
                        </a:lnTo>
                        <a:lnTo>
                          <a:pt x="220" y="65"/>
                        </a:lnTo>
                        <a:lnTo>
                          <a:pt x="223" y="53"/>
                        </a:lnTo>
                        <a:lnTo>
                          <a:pt x="223" y="51"/>
                        </a:lnTo>
                        <a:lnTo>
                          <a:pt x="224" y="49"/>
                        </a:lnTo>
                        <a:lnTo>
                          <a:pt x="224" y="47"/>
                        </a:lnTo>
                        <a:lnTo>
                          <a:pt x="228" y="43"/>
                        </a:lnTo>
                        <a:lnTo>
                          <a:pt x="229" y="44"/>
                        </a:lnTo>
                        <a:lnTo>
                          <a:pt x="235" y="44"/>
                        </a:lnTo>
                        <a:lnTo>
                          <a:pt x="240" y="44"/>
                        </a:lnTo>
                        <a:lnTo>
                          <a:pt x="242" y="44"/>
                        </a:lnTo>
                        <a:lnTo>
                          <a:pt x="246" y="44"/>
                        </a:lnTo>
                        <a:lnTo>
                          <a:pt x="250" y="46"/>
                        </a:lnTo>
                        <a:lnTo>
                          <a:pt x="250" y="44"/>
                        </a:lnTo>
                        <a:lnTo>
                          <a:pt x="253" y="47"/>
                        </a:lnTo>
                        <a:lnTo>
                          <a:pt x="255" y="47"/>
                        </a:lnTo>
                        <a:lnTo>
                          <a:pt x="258" y="46"/>
                        </a:lnTo>
                        <a:lnTo>
                          <a:pt x="262" y="46"/>
                        </a:lnTo>
                        <a:lnTo>
                          <a:pt x="262" y="43"/>
                        </a:lnTo>
                        <a:lnTo>
                          <a:pt x="258" y="40"/>
                        </a:lnTo>
                        <a:lnTo>
                          <a:pt x="258" y="36"/>
                        </a:lnTo>
                        <a:lnTo>
                          <a:pt x="259" y="35"/>
                        </a:lnTo>
                        <a:lnTo>
                          <a:pt x="266" y="36"/>
                        </a:lnTo>
                        <a:lnTo>
                          <a:pt x="270" y="35"/>
                        </a:lnTo>
                        <a:lnTo>
                          <a:pt x="273" y="32"/>
                        </a:lnTo>
                        <a:lnTo>
                          <a:pt x="273" y="31"/>
                        </a:lnTo>
                        <a:lnTo>
                          <a:pt x="270" y="31"/>
                        </a:lnTo>
                        <a:lnTo>
                          <a:pt x="267" y="30"/>
                        </a:lnTo>
                        <a:lnTo>
                          <a:pt x="265" y="28"/>
                        </a:lnTo>
                        <a:lnTo>
                          <a:pt x="262" y="28"/>
                        </a:lnTo>
                        <a:lnTo>
                          <a:pt x="258" y="24"/>
                        </a:lnTo>
                        <a:lnTo>
                          <a:pt x="257" y="24"/>
                        </a:lnTo>
                        <a:lnTo>
                          <a:pt x="254" y="27"/>
                        </a:lnTo>
                        <a:lnTo>
                          <a:pt x="253" y="25"/>
                        </a:lnTo>
                        <a:lnTo>
                          <a:pt x="257" y="23"/>
                        </a:lnTo>
                        <a:lnTo>
                          <a:pt x="255" y="21"/>
                        </a:lnTo>
                        <a:lnTo>
                          <a:pt x="254" y="21"/>
                        </a:lnTo>
                        <a:lnTo>
                          <a:pt x="251" y="24"/>
                        </a:lnTo>
                        <a:lnTo>
                          <a:pt x="250" y="23"/>
                        </a:lnTo>
                        <a:lnTo>
                          <a:pt x="248" y="21"/>
                        </a:lnTo>
                        <a:lnTo>
                          <a:pt x="250" y="17"/>
                        </a:lnTo>
                        <a:lnTo>
                          <a:pt x="251" y="17"/>
                        </a:lnTo>
                        <a:lnTo>
                          <a:pt x="251" y="15"/>
                        </a:lnTo>
                        <a:lnTo>
                          <a:pt x="248" y="13"/>
                        </a:lnTo>
                        <a:lnTo>
                          <a:pt x="247" y="13"/>
                        </a:lnTo>
                        <a:lnTo>
                          <a:pt x="244" y="11"/>
                        </a:lnTo>
                        <a:lnTo>
                          <a:pt x="244" y="6"/>
                        </a:lnTo>
                        <a:lnTo>
                          <a:pt x="242" y="5"/>
                        </a:lnTo>
                        <a:lnTo>
                          <a:pt x="240" y="6"/>
                        </a:lnTo>
                        <a:lnTo>
                          <a:pt x="240" y="9"/>
                        </a:lnTo>
                        <a:lnTo>
                          <a:pt x="238" y="12"/>
                        </a:lnTo>
                        <a:lnTo>
                          <a:pt x="236" y="12"/>
                        </a:lnTo>
                        <a:lnTo>
                          <a:pt x="238" y="9"/>
                        </a:lnTo>
                        <a:lnTo>
                          <a:pt x="238" y="6"/>
                        </a:lnTo>
                        <a:lnTo>
                          <a:pt x="235" y="6"/>
                        </a:lnTo>
                        <a:lnTo>
                          <a:pt x="234" y="13"/>
                        </a:lnTo>
                        <a:lnTo>
                          <a:pt x="231" y="13"/>
                        </a:lnTo>
                        <a:lnTo>
                          <a:pt x="228" y="20"/>
                        </a:lnTo>
                        <a:lnTo>
                          <a:pt x="228" y="24"/>
                        </a:lnTo>
                        <a:lnTo>
                          <a:pt x="223" y="30"/>
                        </a:lnTo>
                        <a:lnTo>
                          <a:pt x="220" y="30"/>
                        </a:lnTo>
                        <a:lnTo>
                          <a:pt x="216" y="31"/>
                        </a:lnTo>
                        <a:lnTo>
                          <a:pt x="214" y="32"/>
                        </a:lnTo>
                        <a:lnTo>
                          <a:pt x="216" y="32"/>
                        </a:lnTo>
                        <a:lnTo>
                          <a:pt x="214" y="34"/>
                        </a:lnTo>
                        <a:lnTo>
                          <a:pt x="216" y="35"/>
                        </a:lnTo>
                        <a:lnTo>
                          <a:pt x="220" y="34"/>
                        </a:lnTo>
                        <a:lnTo>
                          <a:pt x="219" y="36"/>
                        </a:lnTo>
                        <a:lnTo>
                          <a:pt x="216" y="36"/>
                        </a:lnTo>
                        <a:lnTo>
                          <a:pt x="216" y="38"/>
                        </a:lnTo>
                        <a:lnTo>
                          <a:pt x="216" y="39"/>
                        </a:lnTo>
                        <a:lnTo>
                          <a:pt x="217" y="43"/>
                        </a:lnTo>
                        <a:lnTo>
                          <a:pt x="216" y="46"/>
                        </a:lnTo>
                        <a:lnTo>
                          <a:pt x="214" y="44"/>
                        </a:lnTo>
                        <a:lnTo>
                          <a:pt x="214" y="42"/>
                        </a:lnTo>
                        <a:lnTo>
                          <a:pt x="213" y="39"/>
                        </a:lnTo>
                        <a:lnTo>
                          <a:pt x="213" y="39"/>
                        </a:lnTo>
                        <a:lnTo>
                          <a:pt x="213" y="38"/>
                        </a:lnTo>
                        <a:lnTo>
                          <a:pt x="212" y="38"/>
                        </a:lnTo>
                        <a:lnTo>
                          <a:pt x="210" y="40"/>
                        </a:lnTo>
                        <a:lnTo>
                          <a:pt x="212" y="47"/>
                        </a:lnTo>
                        <a:lnTo>
                          <a:pt x="210" y="47"/>
                        </a:lnTo>
                        <a:lnTo>
                          <a:pt x="208" y="46"/>
                        </a:lnTo>
                        <a:lnTo>
                          <a:pt x="205" y="42"/>
                        </a:lnTo>
                        <a:lnTo>
                          <a:pt x="204" y="42"/>
                        </a:lnTo>
                        <a:lnTo>
                          <a:pt x="201" y="40"/>
                        </a:lnTo>
                        <a:lnTo>
                          <a:pt x="200" y="43"/>
                        </a:lnTo>
                        <a:lnTo>
                          <a:pt x="200" y="46"/>
                        </a:lnTo>
                        <a:lnTo>
                          <a:pt x="195" y="49"/>
                        </a:lnTo>
                        <a:lnTo>
                          <a:pt x="194" y="53"/>
                        </a:lnTo>
                        <a:lnTo>
                          <a:pt x="190" y="55"/>
                        </a:lnTo>
                        <a:lnTo>
                          <a:pt x="189" y="58"/>
                        </a:lnTo>
                        <a:lnTo>
                          <a:pt x="186" y="62"/>
                        </a:lnTo>
                        <a:lnTo>
                          <a:pt x="182" y="66"/>
                        </a:lnTo>
                        <a:lnTo>
                          <a:pt x="170" y="69"/>
                        </a:lnTo>
                        <a:lnTo>
                          <a:pt x="168" y="69"/>
                        </a:lnTo>
                        <a:lnTo>
                          <a:pt x="170" y="73"/>
                        </a:lnTo>
                        <a:lnTo>
                          <a:pt x="171" y="74"/>
                        </a:lnTo>
                        <a:lnTo>
                          <a:pt x="170" y="74"/>
                        </a:lnTo>
                        <a:lnTo>
                          <a:pt x="167" y="74"/>
                        </a:lnTo>
                        <a:lnTo>
                          <a:pt x="164" y="76"/>
                        </a:lnTo>
                        <a:lnTo>
                          <a:pt x="163" y="77"/>
                        </a:lnTo>
                        <a:lnTo>
                          <a:pt x="162" y="80"/>
                        </a:lnTo>
                        <a:lnTo>
                          <a:pt x="162" y="84"/>
                        </a:lnTo>
                        <a:lnTo>
                          <a:pt x="159" y="88"/>
                        </a:lnTo>
                        <a:lnTo>
                          <a:pt x="159" y="89"/>
                        </a:lnTo>
                        <a:lnTo>
                          <a:pt x="153" y="88"/>
                        </a:lnTo>
                        <a:lnTo>
                          <a:pt x="148" y="87"/>
                        </a:lnTo>
                        <a:lnTo>
                          <a:pt x="144" y="87"/>
                        </a:lnTo>
                        <a:lnTo>
                          <a:pt x="142" y="84"/>
                        </a:lnTo>
                        <a:lnTo>
                          <a:pt x="140" y="81"/>
                        </a:lnTo>
                        <a:lnTo>
                          <a:pt x="138" y="81"/>
                        </a:lnTo>
                        <a:lnTo>
                          <a:pt x="138" y="81"/>
                        </a:lnTo>
                        <a:close/>
                        <a:moveTo>
                          <a:pt x="240" y="0"/>
                        </a:moveTo>
                        <a:lnTo>
                          <a:pt x="236" y="2"/>
                        </a:lnTo>
                        <a:lnTo>
                          <a:pt x="238" y="2"/>
                        </a:lnTo>
                        <a:lnTo>
                          <a:pt x="240" y="1"/>
                        </a:lnTo>
                        <a:lnTo>
                          <a:pt x="240" y="0"/>
                        </a:lnTo>
                        <a:lnTo>
                          <a:pt x="240" y="0"/>
                        </a:lnTo>
                        <a:close/>
                        <a:moveTo>
                          <a:pt x="243" y="0"/>
                        </a:moveTo>
                        <a:lnTo>
                          <a:pt x="240" y="2"/>
                        </a:lnTo>
                        <a:lnTo>
                          <a:pt x="242" y="4"/>
                        </a:lnTo>
                        <a:lnTo>
                          <a:pt x="244" y="2"/>
                        </a:lnTo>
                        <a:lnTo>
                          <a:pt x="244" y="1"/>
                        </a:lnTo>
                        <a:lnTo>
                          <a:pt x="243" y="0"/>
                        </a:lnTo>
                        <a:lnTo>
                          <a:pt x="243" y="0"/>
                        </a:lnTo>
                        <a:close/>
                        <a:moveTo>
                          <a:pt x="164" y="74"/>
                        </a:moveTo>
                        <a:lnTo>
                          <a:pt x="163" y="76"/>
                        </a:lnTo>
                        <a:lnTo>
                          <a:pt x="164" y="73"/>
                        </a:lnTo>
                        <a:lnTo>
                          <a:pt x="164" y="74"/>
                        </a:lnTo>
                        <a:lnTo>
                          <a:pt x="164" y="74"/>
                        </a:lnTo>
                        <a:close/>
                        <a:moveTo>
                          <a:pt x="167" y="74"/>
                        </a:moveTo>
                        <a:lnTo>
                          <a:pt x="166" y="74"/>
                        </a:lnTo>
                        <a:lnTo>
                          <a:pt x="164" y="73"/>
                        </a:lnTo>
                        <a:lnTo>
                          <a:pt x="166" y="73"/>
                        </a:lnTo>
                        <a:lnTo>
                          <a:pt x="167" y="74"/>
                        </a:lnTo>
                        <a:lnTo>
                          <a:pt x="167" y="74"/>
                        </a:lnTo>
                        <a:close/>
                        <a:moveTo>
                          <a:pt x="168" y="69"/>
                        </a:moveTo>
                        <a:lnTo>
                          <a:pt x="170" y="73"/>
                        </a:lnTo>
                        <a:lnTo>
                          <a:pt x="167" y="74"/>
                        </a:lnTo>
                        <a:lnTo>
                          <a:pt x="166" y="72"/>
                        </a:lnTo>
                        <a:lnTo>
                          <a:pt x="166" y="70"/>
                        </a:lnTo>
                        <a:lnTo>
                          <a:pt x="166" y="70"/>
                        </a:lnTo>
                        <a:lnTo>
                          <a:pt x="167" y="70"/>
                        </a:lnTo>
                        <a:lnTo>
                          <a:pt x="168" y="69"/>
                        </a:lnTo>
                        <a:lnTo>
                          <a:pt x="168" y="69"/>
                        </a:lnTo>
                        <a:close/>
                        <a:moveTo>
                          <a:pt x="0" y="13"/>
                        </a:moveTo>
                        <a:lnTo>
                          <a:pt x="1" y="11"/>
                        </a:lnTo>
                        <a:lnTo>
                          <a:pt x="3" y="8"/>
                        </a:lnTo>
                        <a:lnTo>
                          <a:pt x="5" y="11"/>
                        </a:lnTo>
                        <a:lnTo>
                          <a:pt x="9" y="12"/>
                        </a:lnTo>
                        <a:lnTo>
                          <a:pt x="11" y="13"/>
                        </a:lnTo>
                        <a:lnTo>
                          <a:pt x="13" y="13"/>
                        </a:lnTo>
                        <a:lnTo>
                          <a:pt x="15" y="15"/>
                        </a:lnTo>
                        <a:lnTo>
                          <a:pt x="15" y="19"/>
                        </a:lnTo>
                        <a:lnTo>
                          <a:pt x="13" y="21"/>
                        </a:lnTo>
                        <a:lnTo>
                          <a:pt x="13" y="23"/>
                        </a:lnTo>
                        <a:lnTo>
                          <a:pt x="17" y="24"/>
                        </a:lnTo>
                        <a:lnTo>
                          <a:pt x="20" y="21"/>
                        </a:lnTo>
                        <a:lnTo>
                          <a:pt x="23" y="21"/>
                        </a:lnTo>
                        <a:lnTo>
                          <a:pt x="24" y="23"/>
                        </a:lnTo>
                        <a:lnTo>
                          <a:pt x="27" y="21"/>
                        </a:lnTo>
                        <a:lnTo>
                          <a:pt x="27" y="19"/>
                        </a:lnTo>
                        <a:lnTo>
                          <a:pt x="27" y="19"/>
                        </a:lnTo>
                        <a:lnTo>
                          <a:pt x="27" y="19"/>
                        </a:lnTo>
                        <a:lnTo>
                          <a:pt x="30" y="19"/>
                        </a:lnTo>
                        <a:lnTo>
                          <a:pt x="31" y="17"/>
                        </a:lnTo>
                        <a:lnTo>
                          <a:pt x="31" y="16"/>
                        </a:lnTo>
                        <a:lnTo>
                          <a:pt x="34" y="20"/>
                        </a:lnTo>
                        <a:lnTo>
                          <a:pt x="45" y="31"/>
                        </a:lnTo>
                        <a:lnTo>
                          <a:pt x="47" y="36"/>
                        </a:lnTo>
                        <a:lnTo>
                          <a:pt x="49" y="42"/>
                        </a:lnTo>
                        <a:lnTo>
                          <a:pt x="47" y="43"/>
                        </a:lnTo>
                        <a:lnTo>
                          <a:pt x="47" y="50"/>
                        </a:lnTo>
                        <a:lnTo>
                          <a:pt x="47" y="51"/>
                        </a:lnTo>
                        <a:lnTo>
                          <a:pt x="47" y="54"/>
                        </a:lnTo>
                        <a:lnTo>
                          <a:pt x="49" y="55"/>
                        </a:lnTo>
                        <a:lnTo>
                          <a:pt x="49" y="62"/>
                        </a:lnTo>
                        <a:lnTo>
                          <a:pt x="50" y="66"/>
                        </a:lnTo>
                        <a:lnTo>
                          <a:pt x="53" y="69"/>
                        </a:lnTo>
                        <a:lnTo>
                          <a:pt x="56" y="69"/>
                        </a:lnTo>
                        <a:lnTo>
                          <a:pt x="57" y="70"/>
                        </a:lnTo>
                        <a:lnTo>
                          <a:pt x="56" y="72"/>
                        </a:lnTo>
                        <a:lnTo>
                          <a:pt x="57" y="76"/>
                        </a:lnTo>
                        <a:lnTo>
                          <a:pt x="57" y="77"/>
                        </a:lnTo>
                        <a:lnTo>
                          <a:pt x="58" y="78"/>
                        </a:lnTo>
                        <a:lnTo>
                          <a:pt x="58" y="78"/>
                        </a:lnTo>
                        <a:lnTo>
                          <a:pt x="58" y="80"/>
                        </a:lnTo>
                        <a:lnTo>
                          <a:pt x="62" y="85"/>
                        </a:lnTo>
                        <a:lnTo>
                          <a:pt x="62" y="88"/>
                        </a:lnTo>
                        <a:lnTo>
                          <a:pt x="60" y="88"/>
                        </a:lnTo>
                        <a:lnTo>
                          <a:pt x="60" y="87"/>
                        </a:lnTo>
                        <a:lnTo>
                          <a:pt x="60" y="85"/>
                        </a:lnTo>
                        <a:lnTo>
                          <a:pt x="58" y="84"/>
                        </a:lnTo>
                        <a:lnTo>
                          <a:pt x="58" y="85"/>
                        </a:lnTo>
                        <a:lnTo>
                          <a:pt x="58" y="87"/>
                        </a:lnTo>
                        <a:lnTo>
                          <a:pt x="57" y="88"/>
                        </a:lnTo>
                        <a:lnTo>
                          <a:pt x="58" y="88"/>
                        </a:lnTo>
                        <a:lnTo>
                          <a:pt x="58" y="88"/>
                        </a:lnTo>
                        <a:lnTo>
                          <a:pt x="56" y="91"/>
                        </a:lnTo>
                        <a:lnTo>
                          <a:pt x="56" y="88"/>
                        </a:lnTo>
                        <a:lnTo>
                          <a:pt x="54" y="89"/>
                        </a:lnTo>
                        <a:lnTo>
                          <a:pt x="51" y="88"/>
                        </a:lnTo>
                        <a:lnTo>
                          <a:pt x="49" y="87"/>
                        </a:lnTo>
                        <a:lnTo>
                          <a:pt x="45" y="85"/>
                        </a:lnTo>
                        <a:lnTo>
                          <a:pt x="41" y="83"/>
                        </a:lnTo>
                        <a:lnTo>
                          <a:pt x="38" y="80"/>
                        </a:lnTo>
                        <a:lnTo>
                          <a:pt x="37" y="80"/>
                        </a:lnTo>
                        <a:lnTo>
                          <a:pt x="35" y="80"/>
                        </a:lnTo>
                        <a:lnTo>
                          <a:pt x="32" y="80"/>
                        </a:lnTo>
                        <a:lnTo>
                          <a:pt x="30" y="76"/>
                        </a:lnTo>
                        <a:lnTo>
                          <a:pt x="30" y="73"/>
                        </a:lnTo>
                        <a:lnTo>
                          <a:pt x="26" y="70"/>
                        </a:lnTo>
                        <a:lnTo>
                          <a:pt x="20" y="68"/>
                        </a:lnTo>
                        <a:lnTo>
                          <a:pt x="19" y="66"/>
                        </a:lnTo>
                        <a:lnTo>
                          <a:pt x="19" y="65"/>
                        </a:lnTo>
                        <a:lnTo>
                          <a:pt x="20" y="62"/>
                        </a:lnTo>
                        <a:lnTo>
                          <a:pt x="19" y="59"/>
                        </a:lnTo>
                        <a:lnTo>
                          <a:pt x="16" y="58"/>
                        </a:lnTo>
                        <a:lnTo>
                          <a:pt x="13" y="54"/>
                        </a:lnTo>
                        <a:lnTo>
                          <a:pt x="11" y="53"/>
                        </a:lnTo>
                        <a:lnTo>
                          <a:pt x="8" y="50"/>
                        </a:lnTo>
                        <a:lnTo>
                          <a:pt x="9" y="49"/>
                        </a:lnTo>
                        <a:lnTo>
                          <a:pt x="7" y="46"/>
                        </a:lnTo>
                        <a:lnTo>
                          <a:pt x="7" y="43"/>
                        </a:lnTo>
                        <a:lnTo>
                          <a:pt x="8" y="42"/>
                        </a:lnTo>
                        <a:lnTo>
                          <a:pt x="8" y="38"/>
                        </a:lnTo>
                        <a:lnTo>
                          <a:pt x="7" y="34"/>
                        </a:lnTo>
                        <a:lnTo>
                          <a:pt x="5" y="31"/>
                        </a:lnTo>
                        <a:lnTo>
                          <a:pt x="4" y="19"/>
                        </a:lnTo>
                        <a:lnTo>
                          <a:pt x="0" y="13"/>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46" name="Freeform 773">
                    <a:extLst>
                      <a:ext uri="{FF2B5EF4-FFF2-40B4-BE49-F238E27FC236}">
                        <a16:creationId xmlns:a16="http://schemas.microsoft.com/office/drawing/2014/main" id="{D86EE575-5D2B-45EA-5343-CB02E36625AC}"/>
                      </a:ext>
                    </a:extLst>
                  </p:cNvPr>
                  <p:cNvSpPr>
                    <a:spLocks noEditPoints="1"/>
                  </p:cNvSpPr>
                  <p:nvPr/>
                </p:nvSpPr>
                <p:spPr bwMode="auto">
                  <a:xfrm>
                    <a:off x="10562469" y="2659573"/>
                    <a:ext cx="106670" cy="189495"/>
                  </a:xfrm>
                  <a:custGeom>
                    <a:avLst/>
                    <a:gdLst/>
                    <a:ahLst/>
                    <a:cxnLst>
                      <a:cxn ang="0">
                        <a:pos x="4" y="12"/>
                      </a:cxn>
                      <a:cxn ang="0">
                        <a:pos x="12" y="13"/>
                      </a:cxn>
                      <a:cxn ang="0">
                        <a:pos x="20" y="11"/>
                      </a:cxn>
                      <a:cxn ang="0">
                        <a:pos x="31" y="9"/>
                      </a:cxn>
                      <a:cxn ang="0">
                        <a:pos x="45" y="0"/>
                      </a:cxn>
                      <a:cxn ang="0">
                        <a:pos x="58" y="7"/>
                      </a:cxn>
                      <a:cxn ang="0">
                        <a:pos x="64" y="11"/>
                      </a:cxn>
                      <a:cxn ang="0">
                        <a:pos x="71" y="24"/>
                      </a:cxn>
                      <a:cxn ang="0">
                        <a:pos x="83" y="26"/>
                      </a:cxn>
                      <a:cxn ang="0">
                        <a:pos x="83" y="31"/>
                      </a:cxn>
                      <a:cxn ang="0">
                        <a:pos x="73" y="34"/>
                      </a:cxn>
                      <a:cxn ang="0">
                        <a:pos x="68" y="38"/>
                      </a:cxn>
                      <a:cxn ang="0">
                        <a:pos x="64" y="39"/>
                      </a:cxn>
                      <a:cxn ang="0">
                        <a:pos x="63" y="47"/>
                      </a:cxn>
                      <a:cxn ang="0">
                        <a:pos x="58" y="54"/>
                      </a:cxn>
                      <a:cxn ang="0">
                        <a:pos x="54" y="58"/>
                      </a:cxn>
                      <a:cxn ang="0">
                        <a:pos x="53" y="69"/>
                      </a:cxn>
                      <a:cxn ang="0">
                        <a:pos x="60" y="77"/>
                      </a:cxn>
                      <a:cxn ang="0">
                        <a:pos x="67" y="87"/>
                      </a:cxn>
                      <a:cxn ang="0">
                        <a:pos x="77" y="99"/>
                      </a:cxn>
                      <a:cxn ang="0">
                        <a:pos x="102" y="119"/>
                      </a:cxn>
                      <a:cxn ang="0">
                        <a:pos x="106" y="129"/>
                      </a:cxn>
                      <a:cxn ang="0">
                        <a:pos x="110" y="140"/>
                      </a:cxn>
                      <a:cxn ang="0">
                        <a:pos x="113" y="152"/>
                      </a:cxn>
                      <a:cxn ang="0">
                        <a:pos x="116" y="160"/>
                      </a:cxn>
                      <a:cxn ang="0">
                        <a:pos x="116" y="164"/>
                      </a:cxn>
                      <a:cxn ang="0">
                        <a:pos x="114" y="171"/>
                      </a:cxn>
                      <a:cxn ang="0">
                        <a:pos x="113" y="180"/>
                      </a:cxn>
                      <a:cxn ang="0">
                        <a:pos x="105" y="190"/>
                      </a:cxn>
                      <a:cxn ang="0">
                        <a:pos x="95" y="197"/>
                      </a:cxn>
                      <a:cxn ang="0">
                        <a:pos x="80" y="201"/>
                      </a:cxn>
                      <a:cxn ang="0">
                        <a:pos x="77" y="199"/>
                      </a:cxn>
                      <a:cxn ang="0">
                        <a:pos x="80" y="204"/>
                      </a:cxn>
                      <a:cxn ang="0">
                        <a:pos x="77" y="209"/>
                      </a:cxn>
                      <a:cxn ang="0">
                        <a:pos x="72" y="209"/>
                      </a:cxn>
                      <a:cxn ang="0">
                        <a:pos x="71" y="214"/>
                      </a:cxn>
                      <a:cxn ang="0">
                        <a:pos x="64" y="220"/>
                      </a:cxn>
                      <a:cxn ang="0">
                        <a:pos x="54" y="228"/>
                      </a:cxn>
                      <a:cxn ang="0">
                        <a:pos x="56" y="224"/>
                      </a:cxn>
                      <a:cxn ang="0">
                        <a:pos x="54" y="216"/>
                      </a:cxn>
                      <a:cxn ang="0">
                        <a:pos x="58" y="204"/>
                      </a:cxn>
                      <a:cxn ang="0">
                        <a:pos x="49" y="204"/>
                      </a:cxn>
                      <a:cxn ang="0">
                        <a:pos x="54" y="195"/>
                      </a:cxn>
                      <a:cxn ang="0">
                        <a:pos x="69" y="193"/>
                      </a:cxn>
                      <a:cxn ang="0">
                        <a:pos x="71" y="187"/>
                      </a:cxn>
                      <a:cxn ang="0">
                        <a:pos x="77" y="176"/>
                      </a:cxn>
                      <a:cxn ang="0">
                        <a:pos x="90" y="166"/>
                      </a:cxn>
                      <a:cxn ang="0">
                        <a:pos x="87" y="145"/>
                      </a:cxn>
                      <a:cxn ang="0">
                        <a:pos x="86" y="134"/>
                      </a:cxn>
                      <a:cxn ang="0">
                        <a:pos x="86" y="122"/>
                      </a:cxn>
                      <a:cxn ang="0">
                        <a:pos x="84" y="113"/>
                      </a:cxn>
                      <a:cxn ang="0">
                        <a:pos x="76" y="106"/>
                      </a:cxn>
                      <a:cxn ang="0">
                        <a:pos x="69" y="99"/>
                      </a:cxn>
                      <a:cxn ang="0">
                        <a:pos x="58" y="88"/>
                      </a:cxn>
                      <a:cxn ang="0">
                        <a:pos x="41" y="74"/>
                      </a:cxn>
                      <a:cxn ang="0">
                        <a:pos x="34" y="66"/>
                      </a:cxn>
                      <a:cxn ang="0">
                        <a:pos x="39" y="58"/>
                      </a:cxn>
                      <a:cxn ang="0">
                        <a:pos x="41" y="47"/>
                      </a:cxn>
                      <a:cxn ang="0">
                        <a:pos x="30" y="39"/>
                      </a:cxn>
                      <a:cxn ang="0">
                        <a:pos x="10" y="30"/>
                      </a:cxn>
                      <a:cxn ang="0">
                        <a:pos x="1" y="17"/>
                      </a:cxn>
                      <a:cxn ang="0">
                        <a:pos x="41" y="205"/>
                      </a:cxn>
                      <a:cxn ang="0">
                        <a:pos x="42" y="199"/>
                      </a:cxn>
                    </a:cxnLst>
                    <a:rect l="0" t="0" r="r" b="b"/>
                    <a:pathLst>
                      <a:path w="117" h="228">
                        <a:moveTo>
                          <a:pt x="0" y="15"/>
                        </a:moveTo>
                        <a:lnTo>
                          <a:pt x="1" y="15"/>
                        </a:lnTo>
                        <a:lnTo>
                          <a:pt x="1" y="15"/>
                        </a:lnTo>
                        <a:lnTo>
                          <a:pt x="3" y="12"/>
                        </a:lnTo>
                        <a:lnTo>
                          <a:pt x="4" y="12"/>
                        </a:lnTo>
                        <a:lnTo>
                          <a:pt x="7" y="11"/>
                        </a:lnTo>
                        <a:lnTo>
                          <a:pt x="10" y="11"/>
                        </a:lnTo>
                        <a:lnTo>
                          <a:pt x="10" y="12"/>
                        </a:lnTo>
                        <a:lnTo>
                          <a:pt x="11" y="13"/>
                        </a:lnTo>
                        <a:lnTo>
                          <a:pt x="12" y="13"/>
                        </a:lnTo>
                        <a:lnTo>
                          <a:pt x="12" y="11"/>
                        </a:lnTo>
                        <a:lnTo>
                          <a:pt x="15" y="9"/>
                        </a:lnTo>
                        <a:lnTo>
                          <a:pt x="18" y="12"/>
                        </a:lnTo>
                        <a:lnTo>
                          <a:pt x="19" y="11"/>
                        </a:lnTo>
                        <a:lnTo>
                          <a:pt x="20" y="11"/>
                        </a:lnTo>
                        <a:lnTo>
                          <a:pt x="22" y="12"/>
                        </a:lnTo>
                        <a:lnTo>
                          <a:pt x="25" y="11"/>
                        </a:lnTo>
                        <a:lnTo>
                          <a:pt x="26" y="8"/>
                        </a:lnTo>
                        <a:lnTo>
                          <a:pt x="29" y="8"/>
                        </a:lnTo>
                        <a:lnTo>
                          <a:pt x="31" y="9"/>
                        </a:lnTo>
                        <a:lnTo>
                          <a:pt x="37" y="8"/>
                        </a:lnTo>
                        <a:lnTo>
                          <a:pt x="35" y="2"/>
                        </a:lnTo>
                        <a:lnTo>
                          <a:pt x="39" y="1"/>
                        </a:lnTo>
                        <a:lnTo>
                          <a:pt x="42" y="1"/>
                        </a:lnTo>
                        <a:lnTo>
                          <a:pt x="45" y="0"/>
                        </a:lnTo>
                        <a:lnTo>
                          <a:pt x="48" y="2"/>
                        </a:lnTo>
                        <a:lnTo>
                          <a:pt x="48" y="4"/>
                        </a:lnTo>
                        <a:lnTo>
                          <a:pt x="50" y="4"/>
                        </a:lnTo>
                        <a:lnTo>
                          <a:pt x="52" y="7"/>
                        </a:lnTo>
                        <a:lnTo>
                          <a:pt x="58" y="7"/>
                        </a:lnTo>
                        <a:lnTo>
                          <a:pt x="60" y="8"/>
                        </a:lnTo>
                        <a:lnTo>
                          <a:pt x="64" y="7"/>
                        </a:lnTo>
                        <a:lnTo>
                          <a:pt x="65" y="8"/>
                        </a:lnTo>
                        <a:lnTo>
                          <a:pt x="65" y="11"/>
                        </a:lnTo>
                        <a:lnTo>
                          <a:pt x="64" y="11"/>
                        </a:lnTo>
                        <a:lnTo>
                          <a:pt x="61" y="16"/>
                        </a:lnTo>
                        <a:lnTo>
                          <a:pt x="64" y="17"/>
                        </a:lnTo>
                        <a:lnTo>
                          <a:pt x="64" y="20"/>
                        </a:lnTo>
                        <a:lnTo>
                          <a:pt x="71" y="21"/>
                        </a:lnTo>
                        <a:lnTo>
                          <a:pt x="71" y="24"/>
                        </a:lnTo>
                        <a:lnTo>
                          <a:pt x="73" y="26"/>
                        </a:lnTo>
                        <a:lnTo>
                          <a:pt x="76" y="27"/>
                        </a:lnTo>
                        <a:lnTo>
                          <a:pt x="79" y="26"/>
                        </a:lnTo>
                        <a:lnTo>
                          <a:pt x="80" y="27"/>
                        </a:lnTo>
                        <a:lnTo>
                          <a:pt x="83" y="26"/>
                        </a:lnTo>
                        <a:lnTo>
                          <a:pt x="84" y="27"/>
                        </a:lnTo>
                        <a:lnTo>
                          <a:pt x="84" y="27"/>
                        </a:lnTo>
                        <a:lnTo>
                          <a:pt x="86" y="28"/>
                        </a:lnTo>
                        <a:lnTo>
                          <a:pt x="84" y="30"/>
                        </a:lnTo>
                        <a:lnTo>
                          <a:pt x="83" y="31"/>
                        </a:lnTo>
                        <a:lnTo>
                          <a:pt x="82" y="31"/>
                        </a:lnTo>
                        <a:lnTo>
                          <a:pt x="79" y="32"/>
                        </a:lnTo>
                        <a:lnTo>
                          <a:pt x="76" y="32"/>
                        </a:lnTo>
                        <a:lnTo>
                          <a:pt x="73" y="32"/>
                        </a:lnTo>
                        <a:lnTo>
                          <a:pt x="73" y="34"/>
                        </a:lnTo>
                        <a:lnTo>
                          <a:pt x="73" y="36"/>
                        </a:lnTo>
                        <a:lnTo>
                          <a:pt x="72" y="36"/>
                        </a:lnTo>
                        <a:lnTo>
                          <a:pt x="72" y="38"/>
                        </a:lnTo>
                        <a:lnTo>
                          <a:pt x="71" y="38"/>
                        </a:lnTo>
                        <a:lnTo>
                          <a:pt x="68" y="38"/>
                        </a:lnTo>
                        <a:lnTo>
                          <a:pt x="67" y="39"/>
                        </a:lnTo>
                        <a:lnTo>
                          <a:pt x="67" y="39"/>
                        </a:lnTo>
                        <a:lnTo>
                          <a:pt x="65" y="38"/>
                        </a:lnTo>
                        <a:lnTo>
                          <a:pt x="64" y="38"/>
                        </a:lnTo>
                        <a:lnTo>
                          <a:pt x="64" y="39"/>
                        </a:lnTo>
                        <a:lnTo>
                          <a:pt x="63" y="41"/>
                        </a:lnTo>
                        <a:lnTo>
                          <a:pt x="64" y="42"/>
                        </a:lnTo>
                        <a:lnTo>
                          <a:pt x="64" y="45"/>
                        </a:lnTo>
                        <a:lnTo>
                          <a:pt x="64" y="46"/>
                        </a:lnTo>
                        <a:lnTo>
                          <a:pt x="63" y="47"/>
                        </a:lnTo>
                        <a:lnTo>
                          <a:pt x="64" y="49"/>
                        </a:lnTo>
                        <a:lnTo>
                          <a:pt x="63" y="50"/>
                        </a:lnTo>
                        <a:lnTo>
                          <a:pt x="63" y="50"/>
                        </a:lnTo>
                        <a:lnTo>
                          <a:pt x="60" y="54"/>
                        </a:lnTo>
                        <a:lnTo>
                          <a:pt x="58" y="54"/>
                        </a:lnTo>
                        <a:lnTo>
                          <a:pt x="57" y="53"/>
                        </a:lnTo>
                        <a:lnTo>
                          <a:pt x="57" y="54"/>
                        </a:lnTo>
                        <a:lnTo>
                          <a:pt x="56" y="54"/>
                        </a:lnTo>
                        <a:lnTo>
                          <a:pt x="56" y="57"/>
                        </a:lnTo>
                        <a:lnTo>
                          <a:pt x="54" y="58"/>
                        </a:lnTo>
                        <a:lnTo>
                          <a:pt x="54" y="61"/>
                        </a:lnTo>
                        <a:lnTo>
                          <a:pt x="56" y="61"/>
                        </a:lnTo>
                        <a:lnTo>
                          <a:pt x="56" y="62"/>
                        </a:lnTo>
                        <a:lnTo>
                          <a:pt x="54" y="68"/>
                        </a:lnTo>
                        <a:lnTo>
                          <a:pt x="53" y="69"/>
                        </a:lnTo>
                        <a:lnTo>
                          <a:pt x="56" y="72"/>
                        </a:lnTo>
                        <a:lnTo>
                          <a:pt x="56" y="73"/>
                        </a:lnTo>
                        <a:lnTo>
                          <a:pt x="53" y="74"/>
                        </a:lnTo>
                        <a:lnTo>
                          <a:pt x="56" y="74"/>
                        </a:lnTo>
                        <a:lnTo>
                          <a:pt x="60" y="77"/>
                        </a:lnTo>
                        <a:lnTo>
                          <a:pt x="64" y="81"/>
                        </a:lnTo>
                        <a:lnTo>
                          <a:pt x="65" y="81"/>
                        </a:lnTo>
                        <a:lnTo>
                          <a:pt x="67" y="84"/>
                        </a:lnTo>
                        <a:lnTo>
                          <a:pt x="67" y="85"/>
                        </a:lnTo>
                        <a:lnTo>
                          <a:pt x="67" y="87"/>
                        </a:lnTo>
                        <a:lnTo>
                          <a:pt x="68" y="89"/>
                        </a:lnTo>
                        <a:lnTo>
                          <a:pt x="68" y="92"/>
                        </a:lnTo>
                        <a:lnTo>
                          <a:pt x="73" y="96"/>
                        </a:lnTo>
                        <a:lnTo>
                          <a:pt x="77" y="98"/>
                        </a:lnTo>
                        <a:lnTo>
                          <a:pt x="77" y="99"/>
                        </a:lnTo>
                        <a:lnTo>
                          <a:pt x="86" y="103"/>
                        </a:lnTo>
                        <a:lnTo>
                          <a:pt x="92" y="108"/>
                        </a:lnTo>
                        <a:lnTo>
                          <a:pt x="94" y="111"/>
                        </a:lnTo>
                        <a:lnTo>
                          <a:pt x="99" y="115"/>
                        </a:lnTo>
                        <a:lnTo>
                          <a:pt x="102" y="119"/>
                        </a:lnTo>
                        <a:lnTo>
                          <a:pt x="102" y="122"/>
                        </a:lnTo>
                        <a:lnTo>
                          <a:pt x="103" y="122"/>
                        </a:lnTo>
                        <a:lnTo>
                          <a:pt x="103" y="123"/>
                        </a:lnTo>
                        <a:lnTo>
                          <a:pt x="106" y="127"/>
                        </a:lnTo>
                        <a:lnTo>
                          <a:pt x="106" y="129"/>
                        </a:lnTo>
                        <a:lnTo>
                          <a:pt x="107" y="130"/>
                        </a:lnTo>
                        <a:lnTo>
                          <a:pt x="106" y="130"/>
                        </a:lnTo>
                        <a:lnTo>
                          <a:pt x="109" y="134"/>
                        </a:lnTo>
                        <a:lnTo>
                          <a:pt x="109" y="138"/>
                        </a:lnTo>
                        <a:lnTo>
                          <a:pt x="110" y="140"/>
                        </a:lnTo>
                        <a:lnTo>
                          <a:pt x="111" y="144"/>
                        </a:lnTo>
                        <a:lnTo>
                          <a:pt x="113" y="145"/>
                        </a:lnTo>
                        <a:lnTo>
                          <a:pt x="113" y="148"/>
                        </a:lnTo>
                        <a:lnTo>
                          <a:pt x="113" y="149"/>
                        </a:lnTo>
                        <a:lnTo>
                          <a:pt x="113" y="152"/>
                        </a:lnTo>
                        <a:lnTo>
                          <a:pt x="113" y="153"/>
                        </a:lnTo>
                        <a:lnTo>
                          <a:pt x="113" y="156"/>
                        </a:lnTo>
                        <a:lnTo>
                          <a:pt x="114" y="157"/>
                        </a:lnTo>
                        <a:lnTo>
                          <a:pt x="114" y="159"/>
                        </a:lnTo>
                        <a:lnTo>
                          <a:pt x="116" y="160"/>
                        </a:lnTo>
                        <a:lnTo>
                          <a:pt x="117" y="164"/>
                        </a:lnTo>
                        <a:lnTo>
                          <a:pt x="117" y="166"/>
                        </a:lnTo>
                        <a:lnTo>
                          <a:pt x="116" y="166"/>
                        </a:lnTo>
                        <a:lnTo>
                          <a:pt x="116" y="164"/>
                        </a:lnTo>
                        <a:lnTo>
                          <a:pt x="116" y="164"/>
                        </a:lnTo>
                        <a:lnTo>
                          <a:pt x="114" y="164"/>
                        </a:lnTo>
                        <a:lnTo>
                          <a:pt x="114" y="167"/>
                        </a:lnTo>
                        <a:lnTo>
                          <a:pt x="116" y="168"/>
                        </a:lnTo>
                        <a:lnTo>
                          <a:pt x="116" y="170"/>
                        </a:lnTo>
                        <a:lnTo>
                          <a:pt x="114" y="171"/>
                        </a:lnTo>
                        <a:lnTo>
                          <a:pt x="114" y="172"/>
                        </a:lnTo>
                        <a:lnTo>
                          <a:pt x="111" y="174"/>
                        </a:lnTo>
                        <a:lnTo>
                          <a:pt x="113" y="176"/>
                        </a:lnTo>
                        <a:lnTo>
                          <a:pt x="113" y="179"/>
                        </a:lnTo>
                        <a:lnTo>
                          <a:pt x="113" y="180"/>
                        </a:lnTo>
                        <a:lnTo>
                          <a:pt x="111" y="182"/>
                        </a:lnTo>
                        <a:lnTo>
                          <a:pt x="110" y="183"/>
                        </a:lnTo>
                        <a:lnTo>
                          <a:pt x="109" y="186"/>
                        </a:lnTo>
                        <a:lnTo>
                          <a:pt x="107" y="187"/>
                        </a:lnTo>
                        <a:lnTo>
                          <a:pt x="105" y="190"/>
                        </a:lnTo>
                        <a:lnTo>
                          <a:pt x="102" y="191"/>
                        </a:lnTo>
                        <a:lnTo>
                          <a:pt x="99" y="193"/>
                        </a:lnTo>
                        <a:lnTo>
                          <a:pt x="99" y="195"/>
                        </a:lnTo>
                        <a:lnTo>
                          <a:pt x="97" y="195"/>
                        </a:lnTo>
                        <a:lnTo>
                          <a:pt x="95" y="197"/>
                        </a:lnTo>
                        <a:lnTo>
                          <a:pt x="88" y="201"/>
                        </a:lnTo>
                        <a:lnTo>
                          <a:pt x="86" y="201"/>
                        </a:lnTo>
                        <a:lnTo>
                          <a:pt x="84" y="201"/>
                        </a:lnTo>
                        <a:lnTo>
                          <a:pt x="82" y="201"/>
                        </a:lnTo>
                        <a:lnTo>
                          <a:pt x="80" y="201"/>
                        </a:lnTo>
                        <a:lnTo>
                          <a:pt x="80" y="199"/>
                        </a:lnTo>
                        <a:lnTo>
                          <a:pt x="80" y="197"/>
                        </a:lnTo>
                        <a:lnTo>
                          <a:pt x="80" y="199"/>
                        </a:lnTo>
                        <a:lnTo>
                          <a:pt x="80" y="199"/>
                        </a:lnTo>
                        <a:lnTo>
                          <a:pt x="77" y="199"/>
                        </a:lnTo>
                        <a:lnTo>
                          <a:pt x="79" y="201"/>
                        </a:lnTo>
                        <a:lnTo>
                          <a:pt x="79" y="201"/>
                        </a:lnTo>
                        <a:lnTo>
                          <a:pt x="77" y="202"/>
                        </a:lnTo>
                        <a:lnTo>
                          <a:pt x="76" y="201"/>
                        </a:lnTo>
                        <a:lnTo>
                          <a:pt x="80" y="204"/>
                        </a:lnTo>
                        <a:lnTo>
                          <a:pt x="79" y="205"/>
                        </a:lnTo>
                        <a:lnTo>
                          <a:pt x="80" y="206"/>
                        </a:lnTo>
                        <a:lnTo>
                          <a:pt x="77" y="208"/>
                        </a:lnTo>
                        <a:lnTo>
                          <a:pt x="75" y="205"/>
                        </a:lnTo>
                        <a:lnTo>
                          <a:pt x="77" y="209"/>
                        </a:lnTo>
                        <a:lnTo>
                          <a:pt x="77" y="210"/>
                        </a:lnTo>
                        <a:lnTo>
                          <a:pt x="76" y="212"/>
                        </a:lnTo>
                        <a:lnTo>
                          <a:pt x="75" y="210"/>
                        </a:lnTo>
                        <a:lnTo>
                          <a:pt x="73" y="209"/>
                        </a:lnTo>
                        <a:lnTo>
                          <a:pt x="72" y="209"/>
                        </a:lnTo>
                        <a:lnTo>
                          <a:pt x="72" y="212"/>
                        </a:lnTo>
                        <a:lnTo>
                          <a:pt x="72" y="212"/>
                        </a:lnTo>
                        <a:lnTo>
                          <a:pt x="73" y="213"/>
                        </a:lnTo>
                        <a:lnTo>
                          <a:pt x="72" y="214"/>
                        </a:lnTo>
                        <a:lnTo>
                          <a:pt x="71" y="214"/>
                        </a:lnTo>
                        <a:lnTo>
                          <a:pt x="69" y="214"/>
                        </a:lnTo>
                        <a:lnTo>
                          <a:pt x="67" y="217"/>
                        </a:lnTo>
                        <a:lnTo>
                          <a:pt x="65" y="218"/>
                        </a:lnTo>
                        <a:lnTo>
                          <a:pt x="64" y="218"/>
                        </a:lnTo>
                        <a:lnTo>
                          <a:pt x="64" y="220"/>
                        </a:lnTo>
                        <a:lnTo>
                          <a:pt x="63" y="223"/>
                        </a:lnTo>
                        <a:lnTo>
                          <a:pt x="61" y="224"/>
                        </a:lnTo>
                        <a:lnTo>
                          <a:pt x="60" y="224"/>
                        </a:lnTo>
                        <a:lnTo>
                          <a:pt x="61" y="225"/>
                        </a:lnTo>
                        <a:lnTo>
                          <a:pt x="54" y="228"/>
                        </a:lnTo>
                        <a:lnTo>
                          <a:pt x="52" y="227"/>
                        </a:lnTo>
                        <a:lnTo>
                          <a:pt x="53" y="225"/>
                        </a:lnTo>
                        <a:lnTo>
                          <a:pt x="56" y="225"/>
                        </a:lnTo>
                        <a:lnTo>
                          <a:pt x="57" y="223"/>
                        </a:lnTo>
                        <a:lnTo>
                          <a:pt x="56" y="224"/>
                        </a:lnTo>
                        <a:lnTo>
                          <a:pt x="53" y="223"/>
                        </a:lnTo>
                        <a:lnTo>
                          <a:pt x="54" y="218"/>
                        </a:lnTo>
                        <a:lnTo>
                          <a:pt x="54" y="218"/>
                        </a:lnTo>
                        <a:lnTo>
                          <a:pt x="53" y="217"/>
                        </a:lnTo>
                        <a:lnTo>
                          <a:pt x="54" y="216"/>
                        </a:lnTo>
                        <a:lnTo>
                          <a:pt x="54" y="212"/>
                        </a:lnTo>
                        <a:lnTo>
                          <a:pt x="56" y="208"/>
                        </a:lnTo>
                        <a:lnTo>
                          <a:pt x="60" y="205"/>
                        </a:lnTo>
                        <a:lnTo>
                          <a:pt x="61" y="204"/>
                        </a:lnTo>
                        <a:lnTo>
                          <a:pt x="58" y="204"/>
                        </a:lnTo>
                        <a:lnTo>
                          <a:pt x="56" y="204"/>
                        </a:lnTo>
                        <a:lnTo>
                          <a:pt x="54" y="205"/>
                        </a:lnTo>
                        <a:lnTo>
                          <a:pt x="53" y="204"/>
                        </a:lnTo>
                        <a:lnTo>
                          <a:pt x="52" y="204"/>
                        </a:lnTo>
                        <a:lnTo>
                          <a:pt x="49" y="204"/>
                        </a:lnTo>
                        <a:lnTo>
                          <a:pt x="49" y="202"/>
                        </a:lnTo>
                        <a:lnTo>
                          <a:pt x="49" y="201"/>
                        </a:lnTo>
                        <a:lnTo>
                          <a:pt x="48" y="199"/>
                        </a:lnTo>
                        <a:lnTo>
                          <a:pt x="50" y="197"/>
                        </a:lnTo>
                        <a:lnTo>
                          <a:pt x="54" y="195"/>
                        </a:lnTo>
                        <a:lnTo>
                          <a:pt x="56" y="191"/>
                        </a:lnTo>
                        <a:lnTo>
                          <a:pt x="58" y="191"/>
                        </a:lnTo>
                        <a:lnTo>
                          <a:pt x="60" y="193"/>
                        </a:lnTo>
                        <a:lnTo>
                          <a:pt x="67" y="191"/>
                        </a:lnTo>
                        <a:lnTo>
                          <a:pt x="69" y="193"/>
                        </a:lnTo>
                        <a:lnTo>
                          <a:pt x="71" y="195"/>
                        </a:lnTo>
                        <a:lnTo>
                          <a:pt x="75" y="194"/>
                        </a:lnTo>
                        <a:lnTo>
                          <a:pt x="73" y="191"/>
                        </a:lnTo>
                        <a:lnTo>
                          <a:pt x="73" y="190"/>
                        </a:lnTo>
                        <a:lnTo>
                          <a:pt x="71" y="187"/>
                        </a:lnTo>
                        <a:lnTo>
                          <a:pt x="68" y="186"/>
                        </a:lnTo>
                        <a:lnTo>
                          <a:pt x="68" y="180"/>
                        </a:lnTo>
                        <a:lnTo>
                          <a:pt x="71" y="179"/>
                        </a:lnTo>
                        <a:lnTo>
                          <a:pt x="76" y="179"/>
                        </a:lnTo>
                        <a:lnTo>
                          <a:pt x="77" y="176"/>
                        </a:lnTo>
                        <a:lnTo>
                          <a:pt x="82" y="174"/>
                        </a:lnTo>
                        <a:lnTo>
                          <a:pt x="84" y="172"/>
                        </a:lnTo>
                        <a:lnTo>
                          <a:pt x="86" y="171"/>
                        </a:lnTo>
                        <a:lnTo>
                          <a:pt x="88" y="170"/>
                        </a:lnTo>
                        <a:lnTo>
                          <a:pt x="90" y="166"/>
                        </a:lnTo>
                        <a:lnTo>
                          <a:pt x="90" y="163"/>
                        </a:lnTo>
                        <a:lnTo>
                          <a:pt x="90" y="159"/>
                        </a:lnTo>
                        <a:lnTo>
                          <a:pt x="90" y="156"/>
                        </a:lnTo>
                        <a:lnTo>
                          <a:pt x="90" y="152"/>
                        </a:lnTo>
                        <a:lnTo>
                          <a:pt x="87" y="145"/>
                        </a:lnTo>
                        <a:lnTo>
                          <a:pt x="84" y="144"/>
                        </a:lnTo>
                        <a:lnTo>
                          <a:pt x="83" y="140"/>
                        </a:lnTo>
                        <a:lnTo>
                          <a:pt x="83" y="140"/>
                        </a:lnTo>
                        <a:lnTo>
                          <a:pt x="86" y="138"/>
                        </a:lnTo>
                        <a:lnTo>
                          <a:pt x="86" y="134"/>
                        </a:lnTo>
                        <a:lnTo>
                          <a:pt x="84" y="132"/>
                        </a:lnTo>
                        <a:lnTo>
                          <a:pt x="84" y="129"/>
                        </a:lnTo>
                        <a:lnTo>
                          <a:pt x="88" y="125"/>
                        </a:lnTo>
                        <a:lnTo>
                          <a:pt x="88" y="122"/>
                        </a:lnTo>
                        <a:lnTo>
                          <a:pt x="86" y="122"/>
                        </a:lnTo>
                        <a:lnTo>
                          <a:pt x="84" y="119"/>
                        </a:lnTo>
                        <a:lnTo>
                          <a:pt x="86" y="117"/>
                        </a:lnTo>
                        <a:lnTo>
                          <a:pt x="87" y="114"/>
                        </a:lnTo>
                        <a:lnTo>
                          <a:pt x="87" y="113"/>
                        </a:lnTo>
                        <a:lnTo>
                          <a:pt x="84" y="113"/>
                        </a:lnTo>
                        <a:lnTo>
                          <a:pt x="82" y="113"/>
                        </a:lnTo>
                        <a:lnTo>
                          <a:pt x="80" y="110"/>
                        </a:lnTo>
                        <a:lnTo>
                          <a:pt x="77" y="110"/>
                        </a:lnTo>
                        <a:lnTo>
                          <a:pt x="76" y="108"/>
                        </a:lnTo>
                        <a:lnTo>
                          <a:pt x="76" y="106"/>
                        </a:lnTo>
                        <a:lnTo>
                          <a:pt x="75" y="106"/>
                        </a:lnTo>
                        <a:lnTo>
                          <a:pt x="73" y="106"/>
                        </a:lnTo>
                        <a:lnTo>
                          <a:pt x="72" y="104"/>
                        </a:lnTo>
                        <a:lnTo>
                          <a:pt x="71" y="102"/>
                        </a:lnTo>
                        <a:lnTo>
                          <a:pt x="69" y="99"/>
                        </a:lnTo>
                        <a:lnTo>
                          <a:pt x="67" y="99"/>
                        </a:lnTo>
                        <a:lnTo>
                          <a:pt x="64" y="98"/>
                        </a:lnTo>
                        <a:lnTo>
                          <a:pt x="63" y="95"/>
                        </a:lnTo>
                        <a:lnTo>
                          <a:pt x="58" y="89"/>
                        </a:lnTo>
                        <a:lnTo>
                          <a:pt x="58" y="88"/>
                        </a:lnTo>
                        <a:lnTo>
                          <a:pt x="56" y="84"/>
                        </a:lnTo>
                        <a:lnTo>
                          <a:pt x="52" y="81"/>
                        </a:lnTo>
                        <a:lnTo>
                          <a:pt x="48" y="77"/>
                        </a:lnTo>
                        <a:lnTo>
                          <a:pt x="45" y="76"/>
                        </a:lnTo>
                        <a:lnTo>
                          <a:pt x="41" y="74"/>
                        </a:lnTo>
                        <a:lnTo>
                          <a:pt x="37" y="73"/>
                        </a:lnTo>
                        <a:lnTo>
                          <a:pt x="35" y="70"/>
                        </a:lnTo>
                        <a:lnTo>
                          <a:pt x="33" y="70"/>
                        </a:lnTo>
                        <a:lnTo>
                          <a:pt x="31" y="68"/>
                        </a:lnTo>
                        <a:lnTo>
                          <a:pt x="34" y="66"/>
                        </a:lnTo>
                        <a:lnTo>
                          <a:pt x="31" y="62"/>
                        </a:lnTo>
                        <a:lnTo>
                          <a:pt x="30" y="60"/>
                        </a:lnTo>
                        <a:lnTo>
                          <a:pt x="33" y="60"/>
                        </a:lnTo>
                        <a:lnTo>
                          <a:pt x="37" y="58"/>
                        </a:lnTo>
                        <a:lnTo>
                          <a:pt x="39" y="58"/>
                        </a:lnTo>
                        <a:lnTo>
                          <a:pt x="41" y="57"/>
                        </a:lnTo>
                        <a:lnTo>
                          <a:pt x="42" y="51"/>
                        </a:lnTo>
                        <a:lnTo>
                          <a:pt x="45" y="50"/>
                        </a:lnTo>
                        <a:lnTo>
                          <a:pt x="45" y="49"/>
                        </a:lnTo>
                        <a:lnTo>
                          <a:pt x="41" y="47"/>
                        </a:lnTo>
                        <a:lnTo>
                          <a:pt x="41" y="45"/>
                        </a:lnTo>
                        <a:lnTo>
                          <a:pt x="41" y="42"/>
                        </a:lnTo>
                        <a:lnTo>
                          <a:pt x="37" y="42"/>
                        </a:lnTo>
                        <a:lnTo>
                          <a:pt x="34" y="39"/>
                        </a:lnTo>
                        <a:lnTo>
                          <a:pt x="30" y="39"/>
                        </a:lnTo>
                        <a:lnTo>
                          <a:pt x="27" y="41"/>
                        </a:lnTo>
                        <a:lnTo>
                          <a:pt x="25" y="39"/>
                        </a:lnTo>
                        <a:lnTo>
                          <a:pt x="18" y="39"/>
                        </a:lnTo>
                        <a:lnTo>
                          <a:pt x="15" y="35"/>
                        </a:lnTo>
                        <a:lnTo>
                          <a:pt x="10" y="30"/>
                        </a:lnTo>
                        <a:lnTo>
                          <a:pt x="11" y="28"/>
                        </a:lnTo>
                        <a:lnTo>
                          <a:pt x="11" y="24"/>
                        </a:lnTo>
                        <a:lnTo>
                          <a:pt x="8" y="23"/>
                        </a:lnTo>
                        <a:lnTo>
                          <a:pt x="5" y="19"/>
                        </a:lnTo>
                        <a:lnTo>
                          <a:pt x="1" y="17"/>
                        </a:lnTo>
                        <a:lnTo>
                          <a:pt x="0" y="15"/>
                        </a:lnTo>
                        <a:lnTo>
                          <a:pt x="0" y="15"/>
                        </a:lnTo>
                        <a:close/>
                        <a:moveTo>
                          <a:pt x="39" y="201"/>
                        </a:moveTo>
                        <a:lnTo>
                          <a:pt x="41" y="202"/>
                        </a:lnTo>
                        <a:lnTo>
                          <a:pt x="41" y="205"/>
                        </a:lnTo>
                        <a:lnTo>
                          <a:pt x="41" y="206"/>
                        </a:lnTo>
                        <a:lnTo>
                          <a:pt x="44" y="206"/>
                        </a:lnTo>
                        <a:lnTo>
                          <a:pt x="44" y="202"/>
                        </a:lnTo>
                        <a:lnTo>
                          <a:pt x="42" y="201"/>
                        </a:lnTo>
                        <a:lnTo>
                          <a:pt x="42" y="199"/>
                        </a:lnTo>
                        <a:lnTo>
                          <a:pt x="39" y="201"/>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47" name="Freeform 777">
                    <a:extLst>
                      <a:ext uri="{FF2B5EF4-FFF2-40B4-BE49-F238E27FC236}">
                        <a16:creationId xmlns:a16="http://schemas.microsoft.com/office/drawing/2014/main" id="{39BB1CA2-9D2F-E6CD-7A95-E2428EAABC38}"/>
                      </a:ext>
                    </a:extLst>
                  </p:cNvPr>
                  <p:cNvSpPr>
                    <a:spLocks noEditPoints="1"/>
                  </p:cNvSpPr>
                  <p:nvPr/>
                </p:nvSpPr>
                <p:spPr bwMode="auto">
                  <a:xfrm>
                    <a:off x="10692843" y="3079289"/>
                    <a:ext cx="526055" cy="516126"/>
                  </a:xfrm>
                  <a:custGeom>
                    <a:avLst/>
                    <a:gdLst/>
                    <a:ahLst/>
                    <a:cxnLst>
                      <a:cxn ang="0">
                        <a:pos x="572" y="261"/>
                      </a:cxn>
                      <a:cxn ang="0">
                        <a:pos x="492" y="131"/>
                      </a:cxn>
                      <a:cxn ang="0">
                        <a:pos x="398" y="110"/>
                      </a:cxn>
                      <a:cxn ang="0">
                        <a:pos x="364" y="90"/>
                      </a:cxn>
                      <a:cxn ang="0">
                        <a:pos x="361" y="59"/>
                      </a:cxn>
                      <a:cxn ang="0">
                        <a:pos x="357" y="22"/>
                      </a:cxn>
                      <a:cxn ang="0">
                        <a:pos x="341" y="31"/>
                      </a:cxn>
                      <a:cxn ang="0">
                        <a:pos x="289" y="22"/>
                      </a:cxn>
                      <a:cxn ang="0">
                        <a:pos x="273" y="25"/>
                      </a:cxn>
                      <a:cxn ang="0">
                        <a:pos x="180" y="84"/>
                      </a:cxn>
                      <a:cxn ang="0">
                        <a:pos x="1" y="241"/>
                      </a:cxn>
                      <a:cxn ang="0">
                        <a:pos x="314" y="444"/>
                      </a:cxn>
                      <a:cxn ang="0">
                        <a:pos x="424" y="512"/>
                      </a:cxn>
                      <a:cxn ang="0">
                        <a:pos x="387" y="545"/>
                      </a:cxn>
                      <a:cxn ang="0">
                        <a:pos x="436" y="545"/>
                      </a:cxn>
                      <a:cxn ang="0">
                        <a:pos x="434" y="553"/>
                      </a:cxn>
                      <a:cxn ang="0">
                        <a:pos x="387" y="612"/>
                      </a:cxn>
                      <a:cxn ang="0">
                        <a:pos x="384" y="556"/>
                      </a:cxn>
                      <a:cxn ang="0">
                        <a:pos x="426" y="560"/>
                      </a:cxn>
                      <a:cxn ang="0">
                        <a:pos x="421" y="598"/>
                      </a:cxn>
                      <a:cxn ang="0">
                        <a:pos x="402" y="609"/>
                      </a:cxn>
                      <a:cxn ang="0">
                        <a:pos x="21" y="408"/>
                      </a:cxn>
                      <a:cxn ang="0">
                        <a:pos x="65" y="400"/>
                      </a:cxn>
                      <a:cxn ang="0">
                        <a:pos x="118" y="394"/>
                      </a:cxn>
                      <a:cxn ang="0">
                        <a:pos x="186" y="364"/>
                      </a:cxn>
                      <a:cxn ang="0">
                        <a:pos x="267" y="367"/>
                      </a:cxn>
                      <a:cxn ang="0">
                        <a:pos x="288" y="412"/>
                      </a:cxn>
                      <a:cxn ang="0">
                        <a:pos x="322" y="391"/>
                      </a:cxn>
                      <a:cxn ang="0">
                        <a:pos x="307" y="428"/>
                      </a:cxn>
                      <a:cxn ang="0">
                        <a:pos x="338" y="432"/>
                      </a:cxn>
                      <a:cxn ang="0">
                        <a:pos x="354" y="493"/>
                      </a:cxn>
                      <a:cxn ang="0">
                        <a:pos x="402" y="497"/>
                      </a:cxn>
                      <a:cxn ang="0">
                        <a:pos x="420" y="520"/>
                      </a:cxn>
                      <a:cxn ang="0">
                        <a:pos x="471" y="496"/>
                      </a:cxn>
                      <a:cxn ang="0">
                        <a:pos x="513" y="415"/>
                      </a:cxn>
                      <a:cxn ang="0">
                        <a:pos x="553" y="366"/>
                      </a:cxn>
                      <a:cxn ang="0">
                        <a:pos x="568" y="283"/>
                      </a:cxn>
                      <a:cxn ang="0">
                        <a:pos x="551" y="226"/>
                      </a:cxn>
                      <a:cxn ang="0">
                        <a:pos x="536" y="204"/>
                      </a:cxn>
                      <a:cxn ang="0">
                        <a:pos x="515" y="158"/>
                      </a:cxn>
                      <a:cxn ang="0">
                        <a:pos x="489" y="126"/>
                      </a:cxn>
                      <a:cxn ang="0">
                        <a:pos x="472" y="64"/>
                      </a:cxn>
                      <a:cxn ang="0">
                        <a:pos x="451" y="27"/>
                      </a:cxn>
                      <a:cxn ang="0">
                        <a:pos x="433" y="48"/>
                      </a:cxn>
                      <a:cxn ang="0">
                        <a:pos x="406" y="122"/>
                      </a:cxn>
                      <a:cxn ang="0">
                        <a:pos x="356" y="90"/>
                      </a:cxn>
                      <a:cxn ang="0">
                        <a:pos x="356" y="49"/>
                      </a:cxn>
                      <a:cxn ang="0">
                        <a:pos x="352" y="33"/>
                      </a:cxn>
                      <a:cxn ang="0">
                        <a:pos x="326" y="27"/>
                      </a:cxn>
                      <a:cxn ang="0">
                        <a:pos x="300" y="21"/>
                      </a:cxn>
                      <a:cxn ang="0">
                        <a:pos x="276" y="41"/>
                      </a:cxn>
                      <a:cxn ang="0">
                        <a:pos x="256" y="71"/>
                      </a:cxn>
                      <a:cxn ang="0">
                        <a:pos x="237" y="75"/>
                      </a:cxn>
                      <a:cxn ang="0">
                        <a:pos x="220" y="59"/>
                      </a:cxn>
                      <a:cxn ang="0">
                        <a:pos x="199" y="67"/>
                      </a:cxn>
                      <a:cxn ang="0">
                        <a:pos x="184" y="93"/>
                      </a:cxn>
                      <a:cxn ang="0">
                        <a:pos x="171" y="107"/>
                      </a:cxn>
                      <a:cxn ang="0">
                        <a:pos x="148" y="125"/>
                      </a:cxn>
                      <a:cxn ang="0">
                        <a:pos x="81" y="162"/>
                      </a:cxn>
                      <a:cxn ang="0">
                        <a:pos x="27" y="181"/>
                      </a:cxn>
                      <a:cxn ang="0">
                        <a:pos x="12" y="253"/>
                      </a:cxn>
                      <a:cxn ang="0">
                        <a:pos x="19" y="313"/>
                      </a:cxn>
                    </a:cxnLst>
                    <a:rect l="0" t="0" r="r" b="b"/>
                    <a:pathLst>
                      <a:path w="577" h="621">
                        <a:moveTo>
                          <a:pt x="570" y="296"/>
                        </a:moveTo>
                        <a:lnTo>
                          <a:pt x="572" y="291"/>
                        </a:lnTo>
                        <a:lnTo>
                          <a:pt x="572" y="294"/>
                        </a:lnTo>
                        <a:lnTo>
                          <a:pt x="570" y="296"/>
                        </a:lnTo>
                        <a:lnTo>
                          <a:pt x="570" y="296"/>
                        </a:lnTo>
                        <a:close/>
                        <a:moveTo>
                          <a:pt x="572" y="261"/>
                        </a:moveTo>
                        <a:lnTo>
                          <a:pt x="570" y="257"/>
                        </a:lnTo>
                        <a:lnTo>
                          <a:pt x="572" y="253"/>
                        </a:lnTo>
                        <a:lnTo>
                          <a:pt x="572" y="251"/>
                        </a:lnTo>
                        <a:lnTo>
                          <a:pt x="574" y="247"/>
                        </a:lnTo>
                        <a:lnTo>
                          <a:pt x="576" y="245"/>
                        </a:lnTo>
                        <a:lnTo>
                          <a:pt x="574" y="243"/>
                        </a:lnTo>
                        <a:lnTo>
                          <a:pt x="576" y="241"/>
                        </a:lnTo>
                        <a:lnTo>
                          <a:pt x="577" y="241"/>
                        </a:lnTo>
                        <a:lnTo>
                          <a:pt x="577" y="245"/>
                        </a:lnTo>
                        <a:lnTo>
                          <a:pt x="577" y="249"/>
                        </a:lnTo>
                        <a:lnTo>
                          <a:pt x="573" y="253"/>
                        </a:lnTo>
                        <a:lnTo>
                          <a:pt x="573" y="258"/>
                        </a:lnTo>
                        <a:lnTo>
                          <a:pt x="573" y="261"/>
                        </a:lnTo>
                        <a:lnTo>
                          <a:pt x="572" y="261"/>
                        </a:lnTo>
                        <a:lnTo>
                          <a:pt x="572" y="261"/>
                        </a:lnTo>
                        <a:close/>
                        <a:moveTo>
                          <a:pt x="549" y="219"/>
                        </a:moveTo>
                        <a:lnTo>
                          <a:pt x="551" y="222"/>
                        </a:lnTo>
                        <a:lnTo>
                          <a:pt x="553" y="224"/>
                        </a:lnTo>
                        <a:lnTo>
                          <a:pt x="553" y="222"/>
                        </a:lnTo>
                        <a:lnTo>
                          <a:pt x="551" y="220"/>
                        </a:lnTo>
                        <a:lnTo>
                          <a:pt x="551" y="219"/>
                        </a:lnTo>
                        <a:lnTo>
                          <a:pt x="550" y="219"/>
                        </a:lnTo>
                        <a:lnTo>
                          <a:pt x="549" y="218"/>
                        </a:lnTo>
                        <a:lnTo>
                          <a:pt x="549" y="219"/>
                        </a:lnTo>
                        <a:lnTo>
                          <a:pt x="549" y="219"/>
                        </a:lnTo>
                        <a:close/>
                        <a:moveTo>
                          <a:pt x="545" y="199"/>
                        </a:moveTo>
                        <a:lnTo>
                          <a:pt x="545" y="197"/>
                        </a:lnTo>
                        <a:lnTo>
                          <a:pt x="543" y="197"/>
                        </a:lnTo>
                        <a:lnTo>
                          <a:pt x="545" y="199"/>
                        </a:lnTo>
                        <a:lnTo>
                          <a:pt x="545" y="199"/>
                        </a:lnTo>
                        <a:close/>
                        <a:moveTo>
                          <a:pt x="490" y="136"/>
                        </a:moveTo>
                        <a:lnTo>
                          <a:pt x="492" y="133"/>
                        </a:lnTo>
                        <a:lnTo>
                          <a:pt x="489" y="131"/>
                        </a:lnTo>
                        <a:lnTo>
                          <a:pt x="492" y="131"/>
                        </a:lnTo>
                        <a:lnTo>
                          <a:pt x="493" y="129"/>
                        </a:lnTo>
                        <a:lnTo>
                          <a:pt x="493" y="135"/>
                        </a:lnTo>
                        <a:lnTo>
                          <a:pt x="492" y="137"/>
                        </a:lnTo>
                        <a:lnTo>
                          <a:pt x="490" y="136"/>
                        </a:lnTo>
                        <a:lnTo>
                          <a:pt x="490" y="136"/>
                        </a:lnTo>
                        <a:close/>
                        <a:moveTo>
                          <a:pt x="444" y="0"/>
                        </a:moveTo>
                        <a:lnTo>
                          <a:pt x="444" y="3"/>
                        </a:lnTo>
                        <a:lnTo>
                          <a:pt x="445" y="0"/>
                        </a:lnTo>
                        <a:lnTo>
                          <a:pt x="444" y="0"/>
                        </a:lnTo>
                        <a:lnTo>
                          <a:pt x="444" y="0"/>
                        </a:lnTo>
                        <a:close/>
                        <a:moveTo>
                          <a:pt x="441" y="8"/>
                        </a:moveTo>
                        <a:lnTo>
                          <a:pt x="441" y="11"/>
                        </a:lnTo>
                        <a:lnTo>
                          <a:pt x="443" y="11"/>
                        </a:lnTo>
                        <a:lnTo>
                          <a:pt x="444" y="10"/>
                        </a:lnTo>
                        <a:lnTo>
                          <a:pt x="444" y="8"/>
                        </a:lnTo>
                        <a:lnTo>
                          <a:pt x="441" y="8"/>
                        </a:lnTo>
                        <a:lnTo>
                          <a:pt x="441" y="8"/>
                        </a:lnTo>
                        <a:close/>
                        <a:moveTo>
                          <a:pt x="396" y="110"/>
                        </a:moveTo>
                        <a:lnTo>
                          <a:pt x="396" y="112"/>
                        </a:lnTo>
                        <a:lnTo>
                          <a:pt x="398" y="110"/>
                        </a:lnTo>
                        <a:lnTo>
                          <a:pt x="398" y="109"/>
                        </a:lnTo>
                        <a:lnTo>
                          <a:pt x="396" y="110"/>
                        </a:lnTo>
                        <a:lnTo>
                          <a:pt x="396" y="110"/>
                        </a:lnTo>
                        <a:close/>
                        <a:moveTo>
                          <a:pt x="392" y="103"/>
                        </a:moveTo>
                        <a:lnTo>
                          <a:pt x="394" y="105"/>
                        </a:lnTo>
                        <a:lnTo>
                          <a:pt x="395" y="105"/>
                        </a:lnTo>
                        <a:lnTo>
                          <a:pt x="398" y="102"/>
                        </a:lnTo>
                        <a:lnTo>
                          <a:pt x="400" y="102"/>
                        </a:lnTo>
                        <a:lnTo>
                          <a:pt x="400" y="101"/>
                        </a:lnTo>
                        <a:lnTo>
                          <a:pt x="396" y="101"/>
                        </a:lnTo>
                        <a:lnTo>
                          <a:pt x="394" y="102"/>
                        </a:lnTo>
                        <a:lnTo>
                          <a:pt x="394" y="102"/>
                        </a:lnTo>
                        <a:lnTo>
                          <a:pt x="392" y="103"/>
                        </a:lnTo>
                        <a:lnTo>
                          <a:pt x="392" y="103"/>
                        </a:lnTo>
                        <a:close/>
                        <a:moveTo>
                          <a:pt x="364" y="90"/>
                        </a:moveTo>
                        <a:lnTo>
                          <a:pt x="362" y="88"/>
                        </a:lnTo>
                        <a:lnTo>
                          <a:pt x="364" y="86"/>
                        </a:lnTo>
                        <a:lnTo>
                          <a:pt x="365" y="88"/>
                        </a:lnTo>
                        <a:lnTo>
                          <a:pt x="364" y="90"/>
                        </a:lnTo>
                        <a:lnTo>
                          <a:pt x="364" y="90"/>
                        </a:lnTo>
                        <a:close/>
                        <a:moveTo>
                          <a:pt x="354" y="60"/>
                        </a:moveTo>
                        <a:lnTo>
                          <a:pt x="354" y="59"/>
                        </a:lnTo>
                        <a:lnTo>
                          <a:pt x="353" y="59"/>
                        </a:lnTo>
                        <a:lnTo>
                          <a:pt x="353" y="57"/>
                        </a:lnTo>
                        <a:lnTo>
                          <a:pt x="354" y="56"/>
                        </a:lnTo>
                        <a:lnTo>
                          <a:pt x="356" y="59"/>
                        </a:lnTo>
                        <a:lnTo>
                          <a:pt x="354" y="60"/>
                        </a:lnTo>
                        <a:lnTo>
                          <a:pt x="354" y="60"/>
                        </a:lnTo>
                        <a:close/>
                        <a:moveTo>
                          <a:pt x="358" y="63"/>
                        </a:moveTo>
                        <a:lnTo>
                          <a:pt x="357" y="64"/>
                        </a:lnTo>
                        <a:lnTo>
                          <a:pt x="357" y="64"/>
                        </a:lnTo>
                        <a:lnTo>
                          <a:pt x="360" y="64"/>
                        </a:lnTo>
                        <a:lnTo>
                          <a:pt x="364" y="64"/>
                        </a:lnTo>
                        <a:lnTo>
                          <a:pt x="364" y="63"/>
                        </a:lnTo>
                        <a:lnTo>
                          <a:pt x="364" y="61"/>
                        </a:lnTo>
                        <a:lnTo>
                          <a:pt x="362" y="61"/>
                        </a:lnTo>
                        <a:lnTo>
                          <a:pt x="361" y="61"/>
                        </a:lnTo>
                        <a:lnTo>
                          <a:pt x="364" y="59"/>
                        </a:lnTo>
                        <a:lnTo>
                          <a:pt x="364" y="59"/>
                        </a:lnTo>
                        <a:lnTo>
                          <a:pt x="361" y="59"/>
                        </a:lnTo>
                        <a:lnTo>
                          <a:pt x="361" y="57"/>
                        </a:lnTo>
                        <a:lnTo>
                          <a:pt x="360" y="57"/>
                        </a:lnTo>
                        <a:lnTo>
                          <a:pt x="358" y="59"/>
                        </a:lnTo>
                        <a:lnTo>
                          <a:pt x="357" y="59"/>
                        </a:lnTo>
                        <a:lnTo>
                          <a:pt x="357" y="60"/>
                        </a:lnTo>
                        <a:lnTo>
                          <a:pt x="357" y="60"/>
                        </a:lnTo>
                        <a:lnTo>
                          <a:pt x="358" y="63"/>
                        </a:lnTo>
                        <a:lnTo>
                          <a:pt x="358" y="63"/>
                        </a:lnTo>
                        <a:close/>
                        <a:moveTo>
                          <a:pt x="360" y="19"/>
                        </a:moveTo>
                        <a:lnTo>
                          <a:pt x="361" y="21"/>
                        </a:lnTo>
                        <a:lnTo>
                          <a:pt x="362" y="18"/>
                        </a:lnTo>
                        <a:lnTo>
                          <a:pt x="365" y="16"/>
                        </a:lnTo>
                        <a:lnTo>
                          <a:pt x="364" y="15"/>
                        </a:lnTo>
                        <a:lnTo>
                          <a:pt x="361" y="18"/>
                        </a:lnTo>
                        <a:lnTo>
                          <a:pt x="360" y="19"/>
                        </a:lnTo>
                        <a:lnTo>
                          <a:pt x="360" y="19"/>
                        </a:lnTo>
                        <a:close/>
                        <a:moveTo>
                          <a:pt x="357" y="22"/>
                        </a:moveTo>
                        <a:lnTo>
                          <a:pt x="358" y="23"/>
                        </a:lnTo>
                        <a:lnTo>
                          <a:pt x="358" y="21"/>
                        </a:lnTo>
                        <a:lnTo>
                          <a:pt x="357" y="22"/>
                        </a:lnTo>
                        <a:lnTo>
                          <a:pt x="357" y="22"/>
                        </a:lnTo>
                        <a:close/>
                        <a:moveTo>
                          <a:pt x="354" y="23"/>
                        </a:moveTo>
                        <a:lnTo>
                          <a:pt x="356" y="25"/>
                        </a:lnTo>
                        <a:lnTo>
                          <a:pt x="356" y="23"/>
                        </a:lnTo>
                        <a:lnTo>
                          <a:pt x="354" y="23"/>
                        </a:lnTo>
                        <a:lnTo>
                          <a:pt x="354" y="23"/>
                        </a:lnTo>
                        <a:close/>
                        <a:moveTo>
                          <a:pt x="349" y="26"/>
                        </a:moveTo>
                        <a:lnTo>
                          <a:pt x="352" y="26"/>
                        </a:lnTo>
                        <a:lnTo>
                          <a:pt x="352" y="25"/>
                        </a:lnTo>
                        <a:lnTo>
                          <a:pt x="349" y="26"/>
                        </a:lnTo>
                        <a:lnTo>
                          <a:pt x="349" y="26"/>
                        </a:lnTo>
                        <a:close/>
                        <a:moveTo>
                          <a:pt x="346" y="30"/>
                        </a:moveTo>
                        <a:lnTo>
                          <a:pt x="346" y="29"/>
                        </a:lnTo>
                        <a:lnTo>
                          <a:pt x="349" y="26"/>
                        </a:lnTo>
                        <a:lnTo>
                          <a:pt x="350" y="26"/>
                        </a:lnTo>
                        <a:lnTo>
                          <a:pt x="350" y="27"/>
                        </a:lnTo>
                        <a:lnTo>
                          <a:pt x="348" y="29"/>
                        </a:lnTo>
                        <a:lnTo>
                          <a:pt x="346" y="30"/>
                        </a:lnTo>
                        <a:lnTo>
                          <a:pt x="346" y="30"/>
                        </a:lnTo>
                        <a:close/>
                        <a:moveTo>
                          <a:pt x="341" y="31"/>
                        </a:moveTo>
                        <a:lnTo>
                          <a:pt x="342" y="31"/>
                        </a:lnTo>
                        <a:lnTo>
                          <a:pt x="345" y="30"/>
                        </a:lnTo>
                        <a:lnTo>
                          <a:pt x="345" y="30"/>
                        </a:lnTo>
                        <a:lnTo>
                          <a:pt x="341" y="31"/>
                        </a:lnTo>
                        <a:lnTo>
                          <a:pt x="341" y="31"/>
                        </a:lnTo>
                        <a:close/>
                        <a:moveTo>
                          <a:pt x="305" y="19"/>
                        </a:moveTo>
                        <a:lnTo>
                          <a:pt x="304" y="16"/>
                        </a:lnTo>
                        <a:lnTo>
                          <a:pt x="304" y="15"/>
                        </a:lnTo>
                        <a:lnTo>
                          <a:pt x="307" y="14"/>
                        </a:lnTo>
                        <a:lnTo>
                          <a:pt x="305" y="16"/>
                        </a:lnTo>
                        <a:lnTo>
                          <a:pt x="305" y="19"/>
                        </a:lnTo>
                        <a:lnTo>
                          <a:pt x="305" y="19"/>
                        </a:lnTo>
                        <a:close/>
                        <a:moveTo>
                          <a:pt x="274" y="18"/>
                        </a:moveTo>
                        <a:lnTo>
                          <a:pt x="274" y="21"/>
                        </a:lnTo>
                        <a:lnTo>
                          <a:pt x="277" y="23"/>
                        </a:lnTo>
                        <a:lnTo>
                          <a:pt x="278" y="26"/>
                        </a:lnTo>
                        <a:lnTo>
                          <a:pt x="282" y="29"/>
                        </a:lnTo>
                        <a:lnTo>
                          <a:pt x="288" y="23"/>
                        </a:lnTo>
                        <a:lnTo>
                          <a:pt x="288" y="23"/>
                        </a:lnTo>
                        <a:lnTo>
                          <a:pt x="289" y="22"/>
                        </a:lnTo>
                        <a:lnTo>
                          <a:pt x="290" y="21"/>
                        </a:lnTo>
                        <a:lnTo>
                          <a:pt x="289" y="19"/>
                        </a:lnTo>
                        <a:lnTo>
                          <a:pt x="288" y="18"/>
                        </a:lnTo>
                        <a:lnTo>
                          <a:pt x="286" y="18"/>
                        </a:lnTo>
                        <a:lnTo>
                          <a:pt x="285" y="19"/>
                        </a:lnTo>
                        <a:lnTo>
                          <a:pt x="281" y="19"/>
                        </a:lnTo>
                        <a:lnTo>
                          <a:pt x="280" y="21"/>
                        </a:lnTo>
                        <a:lnTo>
                          <a:pt x="278" y="21"/>
                        </a:lnTo>
                        <a:lnTo>
                          <a:pt x="277" y="19"/>
                        </a:lnTo>
                        <a:lnTo>
                          <a:pt x="276" y="19"/>
                        </a:lnTo>
                        <a:lnTo>
                          <a:pt x="274" y="16"/>
                        </a:lnTo>
                        <a:lnTo>
                          <a:pt x="273" y="16"/>
                        </a:lnTo>
                        <a:lnTo>
                          <a:pt x="274" y="18"/>
                        </a:lnTo>
                        <a:lnTo>
                          <a:pt x="274" y="18"/>
                        </a:lnTo>
                        <a:close/>
                        <a:moveTo>
                          <a:pt x="273" y="19"/>
                        </a:moveTo>
                        <a:lnTo>
                          <a:pt x="274" y="23"/>
                        </a:lnTo>
                        <a:lnTo>
                          <a:pt x="277" y="25"/>
                        </a:lnTo>
                        <a:lnTo>
                          <a:pt x="277" y="26"/>
                        </a:lnTo>
                        <a:lnTo>
                          <a:pt x="273" y="25"/>
                        </a:lnTo>
                        <a:lnTo>
                          <a:pt x="273" y="25"/>
                        </a:lnTo>
                        <a:lnTo>
                          <a:pt x="269" y="23"/>
                        </a:lnTo>
                        <a:lnTo>
                          <a:pt x="269" y="22"/>
                        </a:lnTo>
                        <a:lnTo>
                          <a:pt x="270" y="22"/>
                        </a:lnTo>
                        <a:lnTo>
                          <a:pt x="271" y="22"/>
                        </a:lnTo>
                        <a:lnTo>
                          <a:pt x="271" y="22"/>
                        </a:lnTo>
                        <a:lnTo>
                          <a:pt x="271" y="22"/>
                        </a:lnTo>
                        <a:lnTo>
                          <a:pt x="271" y="21"/>
                        </a:lnTo>
                        <a:lnTo>
                          <a:pt x="270" y="19"/>
                        </a:lnTo>
                        <a:lnTo>
                          <a:pt x="273" y="19"/>
                        </a:lnTo>
                        <a:lnTo>
                          <a:pt x="273" y="19"/>
                        </a:lnTo>
                        <a:close/>
                        <a:moveTo>
                          <a:pt x="182" y="80"/>
                        </a:moveTo>
                        <a:lnTo>
                          <a:pt x="183" y="82"/>
                        </a:lnTo>
                        <a:lnTo>
                          <a:pt x="186" y="80"/>
                        </a:lnTo>
                        <a:lnTo>
                          <a:pt x="183" y="78"/>
                        </a:lnTo>
                        <a:lnTo>
                          <a:pt x="183" y="78"/>
                        </a:lnTo>
                        <a:lnTo>
                          <a:pt x="182" y="80"/>
                        </a:lnTo>
                        <a:lnTo>
                          <a:pt x="182" y="80"/>
                        </a:lnTo>
                        <a:close/>
                        <a:moveTo>
                          <a:pt x="183" y="90"/>
                        </a:moveTo>
                        <a:lnTo>
                          <a:pt x="182" y="87"/>
                        </a:lnTo>
                        <a:lnTo>
                          <a:pt x="180" y="84"/>
                        </a:lnTo>
                        <a:lnTo>
                          <a:pt x="180" y="88"/>
                        </a:lnTo>
                        <a:lnTo>
                          <a:pt x="183" y="90"/>
                        </a:lnTo>
                        <a:lnTo>
                          <a:pt x="183" y="90"/>
                        </a:lnTo>
                        <a:close/>
                        <a:moveTo>
                          <a:pt x="194" y="68"/>
                        </a:moveTo>
                        <a:lnTo>
                          <a:pt x="193" y="68"/>
                        </a:lnTo>
                        <a:lnTo>
                          <a:pt x="194" y="67"/>
                        </a:lnTo>
                        <a:lnTo>
                          <a:pt x="195" y="67"/>
                        </a:lnTo>
                        <a:lnTo>
                          <a:pt x="194" y="68"/>
                        </a:lnTo>
                        <a:lnTo>
                          <a:pt x="194" y="68"/>
                        </a:lnTo>
                        <a:close/>
                        <a:moveTo>
                          <a:pt x="43" y="166"/>
                        </a:moveTo>
                        <a:lnTo>
                          <a:pt x="43" y="165"/>
                        </a:lnTo>
                        <a:lnTo>
                          <a:pt x="46" y="162"/>
                        </a:lnTo>
                        <a:lnTo>
                          <a:pt x="46" y="165"/>
                        </a:lnTo>
                        <a:lnTo>
                          <a:pt x="43" y="166"/>
                        </a:lnTo>
                        <a:lnTo>
                          <a:pt x="43" y="166"/>
                        </a:lnTo>
                        <a:close/>
                        <a:moveTo>
                          <a:pt x="1" y="241"/>
                        </a:moveTo>
                        <a:lnTo>
                          <a:pt x="2" y="234"/>
                        </a:lnTo>
                        <a:lnTo>
                          <a:pt x="2" y="238"/>
                        </a:lnTo>
                        <a:lnTo>
                          <a:pt x="2" y="238"/>
                        </a:lnTo>
                        <a:lnTo>
                          <a:pt x="1" y="241"/>
                        </a:lnTo>
                        <a:lnTo>
                          <a:pt x="1" y="241"/>
                        </a:lnTo>
                        <a:close/>
                        <a:moveTo>
                          <a:pt x="1" y="251"/>
                        </a:moveTo>
                        <a:lnTo>
                          <a:pt x="0" y="246"/>
                        </a:lnTo>
                        <a:lnTo>
                          <a:pt x="1" y="242"/>
                        </a:lnTo>
                        <a:lnTo>
                          <a:pt x="2" y="247"/>
                        </a:lnTo>
                        <a:lnTo>
                          <a:pt x="1" y="251"/>
                        </a:lnTo>
                        <a:lnTo>
                          <a:pt x="1" y="251"/>
                        </a:lnTo>
                        <a:close/>
                        <a:moveTo>
                          <a:pt x="316" y="435"/>
                        </a:moveTo>
                        <a:lnTo>
                          <a:pt x="316" y="438"/>
                        </a:lnTo>
                        <a:lnTo>
                          <a:pt x="316" y="439"/>
                        </a:lnTo>
                        <a:lnTo>
                          <a:pt x="318" y="439"/>
                        </a:lnTo>
                        <a:lnTo>
                          <a:pt x="318" y="440"/>
                        </a:lnTo>
                        <a:lnTo>
                          <a:pt x="320" y="440"/>
                        </a:lnTo>
                        <a:lnTo>
                          <a:pt x="322" y="440"/>
                        </a:lnTo>
                        <a:lnTo>
                          <a:pt x="323" y="440"/>
                        </a:lnTo>
                        <a:lnTo>
                          <a:pt x="322" y="443"/>
                        </a:lnTo>
                        <a:lnTo>
                          <a:pt x="316" y="442"/>
                        </a:lnTo>
                        <a:lnTo>
                          <a:pt x="315" y="443"/>
                        </a:lnTo>
                        <a:lnTo>
                          <a:pt x="314" y="443"/>
                        </a:lnTo>
                        <a:lnTo>
                          <a:pt x="314" y="444"/>
                        </a:lnTo>
                        <a:lnTo>
                          <a:pt x="312" y="444"/>
                        </a:lnTo>
                        <a:lnTo>
                          <a:pt x="311" y="443"/>
                        </a:lnTo>
                        <a:lnTo>
                          <a:pt x="309" y="443"/>
                        </a:lnTo>
                        <a:lnTo>
                          <a:pt x="307" y="443"/>
                        </a:lnTo>
                        <a:lnTo>
                          <a:pt x="305" y="443"/>
                        </a:lnTo>
                        <a:lnTo>
                          <a:pt x="303" y="443"/>
                        </a:lnTo>
                        <a:lnTo>
                          <a:pt x="300" y="442"/>
                        </a:lnTo>
                        <a:lnTo>
                          <a:pt x="300" y="440"/>
                        </a:lnTo>
                        <a:lnTo>
                          <a:pt x="304" y="438"/>
                        </a:lnTo>
                        <a:lnTo>
                          <a:pt x="312" y="436"/>
                        </a:lnTo>
                        <a:lnTo>
                          <a:pt x="314" y="436"/>
                        </a:lnTo>
                        <a:lnTo>
                          <a:pt x="316" y="435"/>
                        </a:lnTo>
                        <a:lnTo>
                          <a:pt x="316" y="435"/>
                        </a:lnTo>
                        <a:close/>
                        <a:moveTo>
                          <a:pt x="409" y="503"/>
                        </a:moveTo>
                        <a:lnTo>
                          <a:pt x="410" y="503"/>
                        </a:lnTo>
                        <a:lnTo>
                          <a:pt x="411" y="504"/>
                        </a:lnTo>
                        <a:lnTo>
                          <a:pt x="411" y="504"/>
                        </a:lnTo>
                        <a:lnTo>
                          <a:pt x="409" y="503"/>
                        </a:lnTo>
                        <a:lnTo>
                          <a:pt x="409" y="503"/>
                        </a:lnTo>
                        <a:close/>
                        <a:moveTo>
                          <a:pt x="424" y="512"/>
                        </a:moveTo>
                        <a:lnTo>
                          <a:pt x="425" y="514"/>
                        </a:lnTo>
                        <a:lnTo>
                          <a:pt x="426" y="512"/>
                        </a:lnTo>
                        <a:lnTo>
                          <a:pt x="424" y="512"/>
                        </a:lnTo>
                        <a:lnTo>
                          <a:pt x="424" y="512"/>
                        </a:lnTo>
                        <a:close/>
                        <a:moveTo>
                          <a:pt x="390" y="550"/>
                        </a:moveTo>
                        <a:lnTo>
                          <a:pt x="390" y="553"/>
                        </a:lnTo>
                        <a:lnTo>
                          <a:pt x="392" y="553"/>
                        </a:lnTo>
                        <a:lnTo>
                          <a:pt x="394" y="552"/>
                        </a:lnTo>
                        <a:lnTo>
                          <a:pt x="391" y="550"/>
                        </a:lnTo>
                        <a:lnTo>
                          <a:pt x="390" y="550"/>
                        </a:lnTo>
                        <a:lnTo>
                          <a:pt x="390" y="550"/>
                        </a:lnTo>
                        <a:close/>
                        <a:moveTo>
                          <a:pt x="391" y="545"/>
                        </a:moveTo>
                        <a:lnTo>
                          <a:pt x="391" y="548"/>
                        </a:lnTo>
                        <a:lnTo>
                          <a:pt x="392" y="548"/>
                        </a:lnTo>
                        <a:lnTo>
                          <a:pt x="392" y="545"/>
                        </a:lnTo>
                        <a:lnTo>
                          <a:pt x="391" y="545"/>
                        </a:lnTo>
                        <a:lnTo>
                          <a:pt x="391" y="545"/>
                        </a:lnTo>
                        <a:close/>
                        <a:moveTo>
                          <a:pt x="388" y="549"/>
                        </a:moveTo>
                        <a:lnTo>
                          <a:pt x="387" y="548"/>
                        </a:lnTo>
                        <a:lnTo>
                          <a:pt x="387" y="545"/>
                        </a:lnTo>
                        <a:lnTo>
                          <a:pt x="390" y="544"/>
                        </a:lnTo>
                        <a:lnTo>
                          <a:pt x="390" y="546"/>
                        </a:lnTo>
                        <a:lnTo>
                          <a:pt x="388" y="549"/>
                        </a:lnTo>
                        <a:lnTo>
                          <a:pt x="388" y="549"/>
                        </a:lnTo>
                        <a:close/>
                        <a:moveTo>
                          <a:pt x="379" y="538"/>
                        </a:moveTo>
                        <a:lnTo>
                          <a:pt x="380" y="537"/>
                        </a:lnTo>
                        <a:lnTo>
                          <a:pt x="379" y="534"/>
                        </a:lnTo>
                        <a:lnTo>
                          <a:pt x="381" y="531"/>
                        </a:lnTo>
                        <a:lnTo>
                          <a:pt x="380" y="529"/>
                        </a:lnTo>
                        <a:lnTo>
                          <a:pt x="383" y="527"/>
                        </a:lnTo>
                        <a:lnTo>
                          <a:pt x="384" y="526"/>
                        </a:lnTo>
                        <a:lnTo>
                          <a:pt x="386" y="527"/>
                        </a:lnTo>
                        <a:lnTo>
                          <a:pt x="386" y="531"/>
                        </a:lnTo>
                        <a:lnTo>
                          <a:pt x="386" y="533"/>
                        </a:lnTo>
                        <a:lnTo>
                          <a:pt x="384" y="535"/>
                        </a:lnTo>
                        <a:lnTo>
                          <a:pt x="384" y="537"/>
                        </a:lnTo>
                        <a:lnTo>
                          <a:pt x="381" y="540"/>
                        </a:lnTo>
                        <a:lnTo>
                          <a:pt x="379" y="538"/>
                        </a:lnTo>
                        <a:lnTo>
                          <a:pt x="379" y="538"/>
                        </a:lnTo>
                        <a:close/>
                        <a:moveTo>
                          <a:pt x="436" y="545"/>
                        </a:moveTo>
                        <a:lnTo>
                          <a:pt x="441" y="544"/>
                        </a:lnTo>
                        <a:lnTo>
                          <a:pt x="441" y="541"/>
                        </a:lnTo>
                        <a:lnTo>
                          <a:pt x="436" y="535"/>
                        </a:lnTo>
                        <a:lnTo>
                          <a:pt x="434" y="537"/>
                        </a:lnTo>
                        <a:lnTo>
                          <a:pt x="434" y="540"/>
                        </a:lnTo>
                        <a:lnTo>
                          <a:pt x="434" y="542"/>
                        </a:lnTo>
                        <a:lnTo>
                          <a:pt x="434" y="544"/>
                        </a:lnTo>
                        <a:lnTo>
                          <a:pt x="436" y="545"/>
                        </a:lnTo>
                        <a:lnTo>
                          <a:pt x="436" y="545"/>
                        </a:lnTo>
                        <a:close/>
                        <a:moveTo>
                          <a:pt x="433" y="549"/>
                        </a:moveTo>
                        <a:lnTo>
                          <a:pt x="434" y="550"/>
                        </a:lnTo>
                        <a:lnTo>
                          <a:pt x="439" y="550"/>
                        </a:lnTo>
                        <a:lnTo>
                          <a:pt x="440" y="552"/>
                        </a:lnTo>
                        <a:lnTo>
                          <a:pt x="441" y="550"/>
                        </a:lnTo>
                        <a:lnTo>
                          <a:pt x="439" y="548"/>
                        </a:lnTo>
                        <a:lnTo>
                          <a:pt x="434" y="548"/>
                        </a:lnTo>
                        <a:lnTo>
                          <a:pt x="433" y="549"/>
                        </a:lnTo>
                        <a:lnTo>
                          <a:pt x="433" y="549"/>
                        </a:lnTo>
                        <a:close/>
                        <a:moveTo>
                          <a:pt x="436" y="556"/>
                        </a:moveTo>
                        <a:lnTo>
                          <a:pt x="434" y="553"/>
                        </a:lnTo>
                        <a:lnTo>
                          <a:pt x="437" y="553"/>
                        </a:lnTo>
                        <a:lnTo>
                          <a:pt x="436" y="556"/>
                        </a:lnTo>
                        <a:lnTo>
                          <a:pt x="436" y="556"/>
                        </a:lnTo>
                        <a:close/>
                        <a:moveTo>
                          <a:pt x="421" y="601"/>
                        </a:moveTo>
                        <a:lnTo>
                          <a:pt x="421" y="599"/>
                        </a:lnTo>
                        <a:lnTo>
                          <a:pt x="422" y="601"/>
                        </a:lnTo>
                        <a:lnTo>
                          <a:pt x="421" y="601"/>
                        </a:lnTo>
                        <a:lnTo>
                          <a:pt x="421" y="601"/>
                        </a:lnTo>
                        <a:close/>
                        <a:moveTo>
                          <a:pt x="405" y="618"/>
                        </a:moveTo>
                        <a:lnTo>
                          <a:pt x="402" y="617"/>
                        </a:lnTo>
                        <a:lnTo>
                          <a:pt x="405" y="614"/>
                        </a:lnTo>
                        <a:lnTo>
                          <a:pt x="405" y="612"/>
                        </a:lnTo>
                        <a:lnTo>
                          <a:pt x="406" y="610"/>
                        </a:lnTo>
                        <a:lnTo>
                          <a:pt x="406" y="612"/>
                        </a:lnTo>
                        <a:lnTo>
                          <a:pt x="405" y="614"/>
                        </a:lnTo>
                        <a:lnTo>
                          <a:pt x="405" y="618"/>
                        </a:lnTo>
                        <a:lnTo>
                          <a:pt x="405" y="618"/>
                        </a:lnTo>
                        <a:close/>
                        <a:moveTo>
                          <a:pt x="386" y="617"/>
                        </a:moveTo>
                        <a:lnTo>
                          <a:pt x="386" y="613"/>
                        </a:lnTo>
                        <a:lnTo>
                          <a:pt x="387" y="612"/>
                        </a:lnTo>
                        <a:lnTo>
                          <a:pt x="384" y="610"/>
                        </a:lnTo>
                        <a:lnTo>
                          <a:pt x="384" y="607"/>
                        </a:lnTo>
                        <a:lnTo>
                          <a:pt x="384" y="606"/>
                        </a:lnTo>
                        <a:lnTo>
                          <a:pt x="383" y="605"/>
                        </a:lnTo>
                        <a:lnTo>
                          <a:pt x="383" y="597"/>
                        </a:lnTo>
                        <a:lnTo>
                          <a:pt x="383" y="595"/>
                        </a:lnTo>
                        <a:lnTo>
                          <a:pt x="381" y="594"/>
                        </a:lnTo>
                        <a:lnTo>
                          <a:pt x="381" y="588"/>
                        </a:lnTo>
                        <a:lnTo>
                          <a:pt x="383" y="586"/>
                        </a:lnTo>
                        <a:lnTo>
                          <a:pt x="386" y="588"/>
                        </a:lnTo>
                        <a:lnTo>
                          <a:pt x="388" y="588"/>
                        </a:lnTo>
                        <a:lnTo>
                          <a:pt x="386" y="586"/>
                        </a:lnTo>
                        <a:lnTo>
                          <a:pt x="386" y="584"/>
                        </a:lnTo>
                        <a:lnTo>
                          <a:pt x="384" y="583"/>
                        </a:lnTo>
                        <a:lnTo>
                          <a:pt x="384" y="579"/>
                        </a:lnTo>
                        <a:lnTo>
                          <a:pt x="384" y="575"/>
                        </a:lnTo>
                        <a:lnTo>
                          <a:pt x="384" y="568"/>
                        </a:lnTo>
                        <a:lnTo>
                          <a:pt x="384" y="564"/>
                        </a:lnTo>
                        <a:lnTo>
                          <a:pt x="384" y="559"/>
                        </a:lnTo>
                        <a:lnTo>
                          <a:pt x="384" y="556"/>
                        </a:lnTo>
                        <a:lnTo>
                          <a:pt x="384" y="556"/>
                        </a:lnTo>
                        <a:lnTo>
                          <a:pt x="384" y="552"/>
                        </a:lnTo>
                        <a:lnTo>
                          <a:pt x="386" y="550"/>
                        </a:lnTo>
                        <a:lnTo>
                          <a:pt x="388" y="553"/>
                        </a:lnTo>
                        <a:lnTo>
                          <a:pt x="391" y="554"/>
                        </a:lnTo>
                        <a:lnTo>
                          <a:pt x="394" y="556"/>
                        </a:lnTo>
                        <a:lnTo>
                          <a:pt x="394" y="554"/>
                        </a:lnTo>
                        <a:lnTo>
                          <a:pt x="395" y="553"/>
                        </a:lnTo>
                        <a:lnTo>
                          <a:pt x="395" y="557"/>
                        </a:lnTo>
                        <a:lnTo>
                          <a:pt x="399" y="560"/>
                        </a:lnTo>
                        <a:lnTo>
                          <a:pt x="403" y="564"/>
                        </a:lnTo>
                        <a:lnTo>
                          <a:pt x="406" y="565"/>
                        </a:lnTo>
                        <a:lnTo>
                          <a:pt x="409" y="564"/>
                        </a:lnTo>
                        <a:lnTo>
                          <a:pt x="411" y="564"/>
                        </a:lnTo>
                        <a:lnTo>
                          <a:pt x="413" y="565"/>
                        </a:lnTo>
                        <a:lnTo>
                          <a:pt x="413" y="563"/>
                        </a:lnTo>
                        <a:lnTo>
                          <a:pt x="415" y="563"/>
                        </a:lnTo>
                        <a:lnTo>
                          <a:pt x="424" y="563"/>
                        </a:lnTo>
                        <a:lnTo>
                          <a:pt x="425" y="561"/>
                        </a:lnTo>
                        <a:lnTo>
                          <a:pt x="426" y="560"/>
                        </a:lnTo>
                        <a:lnTo>
                          <a:pt x="428" y="560"/>
                        </a:lnTo>
                        <a:lnTo>
                          <a:pt x="429" y="561"/>
                        </a:lnTo>
                        <a:lnTo>
                          <a:pt x="430" y="559"/>
                        </a:lnTo>
                        <a:lnTo>
                          <a:pt x="432" y="559"/>
                        </a:lnTo>
                        <a:lnTo>
                          <a:pt x="436" y="561"/>
                        </a:lnTo>
                        <a:lnTo>
                          <a:pt x="434" y="563"/>
                        </a:lnTo>
                        <a:lnTo>
                          <a:pt x="433" y="571"/>
                        </a:lnTo>
                        <a:lnTo>
                          <a:pt x="430" y="573"/>
                        </a:lnTo>
                        <a:lnTo>
                          <a:pt x="430" y="579"/>
                        </a:lnTo>
                        <a:lnTo>
                          <a:pt x="428" y="582"/>
                        </a:lnTo>
                        <a:lnTo>
                          <a:pt x="429" y="586"/>
                        </a:lnTo>
                        <a:lnTo>
                          <a:pt x="428" y="587"/>
                        </a:lnTo>
                        <a:lnTo>
                          <a:pt x="429" y="588"/>
                        </a:lnTo>
                        <a:lnTo>
                          <a:pt x="428" y="592"/>
                        </a:lnTo>
                        <a:lnTo>
                          <a:pt x="426" y="590"/>
                        </a:lnTo>
                        <a:lnTo>
                          <a:pt x="426" y="586"/>
                        </a:lnTo>
                        <a:lnTo>
                          <a:pt x="424" y="588"/>
                        </a:lnTo>
                        <a:lnTo>
                          <a:pt x="422" y="590"/>
                        </a:lnTo>
                        <a:lnTo>
                          <a:pt x="422" y="597"/>
                        </a:lnTo>
                        <a:lnTo>
                          <a:pt x="421" y="598"/>
                        </a:lnTo>
                        <a:lnTo>
                          <a:pt x="418" y="598"/>
                        </a:lnTo>
                        <a:lnTo>
                          <a:pt x="418" y="601"/>
                        </a:lnTo>
                        <a:lnTo>
                          <a:pt x="417" y="603"/>
                        </a:lnTo>
                        <a:lnTo>
                          <a:pt x="420" y="605"/>
                        </a:lnTo>
                        <a:lnTo>
                          <a:pt x="420" y="606"/>
                        </a:lnTo>
                        <a:lnTo>
                          <a:pt x="415" y="612"/>
                        </a:lnTo>
                        <a:lnTo>
                          <a:pt x="414" y="610"/>
                        </a:lnTo>
                        <a:lnTo>
                          <a:pt x="411" y="612"/>
                        </a:lnTo>
                        <a:lnTo>
                          <a:pt x="411" y="607"/>
                        </a:lnTo>
                        <a:lnTo>
                          <a:pt x="414" y="609"/>
                        </a:lnTo>
                        <a:lnTo>
                          <a:pt x="415" y="606"/>
                        </a:lnTo>
                        <a:lnTo>
                          <a:pt x="414" y="605"/>
                        </a:lnTo>
                        <a:lnTo>
                          <a:pt x="411" y="606"/>
                        </a:lnTo>
                        <a:lnTo>
                          <a:pt x="410" y="607"/>
                        </a:lnTo>
                        <a:lnTo>
                          <a:pt x="407" y="607"/>
                        </a:lnTo>
                        <a:lnTo>
                          <a:pt x="407" y="605"/>
                        </a:lnTo>
                        <a:lnTo>
                          <a:pt x="407" y="607"/>
                        </a:lnTo>
                        <a:lnTo>
                          <a:pt x="405" y="609"/>
                        </a:lnTo>
                        <a:lnTo>
                          <a:pt x="403" y="612"/>
                        </a:lnTo>
                        <a:lnTo>
                          <a:pt x="402" y="609"/>
                        </a:lnTo>
                        <a:lnTo>
                          <a:pt x="400" y="614"/>
                        </a:lnTo>
                        <a:lnTo>
                          <a:pt x="400" y="617"/>
                        </a:lnTo>
                        <a:lnTo>
                          <a:pt x="398" y="621"/>
                        </a:lnTo>
                        <a:lnTo>
                          <a:pt x="395" y="621"/>
                        </a:lnTo>
                        <a:lnTo>
                          <a:pt x="394" y="618"/>
                        </a:lnTo>
                        <a:lnTo>
                          <a:pt x="394" y="616"/>
                        </a:lnTo>
                        <a:lnTo>
                          <a:pt x="391" y="618"/>
                        </a:lnTo>
                        <a:lnTo>
                          <a:pt x="390" y="617"/>
                        </a:lnTo>
                        <a:lnTo>
                          <a:pt x="387" y="617"/>
                        </a:lnTo>
                        <a:lnTo>
                          <a:pt x="387" y="617"/>
                        </a:lnTo>
                        <a:lnTo>
                          <a:pt x="386" y="617"/>
                        </a:lnTo>
                        <a:lnTo>
                          <a:pt x="386" y="617"/>
                        </a:lnTo>
                        <a:close/>
                        <a:moveTo>
                          <a:pt x="7" y="394"/>
                        </a:moveTo>
                        <a:lnTo>
                          <a:pt x="8" y="395"/>
                        </a:lnTo>
                        <a:lnTo>
                          <a:pt x="11" y="395"/>
                        </a:lnTo>
                        <a:lnTo>
                          <a:pt x="16" y="401"/>
                        </a:lnTo>
                        <a:lnTo>
                          <a:pt x="16" y="404"/>
                        </a:lnTo>
                        <a:lnTo>
                          <a:pt x="17" y="405"/>
                        </a:lnTo>
                        <a:lnTo>
                          <a:pt x="20" y="405"/>
                        </a:lnTo>
                        <a:lnTo>
                          <a:pt x="21" y="408"/>
                        </a:lnTo>
                        <a:lnTo>
                          <a:pt x="26" y="408"/>
                        </a:lnTo>
                        <a:lnTo>
                          <a:pt x="27" y="408"/>
                        </a:lnTo>
                        <a:lnTo>
                          <a:pt x="28" y="409"/>
                        </a:lnTo>
                        <a:lnTo>
                          <a:pt x="31" y="409"/>
                        </a:lnTo>
                        <a:lnTo>
                          <a:pt x="35" y="409"/>
                        </a:lnTo>
                        <a:lnTo>
                          <a:pt x="36" y="410"/>
                        </a:lnTo>
                        <a:lnTo>
                          <a:pt x="38" y="409"/>
                        </a:lnTo>
                        <a:lnTo>
                          <a:pt x="38" y="410"/>
                        </a:lnTo>
                        <a:lnTo>
                          <a:pt x="42" y="409"/>
                        </a:lnTo>
                        <a:lnTo>
                          <a:pt x="46" y="409"/>
                        </a:lnTo>
                        <a:lnTo>
                          <a:pt x="46" y="408"/>
                        </a:lnTo>
                        <a:lnTo>
                          <a:pt x="49" y="406"/>
                        </a:lnTo>
                        <a:lnTo>
                          <a:pt x="51" y="404"/>
                        </a:lnTo>
                        <a:lnTo>
                          <a:pt x="55" y="404"/>
                        </a:lnTo>
                        <a:lnTo>
                          <a:pt x="55" y="401"/>
                        </a:lnTo>
                        <a:lnTo>
                          <a:pt x="58" y="400"/>
                        </a:lnTo>
                        <a:lnTo>
                          <a:pt x="59" y="400"/>
                        </a:lnTo>
                        <a:lnTo>
                          <a:pt x="62" y="402"/>
                        </a:lnTo>
                        <a:lnTo>
                          <a:pt x="65" y="398"/>
                        </a:lnTo>
                        <a:lnTo>
                          <a:pt x="65" y="400"/>
                        </a:lnTo>
                        <a:lnTo>
                          <a:pt x="66" y="398"/>
                        </a:lnTo>
                        <a:lnTo>
                          <a:pt x="68" y="395"/>
                        </a:lnTo>
                        <a:lnTo>
                          <a:pt x="76" y="390"/>
                        </a:lnTo>
                        <a:lnTo>
                          <a:pt x="79" y="391"/>
                        </a:lnTo>
                        <a:lnTo>
                          <a:pt x="80" y="391"/>
                        </a:lnTo>
                        <a:lnTo>
                          <a:pt x="83" y="390"/>
                        </a:lnTo>
                        <a:lnTo>
                          <a:pt x="91" y="389"/>
                        </a:lnTo>
                        <a:lnTo>
                          <a:pt x="92" y="390"/>
                        </a:lnTo>
                        <a:lnTo>
                          <a:pt x="96" y="389"/>
                        </a:lnTo>
                        <a:lnTo>
                          <a:pt x="98" y="390"/>
                        </a:lnTo>
                        <a:lnTo>
                          <a:pt x="100" y="390"/>
                        </a:lnTo>
                        <a:lnTo>
                          <a:pt x="103" y="389"/>
                        </a:lnTo>
                        <a:lnTo>
                          <a:pt x="104" y="393"/>
                        </a:lnTo>
                        <a:lnTo>
                          <a:pt x="106" y="393"/>
                        </a:lnTo>
                        <a:lnTo>
                          <a:pt x="108" y="391"/>
                        </a:lnTo>
                        <a:lnTo>
                          <a:pt x="110" y="393"/>
                        </a:lnTo>
                        <a:lnTo>
                          <a:pt x="111" y="391"/>
                        </a:lnTo>
                        <a:lnTo>
                          <a:pt x="117" y="391"/>
                        </a:lnTo>
                        <a:lnTo>
                          <a:pt x="117" y="393"/>
                        </a:lnTo>
                        <a:lnTo>
                          <a:pt x="118" y="394"/>
                        </a:lnTo>
                        <a:lnTo>
                          <a:pt x="121" y="391"/>
                        </a:lnTo>
                        <a:lnTo>
                          <a:pt x="123" y="391"/>
                        </a:lnTo>
                        <a:lnTo>
                          <a:pt x="127" y="389"/>
                        </a:lnTo>
                        <a:lnTo>
                          <a:pt x="129" y="386"/>
                        </a:lnTo>
                        <a:lnTo>
                          <a:pt x="130" y="385"/>
                        </a:lnTo>
                        <a:lnTo>
                          <a:pt x="134" y="382"/>
                        </a:lnTo>
                        <a:lnTo>
                          <a:pt x="136" y="376"/>
                        </a:lnTo>
                        <a:lnTo>
                          <a:pt x="138" y="374"/>
                        </a:lnTo>
                        <a:lnTo>
                          <a:pt x="142" y="374"/>
                        </a:lnTo>
                        <a:lnTo>
                          <a:pt x="144" y="374"/>
                        </a:lnTo>
                        <a:lnTo>
                          <a:pt x="151" y="372"/>
                        </a:lnTo>
                        <a:lnTo>
                          <a:pt x="157" y="367"/>
                        </a:lnTo>
                        <a:lnTo>
                          <a:pt x="163" y="363"/>
                        </a:lnTo>
                        <a:lnTo>
                          <a:pt x="164" y="363"/>
                        </a:lnTo>
                        <a:lnTo>
                          <a:pt x="167" y="363"/>
                        </a:lnTo>
                        <a:lnTo>
                          <a:pt x="170" y="363"/>
                        </a:lnTo>
                        <a:lnTo>
                          <a:pt x="174" y="364"/>
                        </a:lnTo>
                        <a:lnTo>
                          <a:pt x="178" y="364"/>
                        </a:lnTo>
                        <a:lnTo>
                          <a:pt x="180" y="363"/>
                        </a:lnTo>
                        <a:lnTo>
                          <a:pt x="186" y="364"/>
                        </a:lnTo>
                        <a:lnTo>
                          <a:pt x="194" y="362"/>
                        </a:lnTo>
                        <a:lnTo>
                          <a:pt x="198" y="360"/>
                        </a:lnTo>
                        <a:lnTo>
                          <a:pt x="201" y="357"/>
                        </a:lnTo>
                        <a:lnTo>
                          <a:pt x="203" y="357"/>
                        </a:lnTo>
                        <a:lnTo>
                          <a:pt x="208" y="355"/>
                        </a:lnTo>
                        <a:lnTo>
                          <a:pt x="213" y="355"/>
                        </a:lnTo>
                        <a:lnTo>
                          <a:pt x="229" y="353"/>
                        </a:lnTo>
                        <a:lnTo>
                          <a:pt x="235" y="355"/>
                        </a:lnTo>
                        <a:lnTo>
                          <a:pt x="237" y="355"/>
                        </a:lnTo>
                        <a:lnTo>
                          <a:pt x="242" y="353"/>
                        </a:lnTo>
                        <a:lnTo>
                          <a:pt x="246" y="353"/>
                        </a:lnTo>
                        <a:lnTo>
                          <a:pt x="250" y="357"/>
                        </a:lnTo>
                        <a:lnTo>
                          <a:pt x="252" y="363"/>
                        </a:lnTo>
                        <a:lnTo>
                          <a:pt x="255" y="364"/>
                        </a:lnTo>
                        <a:lnTo>
                          <a:pt x="258" y="363"/>
                        </a:lnTo>
                        <a:lnTo>
                          <a:pt x="259" y="362"/>
                        </a:lnTo>
                        <a:lnTo>
                          <a:pt x="261" y="363"/>
                        </a:lnTo>
                        <a:lnTo>
                          <a:pt x="262" y="363"/>
                        </a:lnTo>
                        <a:lnTo>
                          <a:pt x="265" y="363"/>
                        </a:lnTo>
                        <a:lnTo>
                          <a:pt x="267" y="367"/>
                        </a:lnTo>
                        <a:lnTo>
                          <a:pt x="271" y="367"/>
                        </a:lnTo>
                        <a:lnTo>
                          <a:pt x="273" y="367"/>
                        </a:lnTo>
                        <a:lnTo>
                          <a:pt x="280" y="371"/>
                        </a:lnTo>
                        <a:lnTo>
                          <a:pt x="278" y="374"/>
                        </a:lnTo>
                        <a:lnTo>
                          <a:pt x="281" y="374"/>
                        </a:lnTo>
                        <a:lnTo>
                          <a:pt x="282" y="376"/>
                        </a:lnTo>
                        <a:lnTo>
                          <a:pt x="282" y="378"/>
                        </a:lnTo>
                        <a:lnTo>
                          <a:pt x="280" y="378"/>
                        </a:lnTo>
                        <a:lnTo>
                          <a:pt x="278" y="381"/>
                        </a:lnTo>
                        <a:lnTo>
                          <a:pt x="281" y="386"/>
                        </a:lnTo>
                        <a:lnTo>
                          <a:pt x="284" y="386"/>
                        </a:lnTo>
                        <a:lnTo>
                          <a:pt x="286" y="389"/>
                        </a:lnTo>
                        <a:lnTo>
                          <a:pt x="288" y="393"/>
                        </a:lnTo>
                        <a:lnTo>
                          <a:pt x="288" y="395"/>
                        </a:lnTo>
                        <a:lnTo>
                          <a:pt x="290" y="402"/>
                        </a:lnTo>
                        <a:lnTo>
                          <a:pt x="289" y="406"/>
                        </a:lnTo>
                        <a:lnTo>
                          <a:pt x="290" y="408"/>
                        </a:lnTo>
                        <a:lnTo>
                          <a:pt x="290" y="410"/>
                        </a:lnTo>
                        <a:lnTo>
                          <a:pt x="289" y="413"/>
                        </a:lnTo>
                        <a:lnTo>
                          <a:pt x="288" y="412"/>
                        </a:lnTo>
                        <a:lnTo>
                          <a:pt x="286" y="413"/>
                        </a:lnTo>
                        <a:lnTo>
                          <a:pt x="289" y="416"/>
                        </a:lnTo>
                        <a:lnTo>
                          <a:pt x="290" y="417"/>
                        </a:lnTo>
                        <a:lnTo>
                          <a:pt x="292" y="420"/>
                        </a:lnTo>
                        <a:lnTo>
                          <a:pt x="295" y="419"/>
                        </a:lnTo>
                        <a:lnTo>
                          <a:pt x="297" y="421"/>
                        </a:lnTo>
                        <a:lnTo>
                          <a:pt x="297" y="419"/>
                        </a:lnTo>
                        <a:lnTo>
                          <a:pt x="296" y="416"/>
                        </a:lnTo>
                        <a:lnTo>
                          <a:pt x="297" y="415"/>
                        </a:lnTo>
                        <a:lnTo>
                          <a:pt x="299" y="412"/>
                        </a:lnTo>
                        <a:lnTo>
                          <a:pt x="300" y="412"/>
                        </a:lnTo>
                        <a:lnTo>
                          <a:pt x="301" y="409"/>
                        </a:lnTo>
                        <a:lnTo>
                          <a:pt x="304" y="408"/>
                        </a:lnTo>
                        <a:lnTo>
                          <a:pt x="305" y="405"/>
                        </a:lnTo>
                        <a:lnTo>
                          <a:pt x="308" y="402"/>
                        </a:lnTo>
                        <a:lnTo>
                          <a:pt x="314" y="400"/>
                        </a:lnTo>
                        <a:lnTo>
                          <a:pt x="315" y="397"/>
                        </a:lnTo>
                        <a:lnTo>
                          <a:pt x="315" y="397"/>
                        </a:lnTo>
                        <a:lnTo>
                          <a:pt x="320" y="395"/>
                        </a:lnTo>
                        <a:lnTo>
                          <a:pt x="322" y="391"/>
                        </a:lnTo>
                        <a:lnTo>
                          <a:pt x="326" y="385"/>
                        </a:lnTo>
                        <a:lnTo>
                          <a:pt x="330" y="385"/>
                        </a:lnTo>
                        <a:lnTo>
                          <a:pt x="331" y="382"/>
                        </a:lnTo>
                        <a:lnTo>
                          <a:pt x="330" y="379"/>
                        </a:lnTo>
                        <a:lnTo>
                          <a:pt x="330" y="375"/>
                        </a:lnTo>
                        <a:lnTo>
                          <a:pt x="333" y="379"/>
                        </a:lnTo>
                        <a:lnTo>
                          <a:pt x="333" y="383"/>
                        </a:lnTo>
                        <a:lnTo>
                          <a:pt x="333" y="387"/>
                        </a:lnTo>
                        <a:lnTo>
                          <a:pt x="331" y="389"/>
                        </a:lnTo>
                        <a:lnTo>
                          <a:pt x="330" y="397"/>
                        </a:lnTo>
                        <a:lnTo>
                          <a:pt x="324" y="400"/>
                        </a:lnTo>
                        <a:lnTo>
                          <a:pt x="323" y="404"/>
                        </a:lnTo>
                        <a:lnTo>
                          <a:pt x="322" y="405"/>
                        </a:lnTo>
                        <a:lnTo>
                          <a:pt x="322" y="409"/>
                        </a:lnTo>
                        <a:lnTo>
                          <a:pt x="318" y="413"/>
                        </a:lnTo>
                        <a:lnTo>
                          <a:pt x="319" y="415"/>
                        </a:lnTo>
                        <a:lnTo>
                          <a:pt x="316" y="421"/>
                        </a:lnTo>
                        <a:lnTo>
                          <a:pt x="309" y="421"/>
                        </a:lnTo>
                        <a:lnTo>
                          <a:pt x="308" y="425"/>
                        </a:lnTo>
                        <a:lnTo>
                          <a:pt x="307" y="428"/>
                        </a:lnTo>
                        <a:lnTo>
                          <a:pt x="307" y="429"/>
                        </a:lnTo>
                        <a:lnTo>
                          <a:pt x="311" y="428"/>
                        </a:lnTo>
                        <a:lnTo>
                          <a:pt x="315" y="425"/>
                        </a:lnTo>
                        <a:lnTo>
                          <a:pt x="320" y="428"/>
                        </a:lnTo>
                        <a:lnTo>
                          <a:pt x="324" y="420"/>
                        </a:lnTo>
                        <a:lnTo>
                          <a:pt x="326" y="412"/>
                        </a:lnTo>
                        <a:lnTo>
                          <a:pt x="330" y="408"/>
                        </a:lnTo>
                        <a:lnTo>
                          <a:pt x="331" y="409"/>
                        </a:lnTo>
                        <a:lnTo>
                          <a:pt x="331" y="416"/>
                        </a:lnTo>
                        <a:lnTo>
                          <a:pt x="333" y="420"/>
                        </a:lnTo>
                        <a:lnTo>
                          <a:pt x="331" y="421"/>
                        </a:lnTo>
                        <a:lnTo>
                          <a:pt x="331" y="428"/>
                        </a:lnTo>
                        <a:lnTo>
                          <a:pt x="328" y="434"/>
                        </a:lnTo>
                        <a:lnTo>
                          <a:pt x="323" y="436"/>
                        </a:lnTo>
                        <a:lnTo>
                          <a:pt x="324" y="438"/>
                        </a:lnTo>
                        <a:lnTo>
                          <a:pt x="327" y="438"/>
                        </a:lnTo>
                        <a:lnTo>
                          <a:pt x="331" y="438"/>
                        </a:lnTo>
                        <a:lnTo>
                          <a:pt x="333" y="435"/>
                        </a:lnTo>
                        <a:lnTo>
                          <a:pt x="335" y="435"/>
                        </a:lnTo>
                        <a:lnTo>
                          <a:pt x="338" y="432"/>
                        </a:lnTo>
                        <a:lnTo>
                          <a:pt x="341" y="434"/>
                        </a:lnTo>
                        <a:lnTo>
                          <a:pt x="342" y="434"/>
                        </a:lnTo>
                        <a:lnTo>
                          <a:pt x="341" y="435"/>
                        </a:lnTo>
                        <a:lnTo>
                          <a:pt x="339" y="438"/>
                        </a:lnTo>
                        <a:lnTo>
                          <a:pt x="337" y="438"/>
                        </a:lnTo>
                        <a:lnTo>
                          <a:pt x="337" y="439"/>
                        </a:lnTo>
                        <a:lnTo>
                          <a:pt x="339" y="443"/>
                        </a:lnTo>
                        <a:lnTo>
                          <a:pt x="339" y="446"/>
                        </a:lnTo>
                        <a:lnTo>
                          <a:pt x="342" y="450"/>
                        </a:lnTo>
                        <a:lnTo>
                          <a:pt x="342" y="455"/>
                        </a:lnTo>
                        <a:lnTo>
                          <a:pt x="342" y="462"/>
                        </a:lnTo>
                        <a:lnTo>
                          <a:pt x="338" y="466"/>
                        </a:lnTo>
                        <a:lnTo>
                          <a:pt x="338" y="468"/>
                        </a:lnTo>
                        <a:lnTo>
                          <a:pt x="338" y="473"/>
                        </a:lnTo>
                        <a:lnTo>
                          <a:pt x="341" y="474"/>
                        </a:lnTo>
                        <a:lnTo>
                          <a:pt x="342" y="478"/>
                        </a:lnTo>
                        <a:lnTo>
                          <a:pt x="343" y="484"/>
                        </a:lnTo>
                        <a:lnTo>
                          <a:pt x="349" y="491"/>
                        </a:lnTo>
                        <a:lnTo>
                          <a:pt x="352" y="491"/>
                        </a:lnTo>
                        <a:lnTo>
                          <a:pt x="354" y="493"/>
                        </a:lnTo>
                        <a:lnTo>
                          <a:pt x="356" y="496"/>
                        </a:lnTo>
                        <a:lnTo>
                          <a:pt x="360" y="496"/>
                        </a:lnTo>
                        <a:lnTo>
                          <a:pt x="360" y="495"/>
                        </a:lnTo>
                        <a:lnTo>
                          <a:pt x="361" y="495"/>
                        </a:lnTo>
                        <a:lnTo>
                          <a:pt x="365" y="496"/>
                        </a:lnTo>
                        <a:lnTo>
                          <a:pt x="368" y="500"/>
                        </a:lnTo>
                        <a:lnTo>
                          <a:pt x="372" y="500"/>
                        </a:lnTo>
                        <a:lnTo>
                          <a:pt x="375" y="503"/>
                        </a:lnTo>
                        <a:lnTo>
                          <a:pt x="376" y="506"/>
                        </a:lnTo>
                        <a:lnTo>
                          <a:pt x="379" y="507"/>
                        </a:lnTo>
                        <a:lnTo>
                          <a:pt x="381" y="511"/>
                        </a:lnTo>
                        <a:lnTo>
                          <a:pt x="383" y="511"/>
                        </a:lnTo>
                        <a:lnTo>
                          <a:pt x="384" y="508"/>
                        </a:lnTo>
                        <a:lnTo>
                          <a:pt x="390" y="506"/>
                        </a:lnTo>
                        <a:lnTo>
                          <a:pt x="391" y="503"/>
                        </a:lnTo>
                        <a:lnTo>
                          <a:pt x="395" y="503"/>
                        </a:lnTo>
                        <a:lnTo>
                          <a:pt x="399" y="500"/>
                        </a:lnTo>
                        <a:lnTo>
                          <a:pt x="400" y="500"/>
                        </a:lnTo>
                        <a:lnTo>
                          <a:pt x="402" y="499"/>
                        </a:lnTo>
                        <a:lnTo>
                          <a:pt x="402" y="497"/>
                        </a:lnTo>
                        <a:lnTo>
                          <a:pt x="399" y="496"/>
                        </a:lnTo>
                        <a:lnTo>
                          <a:pt x="399" y="495"/>
                        </a:lnTo>
                        <a:lnTo>
                          <a:pt x="405" y="491"/>
                        </a:lnTo>
                        <a:lnTo>
                          <a:pt x="410" y="495"/>
                        </a:lnTo>
                        <a:lnTo>
                          <a:pt x="410" y="497"/>
                        </a:lnTo>
                        <a:lnTo>
                          <a:pt x="405" y="500"/>
                        </a:lnTo>
                        <a:lnTo>
                          <a:pt x="405" y="503"/>
                        </a:lnTo>
                        <a:lnTo>
                          <a:pt x="407" y="504"/>
                        </a:lnTo>
                        <a:lnTo>
                          <a:pt x="409" y="501"/>
                        </a:lnTo>
                        <a:lnTo>
                          <a:pt x="411" y="500"/>
                        </a:lnTo>
                        <a:lnTo>
                          <a:pt x="414" y="501"/>
                        </a:lnTo>
                        <a:lnTo>
                          <a:pt x="414" y="504"/>
                        </a:lnTo>
                        <a:lnTo>
                          <a:pt x="413" y="504"/>
                        </a:lnTo>
                        <a:lnTo>
                          <a:pt x="410" y="506"/>
                        </a:lnTo>
                        <a:lnTo>
                          <a:pt x="414" y="511"/>
                        </a:lnTo>
                        <a:lnTo>
                          <a:pt x="414" y="515"/>
                        </a:lnTo>
                        <a:lnTo>
                          <a:pt x="415" y="515"/>
                        </a:lnTo>
                        <a:lnTo>
                          <a:pt x="418" y="515"/>
                        </a:lnTo>
                        <a:lnTo>
                          <a:pt x="418" y="518"/>
                        </a:lnTo>
                        <a:lnTo>
                          <a:pt x="420" y="520"/>
                        </a:lnTo>
                        <a:lnTo>
                          <a:pt x="422" y="518"/>
                        </a:lnTo>
                        <a:lnTo>
                          <a:pt x="422" y="514"/>
                        </a:lnTo>
                        <a:lnTo>
                          <a:pt x="420" y="515"/>
                        </a:lnTo>
                        <a:lnTo>
                          <a:pt x="420" y="514"/>
                        </a:lnTo>
                        <a:lnTo>
                          <a:pt x="421" y="511"/>
                        </a:lnTo>
                        <a:lnTo>
                          <a:pt x="428" y="511"/>
                        </a:lnTo>
                        <a:lnTo>
                          <a:pt x="429" y="514"/>
                        </a:lnTo>
                        <a:lnTo>
                          <a:pt x="430" y="511"/>
                        </a:lnTo>
                        <a:lnTo>
                          <a:pt x="433" y="507"/>
                        </a:lnTo>
                        <a:lnTo>
                          <a:pt x="441" y="503"/>
                        </a:lnTo>
                        <a:lnTo>
                          <a:pt x="445" y="499"/>
                        </a:lnTo>
                        <a:lnTo>
                          <a:pt x="443" y="499"/>
                        </a:lnTo>
                        <a:lnTo>
                          <a:pt x="441" y="500"/>
                        </a:lnTo>
                        <a:lnTo>
                          <a:pt x="441" y="499"/>
                        </a:lnTo>
                        <a:lnTo>
                          <a:pt x="439" y="497"/>
                        </a:lnTo>
                        <a:lnTo>
                          <a:pt x="441" y="497"/>
                        </a:lnTo>
                        <a:lnTo>
                          <a:pt x="445" y="497"/>
                        </a:lnTo>
                        <a:lnTo>
                          <a:pt x="451" y="496"/>
                        </a:lnTo>
                        <a:lnTo>
                          <a:pt x="462" y="493"/>
                        </a:lnTo>
                        <a:lnTo>
                          <a:pt x="471" y="496"/>
                        </a:lnTo>
                        <a:lnTo>
                          <a:pt x="474" y="493"/>
                        </a:lnTo>
                        <a:lnTo>
                          <a:pt x="474" y="491"/>
                        </a:lnTo>
                        <a:lnTo>
                          <a:pt x="477" y="491"/>
                        </a:lnTo>
                        <a:lnTo>
                          <a:pt x="479" y="489"/>
                        </a:lnTo>
                        <a:lnTo>
                          <a:pt x="482" y="484"/>
                        </a:lnTo>
                        <a:lnTo>
                          <a:pt x="481" y="478"/>
                        </a:lnTo>
                        <a:lnTo>
                          <a:pt x="481" y="476"/>
                        </a:lnTo>
                        <a:lnTo>
                          <a:pt x="486" y="470"/>
                        </a:lnTo>
                        <a:lnTo>
                          <a:pt x="486" y="462"/>
                        </a:lnTo>
                        <a:lnTo>
                          <a:pt x="487" y="459"/>
                        </a:lnTo>
                        <a:lnTo>
                          <a:pt x="489" y="454"/>
                        </a:lnTo>
                        <a:lnTo>
                          <a:pt x="492" y="453"/>
                        </a:lnTo>
                        <a:lnTo>
                          <a:pt x="492" y="450"/>
                        </a:lnTo>
                        <a:lnTo>
                          <a:pt x="500" y="439"/>
                        </a:lnTo>
                        <a:lnTo>
                          <a:pt x="502" y="438"/>
                        </a:lnTo>
                        <a:lnTo>
                          <a:pt x="504" y="432"/>
                        </a:lnTo>
                        <a:lnTo>
                          <a:pt x="508" y="428"/>
                        </a:lnTo>
                        <a:lnTo>
                          <a:pt x="509" y="421"/>
                        </a:lnTo>
                        <a:lnTo>
                          <a:pt x="513" y="419"/>
                        </a:lnTo>
                        <a:lnTo>
                          <a:pt x="513" y="415"/>
                        </a:lnTo>
                        <a:lnTo>
                          <a:pt x="515" y="415"/>
                        </a:lnTo>
                        <a:lnTo>
                          <a:pt x="517" y="408"/>
                        </a:lnTo>
                        <a:lnTo>
                          <a:pt x="516" y="406"/>
                        </a:lnTo>
                        <a:lnTo>
                          <a:pt x="520" y="405"/>
                        </a:lnTo>
                        <a:lnTo>
                          <a:pt x="523" y="400"/>
                        </a:lnTo>
                        <a:lnTo>
                          <a:pt x="524" y="398"/>
                        </a:lnTo>
                        <a:lnTo>
                          <a:pt x="527" y="394"/>
                        </a:lnTo>
                        <a:lnTo>
                          <a:pt x="531" y="393"/>
                        </a:lnTo>
                        <a:lnTo>
                          <a:pt x="534" y="391"/>
                        </a:lnTo>
                        <a:lnTo>
                          <a:pt x="530" y="391"/>
                        </a:lnTo>
                        <a:lnTo>
                          <a:pt x="531" y="390"/>
                        </a:lnTo>
                        <a:lnTo>
                          <a:pt x="535" y="389"/>
                        </a:lnTo>
                        <a:lnTo>
                          <a:pt x="540" y="386"/>
                        </a:lnTo>
                        <a:lnTo>
                          <a:pt x="540" y="383"/>
                        </a:lnTo>
                        <a:lnTo>
                          <a:pt x="540" y="381"/>
                        </a:lnTo>
                        <a:lnTo>
                          <a:pt x="540" y="378"/>
                        </a:lnTo>
                        <a:lnTo>
                          <a:pt x="546" y="375"/>
                        </a:lnTo>
                        <a:lnTo>
                          <a:pt x="546" y="371"/>
                        </a:lnTo>
                        <a:lnTo>
                          <a:pt x="549" y="370"/>
                        </a:lnTo>
                        <a:lnTo>
                          <a:pt x="553" y="366"/>
                        </a:lnTo>
                        <a:lnTo>
                          <a:pt x="551" y="363"/>
                        </a:lnTo>
                        <a:lnTo>
                          <a:pt x="553" y="357"/>
                        </a:lnTo>
                        <a:lnTo>
                          <a:pt x="553" y="356"/>
                        </a:lnTo>
                        <a:lnTo>
                          <a:pt x="553" y="355"/>
                        </a:lnTo>
                        <a:lnTo>
                          <a:pt x="557" y="345"/>
                        </a:lnTo>
                        <a:lnTo>
                          <a:pt x="558" y="340"/>
                        </a:lnTo>
                        <a:lnTo>
                          <a:pt x="562" y="330"/>
                        </a:lnTo>
                        <a:lnTo>
                          <a:pt x="562" y="328"/>
                        </a:lnTo>
                        <a:lnTo>
                          <a:pt x="565" y="321"/>
                        </a:lnTo>
                        <a:lnTo>
                          <a:pt x="569" y="318"/>
                        </a:lnTo>
                        <a:lnTo>
                          <a:pt x="570" y="314"/>
                        </a:lnTo>
                        <a:lnTo>
                          <a:pt x="569" y="310"/>
                        </a:lnTo>
                        <a:lnTo>
                          <a:pt x="572" y="307"/>
                        </a:lnTo>
                        <a:lnTo>
                          <a:pt x="569" y="300"/>
                        </a:lnTo>
                        <a:lnTo>
                          <a:pt x="570" y="296"/>
                        </a:lnTo>
                        <a:lnTo>
                          <a:pt x="568" y="291"/>
                        </a:lnTo>
                        <a:lnTo>
                          <a:pt x="568" y="290"/>
                        </a:lnTo>
                        <a:lnTo>
                          <a:pt x="566" y="287"/>
                        </a:lnTo>
                        <a:lnTo>
                          <a:pt x="568" y="285"/>
                        </a:lnTo>
                        <a:lnTo>
                          <a:pt x="568" y="283"/>
                        </a:lnTo>
                        <a:lnTo>
                          <a:pt x="570" y="277"/>
                        </a:lnTo>
                        <a:lnTo>
                          <a:pt x="570" y="276"/>
                        </a:lnTo>
                        <a:lnTo>
                          <a:pt x="570" y="268"/>
                        </a:lnTo>
                        <a:lnTo>
                          <a:pt x="572" y="265"/>
                        </a:lnTo>
                        <a:lnTo>
                          <a:pt x="570" y="264"/>
                        </a:lnTo>
                        <a:lnTo>
                          <a:pt x="570" y="261"/>
                        </a:lnTo>
                        <a:lnTo>
                          <a:pt x="570" y="256"/>
                        </a:lnTo>
                        <a:lnTo>
                          <a:pt x="569" y="256"/>
                        </a:lnTo>
                        <a:lnTo>
                          <a:pt x="570" y="251"/>
                        </a:lnTo>
                        <a:lnTo>
                          <a:pt x="568" y="250"/>
                        </a:lnTo>
                        <a:lnTo>
                          <a:pt x="566" y="247"/>
                        </a:lnTo>
                        <a:lnTo>
                          <a:pt x="566" y="245"/>
                        </a:lnTo>
                        <a:lnTo>
                          <a:pt x="562" y="242"/>
                        </a:lnTo>
                        <a:lnTo>
                          <a:pt x="561" y="238"/>
                        </a:lnTo>
                        <a:lnTo>
                          <a:pt x="559" y="234"/>
                        </a:lnTo>
                        <a:lnTo>
                          <a:pt x="558" y="230"/>
                        </a:lnTo>
                        <a:lnTo>
                          <a:pt x="557" y="230"/>
                        </a:lnTo>
                        <a:lnTo>
                          <a:pt x="554" y="231"/>
                        </a:lnTo>
                        <a:lnTo>
                          <a:pt x="553" y="230"/>
                        </a:lnTo>
                        <a:lnTo>
                          <a:pt x="551" y="226"/>
                        </a:lnTo>
                        <a:lnTo>
                          <a:pt x="550" y="226"/>
                        </a:lnTo>
                        <a:lnTo>
                          <a:pt x="550" y="223"/>
                        </a:lnTo>
                        <a:lnTo>
                          <a:pt x="546" y="220"/>
                        </a:lnTo>
                        <a:lnTo>
                          <a:pt x="545" y="219"/>
                        </a:lnTo>
                        <a:lnTo>
                          <a:pt x="546" y="216"/>
                        </a:lnTo>
                        <a:lnTo>
                          <a:pt x="543" y="213"/>
                        </a:lnTo>
                        <a:lnTo>
                          <a:pt x="546" y="209"/>
                        </a:lnTo>
                        <a:lnTo>
                          <a:pt x="547" y="205"/>
                        </a:lnTo>
                        <a:lnTo>
                          <a:pt x="546" y="203"/>
                        </a:lnTo>
                        <a:lnTo>
                          <a:pt x="547" y="200"/>
                        </a:lnTo>
                        <a:lnTo>
                          <a:pt x="545" y="200"/>
                        </a:lnTo>
                        <a:lnTo>
                          <a:pt x="545" y="201"/>
                        </a:lnTo>
                        <a:lnTo>
                          <a:pt x="545" y="203"/>
                        </a:lnTo>
                        <a:lnTo>
                          <a:pt x="545" y="204"/>
                        </a:lnTo>
                        <a:lnTo>
                          <a:pt x="538" y="197"/>
                        </a:lnTo>
                        <a:lnTo>
                          <a:pt x="536" y="194"/>
                        </a:lnTo>
                        <a:lnTo>
                          <a:pt x="535" y="194"/>
                        </a:lnTo>
                        <a:lnTo>
                          <a:pt x="535" y="197"/>
                        </a:lnTo>
                        <a:lnTo>
                          <a:pt x="534" y="199"/>
                        </a:lnTo>
                        <a:lnTo>
                          <a:pt x="536" y="204"/>
                        </a:lnTo>
                        <a:lnTo>
                          <a:pt x="532" y="200"/>
                        </a:lnTo>
                        <a:lnTo>
                          <a:pt x="531" y="201"/>
                        </a:lnTo>
                        <a:lnTo>
                          <a:pt x="531" y="199"/>
                        </a:lnTo>
                        <a:lnTo>
                          <a:pt x="530" y="197"/>
                        </a:lnTo>
                        <a:lnTo>
                          <a:pt x="530" y="189"/>
                        </a:lnTo>
                        <a:lnTo>
                          <a:pt x="531" y="188"/>
                        </a:lnTo>
                        <a:lnTo>
                          <a:pt x="531" y="186"/>
                        </a:lnTo>
                        <a:lnTo>
                          <a:pt x="528" y="184"/>
                        </a:lnTo>
                        <a:lnTo>
                          <a:pt x="528" y="182"/>
                        </a:lnTo>
                        <a:lnTo>
                          <a:pt x="527" y="179"/>
                        </a:lnTo>
                        <a:lnTo>
                          <a:pt x="527" y="178"/>
                        </a:lnTo>
                        <a:lnTo>
                          <a:pt x="523" y="174"/>
                        </a:lnTo>
                        <a:lnTo>
                          <a:pt x="521" y="171"/>
                        </a:lnTo>
                        <a:lnTo>
                          <a:pt x="521" y="167"/>
                        </a:lnTo>
                        <a:lnTo>
                          <a:pt x="524" y="169"/>
                        </a:lnTo>
                        <a:lnTo>
                          <a:pt x="524" y="166"/>
                        </a:lnTo>
                        <a:lnTo>
                          <a:pt x="521" y="162"/>
                        </a:lnTo>
                        <a:lnTo>
                          <a:pt x="520" y="162"/>
                        </a:lnTo>
                        <a:lnTo>
                          <a:pt x="517" y="162"/>
                        </a:lnTo>
                        <a:lnTo>
                          <a:pt x="515" y="158"/>
                        </a:lnTo>
                        <a:lnTo>
                          <a:pt x="513" y="158"/>
                        </a:lnTo>
                        <a:lnTo>
                          <a:pt x="511" y="155"/>
                        </a:lnTo>
                        <a:lnTo>
                          <a:pt x="509" y="156"/>
                        </a:lnTo>
                        <a:lnTo>
                          <a:pt x="508" y="155"/>
                        </a:lnTo>
                        <a:lnTo>
                          <a:pt x="505" y="154"/>
                        </a:lnTo>
                        <a:lnTo>
                          <a:pt x="502" y="156"/>
                        </a:lnTo>
                        <a:lnTo>
                          <a:pt x="504" y="154"/>
                        </a:lnTo>
                        <a:lnTo>
                          <a:pt x="506" y="152"/>
                        </a:lnTo>
                        <a:lnTo>
                          <a:pt x="508" y="151"/>
                        </a:lnTo>
                        <a:lnTo>
                          <a:pt x="506" y="150"/>
                        </a:lnTo>
                        <a:lnTo>
                          <a:pt x="504" y="150"/>
                        </a:lnTo>
                        <a:lnTo>
                          <a:pt x="501" y="150"/>
                        </a:lnTo>
                        <a:lnTo>
                          <a:pt x="500" y="147"/>
                        </a:lnTo>
                        <a:lnTo>
                          <a:pt x="498" y="147"/>
                        </a:lnTo>
                        <a:lnTo>
                          <a:pt x="493" y="144"/>
                        </a:lnTo>
                        <a:lnTo>
                          <a:pt x="490" y="139"/>
                        </a:lnTo>
                        <a:lnTo>
                          <a:pt x="489" y="133"/>
                        </a:lnTo>
                        <a:lnTo>
                          <a:pt x="487" y="131"/>
                        </a:lnTo>
                        <a:lnTo>
                          <a:pt x="487" y="128"/>
                        </a:lnTo>
                        <a:lnTo>
                          <a:pt x="489" y="126"/>
                        </a:lnTo>
                        <a:lnTo>
                          <a:pt x="490" y="121"/>
                        </a:lnTo>
                        <a:lnTo>
                          <a:pt x="489" y="114"/>
                        </a:lnTo>
                        <a:lnTo>
                          <a:pt x="487" y="110"/>
                        </a:lnTo>
                        <a:lnTo>
                          <a:pt x="489" y="110"/>
                        </a:lnTo>
                        <a:lnTo>
                          <a:pt x="486" y="107"/>
                        </a:lnTo>
                        <a:lnTo>
                          <a:pt x="485" y="107"/>
                        </a:lnTo>
                        <a:lnTo>
                          <a:pt x="482" y="102"/>
                        </a:lnTo>
                        <a:lnTo>
                          <a:pt x="482" y="95"/>
                        </a:lnTo>
                        <a:lnTo>
                          <a:pt x="483" y="95"/>
                        </a:lnTo>
                        <a:lnTo>
                          <a:pt x="483" y="93"/>
                        </a:lnTo>
                        <a:lnTo>
                          <a:pt x="482" y="91"/>
                        </a:lnTo>
                        <a:lnTo>
                          <a:pt x="481" y="83"/>
                        </a:lnTo>
                        <a:lnTo>
                          <a:pt x="482" y="80"/>
                        </a:lnTo>
                        <a:lnTo>
                          <a:pt x="481" y="78"/>
                        </a:lnTo>
                        <a:lnTo>
                          <a:pt x="482" y="76"/>
                        </a:lnTo>
                        <a:lnTo>
                          <a:pt x="482" y="75"/>
                        </a:lnTo>
                        <a:lnTo>
                          <a:pt x="478" y="69"/>
                        </a:lnTo>
                        <a:lnTo>
                          <a:pt x="474" y="68"/>
                        </a:lnTo>
                        <a:lnTo>
                          <a:pt x="475" y="67"/>
                        </a:lnTo>
                        <a:lnTo>
                          <a:pt x="472" y="64"/>
                        </a:lnTo>
                        <a:lnTo>
                          <a:pt x="468" y="65"/>
                        </a:lnTo>
                        <a:lnTo>
                          <a:pt x="467" y="64"/>
                        </a:lnTo>
                        <a:lnTo>
                          <a:pt x="466" y="68"/>
                        </a:lnTo>
                        <a:lnTo>
                          <a:pt x="464" y="68"/>
                        </a:lnTo>
                        <a:lnTo>
                          <a:pt x="460" y="63"/>
                        </a:lnTo>
                        <a:lnTo>
                          <a:pt x="462" y="61"/>
                        </a:lnTo>
                        <a:lnTo>
                          <a:pt x="459" y="57"/>
                        </a:lnTo>
                        <a:lnTo>
                          <a:pt x="460" y="52"/>
                        </a:lnTo>
                        <a:lnTo>
                          <a:pt x="460" y="45"/>
                        </a:lnTo>
                        <a:lnTo>
                          <a:pt x="459" y="46"/>
                        </a:lnTo>
                        <a:lnTo>
                          <a:pt x="458" y="44"/>
                        </a:lnTo>
                        <a:lnTo>
                          <a:pt x="459" y="41"/>
                        </a:lnTo>
                        <a:lnTo>
                          <a:pt x="456" y="38"/>
                        </a:lnTo>
                        <a:lnTo>
                          <a:pt x="456" y="35"/>
                        </a:lnTo>
                        <a:lnTo>
                          <a:pt x="455" y="34"/>
                        </a:lnTo>
                        <a:lnTo>
                          <a:pt x="455" y="31"/>
                        </a:lnTo>
                        <a:lnTo>
                          <a:pt x="456" y="29"/>
                        </a:lnTo>
                        <a:lnTo>
                          <a:pt x="455" y="29"/>
                        </a:lnTo>
                        <a:lnTo>
                          <a:pt x="452" y="29"/>
                        </a:lnTo>
                        <a:lnTo>
                          <a:pt x="451" y="27"/>
                        </a:lnTo>
                        <a:lnTo>
                          <a:pt x="452" y="21"/>
                        </a:lnTo>
                        <a:lnTo>
                          <a:pt x="451" y="19"/>
                        </a:lnTo>
                        <a:lnTo>
                          <a:pt x="449" y="15"/>
                        </a:lnTo>
                        <a:lnTo>
                          <a:pt x="447" y="14"/>
                        </a:lnTo>
                        <a:lnTo>
                          <a:pt x="447" y="12"/>
                        </a:lnTo>
                        <a:lnTo>
                          <a:pt x="444" y="14"/>
                        </a:lnTo>
                        <a:lnTo>
                          <a:pt x="443" y="15"/>
                        </a:lnTo>
                        <a:lnTo>
                          <a:pt x="443" y="21"/>
                        </a:lnTo>
                        <a:lnTo>
                          <a:pt x="441" y="25"/>
                        </a:lnTo>
                        <a:lnTo>
                          <a:pt x="441" y="26"/>
                        </a:lnTo>
                        <a:lnTo>
                          <a:pt x="440" y="29"/>
                        </a:lnTo>
                        <a:lnTo>
                          <a:pt x="439" y="29"/>
                        </a:lnTo>
                        <a:lnTo>
                          <a:pt x="437" y="34"/>
                        </a:lnTo>
                        <a:lnTo>
                          <a:pt x="434" y="37"/>
                        </a:lnTo>
                        <a:lnTo>
                          <a:pt x="436" y="40"/>
                        </a:lnTo>
                        <a:lnTo>
                          <a:pt x="439" y="41"/>
                        </a:lnTo>
                        <a:lnTo>
                          <a:pt x="437" y="42"/>
                        </a:lnTo>
                        <a:lnTo>
                          <a:pt x="436" y="42"/>
                        </a:lnTo>
                        <a:lnTo>
                          <a:pt x="434" y="45"/>
                        </a:lnTo>
                        <a:lnTo>
                          <a:pt x="433" y="48"/>
                        </a:lnTo>
                        <a:lnTo>
                          <a:pt x="434" y="50"/>
                        </a:lnTo>
                        <a:lnTo>
                          <a:pt x="434" y="53"/>
                        </a:lnTo>
                        <a:lnTo>
                          <a:pt x="433" y="53"/>
                        </a:lnTo>
                        <a:lnTo>
                          <a:pt x="432" y="53"/>
                        </a:lnTo>
                        <a:lnTo>
                          <a:pt x="430" y="61"/>
                        </a:lnTo>
                        <a:lnTo>
                          <a:pt x="432" y="65"/>
                        </a:lnTo>
                        <a:lnTo>
                          <a:pt x="430" y="71"/>
                        </a:lnTo>
                        <a:lnTo>
                          <a:pt x="432" y="75"/>
                        </a:lnTo>
                        <a:lnTo>
                          <a:pt x="432" y="79"/>
                        </a:lnTo>
                        <a:lnTo>
                          <a:pt x="429" y="80"/>
                        </a:lnTo>
                        <a:lnTo>
                          <a:pt x="429" y="83"/>
                        </a:lnTo>
                        <a:lnTo>
                          <a:pt x="426" y="88"/>
                        </a:lnTo>
                        <a:lnTo>
                          <a:pt x="425" y="97"/>
                        </a:lnTo>
                        <a:lnTo>
                          <a:pt x="422" y="99"/>
                        </a:lnTo>
                        <a:lnTo>
                          <a:pt x="424" y="102"/>
                        </a:lnTo>
                        <a:lnTo>
                          <a:pt x="422" y="107"/>
                        </a:lnTo>
                        <a:lnTo>
                          <a:pt x="420" y="110"/>
                        </a:lnTo>
                        <a:lnTo>
                          <a:pt x="420" y="114"/>
                        </a:lnTo>
                        <a:lnTo>
                          <a:pt x="415" y="118"/>
                        </a:lnTo>
                        <a:lnTo>
                          <a:pt x="406" y="122"/>
                        </a:lnTo>
                        <a:lnTo>
                          <a:pt x="402" y="120"/>
                        </a:lnTo>
                        <a:lnTo>
                          <a:pt x="398" y="118"/>
                        </a:lnTo>
                        <a:lnTo>
                          <a:pt x="396" y="117"/>
                        </a:lnTo>
                        <a:lnTo>
                          <a:pt x="392" y="114"/>
                        </a:lnTo>
                        <a:lnTo>
                          <a:pt x="392" y="112"/>
                        </a:lnTo>
                        <a:lnTo>
                          <a:pt x="392" y="110"/>
                        </a:lnTo>
                        <a:lnTo>
                          <a:pt x="391" y="107"/>
                        </a:lnTo>
                        <a:lnTo>
                          <a:pt x="388" y="107"/>
                        </a:lnTo>
                        <a:lnTo>
                          <a:pt x="386" y="106"/>
                        </a:lnTo>
                        <a:lnTo>
                          <a:pt x="380" y="106"/>
                        </a:lnTo>
                        <a:lnTo>
                          <a:pt x="376" y="103"/>
                        </a:lnTo>
                        <a:lnTo>
                          <a:pt x="376" y="101"/>
                        </a:lnTo>
                        <a:lnTo>
                          <a:pt x="372" y="97"/>
                        </a:lnTo>
                        <a:lnTo>
                          <a:pt x="369" y="97"/>
                        </a:lnTo>
                        <a:lnTo>
                          <a:pt x="365" y="94"/>
                        </a:lnTo>
                        <a:lnTo>
                          <a:pt x="365" y="93"/>
                        </a:lnTo>
                        <a:lnTo>
                          <a:pt x="364" y="93"/>
                        </a:lnTo>
                        <a:lnTo>
                          <a:pt x="361" y="91"/>
                        </a:lnTo>
                        <a:lnTo>
                          <a:pt x="358" y="91"/>
                        </a:lnTo>
                        <a:lnTo>
                          <a:pt x="356" y="90"/>
                        </a:lnTo>
                        <a:lnTo>
                          <a:pt x="357" y="88"/>
                        </a:lnTo>
                        <a:lnTo>
                          <a:pt x="353" y="86"/>
                        </a:lnTo>
                        <a:lnTo>
                          <a:pt x="353" y="83"/>
                        </a:lnTo>
                        <a:lnTo>
                          <a:pt x="349" y="79"/>
                        </a:lnTo>
                        <a:lnTo>
                          <a:pt x="346" y="79"/>
                        </a:lnTo>
                        <a:lnTo>
                          <a:pt x="343" y="75"/>
                        </a:lnTo>
                        <a:lnTo>
                          <a:pt x="343" y="72"/>
                        </a:lnTo>
                        <a:lnTo>
                          <a:pt x="346" y="68"/>
                        </a:lnTo>
                        <a:lnTo>
                          <a:pt x="346" y="64"/>
                        </a:lnTo>
                        <a:lnTo>
                          <a:pt x="349" y="63"/>
                        </a:lnTo>
                        <a:lnTo>
                          <a:pt x="350" y="59"/>
                        </a:lnTo>
                        <a:lnTo>
                          <a:pt x="352" y="56"/>
                        </a:lnTo>
                        <a:lnTo>
                          <a:pt x="349" y="57"/>
                        </a:lnTo>
                        <a:lnTo>
                          <a:pt x="348" y="53"/>
                        </a:lnTo>
                        <a:lnTo>
                          <a:pt x="350" y="52"/>
                        </a:lnTo>
                        <a:lnTo>
                          <a:pt x="349" y="49"/>
                        </a:lnTo>
                        <a:lnTo>
                          <a:pt x="350" y="49"/>
                        </a:lnTo>
                        <a:lnTo>
                          <a:pt x="353" y="48"/>
                        </a:lnTo>
                        <a:lnTo>
                          <a:pt x="353" y="49"/>
                        </a:lnTo>
                        <a:lnTo>
                          <a:pt x="356" y="49"/>
                        </a:lnTo>
                        <a:lnTo>
                          <a:pt x="360" y="48"/>
                        </a:lnTo>
                        <a:lnTo>
                          <a:pt x="361" y="45"/>
                        </a:lnTo>
                        <a:lnTo>
                          <a:pt x="358" y="42"/>
                        </a:lnTo>
                        <a:lnTo>
                          <a:pt x="360" y="41"/>
                        </a:lnTo>
                        <a:lnTo>
                          <a:pt x="362" y="42"/>
                        </a:lnTo>
                        <a:lnTo>
                          <a:pt x="364" y="37"/>
                        </a:lnTo>
                        <a:lnTo>
                          <a:pt x="365" y="35"/>
                        </a:lnTo>
                        <a:lnTo>
                          <a:pt x="368" y="34"/>
                        </a:lnTo>
                        <a:lnTo>
                          <a:pt x="368" y="33"/>
                        </a:lnTo>
                        <a:lnTo>
                          <a:pt x="365" y="30"/>
                        </a:lnTo>
                        <a:lnTo>
                          <a:pt x="362" y="33"/>
                        </a:lnTo>
                        <a:lnTo>
                          <a:pt x="361" y="33"/>
                        </a:lnTo>
                        <a:lnTo>
                          <a:pt x="361" y="27"/>
                        </a:lnTo>
                        <a:lnTo>
                          <a:pt x="358" y="29"/>
                        </a:lnTo>
                        <a:lnTo>
                          <a:pt x="354" y="33"/>
                        </a:lnTo>
                        <a:lnTo>
                          <a:pt x="357" y="33"/>
                        </a:lnTo>
                        <a:lnTo>
                          <a:pt x="357" y="35"/>
                        </a:lnTo>
                        <a:lnTo>
                          <a:pt x="354" y="37"/>
                        </a:lnTo>
                        <a:lnTo>
                          <a:pt x="352" y="34"/>
                        </a:lnTo>
                        <a:lnTo>
                          <a:pt x="352" y="33"/>
                        </a:lnTo>
                        <a:lnTo>
                          <a:pt x="350" y="31"/>
                        </a:lnTo>
                        <a:lnTo>
                          <a:pt x="349" y="33"/>
                        </a:lnTo>
                        <a:lnTo>
                          <a:pt x="348" y="34"/>
                        </a:lnTo>
                        <a:lnTo>
                          <a:pt x="348" y="31"/>
                        </a:lnTo>
                        <a:lnTo>
                          <a:pt x="349" y="30"/>
                        </a:lnTo>
                        <a:lnTo>
                          <a:pt x="350" y="29"/>
                        </a:lnTo>
                        <a:lnTo>
                          <a:pt x="348" y="30"/>
                        </a:lnTo>
                        <a:lnTo>
                          <a:pt x="346" y="31"/>
                        </a:lnTo>
                        <a:lnTo>
                          <a:pt x="343" y="33"/>
                        </a:lnTo>
                        <a:lnTo>
                          <a:pt x="342" y="34"/>
                        </a:lnTo>
                        <a:lnTo>
                          <a:pt x="341" y="34"/>
                        </a:lnTo>
                        <a:lnTo>
                          <a:pt x="339" y="33"/>
                        </a:lnTo>
                        <a:lnTo>
                          <a:pt x="337" y="33"/>
                        </a:lnTo>
                        <a:lnTo>
                          <a:pt x="337" y="31"/>
                        </a:lnTo>
                        <a:lnTo>
                          <a:pt x="335" y="29"/>
                        </a:lnTo>
                        <a:lnTo>
                          <a:pt x="334" y="29"/>
                        </a:lnTo>
                        <a:lnTo>
                          <a:pt x="330" y="30"/>
                        </a:lnTo>
                        <a:lnTo>
                          <a:pt x="328" y="29"/>
                        </a:lnTo>
                        <a:lnTo>
                          <a:pt x="327" y="30"/>
                        </a:lnTo>
                        <a:lnTo>
                          <a:pt x="326" y="27"/>
                        </a:lnTo>
                        <a:lnTo>
                          <a:pt x="324" y="27"/>
                        </a:lnTo>
                        <a:lnTo>
                          <a:pt x="323" y="25"/>
                        </a:lnTo>
                        <a:lnTo>
                          <a:pt x="319" y="26"/>
                        </a:lnTo>
                        <a:lnTo>
                          <a:pt x="316" y="26"/>
                        </a:lnTo>
                        <a:lnTo>
                          <a:pt x="312" y="23"/>
                        </a:lnTo>
                        <a:lnTo>
                          <a:pt x="314" y="22"/>
                        </a:lnTo>
                        <a:lnTo>
                          <a:pt x="311" y="19"/>
                        </a:lnTo>
                        <a:lnTo>
                          <a:pt x="309" y="19"/>
                        </a:lnTo>
                        <a:lnTo>
                          <a:pt x="309" y="21"/>
                        </a:lnTo>
                        <a:lnTo>
                          <a:pt x="305" y="22"/>
                        </a:lnTo>
                        <a:lnTo>
                          <a:pt x="304" y="19"/>
                        </a:lnTo>
                        <a:lnTo>
                          <a:pt x="303" y="19"/>
                        </a:lnTo>
                        <a:lnTo>
                          <a:pt x="299" y="16"/>
                        </a:lnTo>
                        <a:lnTo>
                          <a:pt x="297" y="18"/>
                        </a:lnTo>
                        <a:lnTo>
                          <a:pt x="296" y="16"/>
                        </a:lnTo>
                        <a:lnTo>
                          <a:pt x="293" y="18"/>
                        </a:lnTo>
                        <a:lnTo>
                          <a:pt x="296" y="21"/>
                        </a:lnTo>
                        <a:lnTo>
                          <a:pt x="296" y="21"/>
                        </a:lnTo>
                        <a:lnTo>
                          <a:pt x="299" y="22"/>
                        </a:lnTo>
                        <a:lnTo>
                          <a:pt x="300" y="21"/>
                        </a:lnTo>
                        <a:lnTo>
                          <a:pt x="304" y="23"/>
                        </a:lnTo>
                        <a:lnTo>
                          <a:pt x="304" y="26"/>
                        </a:lnTo>
                        <a:lnTo>
                          <a:pt x="305" y="30"/>
                        </a:lnTo>
                        <a:lnTo>
                          <a:pt x="303" y="30"/>
                        </a:lnTo>
                        <a:lnTo>
                          <a:pt x="301" y="34"/>
                        </a:lnTo>
                        <a:lnTo>
                          <a:pt x="300" y="31"/>
                        </a:lnTo>
                        <a:lnTo>
                          <a:pt x="299" y="31"/>
                        </a:lnTo>
                        <a:lnTo>
                          <a:pt x="296" y="33"/>
                        </a:lnTo>
                        <a:lnTo>
                          <a:pt x="288" y="33"/>
                        </a:lnTo>
                        <a:lnTo>
                          <a:pt x="285" y="30"/>
                        </a:lnTo>
                        <a:lnTo>
                          <a:pt x="284" y="31"/>
                        </a:lnTo>
                        <a:lnTo>
                          <a:pt x="281" y="33"/>
                        </a:lnTo>
                        <a:lnTo>
                          <a:pt x="281" y="35"/>
                        </a:lnTo>
                        <a:lnTo>
                          <a:pt x="278" y="35"/>
                        </a:lnTo>
                        <a:lnTo>
                          <a:pt x="280" y="38"/>
                        </a:lnTo>
                        <a:lnTo>
                          <a:pt x="278" y="37"/>
                        </a:lnTo>
                        <a:lnTo>
                          <a:pt x="276" y="37"/>
                        </a:lnTo>
                        <a:lnTo>
                          <a:pt x="274" y="38"/>
                        </a:lnTo>
                        <a:lnTo>
                          <a:pt x="276" y="40"/>
                        </a:lnTo>
                        <a:lnTo>
                          <a:pt x="276" y="41"/>
                        </a:lnTo>
                        <a:lnTo>
                          <a:pt x="271" y="40"/>
                        </a:lnTo>
                        <a:lnTo>
                          <a:pt x="270" y="42"/>
                        </a:lnTo>
                        <a:lnTo>
                          <a:pt x="271" y="44"/>
                        </a:lnTo>
                        <a:lnTo>
                          <a:pt x="269" y="44"/>
                        </a:lnTo>
                        <a:lnTo>
                          <a:pt x="267" y="45"/>
                        </a:lnTo>
                        <a:lnTo>
                          <a:pt x="267" y="48"/>
                        </a:lnTo>
                        <a:lnTo>
                          <a:pt x="269" y="49"/>
                        </a:lnTo>
                        <a:lnTo>
                          <a:pt x="270" y="50"/>
                        </a:lnTo>
                        <a:lnTo>
                          <a:pt x="267" y="49"/>
                        </a:lnTo>
                        <a:lnTo>
                          <a:pt x="266" y="52"/>
                        </a:lnTo>
                        <a:lnTo>
                          <a:pt x="263" y="52"/>
                        </a:lnTo>
                        <a:lnTo>
                          <a:pt x="261" y="56"/>
                        </a:lnTo>
                        <a:lnTo>
                          <a:pt x="258" y="60"/>
                        </a:lnTo>
                        <a:lnTo>
                          <a:pt x="256" y="60"/>
                        </a:lnTo>
                        <a:lnTo>
                          <a:pt x="255" y="64"/>
                        </a:lnTo>
                        <a:lnTo>
                          <a:pt x="254" y="65"/>
                        </a:lnTo>
                        <a:lnTo>
                          <a:pt x="255" y="68"/>
                        </a:lnTo>
                        <a:lnTo>
                          <a:pt x="261" y="68"/>
                        </a:lnTo>
                        <a:lnTo>
                          <a:pt x="258" y="69"/>
                        </a:lnTo>
                        <a:lnTo>
                          <a:pt x="256" y="71"/>
                        </a:lnTo>
                        <a:lnTo>
                          <a:pt x="263" y="74"/>
                        </a:lnTo>
                        <a:lnTo>
                          <a:pt x="261" y="74"/>
                        </a:lnTo>
                        <a:lnTo>
                          <a:pt x="256" y="74"/>
                        </a:lnTo>
                        <a:lnTo>
                          <a:pt x="256" y="72"/>
                        </a:lnTo>
                        <a:lnTo>
                          <a:pt x="256" y="74"/>
                        </a:lnTo>
                        <a:lnTo>
                          <a:pt x="258" y="75"/>
                        </a:lnTo>
                        <a:lnTo>
                          <a:pt x="258" y="79"/>
                        </a:lnTo>
                        <a:lnTo>
                          <a:pt x="261" y="82"/>
                        </a:lnTo>
                        <a:lnTo>
                          <a:pt x="256" y="79"/>
                        </a:lnTo>
                        <a:lnTo>
                          <a:pt x="255" y="75"/>
                        </a:lnTo>
                        <a:lnTo>
                          <a:pt x="252" y="75"/>
                        </a:lnTo>
                        <a:lnTo>
                          <a:pt x="252" y="76"/>
                        </a:lnTo>
                        <a:lnTo>
                          <a:pt x="251" y="78"/>
                        </a:lnTo>
                        <a:lnTo>
                          <a:pt x="251" y="76"/>
                        </a:lnTo>
                        <a:lnTo>
                          <a:pt x="244" y="72"/>
                        </a:lnTo>
                        <a:lnTo>
                          <a:pt x="240" y="72"/>
                        </a:lnTo>
                        <a:lnTo>
                          <a:pt x="242" y="75"/>
                        </a:lnTo>
                        <a:lnTo>
                          <a:pt x="240" y="76"/>
                        </a:lnTo>
                        <a:lnTo>
                          <a:pt x="239" y="75"/>
                        </a:lnTo>
                        <a:lnTo>
                          <a:pt x="237" y="75"/>
                        </a:lnTo>
                        <a:lnTo>
                          <a:pt x="236" y="76"/>
                        </a:lnTo>
                        <a:lnTo>
                          <a:pt x="237" y="79"/>
                        </a:lnTo>
                        <a:lnTo>
                          <a:pt x="237" y="80"/>
                        </a:lnTo>
                        <a:lnTo>
                          <a:pt x="237" y="79"/>
                        </a:lnTo>
                        <a:lnTo>
                          <a:pt x="236" y="80"/>
                        </a:lnTo>
                        <a:lnTo>
                          <a:pt x="236" y="82"/>
                        </a:lnTo>
                        <a:lnTo>
                          <a:pt x="233" y="83"/>
                        </a:lnTo>
                        <a:lnTo>
                          <a:pt x="229" y="83"/>
                        </a:lnTo>
                        <a:lnTo>
                          <a:pt x="232" y="82"/>
                        </a:lnTo>
                        <a:lnTo>
                          <a:pt x="235" y="79"/>
                        </a:lnTo>
                        <a:lnTo>
                          <a:pt x="233" y="75"/>
                        </a:lnTo>
                        <a:lnTo>
                          <a:pt x="236" y="72"/>
                        </a:lnTo>
                        <a:lnTo>
                          <a:pt x="235" y="69"/>
                        </a:lnTo>
                        <a:lnTo>
                          <a:pt x="232" y="69"/>
                        </a:lnTo>
                        <a:lnTo>
                          <a:pt x="228" y="63"/>
                        </a:lnTo>
                        <a:lnTo>
                          <a:pt x="227" y="59"/>
                        </a:lnTo>
                        <a:lnTo>
                          <a:pt x="223" y="59"/>
                        </a:lnTo>
                        <a:lnTo>
                          <a:pt x="220" y="56"/>
                        </a:lnTo>
                        <a:lnTo>
                          <a:pt x="218" y="57"/>
                        </a:lnTo>
                        <a:lnTo>
                          <a:pt x="220" y="59"/>
                        </a:lnTo>
                        <a:lnTo>
                          <a:pt x="217" y="60"/>
                        </a:lnTo>
                        <a:lnTo>
                          <a:pt x="216" y="63"/>
                        </a:lnTo>
                        <a:lnTo>
                          <a:pt x="214" y="63"/>
                        </a:lnTo>
                        <a:lnTo>
                          <a:pt x="214" y="60"/>
                        </a:lnTo>
                        <a:lnTo>
                          <a:pt x="212" y="61"/>
                        </a:lnTo>
                        <a:lnTo>
                          <a:pt x="212" y="63"/>
                        </a:lnTo>
                        <a:lnTo>
                          <a:pt x="209" y="59"/>
                        </a:lnTo>
                        <a:lnTo>
                          <a:pt x="208" y="59"/>
                        </a:lnTo>
                        <a:lnTo>
                          <a:pt x="208" y="61"/>
                        </a:lnTo>
                        <a:lnTo>
                          <a:pt x="209" y="61"/>
                        </a:lnTo>
                        <a:lnTo>
                          <a:pt x="206" y="64"/>
                        </a:lnTo>
                        <a:lnTo>
                          <a:pt x="205" y="67"/>
                        </a:lnTo>
                        <a:lnTo>
                          <a:pt x="206" y="68"/>
                        </a:lnTo>
                        <a:lnTo>
                          <a:pt x="203" y="71"/>
                        </a:lnTo>
                        <a:lnTo>
                          <a:pt x="202" y="68"/>
                        </a:lnTo>
                        <a:lnTo>
                          <a:pt x="201" y="68"/>
                        </a:lnTo>
                        <a:lnTo>
                          <a:pt x="201" y="67"/>
                        </a:lnTo>
                        <a:lnTo>
                          <a:pt x="202" y="64"/>
                        </a:lnTo>
                        <a:lnTo>
                          <a:pt x="199" y="64"/>
                        </a:lnTo>
                        <a:lnTo>
                          <a:pt x="199" y="67"/>
                        </a:lnTo>
                        <a:lnTo>
                          <a:pt x="195" y="68"/>
                        </a:lnTo>
                        <a:lnTo>
                          <a:pt x="195" y="69"/>
                        </a:lnTo>
                        <a:lnTo>
                          <a:pt x="194" y="74"/>
                        </a:lnTo>
                        <a:lnTo>
                          <a:pt x="198" y="74"/>
                        </a:lnTo>
                        <a:lnTo>
                          <a:pt x="195" y="78"/>
                        </a:lnTo>
                        <a:lnTo>
                          <a:pt x="193" y="76"/>
                        </a:lnTo>
                        <a:lnTo>
                          <a:pt x="189" y="78"/>
                        </a:lnTo>
                        <a:lnTo>
                          <a:pt x="190" y="80"/>
                        </a:lnTo>
                        <a:lnTo>
                          <a:pt x="194" y="80"/>
                        </a:lnTo>
                        <a:lnTo>
                          <a:pt x="191" y="83"/>
                        </a:lnTo>
                        <a:lnTo>
                          <a:pt x="190" y="83"/>
                        </a:lnTo>
                        <a:lnTo>
                          <a:pt x="187" y="80"/>
                        </a:lnTo>
                        <a:lnTo>
                          <a:pt x="184" y="83"/>
                        </a:lnTo>
                        <a:lnTo>
                          <a:pt x="182" y="83"/>
                        </a:lnTo>
                        <a:lnTo>
                          <a:pt x="183" y="86"/>
                        </a:lnTo>
                        <a:lnTo>
                          <a:pt x="183" y="87"/>
                        </a:lnTo>
                        <a:lnTo>
                          <a:pt x="183" y="88"/>
                        </a:lnTo>
                        <a:lnTo>
                          <a:pt x="184" y="88"/>
                        </a:lnTo>
                        <a:lnTo>
                          <a:pt x="183" y="91"/>
                        </a:lnTo>
                        <a:lnTo>
                          <a:pt x="184" y="93"/>
                        </a:lnTo>
                        <a:lnTo>
                          <a:pt x="182" y="94"/>
                        </a:lnTo>
                        <a:lnTo>
                          <a:pt x="180" y="97"/>
                        </a:lnTo>
                        <a:lnTo>
                          <a:pt x="186" y="97"/>
                        </a:lnTo>
                        <a:lnTo>
                          <a:pt x="182" y="99"/>
                        </a:lnTo>
                        <a:lnTo>
                          <a:pt x="182" y="101"/>
                        </a:lnTo>
                        <a:lnTo>
                          <a:pt x="179" y="99"/>
                        </a:lnTo>
                        <a:lnTo>
                          <a:pt x="178" y="98"/>
                        </a:lnTo>
                        <a:lnTo>
                          <a:pt x="175" y="95"/>
                        </a:lnTo>
                        <a:lnTo>
                          <a:pt x="174" y="98"/>
                        </a:lnTo>
                        <a:lnTo>
                          <a:pt x="172" y="95"/>
                        </a:lnTo>
                        <a:lnTo>
                          <a:pt x="170" y="94"/>
                        </a:lnTo>
                        <a:lnTo>
                          <a:pt x="168" y="95"/>
                        </a:lnTo>
                        <a:lnTo>
                          <a:pt x="171" y="98"/>
                        </a:lnTo>
                        <a:lnTo>
                          <a:pt x="170" y="99"/>
                        </a:lnTo>
                        <a:lnTo>
                          <a:pt x="168" y="102"/>
                        </a:lnTo>
                        <a:lnTo>
                          <a:pt x="171" y="103"/>
                        </a:lnTo>
                        <a:lnTo>
                          <a:pt x="174" y="103"/>
                        </a:lnTo>
                        <a:lnTo>
                          <a:pt x="172" y="106"/>
                        </a:lnTo>
                        <a:lnTo>
                          <a:pt x="172" y="109"/>
                        </a:lnTo>
                        <a:lnTo>
                          <a:pt x="171" y="107"/>
                        </a:lnTo>
                        <a:lnTo>
                          <a:pt x="170" y="107"/>
                        </a:lnTo>
                        <a:lnTo>
                          <a:pt x="171" y="110"/>
                        </a:lnTo>
                        <a:lnTo>
                          <a:pt x="170" y="114"/>
                        </a:lnTo>
                        <a:lnTo>
                          <a:pt x="170" y="117"/>
                        </a:lnTo>
                        <a:lnTo>
                          <a:pt x="164" y="107"/>
                        </a:lnTo>
                        <a:lnTo>
                          <a:pt x="161" y="102"/>
                        </a:lnTo>
                        <a:lnTo>
                          <a:pt x="160" y="99"/>
                        </a:lnTo>
                        <a:lnTo>
                          <a:pt x="160" y="97"/>
                        </a:lnTo>
                        <a:lnTo>
                          <a:pt x="160" y="98"/>
                        </a:lnTo>
                        <a:lnTo>
                          <a:pt x="156" y="101"/>
                        </a:lnTo>
                        <a:lnTo>
                          <a:pt x="156" y="103"/>
                        </a:lnTo>
                        <a:lnTo>
                          <a:pt x="153" y="105"/>
                        </a:lnTo>
                        <a:lnTo>
                          <a:pt x="153" y="106"/>
                        </a:lnTo>
                        <a:lnTo>
                          <a:pt x="151" y="106"/>
                        </a:lnTo>
                        <a:lnTo>
                          <a:pt x="149" y="107"/>
                        </a:lnTo>
                        <a:lnTo>
                          <a:pt x="146" y="110"/>
                        </a:lnTo>
                        <a:lnTo>
                          <a:pt x="146" y="114"/>
                        </a:lnTo>
                        <a:lnTo>
                          <a:pt x="146" y="121"/>
                        </a:lnTo>
                        <a:lnTo>
                          <a:pt x="148" y="122"/>
                        </a:lnTo>
                        <a:lnTo>
                          <a:pt x="148" y="125"/>
                        </a:lnTo>
                        <a:lnTo>
                          <a:pt x="145" y="126"/>
                        </a:lnTo>
                        <a:lnTo>
                          <a:pt x="144" y="129"/>
                        </a:lnTo>
                        <a:lnTo>
                          <a:pt x="140" y="129"/>
                        </a:lnTo>
                        <a:lnTo>
                          <a:pt x="141" y="132"/>
                        </a:lnTo>
                        <a:lnTo>
                          <a:pt x="137" y="133"/>
                        </a:lnTo>
                        <a:lnTo>
                          <a:pt x="137" y="137"/>
                        </a:lnTo>
                        <a:lnTo>
                          <a:pt x="136" y="139"/>
                        </a:lnTo>
                        <a:lnTo>
                          <a:pt x="131" y="146"/>
                        </a:lnTo>
                        <a:lnTo>
                          <a:pt x="123" y="150"/>
                        </a:lnTo>
                        <a:lnTo>
                          <a:pt x="115" y="151"/>
                        </a:lnTo>
                        <a:lnTo>
                          <a:pt x="112" y="152"/>
                        </a:lnTo>
                        <a:lnTo>
                          <a:pt x="108" y="152"/>
                        </a:lnTo>
                        <a:lnTo>
                          <a:pt x="104" y="152"/>
                        </a:lnTo>
                        <a:lnTo>
                          <a:pt x="102" y="152"/>
                        </a:lnTo>
                        <a:lnTo>
                          <a:pt x="96" y="154"/>
                        </a:lnTo>
                        <a:lnTo>
                          <a:pt x="96" y="156"/>
                        </a:lnTo>
                        <a:lnTo>
                          <a:pt x="93" y="158"/>
                        </a:lnTo>
                        <a:lnTo>
                          <a:pt x="84" y="158"/>
                        </a:lnTo>
                        <a:lnTo>
                          <a:pt x="81" y="159"/>
                        </a:lnTo>
                        <a:lnTo>
                          <a:pt x="81" y="162"/>
                        </a:lnTo>
                        <a:lnTo>
                          <a:pt x="76" y="163"/>
                        </a:lnTo>
                        <a:lnTo>
                          <a:pt x="70" y="163"/>
                        </a:lnTo>
                        <a:lnTo>
                          <a:pt x="69" y="163"/>
                        </a:lnTo>
                        <a:lnTo>
                          <a:pt x="66" y="163"/>
                        </a:lnTo>
                        <a:lnTo>
                          <a:pt x="65" y="162"/>
                        </a:lnTo>
                        <a:lnTo>
                          <a:pt x="64" y="163"/>
                        </a:lnTo>
                        <a:lnTo>
                          <a:pt x="61" y="166"/>
                        </a:lnTo>
                        <a:lnTo>
                          <a:pt x="54" y="167"/>
                        </a:lnTo>
                        <a:lnTo>
                          <a:pt x="54" y="169"/>
                        </a:lnTo>
                        <a:lnTo>
                          <a:pt x="53" y="169"/>
                        </a:lnTo>
                        <a:lnTo>
                          <a:pt x="47" y="173"/>
                        </a:lnTo>
                        <a:lnTo>
                          <a:pt x="42" y="175"/>
                        </a:lnTo>
                        <a:lnTo>
                          <a:pt x="34" y="178"/>
                        </a:lnTo>
                        <a:lnTo>
                          <a:pt x="30" y="182"/>
                        </a:lnTo>
                        <a:lnTo>
                          <a:pt x="30" y="188"/>
                        </a:lnTo>
                        <a:lnTo>
                          <a:pt x="27" y="190"/>
                        </a:lnTo>
                        <a:lnTo>
                          <a:pt x="24" y="189"/>
                        </a:lnTo>
                        <a:lnTo>
                          <a:pt x="26" y="188"/>
                        </a:lnTo>
                        <a:lnTo>
                          <a:pt x="26" y="185"/>
                        </a:lnTo>
                        <a:lnTo>
                          <a:pt x="27" y="181"/>
                        </a:lnTo>
                        <a:lnTo>
                          <a:pt x="27" y="178"/>
                        </a:lnTo>
                        <a:lnTo>
                          <a:pt x="21" y="182"/>
                        </a:lnTo>
                        <a:lnTo>
                          <a:pt x="21" y="186"/>
                        </a:lnTo>
                        <a:lnTo>
                          <a:pt x="17" y="193"/>
                        </a:lnTo>
                        <a:lnTo>
                          <a:pt x="20" y="197"/>
                        </a:lnTo>
                        <a:lnTo>
                          <a:pt x="19" y="200"/>
                        </a:lnTo>
                        <a:lnTo>
                          <a:pt x="19" y="207"/>
                        </a:lnTo>
                        <a:lnTo>
                          <a:pt x="13" y="213"/>
                        </a:lnTo>
                        <a:lnTo>
                          <a:pt x="11" y="223"/>
                        </a:lnTo>
                        <a:lnTo>
                          <a:pt x="12" y="228"/>
                        </a:lnTo>
                        <a:lnTo>
                          <a:pt x="12" y="235"/>
                        </a:lnTo>
                        <a:lnTo>
                          <a:pt x="16" y="243"/>
                        </a:lnTo>
                        <a:lnTo>
                          <a:pt x="17" y="246"/>
                        </a:lnTo>
                        <a:lnTo>
                          <a:pt x="19" y="249"/>
                        </a:lnTo>
                        <a:lnTo>
                          <a:pt x="17" y="253"/>
                        </a:lnTo>
                        <a:lnTo>
                          <a:pt x="17" y="257"/>
                        </a:lnTo>
                        <a:lnTo>
                          <a:pt x="15" y="258"/>
                        </a:lnTo>
                        <a:lnTo>
                          <a:pt x="13" y="256"/>
                        </a:lnTo>
                        <a:lnTo>
                          <a:pt x="13" y="250"/>
                        </a:lnTo>
                        <a:lnTo>
                          <a:pt x="12" y="253"/>
                        </a:lnTo>
                        <a:lnTo>
                          <a:pt x="11" y="253"/>
                        </a:lnTo>
                        <a:lnTo>
                          <a:pt x="11" y="247"/>
                        </a:lnTo>
                        <a:lnTo>
                          <a:pt x="8" y="242"/>
                        </a:lnTo>
                        <a:lnTo>
                          <a:pt x="7" y="245"/>
                        </a:lnTo>
                        <a:lnTo>
                          <a:pt x="7" y="251"/>
                        </a:lnTo>
                        <a:lnTo>
                          <a:pt x="11" y="254"/>
                        </a:lnTo>
                        <a:lnTo>
                          <a:pt x="13" y="260"/>
                        </a:lnTo>
                        <a:lnTo>
                          <a:pt x="9" y="261"/>
                        </a:lnTo>
                        <a:lnTo>
                          <a:pt x="7" y="257"/>
                        </a:lnTo>
                        <a:lnTo>
                          <a:pt x="5" y="251"/>
                        </a:lnTo>
                        <a:lnTo>
                          <a:pt x="4" y="254"/>
                        </a:lnTo>
                        <a:lnTo>
                          <a:pt x="2" y="254"/>
                        </a:lnTo>
                        <a:lnTo>
                          <a:pt x="5" y="260"/>
                        </a:lnTo>
                        <a:lnTo>
                          <a:pt x="11" y="265"/>
                        </a:lnTo>
                        <a:lnTo>
                          <a:pt x="13" y="273"/>
                        </a:lnTo>
                        <a:lnTo>
                          <a:pt x="12" y="288"/>
                        </a:lnTo>
                        <a:lnTo>
                          <a:pt x="15" y="291"/>
                        </a:lnTo>
                        <a:lnTo>
                          <a:pt x="16" y="299"/>
                        </a:lnTo>
                        <a:lnTo>
                          <a:pt x="20" y="310"/>
                        </a:lnTo>
                        <a:lnTo>
                          <a:pt x="19" y="313"/>
                        </a:lnTo>
                        <a:lnTo>
                          <a:pt x="19" y="329"/>
                        </a:lnTo>
                        <a:lnTo>
                          <a:pt x="19" y="332"/>
                        </a:lnTo>
                        <a:lnTo>
                          <a:pt x="20" y="336"/>
                        </a:lnTo>
                        <a:lnTo>
                          <a:pt x="20" y="340"/>
                        </a:lnTo>
                        <a:lnTo>
                          <a:pt x="23" y="348"/>
                        </a:lnTo>
                        <a:lnTo>
                          <a:pt x="23" y="351"/>
                        </a:lnTo>
                        <a:lnTo>
                          <a:pt x="20" y="353"/>
                        </a:lnTo>
                        <a:lnTo>
                          <a:pt x="21" y="355"/>
                        </a:lnTo>
                        <a:lnTo>
                          <a:pt x="21" y="357"/>
                        </a:lnTo>
                        <a:lnTo>
                          <a:pt x="20" y="364"/>
                        </a:lnTo>
                        <a:lnTo>
                          <a:pt x="17" y="367"/>
                        </a:lnTo>
                        <a:lnTo>
                          <a:pt x="19" y="368"/>
                        </a:lnTo>
                        <a:lnTo>
                          <a:pt x="17" y="372"/>
                        </a:lnTo>
                        <a:lnTo>
                          <a:pt x="16" y="374"/>
                        </a:lnTo>
                        <a:lnTo>
                          <a:pt x="16" y="378"/>
                        </a:lnTo>
                        <a:lnTo>
                          <a:pt x="12" y="381"/>
                        </a:lnTo>
                        <a:lnTo>
                          <a:pt x="9" y="379"/>
                        </a:lnTo>
                        <a:lnTo>
                          <a:pt x="5" y="385"/>
                        </a:lnTo>
                        <a:lnTo>
                          <a:pt x="7" y="394"/>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48" name="Freeform 779">
                    <a:extLst>
                      <a:ext uri="{FF2B5EF4-FFF2-40B4-BE49-F238E27FC236}">
                        <a16:creationId xmlns:a16="http://schemas.microsoft.com/office/drawing/2014/main" id="{D226BCB9-DD68-B933-E8DE-7322DCF46DDB}"/>
                      </a:ext>
                    </a:extLst>
                  </p:cNvPr>
                  <p:cNvSpPr>
                    <a:spLocks noEditPoints="1"/>
                  </p:cNvSpPr>
                  <p:nvPr/>
                </p:nvSpPr>
                <p:spPr bwMode="auto">
                  <a:xfrm>
                    <a:off x="11283629" y="3449968"/>
                    <a:ext cx="207869" cy="245181"/>
                  </a:xfrm>
                  <a:custGeom>
                    <a:avLst/>
                    <a:gdLst/>
                    <a:ahLst/>
                    <a:cxnLst>
                      <a:cxn ang="0">
                        <a:pos x="185" y="62"/>
                      </a:cxn>
                      <a:cxn ang="0">
                        <a:pos x="189" y="50"/>
                      </a:cxn>
                      <a:cxn ang="0">
                        <a:pos x="193" y="51"/>
                      </a:cxn>
                      <a:cxn ang="0">
                        <a:pos x="153" y="166"/>
                      </a:cxn>
                      <a:cxn ang="0">
                        <a:pos x="179" y="146"/>
                      </a:cxn>
                      <a:cxn ang="0">
                        <a:pos x="194" y="127"/>
                      </a:cxn>
                      <a:cxn ang="0">
                        <a:pos x="206" y="115"/>
                      </a:cxn>
                      <a:cxn ang="0">
                        <a:pos x="213" y="104"/>
                      </a:cxn>
                      <a:cxn ang="0">
                        <a:pos x="225" y="87"/>
                      </a:cxn>
                      <a:cxn ang="0">
                        <a:pos x="213" y="88"/>
                      </a:cxn>
                      <a:cxn ang="0">
                        <a:pos x="197" y="72"/>
                      </a:cxn>
                      <a:cxn ang="0">
                        <a:pos x="191" y="55"/>
                      </a:cxn>
                      <a:cxn ang="0">
                        <a:pos x="190" y="69"/>
                      </a:cxn>
                      <a:cxn ang="0">
                        <a:pos x="180" y="60"/>
                      </a:cxn>
                      <a:cxn ang="0">
                        <a:pos x="183" y="41"/>
                      </a:cxn>
                      <a:cxn ang="0">
                        <a:pos x="186" y="23"/>
                      </a:cxn>
                      <a:cxn ang="0">
                        <a:pos x="180" y="15"/>
                      </a:cxn>
                      <a:cxn ang="0">
                        <a:pos x="172" y="12"/>
                      </a:cxn>
                      <a:cxn ang="0">
                        <a:pos x="168" y="0"/>
                      </a:cxn>
                      <a:cxn ang="0">
                        <a:pos x="166" y="20"/>
                      </a:cxn>
                      <a:cxn ang="0">
                        <a:pos x="171" y="36"/>
                      </a:cxn>
                      <a:cxn ang="0">
                        <a:pos x="175" y="49"/>
                      </a:cxn>
                      <a:cxn ang="0">
                        <a:pos x="174" y="55"/>
                      </a:cxn>
                      <a:cxn ang="0">
                        <a:pos x="179" y="68"/>
                      </a:cxn>
                      <a:cxn ang="0">
                        <a:pos x="175" y="84"/>
                      </a:cxn>
                      <a:cxn ang="0">
                        <a:pos x="166" y="106"/>
                      </a:cxn>
                      <a:cxn ang="0">
                        <a:pos x="152" y="122"/>
                      </a:cxn>
                      <a:cxn ang="0">
                        <a:pos x="161" y="144"/>
                      </a:cxn>
                      <a:cxn ang="0">
                        <a:pos x="140" y="148"/>
                      </a:cxn>
                      <a:cxn ang="0">
                        <a:pos x="138" y="155"/>
                      </a:cxn>
                      <a:cxn ang="0">
                        <a:pos x="134" y="155"/>
                      </a:cxn>
                      <a:cxn ang="0">
                        <a:pos x="1" y="295"/>
                      </a:cxn>
                      <a:cxn ang="0">
                        <a:pos x="9" y="280"/>
                      </a:cxn>
                      <a:cxn ang="0">
                        <a:pos x="12" y="288"/>
                      </a:cxn>
                      <a:cxn ang="0">
                        <a:pos x="4" y="292"/>
                      </a:cxn>
                      <a:cxn ang="0">
                        <a:pos x="5" y="258"/>
                      </a:cxn>
                      <a:cxn ang="0">
                        <a:pos x="11" y="246"/>
                      </a:cxn>
                      <a:cxn ang="0">
                        <a:pos x="23" y="232"/>
                      </a:cxn>
                      <a:cxn ang="0">
                        <a:pos x="38" y="220"/>
                      </a:cxn>
                      <a:cxn ang="0">
                        <a:pos x="53" y="213"/>
                      </a:cxn>
                      <a:cxn ang="0">
                        <a:pos x="80" y="197"/>
                      </a:cxn>
                      <a:cxn ang="0">
                        <a:pos x="98" y="171"/>
                      </a:cxn>
                      <a:cxn ang="0">
                        <a:pos x="117" y="148"/>
                      </a:cxn>
                      <a:cxn ang="0">
                        <a:pos x="129" y="148"/>
                      </a:cxn>
                      <a:cxn ang="0">
                        <a:pos x="132" y="157"/>
                      </a:cxn>
                      <a:cxn ang="0">
                        <a:pos x="140" y="153"/>
                      </a:cxn>
                      <a:cxn ang="0">
                        <a:pos x="140" y="163"/>
                      </a:cxn>
                      <a:cxn ang="0">
                        <a:pos x="126" y="189"/>
                      </a:cxn>
                      <a:cxn ang="0">
                        <a:pos x="107" y="205"/>
                      </a:cxn>
                      <a:cxn ang="0">
                        <a:pos x="106" y="217"/>
                      </a:cxn>
                      <a:cxn ang="0">
                        <a:pos x="99" y="217"/>
                      </a:cxn>
                      <a:cxn ang="0">
                        <a:pos x="91" y="223"/>
                      </a:cxn>
                      <a:cxn ang="0">
                        <a:pos x="77" y="233"/>
                      </a:cxn>
                      <a:cxn ang="0">
                        <a:pos x="57" y="263"/>
                      </a:cxn>
                      <a:cxn ang="0">
                        <a:pos x="47" y="271"/>
                      </a:cxn>
                      <a:cxn ang="0">
                        <a:pos x="31" y="284"/>
                      </a:cxn>
                      <a:cxn ang="0">
                        <a:pos x="17" y="276"/>
                      </a:cxn>
                      <a:cxn ang="0">
                        <a:pos x="8" y="270"/>
                      </a:cxn>
                    </a:cxnLst>
                    <a:rect l="0" t="0" r="r" b="b"/>
                    <a:pathLst>
                      <a:path w="228" h="295">
                        <a:moveTo>
                          <a:pt x="1" y="255"/>
                        </a:moveTo>
                        <a:lnTo>
                          <a:pt x="2" y="255"/>
                        </a:lnTo>
                        <a:lnTo>
                          <a:pt x="4" y="255"/>
                        </a:lnTo>
                        <a:lnTo>
                          <a:pt x="4" y="254"/>
                        </a:lnTo>
                        <a:lnTo>
                          <a:pt x="1" y="254"/>
                        </a:lnTo>
                        <a:lnTo>
                          <a:pt x="1" y="255"/>
                        </a:lnTo>
                        <a:lnTo>
                          <a:pt x="1" y="255"/>
                        </a:lnTo>
                        <a:lnTo>
                          <a:pt x="1" y="255"/>
                        </a:lnTo>
                        <a:close/>
                        <a:moveTo>
                          <a:pt x="185" y="62"/>
                        </a:moveTo>
                        <a:lnTo>
                          <a:pt x="186" y="62"/>
                        </a:lnTo>
                        <a:lnTo>
                          <a:pt x="186" y="64"/>
                        </a:lnTo>
                        <a:lnTo>
                          <a:pt x="185" y="64"/>
                        </a:lnTo>
                        <a:lnTo>
                          <a:pt x="185" y="62"/>
                        </a:lnTo>
                        <a:lnTo>
                          <a:pt x="185" y="62"/>
                        </a:lnTo>
                        <a:close/>
                        <a:moveTo>
                          <a:pt x="189" y="50"/>
                        </a:moveTo>
                        <a:lnTo>
                          <a:pt x="187" y="49"/>
                        </a:lnTo>
                        <a:lnTo>
                          <a:pt x="189" y="49"/>
                        </a:lnTo>
                        <a:lnTo>
                          <a:pt x="189" y="50"/>
                        </a:lnTo>
                        <a:lnTo>
                          <a:pt x="189" y="50"/>
                        </a:lnTo>
                        <a:close/>
                        <a:moveTo>
                          <a:pt x="193" y="51"/>
                        </a:moveTo>
                        <a:lnTo>
                          <a:pt x="191" y="49"/>
                        </a:lnTo>
                        <a:lnTo>
                          <a:pt x="193" y="46"/>
                        </a:lnTo>
                        <a:lnTo>
                          <a:pt x="193" y="47"/>
                        </a:lnTo>
                        <a:lnTo>
                          <a:pt x="194" y="49"/>
                        </a:lnTo>
                        <a:lnTo>
                          <a:pt x="193" y="50"/>
                        </a:lnTo>
                        <a:lnTo>
                          <a:pt x="194" y="51"/>
                        </a:lnTo>
                        <a:lnTo>
                          <a:pt x="193" y="51"/>
                        </a:lnTo>
                        <a:lnTo>
                          <a:pt x="193" y="51"/>
                        </a:lnTo>
                        <a:close/>
                        <a:moveTo>
                          <a:pt x="146" y="163"/>
                        </a:moveTo>
                        <a:lnTo>
                          <a:pt x="149" y="163"/>
                        </a:lnTo>
                        <a:lnTo>
                          <a:pt x="151" y="161"/>
                        </a:lnTo>
                        <a:lnTo>
                          <a:pt x="152" y="161"/>
                        </a:lnTo>
                        <a:lnTo>
                          <a:pt x="152" y="164"/>
                        </a:lnTo>
                        <a:lnTo>
                          <a:pt x="152" y="166"/>
                        </a:lnTo>
                        <a:lnTo>
                          <a:pt x="152" y="166"/>
                        </a:lnTo>
                        <a:lnTo>
                          <a:pt x="153" y="166"/>
                        </a:lnTo>
                        <a:lnTo>
                          <a:pt x="155" y="167"/>
                        </a:lnTo>
                        <a:lnTo>
                          <a:pt x="153" y="168"/>
                        </a:lnTo>
                        <a:lnTo>
                          <a:pt x="155" y="170"/>
                        </a:lnTo>
                        <a:lnTo>
                          <a:pt x="157" y="170"/>
                        </a:lnTo>
                        <a:lnTo>
                          <a:pt x="161" y="166"/>
                        </a:lnTo>
                        <a:lnTo>
                          <a:pt x="167" y="161"/>
                        </a:lnTo>
                        <a:lnTo>
                          <a:pt x="171" y="157"/>
                        </a:lnTo>
                        <a:lnTo>
                          <a:pt x="175" y="153"/>
                        </a:lnTo>
                        <a:lnTo>
                          <a:pt x="179" y="146"/>
                        </a:lnTo>
                        <a:lnTo>
                          <a:pt x="182" y="145"/>
                        </a:lnTo>
                        <a:lnTo>
                          <a:pt x="183" y="145"/>
                        </a:lnTo>
                        <a:lnTo>
                          <a:pt x="185" y="144"/>
                        </a:lnTo>
                        <a:lnTo>
                          <a:pt x="185" y="141"/>
                        </a:lnTo>
                        <a:lnTo>
                          <a:pt x="186" y="140"/>
                        </a:lnTo>
                        <a:lnTo>
                          <a:pt x="189" y="138"/>
                        </a:lnTo>
                        <a:lnTo>
                          <a:pt x="191" y="133"/>
                        </a:lnTo>
                        <a:lnTo>
                          <a:pt x="194" y="129"/>
                        </a:lnTo>
                        <a:lnTo>
                          <a:pt x="194" y="127"/>
                        </a:lnTo>
                        <a:lnTo>
                          <a:pt x="195" y="126"/>
                        </a:lnTo>
                        <a:lnTo>
                          <a:pt x="193" y="123"/>
                        </a:lnTo>
                        <a:lnTo>
                          <a:pt x="191" y="123"/>
                        </a:lnTo>
                        <a:lnTo>
                          <a:pt x="189" y="123"/>
                        </a:lnTo>
                        <a:lnTo>
                          <a:pt x="191" y="122"/>
                        </a:lnTo>
                        <a:lnTo>
                          <a:pt x="193" y="122"/>
                        </a:lnTo>
                        <a:lnTo>
                          <a:pt x="199" y="115"/>
                        </a:lnTo>
                        <a:lnTo>
                          <a:pt x="202" y="114"/>
                        </a:lnTo>
                        <a:lnTo>
                          <a:pt x="206" y="115"/>
                        </a:lnTo>
                        <a:lnTo>
                          <a:pt x="209" y="115"/>
                        </a:lnTo>
                        <a:lnTo>
                          <a:pt x="208" y="117"/>
                        </a:lnTo>
                        <a:lnTo>
                          <a:pt x="209" y="119"/>
                        </a:lnTo>
                        <a:lnTo>
                          <a:pt x="210" y="117"/>
                        </a:lnTo>
                        <a:lnTo>
                          <a:pt x="213" y="115"/>
                        </a:lnTo>
                        <a:lnTo>
                          <a:pt x="209" y="114"/>
                        </a:lnTo>
                        <a:lnTo>
                          <a:pt x="209" y="111"/>
                        </a:lnTo>
                        <a:lnTo>
                          <a:pt x="212" y="107"/>
                        </a:lnTo>
                        <a:lnTo>
                          <a:pt x="213" y="104"/>
                        </a:lnTo>
                        <a:lnTo>
                          <a:pt x="216" y="106"/>
                        </a:lnTo>
                        <a:lnTo>
                          <a:pt x="216" y="106"/>
                        </a:lnTo>
                        <a:lnTo>
                          <a:pt x="217" y="104"/>
                        </a:lnTo>
                        <a:lnTo>
                          <a:pt x="218" y="103"/>
                        </a:lnTo>
                        <a:lnTo>
                          <a:pt x="223" y="96"/>
                        </a:lnTo>
                        <a:lnTo>
                          <a:pt x="223" y="95"/>
                        </a:lnTo>
                        <a:lnTo>
                          <a:pt x="223" y="94"/>
                        </a:lnTo>
                        <a:lnTo>
                          <a:pt x="224" y="89"/>
                        </a:lnTo>
                        <a:lnTo>
                          <a:pt x="225" y="87"/>
                        </a:lnTo>
                        <a:lnTo>
                          <a:pt x="228" y="85"/>
                        </a:lnTo>
                        <a:lnTo>
                          <a:pt x="228" y="85"/>
                        </a:lnTo>
                        <a:lnTo>
                          <a:pt x="224" y="84"/>
                        </a:lnTo>
                        <a:lnTo>
                          <a:pt x="223" y="81"/>
                        </a:lnTo>
                        <a:lnTo>
                          <a:pt x="224" y="81"/>
                        </a:lnTo>
                        <a:lnTo>
                          <a:pt x="224" y="81"/>
                        </a:lnTo>
                        <a:lnTo>
                          <a:pt x="221" y="80"/>
                        </a:lnTo>
                        <a:lnTo>
                          <a:pt x="218" y="83"/>
                        </a:lnTo>
                        <a:lnTo>
                          <a:pt x="213" y="88"/>
                        </a:lnTo>
                        <a:lnTo>
                          <a:pt x="209" y="88"/>
                        </a:lnTo>
                        <a:lnTo>
                          <a:pt x="208" y="89"/>
                        </a:lnTo>
                        <a:lnTo>
                          <a:pt x="205" y="88"/>
                        </a:lnTo>
                        <a:lnTo>
                          <a:pt x="199" y="81"/>
                        </a:lnTo>
                        <a:lnTo>
                          <a:pt x="198" y="83"/>
                        </a:lnTo>
                        <a:lnTo>
                          <a:pt x="195" y="79"/>
                        </a:lnTo>
                        <a:lnTo>
                          <a:pt x="194" y="77"/>
                        </a:lnTo>
                        <a:lnTo>
                          <a:pt x="195" y="76"/>
                        </a:lnTo>
                        <a:lnTo>
                          <a:pt x="197" y="72"/>
                        </a:lnTo>
                        <a:lnTo>
                          <a:pt x="194" y="68"/>
                        </a:lnTo>
                        <a:lnTo>
                          <a:pt x="194" y="65"/>
                        </a:lnTo>
                        <a:lnTo>
                          <a:pt x="194" y="64"/>
                        </a:lnTo>
                        <a:lnTo>
                          <a:pt x="194" y="61"/>
                        </a:lnTo>
                        <a:lnTo>
                          <a:pt x="194" y="60"/>
                        </a:lnTo>
                        <a:lnTo>
                          <a:pt x="193" y="60"/>
                        </a:lnTo>
                        <a:lnTo>
                          <a:pt x="193" y="55"/>
                        </a:lnTo>
                        <a:lnTo>
                          <a:pt x="191" y="54"/>
                        </a:lnTo>
                        <a:lnTo>
                          <a:pt x="191" y="55"/>
                        </a:lnTo>
                        <a:lnTo>
                          <a:pt x="189" y="54"/>
                        </a:lnTo>
                        <a:lnTo>
                          <a:pt x="187" y="54"/>
                        </a:lnTo>
                        <a:lnTo>
                          <a:pt x="190" y="57"/>
                        </a:lnTo>
                        <a:lnTo>
                          <a:pt x="190" y="60"/>
                        </a:lnTo>
                        <a:lnTo>
                          <a:pt x="190" y="61"/>
                        </a:lnTo>
                        <a:lnTo>
                          <a:pt x="189" y="62"/>
                        </a:lnTo>
                        <a:lnTo>
                          <a:pt x="189" y="65"/>
                        </a:lnTo>
                        <a:lnTo>
                          <a:pt x="190" y="66"/>
                        </a:lnTo>
                        <a:lnTo>
                          <a:pt x="190" y="69"/>
                        </a:lnTo>
                        <a:lnTo>
                          <a:pt x="187" y="69"/>
                        </a:lnTo>
                        <a:lnTo>
                          <a:pt x="186" y="68"/>
                        </a:lnTo>
                        <a:lnTo>
                          <a:pt x="186" y="65"/>
                        </a:lnTo>
                        <a:lnTo>
                          <a:pt x="183" y="65"/>
                        </a:lnTo>
                        <a:lnTo>
                          <a:pt x="183" y="64"/>
                        </a:lnTo>
                        <a:lnTo>
                          <a:pt x="180" y="62"/>
                        </a:lnTo>
                        <a:lnTo>
                          <a:pt x="179" y="62"/>
                        </a:lnTo>
                        <a:lnTo>
                          <a:pt x="179" y="61"/>
                        </a:lnTo>
                        <a:lnTo>
                          <a:pt x="180" y="60"/>
                        </a:lnTo>
                        <a:lnTo>
                          <a:pt x="182" y="58"/>
                        </a:lnTo>
                        <a:lnTo>
                          <a:pt x="179" y="55"/>
                        </a:lnTo>
                        <a:lnTo>
                          <a:pt x="182" y="53"/>
                        </a:lnTo>
                        <a:lnTo>
                          <a:pt x="183" y="53"/>
                        </a:lnTo>
                        <a:lnTo>
                          <a:pt x="185" y="50"/>
                        </a:lnTo>
                        <a:lnTo>
                          <a:pt x="183" y="47"/>
                        </a:lnTo>
                        <a:lnTo>
                          <a:pt x="183" y="46"/>
                        </a:lnTo>
                        <a:lnTo>
                          <a:pt x="183" y="43"/>
                        </a:lnTo>
                        <a:lnTo>
                          <a:pt x="183" y="41"/>
                        </a:lnTo>
                        <a:lnTo>
                          <a:pt x="180" y="38"/>
                        </a:lnTo>
                        <a:lnTo>
                          <a:pt x="180" y="36"/>
                        </a:lnTo>
                        <a:lnTo>
                          <a:pt x="182" y="38"/>
                        </a:lnTo>
                        <a:lnTo>
                          <a:pt x="185" y="38"/>
                        </a:lnTo>
                        <a:lnTo>
                          <a:pt x="185" y="34"/>
                        </a:lnTo>
                        <a:lnTo>
                          <a:pt x="186" y="34"/>
                        </a:lnTo>
                        <a:lnTo>
                          <a:pt x="186" y="30"/>
                        </a:lnTo>
                        <a:lnTo>
                          <a:pt x="185" y="26"/>
                        </a:lnTo>
                        <a:lnTo>
                          <a:pt x="186" y="23"/>
                        </a:lnTo>
                        <a:lnTo>
                          <a:pt x="185" y="24"/>
                        </a:lnTo>
                        <a:lnTo>
                          <a:pt x="180" y="26"/>
                        </a:lnTo>
                        <a:lnTo>
                          <a:pt x="178" y="23"/>
                        </a:lnTo>
                        <a:lnTo>
                          <a:pt x="179" y="22"/>
                        </a:lnTo>
                        <a:lnTo>
                          <a:pt x="178" y="20"/>
                        </a:lnTo>
                        <a:lnTo>
                          <a:pt x="176" y="20"/>
                        </a:lnTo>
                        <a:lnTo>
                          <a:pt x="178" y="17"/>
                        </a:lnTo>
                        <a:lnTo>
                          <a:pt x="180" y="17"/>
                        </a:lnTo>
                        <a:lnTo>
                          <a:pt x="180" y="15"/>
                        </a:lnTo>
                        <a:lnTo>
                          <a:pt x="178" y="15"/>
                        </a:lnTo>
                        <a:lnTo>
                          <a:pt x="175" y="13"/>
                        </a:lnTo>
                        <a:lnTo>
                          <a:pt x="174" y="13"/>
                        </a:lnTo>
                        <a:lnTo>
                          <a:pt x="174" y="11"/>
                        </a:lnTo>
                        <a:lnTo>
                          <a:pt x="175" y="11"/>
                        </a:lnTo>
                        <a:lnTo>
                          <a:pt x="175" y="9"/>
                        </a:lnTo>
                        <a:lnTo>
                          <a:pt x="174" y="9"/>
                        </a:lnTo>
                        <a:lnTo>
                          <a:pt x="172" y="11"/>
                        </a:lnTo>
                        <a:lnTo>
                          <a:pt x="172" y="12"/>
                        </a:lnTo>
                        <a:lnTo>
                          <a:pt x="171" y="13"/>
                        </a:lnTo>
                        <a:lnTo>
                          <a:pt x="170" y="13"/>
                        </a:lnTo>
                        <a:lnTo>
                          <a:pt x="170" y="11"/>
                        </a:lnTo>
                        <a:lnTo>
                          <a:pt x="170" y="9"/>
                        </a:lnTo>
                        <a:lnTo>
                          <a:pt x="168" y="5"/>
                        </a:lnTo>
                        <a:lnTo>
                          <a:pt x="168" y="2"/>
                        </a:lnTo>
                        <a:lnTo>
                          <a:pt x="168" y="2"/>
                        </a:lnTo>
                        <a:lnTo>
                          <a:pt x="170" y="1"/>
                        </a:lnTo>
                        <a:lnTo>
                          <a:pt x="168" y="0"/>
                        </a:lnTo>
                        <a:lnTo>
                          <a:pt x="167" y="1"/>
                        </a:lnTo>
                        <a:lnTo>
                          <a:pt x="163" y="1"/>
                        </a:lnTo>
                        <a:lnTo>
                          <a:pt x="163" y="2"/>
                        </a:lnTo>
                        <a:lnTo>
                          <a:pt x="164" y="4"/>
                        </a:lnTo>
                        <a:lnTo>
                          <a:pt x="167" y="11"/>
                        </a:lnTo>
                        <a:lnTo>
                          <a:pt x="168" y="13"/>
                        </a:lnTo>
                        <a:lnTo>
                          <a:pt x="167" y="19"/>
                        </a:lnTo>
                        <a:lnTo>
                          <a:pt x="167" y="20"/>
                        </a:lnTo>
                        <a:lnTo>
                          <a:pt x="166" y="20"/>
                        </a:lnTo>
                        <a:lnTo>
                          <a:pt x="164" y="20"/>
                        </a:lnTo>
                        <a:lnTo>
                          <a:pt x="167" y="27"/>
                        </a:lnTo>
                        <a:lnTo>
                          <a:pt x="167" y="27"/>
                        </a:lnTo>
                        <a:lnTo>
                          <a:pt x="170" y="26"/>
                        </a:lnTo>
                        <a:lnTo>
                          <a:pt x="172" y="26"/>
                        </a:lnTo>
                        <a:lnTo>
                          <a:pt x="171" y="27"/>
                        </a:lnTo>
                        <a:lnTo>
                          <a:pt x="168" y="28"/>
                        </a:lnTo>
                        <a:lnTo>
                          <a:pt x="170" y="32"/>
                        </a:lnTo>
                        <a:lnTo>
                          <a:pt x="171" y="36"/>
                        </a:lnTo>
                        <a:lnTo>
                          <a:pt x="171" y="43"/>
                        </a:lnTo>
                        <a:lnTo>
                          <a:pt x="171" y="47"/>
                        </a:lnTo>
                        <a:lnTo>
                          <a:pt x="171" y="50"/>
                        </a:lnTo>
                        <a:lnTo>
                          <a:pt x="172" y="50"/>
                        </a:lnTo>
                        <a:lnTo>
                          <a:pt x="174" y="47"/>
                        </a:lnTo>
                        <a:lnTo>
                          <a:pt x="172" y="46"/>
                        </a:lnTo>
                        <a:lnTo>
                          <a:pt x="174" y="45"/>
                        </a:lnTo>
                        <a:lnTo>
                          <a:pt x="175" y="46"/>
                        </a:lnTo>
                        <a:lnTo>
                          <a:pt x="175" y="49"/>
                        </a:lnTo>
                        <a:lnTo>
                          <a:pt x="176" y="49"/>
                        </a:lnTo>
                        <a:lnTo>
                          <a:pt x="176" y="47"/>
                        </a:lnTo>
                        <a:lnTo>
                          <a:pt x="176" y="46"/>
                        </a:lnTo>
                        <a:lnTo>
                          <a:pt x="176" y="46"/>
                        </a:lnTo>
                        <a:lnTo>
                          <a:pt x="178" y="49"/>
                        </a:lnTo>
                        <a:lnTo>
                          <a:pt x="175" y="51"/>
                        </a:lnTo>
                        <a:lnTo>
                          <a:pt x="175" y="53"/>
                        </a:lnTo>
                        <a:lnTo>
                          <a:pt x="175" y="54"/>
                        </a:lnTo>
                        <a:lnTo>
                          <a:pt x="174" y="55"/>
                        </a:lnTo>
                        <a:lnTo>
                          <a:pt x="172" y="53"/>
                        </a:lnTo>
                        <a:lnTo>
                          <a:pt x="171" y="53"/>
                        </a:lnTo>
                        <a:lnTo>
                          <a:pt x="172" y="58"/>
                        </a:lnTo>
                        <a:lnTo>
                          <a:pt x="174" y="64"/>
                        </a:lnTo>
                        <a:lnTo>
                          <a:pt x="175" y="64"/>
                        </a:lnTo>
                        <a:lnTo>
                          <a:pt x="176" y="64"/>
                        </a:lnTo>
                        <a:lnTo>
                          <a:pt x="178" y="65"/>
                        </a:lnTo>
                        <a:lnTo>
                          <a:pt x="178" y="66"/>
                        </a:lnTo>
                        <a:lnTo>
                          <a:pt x="179" y="68"/>
                        </a:lnTo>
                        <a:lnTo>
                          <a:pt x="176" y="69"/>
                        </a:lnTo>
                        <a:lnTo>
                          <a:pt x="176" y="70"/>
                        </a:lnTo>
                        <a:lnTo>
                          <a:pt x="176" y="72"/>
                        </a:lnTo>
                        <a:lnTo>
                          <a:pt x="176" y="73"/>
                        </a:lnTo>
                        <a:lnTo>
                          <a:pt x="175" y="79"/>
                        </a:lnTo>
                        <a:lnTo>
                          <a:pt x="175" y="80"/>
                        </a:lnTo>
                        <a:lnTo>
                          <a:pt x="174" y="81"/>
                        </a:lnTo>
                        <a:lnTo>
                          <a:pt x="175" y="83"/>
                        </a:lnTo>
                        <a:lnTo>
                          <a:pt x="175" y="84"/>
                        </a:lnTo>
                        <a:lnTo>
                          <a:pt x="172" y="84"/>
                        </a:lnTo>
                        <a:lnTo>
                          <a:pt x="171" y="87"/>
                        </a:lnTo>
                        <a:lnTo>
                          <a:pt x="171" y="88"/>
                        </a:lnTo>
                        <a:lnTo>
                          <a:pt x="172" y="89"/>
                        </a:lnTo>
                        <a:lnTo>
                          <a:pt x="171" y="89"/>
                        </a:lnTo>
                        <a:lnTo>
                          <a:pt x="170" y="91"/>
                        </a:lnTo>
                        <a:lnTo>
                          <a:pt x="168" y="94"/>
                        </a:lnTo>
                        <a:lnTo>
                          <a:pt x="167" y="103"/>
                        </a:lnTo>
                        <a:lnTo>
                          <a:pt x="166" y="106"/>
                        </a:lnTo>
                        <a:lnTo>
                          <a:pt x="164" y="107"/>
                        </a:lnTo>
                        <a:lnTo>
                          <a:pt x="161" y="107"/>
                        </a:lnTo>
                        <a:lnTo>
                          <a:pt x="160" y="107"/>
                        </a:lnTo>
                        <a:lnTo>
                          <a:pt x="157" y="107"/>
                        </a:lnTo>
                        <a:lnTo>
                          <a:pt x="152" y="110"/>
                        </a:lnTo>
                        <a:lnTo>
                          <a:pt x="149" y="113"/>
                        </a:lnTo>
                        <a:lnTo>
                          <a:pt x="148" y="115"/>
                        </a:lnTo>
                        <a:lnTo>
                          <a:pt x="149" y="119"/>
                        </a:lnTo>
                        <a:lnTo>
                          <a:pt x="152" y="122"/>
                        </a:lnTo>
                        <a:lnTo>
                          <a:pt x="156" y="125"/>
                        </a:lnTo>
                        <a:lnTo>
                          <a:pt x="157" y="127"/>
                        </a:lnTo>
                        <a:lnTo>
                          <a:pt x="161" y="129"/>
                        </a:lnTo>
                        <a:lnTo>
                          <a:pt x="163" y="130"/>
                        </a:lnTo>
                        <a:lnTo>
                          <a:pt x="163" y="137"/>
                        </a:lnTo>
                        <a:lnTo>
                          <a:pt x="164" y="137"/>
                        </a:lnTo>
                        <a:lnTo>
                          <a:pt x="163" y="138"/>
                        </a:lnTo>
                        <a:lnTo>
                          <a:pt x="163" y="141"/>
                        </a:lnTo>
                        <a:lnTo>
                          <a:pt x="161" y="144"/>
                        </a:lnTo>
                        <a:lnTo>
                          <a:pt x="156" y="152"/>
                        </a:lnTo>
                        <a:lnTo>
                          <a:pt x="152" y="156"/>
                        </a:lnTo>
                        <a:lnTo>
                          <a:pt x="148" y="159"/>
                        </a:lnTo>
                        <a:lnTo>
                          <a:pt x="146" y="161"/>
                        </a:lnTo>
                        <a:lnTo>
                          <a:pt x="146" y="163"/>
                        </a:lnTo>
                        <a:lnTo>
                          <a:pt x="146" y="163"/>
                        </a:lnTo>
                        <a:close/>
                        <a:moveTo>
                          <a:pt x="137" y="152"/>
                        </a:moveTo>
                        <a:lnTo>
                          <a:pt x="137" y="149"/>
                        </a:lnTo>
                        <a:lnTo>
                          <a:pt x="140" y="148"/>
                        </a:lnTo>
                        <a:lnTo>
                          <a:pt x="141" y="148"/>
                        </a:lnTo>
                        <a:lnTo>
                          <a:pt x="141" y="149"/>
                        </a:lnTo>
                        <a:lnTo>
                          <a:pt x="140" y="151"/>
                        </a:lnTo>
                        <a:lnTo>
                          <a:pt x="138" y="152"/>
                        </a:lnTo>
                        <a:lnTo>
                          <a:pt x="137" y="152"/>
                        </a:lnTo>
                        <a:lnTo>
                          <a:pt x="137" y="152"/>
                        </a:lnTo>
                        <a:lnTo>
                          <a:pt x="137" y="152"/>
                        </a:lnTo>
                        <a:close/>
                        <a:moveTo>
                          <a:pt x="137" y="156"/>
                        </a:moveTo>
                        <a:lnTo>
                          <a:pt x="138" y="155"/>
                        </a:lnTo>
                        <a:lnTo>
                          <a:pt x="140" y="153"/>
                        </a:lnTo>
                        <a:lnTo>
                          <a:pt x="138" y="156"/>
                        </a:lnTo>
                        <a:lnTo>
                          <a:pt x="137" y="156"/>
                        </a:lnTo>
                        <a:lnTo>
                          <a:pt x="137" y="156"/>
                        </a:lnTo>
                        <a:close/>
                        <a:moveTo>
                          <a:pt x="134" y="155"/>
                        </a:moveTo>
                        <a:lnTo>
                          <a:pt x="136" y="155"/>
                        </a:lnTo>
                        <a:lnTo>
                          <a:pt x="137" y="155"/>
                        </a:lnTo>
                        <a:lnTo>
                          <a:pt x="137" y="153"/>
                        </a:lnTo>
                        <a:lnTo>
                          <a:pt x="134" y="155"/>
                        </a:lnTo>
                        <a:lnTo>
                          <a:pt x="134" y="155"/>
                        </a:lnTo>
                        <a:close/>
                        <a:moveTo>
                          <a:pt x="17" y="286"/>
                        </a:moveTo>
                        <a:lnTo>
                          <a:pt x="19" y="285"/>
                        </a:lnTo>
                        <a:lnTo>
                          <a:pt x="19" y="286"/>
                        </a:lnTo>
                        <a:lnTo>
                          <a:pt x="17" y="286"/>
                        </a:lnTo>
                        <a:lnTo>
                          <a:pt x="17" y="286"/>
                        </a:lnTo>
                        <a:close/>
                        <a:moveTo>
                          <a:pt x="4" y="292"/>
                        </a:moveTo>
                        <a:lnTo>
                          <a:pt x="2" y="295"/>
                        </a:lnTo>
                        <a:lnTo>
                          <a:pt x="1" y="295"/>
                        </a:lnTo>
                        <a:lnTo>
                          <a:pt x="1" y="293"/>
                        </a:lnTo>
                        <a:lnTo>
                          <a:pt x="4" y="291"/>
                        </a:lnTo>
                        <a:lnTo>
                          <a:pt x="4" y="291"/>
                        </a:lnTo>
                        <a:lnTo>
                          <a:pt x="4" y="288"/>
                        </a:lnTo>
                        <a:lnTo>
                          <a:pt x="7" y="288"/>
                        </a:lnTo>
                        <a:lnTo>
                          <a:pt x="7" y="285"/>
                        </a:lnTo>
                        <a:lnTo>
                          <a:pt x="7" y="282"/>
                        </a:lnTo>
                        <a:lnTo>
                          <a:pt x="8" y="281"/>
                        </a:lnTo>
                        <a:lnTo>
                          <a:pt x="9" y="280"/>
                        </a:lnTo>
                        <a:lnTo>
                          <a:pt x="12" y="282"/>
                        </a:lnTo>
                        <a:lnTo>
                          <a:pt x="13" y="285"/>
                        </a:lnTo>
                        <a:lnTo>
                          <a:pt x="15" y="286"/>
                        </a:lnTo>
                        <a:lnTo>
                          <a:pt x="13" y="286"/>
                        </a:lnTo>
                        <a:lnTo>
                          <a:pt x="12" y="286"/>
                        </a:lnTo>
                        <a:lnTo>
                          <a:pt x="12" y="286"/>
                        </a:lnTo>
                        <a:lnTo>
                          <a:pt x="11" y="286"/>
                        </a:lnTo>
                        <a:lnTo>
                          <a:pt x="12" y="286"/>
                        </a:lnTo>
                        <a:lnTo>
                          <a:pt x="12" y="288"/>
                        </a:lnTo>
                        <a:lnTo>
                          <a:pt x="13" y="289"/>
                        </a:lnTo>
                        <a:lnTo>
                          <a:pt x="13" y="291"/>
                        </a:lnTo>
                        <a:lnTo>
                          <a:pt x="13" y="291"/>
                        </a:lnTo>
                        <a:lnTo>
                          <a:pt x="12" y="291"/>
                        </a:lnTo>
                        <a:lnTo>
                          <a:pt x="9" y="292"/>
                        </a:lnTo>
                        <a:lnTo>
                          <a:pt x="8" y="293"/>
                        </a:lnTo>
                        <a:lnTo>
                          <a:pt x="7" y="293"/>
                        </a:lnTo>
                        <a:lnTo>
                          <a:pt x="5" y="292"/>
                        </a:lnTo>
                        <a:lnTo>
                          <a:pt x="4" y="292"/>
                        </a:lnTo>
                        <a:lnTo>
                          <a:pt x="4" y="292"/>
                        </a:lnTo>
                        <a:close/>
                        <a:moveTo>
                          <a:pt x="2" y="269"/>
                        </a:moveTo>
                        <a:lnTo>
                          <a:pt x="0" y="266"/>
                        </a:lnTo>
                        <a:lnTo>
                          <a:pt x="1" y="263"/>
                        </a:lnTo>
                        <a:lnTo>
                          <a:pt x="2" y="262"/>
                        </a:lnTo>
                        <a:lnTo>
                          <a:pt x="1" y="262"/>
                        </a:lnTo>
                        <a:lnTo>
                          <a:pt x="0" y="262"/>
                        </a:lnTo>
                        <a:lnTo>
                          <a:pt x="2" y="258"/>
                        </a:lnTo>
                        <a:lnTo>
                          <a:pt x="5" y="258"/>
                        </a:lnTo>
                        <a:lnTo>
                          <a:pt x="8" y="258"/>
                        </a:lnTo>
                        <a:lnTo>
                          <a:pt x="9" y="257"/>
                        </a:lnTo>
                        <a:lnTo>
                          <a:pt x="8" y="255"/>
                        </a:lnTo>
                        <a:lnTo>
                          <a:pt x="5" y="254"/>
                        </a:lnTo>
                        <a:lnTo>
                          <a:pt x="5" y="252"/>
                        </a:lnTo>
                        <a:lnTo>
                          <a:pt x="8" y="248"/>
                        </a:lnTo>
                        <a:lnTo>
                          <a:pt x="9" y="247"/>
                        </a:lnTo>
                        <a:lnTo>
                          <a:pt x="9" y="246"/>
                        </a:lnTo>
                        <a:lnTo>
                          <a:pt x="11" y="246"/>
                        </a:lnTo>
                        <a:lnTo>
                          <a:pt x="12" y="248"/>
                        </a:lnTo>
                        <a:lnTo>
                          <a:pt x="13" y="247"/>
                        </a:lnTo>
                        <a:lnTo>
                          <a:pt x="13" y="242"/>
                        </a:lnTo>
                        <a:lnTo>
                          <a:pt x="15" y="240"/>
                        </a:lnTo>
                        <a:lnTo>
                          <a:pt x="16" y="240"/>
                        </a:lnTo>
                        <a:lnTo>
                          <a:pt x="20" y="236"/>
                        </a:lnTo>
                        <a:lnTo>
                          <a:pt x="21" y="236"/>
                        </a:lnTo>
                        <a:lnTo>
                          <a:pt x="23" y="235"/>
                        </a:lnTo>
                        <a:lnTo>
                          <a:pt x="23" y="232"/>
                        </a:lnTo>
                        <a:lnTo>
                          <a:pt x="24" y="231"/>
                        </a:lnTo>
                        <a:lnTo>
                          <a:pt x="26" y="229"/>
                        </a:lnTo>
                        <a:lnTo>
                          <a:pt x="27" y="231"/>
                        </a:lnTo>
                        <a:lnTo>
                          <a:pt x="27" y="232"/>
                        </a:lnTo>
                        <a:lnTo>
                          <a:pt x="28" y="228"/>
                        </a:lnTo>
                        <a:lnTo>
                          <a:pt x="31" y="225"/>
                        </a:lnTo>
                        <a:lnTo>
                          <a:pt x="32" y="225"/>
                        </a:lnTo>
                        <a:lnTo>
                          <a:pt x="36" y="223"/>
                        </a:lnTo>
                        <a:lnTo>
                          <a:pt x="38" y="220"/>
                        </a:lnTo>
                        <a:lnTo>
                          <a:pt x="42" y="216"/>
                        </a:lnTo>
                        <a:lnTo>
                          <a:pt x="45" y="216"/>
                        </a:lnTo>
                        <a:lnTo>
                          <a:pt x="46" y="217"/>
                        </a:lnTo>
                        <a:lnTo>
                          <a:pt x="49" y="216"/>
                        </a:lnTo>
                        <a:lnTo>
                          <a:pt x="50" y="216"/>
                        </a:lnTo>
                        <a:lnTo>
                          <a:pt x="51" y="216"/>
                        </a:lnTo>
                        <a:lnTo>
                          <a:pt x="54" y="218"/>
                        </a:lnTo>
                        <a:lnTo>
                          <a:pt x="54" y="216"/>
                        </a:lnTo>
                        <a:lnTo>
                          <a:pt x="53" y="213"/>
                        </a:lnTo>
                        <a:lnTo>
                          <a:pt x="53" y="212"/>
                        </a:lnTo>
                        <a:lnTo>
                          <a:pt x="58" y="209"/>
                        </a:lnTo>
                        <a:lnTo>
                          <a:pt x="61" y="208"/>
                        </a:lnTo>
                        <a:lnTo>
                          <a:pt x="66" y="204"/>
                        </a:lnTo>
                        <a:lnTo>
                          <a:pt x="70" y="201"/>
                        </a:lnTo>
                        <a:lnTo>
                          <a:pt x="73" y="201"/>
                        </a:lnTo>
                        <a:lnTo>
                          <a:pt x="73" y="199"/>
                        </a:lnTo>
                        <a:lnTo>
                          <a:pt x="77" y="197"/>
                        </a:lnTo>
                        <a:lnTo>
                          <a:pt x="80" y="197"/>
                        </a:lnTo>
                        <a:lnTo>
                          <a:pt x="85" y="193"/>
                        </a:lnTo>
                        <a:lnTo>
                          <a:pt x="91" y="186"/>
                        </a:lnTo>
                        <a:lnTo>
                          <a:pt x="91" y="185"/>
                        </a:lnTo>
                        <a:lnTo>
                          <a:pt x="92" y="182"/>
                        </a:lnTo>
                        <a:lnTo>
                          <a:pt x="92" y="179"/>
                        </a:lnTo>
                        <a:lnTo>
                          <a:pt x="95" y="176"/>
                        </a:lnTo>
                        <a:lnTo>
                          <a:pt x="96" y="176"/>
                        </a:lnTo>
                        <a:lnTo>
                          <a:pt x="96" y="174"/>
                        </a:lnTo>
                        <a:lnTo>
                          <a:pt x="98" y="171"/>
                        </a:lnTo>
                        <a:lnTo>
                          <a:pt x="100" y="170"/>
                        </a:lnTo>
                        <a:lnTo>
                          <a:pt x="103" y="170"/>
                        </a:lnTo>
                        <a:lnTo>
                          <a:pt x="106" y="168"/>
                        </a:lnTo>
                        <a:lnTo>
                          <a:pt x="106" y="167"/>
                        </a:lnTo>
                        <a:lnTo>
                          <a:pt x="110" y="163"/>
                        </a:lnTo>
                        <a:lnTo>
                          <a:pt x="111" y="161"/>
                        </a:lnTo>
                        <a:lnTo>
                          <a:pt x="113" y="159"/>
                        </a:lnTo>
                        <a:lnTo>
                          <a:pt x="115" y="152"/>
                        </a:lnTo>
                        <a:lnTo>
                          <a:pt x="117" y="148"/>
                        </a:lnTo>
                        <a:lnTo>
                          <a:pt x="119" y="146"/>
                        </a:lnTo>
                        <a:lnTo>
                          <a:pt x="121" y="145"/>
                        </a:lnTo>
                        <a:lnTo>
                          <a:pt x="125" y="142"/>
                        </a:lnTo>
                        <a:lnTo>
                          <a:pt x="126" y="144"/>
                        </a:lnTo>
                        <a:lnTo>
                          <a:pt x="125" y="145"/>
                        </a:lnTo>
                        <a:lnTo>
                          <a:pt x="125" y="148"/>
                        </a:lnTo>
                        <a:lnTo>
                          <a:pt x="126" y="149"/>
                        </a:lnTo>
                        <a:lnTo>
                          <a:pt x="127" y="149"/>
                        </a:lnTo>
                        <a:lnTo>
                          <a:pt x="129" y="148"/>
                        </a:lnTo>
                        <a:lnTo>
                          <a:pt x="129" y="149"/>
                        </a:lnTo>
                        <a:lnTo>
                          <a:pt x="129" y="151"/>
                        </a:lnTo>
                        <a:lnTo>
                          <a:pt x="130" y="151"/>
                        </a:lnTo>
                        <a:lnTo>
                          <a:pt x="129" y="152"/>
                        </a:lnTo>
                        <a:lnTo>
                          <a:pt x="127" y="153"/>
                        </a:lnTo>
                        <a:lnTo>
                          <a:pt x="127" y="155"/>
                        </a:lnTo>
                        <a:lnTo>
                          <a:pt x="129" y="159"/>
                        </a:lnTo>
                        <a:lnTo>
                          <a:pt x="130" y="160"/>
                        </a:lnTo>
                        <a:lnTo>
                          <a:pt x="132" y="157"/>
                        </a:lnTo>
                        <a:lnTo>
                          <a:pt x="134" y="156"/>
                        </a:lnTo>
                        <a:lnTo>
                          <a:pt x="136" y="156"/>
                        </a:lnTo>
                        <a:lnTo>
                          <a:pt x="137" y="156"/>
                        </a:lnTo>
                        <a:lnTo>
                          <a:pt x="137" y="157"/>
                        </a:lnTo>
                        <a:lnTo>
                          <a:pt x="138" y="160"/>
                        </a:lnTo>
                        <a:lnTo>
                          <a:pt x="140" y="157"/>
                        </a:lnTo>
                        <a:lnTo>
                          <a:pt x="140" y="157"/>
                        </a:lnTo>
                        <a:lnTo>
                          <a:pt x="138" y="156"/>
                        </a:lnTo>
                        <a:lnTo>
                          <a:pt x="140" y="153"/>
                        </a:lnTo>
                        <a:lnTo>
                          <a:pt x="142" y="153"/>
                        </a:lnTo>
                        <a:lnTo>
                          <a:pt x="142" y="156"/>
                        </a:lnTo>
                        <a:lnTo>
                          <a:pt x="144" y="156"/>
                        </a:lnTo>
                        <a:lnTo>
                          <a:pt x="141" y="159"/>
                        </a:lnTo>
                        <a:lnTo>
                          <a:pt x="138" y="160"/>
                        </a:lnTo>
                        <a:lnTo>
                          <a:pt x="141" y="160"/>
                        </a:lnTo>
                        <a:lnTo>
                          <a:pt x="142" y="159"/>
                        </a:lnTo>
                        <a:lnTo>
                          <a:pt x="140" y="163"/>
                        </a:lnTo>
                        <a:lnTo>
                          <a:pt x="140" y="163"/>
                        </a:lnTo>
                        <a:lnTo>
                          <a:pt x="138" y="166"/>
                        </a:lnTo>
                        <a:lnTo>
                          <a:pt x="138" y="167"/>
                        </a:lnTo>
                        <a:lnTo>
                          <a:pt x="140" y="170"/>
                        </a:lnTo>
                        <a:lnTo>
                          <a:pt x="140" y="174"/>
                        </a:lnTo>
                        <a:lnTo>
                          <a:pt x="141" y="174"/>
                        </a:lnTo>
                        <a:lnTo>
                          <a:pt x="138" y="175"/>
                        </a:lnTo>
                        <a:lnTo>
                          <a:pt x="132" y="182"/>
                        </a:lnTo>
                        <a:lnTo>
                          <a:pt x="130" y="183"/>
                        </a:lnTo>
                        <a:lnTo>
                          <a:pt x="126" y="189"/>
                        </a:lnTo>
                        <a:lnTo>
                          <a:pt x="126" y="189"/>
                        </a:lnTo>
                        <a:lnTo>
                          <a:pt x="123" y="189"/>
                        </a:lnTo>
                        <a:lnTo>
                          <a:pt x="121" y="193"/>
                        </a:lnTo>
                        <a:lnTo>
                          <a:pt x="121" y="195"/>
                        </a:lnTo>
                        <a:lnTo>
                          <a:pt x="117" y="198"/>
                        </a:lnTo>
                        <a:lnTo>
                          <a:pt x="117" y="201"/>
                        </a:lnTo>
                        <a:lnTo>
                          <a:pt x="113" y="204"/>
                        </a:lnTo>
                        <a:lnTo>
                          <a:pt x="108" y="204"/>
                        </a:lnTo>
                        <a:lnTo>
                          <a:pt x="107" y="205"/>
                        </a:lnTo>
                        <a:lnTo>
                          <a:pt x="106" y="209"/>
                        </a:lnTo>
                        <a:lnTo>
                          <a:pt x="106" y="213"/>
                        </a:lnTo>
                        <a:lnTo>
                          <a:pt x="104" y="214"/>
                        </a:lnTo>
                        <a:lnTo>
                          <a:pt x="107" y="214"/>
                        </a:lnTo>
                        <a:lnTo>
                          <a:pt x="108" y="216"/>
                        </a:lnTo>
                        <a:lnTo>
                          <a:pt x="107" y="220"/>
                        </a:lnTo>
                        <a:lnTo>
                          <a:pt x="106" y="221"/>
                        </a:lnTo>
                        <a:lnTo>
                          <a:pt x="106" y="220"/>
                        </a:lnTo>
                        <a:lnTo>
                          <a:pt x="106" y="217"/>
                        </a:lnTo>
                        <a:lnTo>
                          <a:pt x="104" y="217"/>
                        </a:lnTo>
                        <a:lnTo>
                          <a:pt x="104" y="217"/>
                        </a:lnTo>
                        <a:lnTo>
                          <a:pt x="104" y="220"/>
                        </a:lnTo>
                        <a:lnTo>
                          <a:pt x="103" y="221"/>
                        </a:lnTo>
                        <a:lnTo>
                          <a:pt x="102" y="220"/>
                        </a:lnTo>
                        <a:lnTo>
                          <a:pt x="99" y="220"/>
                        </a:lnTo>
                        <a:lnTo>
                          <a:pt x="100" y="218"/>
                        </a:lnTo>
                        <a:lnTo>
                          <a:pt x="100" y="218"/>
                        </a:lnTo>
                        <a:lnTo>
                          <a:pt x="99" y="217"/>
                        </a:lnTo>
                        <a:lnTo>
                          <a:pt x="98" y="218"/>
                        </a:lnTo>
                        <a:lnTo>
                          <a:pt x="98" y="220"/>
                        </a:lnTo>
                        <a:lnTo>
                          <a:pt x="95" y="220"/>
                        </a:lnTo>
                        <a:lnTo>
                          <a:pt x="95" y="220"/>
                        </a:lnTo>
                        <a:lnTo>
                          <a:pt x="93" y="217"/>
                        </a:lnTo>
                        <a:lnTo>
                          <a:pt x="91" y="216"/>
                        </a:lnTo>
                        <a:lnTo>
                          <a:pt x="92" y="218"/>
                        </a:lnTo>
                        <a:lnTo>
                          <a:pt x="93" y="220"/>
                        </a:lnTo>
                        <a:lnTo>
                          <a:pt x="91" y="223"/>
                        </a:lnTo>
                        <a:lnTo>
                          <a:pt x="89" y="223"/>
                        </a:lnTo>
                        <a:lnTo>
                          <a:pt x="87" y="224"/>
                        </a:lnTo>
                        <a:lnTo>
                          <a:pt x="87" y="225"/>
                        </a:lnTo>
                        <a:lnTo>
                          <a:pt x="85" y="225"/>
                        </a:lnTo>
                        <a:lnTo>
                          <a:pt x="83" y="224"/>
                        </a:lnTo>
                        <a:lnTo>
                          <a:pt x="83" y="227"/>
                        </a:lnTo>
                        <a:lnTo>
                          <a:pt x="80" y="228"/>
                        </a:lnTo>
                        <a:lnTo>
                          <a:pt x="77" y="231"/>
                        </a:lnTo>
                        <a:lnTo>
                          <a:pt x="77" y="233"/>
                        </a:lnTo>
                        <a:lnTo>
                          <a:pt x="76" y="235"/>
                        </a:lnTo>
                        <a:lnTo>
                          <a:pt x="73" y="240"/>
                        </a:lnTo>
                        <a:lnTo>
                          <a:pt x="73" y="243"/>
                        </a:lnTo>
                        <a:lnTo>
                          <a:pt x="72" y="246"/>
                        </a:lnTo>
                        <a:lnTo>
                          <a:pt x="65" y="250"/>
                        </a:lnTo>
                        <a:lnTo>
                          <a:pt x="64" y="252"/>
                        </a:lnTo>
                        <a:lnTo>
                          <a:pt x="62" y="257"/>
                        </a:lnTo>
                        <a:lnTo>
                          <a:pt x="60" y="261"/>
                        </a:lnTo>
                        <a:lnTo>
                          <a:pt x="57" y="263"/>
                        </a:lnTo>
                        <a:lnTo>
                          <a:pt x="57" y="265"/>
                        </a:lnTo>
                        <a:lnTo>
                          <a:pt x="57" y="265"/>
                        </a:lnTo>
                        <a:lnTo>
                          <a:pt x="55" y="266"/>
                        </a:lnTo>
                        <a:lnTo>
                          <a:pt x="58" y="266"/>
                        </a:lnTo>
                        <a:lnTo>
                          <a:pt x="58" y="266"/>
                        </a:lnTo>
                        <a:lnTo>
                          <a:pt x="57" y="267"/>
                        </a:lnTo>
                        <a:lnTo>
                          <a:pt x="53" y="267"/>
                        </a:lnTo>
                        <a:lnTo>
                          <a:pt x="49" y="269"/>
                        </a:lnTo>
                        <a:lnTo>
                          <a:pt x="47" y="271"/>
                        </a:lnTo>
                        <a:lnTo>
                          <a:pt x="46" y="274"/>
                        </a:lnTo>
                        <a:lnTo>
                          <a:pt x="43" y="276"/>
                        </a:lnTo>
                        <a:lnTo>
                          <a:pt x="43" y="274"/>
                        </a:lnTo>
                        <a:lnTo>
                          <a:pt x="42" y="273"/>
                        </a:lnTo>
                        <a:lnTo>
                          <a:pt x="42" y="276"/>
                        </a:lnTo>
                        <a:lnTo>
                          <a:pt x="42" y="277"/>
                        </a:lnTo>
                        <a:lnTo>
                          <a:pt x="39" y="278"/>
                        </a:lnTo>
                        <a:lnTo>
                          <a:pt x="35" y="281"/>
                        </a:lnTo>
                        <a:lnTo>
                          <a:pt x="31" y="284"/>
                        </a:lnTo>
                        <a:lnTo>
                          <a:pt x="27" y="284"/>
                        </a:lnTo>
                        <a:lnTo>
                          <a:pt x="24" y="284"/>
                        </a:lnTo>
                        <a:lnTo>
                          <a:pt x="24" y="281"/>
                        </a:lnTo>
                        <a:lnTo>
                          <a:pt x="21" y="284"/>
                        </a:lnTo>
                        <a:lnTo>
                          <a:pt x="20" y="284"/>
                        </a:lnTo>
                        <a:lnTo>
                          <a:pt x="23" y="281"/>
                        </a:lnTo>
                        <a:lnTo>
                          <a:pt x="20" y="280"/>
                        </a:lnTo>
                        <a:lnTo>
                          <a:pt x="17" y="278"/>
                        </a:lnTo>
                        <a:lnTo>
                          <a:pt x="17" y="276"/>
                        </a:lnTo>
                        <a:lnTo>
                          <a:pt x="16" y="274"/>
                        </a:lnTo>
                        <a:lnTo>
                          <a:pt x="13" y="274"/>
                        </a:lnTo>
                        <a:lnTo>
                          <a:pt x="12" y="273"/>
                        </a:lnTo>
                        <a:lnTo>
                          <a:pt x="13" y="271"/>
                        </a:lnTo>
                        <a:lnTo>
                          <a:pt x="12" y="269"/>
                        </a:lnTo>
                        <a:lnTo>
                          <a:pt x="11" y="269"/>
                        </a:lnTo>
                        <a:lnTo>
                          <a:pt x="9" y="269"/>
                        </a:lnTo>
                        <a:lnTo>
                          <a:pt x="8" y="270"/>
                        </a:lnTo>
                        <a:lnTo>
                          <a:pt x="8" y="270"/>
                        </a:lnTo>
                        <a:lnTo>
                          <a:pt x="7" y="269"/>
                        </a:lnTo>
                        <a:lnTo>
                          <a:pt x="4" y="269"/>
                        </a:lnTo>
                        <a:lnTo>
                          <a:pt x="2" y="269"/>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49" name="Freeform 785">
                    <a:extLst>
                      <a:ext uri="{FF2B5EF4-FFF2-40B4-BE49-F238E27FC236}">
                        <a16:creationId xmlns:a16="http://schemas.microsoft.com/office/drawing/2014/main" id="{72C0D5EB-D744-D096-CA24-AA9C5B8060F3}"/>
                      </a:ext>
                    </a:extLst>
                  </p:cNvPr>
                  <p:cNvSpPr>
                    <a:spLocks noEditPoints="1"/>
                  </p:cNvSpPr>
                  <p:nvPr/>
                </p:nvSpPr>
                <p:spPr bwMode="auto">
                  <a:xfrm>
                    <a:off x="9532241" y="1489356"/>
                    <a:ext cx="1707627" cy="939997"/>
                  </a:xfrm>
                  <a:custGeom>
                    <a:avLst/>
                    <a:gdLst/>
                    <a:ahLst/>
                    <a:cxnLst>
                      <a:cxn ang="0">
                        <a:pos x="1433" y="925"/>
                      </a:cxn>
                      <a:cxn ang="0">
                        <a:pos x="1308" y="809"/>
                      </a:cxn>
                      <a:cxn ang="0">
                        <a:pos x="1169" y="911"/>
                      </a:cxn>
                      <a:cxn ang="0">
                        <a:pos x="909" y="913"/>
                      </a:cxn>
                      <a:cxn ang="0">
                        <a:pos x="641" y="870"/>
                      </a:cxn>
                      <a:cxn ang="0">
                        <a:pos x="471" y="893"/>
                      </a:cxn>
                      <a:cxn ang="0">
                        <a:pos x="318" y="965"/>
                      </a:cxn>
                      <a:cxn ang="0">
                        <a:pos x="280" y="1127"/>
                      </a:cxn>
                      <a:cxn ang="0">
                        <a:pos x="165" y="961"/>
                      </a:cxn>
                      <a:cxn ang="0">
                        <a:pos x="30" y="756"/>
                      </a:cxn>
                      <a:cxn ang="0">
                        <a:pos x="50" y="537"/>
                      </a:cxn>
                      <a:cxn ang="0">
                        <a:pos x="58" y="614"/>
                      </a:cxn>
                      <a:cxn ang="0">
                        <a:pos x="193" y="608"/>
                      </a:cxn>
                      <a:cxn ang="0">
                        <a:pos x="289" y="533"/>
                      </a:cxn>
                      <a:cxn ang="0">
                        <a:pos x="460" y="525"/>
                      </a:cxn>
                      <a:cxn ang="0">
                        <a:pos x="505" y="506"/>
                      </a:cxn>
                      <a:cxn ang="0">
                        <a:pos x="566" y="507"/>
                      </a:cxn>
                      <a:cxn ang="0">
                        <a:pos x="521" y="382"/>
                      </a:cxn>
                      <a:cxn ang="0">
                        <a:pos x="535" y="337"/>
                      </a:cxn>
                      <a:cxn ang="0">
                        <a:pos x="614" y="222"/>
                      </a:cxn>
                      <a:cxn ang="0">
                        <a:pos x="701" y="150"/>
                      </a:cxn>
                      <a:cxn ang="0">
                        <a:pos x="827" y="205"/>
                      </a:cxn>
                      <a:cxn ang="0">
                        <a:pos x="879" y="261"/>
                      </a:cxn>
                      <a:cxn ang="0">
                        <a:pos x="1057" y="237"/>
                      </a:cxn>
                      <a:cxn ang="0">
                        <a:pos x="1195" y="239"/>
                      </a:cxn>
                      <a:cxn ang="0">
                        <a:pos x="1311" y="211"/>
                      </a:cxn>
                      <a:cxn ang="0">
                        <a:pos x="1588" y="219"/>
                      </a:cxn>
                      <a:cxn ang="0">
                        <a:pos x="1760" y="169"/>
                      </a:cxn>
                      <a:cxn ang="0">
                        <a:pos x="1851" y="220"/>
                      </a:cxn>
                      <a:cxn ang="0">
                        <a:pos x="1794" y="283"/>
                      </a:cxn>
                      <a:cxn ang="0">
                        <a:pos x="1816" y="413"/>
                      </a:cxn>
                      <a:cxn ang="0">
                        <a:pos x="1716" y="559"/>
                      </a:cxn>
                      <a:cxn ang="0">
                        <a:pos x="1747" y="761"/>
                      </a:cxn>
                      <a:cxn ang="0">
                        <a:pos x="1682" y="476"/>
                      </a:cxn>
                      <a:cxn ang="0">
                        <a:pos x="1596" y="511"/>
                      </a:cxn>
                      <a:cxn ang="0">
                        <a:pos x="1516" y="597"/>
                      </a:cxn>
                      <a:cxn ang="0">
                        <a:pos x="1472" y="756"/>
                      </a:cxn>
                      <a:cxn ang="0">
                        <a:pos x="1497" y="1022"/>
                      </a:cxn>
                      <a:cxn ang="0">
                        <a:pos x="125" y="132"/>
                      </a:cxn>
                      <a:cxn ang="0">
                        <a:pos x="165" y="56"/>
                      </a:cxn>
                      <a:cxn ang="0">
                        <a:pos x="170" y="102"/>
                      </a:cxn>
                      <a:cxn ang="0">
                        <a:pos x="191" y="105"/>
                      </a:cxn>
                      <a:cxn ang="0">
                        <a:pos x="210" y="140"/>
                      </a:cxn>
                      <a:cxn ang="0">
                        <a:pos x="1679" y="481"/>
                      </a:cxn>
                      <a:cxn ang="0">
                        <a:pos x="348" y="281"/>
                      </a:cxn>
                      <a:cxn ang="0">
                        <a:pos x="248" y="339"/>
                      </a:cxn>
                      <a:cxn ang="0">
                        <a:pos x="292" y="459"/>
                      </a:cxn>
                      <a:cxn ang="0">
                        <a:pos x="274" y="477"/>
                      </a:cxn>
                      <a:cxn ang="0">
                        <a:pos x="292" y="544"/>
                      </a:cxn>
                      <a:cxn ang="0">
                        <a:pos x="349" y="502"/>
                      </a:cxn>
                      <a:cxn ang="0">
                        <a:pos x="517" y="355"/>
                      </a:cxn>
                      <a:cxn ang="0">
                        <a:pos x="564" y="283"/>
                      </a:cxn>
                      <a:cxn ang="0">
                        <a:pos x="512" y="14"/>
                      </a:cxn>
                      <a:cxn ang="0">
                        <a:pos x="534" y="53"/>
                      </a:cxn>
                      <a:cxn ang="0">
                        <a:pos x="1102" y="117"/>
                      </a:cxn>
                      <a:cxn ang="0">
                        <a:pos x="1089" y="124"/>
                      </a:cxn>
                      <a:cxn ang="0">
                        <a:pos x="610" y="74"/>
                      </a:cxn>
                      <a:cxn ang="0">
                        <a:pos x="833" y="231"/>
                      </a:cxn>
                      <a:cxn ang="0">
                        <a:pos x="1479" y="226"/>
                      </a:cxn>
                      <a:cxn ang="0">
                        <a:pos x="1574" y="843"/>
                      </a:cxn>
                      <a:cxn ang="0">
                        <a:pos x="1578" y="930"/>
                      </a:cxn>
                      <a:cxn ang="0">
                        <a:pos x="1731" y="568"/>
                      </a:cxn>
                      <a:cxn ang="0">
                        <a:pos x="1714" y="905"/>
                      </a:cxn>
                    </a:cxnLst>
                    <a:rect l="0" t="0" r="r" b="b"/>
                    <a:pathLst>
                      <a:path w="1873" h="1131">
                        <a:moveTo>
                          <a:pt x="1453" y="1038"/>
                        </a:moveTo>
                        <a:lnTo>
                          <a:pt x="1453" y="1038"/>
                        </a:lnTo>
                        <a:lnTo>
                          <a:pt x="1451" y="1036"/>
                        </a:lnTo>
                        <a:lnTo>
                          <a:pt x="1451" y="1036"/>
                        </a:lnTo>
                        <a:lnTo>
                          <a:pt x="1451" y="1034"/>
                        </a:lnTo>
                        <a:lnTo>
                          <a:pt x="1451" y="1033"/>
                        </a:lnTo>
                        <a:lnTo>
                          <a:pt x="1451" y="1031"/>
                        </a:lnTo>
                        <a:lnTo>
                          <a:pt x="1449" y="1029"/>
                        </a:lnTo>
                        <a:lnTo>
                          <a:pt x="1449" y="1027"/>
                        </a:lnTo>
                        <a:lnTo>
                          <a:pt x="1452" y="1027"/>
                        </a:lnTo>
                        <a:lnTo>
                          <a:pt x="1455" y="1027"/>
                        </a:lnTo>
                        <a:lnTo>
                          <a:pt x="1456" y="1027"/>
                        </a:lnTo>
                        <a:lnTo>
                          <a:pt x="1456" y="1025"/>
                        </a:lnTo>
                        <a:lnTo>
                          <a:pt x="1456" y="1023"/>
                        </a:lnTo>
                        <a:lnTo>
                          <a:pt x="1456" y="1022"/>
                        </a:lnTo>
                        <a:lnTo>
                          <a:pt x="1456" y="1021"/>
                        </a:lnTo>
                        <a:lnTo>
                          <a:pt x="1456" y="1018"/>
                        </a:lnTo>
                        <a:lnTo>
                          <a:pt x="1456" y="1015"/>
                        </a:lnTo>
                        <a:lnTo>
                          <a:pt x="1455" y="1014"/>
                        </a:lnTo>
                        <a:lnTo>
                          <a:pt x="1455" y="1008"/>
                        </a:lnTo>
                        <a:lnTo>
                          <a:pt x="1455" y="1007"/>
                        </a:lnTo>
                        <a:lnTo>
                          <a:pt x="1453" y="1003"/>
                        </a:lnTo>
                        <a:lnTo>
                          <a:pt x="1453" y="1000"/>
                        </a:lnTo>
                        <a:lnTo>
                          <a:pt x="1452" y="997"/>
                        </a:lnTo>
                        <a:lnTo>
                          <a:pt x="1451" y="996"/>
                        </a:lnTo>
                        <a:lnTo>
                          <a:pt x="1451" y="995"/>
                        </a:lnTo>
                        <a:lnTo>
                          <a:pt x="1447" y="989"/>
                        </a:lnTo>
                        <a:lnTo>
                          <a:pt x="1447" y="987"/>
                        </a:lnTo>
                        <a:lnTo>
                          <a:pt x="1447" y="985"/>
                        </a:lnTo>
                        <a:lnTo>
                          <a:pt x="1448" y="984"/>
                        </a:lnTo>
                        <a:lnTo>
                          <a:pt x="1451" y="984"/>
                        </a:lnTo>
                        <a:lnTo>
                          <a:pt x="1452" y="983"/>
                        </a:lnTo>
                        <a:lnTo>
                          <a:pt x="1452" y="980"/>
                        </a:lnTo>
                        <a:lnTo>
                          <a:pt x="1455" y="976"/>
                        </a:lnTo>
                        <a:lnTo>
                          <a:pt x="1456" y="976"/>
                        </a:lnTo>
                        <a:lnTo>
                          <a:pt x="1457" y="977"/>
                        </a:lnTo>
                        <a:lnTo>
                          <a:pt x="1460" y="977"/>
                        </a:lnTo>
                        <a:lnTo>
                          <a:pt x="1468" y="978"/>
                        </a:lnTo>
                        <a:lnTo>
                          <a:pt x="1470" y="980"/>
                        </a:lnTo>
                        <a:lnTo>
                          <a:pt x="1472" y="980"/>
                        </a:lnTo>
                        <a:lnTo>
                          <a:pt x="1472" y="978"/>
                        </a:lnTo>
                        <a:lnTo>
                          <a:pt x="1472" y="976"/>
                        </a:lnTo>
                        <a:lnTo>
                          <a:pt x="1472" y="974"/>
                        </a:lnTo>
                        <a:lnTo>
                          <a:pt x="1471" y="973"/>
                        </a:lnTo>
                        <a:lnTo>
                          <a:pt x="1472" y="972"/>
                        </a:lnTo>
                        <a:lnTo>
                          <a:pt x="1471" y="970"/>
                        </a:lnTo>
                        <a:lnTo>
                          <a:pt x="1471" y="969"/>
                        </a:lnTo>
                        <a:lnTo>
                          <a:pt x="1472" y="966"/>
                        </a:lnTo>
                        <a:lnTo>
                          <a:pt x="1474" y="965"/>
                        </a:lnTo>
                        <a:lnTo>
                          <a:pt x="1472" y="962"/>
                        </a:lnTo>
                        <a:lnTo>
                          <a:pt x="1472" y="961"/>
                        </a:lnTo>
                        <a:lnTo>
                          <a:pt x="1472" y="961"/>
                        </a:lnTo>
                        <a:lnTo>
                          <a:pt x="1475" y="959"/>
                        </a:lnTo>
                        <a:lnTo>
                          <a:pt x="1474" y="958"/>
                        </a:lnTo>
                        <a:lnTo>
                          <a:pt x="1474" y="957"/>
                        </a:lnTo>
                        <a:lnTo>
                          <a:pt x="1472" y="955"/>
                        </a:lnTo>
                        <a:lnTo>
                          <a:pt x="1474" y="953"/>
                        </a:lnTo>
                        <a:lnTo>
                          <a:pt x="1475" y="951"/>
                        </a:lnTo>
                        <a:lnTo>
                          <a:pt x="1475" y="951"/>
                        </a:lnTo>
                        <a:lnTo>
                          <a:pt x="1474" y="950"/>
                        </a:lnTo>
                        <a:lnTo>
                          <a:pt x="1472" y="946"/>
                        </a:lnTo>
                        <a:lnTo>
                          <a:pt x="1472" y="943"/>
                        </a:lnTo>
                        <a:lnTo>
                          <a:pt x="1474" y="943"/>
                        </a:lnTo>
                        <a:lnTo>
                          <a:pt x="1474" y="942"/>
                        </a:lnTo>
                        <a:lnTo>
                          <a:pt x="1474" y="940"/>
                        </a:lnTo>
                        <a:lnTo>
                          <a:pt x="1474" y="940"/>
                        </a:lnTo>
                        <a:lnTo>
                          <a:pt x="1474" y="938"/>
                        </a:lnTo>
                        <a:lnTo>
                          <a:pt x="1472" y="938"/>
                        </a:lnTo>
                        <a:lnTo>
                          <a:pt x="1471" y="936"/>
                        </a:lnTo>
                        <a:lnTo>
                          <a:pt x="1472" y="934"/>
                        </a:lnTo>
                        <a:lnTo>
                          <a:pt x="1472" y="932"/>
                        </a:lnTo>
                        <a:lnTo>
                          <a:pt x="1472" y="931"/>
                        </a:lnTo>
                        <a:lnTo>
                          <a:pt x="1471" y="930"/>
                        </a:lnTo>
                        <a:lnTo>
                          <a:pt x="1471" y="928"/>
                        </a:lnTo>
                        <a:lnTo>
                          <a:pt x="1472" y="925"/>
                        </a:lnTo>
                        <a:lnTo>
                          <a:pt x="1475" y="925"/>
                        </a:lnTo>
                        <a:lnTo>
                          <a:pt x="1475" y="924"/>
                        </a:lnTo>
                        <a:lnTo>
                          <a:pt x="1475" y="921"/>
                        </a:lnTo>
                        <a:lnTo>
                          <a:pt x="1476" y="919"/>
                        </a:lnTo>
                        <a:lnTo>
                          <a:pt x="1474" y="917"/>
                        </a:lnTo>
                        <a:lnTo>
                          <a:pt x="1472" y="916"/>
                        </a:lnTo>
                        <a:lnTo>
                          <a:pt x="1472" y="915"/>
                        </a:lnTo>
                        <a:lnTo>
                          <a:pt x="1470" y="912"/>
                        </a:lnTo>
                        <a:lnTo>
                          <a:pt x="1470" y="911"/>
                        </a:lnTo>
                        <a:lnTo>
                          <a:pt x="1471" y="909"/>
                        </a:lnTo>
                        <a:lnTo>
                          <a:pt x="1470" y="906"/>
                        </a:lnTo>
                        <a:lnTo>
                          <a:pt x="1468" y="905"/>
                        </a:lnTo>
                        <a:lnTo>
                          <a:pt x="1467" y="905"/>
                        </a:lnTo>
                        <a:lnTo>
                          <a:pt x="1466" y="904"/>
                        </a:lnTo>
                        <a:lnTo>
                          <a:pt x="1463" y="902"/>
                        </a:lnTo>
                        <a:lnTo>
                          <a:pt x="1462" y="904"/>
                        </a:lnTo>
                        <a:lnTo>
                          <a:pt x="1459" y="904"/>
                        </a:lnTo>
                        <a:lnTo>
                          <a:pt x="1457" y="905"/>
                        </a:lnTo>
                        <a:lnTo>
                          <a:pt x="1456" y="908"/>
                        </a:lnTo>
                        <a:lnTo>
                          <a:pt x="1455" y="908"/>
                        </a:lnTo>
                        <a:lnTo>
                          <a:pt x="1453" y="909"/>
                        </a:lnTo>
                        <a:lnTo>
                          <a:pt x="1453" y="912"/>
                        </a:lnTo>
                        <a:lnTo>
                          <a:pt x="1451" y="912"/>
                        </a:lnTo>
                        <a:lnTo>
                          <a:pt x="1448" y="912"/>
                        </a:lnTo>
                        <a:lnTo>
                          <a:pt x="1448" y="913"/>
                        </a:lnTo>
                        <a:lnTo>
                          <a:pt x="1448" y="916"/>
                        </a:lnTo>
                        <a:lnTo>
                          <a:pt x="1445" y="917"/>
                        </a:lnTo>
                        <a:lnTo>
                          <a:pt x="1445" y="920"/>
                        </a:lnTo>
                        <a:lnTo>
                          <a:pt x="1445" y="921"/>
                        </a:lnTo>
                        <a:lnTo>
                          <a:pt x="1444" y="921"/>
                        </a:lnTo>
                        <a:lnTo>
                          <a:pt x="1443" y="923"/>
                        </a:lnTo>
                        <a:lnTo>
                          <a:pt x="1438" y="924"/>
                        </a:lnTo>
                        <a:lnTo>
                          <a:pt x="1437" y="924"/>
                        </a:lnTo>
                        <a:lnTo>
                          <a:pt x="1434" y="924"/>
                        </a:lnTo>
                        <a:lnTo>
                          <a:pt x="1433" y="925"/>
                        </a:lnTo>
                        <a:lnTo>
                          <a:pt x="1432" y="925"/>
                        </a:lnTo>
                        <a:lnTo>
                          <a:pt x="1430" y="924"/>
                        </a:lnTo>
                        <a:lnTo>
                          <a:pt x="1429" y="923"/>
                        </a:lnTo>
                        <a:lnTo>
                          <a:pt x="1428" y="923"/>
                        </a:lnTo>
                        <a:lnTo>
                          <a:pt x="1426" y="924"/>
                        </a:lnTo>
                        <a:lnTo>
                          <a:pt x="1424" y="924"/>
                        </a:lnTo>
                        <a:lnTo>
                          <a:pt x="1422" y="923"/>
                        </a:lnTo>
                        <a:lnTo>
                          <a:pt x="1421" y="920"/>
                        </a:lnTo>
                        <a:lnTo>
                          <a:pt x="1419" y="919"/>
                        </a:lnTo>
                        <a:lnTo>
                          <a:pt x="1417" y="916"/>
                        </a:lnTo>
                        <a:lnTo>
                          <a:pt x="1417" y="913"/>
                        </a:lnTo>
                        <a:lnTo>
                          <a:pt x="1417" y="913"/>
                        </a:lnTo>
                        <a:lnTo>
                          <a:pt x="1418" y="911"/>
                        </a:lnTo>
                        <a:lnTo>
                          <a:pt x="1417" y="908"/>
                        </a:lnTo>
                        <a:lnTo>
                          <a:pt x="1417" y="905"/>
                        </a:lnTo>
                        <a:lnTo>
                          <a:pt x="1414" y="905"/>
                        </a:lnTo>
                        <a:lnTo>
                          <a:pt x="1414" y="904"/>
                        </a:lnTo>
                        <a:lnTo>
                          <a:pt x="1414" y="902"/>
                        </a:lnTo>
                        <a:lnTo>
                          <a:pt x="1415" y="900"/>
                        </a:lnTo>
                        <a:lnTo>
                          <a:pt x="1415" y="898"/>
                        </a:lnTo>
                        <a:lnTo>
                          <a:pt x="1414" y="898"/>
                        </a:lnTo>
                        <a:lnTo>
                          <a:pt x="1413" y="898"/>
                        </a:lnTo>
                        <a:lnTo>
                          <a:pt x="1411" y="900"/>
                        </a:lnTo>
                        <a:lnTo>
                          <a:pt x="1410" y="900"/>
                        </a:lnTo>
                        <a:lnTo>
                          <a:pt x="1409" y="900"/>
                        </a:lnTo>
                        <a:lnTo>
                          <a:pt x="1406" y="900"/>
                        </a:lnTo>
                        <a:lnTo>
                          <a:pt x="1404" y="898"/>
                        </a:lnTo>
                        <a:lnTo>
                          <a:pt x="1403" y="898"/>
                        </a:lnTo>
                        <a:lnTo>
                          <a:pt x="1403" y="897"/>
                        </a:lnTo>
                        <a:lnTo>
                          <a:pt x="1399" y="896"/>
                        </a:lnTo>
                        <a:lnTo>
                          <a:pt x="1399" y="894"/>
                        </a:lnTo>
                        <a:lnTo>
                          <a:pt x="1398" y="893"/>
                        </a:lnTo>
                        <a:lnTo>
                          <a:pt x="1398" y="893"/>
                        </a:lnTo>
                        <a:lnTo>
                          <a:pt x="1396" y="891"/>
                        </a:lnTo>
                        <a:lnTo>
                          <a:pt x="1395" y="890"/>
                        </a:lnTo>
                        <a:lnTo>
                          <a:pt x="1394" y="890"/>
                        </a:lnTo>
                        <a:lnTo>
                          <a:pt x="1392" y="889"/>
                        </a:lnTo>
                        <a:lnTo>
                          <a:pt x="1392" y="887"/>
                        </a:lnTo>
                        <a:lnTo>
                          <a:pt x="1391" y="886"/>
                        </a:lnTo>
                        <a:lnTo>
                          <a:pt x="1390" y="886"/>
                        </a:lnTo>
                        <a:lnTo>
                          <a:pt x="1388" y="889"/>
                        </a:lnTo>
                        <a:lnTo>
                          <a:pt x="1387" y="887"/>
                        </a:lnTo>
                        <a:lnTo>
                          <a:pt x="1385" y="889"/>
                        </a:lnTo>
                        <a:lnTo>
                          <a:pt x="1385" y="889"/>
                        </a:lnTo>
                        <a:lnTo>
                          <a:pt x="1384" y="889"/>
                        </a:lnTo>
                        <a:lnTo>
                          <a:pt x="1383" y="887"/>
                        </a:lnTo>
                        <a:lnTo>
                          <a:pt x="1381" y="886"/>
                        </a:lnTo>
                        <a:lnTo>
                          <a:pt x="1379" y="886"/>
                        </a:lnTo>
                        <a:lnTo>
                          <a:pt x="1377" y="885"/>
                        </a:lnTo>
                        <a:lnTo>
                          <a:pt x="1379" y="885"/>
                        </a:lnTo>
                        <a:lnTo>
                          <a:pt x="1379" y="883"/>
                        </a:lnTo>
                        <a:lnTo>
                          <a:pt x="1376" y="883"/>
                        </a:lnTo>
                        <a:lnTo>
                          <a:pt x="1375" y="885"/>
                        </a:lnTo>
                        <a:lnTo>
                          <a:pt x="1372" y="885"/>
                        </a:lnTo>
                        <a:lnTo>
                          <a:pt x="1371" y="885"/>
                        </a:lnTo>
                        <a:lnTo>
                          <a:pt x="1369" y="883"/>
                        </a:lnTo>
                        <a:lnTo>
                          <a:pt x="1368" y="885"/>
                        </a:lnTo>
                        <a:lnTo>
                          <a:pt x="1366" y="885"/>
                        </a:lnTo>
                        <a:lnTo>
                          <a:pt x="1365" y="882"/>
                        </a:lnTo>
                        <a:lnTo>
                          <a:pt x="1362" y="882"/>
                        </a:lnTo>
                        <a:lnTo>
                          <a:pt x="1360" y="878"/>
                        </a:lnTo>
                        <a:lnTo>
                          <a:pt x="1358" y="875"/>
                        </a:lnTo>
                        <a:lnTo>
                          <a:pt x="1358" y="874"/>
                        </a:lnTo>
                        <a:lnTo>
                          <a:pt x="1357" y="871"/>
                        </a:lnTo>
                        <a:lnTo>
                          <a:pt x="1356" y="871"/>
                        </a:lnTo>
                        <a:lnTo>
                          <a:pt x="1354" y="870"/>
                        </a:lnTo>
                        <a:lnTo>
                          <a:pt x="1354" y="867"/>
                        </a:lnTo>
                        <a:lnTo>
                          <a:pt x="1353" y="866"/>
                        </a:lnTo>
                        <a:lnTo>
                          <a:pt x="1353" y="863"/>
                        </a:lnTo>
                        <a:lnTo>
                          <a:pt x="1352" y="860"/>
                        </a:lnTo>
                        <a:lnTo>
                          <a:pt x="1346" y="858"/>
                        </a:lnTo>
                        <a:lnTo>
                          <a:pt x="1343" y="853"/>
                        </a:lnTo>
                        <a:lnTo>
                          <a:pt x="1343" y="852"/>
                        </a:lnTo>
                        <a:lnTo>
                          <a:pt x="1342" y="849"/>
                        </a:lnTo>
                        <a:lnTo>
                          <a:pt x="1341" y="851"/>
                        </a:lnTo>
                        <a:lnTo>
                          <a:pt x="1339" y="849"/>
                        </a:lnTo>
                        <a:lnTo>
                          <a:pt x="1341" y="848"/>
                        </a:lnTo>
                        <a:lnTo>
                          <a:pt x="1341" y="847"/>
                        </a:lnTo>
                        <a:lnTo>
                          <a:pt x="1339" y="845"/>
                        </a:lnTo>
                        <a:lnTo>
                          <a:pt x="1338" y="844"/>
                        </a:lnTo>
                        <a:lnTo>
                          <a:pt x="1337" y="843"/>
                        </a:lnTo>
                        <a:lnTo>
                          <a:pt x="1335" y="840"/>
                        </a:lnTo>
                        <a:lnTo>
                          <a:pt x="1334" y="839"/>
                        </a:lnTo>
                        <a:lnTo>
                          <a:pt x="1332" y="836"/>
                        </a:lnTo>
                        <a:lnTo>
                          <a:pt x="1330" y="834"/>
                        </a:lnTo>
                        <a:lnTo>
                          <a:pt x="1330" y="833"/>
                        </a:lnTo>
                        <a:lnTo>
                          <a:pt x="1330" y="830"/>
                        </a:lnTo>
                        <a:lnTo>
                          <a:pt x="1330" y="829"/>
                        </a:lnTo>
                        <a:lnTo>
                          <a:pt x="1326" y="829"/>
                        </a:lnTo>
                        <a:lnTo>
                          <a:pt x="1326" y="828"/>
                        </a:lnTo>
                        <a:lnTo>
                          <a:pt x="1326" y="826"/>
                        </a:lnTo>
                        <a:lnTo>
                          <a:pt x="1324" y="825"/>
                        </a:lnTo>
                        <a:lnTo>
                          <a:pt x="1324" y="822"/>
                        </a:lnTo>
                        <a:lnTo>
                          <a:pt x="1324" y="821"/>
                        </a:lnTo>
                        <a:lnTo>
                          <a:pt x="1322" y="821"/>
                        </a:lnTo>
                        <a:lnTo>
                          <a:pt x="1322" y="819"/>
                        </a:lnTo>
                        <a:lnTo>
                          <a:pt x="1322" y="818"/>
                        </a:lnTo>
                        <a:lnTo>
                          <a:pt x="1320" y="818"/>
                        </a:lnTo>
                        <a:lnTo>
                          <a:pt x="1318" y="818"/>
                        </a:lnTo>
                        <a:lnTo>
                          <a:pt x="1316" y="817"/>
                        </a:lnTo>
                        <a:lnTo>
                          <a:pt x="1318" y="815"/>
                        </a:lnTo>
                        <a:lnTo>
                          <a:pt x="1318" y="814"/>
                        </a:lnTo>
                        <a:lnTo>
                          <a:pt x="1315" y="813"/>
                        </a:lnTo>
                        <a:lnTo>
                          <a:pt x="1313" y="814"/>
                        </a:lnTo>
                        <a:lnTo>
                          <a:pt x="1313" y="814"/>
                        </a:lnTo>
                        <a:lnTo>
                          <a:pt x="1312" y="813"/>
                        </a:lnTo>
                        <a:lnTo>
                          <a:pt x="1311" y="811"/>
                        </a:lnTo>
                        <a:lnTo>
                          <a:pt x="1311" y="810"/>
                        </a:lnTo>
                        <a:lnTo>
                          <a:pt x="1311" y="809"/>
                        </a:lnTo>
                        <a:lnTo>
                          <a:pt x="1308" y="809"/>
                        </a:lnTo>
                        <a:lnTo>
                          <a:pt x="1307" y="809"/>
                        </a:lnTo>
                        <a:lnTo>
                          <a:pt x="1305" y="807"/>
                        </a:lnTo>
                        <a:lnTo>
                          <a:pt x="1305" y="807"/>
                        </a:lnTo>
                        <a:lnTo>
                          <a:pt x="1303" y="807"/>
                        </a:lnTo>
                        <a:lnTo>
                          <a:pt x="1301" y="807"/>
                        </a:lnTo>
                        <a:lnTo>
                          <a:pt x="1300" y="807"/>
                        </a:lnTo>
                        <a:lnTo>
                          <a:pt x="1300" y="810"/>
                        </a:lnTo>
                        <a:lnTo>
                          <a:pt x="1300" y="810"/>
                        </a:lnTo>
                        <a:lnTo>
                          <a:pt x="1297" y="809"/>
                        </a:lnTo>
                        <a:lnTo>
                          <a:pt x="1296" y="807"/>
                        </a:lnTo>
                        <a:lnTo>
                          <a:pt x="1294" y="809"/>
                        </a:lnTo>
                        <a:lnTo>
                          <a:pt x="1290" y="809"/>
                        </a:lnTo>
                        <a:lnTo>
                          <a:pt x="1290" y="807"/>
                        </a:lnTo>
                        <a:lnTo>
                          <a:pt x="1288" y="806"/>
                        </a:lnTo>
                        <a:lnTo>
                          <a:pt x="1284" y="806"/>
                        </a:lnTo>
                        <a:lnTo>
                          <a:pt x="1282" y="803"/>
                        </a:lnTo>
                        <a:lnTo>
                          <a:pt x="1280" y="803"/>
                        </a:lnTo>
                        <a:lnTo>
                          <a:pt x="1278" y="803"/>
                        </a:lnTo>
                        <a:lnTo>
                          <a:pt x="1277" y="803"/>
                        </a:lnTo>
                        <a:lnTo>
                          <a:pt x="1273" y="805"/>
                        </a:lnTo>
                        <a:lnTo>
                          <a:pt x="1273" y="806"/>
                        </a:lnTo>
                        <a:lnTo>
                          <a:pt x="1271" y="806"/>
                        </a:lnTo>
                        <a:lnTo>
                          <a:pt x="1270" y="807"/>
                        </a:lnTo>
                        <a:lnTo>
                          <a:pt x="1267" y="807"/>
                        </a:lnTo>
                        <a:lnTo>
                          <a:pt x="1265" y="807"/>
                        </a:lnTo>
                        <a:lnTo>
                          <a:pt x="1262" y="807"/>
                        </a:lnTo>
                        <a:lnTo>
                          <a:pt x="1260" y="809"/>
                        </a:lnTo>
                        <a:lnTo>
                          <a:pt x="1258" y="809"/>
                        </a:lnTo>
                        <a:lnTo>
                          <a:pt x="1256" y="811"/>
                        </a:lnTo>
                        <a:lnTo>
                          <a:pt x="1255" y="813"/>
                        </a:lnTo>
                        <a:lnTo>
                          <a:pt x="1252" y="811"/>
                        </a:lnTo>
                        <a:lnTo>
                          <a:pt x="1252" y="813"/>
                        </a:lnTo>
                        <a:lnTo>
                          <a:pt x="1251" y="813"/>
                        </a:lnTo>
                        <a:lnTo>
                          <a:pt x="1248" y="813"/>
                        </a:lnTo>
                        <a:lnTo>
                          <a:pt x="1246" y="814"/>
                        </a:lnTo>
                        <a:lnTo>
                          <a:pt x="1243" y="815"/>
                        </a:lnTo>
                        <a:lnTo>
                          <a:pt x="1243" y="817"/>
                        </a:lnTo>
                        <a:lnTo>
                          <a:pt x="1241" y="819"/>
                        </a:lnTo>
                        <a:lnTo>
                          <a:pt x="1240" y="822"/>
                        </a:lnTo>
                        <a:lnTo>
                          <a:pt x="1239" y="824"/>
                        </a:lnTo>
                        <a:lnTo>
                          <a:pt x="1239" y="825"/>
                        </a:lnTo>
                        <a:lnTo>
                          <a:pt x="1239" y="826"/>
                        </a:lnTo>
                        <a:lnTo>
                          <a:pt x="1239" y="829"/>
                        </a:lnTo>
                        <a:lnTo>
                          <a:pt x="1239" y="830"/>
                        </a:lnTo>
                        <a:lnTo>
                          <a:pt x="1241" y="830"/>
                        </a:lnTo>
                        <a:lnTo>
                          <a:pt x="1244" y="829"/>
                        </a:lnTo>
                        <a:lnTo>
                          <a:pt x="1246" y="828"/>
                        </a:lnTo>
                        <a:lnTo>
                          <a:pt x="1248" y="828"/>
                        </a:lnTo>
                        <a:lnTo>
                          <a:pt x="1250" y="832"/>
                        </a:lnTo>
                        <a:lnTo>
                          <a:pt x="1251" y="834"/>
                        </a:lnTo>
                        <a:lnTo>
                          <a:pt x="1252" y="836"/>
                        </a:lnTo>
                        <a:lnTo>
                          <a:pt x="1252" y="839"/>
                        </a:lnTo>
                        <a:lnTo>
                          <a:pt x="1254" y="840"/>
                        </a:lnTo>
                        <a:lnTo>
                          <a:pt x="1254" y="843"/>
                        </a:lnTo>
                        <a:lnTo>
                          <a:pt x="1251" y="844"/>
                        </a:lnTo>
                        <a:lnTo>
                          <a:pt x="1250" y="847"/>
                        </a:lnTo>
                        <a:lnTo>
                          <a:pt x="1250" y="851"/>
                        </a:lnTo>
                        <a:lnTo>
                          <a:pt x="1247" y="852"/>
                        </a:lnTo>
                        <a:lnTo>
                          <a:pt x="1246" y="855"/>
                        </a:lnTo>
                        <a:lnTo>
                          <a:pt x="1246" y="858"/>
                        </a:lnTo>
                        <a:lnTo>
                          <a:pt x="1247" y="859"/>
                        </a:lnTo>
                        <a:lnTo>
                          <a:pt x="1247" y="862"/>
                        </a:lnTo>
                        <a:lnTo>
                          <a:pt x="1247" y="864"/>
                        </a:lnTo>
                        <a:lnTo>
                          <a:pt x="1248" y="866"/>
                        </a:lnTo>
                        <a:lnTo>
                          <a:pt x="1248" y="868"/>
                        </a:lnTo>
                        <a:lnTo>
                          <a:pt x="1247" y="870"/>
                        </a:lnTo>
                        <a:lnTo>
                          <a:pt x="1246" y="871"/>
                        </a:lnTo>
                        <a:lnTo>
                          <a:pt x="1247" y="874"/>
                        </a:lnTo>
                        <a:lnTo>
                          <a:pt x="1247" y="878"/>
                        </a:lnTo>
                        <a:lnTo>
                          <a:pt x="1247" y="879"/>
                        </a:lnTo>
                        <a:lnTo>
                          <a:pt x="1247" y="883"/>
                        </a:lnTo>
                        <a:lnTo>
                          <a:pt x="1248" y="883"/>
                        </a:lnTo>
                        <a:lnTo>
                          <a:pt x="1250" y="883"/>
                        </a:lnTo>
                        <a:lnTo>
                          <a:pt x="1250" y="883"/>
                        </a:lnTo>
                        <a:lnTo>
                          <a:pt x="1251" y="883"/>
                        </a:lnTo>
                        <a:lnTo>
                          <a:pt x="1252" y="887"/>
                        </a:lnTo>
                        <a:lnTo>
                          <a:pt x="1251" y="890"/>
                        </a:lnTo>
                        <a:lnTo>
                          <a:pt x="1248" y="891"/>
                        </a:lnTo>
                        <a:lnTo>
                          <a:pt x="1244" y="893"/>
                        </a:lnTo>
                        <a:lnTo>
                          <a:pt x="1240" y="894"/>
                        </a:lnTo>
                        <a:lnTo>
                          <a:pt x="1233" y="901"/>
                        </a:lnTo>
                        <a:lnTo>
                          <a:pt x="1232" y="901"/>
                        </a:lnTo>
                        <a:lnTo>
                          <a:pt x="1231" y="900"/>
                        </a:lnTo>
                        <a:lnTo>
                          <a:pt x="1227" y="900"/>
                        </a:lnTo>
                        <a:lnTo>
                          <a:pt x="1224" y="900"/>
                        </a:lnTo>
                        <a:lnTo>
                          <a:pt x="1222" y="898"/>
                        </a:lnTo>
                        <a:lnTo>
                          <a:pt x="1221" y="898"/>
                        </a:lnTo>
                        <a:lnTo>
                          <a:pt x="1220" y="898"/>
                        </a:lnTo>
                        <a:lnTo>
                          <a:pt x="1218" y="897"/>
                        </a:lnTo>
                        <a:lnTo>
                          <a:pt x="1213" y="896"/>
                        </a:lnTo>
                        <a:lnTo>
                          <a:pt x="1207" y="897"/>
                        </a:lnTo>
                        <a:lnTo>
                          <a:pt x="1207" y="898"/>
                        </a:lnTo>
                        <a:lnTo>
                          <a:pt x="1205" y="900"/>
                        </a:lnTo>
                        <a:lnTo>
                          <a:pt x="1202" y="900"/>
                        </a:lnTo>
                        <a:lnTo>
                          <a:pt x="1201" y="898"/>
                        </a:lnTo>
                        <a:lnTo>
                          <a:pt x="1198" y="900"/>
                        </a:lnTo>
                        <a:lnTo>
                          <a:pt x="1195" y="900"/>
                        </a:lnTo>
                        <a:lnTo>
                          <a:pt x="1194" y="897"/>
                        </a:lnTo>
                        <a:lnTo>
                          <a:pt x="1191" y="894"/>
                        </a:lnTo>
                        <a:lnTo>
                          <a:pt x="1188" y="894"/>
                        </a:lnTo>
                        <a:lnTo>
                          <a:pt x="1184" y="896"/>
                        </a:lnTo>
                        <a:lnTo>
                          <a:pt x="1183" y="894"/>
                        </a:lnTo>
                        <a:lnTo>
                          <a:pt x="1180" y="894"/>
                        </a:lnTo>
                        <a:lnTo>
                          <a:pt x="1179" y="897"/>
                        </a:lnTo>
                        <a:lnTo>
                          <a:pt x="1178" y="900"/>
                        </a:lnTo>
                        <a:lnTo>
                          <a:pt x="1175" y="902"/>
                        </a:lnTo>
                        <a:lnTo>
                          <a:pt x="1172" y="904"/>
                        </a:lnTo>
                        <a:lnTo>
                          <a:pt x="1171" y="906"/>
                        </a:lnTo>
                        <a:lnTo>
                          <a:pt x="1171" y="908"/>
                        </a:lnTo>
                        <a:lnTo>
                          <a:pt x="1169" y="911"/>
                        </a:lnTo>
                        <a:lnTo>
                          <a:pt x="1167" y="913"/>
                        </a:lnTo>
                        <a:lnTo>
                          <a:pt x="1160" y="913"/>
                        </a:lnTo>
                        <a:lnTo>
                          <a:pt x="1159" y="913"/>
                        </a:lnTo>
                        <a:lnTo>
                          <a:pt x="1156" y="916"/>
                        </a:lnTo>
                        <a:lnTo>
                          <a:pt x="1152" y="916"/>
                        </a:lnTo>
                        <a:lnTo>
                          <a:pt x="1148" y="919"/>
                        </a:lnTo>
                        <a:lnTo>
                          <a:pt x="1145" y="923"/>
                        </a:lnTo>
                        <a:lnTo>
                          <a:pt x="1144" y="923"/>
                        </a:lnTo>
                        <a:lnTo>
                          <a:pt x="1141" y="921"/>
                        </a:lnTo>
                        <a:lnTo>
                          <a:pt x="1137" y="921"/>
                        </a:lnTo>
                        <a:lnTo>
                          <a:pt x="1135" y="921"/>
                        </a:lnTo>
                        <a:lnTo>
                          <a:pt x="1133" y="923"/>
                        </a:lnTo>
                        <a:lnTo>
                          <a:pt x="1123" y="923"/>
                        </a:lnTo>
                        <a:lnTo>
                          <a:pt x="1118" y="921"/>
                        </a:lnTo>
                        <a:lnTo>
                          <a:pt x="1112" y="921"/>
                        </a:lnTo>
                        <a:lnTo>
                          <a:pt x="1110" y="921"/>
                        </a:lnTo>
                        <a:lnTo>
                          <a:pt x="1107" y="919"/>
                        </a:lnTo>
                        <a:lnTo>
                          <a:pt x="1106" y="919"/>
                        </a:lnTo>
                        <a:lnTo>
                          <a:pt x="1103" y="917"/>
                        </a:lnTo>
                        <a:lnTo>
                          <a:pt x="1100" y="916"/>
                        </a:lnTo>
                        <a:lnTo>
                          <a:pt x="1099" y="911"/>
                        </a:lnTo>
                        <a:lnTo>
                          <a:pt x="1097" y="909"/>
                        </a:lnTo>
                        <a:lnTo>
                          <a:pt x="1095" y="911"/>
                        </a:lnTo>
                        <a:lnTo>
                          <a:pt x="1091" y="911"/>
                        </a:lnTo>
                        <a:lnTo>
                          <a:pt x="1085" y="908"/>
                        </a:lnTo>
                        <a:lnTo>
                          <a:pt x="1083" y="904"/>
                        </a:lnTo>
                        <a:lnTo>
                          <a:pt x="1077" y="905"/>
                        </a:lnTo>
                        <a:lnTo>
                          <a:pt x="1073" y="904"/>
                        </a:lnTo>
                        <a:lnTo>
                          <a:pt x="1070" y="902"/>
                        </a:lnTo>
                        <a:lnTo>
                          <a:pt x="1066" y="904"/>
                        </a:lnTo>
                        <a:lnTo>
                          <a:pt x="1062" y="904"/>
                        </a:lnTo>
                        <a:lnTo>
                          <a:pt x="1059" y="905"/>
                        </a:lnTo>
                        <a:lnTo>
                          <a:pt x="1054" y="905"/>
                        </a:lnTo>
                        <a:lnTo>
                          <a:pt x="1050" y="906"/>
                        </a:lnTo>
                        <a:lnTo>
                          <a:pt x="1047" y="909"/>
                        </a:lnTo>
                        <a:lnTo>
                          <a:pt x="1046" y="911"/>
                        </a:lnTo>
                        <a:lnTo>
                          <a:pt x="1044" y="909"/>
                        </a:lnTo>
                        <a:lnTo>
                          <a:pt x="1042" y="909"/>
                        </a:lnTo>
                        <a:lnTo>
                          <a:pt x="1040" y="911"/>
                        </a:lnTo>
                        <a:lnTo>
                          <a:pt x="1035" y="911"/>
                        </a:lnTo>
                        <a:lnTo>
                          <a:pt x="1035" y="912"/>
                        </a:lnTo>
                        <a:lnTo>
                          <a:pt x="1032" y="912"/>
                        </a:lnTo>
                        <a:lnTo>
                          <a:pt x="1028" y="909"/>
                        </a:lnTo>
                        <a:lnTo>
                          <a:pt x="1024" y="908"/>
                        </a:lnTo>
                        <a:lnTo>
                          <a:pt x="1023" y="906"/>
                        </a:lnTo>
                        <a:lnTo>
                          <a:pt x="1020" y="904"/>
                        </a:lnTo>
                        <a:lnTo>
                          <a:pt x="1019" y="904"/>
                        </a:lnTo>
                        <a:lnTo>
                          <a:pt x="1017" y="902"/>
                        </a:lnTo>
                        <a:lnTo>
                          <a:pt x="1017" y="900"/>
                        </a:lnTo>
                        <a:lnTo>
                          <a:pt x="1016" y="897"/>
                        </a:lnTo>
                        <a:lnTo>
                          <a:pt x="1015" y="896"/>
                        </a:lnTo>
                        <a:lnTo>
                          <a:pt x="1015" y="893"/>
                        </a:lnTo>
                        <a:lnTo>
                          <a:pt x="1013" y="891"/>
                        </a:lnTo>
                        <a:lnTo>
                          <a:pt x="1013" y="889"/>
                        </a:lnTo>
                        <a:lnTo>
                          <a:pt x="1012" y="887"/>
                        </a:lnTo>
                        <a:lnTo>
                          <a:pt x="1009" y="886"/>
                        </a:lnTo>
                        <a:lnTo>
                          <a:pt x="1004" y="886"/>
                        </a:lnTo>
                        <a:lnTo>
                          <a:pt x="1001" y="886"/>
                        </a:lnTo>
                        <a:lnTo>
                          <a:pt x="998" y="885"/>
                        </a:lnTo>
                        <a:lnTo>
                          <a:pt x="996" y="885"/>
                        </a:lnTo>
                        <a:lnTo>
                          <a:pt x="994" y="883"/>
                        </a:lnTo>
                        <a:lnTo>
                          <a:pt x="991" y="882"/>
                        </a:lnTo>
                        <a:lnTo>
                          <a:pt x="987" y="882"/>
                        </a:lnTo>
                        <a:lnTo>
                          <a:pt x="983" y="882"/>
                        </a:lnTo>
                        <a:lnTo>
                          <a:pt x="981" y="881"/>
                        </a:lnTo>
                        <a:lnTo>
                          <a:pt x="979" y="879"/>
                        </a:lnTo>
                        <a:lnTo>
                          <a:pt x="975" y="878"/>
                        </a:lnTo>
                        <a:lnTo>
                          <a:pt x="972" y="877"/>
                        </a:lnTo>
                        <a:lnTo>
                          <a:pt x="970" y="875"/>
                        </a:lnTo>
                        <a:lnTo>
                          <a:pt x="967" y="875"/>
                        </a:lnTo>
                        <a:lnTo>
                          <a:pt x="966" y="877"/>
                        </a:lnTo>
                        <a:lnTo>
                          <a:pt x="966" y="879"/>
                        </a:lnTo>
                        <a:lnTo>
                          <a:pt x="966" y="882"/>
                        </a:lnTo>
                        <a:lnTo>
                          <a:pt x="964" y="883"/>
                        </a:lnTo>
                        <a:lnTo>
                          <a:pt x="963" y="883"/>
                        </a:lnTo>
                        <a:lnTo>
                          <a:pt x="962" y="885"/>
                        </a:lnTo>
                        <a:lnTo>
                          <a:pt x="960" y="886"/>
                        </a:lnTo>
                        <a:lnTo>
                          <a:pt x="960" y="889"/>
                        </a:lnTo>
                        <a:lnTo>
                          <a:pt x="956" y="891"/>
                        </a:lnTo>
                        <a:lnTo>
                          <a:pt x="956" y="900"/>
                        </a:lnTo>
                        <a:lnTo>
                          <a:pt x="958" y="902"/>
                        </a:lnTo>
                        <a:lnTo>
                          <a:pt x="962" y="904"/>
                        </a:lnTo>
                        <a:lnTo>
                          <a:pt x="963" y="905"/>
                        </a:lnTo>
                        <a:lnTo>
                          <a:pt x="966" y="906"/>
                        </a:lnTo>
                        <a:lnTo>
                          <a:pt x="967" y="908"/>
                        </a:lnTo>
                        <a:lnTo>
                          <a:pt x="966" y="913"/>
                        </a:lnTo>
                        <a:lnTo>
                          <a:pt x="966" y="917"/>
                        </a:lnTo>
                        <a:lnTo>
                          <a:pt x="968" y="919"/>
                        </a:lnTo>
                        <a:lnTo>
                          <a:pt x="970" y="921"/>
                        </a:lnTo>
                        <a:lnTo>
                          <a:pt x="967" y="925"/>
                        </a:lnTo>
                        <a:lnTo>
                          <a:pt x="963" y="925"/>
                        </a:lnTo>
                        <a:lnTo>
                          <a:pt x="960" y="925"/>
                        </a:lnTo>
                        <a:lnTo>
                          <a:pt x="959" y="925"/>
                        </a:lnTo>
                        <a:lnTo>
                          <a:pt x="956" y="927"/>
                        </a:lnTo>
                        <a:lnTo>
                          <a:pt x="955" y="925"/>
                        </a:lnTo>
                        <a:lnTo>
                          <a:pt x="948" y="925"/>
                        </a:lnTo>
                        <a:lnTo>
                          <a:pt x="945" y="925"/>
                        </a:lnTo>
                        <a:lnTo>
                          <a:pt x="944" y="924"/>
                        </a:lnTo>
                        <a:lnTo>
                          <a:pt x="941" y="924"/>
                        </a:lnTo>
                        <a:lnTo>
                          <a:pt x="938" y="924"/>
                        </a:lnTo>
                        <a:lnTo>
                          <a:pt x="936" y="925"/>
                        </a:lnTo>
                        <a:lnTo>
                          <a:pt x="933" y="927"/>
                        </a:lnTo>
                        <a:lnTo>
                          <a:pt x="930" y="928"/>
                        </a:lnTo>
                        <a:lnTo>
                          <a:pt x="926" y="925"/>
                        </a:lnTo>
                        <a:lnTo>
                          <a:pt x="924" y="924"/>
                        </a:lnTo>
                        <a:lnTo>
                          <a:pt x="915" y="920"/>
                        </a:lnTo>
                        <a:lnTo>
                          <a:pt x="915" y="917"/>
                        </a:lnTo>
                        <a:lnTo>
                          <a:pt x="914" y="916"/>
                        </a:lnTo>
                        <a:lnTo>
                          <a:pt x="914" y="913"/>
                        </a:lnTo>
                        <a:lnTo>
                          <a:pt x="909" y="913"/>
                        </a:lnTo>
                        <a:lnTo>
                          <a:pt x="907" y="915"/>
                        </a:lnTo>
                        <a:lnTo>
                          <a:pt x="905" y="915"/>
                        </a:lnTo>
                        <a:lnTo>
                          <a:pt x="903" y="915"/>
                        </a:lnTo>
                        <a:lnTo>
                          <a:pt x="900" y="916"/>
                        </a:lnTo>
                        <a:lnTo>
                          <a:pt x="899" y="913"/>
                        </a:lnTo>
                        <a:lnTo>
                          <a:pt x="898" y="912"/>
                        </a:lnTo>
                        <a:lnTo>
                          <a:pt x="896" y="909"/>
                        </a:lnTo>
                        <a:lnTo>
                          <a:pt x="895" y="909"/>
                        </a:lnTo>
                        <a:lnTo>
                          <a:pt x="894" y="911"/>
                        </a:lnTo>
                        <a:lnTo>
                          <a:pt x="890" y="911"/>
                        </a:lnTo>
                        <a:lnTo>
                          <a:pt x="888" y="911"/>
                        </a:lnTo>
                        <a:lnTo>
                          <a:pt x="886" y="912"/>
                        </a:lnTo>
                        <a:lnTo>
                          <a:pt x="880" y="912"/>
                        </a:lnTo>
                        <a:lnTo>
                          <a:pt x="877" y="913"/>
                        </a:lnTo>
                        <a:lnTo>
                          <a:pt x="876" y="917"/>
                        </a:lnTo>
                        <a:lnTo>
                          <a:pt x="875" y="917"/>
                        </a:lnTo>
                        <a:lnTo>
                          <a:pt x="869" y="916"/>
                        </a:lnTo>
                        <a:lnTo>
                          <a:pt x="869" y="917"/>
                        </a:lnTo>
                        <a:lnTo>
                          <a:pt x="869" y="920"/>
                        </a:lnTo>
                        <a:lnTo>
                          <a:pt x="871" y="921"/>
                        </a:lnTo>
                        <a:lnTo>
                          <a:pt x="869" y="921"/>
                        </a:lnTo>
                        <a:lnTo>
                          <a:pt x="868" y="924"/>
                        </a:lnTo>
                        <a:lnTo>
                          <a:pt x="865" y="925"/>
                        </a:lnTo>
                        <a:lnTo>
                          <a:pt x="862" y="928"/>
                        </a:lnTo>
                        <a:lnTo>
                          <a:pt x="862" y="930"/>
                        </a:lnTo>
                        <a:lnTo>
                          <a:pt x="858" y="931"/>
                        </a:lnTo>
                        <a:lnTo>
                          <a:pt x="858" y="934"/>
                        </a:lnTo>
                        <a:lnTo>
                          <a:pt x="857" y="938"/>
                        </a:lnTo>
                        <a:lnTo>
                          <a:pt x="853" y="939"/>
                        </a:lnTo>
                        <a:lnTo>
                          <a:pt x="850" y="942"/>
                        </a:lnTo>
                        <a:lnTo>
                          <a:pt x="850" y="943"/>
                        </a:lnTo>
                        <a:lnTo>
                          <a:pt x="843" y="943"/>
                        </a:lnTo>
                        <a:lnTo>
                          <a:pt x="841" y="944"/>
                        </a:lnTo>
                        <a:lnTo>
                          <a:pt x="838" y="949"/>
                        </a:lnTo>
                        <a:lnTo>
                          <a:pt x="838" y="950"/>
                        </a:lnTo>
                        <a:lnTo>
                          <a:pt x="837" y="950"/>
                        </a:lnTo>
                        <a:lnTo>
                          <a:pt x="834" y="949"/>
                        </a:lnTo>
                        <a:lnTo>
                          <a:pt x="833" y="949"/>
                        </a:lnTo>
                        <a:lnTo>
                          <a:pt x="831" y="947"/>
                        </a:lnTo>
                        <a:lnTo>
                          <a:pt x="827" y="946"/>
                        </a:lnTo>
                        <a:lnTo>
                          <a:pt x="824" y="943"/>
                        </a:lnTo>
                        <a:lnTo>
                          <a:pt x="823" y="943"/>
                        </a:lnTo>
                        <a:lnTo>
                          <a:pt x="822" y="940"/>
                        </a:lnTo>
                        <a:lnTo>
                          <a:pt x="823" y="936"/>
                        </a:lnTo>
                        <a:lnTo>
                          <a:pt x="822" y="936"/>
                        </a:lnTo>
                        <a:lnTo>
                          <a:pt x="819" y="938"/>
                        </a:lnTo>
                        <a:lnTo>
                          <a:pt x="818" y="940"/>
                        </a:lnTo>
                        <a:lnTo>
                          <a:pt x="814" y="942"/>
                        </a:lnTo>
                        <a:lnTo>
                          <a:pt x="807" y="942"/>
                        </a:lnTo>
                        <a:lnTo>
                          <a:pt x="805" y="943"/>
                        </a:lnTo>
                        <a:lnTo>
                          <a:pt x="804" y="944"/>
                        </a:lnTo>
                        <a:lnTo>
                          <a:pt x="803" y="943"/>
                        </a:lnTo>
                        <a:lnTo>
                          <a:pt x="800" y="942"/>
                        </a:lnTo>
                        <a:lnTo>
                          <a:pt x="799" y="942"/>
                        </a:lnTo>
                        <a:lnTo>
                          <a:pt x="797" y="942"/>
                        </a:lnTo>
                        <a:lnTo>
                          <a:pt x="796" y="940"/>
                        </a:lnTo>
                        <a:lnTo>
                          <a:pt x="796" y="938"/>
                        </a:lnTo>
                        <a:lnTo>
                          <a:pt x="794" y="936"/>
                        </a:lnTo>
                        <a:lnTo>
                          <a:pt x="796" y="935"/>
                        </a:lnTo>
                        <a:lnTo>
                          <a:pt x="796" y="932"/>
                        </a:lnTo>
                        <a:lnTo>
                          <a:pt x="793" y="932"/>
                        </a:lnTo>
                        <a:lnTo>
                          <a:pt x="792" y="932"/>
                        </a:lnTo>
                        <a:lnTo>
                          <a:pt x="789" y="930"/>
                        </a:lnTo>
                        <a:lnTo>
                          <a:pt x="786" y="928"/>
                        </a:lnTo>
                        <a:lnTo>
                          <a:pt x="785" y="928"/>
                        </a:lnTo>
                        <a:lnTo>
                          <a:pt x="784" y="925"/>
                        </a:lnTo>
                        <a:lnTo>
                          <a:pt x="781" y="921"/>
                        </a:lnTo>
                        <a:lnTo>
                          <a:pt x="777" y="919"/>
                        </a:lnTo>
                        <a:lnTo>
                          <a:pt x="773" y="917"/>
                        </a:lnTo>
                        <a:lnTo>
                          <a:pt x="767" y="917"/>
                        </a:lnTo>
                        <a:lnTo>
                          <a:pt x="763" y="917"/>
                        </a:lnTo>
                        <a:lnTo>
                          <a:pt x="762" y="919"/>
                        </a:lnTo>
                        <a:lnTo>
                          <a:pt x="763" y="921"/>
                        </a:lnTo>
                        <a:lnTo>
                          <a:pt x="762" y="921"/>
                        </a:lnTo>
                        <a:lnTo>
                          <a:pt x="759" y="923"/>
                        </a:lnTo>
                        <a:lnTo>
                          <a:pt x="758" y="923"/>
                        </a:lnTo>
                        <a:lnTo>
                          <a:pt x="754" y="924"/>
                        </a:lnTo>
                        <a:lnTo>
                          <a:pt x="751" y="921"/>
                        </a:lnTo>
                        <a:lnTo>
                          <a:pt x="748" y="923"/>
                        </a:lnTo>
                        <a:lnTo>
                          <a:pt x="746" y="924"/>
                        </a:lnTo>
                        <a:lnTo>
                          <a:pt x="744" y="924"/>
                        </a:lnTo>
                        <a:lnTo>
                          <a:pt x="742" y="921"/>
                        </a:lnTo>
                        <a:lnTo>
                          <a:pt x="739" y="920"/>
                        </a:lnTo>
                        <a:lnTo>
                          <a:pt x="737" y="919"/>
                        </a:lnTo>
                        <a:lnTo>
                          <a:pt x="739" y="917"/>
                        </a:lnTo>
                        <a:lnTo>
                          <a:pt x="735" y="915"/>
                        </a:lnTo>
                        <a:lnTo>
                          <a:pt x="732" y="916"/>
                        </a:lnTo>
                        <a:lnTo>
                          <a:pt x="732" y="919"/>
                        </a:lnTo>
                        <a:lnTo>
                          <a:pt x="733" y="920"/>
                        </a:lnTo>
                        <a:lnTo>
                          <a:pt x="732" y="921"/>
                        </a:lnTo>
                        <a:lnTo>
                          <a:pt x="731" y="923"/>
                        </a:lnTo>
                        <a:lnTo>
                          <a:pt x="727" y="923"/>
                        </a:lnTo>
                        <a:lnTo>
                          <a:pt x="691" y="879"/>
                        </a:lnTo>
                        <a:lnTo>
                          <a:pt x="665" y="860"/>
                        </a:lnTo>
                        <a:lnTo>
                          <a:pt x="665" y="859"/>
                        </a:lnTo>
                        <a:lnTo>
                          <a:pt x="667" y="858"/>
                        </a:lnTo>
                        <a:lnTo>
                          <a:pt x="669" y="855"/>
                        </a:lnTo>
                        <a:lnTo>
                          <a:pt x="669" y="852"/>
                        </a:lnTo>
                        <a:lnTo>
                          <a:pt x="668" y="852"/>
                        </a:lnTo>
                        <a:lnTo>
                          <a:pt x="664" y="853"/>
                        </a:lnTo>
                        <a:lnTo>
                          <a:pt x="661" y="853"/>
                        </a:lnTo>
                        <a:lnTo>
                          <a:pt x="659" y="856"/>
                        </a:lnTo>
                        <a:lnTo>
                          <a:pt x="657" y="856"/>
                        </a:lnTo>
                        <a:lnTo>
                          <a:pt x="653" y="860"/>
                        </a:lnTo>
                        <a:lnTo>
                          <a:pt x="653" y="862"/>
                        </a:lnTo>
                        <a:lnTo>
                          <a:pt x="652" y="864"/>
                        </a:lnTo>
                        <a:lnTo>
                          <a:pt x="650" y="866"/>
                        </a:lnTo>
                        <a:lnTo>
                          <a:pt x="648" y="868"/>
                        </a:lnTo>
                        <a:lnTo>
                          <a:pt x="644" y="868"/>
                        </a:lnTo>
                        <a:lnTo>
                          <a:pt x="641" y="870"/>
                        </a:lnTo>
                        <a:lnTo>
                          <a:pt x="641" y="872"/>
                        </a:lnTo>
                        <a:lnTo>
                          <a:pt x="640" y="874"/>
                        </a:lnTo>
                        <a:lnTo>
                          <a:pt x="638" y="872"/>
                        </a:lnTo>
                        <a:lnTo>
                          <a:pt x="633" y="871"/>
                        </a:lnTo>
                        <a:lnTo>
                          <a:pt x="629" y="872"/>
                        </a:lnTo>
                        <a:lnTo>
                          <a:pt x="627" y="875"/>
                        </a:lnTo>
                        <a:lnTo>
                          <a:pt x="626" y="875"/>
                        </a:lnTo>
                        <a:lnTo>
                          <a:pt x="623" y="872"/>
                        </a:lnTo>
                        <a:lnTo>
                          <a:pt x="623" y="868"/>
                        </a:lnTo>
                        <a:lnTo>
                          <a:pt x="626" y="867"/>
                        </a:lnTo>
                        <a:lnTo>
                          <a:pt x="626" y="864"/>
                        </a:lnTo>
                        <a:lnTo>
                          <a:pt x="625" y="863"/>
                        </a:lnTo>
                        <a:lnTo>
                          <a:pt x="623" y="866"/>
                        </a:lnTo>
                        <a:lnTo>
                          <a:pt x="621" y="866"/>
                        </a:lnTo>
                        <a:lnTo>
                          <a:pt x="615" y="863"/>
                        </a:lnTo>
                        <a:lnTo>
                          <a:pt x="612" y="863"/>
                        </a:lnTo>
                        <a:lnTo>
                          <a:pt x="614" y="864"/>
                        </a:lnTo>
                        <a:lnTo>
                          <a:pt x="615" y="866"/>
                        </a:lnTo>
                        <a:lnTo>
                          <a:pt x="612" y="867"/>
                        </a:lnTo>
                        <a:lnTo>
                          <a:pt x="611" y="868"/>
                        </a:lnTo>
                        <a:lnTo>
                          <a:pt x="610" y="864"/>
                        </a:lnTo>
                        <a:lnTo>
                          <a:pt x="608" y="860"/>
                        </a:lnTo>
                        <a:lnTo>
                          <a:pt x="604" y="856"/>
                        </a:lnTo>
                        <a:lnTo>
                          <a:pt x="603" y="856"/>
                        </a:lnTo>
                        <a:lnTo>
                          <a:pt x="604" y="860"/>
                        </a:lnTo>
                        <a:lnTo>
                          <a:pt x="604" y="862"/>
                        </a:lnTo>
                        <a:lnTo>
                          <a:pt x="602" y="862"/>
                        </a:lnTo>
                        <a:lnTo>
                          <a:pt x="602" y="859"/>
                        </a:lnTo>
                        <a:lnTo>
                          <a:pt x="599" y="860"/>
                        </a:lnTo>
                        <a:lnTo>
                          <a:pt x="599" y="863"/>
                        </a:lnTo>
                        <a:lnTo>
                          <a:pt x="597" y="863"/>
                        </a:lnTo>
                        <a:lnTo>
                          <a:pt x="595" y="862"/>
                        </a:lnTo>
                        <a:lnTo>
                          <a:pt x="592" y="863"/>
                        </a:lnTo>
                        <a:lnTo>
                          <a:pt x="591" y="862"/>
                        </a:lnTo>
                        <a:lnTo>
                          <a:pt x="589" y="859"/>
                        </a:lnTo>
                        <a:lnTo>
                          <a:pt x="591" y="859"/>
                        </a:lnTo>
                        <a:lnTo>
                          <a:pt x="591" y="858"/>
                        </a:lnTo>
                        <a:lnTo>
                          <a:pt x="591" y="855"/>
                        </a:lnTo>
                        <a:lnTo>
                          <a:pt x="592" y="852"/>
                        </a:lnTo>
                        <a:lnTo>
                          <a:pt x="591" y="851"/>
                        </a:lnTo>
                        <a:lnTo>
                          <a:pt x="589" y="849"/>
                        </a:lnTo>
                        <a:lnTo>
                          <a:pt x="587" y="847"/>
                        </a:lnTo>
                        <a:lnTo>
                          <a:pt x="587" y="844"/>
                        </a:lnTo>
                        <a:lnTo>
                          <a:pt x="585" y="844"/>
                        </a:lnTo>
                        <a:lnTo>
                          <a:pt x="584" y="840"/>
                        </a:lnTo>
                        <a:lnTo>
                          <a:pt x="581" y="840"/>
                        </a:lnTo>
                        <a:lnTo>
                          <a:pt x="578" y="841"/>
                        </a:lnTo>
                        <a:lnTo>
                          <a:pt x="574" y="841"/>
                        </a:lnTo>
                        <a:lnTo>
                          <a:pt x="572" y="839"/>
                        </a:lnTo>
                        <a:lnTo>
                          <a:pt x="568" y="840"/>
                        </a:lnTo>
                        <a:lnTo>
                          <a:pt x="564" y="837"/>
                        </a:lnTo>
                        <a:lnTo>
                          <a:pt x="562" y="839"/>
                        </a:lnTo>
                        <a:lnTo>
                          <a:pt x="559" y="839"/>
                        </a:lnTo>
                        <a:lnTo>
                          <a:pt x="557" y="840"/>
                        </a:lnTo>
                        <a:lnTo>
                          <a:pt x="557" y="843"/>
                        </a:lnTo>
                        <a:lnTo>
                          <a:pt x="553" y="843"/>
                        </a:lnTo>
                        <a:lnTo>
                          <a:pt x="551" y="844"/>
                        </a:lnTo>
                        <a:lnTo>
                          <a:pt x="553" y="845"/>
                        </a:lnTo>
                        <a:lnTo>
                          <a:pt x="553" y="848"/>
                        </a:lnTo>
                        <a:lnTo>
                          <a:pt x="549" y="848"/>
                        </a:lnTo>
                        <a:lnTo>
                          <a:pt x="547" y="848"/>
                        </a:lnTo>
                        <a:lnTo>
                          <a:pt x="545" y="851"/>
                        </a:lnTo>
                        <a:lnTo>
                          <a:pt x="542" y="851"/>
                        </a:lnTo>
                        <a:lnTo>
                          <a:pt x="540" y="852"/>
                        </a:lnTo>
                        <a:lnTo>
                          <a:pt x="539" y="852"/>
                        </a:lnTo>
                        <a:lnTo>
                          <a:pt x="532" y="856"/>
                        </a:lnTo>
                        <a:lnTo>
                          <a:pt x="530" y="858"/>
                        </a:lnTo>
                        <a:lnTo>
                          <a:pt x="527" y="859"/>
                        </a:lnTo>
                        <a:lnTo>
                          <a:pt x="525" y="859"/>
                        </a:lnTo>
                        <a:lnTo>
                          <a:pt x="523" y="856"/>
                        </a:lnTo>
                        <a:lnTo>
                          <a:pt x="521" y="859"/>
                        </a:lnTo>
                        <a:lnTo>
                          <a:pt x="521" y="860"/>
                        </a:lnTo>
                        <a:lnTo>
                          <a:pt x="519" y="860"/>
                        </a:lnTo>
                        <a:lnTo>
                          <a:pt x="516" y="862"/>
                        </a:lnTo>
                        <a:lnTo>
                          <a:pt x="516" y="864"/>
                        </a:lnTo>
                        <a:lnTo>
                          <a:pt x="516" y="866"/>
                        </a:lnTo>
                        <a:lnTo>
                          <a:pt x="513" y="864"/>
                        </a:lnTo>
                        <a:lnTo>
                          <a:pt x="512" y="866"/>
                        </a:lnTo>
                        <a:lnTo>
                          <a:pt x="509" y="867"/>
                        </a:lnTo>
                        <a:lnTo>
                          <a:pt x="505" y="867"/>
                        </a:lnTo>
                        <a:lnTo>
                          <a:pt x="502" y="868"/>
                        </a:lnTo>
                        <a:lnTo>
                          <a:pt x="501" y="870"/>
                        </a:lnTo>
                        <a:lnTo>
                          <a:pt x="497" y="871"/>
                        </a:lnTo>
                        <a:lnTo>
                          <a:pt x="494" y="872"/>
                        </a:lnTo>
                        <a:lnTo>
                          <a:pt x="490" y="872"/>
                        </a:lnTo>
                        <a:lnTo>
                          <a:pt x="486" y="874"/>
                        </a:lnTo>
                        <a:lnTo>
                          <a:pt x="485" y="877"/>
                        </a:lnTo>
                        <a:lnTo>
                          <a:pt x="483" y="878"/>
                        </a:lnTo>
                        <a:lnTo>
                          <a:pt x="482" y="875"/>
                        </a:lnTo>
                        <a:lnTo>
                          <a:pt x="479" y="875"/>
                        </a:lnTo>
                        <a:lnTo>
                          <a:pt x="478" y="877"/>
                        </a:lnTo>
                        <a:lnTo>
                          <a:pt x="478" y="879"/>
                        </a:lnTo>
                        <a:lnTo>
                          <a:pt x="477" y="881"/>
                        </a:lnTo>
                        <a:lnTo>
                          <a:pt x="474" y="878"/>
                        </a:lnTo>
                        <a:lnTo>
                          <a:pt x="470" y="879"/>
                        </a:lnTo>
                        <a:lnTo>
                          <a:pt x="470" y="877"/>
                        </a:lnTo>
                        <a:lnTo>
                          <a:pt x="467" y="877"/>
                        </a:lnTo>
                        <a:lnTo>
                          <a:pt x="466" y="879"/>
                        </a:lnTo>
                        <a:lnTo>
                          <a:pt x="463" y="879"/>
                        </a:lnTo>
                        <a:lnTo>
                          <a:pt x="462" y="879"/>
                        </a:lnTo>
                        <a:lnTo>
                          <a:pt x="463" y="883"/>
                        </a:lnTo>
                        <a:lnTo>
                          <a:pt x="462" y="885"/>
                        </a:lnTo>
                        <a:lnTo>
                          <a:pt x="464" y="886"/>
                        </a:lnTo>
                        <a:lnTo>
                          <a:pt x="468" y="885"/>
                        </a:lnTo>
                        <a:lnTo>
                          <a:pt x="470" y="887"/>
                        </a:lnTo>
                        <a:lnTo>
                          <a:pt x="466" y="887"/>
                        </a:lnTo>
                        <a:lnTo>
                          <a:pt x="464" y="889"/>
                        </a:lnTo>
                        <a:lnTo>
                          <a:pt x="464" y="891"/>
                        </a:lnTo>
                        <a:lnTo>
                          <a:pt x="468" y="891"/>
                        </a:lnTo>
                        <a:lnTo>
                          <a:pt x="471" y="893"/>
                        </a:lnTo>
                        <a:lnTo>
                          <a:pt x="473" y="891"/>
                        </a:lnTo>
                        <a:lnTo>
                          <a:pt x="475" y="891"/>
                        </a:lnTo>
                        <a:lnTo>
                          <a:pt x="478" y="893"/>
                        </a:lnTo>
                        <a:lnTo>
                          <a:pt x="481" y="894"/>
                        </a:lnTo>
                        <a:lnTo>
                          <a:pt x="481" y="897"/>
                        </a:lnTo>
                        <a:lnTo>
                          <a:pt x="478" y="898"/>
                        </a:lnTo>
                        <a:lnTo>
                          <a:pt x="477" y="897"/>
                        </a:lnTo>
                        <a:lnTo>
                          <a:pt x="470" y="898"/>
                        </a:lnTo>
                        <a:lnTo>
                          <a:pt x="467" y="901"/>
                        </a:lnTo>
                        <a:lnTo>
                          <a:pt x="463" y="905"/>
                        </a:lnTo>
                        <a:lnTo>
                          <a:pt x="464" y="908"/>
                        </a:lnTo>
                        <a:lnTo>
                          <a:pt x="466" y="909"/>
                        </a:lnTo>
                        <a:lnTo>
                          <a:pt x="467" y="912"/>
                        </a:lnTo>
                        <a:lnTo>
                          <a:pt x="464" y="915"/>
                        </a:lnTo>
                        <a:lnTo>
                          <a:pt x="464" y="917"/>
                        </a:lnTo>
                        <a:lnTo>
                          <a:pt x="462" y="917"/>
                        </a:lnTo>
                        <a:lnTo>
                          <a:pt x="462" y="919"/>
                        </a:lnTo>
                        <a:lnTo>
                          <a:pt x="462" y="921"/>
                        </a:lnTo>
                        <a:lnTo>
                          <a:pt x="462" y="923"/>
                        </a:lnTo>
                        <a:lnTo>
                          <a:pt x="466" y="923"/>
                        </a:lnTo>
                        <a:lnTo>
                          <a:pt x="467" y="924"/>
                        </a:lnTo>
                        <a:lnTo>
                          <a:pt x="471" y="925"/>
                        </a:lnTo>
                        <a:lnTo>
                          <a:pt x="471" y="927"/>
                        </a:lnTo>
                        <a:lnTo>
                          <a:pt x="474" y="930"/>
                        </a:lnTo>
                        <a:lnTo>
                          <a:pt x="478" y="930"/>
                        </a:lnTo>
                        <a:lnTo>
                          <a:pt x="479" y="931"/>
                        </a:lnTo>
                        <a:lnTo>
                          <a:pt x="481" y="942"/>
                        </a:lnTo>
                        <a:lnTo>
                          <a:pt x="479" y="944"/>
                        </a:lnTo>
                        <a:lnTo>
                          <a:pt x="474" y="946"/>
                        </a:lnTo>
                        <a:lnTo>
                          <a:pt x="470" y="944"/>
                        </a:lnTo>
                        <a:lnTo>
                          <a:pt x="466" y="942"/>
                        </a:lnTo>
                        <a:lnTo>
                          <a:pt x="464" y="943"/>
                        </a:lnTo>
                        <a:lnTo>
                          <a:pt x="464" y="946"/>
                        </a:lnTo>
                        <a:lnTo>
                          <a:pt x="463" y="950"/>
                        </a:lnTo>
                        <a:lnTo>
                          <a:pt x="459" y="950"/>
                        </a:lnTo>
                        <a:lnTo>
                          <a:pt x="455" y="947"/>
                        </a:lnTo>
                        <a:lnTo>
                          <a:pt x="449" y="947"/>
                        </a:lnTo>
                        <a:lnTo>
                          <a:pt x="448" y="946"/>
                        </a:lnTo>
                        <a:lnTo>
                          <a:pt x="447" y="947"/>
                        </a:lnTo>
                        <a:lnTo>
                          <a:pt x="444" y="946"/>
                        </a:lnTo>
                        <a:lnTo>
                          <a:pt x="441" y="943"/>
                        </a:lnTo>
                        <a:lnTo>
                          <a:pt x="444" y="942"/>
                        </a:lnTo>
                        <a:lnTo>
                          <a:pt x="444" y="940"/>
                        </a:lnTo>
                        <a:lnTo>
                          <a:pt x="443" y="939"/>
                        </a:lnTo>
                        <a:lnTo>
                          <a:pt x="439" y="938"/>
                        </a:lnTo>
                        <a:lnTo>
                          <a:pt x="437" y="939"/>
                        </a:lnTo>
                        <a:lnTo>
                          <a:pt x="434" y="939"/>
                        </a:lnTo>
                        <a:lnTo>
                          <a:pt x="432" y="939"/>
                        </a:lnTo>
                        <a:lnTo>
                          <a:pt x="433" y="943"/>
                        </a:lnTo>
                        <a:lnTo>
                          <a:pt x="429" y="943"/>
                        </a:lnTo>
                        <a:lnTo>
                          <a:pt x="428" y="942"/>
                        </a:lnTo>
                        <a:lnTo>
                          <a:pt x="424" y="938"/>
                        </a:lnTo>
                        <a:lnTo>
                          <a:pt x="421" y="939"/>
                        </a:lnTo>
                        <a:lnTo>
                          <a:pt x="420" y="940"/>
                        </a:lnTo>
                        <a:lnTo>
                          <a:pt x="418" y="939"/>
                        </a:lnTo>
                        <a:lnTo>
                          <a:pt x="415" y="939"/>
                        </a:lnTo>
                        <a:lnTo>
                          <a:pt x="415" y="942"/>
                        </a:lnTo>
                        <a:lnTo>
                          <a:pt x="413" y="943"/>
                        </a:lnTo>
                        <a:lnTo>
                          <a:pt x="411" y="947"/>
                        </a:lnTo>
                        <a:lnTo>
                          <a:pt x="409" y="950"/>
                        </a:lnTo>
                        <a:lnTo>
                          <a:pt x="406" y="950"/>
                        </a:lnTo>
                        <a:lnTo>
                          <a:pt x="405" y="947"/>
                        </a:lnTo>
                        <a:lnTo>
                          <a:pt x="399" y="946"/>
                        </a:lnTo>
                        <a:lnTo>
                          <a:pt x="396" y="943"/>
                        </a:lnTo>
                        <a:lnTo>
                          <a:pt x="394" y="944"/>
                        </a:lnTo>
                        <a:lnTo>
                          <a:pt x="395" y="949"/>
                        </a:lnTo>
                        <a:lnTo>
                          <a:pt x="392" y="951"/>
                        </a:lnTo>
                        <a:lnTo>
                          <a:pt x="391" y="951"/>
                        </a:lnTo>
                        <a:lnTo>
                          <a:pt x="391" y="947"/>
                        </a:lnTo>
                        <a:lnTo>
                          <a:pt x="390" y="946"/>
                        </a:lnTo>
                        <a:lnTo>
                          <a:pt x="387" y="946"/>
                        </a:lnTo>
                        <a:lnTo>
                          <a:pt x="384" y="942"/>
                        </a:lnTo>
                        <a:lnTo>
                          <a:pt x="381" y="939"/>
                        </a:lnTo>
                        <a:lnTo>
                          <a:pt x="379" y="939"/>
                        </a:lnTo>
                        <a:lnTo>
                          <a:pt x="376" y="936"/>
                        </a:lnTo>
                        <a:lnTo>
                          <a:pt x="373" y="935"/>
                        </a:lnTo>
                        <a:lnTo>
                          <a:pt x="372" y="934"/>
                        </a:lnTo>
                        <a:lnTo>
                          <a:pt x="371" y="934"/>
                        </a:lnTo>
                        <a:lnTo>
                          <a:pt x="365" y="935"/>
                        </a:lnTo>
                        <a:lnTo>
                          <a:pt x="361" y="932"/>
                        </a:lnTo>
                        <a:lnTo>
                          <a:pt x="360" y="930"/>
                        </a:lnTo>
                        <a:lnTo>
                          <a:pt x="357" y="930"/>
                        </a:lnTo>
                        <a:lnTo>
                          <a:pt x="354" y="931"/>
                        </a:lnTo>
                        <a:lnTo>
                          <a:pt x="352" y="931"/>
                        </a:lnTo>
                        <a:lnTo>
                          <a:pt x="352" y="934"/>
                        </a:lnTo>
                        <a:lnTo>
                          <a:pt x="350" y="935"/>
                        </a:lnTo>
                        <a:lnTo>
                          <a:pt x="349" y="932"/>
                        </a:lnTo>
                        <a:lnTo>
                          <a:pt x="348" y="934"/>
                        </a:lnTo>
                        <a:lnTo>
                          <a:pt x="346" y="936"/>
                        </a:lnTo>
                        <a:lnTo>
                          <a:pt x="345" y="938"/>
                        </a:lnTo>
                        <a:lnTo>
                          <a:pt x="342" y="936"/>
                        </a:lnTo>
                        <a:lnTo>
                          <a:pt x="345" y="934"/>
                        </a:lnTo>
                        <a:lnTo>
                          <a:pt x="345" y="932"/>
                        </a:lnTo>
                        <a:lnTo>
                          <a:pt x="342" y="931"/>
                        </a:lnTo>
                        <a:lnTo>
                          <a:pt x="338" y="928"/>
                        </a:lnTo>
                        <a:lnTo>
                          <a:pt x="337" y="930"/>
                        </a:lnTo>
                        <a:lnTo>
                          <a:pt x="338" y="932"/>
                        </a:lnTo>
                        <a:lnTo>
                          <a:pt x="337" y="935"/>
                        </a:lnTo>
                        <a:lnTo>
                          <a:pt x="334" y="934"/>
                        </a:lnTo>
                        <a:lnTo>
                          <a:pt x="333" y="936"/>
                        </a:lnTo>
                        <a:lnTo>
                          <a:pt x="331" y="939"/>
                        </a:lnTo>
                        <a:lnTo>
                          <a:pt x="328" y="940"/>
                        </a:lnTo>
                        <a:lnTo>
                          <a:pt x="324" y="943"/>
                        </a:lnTo>
                        <a:lnTo>
                          <a:pt x="323" y="946"/>
                        </a:lnTo>
                        <a:lnTo>
                          <a:pt x="326" y="949"/>
                        </a:lnTo>
                        <a:lnTo>
                          <a:pt x="326" y="951"/>
                        </a:lnTo>
                        <a:lnTo>
                          <a:pt x="320" y="951"/>
                        </a:lnTo>
                        <a:lnTo>
                          <a:pt x="316" y="953"/>
                        </a:lnTo>
                        <a:lnTo>
                          <a:pt x="320" y="964"/>
                        </a:lnTo>
                        <a:lnTo>
                          <a:pt x="318" y="965"/>
                        </a:lnTo>
                        <a:lnTo>
                          <a:pt x="319" y="969"/>
                        </a:lnTo>
                        <a:lnTo>
                          <a:pt x="314" y="970"/>
                        </a:lnTo>
                        <a:lnTo>
                          <a:pt x="309" y="968"/>
                        </a:lnTo>
                        <a:lnTo>
                          <a:pt x="309" y="965"/>
                        </a:lnTo>
                        <a:lnTo>
                          <a:pt x="301" y="958"/>
                        </a:lnTo>
                        <a:lnTo>
                          <a:pt x="300" y="961"/>
                        </a:lnTo>
                        <a:lnTo>
                          <a:pt x="300" y="964"/>
                        </a:lnTo>
                        <a:lnTo>
                          <a:pt x="296" y="969"/>
                        </a:lnTo>
                        <a:lnTo>
                          <a:pt x="293" y="970"/>
                        </a:lnTo>
                        <a:lnTo>
                          <a:pt x="293" y="977"/>
                        </a:lnTo>
                        <a:lnTo>
                          <a:pt x="296" y="978"/>
                        </a:lnTo>
                        <a:lnTo>
                          <a:pt x="295" y="988"/>
                        </a:lnTo>
                        <a:lnTo>
                          <a:pt x="292" y="993"/>
                        </a:lnTo>
                        <a:lnTo>
                          <a:pt x="299" y="995"/>
                        </a:lnTo>
                        <a:lnTo>
                          <a:pt x="300" y="999"/>
                        </a:lnTo>
                        <a:lnTo>
                          <a:pt x="300" y="1002"/>
                        </a:lnTo>
                        <a:lnTo>
                          <a:pt x="304" y="1006"/>
                        </a:lnTo>
                        <a:lnTo>
                          <a:pt x="305" y="1003"/>
                        </a:lnTo>
                        <a:lnTo>
                          <a:pt x="315" y="1006"/>
                        </a:lnTo>
                        <a:lnTo>
                          <a:pt x="322" y="1011"/>
                        </a:lnTo>
                        <a:lnTo>
                          <a:pt x="327" y="1022"/>
                        </a:lnTo>
                        <a:lnTo>
                          <a:pt x="322" y="1022"/>
                        </a:lnTo>
                        <a:lnTo>
                          <a:pt x="322" y="1023"/>
                        </a:lnTo>
                        <a:lnTo>
                          <a:pt x="326" y="1027"/>
                        </a:lnTo>
                        <a:lnTo>
                          <a:pt x="330" y="1026"/>
                        </a:lnTo>
                        <a:lnTo>
                          <a:pt x="334" y="1029"/>
                        </a:lnTo>
                        <a:lnTo>
                          <a:pt x="334" y="1029"/>
                        </a:lnTo>
                        <a:lnTo>
                          <a:pt x="334" y="1029"/>
                        </a:lnTo>
                        <a:lnTo>
                          <a:pt x="334" y="1029"/>
                        </a:lnTo>
                        <a:lnTo>
                          <a:pt x="333" y="1031"/>
                        </a:lnTo>
                        <a:lnTo>
                          <a:pt x="331" y="1031"/>
                        </a:lnTo>
                        <a:lnTo>
                          <a:pt x="333" y="1033"/>
                        </a:lnTo>
                        <a:lnTo>
                          <a:pt x="333" y="1034"/>
                        </a:lnTo>
                        <a:lnTo>
                          <a:pt x="331" y="1034"/>
                        </a:lnTo>
                        <a:lnTo>
                          <a:pt x="333" y="1036"/>
                        </a:lnTo>
                        <a:lnTo>
                          <a:pt x="333" y="1037"/>
                        </a:lnTo>
                        <a:lnTo>
                          <a:pt x="330" y="1036"/>
                        </a:lnTo>
                        <a:lnTo>
                          <a:pt x="328" y="1037"/>
                        </a:lnTo>
                        <a:lnTo>
                          <a:pt x="326" y="1036"/>
                        </a:lnTo>
                        <a:lnTo>
                          <a:pt x="324" y="1036"/>
                        </a:lnTo>
                        <a:lnTo>
                          <a:pt x="328" y="1038"/>
                        </a:lnTo>
                        <a:lnTo>
                          <a:pt x="328" y="1040"/>
                        </a:lnTo>
                        <a:lnTo>
                          <a:pt x="328" y="1041"/>
                        </a:lnTo>
                        <a:lnTo>
                          <a:pt x="327" y="1040"/>
                        </a:lnTo>
                        <a:lnTo>
                          <a:pt x="327" y="1040"/>
                        </a:lnTo>
                        <a:lnTo>
                          <a:pt x="324" y="1040"/>
                        </a:lnTo>
                        <a:lnTo>
                          <a:pt x="324" y="1040"/>
                        </a:lnTo>
                        <a:lnTo>
                          <a:pt x="323" y="1040"/>
                        </a:lnTo>
                        <a:lnTo>
                          <a:pt x="322" y="1040"/>
                        </a:lnTo>
                        <a:lnTo>
                          <a:pt x="324" y="1041"/>
                        </a:lnTo>
                        <a:lnTo>
                          <a:pt x="324" y="1042"/>
                        </a:lnTo>
                        <a:lnTo>
                          <a:pt x="322" y="1044"/>
                        </a:lnTo>
                        <a:lnTo>
                          <a:pt x="320" y="1044"/>
                        </a:lnTo>
                        <a:lnTo>
                          <a:pt x="319" y="1044"/>
                        </a:lnTo>
                        <a:lnTo>
                          <a:pt x="318" y="1042"/>
                        </a:lnTo>
                        <a:lnTo>
                          <a:pt x="318" y="1045"/>
                        </a:lnTo>
                        <a:lnTo>
                          <a:pt x="316" y="1045"/>
                        </a:lnTo>
                        <a:lnTo>
                          <a:pt x="315" y="1044"/>
                        </a:lnTo>
                        <a:lnTo>
                          <a:pt x="314" y="1044"/>
                        </a:lnTo>
                        <a:lnTo>
                          <a:pt x="314" y="1045"/>
                        </a:lnTo>
                        <a:lnTo>
                          <a:pt x="312" y="1048"/>
                        </a:lnTo>
                        <a:lnTo>
                          <a:pt x="311" y="1050"/>
                        </a:lnTo>
                        <a:lnTo>
                          <a:pt x="309" y="1052"/>
                        </a:lnTo>
                        <a:lnTo>
                          <a:pt x="309" y="1055"/>
                        </a:lnTo>
                        <a:lnTo>
                          <a:pt x="308" y="1057"/>
                        </a:lnTo>
                        <a:lnTo>
                          <a:pt x="308" y="1063"/>
                        </a:lnTo>
                        <a:lnTo>
                          <a:pt x="307" y="1064"/>
                        </a:lnTo>
                        <a:lnTo>
                          <a:pt x="305" y="1065"/>
                        </a:lnTo>
                        <a:lnTo>
                          <a:pt x="307" y="1071"/>
                        </a:lnTo>
                        <a:lnTo>
                          <a:pt x="309" y="1071"/>
                        </a:lnTo>
                        <a:lnTo>
                          <a:pt x="311" y="1071"/>
                        </a:lnTo>
                        <a:lnTo>
                          <a:pt x="312" y="1074"/>
                        </a:lnTo>
                        <a:lnTo>
                          <a:pt x="315" y="1074"/>
                        </a:lnTo>
                        <a:lnTo>
                          <a:pt x="315" y="1079"/>
                        </a:lnTo>
                        <a:lnTo>
                          <a:pt x="319" y="1080"/>
                        </a:lnTo>
                        <a:lnTo>
                          <a:pt x="320" y="1079"/>
                        </a:lnTo>
                        <a:lnTo>
                          <a:pt x="322" y="1079"/>
                        </a:lnTo>
                        <a:lnTo>
                          <a:pt x="320" y="1082"/>
                        </a:lnTo>
                        <a:lnTo>
                          <a:pt x="320" y="1084"/>
                        </a:lnTo>
                        <a:lnTo>
                          <a:pt x="318" y="1083"/>
                        </a:lnTo>
                        <a:lnTo>
                          <a:pt x="318" y="1086"/>
                        </a:lnTo>
                        <a:lnTo>
                          <a:pt x="320" y="1086"/>
                        </a:lnTo>
                        <a:lnTo>
                          <a:pt x="320" y="1087"/>
                        </a:lnTo>
                        <a:lnTo>
                          <a:pt x="322" y="1090"/>
                        </a:lnTo>
                        <a:lnTo>
                          <a:pt x="322" y="1094"/>
                        </a:lnTo>
                        <a:lnTo>
                          <a:pt x="323" y="1097"/>
                        </a:lnTo>
                        <a:lnTo>
                          <a:pt x="324" y="1101"/>
                        </a:lnTo>
                        <a:lnTo>
                          <a:pt x="330" y="1106"/>
                        </a:lnTo>
                        <a:lnTo>
                          <a:pt x="338" y="1113"/>
                        </a:lnTo>
                        <a:lnTo>
                          <a:pt x="339" y="1114"/>
                        </a:lnTo>
                        <a:lnTo>
                          <a:pt x="338" y="1114"/>
                        </a:lnTo>
                        <a:lnTo>
                          <a:pt x="334" y="1120"/>
                        </a:lnTo>
                        <a:lnTo>
                          <a:pt x="330" y="1122"/>
                        </a:lnTo>
                        <a:lnTo>
                          <a:pt x="328" y="1124"/>
                        </a:lnTo>
                        <a:lnTo>
                          <a:pt x="322" y="1124"/>
                        </a:lnTo>
                        <a:lnTo>
                          <a:pt x="320" y="1120"/>
                        </a:lnTo>
                        <a:lnTo>
                          <a:pt x="314" y="1116"/>
                        </a:lnTo>
                        <a:lnTo>
                          <a:pt x="309" y="1114"/>
                        </a:lnTo>
                        <a:lnTo>
                          <a:pt x="308" y="1120"/>
                        </a:lnTo>
                        <a:lnTo>
                          <a:pt x="312" y="1122"/>
                        </a:lnTo>
                        <a:lnTo>
                          <a:pt x="314" y="1125"/>
                        </a:lnTo>
                        <a:lnTo>
                          <a:pt x="312" y="1131"/>
                        </a:lnTo>
                        <a:lnTo>
                          <a:pt x="308" y="1128"/>
                        </a:lnTo>
                        <a:lnTo>
                          <a:pt x="303" y="1127"/>
                        </a:lnTo>
                        <a:lnTo>
                          <a:pt x="295" y="1122"/>
                        </a:lnTo>
                        <a:lnTo>
                          <a:pt x="289" y="1125"/>
                        </a:lnTo>
                        <a:lnTo>
                          <a:pt x="289" y="1127"/>
                        </a:lnTo>
                        <a:lnTo>
                          <a:pt x="292" y="1129"/>
                        </a:lnTo>
                        <a:lnTo>
                          <a:pt x="288" y="1127"/>
                        </a:lnTo>
                        <a:lnTo>
                          <a:pt x="280" y="1127"/>
                        </a:lnTo>
                        <a:lnTo>
                          <a:pt x="278" y="1127"/>
                        </a:lnTo>
                        <a:lnTo>
                          <a:pt x="271" y="1128"/>
                        </a:lnTo>
                        <a:lnTo>
                          <a:pt x="267" y="1129"/>
                        </a:lnTo>
                        <a:lnTo>
                          <a:pt x="267" y="1129"/>
                        </a:lnTo>
                        <a:lnTo>
                          <a:pt x="265" y="1128"/>
                        </a:lnTo>
                        <a:lnTo>
                          <a:pt x="259" y="1124"/>
                        </a:lnTo>
                        <a:lnTo>
                          <a:pt x="256" y="1122"/>
                        </a:lnTo>
                        <a:lnTo>
                          <a:pt x="254" y="1124"/>
                        </a:lnTo>
                        <a:lnTo>
                          <a:pt x="252" y="1125"/>
                        </a:lnTo>
                        <a:lnTo>
                          <a:pt x="248" y="1124"/>
                        </a:lnTo>
                        <a:lnTo>
                          <a:pt x="247" y="1125"/>
                        </a:lnTo>
                        <a:lnTo>
                          <a:pt x="246" y="1124"/>
                        </a:lnTo>
                        <a:lnTo>
                          <a:pt x="246" y="1122"/>
                        </a:lnTo>
                        <a:lnTo>
                          <a:pt x="243" y="1121"/>
                        </a:lnTo>
                        <a:lnTo>
                          <a:pt x="243" y="1121"/>
                        </a:lnTo>
                        <a:lnTo>
                          <a:pt x="244" y="1121"/>
                        </a:lnTo>
                        <a:lnTo>
                          <a:pt x="243" y="1118"/>
                        </a:lnTo>
                        <a:lnTo>
                          <a:pt x="244" y="1117"/>
                        </a:lnTo>
                        <a:lnTo>
                          <a:pt x="242" y="1113"/>
                        </a:lnTo>
                        <a:lnTo>
                          <a:pt x="242" y="1106"/>
                        </a:lnTo>
                        <a:lnTo>
                          <a:pt x="239" y="1105"/>
                        </a:lnTo>
                        <a:lnTo>
                          <a:pt x="236" y="1099"/>
                        </a:lnTo>
                        <a:lnTo>
                          <a:pt x="233" y="1099"/>
                        </a:lnTo>
                        <a:lnTo>
                          <a:pt x="232" y="1098"/>
                        </a:lnTo>
                        <a:lnTo>
                          <a:pt x="229" y="1094"/>
                        </a:lnTo>
                        <a:lnTo>
                          <a:pt x="228" y="1095"/>
                        </a:lnTo>
                        <a:lnTo>
                          <a:pt x="227" y="1094"/>
                        </a:lnTo>
                        <a:lnTo>
                          <a:pt x="224" y="1094"/>
                        </a:lnTo>
                        <a:lnTo>
                          <a:pt x="221" y="1091"/>
                        </a:lnTo>
                        <a:lnTo>
                          <a:pt x="220" y="1091"/>
                        </a:lnTo>
                        <a:lnTo>
                          <a:pt x="217" y="1090"/>
                        </a:lnTo>
                        <a:lnTo>
                          <a:pt x="216" y="1087"/>
                        </a:lnTo>
                        <a:lnTo>
                          <a:pt x="213" y="1087"/>
                        </a:lnTo>
                        <a:lnTo>
                          <a:pt x="212" y="1086"/>
                        </a:lnTo>
                        <a:lnTo>
                          <a:pt x="210" y="1084"/>
                        </a:lnTo>
                        <a:lnTo>
                          <a:pt x="208" y="1083"/>
                        </a:lnTo>
                        <a:lnTo>
                          <a:pt x="206" y="1079"/>
                        </a:lnTo>
                        <a:lnTo>
                          <a:pt x="197" y="1074"/>
                        </a:lnTo>
                        <a:lnTo>
                          <a:pt x="193" y="1072"/>
                        </a:lnTo>
                        <a:lnTo>
                          <a:pt x="187" y="1068"/>
                        </a:lnTo>
                        <a:lnTo>
                          <a:pt x="183" y="1069"/>
                        </a:lnTo>
                        <a:lnTo>
                          <a:pt x="179" y="1065"/>
                        </a:lnTo>
                        <a:lnTo>
                          <a:pt x="179" y="1064"/>
                        </a:lnTo>
                        <a:lnTo>
                          <a:pt x="175" y="1060"/>
                        </a:lnTo>
                        <a:lnTo>
                          <a:pt x="174" y="1060"/>
                        </a:lnTo>
                        <a:lnTo>
                          <a:pt x="171" y="1060"/>
                        </a:lnTo>
                        <a:lnTo>
                          <a:pt x="172" y="1059"/>
                        </a:lnTo>
                        <a:lnTo>
                          <a:pt x="175" y="1057"/>
                        </a:lnTo>
                        <a:lnTo>
                          <a:pt x="174" y="1056"/>
                        </a:lnTo>
                        <a:lnTo>
                          <a:pt x="174" y="1055"/>
                        </a:lnTo>
                        <a:lnTo>
                          <a:pt x="176" y="1055"/>
                        </a:lnTo>
                        <a:lnTo>
                          <a:pt x="179" y="1057"/>
                        </a:lnTo>
                        <a:lnTo>
                          <a:pt x="179" y="1056"/>
                        </a:lnTo>
                        <a:lnTo>
                          <a:pt x="182" y="1057"/>
                        </a:lnTo>
                        <a:lnTo>
                          <a:pt x="183" y="1053"/>
                        </a:lnTo>
                        <a:lnTo>
                          <a:pt x="182" y="1052"/>
                        </a:lnTo>
                        <a:lnTo>
                          <a:pt x="182" y="1049"/>
                        </a:lnTo>
                        <a:lnTo>
                          <a:pt x="184" y="1046"/>
                        </a:lnTo>
                        <a:lnTo>
                          <a:pt x="184" y="1045"/>
                        </a:lnTo>
                        <a:lnTo>
                          <a:pt x="186" y="1044"/>
                        </a:lnTo>
                        <a:lnTo>
                          <a:pt x="187" y="1044"/>
                        </a:lnTo>
                        <a:lnTo>
                          <a:pt x="189" y="1042"/>
                        </a:lnTo>
                        <a:lnTo>
                          <a:pt x="191" y="1042"/>
                        </a:lnTo>
                        <a:lnTo>
                          <a:pt x="191" y="1041"/>
                        </a:lnTo>
                        <a:lnTo>
                          <a:pt x="187" y="1040"/>
                        </a:lnTo>
                        <a:lnTo>
                          <a:pt x="187" y="1038"/>
                        </a:lnTo>
                        <a:lnTo>
                          <a:pt x="186" y="1040"/>
                        </a:lnTo>
                        <a:lnTo>
                          <a:pt x="183" y="1037"/>
                        </a:lnTo>
                        <a:lnTo>
                          <a:pt x="182" y="1033"/>
                        </a:lnTo>
                        <a:lnTo>
                          <a:pt x="186" y="1033"/>
                        </a:lnTo>
                        <a:lnTo>
                          <a:pt x="190" y="1033"/>
                        </a:lnTo>
                        <a:lnTo>
                          <a:pt x="191" y="1031"/>
                        </a:lnTo>
                        <a:lnTo>
                          <a:pt x="190" y="1031"/>
                        </a:lnTo>
                        <a:lnTo>
                          <a:pt x="189" y="1030"/>
                        </a:lnTo>
                        <a:lnTo>
                          <a:pt x="191" y="1027"/>
                        </a:lnTo>
                        <a:lnTo>
                          <a:pt x="199" y="1023"/>
                        </a:lnTo>
                        <a:lnTo>
                          <a:pt x="199" y="1022"/>
                        </a:lnTo>
                        <a:lnTo>
                          <a:pt x="199" y="1021"/>
                        </a:lnTo>
                        <a:lnTo>
                          <a:pt x="195" y="1021"/>
                        </a:lnTo>
                        <a:lnTo>
                          <a:pt x="191" y="1023"/>
                        </a:lnTo>
                        <a:lnTo>
                          <a:pt x="189" y="1022"/>
                        </a:lnTo>
                        <a:lnTo>
                          <a:pt x="189" y="1022"/>
                        </a:lnTo>
                        <a:lnTo>
                          <a:pt x="189" y="1022"/>
                        </a:lnTo>
                        <a:lnTo>
                          <a:pt x="189" y="1016"/>
                        </a:lnTo>
                        <a:lnTo>
                          <a:pt x="191" y="1015"/>
                        </a:lnTo>
                        <a:lnTo>
                          <a:pt x="194" y="1010"/>
                        </a:lnTo>
                        <a:lnTo>
                          <a:pt x="201" y="1010"/>
                        </a:lnTo>
                        <a:lnTo>
                          <a:pt x="204" y="1008"/>
                        </a:lnTo>
                        <a:lnTo>
                          <a:pt x="204" y="1004"/>
                        </a:lnTo>
                        <a:lnTo>
                          <a:pt x="205" y="999"/>
                        </a:lnTo>
                        <a:lnTo>
                          <a:pt x="204" y="995"/>
                        </a:lnTo>
                        <a:lnTo>
                          <a:pt x="199" y="992"/>
                        </a:lnTo>
                        <a:lnTo>
                          <a:pt x="201" y="985"/>
                        </a:lnTo>
                        <a:lnTo>
                          <a:pt x="204" y="985"/>
                        </a:lnTo>
                        <a:lnTo>
                          <a:pt x="206" y="983"/>
                        </a:lnTo>
                        <a:lnTo>
                          <a:pt x="206" y="978"/>
                        </a:lnTo>
                        <a:lnTo>
                          <a:pt x="205" y="977"/>
                        </a:lnTo>
                        <a:lnTo>
                          <a:pt x="204" y="974"/>
                        </a:lnTo>
                        <a:lnTo>
                          <a:pt x="201" y="976"/>
                        </a:lnTo>
                        <a:lnTo>
                          <a:pt x="197" y="976"/>
                        </a:lnTo>
                        <a:lnTo>
                          <a:pt x="193" y="973"/>
                        </a:lnTo>
                        <a:lnTo>
                          <a:pt x="190" y="973"/>
                        </a:lnTo>
                        <a:lnTo>
                          <a:pt x="187" y="972"/>
                        </a:lnTo>
                        <a:lnTo>
                          <a:pt x="183" y="972"/>
                        </a:lnTo>
                        <a:lnTo>
                          <a:pt x="178" y="970"/>
                        </a:lnTo>
                        <a:lnTo>
                          <a:pt x="176" y="973"/>
                        </a:lnTo>
                        <a:lnTo>
                          <a:pt x="175" y="970"/>
                        </a:lnTo>
                        <a:lnTo>
                          <a:pt x="171" y="968"/>
                        </a:lnTo>
                        <a:lnTo>
                          <a:pt x="167" y="959"/>
                        </a:lnTo>
                        <a:lnTo>
                          <a:pt x="165" y="961"/>
                        </a:lnTo>
                        <a:lnTo>
                          <a:pt x="160" y="964"/>
                        </a:lnTo>
                        <a:lnTo>
                          <a:pt x="157" y="964"/>
                        </a:lnTo>
                        <a:lnTo>
                          <a:pt x="155" y="965"/>
                        </a:lnTo>
                        <a:lnTo>
                          <a:pt x="151" y="962"/>
                        </a:lnTo>
                        <a:lnTo>
                          <a:pt x="148" y="965"/>
                        </a:lnTo>
                        <a:lnTo>
                          <a:pt x="141" y="959"/>
                        </a:lnTo>
                        <a:lnTo>
                          <a:pt x="140" y="954"/>
                        </a:lnTo>
                        <a:lnTo>
                          <a:pt x="140" y="950"/>
                        </a:lnTo>
                        <a:lnTo>
                          <a:pt x="137" y="950"/>
                        </a:lnTo>
                        <a:lnTo>
                          <a:pt x="137" y="947"/>
                        </a:lnTo>
                        <a:lnTo>
                          <a:pt x="133" y="944"/>
                        </a:lnTo>
                        <a:lnTo>
                          <a:pt x="126" y="946"/>
                        </a:lnTo>
                        <a:lnTo>
                          <a:pt x="122" y="940"/>
                        </a:lnTo>
                        <a:lnTo>
                          <a:pt x="123" y="938"/>
                        </a:lnTo>
                        <a:lnTo>
                          <a:pt x="121" y="935"/>
                        </a:lnTo>
                        <a:lnTo>
                          <a:pt x="118" y="928"/>
                        </a:lnTo>
                        <a:lnTo>
                          <a:pt x="115" y="928"/>
                        </a:lnTo>
                        <a:lnTo>
                          <a:pt x="111" y="930"/>
                        </a:lnTo>
                        <a:lnTo>
                          <a:pt x="104" y="930"/>
                        </a:lnTo>
                        <a:lnTo>
                          <a:pt x="98" y="928"/>
                        </a:lnTo>
                        <a:lnTo>
                          <a:pt x="95" y="930"/>
                        </a:lnTo>
                        <a:lnTo>
                          <a:pt x="95" y="932"/>
                        </a:lnTo>
                        <a:lnTo>
                          <a:pt x="92" y="934"/>
                        </a:lnTo>
                        <a:lnTo>
                          <a:pt x="89" y="932"/>
                        </a:lnTo>
                        <a:lnTo>
                          <a:pt x="89" y="930"/>
                        </a:lnTo>
                        <a:lnTo>
                          <a:pt x="87" y="925"/>
                        </a:lnTo>
                        <a:lnTo>
                          <a:pt x="87" y="921"/>
                        </a:lnTo>
                        <a:lnTo>
                          <a:pt x="84" y="917"/>
                        </a:lnTo>
                        <a:lnTo>
                          <a:pt x="84" y="913"/>
                        </a:lnTo>
                        <a:lnTo>
                          <a:pt x="85" y="912"/>
                        </a:lnTo>
                        <a:lnTo>
                          <a:pt x="88" y="915"/>
                        </a:lnTo>
                        <a:lnTo>
                          <a:pt x="95" y="913"/>
                        </a:lnTo>
                        <a:lnTo>
                          <a:pt x="98" y="908"/>
                        </a:lnTo>
                        <a:lnTo>
                          <a:pt x="100" y="906"/>
                        </a:lnTo>
                        <a:lnTo>
                          <a:pt x="96" y="905"/>
                        </a:lnTo>
                        <a:lnTo>
                          <a:pt x="96" y="902"/>
                        </a:lnTo>
                        <a:lnTo>
                          <a:pt x="91" y="897"/>
                        </a:lnTo>
                        <a:lnTo>
                          <a:pt x="85" y="896"/>
                        </a:lnTo>
                        <a:lnTo>
                          <a:pt x="84" y="891"/>
                        </a:lnTo>
                        <a:lnTo>
                          <a:pt x="81" y="889"/>
                        </a:lnTo>
                        <a:lnTo>
                          <a:pt x="79" y="883"/>
                        </a:lnTo>
                        <a:lnTo>
                          <a:pt x="76" y="881"/>
                        </a:lnTo>
                        <a:lnTo>
                          <a:pt x="73" y="877"/>
                        </a:lnTo>
                        <a:lnTo>
                          <a:pt x="73" y="872"/>
                        </a:lnTo>
                        <a:lnTo>
                          <a:pt x="70" y="870"/>
                        </a:lnTo>
                        <a:lnTo>
                          <a:pt x="72" y="866"/>
                        </a:lnTo>
                        <a:lnTo>
                          <a:pt x="70" y="863"/>
                        </a:lnTo>
                        <a:lnTo>
                          <a:pt x="65" y="860"/>
                        </a:lnTo>
                        <a:lnTo>
                          <a:pt x="62" y="860"/>
                        </a:lnTo>
                        <a:lnTo>
                          <a:pt x="61" y="858"/>
                        </a:lnTo>
                        <a:lnTo>
                          <a:pt x="57" y="859"/>
                        </a:lnTo>
                        <a:lnTo>
                          <a:pt x="53" y="862"/>
                        </a:lnTo>
                        <a:lnTo>
                          <a:pt x="50" y="858"/>
                        </a:lnTo>
                        <a:lnTo>
                          <a:pt x="47" y="858"/>
                        </a:lnTo>
                        <a:lnTo>
                          <a:pt x="43" y="859"/>
                        </a:lnTo>
                        <a:lnTo>
                          <a:pt x="40" y="855"/>
                        </a:lnTo>
                        <a:lnTo>
                          <a:pt x="38" y="856"/>
                        </a:lnTo>
                        <a:lnTo>
                          <a:pt x="35" y="855"/>
                        </a:lnTo>
                        <a:lnTo>
                          <a:pt x="34" y="855"/>
                        </a:lnTo>
                        <a:lnTo>
                          <a:pt x="34" y="851"/>
                        </a:lnTo>
                        <a:lnTo>
                          <a:pt x="32" y="848"/>
                        </a:lnTo>
                        <a:lnTo>
                          <a:pt x="31" y="844"/>
                        </a:lnTo>
                        <a:lnTo>
                          <a:pt x="30" y="843"/>
                        </a:lnTo>
                        <a:lnTo>
                          <a:pt x="27" y="839"/>
                        </a:lnTo>
                        <a:lnTo>
                          <a:pt x="28" y="837"/>
                        </a:lnTo>
                        <a:lnTo>
                          <a:pt x="27" y="834"/>
                        </a:lnTo>
                        <a:lnTo>
                          <a:pt x="26" y="834"/>
                        </a:lnTo>
                        <a:lnTo>
                          <a:pt x="27" y="833"/>
                        </a:lnTo>
                        <a:lnTo>
                          <a:pt x="26" y="830"/>
                        </a:lnTo>
                        <a:lnTo>
                          <a:pt x="23" y="829"/>
                        </a:lnTo>
                        <a:lnTo>
                          <a:pt x="26" y="826"/>
                        </a:lnTo>
                        <a:lnTo>
                          <a:pt x="26" y="824"/>
                        </a:lnTo>
                        <a:lnTo>
                          <a:pt x="27" y="822"/>
                        </a:lnTo>
                        <a:lnTo>
                          <a:pt x="27" y="819"/>
                        </a:lnTo>
                        <a:lnTo>
                          <a:pt x="20" y="807"/>
                        </a:lnTo>
                        <a:lnTo>
                          <a:pt x="21" y="796"/>
                        </a:lnTo>
                        <a:lnTo>
                          <a:pt x="23" y="795"/>
                        </a:lnTo>
                        <a:lnTo>
                          <a:pt x="24" y="791"/>
                        </a:lnTo>
                        <a:lnTo>
                          <a:pt x="27" y="788"/>
                        </a:lnTo>
                        <a:lnTo>
                          <a:pt x="27" y="787"/>
                        </a:lnTo>
                        <a:lnTo>
                          <a:pt x="27" y="787"/>
                        </a:lnTo>
                        <a:lnTo>
                          <a:pt x="26" y="784"/>
                        </a:lnTo>
                        <a:lnTo>
                          <a:pt x="26" y="784"/>
                        </a:lnTo>
                        <a:lnTo>
                          <a:pt x="27" y="781"/>
                        </a:lnTo>
                        <a:lnTo>
                          <a:pt x="26" y="779"/>
                        </a:lnTo>
                        <a:lnTo>
                          <a:pt x="26" y="777"/>
                        </a:lnTo>
                        <a:lnTo>
                          <a:pt x="27" y="777"/>
                        </a:lnTo>
                        <a:lnTo>
                          <a:pt x="27" y="780"/>
                        </a:lnTo>
                        <a:lnTo>
                          <a:pt x="30" y="779"/>
                        </a:lnTo>
                        <a:lnTo>
                          <a:pt x="30" y="776"/>
                        </a:lnTo>
                        <a:lnTo>
                          <a:pt x="31" y="775"/>
                        </a:lnTo>
                        <a:lnTo>
                          <a:pt x="34" y="776"/>
                        </a:lnTo>
                        <a:lnTo>
                          <a:pt x="38" y="773"/>
                        </a:lnTo>
                        <a:lnTo>
                          <a:pt x="39" y="772"/>
                        </a:lnTo>
                        <a:lnTo>
                          <a:pt x="40" y="771"/>
                        </a:lnTo>
                        <a:lnTo>
                          <a:pt x="45" y="772"/>
                        </a:lnTo>
                        <a:lnTo>
                          <a:pt x="46" y="769"/>
                        </a:lnTo>
                        <a:lnTo>
                          <a:pt x="43" y="767"/>
                        </a:lnTo>
                        <a:lnTo>
                          <a:pt x="42" y="767"/>
                        </a:lnTo>
                        <a:lnTo>
                          <a:pt x="40" y="767"/>
                        </a:lnTo>
                        <a:lnTo>
                          <a:pt x="36" y="767"/>
                        </a:lnTo>
                        <a:lnTo>
                          <a:pt x="35" y="764"/>
                        </a:lnTo>
                        <a:lnTo>
                          <a:pt x="32" y="764"/>
                        </a:lnTo>
                        <a:lnTo>
                          <a:pt x="28" y="760"/>
                        </a:lnTo>
                        <a:lnTo>
                          <a:pt x="28" y="758"/>
                        </a:lnTo>
                        <a:lnTo>
                          <a:pt x="32" y="761"/>
                        </a:lnTo>
                        <a:lnTo>
                          <a:pt x="32" y="758"/>
                        </a:lnTo>
                        <a:lnTo>
                          <a:pt x="31" y="757"/>
                        </a:lnTo>
                        <a:lnTo>
                          <a:pt x="34" y="756"/>
                        </a:lnTo>
                        <a:lnTo>
                          <a:pt x="30" y="756"/>
                        </a:lnTo>
                        <a:lnTo>
                          <a:pt x="30" y="756"/>
                        </a:lnTo>
                        <a:lnTo>
                          <a:pt x="26" y="758"/>
                        </a:lnTo>
                        <a:lnTo>
                          <a:pt x="26" y="758"/>
                        </a:lnTo>
                        <a:lnTo>
                          <a:pt x="26" y="758"/>
                        </a:lnTo>
                        <a:lnTo>
                          <a:pt x="26" y="758"/>
                        </a:lnTo>
                        <a:lnTo>
                          <a:pt x="24" y="754"/>
                        </a:lnTo>
                        <a:lnTo>
                          <a:pt x="31" y="749"/>
                        </a:lnTo>
                        <a:lnTo>
                          <a:pt x="35" y="746"/>
                        </a:lnTo>
                        <a:lnTo>
                          <a:pt x="39" y="739"/>
                        </a:lnTo>
                        <a:lnTo>
                          <a:pt x="42" y="734"/>
                        </a:lnTo>
                        <a:lnTo>
                          <a:pt x="46" y="727"/>
                        </a:lnTo>
                        <a:lnTo>
                          <a:pt x="51" y="718"/>
                        </a:lnTo>
                        <a:lnTo>
                          <a:pt x="55" y="707"/>
                        </a:lnTo>
                        <a:lnTo>
                          <a:pt x="54" y="703"/>
                        </a:lnTo>
                        <a:lnTo>
                          <a:pt x="49" y="696"/>
                        </a:lnTo>
                        <a:lnTo>
                          <a:pt x="45" y="695"/>
                        </a:lnTo>
                        <a:lnTo>
                          <a:pt x="38" y="685"/>
                        </a:lnTo>
                        <a:lnTo>
                          <a:pt x="39" y="681"/>
                        </a:lnTo>
                        <a:lnTo>
                          <a:pt x="42" y="677"/>
                        </a:lnTo>
                        <a:lnTo>
                          <a:pt x="42" y="673"/>
                        </a:lnTo>
                        <a:lnTo>
                          <a:pt x="38" y="670"/>
                        </a:lnTo>
                        <a:lnTo>
                          <a:pt x="35" y="667"/>
                        </a:lnTo>
                        <a:lnTo>
                          <a:pt x="35" y="662"/>
                        </a:lnTo>
                        <a:lnTo>
                          <a:pt x="36" y="661"/>
                        </a:lnTo>
                        <a:lnTo>
                          <a:pt x="35" y="658"/>
                        </a:lnTo>
                        <a:lnTo>
                          <a:pt x="32" y="656"/>
                        </a:lnTo>
                        <a:lnTo>
                          <a:pt x="30" y="655"/>
                        </a:lnTo>
                        <a:lnTo>
                          <a:pt x="30" y="650"/>
                        </a:lnTo>
                        <a:lnTo>
                          <a:pt x="32" y="647"/>
                        </a:lnTo>
                        <a:lnTo>
                          <a:pt x="30" y="647"/>
                        </a:lnTo>
                        <a:lnTo>
                          <a:pt x="30" y="644"/>
                        </a:lnTo>
                        <a:lnTo>
                          <a:pt x="30" y="635"/>
                        </a:lnTo>
                        <a:lnTo>
                          <a:pt x="32" y="635"/>
                        </a:lnTo>
                        <a:lnTo>
                          <a:pt x="26" y="620"/>
                        </a:lnTo>
                        <a:lnTo>
                          <a:pt x="20" y="609"/>
                        </a:lnTo>
                        <a:lnTo>
                          <a:pt x="19" y="605"/>
                        </a:lnTo>
                        <a:lnTo>
                          <a:pt x="16" y="601"/>
                        </a:lnTo>
                        <a:lnTo>
                          <a:pt x="17" y="594"/>
                        </a:lnTo>
                        <a:lnTo>
                          <a:pt x="20" y="590"/>
                        </a:lnTo>
                        <a:lnTo>
                          <a:pt x="21" y="586"/>
                        </a:lnTo>
                        <a:lnTo>
                          <a:pt x="20" y="584"/>
                        </a:lnTo>
                        <a:lnTo>
                          <a:pt x="13" y="580"/>
                        </a:lnTo>
                        <a:lnTo>
                          <a:pt x="13" y="578"/>
                        </a:lnTo>
                        <a:lnTo>
                          <a:pt x="11" y="574"/>
                        </a:lnTo>
                        <a:lnTo>
                          <a:pt x="7" y="572"/>
                        </a:lnTo>
                        <a:lnTo>
                          <a:pt x="5" y="571"/>
                        </a:lnTo>
                        <a:lnTo>
                          <a:pt x="2" y="565"/>
                        </a:lnTo>
                        <a:lnTo>
                          <a:pt x="0" y="563"/>
                        </a:lnTo>
                        <a:lnTo>
                          <a:pt x="1" y="557"/>
                        </a:lnTo>
                        <a:lnTo>
                          <a:pt x="2" y="555"/>
                        </a:lnTo>
                        <a:lnTo>
                          <a:pt x="0" y="553"/>
                        </a:lnTo>
                        <a:lnTo>
                          <a:pt x="2" y="552"/>
                        </a:lnTo>
                        <a:lnTo>
                          <a:pt x="5" y="550"/>
                        </a:lnTo>
                        <a:lnTo>
                          <a:pt x="5" y="550"/>
                        </a:lnTo>
                        <a:lnTo>
                          <a:pt x="8" y="549"/>
                        </a:lnTo>
                        <a:lnTo>
                          <a:pt x="8" y="545"/>
                        </a:lnTo>
                        <a:lnTo>
                          <a:pt x="12" y="541"/>
                        </a:lnTo>
                        <a:lnTo>
                          <a:pt x="15" y="541"/>
                        </a:lnTo>
                        <a:lnTo>
                          <a:pt x="17" y="538"/>
                        </a:lnTo>
                        <a:lnTo>
                          <a:pt x="16" y="534"/>
                        </a:lnTo>
                        <a:lnTo>
                          <a:pt x="19" y="533"/>
                        </a:lnTo>
                        <a:lnTo>
                          <a:pt x="21" y="534"/>
                        </a:lnTo>
                        <a:lnTo>
                          <a:pt x="24" y="533"/>
                        </a:lnTo>
                        <a:lnTo>
                          <a:pt x="23" y="530"/>
                        </a:lnTo>
                        <a:lnTo>
                          <a:pt x="24" y="529"/>
                        </a:lnTo>
                        <a:lnTo>
                          <a:pt x="27" y="530"/>
                        </a:lnTo>
                        <a:lnTo>
                          <a:pt x="28" y="531"/>
                        </a:lnTo>
                        <a:lnTo>
                          <a:pt x="28" y="534"/>
                        </a:lnTo>
                        <a:lnTo>
                          <a:pt x="30" y="536"/>
                        </a:lnTo>
                        <a:lnTo>
                          <a:pt x="30" y="531"/>
                        </a:lnTo>
                        <a:lnTo>
                          <a:pt x="31" y="530"/>
                        </a:lnTo>
                        <a:lnTo>
                          <a:pt x="32" y="530"/>
                        </a:lnTo>
                        <a:lnTo>
                          <a:pt x="34" y="530"/>
                        </a:lnTo>
                        <a:lnTo>
                          <a:pt x="31" y="527"/>
                        </a:lnTo>
                        <a:lnTo>
                          <a:pt x="31" y="527"/>
                        </a:lnTo>
                        <a:lnTo>
                          <a:pt x="32" y="527"/>
                        </a:lnTo>
                        <a:lnTo>
                          <a:pt x="35" y="527"/>
                        </a:lnTo>
                        <a:lnTo>
                          <a:pt x="35" y="526"/>
                        </a:lnTo>
                        <a:lnTo>
                          <a:pt x="34" y="526"/>
                        </a:lnTo>
                        <a:lnTo>
                          <a:pt x="32" y="523"/>
                        </a:lnTo>
                        <a:lnTo>
                          <a:pt x="34" y="523"/>
                        </a:lnTo>
                        <a:lnTo>
                          <a:pt x="36" y="523"/>
                        </a:lnTo>
                        <a:lnTo>
                          <a:pt x="39" y="525"/>
                        </a:lnTo>
                        <a:lnTo>
                          <a:pt x="40" y="526"/>
                        </a:lnTo>
                        <a:lnTo>
                          <a:pt x="42" y="527"/>
                        </a:lnTo>
                        <a:lnTo>
                          <a:pt x="43" y="527"/>
                        </a:lnTo>
                        <a:lnTo>
                          <a:pt x="45" y="527"/>
                        </a:lnTo>
                        <a:lnTo>
                          <a:pt x="46" y="529"/>
                        </a:lnTo>
                        <a:lnTo>
                          <a:pt x="47" y="530"/>
                        </a:lnTo>
                        <a:lnTo>
                          <a:pt x="47" y="531"/>
                        </a:lnTo>
                        <a:lnTo>
                          <a:pt x="46" y="533"/>
                        </a:lnTo>
                        <a:lnTo>
                          <a:pt x="43" y="533"/>
                        </a:lnTo>
                        <a:lnTo>
                          <a:pt x="40" y="533"/>
                        </a:lnTo>
                        <a:lnTo>
                          <a:pt x="38" y="530"/>
                        </a:lnTo>
                        <a:lnTo>
                          <a:pt x="38" y="529"/>
                        </a:lnTo>
                        <a:lnTo>
                          <a:pt x="36" y="530"/>
                        </a:lnTo>
                        <a:lnTo>
                          <a:pt x="36" y="534"/>
                        </a:lnTo>
                        <a:lnTo>
                          <a:pt x="36" y="537"/>
                        </a:lnTo>
                        <a:lnTo>
                          <a:pt x="39" y="534"/>
                        </a:lnTo>
                        <a:lnTo>
                          <a:pt x="40" y="536"/>
                        </a:lnTo>
                        <a:lnTo>
                          <a:pt x="40" y="538"/>
                        </a:lnTo>
                        <a:lnTo>
                          <a:pt x="43" y="536"/>
                        </a:lnTo>
                        <a:lnTo>
                          <a:pt x="45" y="537"/>
                        </a:lnTo>
                        <a:lnTo>
                          <a:pt x="46" y="538"/>
                        </a:lnTo>
                        <a:lnTo>
                          <a:pt x="46" y="538"/>
                        </a:lnTo>
                        <a:lnTo>
                          <a:pt x="47" y="537"/>
                        </a:lnTo>
                        <a:lnTo>
                          <a:pt x="49" y="538"/>
                        </a:lnTo>
                        <a:lnTo>
                          <a:pt x="47" y="538"/>
                        </a:lnTo>
                        <a:lnTo>
                          <a:pt x="47" y="541"/>
                        </a:lnTo>
                        <a:lnTo>
                          <a:pt x="50" y="537"/>
                        </a:lnTo>
                        <a:lnTo>
                          <a:pt x="51" y="537"/>
                        </a:lnTo>
                        <a:lnTo>
                          <a:pt x="53" y="537"/>
                        </a:lnTo>
                        <a:lnTo>
                          <a:pt x="51" y="538"/>
                        </a:lnTo>
                        <a:lnTo>
                          <a:pt x="51" y="540"/>
                        </a:lnTo>
                        <a:lnTo>
                          <a:pt x="54" y="540"/>
                        </a:lnTo>
                        <a:lnTo>
                          <a:pt x="54" y="541"/>
                        </a:lnTo>
                        <a:lnTo>
                          <a:pt x="53" y="542"/>
                        </a:lnTo>
                        <a:lnTo>
                          <a:pt x="51" y="545"/>
                        </a:lnTo>
                        <a:lnTo>
                          <a:pt x="54" y="544"/>
                        </a:lnTo>
                        <a:lnTo>
                          <a:pt x="55" y="541"/>
                        </a:lnTo>
                        <a:lnTo>
                          <a:pt x="55" y="540"/>
                        </a:lnTo>
                        <a:lnTo>
                          <a:pt x="57" y="538"/>
                        </a:lnTo>
                        <a:lnTo>
                          <a:pt x="59" y="537"/>
                        </a:lnTo>
                        <a:lnTo>
                          <a:pt x="61" y="540"/>
                        </a:lnTo>
                        <a:lnTo>
                          <a:pt x="62" y="538"/>
                        </a:lnTo>
                        <a:lnTo>
                          <a:pt x="61" y="536"/>
                        </a:lnTo>
                        <a:lnTo>
                          <a:pt x="61" y="536"/>
                        </a:lnTo>
                        <a:lnTo>
                          <a:pt x="64" y="536"/>
                        </a:lnTo>
                        <a:lnTo>
                          <a:pt x="65" y="538"/>
                        </a:lnTo>
                        <a:lnTo>
                          <a:pt x="69" y="538"/>
                        </a:lnTo>
                        <a:lnTo>
                          <a:pt x="72" y="540"/>
                        </a:lnTo>
                        <a:lnTo>
                          <a:pt x="74" y="538"/>
                        </a:lnTo>
                        <a:lnTo>
                          <a:pt x="73" y="537"/>
                        </a:lnTo>
                        <a:lnTo>
                          <a:pt x="77" y="538"/>
                        </a:lnTo>
                        <a:lnTo>
                          <a:pt x="80" y="540"/>
                        </a:lnTo>
                        <a:lnTo>
                          <a:pt x="80" y="538"/>
                        </a:lnTo>
                        <a:lnTo>
                          <a:pt x="84" y="540"/>
                        </a:lnTo>
                        <a:lnTo>
                          <a:pt x="99" y="548"/>
                        </a:lnTo>
                        <a:lnTo>
                          <a:pt x="108" y="555"/>
                        </a:lnTo>
                        <a:lnTo>
                          <a:pt x="110" y="557"/>
                        </a:lnTo>
                        <a:lnTo>
                          <a:pt x="112" y="557"/>
                        </a:lnTo>
                        <a:lnTo>
                          <a:pt x="117" y="563"/>
                        </a:lnTo>
                        <a:lnTo>
                          <a:pt x="118" y="563"/>
                        </a:lnTo>
                        <a:lnTo>
                          <a:pt x="118" y="561"/>
                        </a:lnTo>
                        <a:lnTo>
                          <a:pt x="118" y="560"/>
                        </a:lnTo>
                        <a:lnTo>
                          <a:pt x="119" y="560"/>
                        </a:lnTo>
                        <a:lnTo>
                          <a:pt x="123" y="564"/>
                        </a:lnTo>
                        <a:lnTo>
                          <a:pt x="126" y="564"/>
                        </a:lnTo>
                        <a:lnTo>
                          <a:pt x="129" y="567"/>
                        </a:lnTo>
                        <a:lnTo>
                          <a:pt x="131" y="567"/>
                        </a:lnTo>
                        <a:lnTo>
                          <a:pt x="129" y="563"/>
                        </a:lnTo>
                        <a:lnTo>
                          <a:pt x="129" y="561"/>
                        </a:lnTo>
                        <a:lnTo>
                          <a:pt x="130" y="561"/>
                        </a:lnTo>
                        <a:lnTo>
                          <a:pt x="133" y="565"/>
                        </a:lnTo>
                        <a:lnTo>
                          <a:pt x="133" y="567"/>
                        </a:lnTo>
                        <a:lnTo>
                          <a:pt x="138" y="571"/>
                        </a:lnTo>
                        <a:lnTo>
                          <a:pt x="138" y="574"/>
                        </a:lnTo>
                        <a:lnTo>
                          <a:pt x="141" y="575"/>
                        </a:lnTo>
                        <a:lnTo>
                          <a:pt x="142" y="574"/>
                        </a:lnTo>
                        <a:lnTo>
                          <a:pt x="144" y="574"/>
                        </a:lnTo>
                        <a:lnTo>
                          <a:pt x="148" y="578"/>
                        </a:lnTo>
                        <a:lnTo>
                          <a:pt x="148" y="580"/>
                        </a:lnTo>
                        <a:lnTo>
                          <a:pt x="151" y="582"/>
                        </a:lnTo>
                        <a:lnTo>
                          <a:pt x="152" y="586"/>
                        </a:lnTo>
                        <a:lnTo>
                          <a:pt x="153" y="584"/>
                        </a:lnTo>
                        <a:lnTo>
                          <a:pt x="155" y="586"/>
                        </a:lnTo>
                        <a:lnTo>
                          <a:pt x="155" y="590"/>
                        </a:lnTo>
                        <a:lnTo>
                          <a:pt x="155" y="593"/>
                        </a:lnTo>
                        <a:lnTo>
                          <a:pt x="153" y="597"/>
                        </a:lnTo>
                        <a:lnTo>
                          <a:pt x="153" y="599"/>
                        </a:lnTo>
                        <a:lnTo>
                          <a:pt x="153" y="601"/>
                        </a:lnTo>
                        <a:lnTo>
                          <a:pt x="149" y="605"/>
                        </a:lnTo>
                        <a:lnTo>
                          <a:pt x="149" y="608"/>
                        </a:lnTo>
                        <a:lnTo>
                          <a:pt x="144" y="614"/>
                        </a:lnTo>
                        <a:lnTo>
                          <a:pt x="140" y="617"/>
                        </a:lnTo>
                        <a:lnTo>
                          <a:pt x="136" y="617"/>
                        </a:lnTo>
                        <a:lnTo>
                          <a:pt x="133" y="618"/>
                        </a:lnTo>
                        <a:lnTo>
                          <a:pt x="129" y="618"/>
                        </a:lnTo>
                        <a:lnTo>
                          <a:pt x="129" y="620"/>
                        </a:lnTo>
                        <a:lnTo>
                          <a:pt x="122" y="621"/>
                        </a:lnTo>
                        <a:lnTo>
                          <a:pt x="114" y="621"/>
                        </a:lnTo>
                        <a:lnTo>
                          <a:pt x="108" y="620"/>
                        </a:lnTo>
                        <a:lnTo>
                          <a:pt x="106" y="617"/>
                        </a:lnTo>
                        <a:lnTo>
                          <a:pt x="103" y="618"/>
                        </a:lnTo>
                        <a:lnTo>
                          <a:pt x="102" y="617"/>
                        </a:lnTo>
                        <a:lnTo>
                          <a:pt x="98" y="617"/>
                        </a:lnTo>
                        <a:lnTo>
                          <a:pt x="96" y="616"/>
                        </a:lnTo>
                        <a:lnTo>
                          <a:pt x="95" y="616"/>
                        </a:lnTo>
                        <a:lnTo>
                          <a:pt x="92" y="617"/>
                        </a:lnTo>
                        <a:lnTo>
                          <a:pt x="88" y="613"/>
                        </a:lnTo>
                        <a:lnTo>
                          <a:pt x="88" y="612"/>
                        </a:lnTo>
                        <a:lnTo>
                          <a:pt x="85" y="612"/>
                        </a:lnTo>
                        <a:lnTo>
                          <a:pt x="84" y="612"/>
                        </a:lnTo>
                        <a:lnTo>
                          <a:pt x="84" y="612"/>
                        </a:lnTo>
                        <a:lnTo>
                          <a:pt x="80" y="612"/>
                        </a:lnTo>
                        <a:lnTo>
                          <a:pt x="79" y="613"/>
                        </a:lnTo>
                        <a:lnTo>
                          <a:pt x="76" y="613"/>
                        </a:lnTo>
                        <a:lnTo>
                          <a:pt x="76" y="610"/>
                        </a:lnTo>
                        <a:lnTo>
                          <a:pt x="74" y="610"/>
                        </a:lnTo>
                        <a:lnTo>
                          <a:pt x="77" y="609"/>
                        </a:lnTo>
                        <a:lnTo>
                          <a:pt x="74" y="606"/>
                        </a:lnTo>
                        <a:lnTo>
                          <a:pt x="74" y="608"/>
                        </a:lnTo>
                        <a:lnTo>
                          <a:pt x="69" y="608"/>
                        </a:lnTo>
                        <a:lnTo>
                          <a:pt x="66" y="606"/>
                        </a:lnTo>
                        <a:lnTo>
                          <a:pt x="66" y="606"/>
                        </a:lnTo>
                        <a:lnTo>
                          <a:pt x="65" y="606"/>
                        </a:lnTo>
                        <a:lnTo>
                          <a:pt x="58" y="602"/>
                        </a:lnTo>
                        <a:lnTo>
                          <a:pt x="58" y="599"/>
                        </a:lnTo>
                        <a:lnTo>
                          <a:pt x="54" y="598"/>
                        </a:lnTo>
                        <a:lnTo>
                          <a:pt x="53" y="598"/>
                        </a:lnTo>
                        <a:lnTo>
                          <a:pt x="50" y="598"/>
                        </a:lnTo>
                        <a:lnTo>
                          <a:pt x="50" y="598"/>
                        </a:lnTo>
                        <a:lnTo>
                          <a:pt x="53" y="601"/>
                        </a:lnTo>
                        <a:lnTo>
                          <a:pt x="54" y="605"/>
                        </a:lnTo>
                        <a:lnTo>
                          <a:pt x="57" y="606"/>
                        </a:lnTo>
                        <a:lnTo>
                          <a:pt x="58" y="609"/>
                        </a:lnTo>
                        <a:lnTo>
                          <a:pt x="62" y="610"/>
                        </a:lnTo>
                        <a:lnTo>
                          <a:pt x="62" y="610"/>
                        </a:lnTo>
                        <a:lnTo>
                          <a:pt x="59" y="613"/>
                        </a:lnTo>
                        <a:lnTo>
                          <a:pt x="58" y="614"/>
                        </a:lnTo>
                        <a:lnTo>
                          <a:pt x="59" y="614"/>
                        </a:lnTo>
                        <a:lnTo>
                          <a:pt x="64" y="613"/>
                        </a:lnTo>
                        <a:lnTo>
                          <a:pt x="66" y="613"/>
                        </a:lnTo>
                        <a:lnTo>
                          <a:pt x="68" y="614"/>
                        </a:lnTo>
                        <a:lnTo>
                          <a:pt x="66" y="614"/>
                        </a:lnTo>
                        <a:lnTo>
                          <a:pt x="66" y="616"/>
                        </a:lnTo>
                        <a:lnTo>
                          <a:pt x="69" y="616"/>
                        </a:lnTo>
                        <a:lnTo>
                          <a:pt x="68" y="618"/>
                        </a:lnTo>
                        <a:lnTo>
                          <a:pt x="65" y="618"/>
                        </a:lnTo>
                        <a:lnTo>
                          <a:pt x="64" y="620"/>
                        </a:lnTo>
                        <a:lnTo>
                          <a:pt x="68" y="621"/>
                        </a:lnTo>
                        <a:lnTo>
                          <a:pt x="69" y="620"/>
                        </a:lnTo>
                        <a:lnTo>
                          <a:pt x="70" y="620"/>
                        </a:lnTo>
                        <a:lnTo>
                          <a:pt x="72" y="621"/>
                        </a:lnTo>
                        <a:lnTo>
                          <a:pt x="74" y="620"/>
                        </a:lnTo>
                        <a:lnTo>
                          <a:pt x="80" y="622"/>
                        </a:lnTo>
                        <a:lnTo>
                          <a:pt x="84" y="627"/>
                        </a:lnTo>
                        <a:lnTo>
                          <a:pt x="85" y="627"/>
                        </a:lnTo>
                        <a:lnTo>
                          <a:pt x="84" y="629"/>
                        </a:lnTo>
                        <a:lnTo>
                          <a:pt x="84" y="631"/>
                        </a:lnTo>
                        <a:lnTo>
                          <a:pt x="85" y="631"/>
                        </a:lnTo>
                        <a:lnTo>
                          <a:pt x="85" y="633"/>
                        </a:lnTo>
                        <a:lnTo>
                          <a:pt x="85" y="639"/>
                        </a:lnTo>
                        <a:lnTo>
                          <a:pt x="83" y="639"/>
                        </a:lnTo>
                        <a:lnTo>
                          <a:pt x="83" y="642"/>
                        </a:lnTo>
                        <a:lnTo>
                          <a:pt x="84" y="643"/>
                        </a:lnTo>
                        <a:lnTo>
                          <a:pt x="84" y="646"/>
                        </a:lnTo>
                        <a:lnTo>
                          <a:pt x="88" y="650"/>
                        </a:lnTo>
                        <a:lnTo>
                          <a:pt x="88" y="651"/>
                        </a:lnTo>
                        <a:lnTo>
                          <a:pt x="91" y="654"/>
                        </a:lnTo>
                        <a:lnTo>
                          <a:pt x="91" y="656"/>
                        </a:lnTo>
                        <a:lnTo>
                          <a:pt x="92" y="659"/>
                        </a:lnTo>
                        <a:lnTo>
                          <a:pt x="91" y="662"/>
                        </a:lnTo>
                        <a:lnTo>
                          <a:pt x="92" y="663"/>
                        </a:lnTo>
                        <a:lnTo>
                          <a:pt x="93" y="666"/>
                        </a:lnTo>
                        <a:lnTo>
                          <a:pt x="99" y="667"/>
                        </a:lnTo>
                        <a:lnTo>
                          <a:pt x="102" y="666"/>
                        </a:lnTo>
                        <a:lnTo>
                          <a:pt x="103" y="666"/>
                        </a:lnTo>
                        <a:lnTo>
                          <a:pt x="104" y="669"/>
                        </a:lnTo>
                        <a:lnTo>
                          <a:pt x="107" y="670"/>
                        </a:lnTo>
                        <a:lnTo>
                          <a:pt x="107" y="674"/>
                        </a:lnTo>
                        <a:lnTo>
                          <a:pt x="108" y="674"/>
                        </a:lnTo>
                        <a:lnTo>
                          <a:pt x="112" y="674"/>
                        </a:lnTo>
                        <a:lnTo>
                          <a:pt x="115" y="675"/>
                        </a:lnTo>
                        <a:lnTo>
                          <a:pt x="119" y="677"/>
                        </a:lnTo>
                        <a:lnTo>
                          <a:pt x="122" y="678"/>
                        </a:lnTo>
                        <a:lnTo>
                          <a:pt x="123" y="678"/>
                        </a:lnTo>
                        <a:lnTo>
                          <a:pt x="126" y="675"/>
                        </a:lnTo>
                        <a:lnTo>
                          <a:pt x="129" y="675"/>
                        </a:lnTo>
                        <a:lnTo>
                          <a:pt x="130" y="674"/>
                        </a:lnTo>
                        <a:lnTo>
                          <a:pt x="130" y="670"/>
                        </a:lnTo>
                        <a:lnTo>
                          <a:pt x="129" y="669"/>
                        </a:lnTo>
                        <a:lnTo>
                          <a:pt x="129" y="666"/>
                        </a:lnTo>
                        <a:lnTo>
                          <a:pt x="129" y="666"/>
                        </a:lnTo>
                        <a:lnTo>
                          <a:pt x="126" y="665"/>
                        </a:lnTo>
                        <a:lnTo>
                          <a:pt x="126" y="662"/>
                        </a:lnTo>
                        <a:lnTo>
                          <a:pt x="123" y="663"/>
                        </a:lnTo>
                        <a:lnTo>
                          <a:pt x="122" y="663"/>
                        </a:lnTo>
                        <a:lnTo>
                          <a:pt x="119" y="665"/>
                        </a:lnTo>
                        <a:lnTo>
                          <a:pt x="115" y="663"/>
                        </a:lnTo>
                        <a:lnTo>
                          <a:pt x="112" y="659"/>
                        </a:lnTo>
                        <a:lnTo>
                          <a:pt x="110" y="658"/>
                        </a:lnTo>
                        <a:lnTo>
                          <a:pt x="108" y="655"/>
                        </a:lnTo>
                        <a:lnTo>
                          <a:pt x="106" y="651"/>
                        </a:lnTo>
                        <a:lnTo>
                          <a:pt x="110" y="651"/>
                        </a:lnTo>
                        <a:lnTo>
                          <a:pt x="111" y="650"/>
                        </a:lnTo>
                        <a:lnTo>
                          <a:pt x="110" y="648"/>
                        </a:lnTo>
                        <a:lnTo>
                          <a:pt x="111" y="646"/>
                        </a:lnTo>
                        <a:lnTo>
                          <a:pt x="110" y="644"/>
                        </a:lnTo>
                        <a:lnTo>
                          <a:pt x="110" y="643"/>
                        </a:lnTo>
                        <a:lnTo>
                          <a:pt x="114" y="643"/>
                        </a:lnTo>
                        <a:lnTo>
                          <a:pt x="117" y="644"/>
                        </a:lnTo>
                        <a:lnTo>
                          <a:pt x="121" y="646"/>
                        </a:lnTo>
                        <a:lnTo>
                          <a:pt x="123" y="648"/>
                        </a:lnTo>
                        <a:lnTo>
                          <a:pt x="125" y="651"/>
                        </a:lnTo>
                        <a:lnTo>
                          <a:pt x="130" y="651"/>
                        </a:lnTo>
                        <a:lnTo>
                          <a:pt x="131" y="652"/>
                        </a:lnTo>
                        <a:lnTo>
                          <a:pt x="134" y="652"/>
                        </a:lnTo>
                        <a:lnTo>
                          <a:pt x="144" y="658"/>
                        </a:lnTo>
                        <a:lnTo>
                          <a:pt x="148" y="661"/>
                        </a:lnTo>
                        <a:lnTo>
                          <a:pt x="149" y="658"/>
                        </a:lnTo>
                        <a:lnTo>
                          <a:pt x="151" y="656"/>
                        </a:lnTo>
                        <a:lnTo>
                          <a:pt x="151" y="654"/>
                        </a:lnTo>
                        <a:lnTo>
                          <a:pt x="153" y="654"/>
                        </a:lnTo>
                        <a:lnTo>
                          <a:pt x="156" y="651"/>
                        </a:lnTo>
                        <a:lnTo>
                          <a:pt x="152" y="646"/>
                        </a:lnTo>
                        <a:lnTo>
                          <a:pt x="145" y="639"/>
                        </a:lnTo>
                        <a:lnTo>
                          <a:pt x="144" y="635"/>
                        </a:lnTo>
                        <a:lnTo>
                          <a:pt x="144" y="632"/>
                        </a:lnTo>
                        <a:lnTo>
                          <a:pt x="148" y="629"/>
                        </a:lnTo>
                        <a:lnTo>
                          <a:pt x="151" y="625"/>
                        </a:lnTo>
                        <a:lnTo>
                          <a:pt x="152" y="621"/>
                        </a:lnTo>
                        <a:lnTo>
                          <a:pt x="155" y="618"/>
                        </a:lnTo>
                        <a:lnTo>
                          <a:pt x="157" y="618"/>
                        </a:lnTo>
                        <a:lnTo>
                          <a:pt x="163" y="614"/>
                        </a:lnTo>
                        <a:lnTo>
                          <a:pt x="165" y="608"/>
                        </a:lnTo>
                        <a:lnTo>
                          <a:pt x="168" y="606"/>
                        </a:lnTo>
                        <a:lnTo>
                          <a:pt x="171" y="606"/>
                        </a:lnTo>
                        <a:lnTo>
                          <a:pt x="174" y="609"/>
                        </a:lnTo>
                        <a:lnTo>
                          <a:pt x="178" y="609"/>
                        </a:lnTo>
                        <a:lnTo>
                          <a:pt x="182" y="609"/>
                        </a:lnTo>
                        <a:lnTo>
                          <a:pt x="184" y="610"/>
                        </a:lnTo>
                        <a:lnTo>
                          <a:pt x="183" y="614"/>
                        </a:lnTo>
                        <a:lnTo>
                          <a:pt x="187" y="610"/>
                        </a:lnTo>
                        <a:lnTo>
                          <a:pt x="190" y="613"/>
                        </a:lnTo>
                        <a:lnTo>
                          <a:pt x="191" y="617"/>
                        </a:lnTo>
                        <a:lnTo>
                          <a:pt x="194" y="618"/>
                        </a:lnTo>
                        <a:lnTo>
                          <a:pt x="193" y="613"/>
                        </a:lnTo>
                        <a:lnTo>
                          <a:pt x="191" y="609"/>
                        </a:lnTo>
                        <a:lnTo>
                          <a:pt x="193" y="608"/>
                        </a:lnTo>
                        <a:lnTo>
                          <a:pt x="193" y="601"/>
                        </a:lnTo>
                        <a:lnTo>
                          <a:pt x="193" y="599"/>
                        </a:lnTo>
                        <a:lnTo>
                          <a:pt x="191" y="598"/>
                        </a:lnTo>
                        <a:lnTo>
                          <a:pt x="191" y="597"/>
                        </a:lnTo>
                        <a:lnTo>
                          <a:pt x="193" y="595"/>
                        </a:lnTo>
                        <a:lnTo>
                          <a:pt x="191" y="594"/>
                        </a:lnTo>
                        <a:lnTo>
                          <a:pt x="193" y="593"/>
                        </a:lnTo>
                        <a:lnTo>
                          <a:pt x="190" y="590"/>
                        </a:lnTo>
                        <a:lnTo>
                          <a:pt x="187" y="589"/>
                        </a:lnTo>
                        <a:lnTo>
                          <a:pt x="183" y="589"/>
                        </a:lnTo>
                        <a:lnTo>
                          <a:pt x="182" y="584"/>
                        </a:lnTo>
                        <a:lnTo>
                          <a:pt x="183" y="580"/>
                        </a:lnTo>
                        <a:lnTo>
                          <a:pt x="183" y="575"/>
                        </a:lnTo>
                        <a:lnTo>
                          <a:pt x="183" y="574"/>
                        </a:lnTo>
                        <a:lnTo>
                          <a:pt x="183" y="572"/>
                        </a:lnTo>
                        <a:lnTo>
                          <a:pt x="183" y="570"/>
                        </a:lnTo>
                        <a:lnTo>
                          <a:pt x="184" y="568"/>
                        </a:lnTo>
                        <a:lnTo>
                          <a:pt x="183" y="565"/>
                        </a:lnTo>
                        <a:lnTo>
                          <a:pt x="183" y="563"/>
                        </a:lnTo>
                        <a:lnTo>
                          <a:pt x="180" y="557"/>
                        </a:lnTo>
                        <a:lnTo>
                          <a:pt x="176" y="553"/>
                        </a:lnTo>
                        <a:lnTo>
                          <a:pt x="170" y="548"/>
                        </a:lnTo>
                        <a:lnTo>
                          <a:pt x="170" y="546"/>
                        </a:lnTo>
                        <a:lnTo>
                          <a:pt x="172" y="546"/>
                        </a:lnTo>
                        <a:lnTo>
                          <a:pt x="179" y="550"/>
                        </a:lnTo>
                        <a:lnTo>
                          <a:pt x="182" y="550"/>
                        </a:lnTo>
                        <a:lnTo>
                          <a:pt x="184" y="549"/>
                        </a:lnTo>
                        <a:lnTo>
                          <a:pt x="190" y="549"/>
                        </a:lnTo>
                        <a:lnTo>
                          <a:pt x="197" y="549"/>
                        </a:lnTo>
                        <a:lnTo>
                          <a:pt x="201" y="552"/>
                        </a:lnTo>
                        <a:lnTo>
                          <a:pt x="201" y="555"/>
                        </a:lnTo>
                        <a:lnTo>
                          <a:pt x="204" y="557"/>
                        </a:lnTo>
                        <a:lnTo>
                          <a:pt x="206" y="559"/>
                        </a:lnTo>
                        <a:lnTo>
                          <a:pt x="208" y="560"/>
                        </a:lnTo>
                        <a:lnTo>
                          <a:pt x="212" y="565"/>
                        </a:lnTo>
                        <a:lnTo>
                          <a:pt x="210" y="568"/>
                        </a:lnTo>
                        <a:lnTo>
                          <a:pt x="206" y="568"/>
                        </a:lnTo>
                        <a:lnTo>
                          <a:pt x="205" y="570"/>
                        </a:lnTo>
                        <a:lnTo>
                          <a:pt x="199" y="570"/>
                        </a:lnTo>
                        <a:lnTo>
                          <a:pt x="198" y="571"/>
                        </a:lnTo>
                        <a:lnTo>
                          <a:pt x="199" y="572"/>
                        </a:lnTo>
                        <a:lnTo>
                          <a:pt x="198" y="575"/>
                        </a:lnTo>
                        <a:lnTo>
                          <a:pt x="197" y="574"/>
                        </a:lnTo>
                        <a:lnTo>
                          <a:pt x="195" y="576"/>
                        </a:lnTo>
                        <a:lnTo>
                          <a:pt x="195" y="580"/>
                        </a:lnTo>
                        <a:lnTo>
                          <a:pt x="198" y="580"/>
                        </a:lnTo>
                        <a:lnTo>
                          <a:pt x="204" y="586"/>
                        </a:lnTo>
                        <a:lnTo>
                          <a:pt x="209" y="594"/>
                        </a:lnTo>
                        <a:lnTo>
                          <a:pt x="212" y="594"/>
                        </a:lnTo>
                        <a:lnTo>
                          <a:pt x="216" y="591"/>
                        </a:lnTo>
                        <a:lnTo>
                          <a:pt x="217" y="594"/>
                        </a:lnTo>
                        <a:lnTo>
                          <a:pt x="218" y="593"/>
                        </a:lnTo>
                        <a:lnTo>
                          <a:pt x="221" y="593"/>
                        </a:lnTo>
                        <a:lnTo>
                          <a:pt x="223" y="590"/>
                        </a:lnTo>
                        <a:lnTo>
                          <a:pt x="228" y="589"/>
                        </a:lnTo>
                        <a:lnTo>
                          <a:pt x="228" y="586"/>
                        </a:lnTo>
                        <a:lnTo>
                          <a:pt x="227" y="580"/>
                        </a:lnTo>
                        <a:lnTo>
                          <a:pt x="229" y="578"/>
                        </a:lnTo>
                        <a:lnTo>
                          <a:pt x="229" y="575"/>
                        </a:lnTo>
                        <a:lnTo>
                          <a:pt x="227" y="572"/>
                        </a:lnTo>
                        <a:lnTo>
                          <a:pt x="228" y="571"/>
                        </a:lnTo>
                        <a:lnTo>
                          <a:pt x="236" y="571"/>
                        </a:lnTo>
                        <a:lnTo>
                          <a:pt x="237" y="568"/>
                        </a:lnTo>
                        <a:lnTo>
                          <a:pt x="242" y="571"/>
                        </a:lnTo>
                        <a:lnTo>
                          <a:pt x="242" y="568"/>
                        </a:lnTo>
                        <a:lnTo>
                          <a:pt x="237" y="565"/>
                        </a:lnTo>
                        <a:lnTo>
                          <a:pt x="236" y="563"/>
                        </a:lnTo>
                        <a:lnTo>
                          <a:pt x="237" y="563"/>
                        </a:lnTo>
                        <a:lnTo>
                          <a:pt x="239" y="565"/>
                        </a:lnTo>
                        <a:lnTo>
                          <a:pt x="242" y="564"/>
                        </a:lnTo>
                        <a:lnTo>
                          <a:pt x="247" y="557"/>
                        </a:lnTo>
                        <a:lnTo>
                          <a:pt x="248" y="557"/>
                        </a:lnTo>
                        <a:lnTo>
                          <a:pt x="255" y="549"/>
                        </a:lnTo>
                        <a:lnTo>
                          <a:pt x="255" y="548"/>
                        </a:lnTo>
                        <a:lnTo>
                          <a:pt x="256" y="546"/>
                        </a:lnTo>
                        <a:lnTo>
                          <a:pt x="259" y="548"/>
                        </a:lnTo>
                        <a:lnTo>
                          <a:pt x="263" y="546"/>
                        </a:lnTo>
                        <a:lnTo>
                          <a:pt x="263" y="544"/>
                        </a:lnTo>
                        <a:lnTo>
                          <a:pt x="270" y="542"/>
                        </a:lnTo>
                        <a:lnTo>
                          <a:pt x="270" y="545"/>
                        </a:lnTo>
                        <a:lnTo>
                          <a:pt x="271" y="545"/>
                        </a:lnTo>
                        <a:lnTo>
                          <a:pt x="271" y="546"/>
                        </a:lnTo>
                        <a:lnTo>
                          <a:pt x="270" y="548"/>
                        </a:lnTo>
                        <a:lnTo>
                          <a:pt x="271" y="549"/>
                        </a:lnTo>
                        <a:lnTo>
                          <a:pt x="276" y="546"/>
                        </a:lnTo>
                        <a:lnTo>
                          <a:pt x="276" y="544"/>
                        </a:lnTo>
                        <a:lnTo>
                          <a:pt x="274" y="544"/>
                        </a:lnTo>
                        <a:lnTo>
                          <a:pt x="271" y="541"/>
                        </a:lnTo>
                        <a:lnTo>
                          <a:pt x="271" y="540"/>
                        </a:lnTo>
                        <a:lnTo>
                          <a:pt x="277" y="534"/>
                        </a:lnTo>
                        <a:lnTo>
                          <a:pt x="278" y="534"/>
                        </a:lnTo>
                        <a:lnTo>
                          <a:pt x="278" y="537"/>
                        </a:lnTo>
                        <a:lnTo>
                          <a:pt x="277" y="537"/>
                        </a:lnTo>
                        <a:lnTo>
                          <a:pt x="276" y="538"/>
                        </a:lnTo>
                        <a:lnTo>
                          <a:pt x="278" y="541"/>
                        </a:lnTo>
                        <a:lnTo>
                          <a:pt x="281" y="541"/>
                        </a:lnTo>
                        <a:lnTo>
                          <a:pt x="282" y="538"/>
                        </a:lnTo>
                        <a:lnTo>
                          <a:pt x="281" y="537"/>
                        </a:lnTo>
                        <a:lnTo>
                          <a:pt x="280" y="534"/>
                        </a:lnTo>
                        <a:lnTo>
                          <a:pt x="280" y="533"/>
                        </a:lnTo>
                        <a:lnTo>
                          <a:pt x="281" y="531"/>
                        </a:lnTo>
                        <a:lnTo>
                          <a:pt x="289" y="529"/>
                        </a:lnTo>
                        <a:lnTo>
                          <a:pt x="295" y="527"/>
                        </a:lnTo>
                        <a:lnTo>
                          <a:pt x="295" y="529"/>
                        </a:lnTo>
                        <a:lnTo>
                          <a:pt x="292" y="530"/>
                        </a:lnTo>
                        <a:lnTo>
                          <a:pt x="289" y="530"/>
                        </a:lnTo>
                        <a:lnTo>
                          <a:pt x="284" y="533"/>
                        </a:lnTo>
                        <a:lnTo>
                          <a:pt x="285" y="534"/>
                        </a:lnTo>
                        <a:lnTo>
                          <a:pt x="288" y="534"/>
                        </a:lnTo>
                        <a:lnTo>
                          <a:pt x="289" y="533"/>
                        </a:lnTo>
                        <a:lnTo>
                          <a:pt x="292" y="537"/>
                        </a:lnTo>
                        <a:lnTo>
                          <a:pt x="290" y="537"/>
                        </a:lnTo>
                        <a:lnTo>
                          <a:pt x="289" y="538"/>
                        </a:lnTo>
                        <a:lnTo>
                          <a:pt x="292" y="541"/>
                        </a:lnTo>
                        <a:lnTo>
                          <a:pt x="290" y="544"/>
                        </a:lnTo>
                        <a:lnTo>
                          <a:pt x="288" y="544"/>
                        </a:lnTo>
                        <a:lnTo>
                          <a:pt x="285" y="546"/>
                        </a:lnTo>
                        <a:lnTo>
                          <a:pt x="285" y="549"/>
                        </a:lnTo>
                        <a:lnTo>
                          <a:pt x="288" y="549"/>
                        </a:lnTo>
                        <a:lnTo>
                          <a:pt x="289" y="549"/>
                        </a:lnTo>
                        <a:lnTo>
                          <a:pt x="292" y="549"/>
                        </a:lnTo>
                        <a:lnTo>
                          <a:pt x="293" y="548"/>
                        </a:lnTo>
                        <a:lnTo>
                          <a:pt x="296" y="549"/>
                        </a:lnTo>
                        <a:lnTo>
                          <a:pt x="296" y="552"/>
                        </a:lnTo>
                        <a:lnTo>
                          <a:pt x="297" y="549"/>
                        </a:lnTo>
                        <a:lnTo>
                          <a:pt x="300" y="545"/>
                        </a:lnTo>
                        <a:lnTo>
                          <a:pt x="301" y="545"/>
                        </a:lnTo>
                        <a:lnTo>
                          <a:pt x="303" y="546"/>
                        </a:lnTo>
                        <a:lnTo>
                          <a:pt x="305" y="549"/>
                        </a:lnTo>
                        <a:lnTo>
                          <a:pt x="307" y="548"/>
                        </a:lnTo>
                        <a:lnTo>
                          <a:pt x="305" y="546"/>
                        </a:lnTo>
                        <a:lnTo>
                          <a:pt x="307" y="544"/>
                        </a:lnTo>
                        <a:lnTo>
                          <a:pt x="304" y="542"/>
                        </a:lnTo>
                        <a:lnTo>
                          <a:pt x="304" y="541"/>
                        </a:lnTo>
                        <a:lnTo>
                          <a:pt x="307" y="538"/>
                        </a:lnTo>
                        <a:lnTo>
                          <a:pt x="309" y="538"/>
                        </a:lnTo>
                        <a:lnTo>
                          <a:pt x="311" y="537"/>
                        </a:lnTo>
                        <a:lnTo>
                          <a:pt x="315" y="534"/>
                        </a:lnTo>
                        <a:lnTo>
                          <a:pt x="316" y="536"/>
                        </a:lnTo>
                        <a:lnTo>
                          <a:pt x="318" y="536"/>
                        </a:lnTo>
                        <a:lnTo>
                          <a:pt x="319" y="536"/>
                        </a:lnTo>
                        <a:lnTo>
                          <a:pt x="322" y="536"/>
                        </a:lnTo>
                        <a:lnTo>
                          <a:pt x="327" y="536"/>
                        </a:lnTo>
                        <a:lnTo>
                          <a:pt x="330" y="534"/>
                        </a:lnTo>
                        <a:lnTo>
                          <a:pt x="330" y="533"/>
                        </a:lnTo>
                        <a:lnTo>
                          <a:pt x="331" y="530"/>
                        </a:lnTo>
                        <a:lnTo>
                          <a:pt x="334" y="530"/>
                        </a:lnTo>
                        <a:lnTo>
                          <a:pt x="335" y="529"/>
                        </a:lnTo>
                        <a:lnTo>
                          <a:pt x="338" y="526"/>
                        </a:lnTo>
                        <a:lnTo>
                          <a:pt x="339" y="526"/>
                        </a:lnTo>
                        <a:lnTo>
                          <a:pt x="343" y="522"/>
                        </a:lnTo>
                        <a:lnTo>
                          <a:pt x="345" y="522"/>
                        </a:lnTo>
                        <a:lnTo>
                          <a:pt x="348" y="521"/>
                        </a:lnTo>
                        <a:lnTo>
                          <a:pt x="348" y="522"/>
                        </a:lnTo>
                        <a:lnTo>
                          <a:pt x="345" y="525"/>
                        </a:lnTo>
                        <a:lnTo>
                          <a:pt x="348" y="525"/>
                        </a:lnTo>
                        <a:lnTo>
                          <a:pt x="350" y="529"/>
                        </a:lnTo>
                        <a:lnTo>
                          <a:pt x="350" y="530"/>
                        </a:lnTo>
                        <a:lnTo>
                          <a:pt x="349" y="531"/>
                        </a:lnTo>
                        <a:lnTo>
                          <a:pt x="350" y="534"/>
                        </a:lnTo>
                        <a:lnTo>
                          <a:pt x="349" y="537"/>
                        </a:lnTo>
                        <a:lnTo>
                          <a:pt x="350" y="540"/>
                        </a:lnTo>
                        <a:lnTo>
                          <a:pt x="358" y="540"/>
                        </a:lnTo>
                        <a:lnTo>
                          <a:pt x="360" y="538"/>
                        </a:lnTo>
                        <a:lnTo>
                          <a:pt x="360" y="536"/>
                        </a:lnTo>
                        <a:lnTo>
                          <a:pt x="358" y="536"/>
                        </a:lnTo>
                        <a:lnTo>
                          <a:pt x="356" y="531"/>
                        </a:lnTo>
                        <a:lnTo>
                          <a:pt x="356" y="530"/>
                        </a:lnTo>
                        <a:lnTo>
                          <a:pt x="357" y="529"/>
                        </a:lnTo>
                        <a:lnTo>
                          <a:pt x="361" y="530"/>
                        </a:lnTo>
                        <a:lnTo>
                          <a:pt x="364" y="527"/>
                        </a:lnTo>
                        <a:lnTo>
                          <a:pt x="365" y="523"/>
                        </a:lnTo>
                        <a:lnTo>
                          <a:pt x="368" y="523"/>
                        </a:lnTo>
                        <a:lnTo>
                          <a:pt x="369" y="525"/>
                        </a:lnTo>
                        <a:lnTo>
                          <a:pt x="372" y="525"/>
                        </a:lnTo>
                        <a:lnTo>
                          <a:pt x="369" y="521"/>
                        </a:lnTo>
                        <a:lnTo>
                          <a:pt x="365" y="519"/>
                        </a:lnTo>
                        <a:lnTo>
                          <a:pt x="365" y="518"/>
                        </a:lnTo>
                        <a:lnTo>
                          <a:pt x="362" y="512"/>
                        </a:lnTo>
                        <a:lnTo>
                          <a:pt x="361" y="512"/>
                        </a:lnTo>
                        <a:lnTo>
                          <a:pt x="361" y="515"/>
                        </a:lnTo>
                        <a:lnTo>
                          <a:pt x="358" y="512"/>
                        </a:lnTo>
                        <a:lnTo>
                          <a:pt x="357" y="507"/>
                        </a:lnTo>
                        <a:lnTo>
                          <a:pt x="356" y="506"/>
                        </a:lnTo>
                        <a:lnTo>
                          <a:pt x="353" y="503"/>
                        </a:lnTo>
                        <a:lnTo>
                          <a:pt x="353" y="502"/>
                        </a:lnTo>
                        <a:lnTo>
                          <a:pt x="357" y="500"/>
                        </a:lnTo>
                        <a:lnTo>
                          <a:pt x="357" y="499"/>
                        </a:lnTo>
                        <a:lnTo>
                          <a:pt x="356" y="495"/>
                        </a:lnTo>
                        <a:lnTo>
                          <a:pt x="357" y="493"/>
                        </a:lnTo>
                        <a:lnTo>
                          <a:pt x="360" y="495"/>
                        </a:lnTo>
                        <a:lnTo>
                          <a:pt x="361" y="493"/>
                        </a:lnTo>
                        <a:lnTo>
                          <a:pt x="362" y="495"/>
                        </a:lnTo>
                        <a:lnTo>
                          <a:pt x="365" y="495"/>
                        </a:lnTo>
                        <a:lnTo>
                          <a:pt x="368" y="496"/>
                        </a:lnTo>
                        <a:lnTo>
                          <a:pt x="379" y="495"/>
                        </a:lnTo>
                        <a:lnTo>
                          <a:pt x="392" y="495"/>
                        </a:lnTo>
                        <a:lnTo>
                          <a:pt x="396" y="498"/>
                        </a:lnTo>
                        <a:lnTo>
                          <a:pt x="406" y="502"/>
                        </a:lnTo>
                        <a:lnTo>
                          <a:pt x="406" y="503"/>
                        </a:lnTo>
                        <a:lnTo>
                          <a:pt x="406" y="504"/>
                        </a:lnTo>
                        <a:lnTo>
                          <a:pt x="407" y="507"/>
                        </a:lnTo>
                        <a:lnTo>
                          <a:pt x="410" y="506"/>
                        </a:lnTo>
                        <a:lnTo>
                          <a:pt x="414" y="504"/>
                        </a:lnTo>
                        <a:lnTo>
                          <a:pt x="417" y="506"/>
                        </a:lnTo>
                        <a:lnTo>
                          <a:pt x="418" y="506"/>
                        </a:lnTo>
                        <a:lnTo>
                          <a:pt x="420" y="508"/>
                        </a:lnTo>
                        <a:lnTo>
                          <a:pt x="424" y="510"/>
                        </a:lnTo>
                        <a:lnTo>
                          <a:pt x="432" y="514"/>
                        </a:lnTo>
                        <a:lnTo>
                          <a:pt x="439" y="515"/>
                        </a:lnTo>
                        <a:lnTo>
                          <a:pt x="443" y="517"/>
                        </a:lnTo>
                        <a:lnTo>
                          <a:pt x="444" y="521"/>
                        </a:lnTo>
                        <a:lnTo>
                          <a:pt x="448" y="522"/>
                        </a:lnTo>
                        <a:lnTo>
                          <a:pt x="452" y="525"/>
                        </a:lnTo>
                        <a:lnTo>
                          <a:pt x="455" y="531"/>
                        </a:lnTo>
                        <a:lnTo>
                          <a:pt x="459" y="531"/>
                        </a:lnTo>
                        <a:lnTo>
                          <a:pt x="459" y="530"/>
                        </a:lnTo>
                        <a:lnTo>
                          <a:pt x="458" y="526"/>
                        </a:lnTo>
                        <a:lnTo>
                          <a:pt x="460" y="526"/>
                        </a:lnTo>
                        <a:lnTo>
                          <a:pt x="460" y="525"/>
                        </a:lnTo>
                        <a:lnTo>
                          <a:pt x="459" y="522"/>
                        </a:lnTo>
                        <a:lnTo>
                          <a:pt x="459" y="519"/>
                        </a:lnTo>
                        <a:lnTo>
                          <a:pt x="459" y="512"/>
                        </a:lnTo>
                        <a:lnTo>
                          <a:pt x="462" y="510"/>
                        </a:lnTo>
                        <a:lnTo>
                          <a:pt x="459" y="510"/>
                        </a:lnTo>
                        <a:lnTo>
                          <a:pt x="459" y="508"/>
                        </a:lnTo>
                        <a:lnTo>
                          <a:pt x="456" y="508"/>
                        </a:lnTo>
                        <a:lnTo>
                          <a:pt x="453" y="510"/>
                        </a:lnTo>
                        <a:lnTo>
                          <a:pt x="451" y="510"/>
                        </a:lnTo>
                        <a:lnTo>
                          <a:pt x="445" y="503"/>
                        </a:lnTo>
                        <a:lnTo>
                          <a:pt x="444" y="502"/>
                        </a:lnTo>
                        <a:lnTo>
                          <a:pt x="441" y="499"/>
                        </a:lnTo>
                        <a:lnTo>
                          <a:pt x="441" y="495"/>
                        </a:lnTo>
                        <a:lnTo>
                          <a:pt x="440" y="493"/>
                        </a:lnTo>
                        <a:lnTo>
                          <a:pt x="437" y="496"/>
                        </a:lnTo>
                        <a:lnTo>
                          <a:pt x="434" y="495"/>
                        </a:lnTo>
                        <a:lnTo>
                          <a:pt x="430" y="495"/>
                        </a:lnTo>
                        <a:lnTo>
                          <a:pt x="428" y="493"/>
                        </a:lnTo>
                        <a:lnTo>
                          <a:pt x="426" y="495"/>
                        </a:lnTo>
                        <a:lnTo>
                          <a:pt x="426" y="491"/>
                        </a:lnTo>
                        <a:lnTo>
                          <a:pt x="424" y="488"/>
                        </a:lnTo>
                        <a:lnTo>
                          <a:pt x="421" y="483"/>
                        </a:lnTo>
                        <a:lnTo>
                          <a:pt x="421" y="480"/>
                        </a:lnTo>
                        <a:lnTo>
                          <a:pt x="424" y="481"/>
                        </a:lnTo>
                        <a:lnTo>
                          <a:pt x="425" y="480"/>
                        </a:lnTo>
                        <a:lnTo>
                          <a:pt x="425" y="476"/>
                        </a:lnTo>
                        <a:lnTo>
                          <a:pt x="421" y="473"/>
                        </a:lnTo>
                        <a:lnTo>
                          <a:pt x="421" y="470"/>
                        </a:lnTo>
                        <a:lnTo>
                          <a:pt x="424" y="468"/>
                        </a:lnTo>
                        <a:lnTo>
                          <a:pt x="425" y="468"/>
                        </a:lnTo>
                        <a:lnTo>
                          <a:pt x="422" y="465"/>
                        </a:lnTo>
                        <a:lnTo>
                          <a:pt x="420" y="465"/>
                        </a:lnTo>
                        <a:lnTo>
                          <a:pt x="417" y="459"/>
                        </a:lnTo>
                        <a:lnTo>
                          <a:pt x="415" y="458"/>
                        </a:lnTo>
                        <a:lnTo>
                          <a:pt x="413" y="459"/>
                        </a:lnTo>
                        <a:lnTo>
                          <a:pt x="410" y="455"/>
                        </a:lnTo>
                        <a:lnTo>
                          <a:pt x="410" y="451"/>
                        </a:lnTo>
                        <a:lnTo>
                          <a:pt x="411" y="449"/>
                        </a:lnTo>
                        <a:lnTo>
                          <a:pt x="410" y="446"/>
                        </a:lnTo>
                        <a:lnTo>
                          <a:pt x="410" y="443"/>
                        </a:lnTo>
                        <a:lnTo>
                          <a:pt x="411" y="442"/>
                        </a:lnTo>
                        <a:lnTo>
                          <a:pt x="417" y="435"/>
                        </a:lnTo>
                        <a:lnTo>
                          <a:pt x="420" y="432"/>
                        </a:lnTo>
                        <a:lnTo>
                          <a:pt x="421" y="431"/>
                        </a:lnTo>
                        <a:lnTo>
                          <a:pt x="420" y="427"/>
                        </a:lnTo>
                        <a:lnTo>
                          <a:pt x="420" y="424"/>
                        </a:lnTo>
                        <a:lnTo>
                          <a:pt x="421" y="421"/>
                        </a:lnTo>
                        <a:lnTo>
                          <a:pt x="418" y="417"/>
                        </a:lnTo>
                        <a:lnTo>
                          <a:pt x="418" y="413"/>
                        </a:lnTo>
                        <a:lnTo>
                          <a:pt x="420" y="411"/>
                        </a:lnTo>
                        <a:lnTo>
                          <a:pt x="418" y="409"/>
                        </a:lnTo>
                        <a:lnTo>
                          <a:pt x="418" y="405"/>
                        </a:lnTo>
                        <a:lnTo>
                          <a:pt x="417" y="404"/>
                        </a:lnTo>
                        <a:lnTo>
                          <a:pt x="418" y="398"/>
                        </a:lnTo>
                        <a:lnTo>
                          <a:pt x="420" y="397"/>
                        </a:lnTo>
                        <a:lnTo>
                          <a:pt x="417" y="394"/>
                        </a:lnTo>
                        <a:lnTo>
                          <a:pt x="418" y="389"/>
                        </a:lnTo>
                        <a:lnTo>
                          <a:pt x="417" y="383"/>
                        </a:lnTo>
                        <a:lnTo>
                          <a:pt x="420" y="383"/>
                        </a:lnTo>
                        <a:lnTo>
                          <a:pt x="422" y="383"/>
                        </a:lnTo>
                        <a:lnTo>
                          <a:pt x="421" y="385"/>
                        </a:lnTo>
                        <a:lnTo>
                          <a:pt x="422" y="386"/>
                        </a:lnTo>
                        <a:lnTo>
                          <a:pt x="425" y="385"/>
                        </a:lnTo>
                        <a:lnTo>
                          <a:pt x="429" y="385"/>
                        </a:lnTo>
                        <a:lnTo>
                          <a:pt x="433" y="383"/>
                        </a:lnTo>
                        <a:lnTo>
                          <a:pt x="434" y="383"/>
                        </a:lnTo>
                        <a:lnTo>
                          <a:pt x="437" y="385"/>
                        </a:lnTo>
                        <a:lnTo>
                          <a:pt x="439" y="383"/>
                        </a:lnTo>
                        <a:lnTo>
                          <a:pt x="443" y="383"/>
                        </a:lnTo>
                        <a:lnTo>
                          <a:pt x="451" y="386"/>
                        </a:lnTo>
                        <a:lnTo>
                          <a:pt x="455" y="386"/>
                        </a:lnTo>
                        <a:lnTo>
                          <a:pt x="458" y="387"/>
                        </a:lnTo>
                        <a:lnTo>
                          <a:pt x="459" y="390"/>
                        </a:lnTo>
                        <a:lnTo>
                          <a:pt x="456" y="392"/>
                        </a:lnTo>
                        <a:lnTo>
                          <a:pt x="459" y="394"/>
                        </a:lnTo>
                        <a:lnTo>
                          <a:pt x="459" y="397"/>
                        </a:lnTo>
                        <a:lnTo>
                          <a:pt x="460" y="400"/>
                        </a:lnTo>
                        <a:lnTo>
                          <a:pt x="460" y="404"/>
                        </a:lnTo>
                        <a:lnTo>
                          <a:pt x="462" y="409"/>
                        </a:lnTo>
                        <a:lnTo>
                          <a:pt x="460" y="416"/>
                        </a:lnTo>
                        <a:lnTo>
                          <a:pt x="462" y="419"/>
                        </a:lnTo>
                        <a:lnTo>
                          <a:pt x="462" y="420"/>
                        </a:lnTo>
                        <a:lnTo>
                          <a:pt x="463" y="423"/>
                        </a:lnTo>
                        <a:lnTo>
                          <a:pt x="462" y="426"/>
                        </a:lnTo>
                        <a:lnTo>
                          <a:pt x="460" y="427"/>
                        </a:lnTo>
                        <a:lnTo>
                          <a:pt x="462" y="430"/>
                        </a:lnTo>
                        <a:lnTo>
                          <a:pt x="464" y="432"/>
                        </a:lnTo>
                        <a:lnTo>
                          <a:pt x="466" y="436"/>
                        </a:lnTo>
                        <a:lnTo>
                          <a:pt x="470" y="438"/>
                        </a:lnTo>
                        <a:lnTo>
                          <a:pt x="470" y="438"/>
                        </a:lnTo>
                        <a:lnTo>
                          <a:pt x="471" y="438"/>
                        </a:lnTo>
                        <a:lnTo>
                          <a:pt x="474" y="439"/>
                        </a:lnTo>
                        <a:lnTo>
                          <a:pt x="474" y="443"/>
                        </a:lnTo>
                        <a:lnTo>
                          <a:pt x="478" y="446"/>
                        </a:lnTo>
                        <a:lnTo>
                          <a:pt x="479" y="449"/>
                        </a:lnTo>
                        <a:lnTo>
                          <a:pt x="481" y="458"/>
                        </a:lnTo>
                        <a:lnTo>
                          <a:pt x="483" y="461"/>
                        </a:lnTo>
                        <a:lnTo>
                          <a:pt x="483" y="462"/>
                        </a:lnTo>
                        <a:lnTo>
                          <a:pt x="482" y="465"/>
                        </a:lnTo>
                        <a:lnTo>
                          <a:pt x="485" y="468"/>
                        </a:lnTo>
                        <a:lnTo>
                          <a:pt x="485" y="472"/>
                        </a:lnTo>
                        <a:lnTo>
                          <a:pt x="490" y="478"/>
                        </a:lnTo>
                        <a:lnTo>
                          <a:pt x="489" y="483"/>
                        </a:lnTo>
                        <a:lnTo>
                          <a:pt x="490" y="485"/>
                        </a:lnTo>
                        <a:lnTo>
                          <a:pt x="493" y="487"/>
                        </a:lnTo>
                        <a:lnTo>
                          <a:pt x="492" y="489"/>
                        </a:lnTo>
                        <a:lnTo>
                          <a:pt x="493" y="491"/>
                        </a:lnTo>
                        <a:lnTo>
                          <a:pt x="494" y="498"/>
                        </a:lnTo>
                        <a:lnTo>
                          <a:pt x="500" y="504"/>
                        </a:lnTo>
                        <a:lnTo>
                          <a:pt x="505" y="506"/>
                        </a:lnTo>
                        <a:lnTo>
                          <a:pt x="506" y="508"/>
                        </a:lnTo>
                        <a:lnTo>
                          <a:pt x="509" y="508"/>
                        </a:lnTo>
                        <a:lnTo>
                          <a:pt x="513" y="512"/>
                        </a:lnTo>
                        <a:lnTo>
                          <a:pt x="513" y="515"/>
                        </a:lnTo>
                        <a:lnTo>
                          <a:pt x="512" y="515"/>
                        </a:lnTo>
                        <a:lnTo>
                          <a:pt x="512" y="518"/>
                        </a:lnTo>
                        <a:lnTo>
                          <a:pt x="511" y="522"/>
                        </a:lnTo>
                        <a:lnTo>
                          <a:pt x="513" y="527"/>
                        </a:lnTo>
                        <a:lnTo>
                          <a:pt x="516" y="530"/>
                        </a:lnTo>
                        <a:lnTo>
                          <a:pt x="516" y="534"/>
                        </a:lnTo>
                        <a:lnTo>
                          <a:pt x="513" y="537"/>
                        </a:lnTo>
                        <a:lnTo>
                          <a:pt x="513" y="538"/>
                        </a:lnTo>
                        <a:lnTo>
                          <a:pt x="512" y="541"/>
                        </a:lnTo>
                        <a:lnTo>
                          <a:pt x="513" y="542"/>
                        </a:lnTo>
                        <a:lnTo>
                          <a:pt x="513" y="548"/>
                        </a:lnTo>
                        <a:lnTo>
                          <a:pt x="511" y="550"/>
                        </a:lnTo>
                        <a:lnTo>
                          <a:pt x="511" y="550"/>
                        </a:lnTo>
                        <a:lnTo>
                          <a:pt x="513" y="550"/>
                        </a:lnTo>
                        <a:lnTo>
                          <a:pt x="513" y="552"/>
                        </a:lnTo>
                        <a:lnTo>
                          <a:pt x="509" y="555"/>
                        </a:lnTo>
                        <a:lnTo>
                          <a:pt x="509" y="560"/>
                        </a:lnTo>
                        <a:lnTo>
                          <a:pt x="508" y="561"/>
                        </a:lnTo>
                        <a:lnTo>
                          <a:pt x="505" y="560"/>
                        </a:lnTo>
                        <a:lnTo>
                          <a:pt x="505" y="563"/>
                        </a:lnTo>
                        <a:lnTo>
                          <a:pt x="508" y="565"/>
                        </a:lnTo>
                        <a:lnTo>
                          <a:pt x="508" y="567"/>
                        </a:lnTo>
                        <a:lnTo>
                          <a:pt x="505" y="570"/>
                        </a:lnTo>
                        <a:lnTo>
                          <a:pt x="502" y="572"/>
                        </a:lnTo>
                        <a:lnTo>
                          <a:pt x="497" y="572"/>
                        </a:lnTo>
                        <a:lnTo>
                          <a:pt x="494" y="570"/>
                        </a:lnTo>
                        <a:lnTo>
                          <a:pt x="500" y="567"/>
                        </a:lnTo>
                        <a:lnTo>
                          <a:pt x="500" y="565"/>
                        </a:lnTo>
                        <a:lnTo>
                          <a:pt x="497" y="565"/>
                        </a:lnTo>
                        <a:lnTo>
                          <a:pt x="496" y="567"/>
                        </a:lnTo>
                        <a:lnTo>
                          <a:pt x="493" y="567"/>
                        </a:lnTo>
                        <a:lnTo>
                          <a:pt x="487" y="564"/>
                        </a:lnTo>
                        <a:lnTo>
                          <a:pt x="486" y="565"/>
                        </a:lnTo>
                        <a:lnTo>
                          <a:pt x="478" y="567"/>
                        </a:lnTo>
                        <a:lnTo>
                          <a:pt x="474" y="567"/>
                        </a:lnTo>
                        <a:lnTo>
                          <a:pt x="471" y="571"/>
                        </a:lnTo>
                        <a:lnTo>
                          <a:pt x="474" y="571"/>
                        </a:lnTo>
                        <a:lnTo>
                          <a:pt x="474" y="572"/>
                        </a:lnTo>
                        <a:lnTo>
                          <a:pt x="475" y="570"/>
                        </a:lnTo>
                        <a:lnTo>
                          <a:pt x="481" y="568"/>
                        </a:lnTo>
                        <a:lnTo>
                          <a:pt x="482" y="571"/>
                        </a:lnTo>
                        <a:lnTo>
                          <a:pt x="485" y="575"/>
                        </a:lnTo>
                        <a:lnTo>
                          <a:pt x="496" y="576"/>
                        </a:lnTo>
                        <a:lnTo>
                          <a:pt x="501" y="578"/>
                        </a:lnTo>
                        <a:lnTo>
                          <a:pt x="505" y="576"/>
                        </a:lnTo>
                        <a:lnTo>
                          <a:pt x="511" y="576"/>
                        </a:lnTo>
                        <a:lnTo>
                          <a:pt x="512" y="578"/>
                        </a:lnTo>
                        <a:lnTo>
                          <a:pt x="517" y="579"/>
                        </a:lnTo>
                        <a:lnTo>
                          <a:pt x="521" y="578"/>
                        </a:lnTo>
                        <a:lnTo>
                          <a:pt x="521" y="574"/>
                        </a:lnTo>
                        <a:lnTo>
                          <a:pt x="520" y="572"/>
                        </a:lnTo>
                        <a:lnTo>
                          <a:pt x="520" y="568"/>
                        </a:lnTo>
                        <a:lnTo>
                          <a:pt x="521" y="567"/>
                        </a:lnTo>
                        <a:lnTo>
                          <a:pt x="524" y="565"/>
                        </a:lnTo>
                        <a:lnTo>
                          <a:pt x="524" y="563"/>
                        </a:lnTo>
                        <a:lnTo>
                          <a:pt x="528" y="559"/>
                        </a:lnTo>
                        <a:lnTo>
                          <a:pt x="528" y="556"/>
                        </a:lnTo>
                        <a:lnTo>
                          <a:pt x="531" y="549"/>
                        </a:lnTo>
                        <a:lnTo>
                          <a:pt x="528" y="545"/>
                        </a:lnTo>
                        <a:lnTo>
                          <a:pt x="530" y="541"/>
                        </a:lnTo>
                        <a:lnTo>
                          <a:pt x="534" y="533"/>
                        </a:lnTo>
                        <a:lnTo>
                          <a:pt x="534" y="530"/>
                        </a:lnTo>
                        <a:lnTo>
                          <a:pt x="530" y="521"/>
                        </a:lnTo>
                        <a:lnTo>
                          <a:pt x="524" y="517"/>
                        </a:lnTo>
                        <a:lnTo>
                          <a:pt x="523" y="514"/>
                        </a:lnTo>
                        <a:lnTo>
                          <a:pt x="521" y="506"/>
                        </a:lnTo>
                        <a:lnTo>
                          <a:pt x="527" y="503"/>
                        </a:lnTo>
                        <a:lnTo>
                          <a:pt x="528" y="499"/>
                        </a:lnTo>
                        <a:lnTo>
                          <a:pt x="532" y="499"/>
                        </a:lnTo>
                        <a:lnTo>
                          <a:pt x="538" y="493"/>
                        </a:lnTo>
                        <a:lnTo>
                          <a:pt x="542" y="492"/>
                        </a:lnTo>
                        <a:lnTo>
                          <a:pt x="546" y="498"/>
                        </a:lnTo>
                        <a:lnTo>
                          <a:pt x="546" y="502"/>
                        </a:lnTo>
                        <a:lnTo>
                          <a:pt x="551" y="503"/>
                        </a:lnTo>
                        <a:lnTo>
                          <a:pt x="553" y="506"/>
                        </a:lnTo>
                        <a:lnTo>
                          <a:pt x="554" y="506"/>
                        </a:lnTo>
                        <a:lnTo>
                          <a:pt x="557" y="510"/>
                        </a:lnTo>
                        <a:lnTo>
                          <a:pt x="557" y="514"/>
                        </a:lnTo>
                        <a:lnTo>
                          <a:pt x="559" y="515"/>
                        </a:lnTo>
                        <a:lnTo>
                          <a:pt x="559" y="518"/>
                        </a:lnTo>
                        <a:lnTo>
                          <a:pt x="562" y="522"/>
                        </a:lnTo>
                        <a:lnTo>
                          <a:pt x="564" y="525"/>
                        </a:lnTo>
                        <a:lnTo>
                          <a:pt x="562" y="526"/>
                        </a:lnTo>
                        <a:lnTo>
                          <a:pt x="564" y="530"/>
                        </a:lnTo>
                        <a:lnTo>
                          <a:pt x="568" y="530"/>
                        </a:lnTo>
                        <a:lnTo>
                          <a:pt x="570" y="533"/>
                        </a:lnTo>
                        <a:lnTo>
                          <a:pt x="574" y="531"/>
                        </a:lnTo>
                        <a:lnTo>
                          <a:pt x="577" y="531"/>
                        </a:lnTo>
                        <a:lnTo>
                          <a:pt x="581" y="530"/>
                        </a:lnTo>
                        <a:lnTo>
                          <a:pt x="583" y="529"/>
                        </a:lnTo>
                        <a:lnTo>
                          <a:pt x="584" y="527"/>
                        </a:lnTo>
                        <a:lnTo>
                          <a:pt x="583" y="527"/>
                        </a:lnTo>
                        <a:lnTo>
                          <a:pt x="580" y="527"/>
                        </a:lnTo>
                        <a:lnTo>
                          <a:pt x="578" y="526"/>
                        </a:lnTo>
                        <a:lnTo>
                          <a:pt x="576" y="529"/>
                        </a:lnTo>
                        <a:lnTo>
                          <a:pt x="572" y="529"/>
                        </a:lnTo>
                        <a:lnTo>
                          <a:pt x="570" y="526"/>
                        </a:lnTo>
                        <a:lnTo>
                          <a:pt x="568" y="527"/>
                        </a:lnTo>
                        <a:lnTo>
                          <a:pt x="565" y="525"/>
                        </a:lnTo>
                        <a:lnTo>
                          <a:pt x="566" y="522"/>
                        </a:lnTo>
                        <a:lnTo>
                          <a:pt x="565" y="521"/>
                        </a:lnTo>
                        <a:lnTo>
                          <a:pt x="562" y="517"/>
                        </a:lnTo>
                        <a:lnTo>
                          <a:pt x="564" y="512"/>
                        </a:lnTo>
                        <a:lnTo>
                          <a:pt x="566" y="511"/>
                        </a:lnTo>
                        <a:lnTo>
                          <a:pt x="568" y="510"/>
                        </a:lnTo>
                        <a:lnTo>
                          <a:pt x="566" y="507"/>
                        </a:lnTo>
                        <a:lnTo>
                          <a:pt x="565" y="506"/>
                        </a:lnTo>
                        <a:lnTo>
                          <a:pt x="565" y="504"/>
                        </a:lnTo>
                        <a:lnTo>
                          <a:pt x="564" y="503"/>
                        </a:lnTo>
                        <a:lnTo>
                          <a:pt x="559" y="500"/>
                        </a:lnTo>
                        <a:lnTo>
                          <a:pt x="559" y="498"/>
                        </a:lnTo>
                        <a:lnTo>
                          <a:pt x="555" y="493"/>
                        </a:lnTo>
                        <a:lnTo>
                          <a:pt x="551" y="493"/>
                        </a:lnTo>
                        <a:lnTo>
                          <a:pt x="545" y="491"/>
                        </a:lnTo>
                        <a:lnTo>
                          <a:pt x="542" y="488"/>
                        </a:lnTo>
                        <a:lnTo>
                          <a:pt x="539" y="489"/>
                        </a:lnTo>
                        <a:lnTo>
                          <a:pt x="534" y="485"/>
                        </a:lnTo>
                        <a:lnTo>
                          <a:pt x="532" y="487"/>
                        </a:lnTo>
                        <a:lnTo>
                          <a:pt x="528" y="485"/>
                        </a:lnTo>
                        <a:lnTo>
                          <a:pt x="524" y="489"/>
                        </a:lnTo>
                        <a:lnTo>
                          <a:pt x="524" y="493"/>
                        </a:lnTo>
                        <a:lnTo>
                          <a:pt x="521" y="495"/>
                        </a:lnTo>
                        <a:lnTo>
                          <a:pt x="517" y="493"/>
                        </a:lnTo>
                        <a:lnTo>
                          <a:pt x="512" y="496"/>
                        </a:lnTo>
                        <a:lnTo>
                          <a:pt x="509" y="495"/>
                        </a:lnTo>
                        <a:lnTo>
                          <a:pt x="506" y="492"/>
                        </a:lnTo>
                        <a:lnTo>
                          <a:pt x="508" y="489"/>
                        </a:lnTo>
                        <a:lnTo>
                          <a:pt x="506" y="485"/>
                        </a:lnTo>
                        <a:lnTo>
                          <a:pt x="501" y="480"/>
                        </a:lnTo>
                        <a:lnTo>
                          <a:pt x="500" y="477"/>
                        </a:lnTo>
                        <a:lnTo>
                          <a:pt x="501" y="470"/>
                        </a:lnTo>
                        <a:lnTo>
                          <a:pt x="497" y="465"/>
                        </a:lnTo>
                        <a:lnTo>
                          <a:pt x="498" y="462"/>
                        </a:lnTo>
                        <a:lnTo>
                          <a:pt x="498" y="453"/>
                        </a:lnTo>
                        <a:lnTo>
                          <a:pt x="497" y="447"/>
                        </a:lnTo>
                        <a:lnTo>
                          <a:pt x="493" y="443"/>
                        </a:lnTo>
                        <a:lnTo>
                          <a:pt x="490" y="443"/>
                        </a:lnTo>
                        <a:lnTo>
                          <a:pt x="487" y="439"/>
                        </a:lnTo>
                        <a:lnTo>
                          <a:pt x="482" y="434"/>
                        </a:lnTo>
                        <a:lnTo>
                          <a:pt x="477" y="431"/>
                        </a:lnTo>
                        <a:lnTo>
                          <a:pt x="477" y="427"/>
                        </a:lnTo>
                        <a:lnTo>
                          <a:pt x="478" y="421"/>
                        </a:lnTo>
                        <a:lnTo>
                          <a:pt x="477" y="417"/>
                        </a:lnTo>
                        <a:lnTo>
                          <a:pt x="475" y="416"/>
                        </a:lnTo>
                        <a:lnTo>
                          <a:pt x="475" y="413"/>
                        </a:lnTo>
                        <a:lnTo>
                          <a:pt x="478" y="411"/>
                        </a:lnTo>
                        <a:lnTo>
                          <a:pt x="482" y="405"/>
                        </a:lnTo>
                        <a:lnTo>
                          <a:pt x="485" y="400"/>
                        </a:lnTo>
                        <a:lnTo>
                          <a:pt x="482" y="392"/>
                        </a:lnTo>
                        <a:lnTo>
                          <a:pt x="477" y="379"/>
                        </a:lnTo>
                        <a:lnTo>
                          <a:pt x="478" y="379"/>
                        </a:lnTo>
                        <a:lnTo>
                          <a:pt x="482" y="382"/>
                        </a:lnTo>
                        <a:lnTo>
                          <a:pt x="483" y="386"/>
                        </a:lnTo>
                        <a:lnTo>
                          <a:pt x="485" y="386"/>
                        </a:lnTo>
                        <a:lnTo>
                          <a:pt x="486" y="387"/>
                        </a:lnTo>
                        <a:lnTo>
                          <a:pt x="486" y="392"/>
                        </a:lnTo>
                        <a:lnTo>
                          <a:pt x="490" y="396"/>
                        </a:lnTo>
                        <a:lnTo>
                          <a:pt x="489" y="401"/>
                        </a:lnTo>
                        <a:lnTo>
                          <a:pt x="492" y="405"/>
                        </a:lnTo>
                        <a:lnTo>
                          <a:pt x="490" y="409"/>
                        </a:lnTo>
                        <a:lnTo>
                          <a:pt x="492" y="412"/>
                        </a:lnTo>
                        <a:lnTo>
                          <a:pt x="496" y="416"/>
                        </a:lnTo>
                        <a:lnTo>
                          <a:pt x="496" y="417"/>
                        </a:lnTo>
                        <a:lnTo>
                          <a:pt x="498" y="420"/>
                        </a:lnTo>
                        <a:lnTo>
                          <a:pt x="498" y="421"/>
                        </a:lnTo>
                        <a:lnTo>
                          <a:pt x="496" y="424"/>
                        </a:lnTo>
                        <a:lnTo>
                          <a:pt x="497" y="426"/>
                        </a:lnTo>
                        <a:lnTo>
                          <a:pt x="501" y="426"/>
                        </a:lnTo>
                        <a:lnTo>
                          <a:pt x="505" y="428"/>
                        </a:lnTo>
                        <a:lnTo>
                          <a:pt x="511" y="428"/>
                        </a:lnTo>
                        <a:lnTo>
                          <a:pt x="513" y="427"/>
                        </a:lnTo>
                        <a:lnTo>
                          <a:pt x="515" y="428"/>
                        </a:lnTo>
                        <a:lnTo>
                          <a:pt x="516" y="431"/>
                        </a:lnTo>
                        <a:lnTo>
                          <a:pt x="519" y="428"/>
                        </a:lnTo>
                        <a:lnTo>
                          <a:pt x="521" y="427"/>
                        </a:lnTo>
                        <a:lnTo>
                          <a:pt x="524" y="426"/>
                        </a:lnTo>
                        <a:lnTo>
                          <a:pt x="527" y="427"/>
                        </a:lnTo>
                        <a:lnTo>
                          <a:pt x="531" y="431"/>
                        </a:lnTo>
                        <a:lnTo>
                          <a:pt x="534" y="431"/>
                        </a:lnTo>
                        <a:lnTo>
                          <a:pt x="538" y="434"/>
                        </a:lnTo>
                        <a:lnTo>
                          <a:pt x="543" y="432"/>
                        </a:lnTo>
                        <a:lnTo>
                          <a:pt x="546" y="430"/>
                        </a:lnTo>
                        <a:lnTo>
                          <a:pt x="543" y="431"/>
                        </a:lnTo>
                        <a:lnTo>
                          <a:pt x="538" y="431"/>
                        </a:lnTo>
                        <a:lnTo>
                          <a:pt x="536" y="428"/>
                        </a:lnTo>
                        <a:lnTo>
                          <a:pt x="535" y="427"/>
                        </a:lnTo>
                        <a:lnTo>
                          <a:pt x="534" y="423"/>
                        </a:lnTo>
                        <a:lnTo>
                          <a:pt x="528" y="423"/>
                        </a:lnTo>
                        <a:lnTo>
                          <a:pt x="528" y="421"/>
                        </a:lnTo>
                        <a:lnTo>
                          <a:pt x="527" y="421"/>
                        </a:lnTo>
                        <a:lnTo>
                          <a:pt x="524" y="423"/>
                        </a:lnTo>
                        <a:lnTo>
                          <a:pt x="517" y="423"/>
                        </a:lnTo>
                        <a:lnTo>
                          <a:pt x="515" y="420"/>
                        </a:lnTo>
                        <a:lnTo>
                          <a:pt x="511" y="420"/>
                        </a:lnTo>
                        <a:lnTo>
                          <a:pt x="505" y="416"/>
                        </a:lnTo>
                        <a:lnTo>
                          <a:pt x="504" y="412"/>
                        </a:lnTo>
                        <a:lnTo>
                          <a:pt x="502" y="412"/>
                        </a:lnTo>
                        <a:lnTo>
                          <a:pt x="498" y="405"/>
                        </a:lnTo>
                        <a:lnTo>
                          <a:pt x="500" y="404"/>
                        </a:lnTo>
                        <a:lnTo>
                          <a:pt x="501" y="402"/>
                        </a:lnTo>
                        <a:lnTo>
                          <a:pt x="505" y="400"/>
                        </a:lnTo>
                        <a:lnTo>
                          <a:pt x="508" y="400"/>
                        </a:lnTo>
                        <a:lnTo>
                          <a:pt x="512" y="404"/>
                        </a:lnTo>
                        <a:lnTo>
                          <a:pt x="517" y="406"/>
                        </a:lnTo>
                        <a:lnTo>
                          <a:pt x="521" y="406"/>
                        </a:lnTo>
                        <a:lnTo>
                          <a:pt x="525" y="401"/>
                        </a:lnTo>
                        <a:lnTo>
                          <a:pt x="523" y="396"/>
                        </a:lnTo>
                        <a:lnTo>
                          <a:pt x="517" y="394"/>
                        </a:lnTo>
                        <a:lnTo>
                          <a:pt x="512" y="397"/>
                        </a:lnTo>
                        <a:lnTo>
                          <a:pt x="511" y="396"/>
                        </a:lnTo>
                        <a:lnTo>
                          <a:pt x="512" y="393"/>
                        </a:lnTo>
                        <a:lnTo>
                          <a:pt x="513" y="394"/>
                        </a:lnTo>
                        <a:lnTo>
                          <a:pt x="515" y="393"/>
                        </a:lnTo>
                        <a:lnTo>
                          <a:pt x="515" y="390"/>
                        </a:lnTo>
                        <a:lnTo>
                          <a:pt x="519" y="385"/>
                        </a:lnTo>
                        <a:lnTo>
                          <a:pt x="521" y="382"/>
                        </a:lnTo>
                        <a:lnTo>
                          <a:pt x="524" y="383"/>
                        </a:lnTo>
                        <a:lnTo>
                          <a:pt x="534" y="383"/>
                        </a:lnTo>
                        <a:lnTo>
                          <a:pt x="538" y="387"/>
                        </a:lnTo>
                        <a:lnTo>
                          <a:pt x="540" y="390"/>
                        </a:lnTo>
                        <a:lnTo>
                          <a:pt x="550" y="390"/>
                        </a:lnTo>
                        <a:lnTo>
                          <a:pt x="550" y="393"/>
                        </a:lnTo>
                        <a:lnTo>
                          <a:pt x="553" y="396"/>
                        </a:lnTo>
                        <a:lnTo>
                          <a:pt x="559" y="401"/>
                        </a:lnTo>
                        <a:lnTo>
                          <a:pt x="564" y="401"/>
                        </a:lnTo>
                        <a:lnTo>
                          <a:pt x="570" y="401"/>
                        </a:lnTo>
                        <a:lnTo>
                          <a:pt x="577" y="397"/>
                        </a:lnTo>
                        <a:lnTo>
                          <a:pt x="578" y="398"/>
                        </a:lnTo>
                        <a:lnTo>
                          <a:pt x="580" y="398"/>
                        </a:lnTo>
                        <a:lnTo>
                          <a:pt x="584" y="398"/>
                        </a:lnTo>
                        <a:lnTo>
                          <a:pt x="583" y="404"/>
                        </a:lnTo>
                        <a:lnTo>
                          <a:pt x="583" y="406"/>
                        </a:lnTo>
                        <a:lnTo>
                          <a:pt x="583" y="409"/>
                        </a:lnTo>
                        <a:lnTo>
                          <a:pt x="578" y="412"/>
                        </a:lnTo>
                        <a:lnTo>
                          <a:pt x="578" y="415"/>
                        </a:lnTo>
                        <a:lnTo>
                          <a:pt x="581" y="419"/>
                        </a:lnTo>
                        <a:lnTo>
                          <a:pt x="581" y="423"/>
                        </a:lnTo>
                        <a:lnTo>
                          <a:pt x="585" y="427"/>
                        </a:lnTo>
                        <a:lnTo>
                          <a:pt x="585" y="430"/>
                        </a:lnTo>
                        <a:lnTo>
                          <a:pt x="584" y="432"/>
                        </a:lnTo>
                        <a:lnTo>
                          <a:pt x="585" y="442"/>
                        </a:lnTo>
                        <a:lnTo>
                          <a:pt x="587" y="442"/>
                        </a:lnTo>
                        <a:lnTo>
                          <a:pt x="588" y="438"/>
                        </a:lnTo>
                        <a:lnTo>
                          <a:pt x="587" y="436"/>
                        </a:lnTo>
                        <a:lnTo>
                          <a:pt x="588" y="434"/>
                        </a:lnTo>
                        <a:lnTo>
                          <a:pt x="588" y="431"/>
                        </a:lnTo>
                        <a:lnTo>
                          <a:pt x="591" y="430"/>
                        </a:lnTo>
                        <a:lnTo>
                          <a:pt x="592" y="426"/>
                        </a:lnTo>
                        <a:lnTo>
                          <a:pt x="595" y="427"/>
                        </a:lnTo>
                        <a:lnTo>
                          <a:pt x="596" y="432"/>
                        </a:lnTo>
                        <a:lnTo>
                          <a:pt x="596" y="439"/>
                        </a:lnTo>
                        <a:lnTo>
                          <a:pt x="597" y="440"/>
                        </a:lnTo>
                        <a:lnTo>
                          <a:pt x="595" y="442"/>
                        </a:lnTo>
                        <a:lnTo>
                          <a:pt x="595" y="446"/>
                        </a:lnTo>
                        <a:lnTo>
                          <a:pt x="593" y="446"/>
                        </a:lnTo>
                        <a:lnTo>
                          <a:pt x="599" y="450"/>
                        </a:lnTo>
                        <a:lnTo>
                          <a:pt x="603" y="450"/>
                        </a:lnTo>
                        <a:lnTo>
                          <a:pt x="608" y="451"/>
                        </a:lnTo>
                        <a:lnTo>
                          <a:pt x="611" y="454"/>
                        </a:lnTo>
                        <a:lnTo>
                          <a:pt x="611" y="457"/>
                        </a:lnTo>
                        <a:lnTo>
                          <a:pt x="614" y="459"/>
                        </a:lnTo>
                        <a:lnTo>
                          <a:pt x="619" y="459"/>
                        </a:lnTo>
                        <a:lnTo>
                          <a:pt x="625" y="466"/>
                        </a:lnTo>
                        <a:lnTo>
                          <a:pt x="625" y="464"/>
                        </a:lnTo>
                        <a:lnTo>
                          <a:pt x="625" y="459"/>
                        </a:lnTo>
                        <a:lnTo>
                          <a:pt x="629" y="455"/>
                        </a:lnTo>
                        <a:lnTo>
                          <a:pt x="631" y="455"/>
                        </a:lnTo>
                        <a:lnTo>
                          <a:pt x="638" y="459"/>
                        </a:lnTo>
                        <a:lnTo>
                          <a:pt x="642" y="459"/>
                        </a:lnTo>
                        <a:lnTo>
                          <a:pt x="645" y="462"/>
                        </a:lnTo>
                        <a:lnTo>
                          <a:pt x="646" y="468"/>
                        </a:lnTo>
                        <a:lnTo>
                          <a:pt x="645" y="462"/>
                        </a:lnTo>
                        <a:lnTo>
                          <a:pt x="644" y="458"/>
                        </a:lnTo>
                        <a:lnTo>
                          <a:pt x="641" y="458"/>
                        </a:lnTo>
                        <a:lnTo>
                          <a:pt x="637" y="457"/>
                        </a:lnTo>
                        <a:lnTo>
                          <a:pt x="631" y="454"/>
                        </a:lnTo>
                        <a:lnTo>
                          <a:pt x="627" y="454"/>
                        </a:lnTo>
                        <a:lnTo>
                          <a:pt x="623" y="458"/>
                        </a:lnTo>
                        <a:lnTo>
                          <a:pt x="621" y="457"/>
                        </a:lnTo>
                        <a:lnTo>
                          <a:pt x="621" y="458"/>
                        </a:lnTo>
                        <a:lnTo>
                          <a:pt x="615" y="455"/>
                        </a:lnTo>
                        <a:lnTo>
                          <a:pt x="610" y="450"/>
                        </a:lnTo>
                        <a:lnTo>
                          <a:pt x="607" y="449"/>
                        </a:lnTo>
                        <a:lnTo>
                          <a:pt x="602" y="447"/>
                        </a:lnTo>
                        <a:lnTo>
                          <a:pt x="599" y="443"/>
                        </a:lnTo>
                        <a:lnTo>
                          <a:pt x="602" y="445"/>
                        </a:lnTo>
                        <a:lnTo>
                          <a:pt x="603" y="445"/>
                        </a:lnTo>
                        <a:lnTo>
                          <a:pt x="607" y="438"/>
                        </a:lnTo>
                        <a:lnTo>
                          <a:pt x="606" y="435"/>
                        </a:lnTo>
                        <a:lnTo>
                          <a:pt x="602" y="431"/>
                        </a:lnTo>
                        <a:lnTo>
                          <a:pt x="600" y="426"/>
                        </a:lnTo>
                        <a:lnTo>
                          <a:pt x="596" y="419"/>
                        </a:lnTo>
                        <a:lnTo>
                          <a:pt x="592" y="416"/>
                        </a:lnTo>
                        <a:lnTo>
                          <a:pt x="589" y="413"/>
                        </a:lnTo>
                        <a:lnTo>
                          <a:pt x="591" y="409"/>
                        </a:lnTo>
                        <a:lnTo>
                          <a:pt x="589" y="406"/>
                        </a:lnTo>
                        <a:lnTo>
                          <a:pt x="588" y="400"/>
                        </a:lnTo>
                        <a:lnTo>
                          <a:pt x="585" y="396"/>
                        </a:lnTo>
                        <a:lnTo>
                          <a:pt x="584" y="396"/>
                        </a:lnTo>
                        <a:lnTo>
                          <a:pt x="578" y="393"/>
                        </a:lnTo>
                        <a:lnTo>
                          <a:pt x="572" y="392"/>
                        </a:lnTo>
                        <a:lnTo>
                          <a:pt x="569" y="389"/>
                        </a:lnTo>
                        <a:lnTo>
                          <a:pt x="565" y="386"/>
                        </a:lnTo>
                        <a:lnTo>
                          <a:pt x="565" y="382"/>
                        </a:lnTo>
                        <a:lnTo>
                          <a:pt x="564" y="379"/>
                        </a:lnTo>
                        <a:lnTo>
                          <a:pt x="564" y="378"/>
                        </a:lnTo>
                        <a:lnTo>
                          <a:pt x="561" y="379"/>
                        </a:lnTo>
                        <a:lnTo>
                          <a:pt x="550" y="379"/>
                        </a:lnTo>
                        <a:lnTo>
                          <a:pt x="547" y="379"/>
                        </a:lnTo>
                        <a:lnTo>
                          <a:pt x="543" y="377"/>
                        </a:lnTo>
                        <a:lnTo>
                          <a:pt x="542" y="374"/>
                        </a:lnTo>
                        <a:lnTo>
                          <a:pt x="542" y="374"/>
                        </a:lnTo>
                        <a:lnTo>
                          <a:pt x="540" y="371"/>
                        </a:lnTo>
                        <a:lnTo>
                          <a:pt x="540" y="366"/>
                        </a:lnTo>
                        <a:lnTo>
                          <a:pt x="536" y="359"/>
                        </a:lnTo>
                        <a:lnTo>
                          <a:pt x="531" y="356"/>
                        </a:lnTo>
                        <a:lnTo>
                          <a:pt x="532" y="355"/>
                        </a:lnTo>
                        <a:lnTo>
                          <a:pt x="532" y="352"/>
                        </a:lnTo>
                        <a:lnTo>
                          <a:pt x="530" y="352"/>
                        </a:lnTo>
                        <a:lnTo>
                          <a:pt x="528" y="351"/>
                        </a:lnTo>
                        <a:lnTo>
                          <a:pt x="528" y="348"/>
                        </a:lnTo>
                        <a:lnTo>
                          <a:pt x="530" y="344"/>
                        </a:lnTo>
                        <a:lnTo>
                          <a:pt x="525" y="341"/>
                        </a:lnTo>
                        <a:lnTo>
                          <a:pt x="528" y="340"/>
                        </a:lnTo>
                        <a:lnTo>
                          <a:pt x="532" y="340"/>
                        </a:lnTo>
                        <a:lnTo>
                          <a:pt x="535" y="337"/>
                        </a:lnTo>
                        <a:lnTo>
                          <a:pt x="539" y="337"/>
                        </a:lnTo>
                        <a:lnTo>
                          <a:pt x="546" y="334"/>
                        </a:lnTo>
                        <a:lnTo>
                          <a:pt x="557" y="330"/>
                        </a:lnTo>
                        <a:lnTo>
                          <a:pt x="561" y="328"/>
                        </a:lnTo>
                        <a:lnTo>
                          <a:pt x="565" y="326"/>
                        </a:lnTo>
                        <a:lnTo>
                          <a:pt x="568" y="328"/>
                        </a:lnTo>
                        <a:lnTo>
                          <a:pt x="572" y="326"/>
                        </a:lnTo>
                        <a:lnTo>
                          <a:pt x="573" y="322"/>
                        </a:lnTo>
                        <a:lnTo>
                          <a:pt x="578" y="321"/>
                        </a:lnTo>
                        <a:lnTo>
                          <a:pt x="588" y="317"/>
                        </a:lnTo>
                        <a:lnTo>
                          <a:pt x="589" y="318"/>
                        </a:lnTo>
                        <a:lnTo>
                          <a:pt x="587" y="321"/>
                        </a:lnTo>
                        <a:lnTo>
                          <a:pt x="588" y="324"/>
                        </a:lnTo>
                        <a:lnTo>
                          <a:pt x="585" y="325"/>
                        </a:lnTo>
                        <a:lnTo>
                          <a:pt x="583" y="330"/>
                        </a:lnTo>
                        <a:lnTo>
                          <a:pt x="583" y="333"/>
                        </a:lnTo>
                        <a:lnTo>
                          <a:pt x="588" y="339"/>
                        </a:lnTo>
                        <a:lnTo>
                          <a:pt x="593" y="339"/>
                        </a:lnTo>
                        <a:lnTo>
                          <a:pt x="591" y="337"/>
                        </a:lnTo>
                        <a:lnTo>
                          <a:pt x="585" y="332"/>
                        </a:lnTo>
                        <a:lnTo>
                          <a:pt x="585" y="330"/>
                        </a:lnTo>
                        <a:lnTo>
                          <a:pt x="588" y="326"/>
                        </a:lnTo>
                        <a:lnTo>
                          <a:pt x="593" y="324"/>
                        </a:lnTo>
                        <a:lnTo>
                          <a:pt x="596" y="318"/>
                        </a:lnTo>
                        <a:lnTo>
                          <a:pt x="593" y="314"/>
                        </a:lnTo>
                        <a:lnTo>
                          <a:pt x="591" y="314"/>
                        </a:lnTo>
                        <a:lnTo>
                          <a:pt x="587" y="311"/>
                        </a:lnTo>
                        <a:lnTo>
                          <a:pt x="587" y="309"/>
                        </a:lnTo>
                        <a:lnTo>
                          <a:pt x="583" y="309"/>
                        </a:lnTo>
                        <a:lnTo>
                          <a:pt x="581" y="310"/>
                        </a:lnTo>
                        <a:lnTo>
                          <a:pt x="580" y="309"/>
                        </a:lnTo>
                        <a:lnTo>
                          <a:pt x="578" y="305"/>
                        </a:lnTo>
                        <a:lnTo>
                          <a:pt x="573" y="305"/>
                        </a:lnTo>
                        <a:lnTo>
                          <a:pt x="572" y="306"/>
                        </a:lnTo>
                        <a:lnTo>
                          <a:pt x="568" y="302"/>
                        </a:lnTo>
                        <a:lnTo>
                          <a:pt x="569" y="301"/>
                        </a:lnTo>
                        <a:lnTo>
                          <a:pt x="569" y="299"/>
                        </a:lnTo>
                        <a:lnTo>
                          <a:pt x="572" y="298"/>
                        </a:lnTo>
                        <a:lnTo>
                          <a:pt x="574" y="301"/>
                        </a:lnTo>
                        <a:lnTo>
                          <a:pt x="577" y="301"/>
                        </a:lnTo>
                        <a:lnTo>
                          <a:pt x="580" y="299"/>
                        </a:lnTo>
                        <a:lnTo>
                          <a:pt x="578" y="298"/>
                        </a:lnTo>
                        <a:lnTo>
                          <a:pt x="577" y="298"/>
                        </a:lnTo>
                        <a:lnTo>
                          <a:pt x="574" y="299"/>
                        </a:lnTo>
                        <a:lnTo>
                          <a:pt x="572" y="296"/>
                        </a:lnTo>
                        <a:lnTo>
                          <a:pt x="572" y="294"/>
                        </a:lnTo>
                        <a:lnTo>
                          <a:pt x="569" y="294"/>
                        </a:lnTo>
                        <a:lnTo>
                          <a:pt x="564" y="292"/>
                        </a:lnTo>
                        <a:lnTo>
                          <a:pt x="561" y="294"/>
                        </a:lnTo>
                        <a:lnTo>
                          <a:pt x="559" y="291"/>
                        </a:lnTo>
                        <a:lnTo>
                          <a:pt x="561" y="288"/>
                        </a:lnTo>
                        <a:lnTo>
                          <a:pt x="561" y="286"/>
                        </a:lnTo>
                        <a:lnTo>
                          <a:pt x="559" y="284"/>
                        </a:lnTo>
                        <a:lnTo>
                          <a:pt x="559" y="283"/>
                        </a:lnTo>
                        <a:lnTo>
                          <a:pt x="561" y="284"/>
                        </a:lnTo>
                        <a:lnTo>
                          <a:pt x="565" y="288"/>
                        </a:lnTo>
                        <a:lnTo>
                          <a:pt x="568" y="287"/>
                        </a:lnTo>
                        <a:lnTo>
                          <a:pt x="570" y="291"/>
                        </a:lnTo>
                        <a:lnTo>
                          <a:pt x="570" y="288"/>
                        </a:lnTo>
                        <a:lnTo>
                          <a:pt x="570" y="287"/>
                        </a:lnTo>
                        <a:lnTo>
                          <a:pt x="573" y="286"/>
                        </a:lnTo>
                        <a:lnTo>
                          <a:pt x="573" y="279"/>
                        </a:lnTo>
                        <a:lnTo>
                          <a:pt x="572" y="277"/>
                        </a:lnTo>
                        <a:lnTo>
                          <a:pt x="572" y="276"/>
                        </a:lnTo>
                        <a:lnTo>
                          <a:pt x="574" y="277"/>
                        </a:lnTo>
                        <a:lnTo>
                          <a:pt x="576" y="275"/>
                        </a:lnTo>
                        <a:lnTo>
                          <a:pt x="569" y="273"/>
                        </a:lnTo>
                        <a:lnTo>
                          <a:pt x="568" y="275"/>
                        </a:lnTo>
                        <a:lnTo>
                          <a:pt x="566" y="275"/>
                        </a:lnTo>
                        <a:lnTo>
                          <a:pt x="566" y="272"/>
                        </a:lnTo>
                        <a:lnTo>
                          <a:pt x="569" y="271"/>
                        </a:lnTo>
                        <a:lnTo>
                          <a:pt x="573" y="269"/>
                        </a:lnTo>
                        <a:lnTo>
                          <a:pt x="577" y="269"/>
                        </a:lnTo>
                        <a:lnTo>
                          <a:pt x="577" y="267"/>
                        </a:lnTo>
                        <a:lnTo>
                          <a:pt x="580" y="262"/>
                        </a:lnTo>
                        <a:lnTo>
                          <a:pt x="580" y="260"/>
                        </a:lnTo>
                        <a:lnTo>
                          <a:pt x="580" y="260"/>
                        </a:lnTo>
                        <a:lnTo>
                          <a:pt x="580" y="258"/>
                        </a:lnTo>
                        <a:lnTo>
                          <a:pt x="583" y="254"/>
                        </a:lnTo>
                        <a:lnTo>
                          <a:pt x="584" y="254"/>
                        </a:lnTo>
                        <a:lnTo>
                          <a:pt x="585" y="256"/>
                        </a:lnTo>
                        <a:lnTo>
                          <a:pt x="587" y="256"/>
                        </a:lnTo>
                        <a:lnTo>
                          <a:pt x="588" y="253"/>
                        </a:lnTo>
                        <a:lnTo>
                          <a:pt x="588" y="253"/>
                        </a:lnTo>
                        <a:lnTo>
                          <a:pt x="587" y="250"/>
                        </a:lnTo>
                        <a:lnTo>
                          <a:pt x="588" y="249"/>
                        </a:lnTo>
                        <a:lnTo>
                          <a:pt x="592" y="248"/>
                        </a:lnTo>
                        <a:lnTo>
                          <a:pt x="593" y="246"/>
                        </a:lnTo>
                        <a:lnTo>
                          <a:pt x="593" y="243"/>
                        </a:lnTo>
                        <a:lnTo>
                          <a:pt x="596" y="243"/>
                        </a:lnTo>
                        <a:lnTo>
                          <a:pt x="597" y="245"/>
                        </a:lnTo>
                        <a:lnTo>
                          <a:pt x="603" y="243"/>
                        </a:lnTo>
                        <a:lnTo>
                          <a:pt x="602" y="242"/>
                        </a:lnTo>
                        <a:lnTo>
                          <a:pt x="602" y="239"/>
                        </a:lnTo>
                        <a:lnTo>
                          <a:pt x="608" y="238"/>
                        </a:lnTo>
                        <a:lnTo>
                          <a:pt x="612" y="237"/>
                        </a:lnTo>
                        <a:lnTo>
                          <a:pt x="614" y="234"/>
                        </a:lnTo>
                        <a:lnTo>
                          <a:pt x="622" y="230"/>
                        </a:lnTo>
                        <a:lnTo>
                          <a:pt x="622" y="227"/>
                        </a:lnTo>
                        <a:lnTo>
                          <a:pt x="621" y="227"/>
                        </a:lnTo>
                        <a:lnTo>
                          <a:pt x="615" y="230"/>
                        </a:lnTo>
                        <a:lnTo>
                          <a:pt x="614" y="229"/>
                        </a:lnTo>
                        <a:lnTo>
                          <a:pt x="611" y="231"/>
                        </a:lnTo>
                        <a:lnTo>
                          <a:pt x="608" y="230"/>
                        </a:lnTo>
                        <a:lnTo>
                          <a:pt x="608" y="223"/>
                        </a:lnTo>
                        <a:lnTo>
                          <a:pt x="611" y="223"/>
                        </a:lnTo>
                        <a:lnTo>
                          <a:pt x="611" y="220"/>
                        </a:lnTo>
                        <a:lnTo>
                          <a:pt x="612" y="220"/>
                        </a:lnTo>
                        <a:lnTo>
                          <a:pt x="614" y="222"/>
                        </a:lnTo>
                        <a:lnTo>
                          <a:pt x="614" y="222"/>
                        </a:lnTo>
                        <a:lnTo>
                          <a:pt x="617" y="220"/>
                        </a:lnTo>
                        <a:lnTo>
                          <a:pt x="612" y="218"/>
                        </a:lnTo>
                        <a:lnTo>
                          <a:pt x="617" y="216"/>
                        </a:lnTo>
                        <a:lnTo>
                          <a:pt x="619" y="218"/>
                        </a:lnTo>
                        <a:lnTo>
                          <a:pt x="622" y="219"/>
                        </a:lnTo>
                        <a:lnTo>
                          <a:pt x="626" y="216"/>
                        </a:lnTo>
                        <a:lnTo>
                          <a:pt x="629" y="216"/>
                        </a:lnTo>
                        <a:lnTo>
                          <a:pt x="636" y="214"/>
                        </a:lnTo>
                        <a:lnTo>
                          <a:pt x="640" y="215"/>
                        </a:lnTo>
                        <a:lnTo>
                          <a:pt x="641" y="216"/>
                        </a:lnTo>
                        <a:lnTo>
                          <a:pt x="637" y="223"/>
                        </a:lnTo>
                        <a:lnTo>
                          <a:pt x="637" y="226"/>
                        </a:lnTo>
                        <a:lnTo>
                          <a:pt x="641" y="227"/>
                        </a:lnTo>
                        <a:lnTo>
                          <a:pt x="641" y="223"/>
                        </a:lnTo>
                        <a:lnTo>
                          <a:pt x="644" y="219"/>
                        </a:lnTo>
                        <a:lnTo>
                          <a:pt x="644" y="216"/>
                        </a:lnTo>
                        <a:lnTo>
                          <a:pt x="644" y="215"/>
                        </a:lnTo>
                        <a:lnTo>
                          <a:pt x="646" y="218"/>
                        </a:lnTo>
                        <a:lnTo>
                          <a:pt x="646" y="222"/>
                        </a:lnTo>
                        <a:lnTo>
                          <a:pt x="649" y="222"/>
                        </a:lnTo>
                        <a:lnTo>
                          <a:pt x="650" y="219"/>
                        </a:lnTo>
                        <a:lnTo>
                          <a:pt x="649" y="216"/>
                        </a:lnTo>
                        <a:lnTo>
                          <a:pt x="652" y="215"/>
                        </a:lnTo>
                        <a:lnTo>
                          <a:pt x="653" y="215"/>
                        </a:lnTo>
                        <a:lnTo>
                          <a:pt x="653" y="218"/>
                        </a:lnTo>
                        <a:lnTo>
                          <a:pt x="657" y="215"/>
                        </a:lnTo>
                        <a:lnTo>
                          <a:pt x="657" y="212"/>
                        </a:lnTo>
                        <a:lnTo>
                          <a:pt x="656" y="211"/>
                        </a:lnTo>
                        <a:lnTo>
                          <a:pt x="659" y="211"/>
                        </a:lnTo>
                        <a:lnTo>
                          <a:pt x="660" y="209"/>
                        </a:lnTo>
                        <a:lnTo>
                          <a:pt x="657" y="208"/>
                        </a:lnTo>
                        <a:lnTo>
                          <a:pt x="661" y="204"/>
                        </a:lnTo>
                        <a:lnTo>
                          <a:pt x="664" y="204"/>
                        </a:lnTo>
                        <a:lnTo>
                          <a:pt x="667" y="203"/>
                        </a:lnTo>
                        <a:lnTo>
                          <a:pt x="668" y="204"/>
                        </a:lnTo>
                        <a:lnTo>
                          <a:pt x="669" y="205"/>
                        </a:lnTo>
                        <a:lnTo>
                          <a:pt x="669" y="207"/>
                        </a:lnTo>
                        <a:lnTo>
                          <a:pt x="675" y="207"/>
                        </a:lnTo>
                        <a:lnTo>
                          <a:pt x="675" y="211"/>
                        </a:lnTo>
                        <a:lnTo>
                          <a:pt x="676" y="212"/>
                        </a:lnTo>
                        <a:lnTo>
                          <a:pt x="674" y="219"/>
                        </a:lnTo>
                        <a:lnTo>
                          <a:pt x="678" y="216"/>
                        </a:lnTo>
                        <a:lnTo>
                          <a:pt x="680" y="211"/>
                        </a:lnTo>
                        <a:lnTo>
                          <a:pt x="678" y="205"/>
                        </a:lnTo>
                        <a:lnTo>
                          <a:pt x="674" y="203"/>
                        </a:lnTo>
                        <a:lnTo>
                          <a:pt x="671" y="199"/>
                        </a:lnTo>
                        <a:lnTo>
                          <a:pt x="668" y="201"/>
                        </a:lnTo>
                        <a:lnTo>
                          <a:pt x="667" y="200"/>
                        </a:lnTo>
                        <a:lnTo>
                          <a:pt x="663" y="200"/>
                        </a:lnTo>
                        <a:lnTo>
                          <a:pt x="663" y="199"/>
                        </a:lnTo>
                        <a:lnTo>
                          <a:pt x="659" y="197"/>
                        </a:lnTo>
                        <a:lnTo>
                          <a:pt x="659" y="196"/>
                        </a:lnTo>
                        <a:lnTo>
                          <a:pt x="661" y="193"/>
                        </a:lnTo>
                        <a:lnTo>
                          <a:pt x="667" y="193"/>
                        </a:lnTo>
                        <a:lnTo>
                          <a:pt x="668" y="192"/>
                        </a:lnTo>
                        <a:lnTo>
                          <a:pt x="671" y="192"/>
                        </a:lnTo>
                        <a:lnTo>
                          <a:pt x="674" y="192"/>
                        </a:lnTo>
                        <a:lnTo>
                          <a:pt x="676" y="192"/>
                        </a:lnTo>
                        <a:lnTo>
                          <a:pt x="679" y="192"/>
                        </a:lnTo>
                        <a:lnTo>
                          <a:pt x="684" y="189"/>
                        </a:lnTo>
                        <a:lnTo>
                          <a:pt x="689" y="192"/>
                        </a:lnTo>
                        <a:lnTo>
                          <a:pt x="691" y="192"/>
                        </a:lnTo>
                        <a:lnTo>
                          <a:pt x="693" y="192"/>
                        </a:lnTo>
                        <a:lnTo>
                          <a:pt x="695" y="190"/>
                        </a:lnTo>
                        <a:lnTo>
                          <a:pt x="694" y="188"/>
                        </a:lnTo>
                        <a:lnTo>
                          <a:pt x="690" y="188"/>
                        </a:lnTo>
                        <a:lnTo>
                          <a:pt x="686" y="186"/>
                        </a:lnTo>
                        <a:lnTo>
                          <a:pt x="682" y="188"/>
                        </a:lnTo>
                        <a:lnTo>
                          <a:pt x="676" y="186"/>
                        </a:lnTo>
                        <a:lnTo>
                          <a:pt x="676" y="185"/>
                        </a:lnTo>
                        <a:lnTo>
                          <a:pt x="675" y="181"/>
                        </a:lnTo>
                        <a:lnTo>
                          <a:pt x="679" y="178"/>
                        </a:lnTo>
                        <a:lnTo>
                          <a:pt x="676" y="178"/>
                        </a:lnTo>
                        <a:lnTo>
                          <a:pt x="672" y="174"/>
                        </a:lnTo>
                        <a:lnTo>
                          <a:pt x="669" y="174"/>
                        </a:lnTo>
                        <a:lnTo>
                          <a:pt x="667" y="170"/>
                        </a:lnTo>
                        <a:lnTo>
                          <a:pt x="667" y="167"/>
                        </a:lnTo>
                        <a:lnTo>
                          <a:pt x="669" y="167"/>
                        </a:lnTo>
                        <a:lnTo>
                          <a:pt x="669" y="163"/>
                        </a:lnTo>
                        <a:lnTo>
                          <a:pt x="665" y="161"/>
                        </a:lnTo>
                        <a:lnTo>
                          <a:pt x="667" y="147"/>
                        </a:lnTo>
                        <a:lnTo>
                          <a:pt x="669" y="144"/>
                        </a:lnTo>
                        <a:lnTo>
                          <a:pt x="668" y="140"/>
                        </a:lnTo>
                        <a:lnTo>
                          <a:pt x="668" y="136"/>
                        </a:lnTo>
                        <a:lnTo>
                          <a:pt x="671" y="133"/>
                        </a:lnTo>
                        <a:lnTo>
                          <a:pt x="669" y="131"/>
                        </a:lnTo>
                        <a:lnTo>
                          <a:pt x="672" y="129"/>
                        </a:lnTo>
                        <a:lnTo>
                          <a:pt x="672" y="127"/>
                        </a:lnTo>
                        <a:lnTo>
                          <a:pt x="676" y="124"/>
                        </a:lnTo>
                        <a:lnTo>
                          <a:pt x="679" y="124"/>
                        </a:lnTo>
                        <a:lnTo>
                          <a:pt x="682" y="128"/>
                        </a:lnTo>
                        <a:lnTo>
                          <a:pt x="684" y="125"/>
                        </a:lnTo>
                        <a:lnTo>
                          <a:pt x="687" y="125"/>
                        </a:lnTo>
                        <a:lnTo>
                          <a:pt x="689" y="129"/>
                        </a:lnTo>
                        <a:lnTo>
                          <a:pt x="693" y="129"/>
                        </a:lnTo>
                        <a:lnTo>
                          <a:pt x="697" y="127"/>
                        </a:lnTo>
                        <a:lnTo>
                          <a:pt x="698" y="127"/>
                        </a:lnTo>
                        <a:lnTo>
                          <a:pt x="698" y="131"/>
                        </a:lnTo>
                        <a:lnTo>
                          <a:pt x="699" y="132"/>
                        </a:lnTo>
                        <a:lnTo>
                          <a:pt x="703" y="133"/>
                        </a:lnTo>
                        <a:lnTo>
                          <a:pt x="703" y="135"/>
                        </a:lnTo>
                        <a:lnTo>
                          <a:pt x="701" y="136"/>
                        </a:lnTo>
                        <a:lnTo>
                          <a:pt x="701" y="137"/>
                        </a:lnTo>
                        <a:lnTo>
                          <a:pt x="699" y="140"/>
                        </a:lnTo>
                        <a:lnTo>
                          <a:pt x="701" y="143"/>
                        </a:lnTo>
                        <a:lnTo>
                          <a:pt x="697" y="147"/>
                        </a:lnTo>
                        <a:lnTo>
                          <a:pt x="694" y="148"/>
                        </a:lnTo>
                        <a:lnTo>
                          <a:pt x="693" y="152"/>
                        </a:lnTo>
                        <a:lnTo>
                          <a:pt x="694" y="152"/>
                        </a:lnTo>
                        <a:lnTo>
                          <a:pt x="701" y="150"/>
                        </a:lnTo>
                        <a:lnTo>
                          <a:pt x="705" y="143"/>
                        </a:lnTo>
                        <a:lnTo>
                          <a:pt x="708" y="144"/>
                        </a:lnTo>
                        <a:lnTo>
                          <a:pt x="708" y="146"/>
                        </a:lnTo>
                        <a:lnTo>
                          <a:pt x="705" y="148"/>
                        </a:lnTo>
                        <a:lnTo>
                          <a:pt x="706" y="151"/>
                        </a:lnTo>
                        <a:lnTo>
                          <a:pt x="709" y="151"/>
                        </a:lnTo>
                        <a:lnTo>
                          <a:pt x="710" y="147"/>
                        </a:lnTo>
                        <a:lnTo>
                          <a:pt x="714" y="146"/>
                        </a:lnTo>
                        <a:lnTo>
                          <a:pt x="716" y="147"/>
                        </a:lnTo>
                        <a:lnTo>
                          <a:pt x="718" y="146"/>
                        </a:lnTo>
                        <a:lnTo>
                          <a:pt x="720" y="143"/>
                        </a:lnTo>
                        <a:lnTo>
                          <a:pt x="721" y="143"/>
                        </a:lnTo>
                        <a:lnTo>
                          <a:pt x="722" y="144"/>
                        </a:lnTo>
                        <a:lnTo>
                          <a:pt x="725" y="143"/>
                        </a:lnTo>
                        <a:lnTo>
                          <a:pt x="729" y="147"/>
                        </a:lnTo>
                        <a:lnTo>
                          <a:pt x="729" y="150"/>
                        </a:lnTo>
                        <a:lnTo>
                          <a:pt x="731" y="154"/>
                        </a:lnTo>
                        <a:lnTo>
                          <a:pt x="729" y="155"/>
                        </a:lnTo>
                        <a:lnTo>
                          <a:pt x="729" y="158"/>
                        </a:lnTo>
                        <a:lnTo>
                          <a:pt x="728" y="162"/>
                        </a:lnTo>
                        <a:lnTo>
                          <a:pt x="731" y="167"/>
                        </a:lnTo>
                        <a:lnTo>
                          <a:pt x="731" y="171"/>
                        </a:lnTo>
                        <a:lnTo>
                          <a:pt x="728" y="171"/>
                        </a:lnTo>
                        <a:lnTo>
                          <a:pt x="727" y="174"/>
                        </a:lnTo>
                        <a:lnTo>
                          <a:pt x="728" y="174"/>
                        </a:lnTo>
                        <a:lnTo>
                          <a:pt x="733" y="173"/>
                        </a:lnTo>
                        <a:lnTo>
                          <a:pt x="736" y="170"/>
                        </a:lnTo>
                        <a:lnTo>
                          <a:pt x="742" y="170"/>
                        </a:lnTo>
                        <a:lnTo>
                          <a:pt x="743" y="166"/>
                        </a:lnTo>
                        <a:lnTo>
                          <a:pt x="743" y="161"/>
                        </a:lnTo>
                        <a:lnTo>
                          <a:pt x="742" y="157"/>
                        </a:lnTo>
                        <a:lnTo>
                          <a:pt x="740" y="157"/>
                        </a:lnTo>
                        <a:lnTo>
                          <a:pt x="737" y="157"/>
                        </a:lnTo>
                        <a:lnTo>
                          <a:pt x="737" y="154"/>
                        </a:lnTo>
                        <a:lnTo>
                          <a:pt x="739" y="152"/>
                        </a:lnTo>
                        <a:lnTo>
                          <a:pt x="740" y="152"/>
                        </a:lnTo>
                        <a:lnTo>
                          <a:pt x="742" y="154"/>
                        </a:lnTo>
                        <a:lnTo>
                          <a:pt x="744" y="152"/>
                        </a:lnTo>
                        <a:lnTo>
                          <a:pt x="748" y="151"/>
                        </a:lnTo>
                        <a:lnTo>
                          <a:pt x="752" y="147"/>
                        </a:lnTo>
                        <a:lnTo>
                          <a:pt x="754" y="148"/>
                        </a:lnTo>
                        <a:lnTo>
                          <a:pt x="758" y="148"/>
                        </a:lnTo>
                        <a:lnTo>
                          <a:pt x="759" y="146"/>
                        </a:lnTo>
                        <a:lnTo>
                          <a:pt x="762" y="143"/>
                        </a:lnTo>
                        <a:lnTo>
                          <a:pt x="763" y="143"/>
                        </a:lnTo>
                        <a:lnTo>
                          <a:pt x="765" y="142"/>
                        </a:lnTo>
                        <a:lnTo>
                          <a:pt x="767" y="140"/>
                        </a:lnTo>
                        <a:lnTo>
                          <a:pt x="769" y="142"/>
                        </a:lnTo>
                        <a:lnTo>
                          <a:pt x="771" y="142"/>
                        </a:lnTo>
                        <a:lnTo>
                          <a:pt x="773" y="143"/>
                        </a:lnTo>
                        <a:lnTo>
                          <a:pt x="771" y="144"/>
                        </a:lnTo>
                        <a:lnTo>
                          <a:pt x="771" y="147"/>
                        </a:lnTo>
                        <a:lnTo>
                          <a:pt x="778" y="146"/>
                        </a:lnTo>
                        <a:lnTo>
                          <a:pt x="780" y="147"/>
                        </a:lnTo>
                        <a:lnTo>
                          <a:pt x="782" y="148"/>
                        </a:lnTo>
                        <a:lnTo>
                          <a:pt x="792" y="154"/>
                        </a:lnTo>
                        <a:lnTo>
                          <a:pt x="794" y="155"/>
                        </a:lnTo>
                        <a:lnTo>
                          <a:pt x="796" y="158"/>
                        </a:lnTo>
                        <a:lnTo>
                          <a:pt x="796" y="159"/>
                        </a:lnTo>
                        <a:lnTo>
                          <a:pt x="801" y="166"/>
                        </a:lnTo>
                        <a:lnTo>
                          <a:pt x="803" y="165"/>
                        </a:lnTo>
                        <a:lnTo>
                          <a:pt x="803" y="163"/>
                        </a:lnTo>
                        <a:lnTo>
                          <a:pt x="804" y="162"/>
                        </a:lnTo>
                        <a:lnTo>
                          <a:pt x="804" y="161"/>
                        </a:lnTo>
                        <a:lnTo>
                          <a:pt x="803" y="159"/>
                        </a:lnTo>
                        <a:lnTo>
                          <a:pt x="800" y="159"/>
                        </a:lnTo>
                        <a:lnTo>
                          <a:pt x="800" y="157"/>
                        </a:lnTo>
                        <a:lnTo>
                          <a:pt x="803" y="155"/>
                        </a:lnTo>
                        <a:lnTo>
                          <a:pt x="804" y="155"/>
                        </a:lnTo>
                        <a:lnTo>
                          <a:pt x="805" y="157"/>
                        </a:lnTo>
                        <a:lnTo>
                          <a:pt x="808" y="159"/>
                        </a:lnTo>
                        <a:lnTo>
                          <a:pt x="808" y="161"/>
                        </a:lnTo>
                        <a:lnTo>
                          <a:pt x="812" y="165"/>
                        </a:lnTo>
                        <a:lnTo>
                          <a:pt x="812" y="167"/>
                        </a:lnTo>
                        <a:lnTo>
                          <a:pt x="815" y="169"/>
                        </a:lnTo>
                        <a:lnTo>
                          <a:pt x="816" y="167"/>
                        </a:lnTo>
                        <a:lnTo>
                          <a:pt x="818" y="167"/>
                        </a:lnTo>
                        <a:lnTo>
                          <a:pt x="819" y="169"/>
                        </a:lnTo>
                        <a:lnTo>
                          <a:pt x="820" y="171"/>
                        </a:lnTo>
                        <a:lnTo>
                          <a:pt x="822" y="174"/>
                        </a:lnTo>
                        <a:lnTo>
                          <a:pt x="823" y="177"/>
                        </a:lnTo>
                        <a:lnTo>
                          <a:pt x="823" y="180"/>
                        </a:lnTo>
                        <a:lnTo>
                          <a:pt x="822" y="180"/>
                        </a:lnTo>
                        <a:lnTo>
                          <a:pt x="822" y="178"/>
                        </a:lnTo>
                        <a:lnTo>
                          <a:pt x="820" y="176"/>
                        </a:lnTo>
                        <a:lnTo>
                          <a:pt x="819" y="176"/>
                        </a:lnTo>
                        <a:lnTo>
                          <a:pt x="819" y="177"/>
                        </a:lnTo>
                        <a:lnTo>
                          <a:pt x="816" y="176"/>
                        </a:lnTo>
                        <a:lnTo>
                          <a:pt x="811" y="173"/>
                        </a:lnTo>
                        <a:lnTo>
                          <a:pt x="807" y="174"/>
                        </a:lnTo>
                        <a:lnTo>
                          <a:pt x="807" y="174"/>
                        </a:lnTo>
                        <a:lnTo>
                          <a:pt x="808" y="177"/>
                        </a:lnTo>
                        <a:lnTo>
                          <a:pt x="812" y="177"/>
                        </a:lnTo>
                        <a:lnTo>
                          <a:pt x="814" y="178"/>
                        </a:lnTo>
                        <a:lnTo>
                          <a:pt x="814" y="180"/>
                        </a:lnTo>
                        <a:lnTo>
                          <a:pt x="815" y="182"/>
                        </a:lnTo>
                        <a:lnTo>
                          <a:pt x="816" y="184"/>
                        </a:lnTo>
                        <a:lnTo>
                          <a:pt x="818" y="182"/>
                        </a:lnTo>
                        <a:lnTo>
                          <a:pt x="819" y="180"/>
                        </a:lnTo>
                        <a:lnTo>
                          <a:pt x="820" y="180"/>
                        </a:lnTo>
                        <a:lnTo>
                          <a:pt x="822" y="182"/>
                        </a:lnTo>
                        <a:lnTo>
                          <a:pt x="823" y="182"/>
                        </a:lnTo>
                        <a:lnTo>
                          <a:pt x="824" y="182"/>
                        </a:lnTo>
                        <a:lnTo>
                          <a:pt x="826" y="182"/>
                        </a:lnTo>
                        <a:lnTo>
                          <a:pt x="827" y="185"/>
                        </a:lnTo>
                        <a:lnTo>
                          <a:pt x="826" y="186"/>
                        </a:lnTo>
                        <a:lnTo>
                          <a:pt x="828" y="190"/>
                        </a:lnTo>
                        <a:lnTo>
                          <a:pt x="830" y="196"/>
                        </a:lnTo>
                        <a:lnTo>
                          <a:pt x="830" y="201"/>
                        </a:lnTo>
                        <a:lnTo>
                          <a:pt x="827" y="205"/>
                        </a:lnTo>
                        <a:lnTo>
                          <a:pt x="827" y="205"/>
                        </a:lnTo>
                        <a:lnTo>
                          <a:pt x="826" y="208"/>
                        </a:lnTo>
                        <a:lnTo>
                          <a:pt x="826" y="211"/>
                        </a:lnTo>
                        <a:lnTo>
                          <a:pt x="824" y="215"/>
                        </a:lnTo>
                        <a:lnTo>
                          <a:pt x="824" y="216"/>
                        </a:lnTo>
                        <a:lnTo>
                          <a:pt x="826" y="218"/>
                        </a:lnTo>
                        <a:lnTo>
                          <a:pt x="826" y="220"/>
                        </a:lnTo>
                        <a:lnTo>
                          <a:pt x="823" y="222"/>
                        </a:lnTo>
                        <a:lnTo>
                          <a:pt x="822" y="224"/>
                        </a:lnTo>
                        <a:lnTo>
                          <a:pt x="822" y="226"/>
                        </a:lnTo>
                        <a:lnTo>
                          <a:pt x="820" y="231"/>
                        </a:lnTo>
                        <a:lnTo>
                          <a:pt x="819" y="233"/>
                        </a:lnTo>
                        <a:lnTo>
                          <a:pt x="819" y="234"/>
                        </a:lnTo>
                        <a:lnTo>
                          <a:pt x="818" y="237"/>
                        </a:lnTo>
                        <a:lnTo>
                          <a:pt x="815" y="238"/>
                        </a:lnTo>
                        <a:lnTo>
                          <a:pt x="812" y="241"/>
                        </a:lnTo>
                        <a:lnTo>
                          <a:pt x="808" y="241"/>
                        </a:lnTo>
                        <a:lnTo>
                          <a:pt x="812" y="242"/>
                        </a:lnTo>
                        <a:lnTo>
                          <a:pt x="814" y="242"/>
                        </a:lnTo>
                        <a:lnTo>
                          <a:pt x="816" y="239"/>
                        </a:lnTo>
                        <a:lnTo>
                          <a:pt x="816" y="239"/>
                        </a:lnTo>
                        <a:lnTo>
                          <a:pt x="818" y="243"/>
                        </a:lnTo>
                        <a:lnTo>
                          <a:pt x="816" y="249"/>
                        </a:lnTo>
                        <a:lnTo>
                          <a:pt x="814" y="252"/>
                        </a:lnTo>
                        <a:lnTo>
                          <a:pt x="812" y="258"/>
                        </a:lnTo>
                        <a:lnTo>
                          <a:pt x="814" y="261"/>
                        </a:lnTo>
                        <a:lnTo>
                          <a:pt x="814" y="264"/>
                        </a:lnTo>
                        <a:lnTo>
                          <a:pt x="812" y="271"/>
                        </a:lnTo>
                        <a:lnTo>
                          <a:pt x="808" y="272"/>
                        </a:lnTo>
                        <a:lnTo>
                          <a:pt x="807" y="271"/>
                        </a:lnTo>
                        <a:lnTo>
                          <a:pt x="805" y="272"/>
                        </a:lnTo>
                        <a:lnTo>
                          <a:pt x="804" y="273"/>
                        </a:lnTo>
                        <a:lnTo>
                          <a:pt x="804" y="275"/>
                        </a:lnTo>
                        <a:lnTo>
                          <a:pt x="807" y="280"/>
                        </a:lnTo>
                        <a:lnTo>
                          <a:pt x="805" y="283"/>
                        </a:lnTo>
                        <a:lnTo>
                          <a:pt x="803" y="284"/>
                        </a:lnTo>
                        <a:lnTo>
                          <a:pt x="801" y="288"/>
                        </a:lnTo>
                        <a:lnTo>
                          <a:pt x="803" y="292"/>
                        </a:lnTo>
                        <a:lnTo>
                          <a:pt x="803" y="296"/>
                        </a:lnTo>
                        <a:lnTo>
                          <a:pt x="801" y="298"/>
                        </a:lnTo>
                        <a:lnTo>
                          <a:pt x="801" y="299"/>
                        </a:lnTo>
                        <a:lnTo>
                          <a:pt x="804" y="301"/>
                        </a:lnTo>
                        <a:lnTo>
                          <a:pt x="801" y="309"/>
                        </a:lnTo>
                        <a:lnTo>
                          <a:pt x="800" y="310"/>
                        </a:lnTo>
                        <a:lnTo>
                          <a:pt x="799" y="313"/>
                        </a:lnTo>
                        <a:lnTo>
                          <a:pt x="800" y="311"/>
                        </a:lnTo>
                        <a:lnTo>
                          <a:pt x="803" y="311"/>
                        </a:lnTo>
                        <a:lnTo>
                          <a:pt x="805" y="309"/>
                        </a:lnTo>
                        <a:lnTo>
                          <a:pt x="807" y="306"/>
                        </a:lnTo>
                        <a:lnTo>
                          <a:pt x="805" y="305"/>
                        </a:lnTo>
                        <a:lnTo>
                          <a:pt x="807" y="303"/>
                        </a:lnTo>
                        <a:lnTo>
                          <a:pt x="811" y="302"/>
                        </a:lnTo>
                        <a:lnTo>
                          <a:pt x="812" y="302"/>
                        </a:lnTo>
                        <a:lnTo>
                          <a:pt x="811" y="302"/>
                        </a:lnTo>
                        <a:lnTo>
                          <a:pt x="805" y="296"/>
                        </a:lnTo>
                        <a:lnTo>
                          <a:pt x="804" y="292"/>
                        </a:lnTo>
                        <a:lnTo>
                          <a:pt x="805" y="290"/>
                        </a:lnTo>
                        <a:lnTo>
                          <a:pt x="811" y="288"/>
                        </a:lnTo>
                        <a:lnTo>
                          <a:pt x="816" y="288"/>
                        </a:lnTo>
                        <a:lnTo>
                          <a:pt x="820" y="284"/>
                        </a:lnTo>
                        <a:lnTo>
                          <a:pt x="822" y="284"/>
                        </a:lnTo>
                        <a:lnTo>
                          <a:pt x="823" y="283"/>
                        </a:lnTo>
                        <a:lnTo>
                          <a:pt x="822" y="280"/>
                        </a:lnTo>
                        <a:lnTo>
                          <a:pt x="826" y="277"/>
                        </a:lnTo>
                        <a:lnTo>
                          <a:pt x="828" y="275"/>
                        </a:lnTo>
                        <a:lnTo>
                          <a:pt x="827" y="271"/>
                        </a:lnTo>
                        <a:lnTo>
                          <a:pt x="827" y="271"/>
                        </a:lnTo>
                        <a:lnTo>
                          <a:pt x="830" y="272"/>
                        </a:lnTo>
                        <a:lnTo>
                          <a:pt x="833" y="271"/>
                        </a:lnTo>
                        <a:lnTo>
                          <a:pt x="835" y="268"/>
                        </a:lnTo>
                        <a:lnTo>
                          <a:pt x="834" y="265"/>
                        </a:lnTo>
                        <a:lnTo>
                          <a:pt x="839" y="261"/>
                        </a:lnTo>
                        <a:lnTo>
                          <a:pt x="839" y="258"/>
                        </a:lnTo>
                        <a:lnTo>
                          <a:pt x="838" y="256"/>
                        </a:lnTo>
                        <a:lnTo>
                          <a:pt x="833" y="260"/>
                        </a:lnTo>
                        <a:lnTo>
                          <a:pt x="833" y="261"/>
                        </a:lnTo>
                        <a:lnTo>
                          <a:pt x="828" y="264"/>
                        </a:lnTo>
                        <a:lnTo>
                          <a:pt x="824" y="262"/>
                        </a:lnTo>
                        <a:lnTo>
                          <a:pt x="823" y="258"/>
                        </a:lnTo>
                        <a:lnTo>
                          <a:pt x="826" y="256"/>
                        </a:lnTo>
                        <a:lnTo>
                          <a:pt x="824" y="252"/>
                        </a:lnTo>
                        <a:lnTo>
                          <a:pt x="827" y="249"/>
                        </a:lnTo>
                        <a:lnTo>
                          <a:pt x="831" y="249"/>
                        </a:lnTo>
                        <a:lnTo>
                          <a:pt x="837" y="252"/>
                        </a:lnTo>
                        <a:lnTo>
                          <a:pt x="838" y="249"/>
                        </a:lnTo>
                        <a:lnTo>
                          <a:pt x="838" y="246"/>
                        </a:lnTo>
                        <a:lnTo>
                          <a:pt x="842" y="245"/>
                        </a:lnTo>
                        <a:lnTo>
                          <a:pt x="842" y="248"/>
                        </a:lnTo>
                        <a:lnTo>
                          <a:pt x="841" y="249"/>
                        </a:lnTo>
                        <a:lnTo>
                          <a:pt x="841" y="252"/>
                        </a:lnTo>
                        <a:lnTo>
                          <a:pt x="849" y="258"/>
                        </a:lnTo>
                        <a:lnTo>
                          <a:pt x="853" y="258"/>
                        </a:lnTo>
                        <a:lnTo>
                          <a:pt x="854" y="257"/>
                        </a:lnTo>
                        <a:lnTo>
                          <a:pt x="860" y="256"/>
                        </a:lnTo>
                        <a:lnTo>
                          <a:pt x="862" y="253"/>
                        </a:lnTo>
                        <a:lnTo>
                          <a:pt x="861" y="250"/>
                        </a:lnTo>
                        <a:lnTo>
                          <a:pt x="857" y="245"/>
                        </a:lnTo>
                        <a:lnTo>
                          <a:pt x="857" y="243"/>
                        </a:lnTo>
                        <a:lnTo>
                          <a:pt x="858" y="243"/>
                        </a:lnTo>
                        <a:lnTo>
                          <a:pt x="864" y="249"/>
                        </a:lnTo>
                        <a:lnTo>
                          <a:pt x="866" y="249"/>
                        </a:lnTo>
                        <a:lnTo>
                          <a:pt x="869" y="252"/>
                        </a:lnTo>
                        <a:lnTo>
                          <a:pt x="868" y="254"/>
                        </a:lnTo>
                        <a:lnTo>
                          <a:pt x="869" y="257"/>
                        </a:lnTo>
                        <a:lnTo>
                          <a:pt x="873" y="260"/>
                        </a:lnTo>
                        <a:lnTo>
                          <a:pt x="873" y="265"/>
                        </a:lnTo>
                        <a:lnTo>
                          <a:pt x="875" y="265"/>
                        </a:lnTo>
                        <a:lnTo>
                          <a:pt x="875" y="264"/>
                        </a:lnTo>
                        <a:lnTo>
                          <a:pt x="877" y="261"/>
                        </a:lnTo>
                        <a:lnTo>
                          <a:pt x="879" y="261"/>
                        </a:lnTo>
                        <a:lnTo>
                          <a:pt x="880" y="258"/>
                        </a:lnTo>
                        <a:lnTo>
                          <a:pt x="879" y="258"/>
                        </a:lnTo>
                        <a:lnTo>
                          <a:pt x="876" y="260"/>
                        </a:lnTo>
                        <a:lnTo>
                          <a:pt x="875" y="258"/>
                        </a:lnTo>
                        <a:lnTo>
                          <a:pt x="872" y="256"/>
                        </a:lnTo>
                        <a:lnTo>
                          <a:pt x="876" y="252"/>
                        </a:lnTo>
                        <a:lnTo>
                          <a:pt x="879" y="250"/>
                        </a:lnTo>
                        <a:lnTo>
                          <a:pt x="880" y="248"/>
                        </a:lnTo>
                        <a:lnTo>
                          <a:pt x="883" y="248"/>
                        </a:lnTo>
                        <a:lnTo>
                          <a:pt x="883" y="246"/>
                        </a:lnTo>
                        <a:lnTo>
                          <a:pt x="890" y="245"/>
                        </a:lnTo>
                        <a:lnTo>
                          <a:pt x="899" y="242"/>
                        </a:lnTo>
                        <a:lnTo>
                          <a:pt x="910" y="242"/>
                        </a:lnTo>
                        <a:lnTo>
                          <a:pt x="918" y="238"/>
                        </a:lnTo>
                        <a:lnTo>
                          <a:pt x="924" y="238"/>
                        </a:lnTo>
                        <a:lnTo>
                          <a:pt x="926" y="239"/>
                        </a:lnTo>
                        <a:lnTo>
                          <a:pt x="926" y="242"/>
                        </a:lnTo>
                        <a:lnTo>
                          <a:pt x="926" y="242"/>
                        </a:lnTo>
                        <a:lnTo>
                          <a:pt x="924" y="246"/>
                        </a:lnTo>
                        <a:lnTo>
                          <a:pt x="925" y="252"/>
                        </a:lnTo>
                        <a:lnTo>
                          <a:pt x="929" y="254"/>
                        </a:lnTo>
                        <a:lnTo>
                          <a:pt x="941" y="254"/>
                        </a:lnTo>
                        <a:lnTo>
                          <a:pt x="944" y="256"/>
                        </a:lnTo>
                        <a:lnTo>
                          <a:pt x="945" y="254"/>
                        </a:lnTo>
                        <a:lnTo>
                          <a:pt x="949" y="254"/>
                        </a:lnTo>
                        <a:lnTo>
                          <a:pt x="953" y="256"/>
                        </a:lnTo>
                        <a:lnTo>
                          <a:pt x="962" y="254"/>
                        </a:lnTo>
                        <a:lnTo>
                          <a:pt x="968" y="252"/>
                        </a:lnTo>
                        <a:lnTo>
                          <a:pt x="970" y="252"/>
                        </a:lnTo>
                        <a:lnTo>
                          <a:pt x="974" y="252"/>
                        </a:lnTo>
                        <a:lnTo>
                          <a:pt x="975" y="249"/>
                        </a:lnTo>
                        <a:lnTo>
                          <a:pt x="974" y="248"/>
                        </a:lnTo>
                        <a:lnTo>
                          <a:pt x="977" y="246"/>
                        </a:lnTo>
                        <a:lnTo>
                          <a:pt x="979" y="248"/>
                        </a:lnTo>
                        <a:lnTo>
                          <a:pt x="983" y="246"/>
                        </a:lnTo>
                        <a:lnTo>
                          <a:pt x="983" y="248"/>
                        </a:lnTo>
                        <a:lnTo>
                          <a:pt x="985" y="249"/>
                        </a:lnTo>
                        <a:lnTo>
                          <a:pt x="987" y="246"/>
                        </a:lnTo>
                        <a:lnTo>
                          <a:pt x="986" y="243"/>
                        </a:lnTo>
                        <a:lnTo>
                          <a:pt x="983" y="241"/>
                        </a:lnTo>
                        <a:lnTo>
                          <a:pt x="985" y="238"/>
                        </a:lnTo>
                        <a:lnTo>
                          <a:pt x="983" y="237"/>
                        </a:lnTo>
                        <a:lnTo>
                          <a:pt x="979" y="235"/>
                        </a:lnTo>
                        <a:lnTo>
                          <a:pt x="979" y="233"/>
                        </a:lnTo>
                        <a:lnTo>
                          <a:pt x="978" y="231"/>
                        </a:lnTo>
                        <a:lnTo>
                          <a:pt x="977" y="229"/>
                        </a:lnTo>
                        <a:lnTo>
                          <a:pt x="975" y="226"/>
                        </a:lnTo>
                        <a:lnTo>
                          <a:pt x="975" y="223"/>
                        </a:lnTo>
                        <a:lnTo>
                          <a:pt x="977" y="220"/>
                        </a:lnTo>
                        <a:lnTo>
                          <a:pt x="977" y="222"/>
                        </a:lnTo>
                        <a:lnTo>
                          <a:pt x="978" y="223"/>
                        </a:lnTo>
                        <a:lnTo>
                          <a:pt x="981" y="220"/>
                        </a:lnTo>
                        <a:lnTo>
                          <a:pt x="981" y="219"/>
                        </a:lnTo>
                        <a:lnTo>
                          <a:pt x="979" y="216"/>
                        </a:lnTo>
                        <a:lnTo>
                          <a:pt x="982" y="216"/>
                        </a:lnTo>
                        <a:lnTo>
                          <a:pt x="985" y="219"/>
                        </a:lnTo>
                        <a:lnTo>
                          <a:pt x="987" y="218"/>
                        </a:lnTo>
                        <a:lnTo>
                          <a:pt x="987" y="215"/>
                        </a:lnTo>
                        <a:lnTo>
                          <a:pt x="989" y="216"/>
                        </a:lnTo>
                        <a:lnTo>
                          <a:pt x="993" y="216"/>
                        </a:lnTo>
                        <a:lnTo>
                          <a:pt x="994" y="216"/>
                        </a:lnTo>
                        <a:lnTo>
                          <a:pt x="996" y="215"/>
                        </a:lnTo>
                        <a:lnTo>
                          <a:pt x="998" y="218"/>
                        </a:lnTo>
                        <a:lnTo>
                          <a:pt x="1001" y="218"/>
                        </a:lnTo>
                        <a:lnTo>
                          <a:pt x="1002" y="220"/>
                        </a:lnTo>
                        <a:lnTo>
                          <a:pt x="1004" y="219"/>
                        </a:lnTo>
                        <a:lnTo>
                          <a:pt x="1004" y="216"/>
                        </a:lnTo>
                        <a:lnTo>
                          <a:pt x="1006" y="216"/>
                        </a:lnTo>
                        <a:lnTo>
                          <a:pt x="1008" y="219"/>
                        </a:lnTo>
                        <a:lnTo>
                          <a:pt x="1006" y="222"/>
                        </a:lnTo>
                        <a:lnTo>
                          <a:pt x="1005" y="223"/>
                        </a:lnTo>
                        <a:lnTo>
                          <a:pt x="1006" y="224"/>
                        </a:lnTo>
                        <a:lnTo>
                          <a:pt x="1009" y="223"/>
                        </a:lnTo>
                        <a:lnTo>
                          <a:pt x="1011" y="224"/>
                        </a:lnTo>
                        <a:lnTo>
                          <a:pt x="1011" y="222"/>
                        </a:lnTo>
                        <a:lnTo>
                          <a:pt x="1012" y="222"/>
                        </a:lnTo>
                        <a:lnTo>
                          <a:pt x="1013" y="222"/>
                        </a:lnTo>
                        <a:lnTo>
                          <a:pt x="1012" y="219"/>
                        </a:lnTo>
                        <a:lnTo>
                          <a:pt x="1011" y="218"/>
                        </a:lnTo>
                        <a:lnTo>
                          <a:pt x="1012" y="216"/>
                        </a:lnTo>
                        <a:lnTo>
                          <a:pt x="1013" y="216"/>
                        </a:lnTo>
                        <a:lnTo>
                          <a:pt x="1019" y="215"/>
                        </a:lnTo>
                        <a:lnTo>
                          <a:pt x="1020" y="216"/>
                        </a:lnTo>
                        <a:lnTo>
                          <a:pt x="1021" y="215"/>
                        </a:lnTo>
                        <a:lnTo>
                          <a:pt x="1025" y="215"/>
                        </a:lnTo>
                        <a:lnTo>
                          <a:pt x="1025" y="218"/>
                        </a:lnTo>
                        <a:lnTo>
                          <a:pt x="1025" y="222"/>
                        </a:lnTo>
                        <a:lnTo>
                          <a:pt x="1027" y="219"/>
                        </a:lnTo>
                        <a:lnTo>
                          <a:pt x="1028" y="219"/>
                        </a:lnTo>
                        <a:lnTo>
                          <a:pt x="1031" y="216"/>
                        </a:lnTo>
                        <a:lnTo>
                          <a:pt x="1031" y="220"/>
                        </a:lnTo>
                        <a:lnTo>
                          <a:pt x="1034" y="220"/>
                        </a:lnTo>
                        <a:lnTo>
                          <a:pt x="1036" y="219"/>
                        </a:lnTo>
                        <a:lnTo>
                          <a:pt x="1039" y="222"/>
                        </a:lnTo>
                        <a:lnTo>
                          <a:pt x="1039" y="227"/>
                        </a:lnTo>
                        <a:lnTo>
                          <a:pt x="1042" y="223"/>
                        </a:lnTo>
                        <a:lnTo>
                          <a:pt x="1043" y="222"/>
                        </a:lnTo>
                        <a:lnTo>
                          <a:pt x="1044" y="223"/>
                        </a:lnTo>
                        <a:lnTo>
                          <a:pt x="1043" y="227"/>
                        </a:lnTo>
                        <a:lnTo>
                          <a:pt x="1044" y="229"/>
                        </a:lnTo>
                        <a:lnTo>
                          <a:pt x="1046" y="230"/>
                        </a:lnTo>
                        <a:lnTo>
                          <a:pt x="1049" y="230"/>
                        </a:lnTo>
                        <a:lnTo>
                          <a:pt x="1049" y="233"/>
                        </a:lnTo>
                        <a:lnTo>
                          <a:pt x="1050" y="231"/>
                        </a:lnTo>
                        <a:lnTo>
                          <a:pt x="1051" y="231"/>
                        </a:lnTo>
                        <a:lnTo>
                          <a:pt x="1053" y="234"/>
                        </a:lnTo>
                        <a:lnTo>
                          <a:pt x="1050" y="237"/>
                        </a:lnTo>
                        <a:lnTo>
                          <a:pt x="1050" y="239"/>
                        </a:lnTo>
                        <a:lnTo>
                          <a:pt x="1054" y="237"/>
                        </a:lnTo>
                        <a:lnTo>
                          <a:pt x="1057" y="237"/>
                        </a:lnTo>
                        <a:lnTo>
                          <a:pt x="1057" y="238"/>
                        </a:lnTo>
                        <a:lnTo>
                          <a:pt x="1051" y="243"/>
                        </a:lnTo>
                        <a:lnTo>
                          <a:pt x="1053" y="248"/>
                        </a:lnTo>
                        <a:lnTo>
                          <a:pt x="1057" y="248"/>
                        </a:lnTo>
                        <a:lnTo>
                          <a:pt x="1058" y="246"/>
                        </a:lnTo>
                        <a:lnTo>
                          <a:pt x="1059" y="245"/>
                        </a:lnTo>
                        <a:lnTo>
                          <a:pt x="1062" y="246"/>
                        </a:lnTo>
                        <a:lnTo>
                          <a:pt x="1062" y="248"/>
                        </a:lnTo>
                        <a:lnTo>
                          <a:pt x="1065" y="248"/>
                        </a:lnTo>
                        <a:lnTo>
                          <a:pt x="1068" y="250"/>
                        </a:lnTo>
                        <a:lnTo>
                          <a:pt x="1066" y="254"/>
                        </a:lnTo>
                        <a:lnTo>
                          <a:pt x="1069" y="254"/>
                        </a:lnTo>
                        <a:lnTo>
                          <a:pt x="1070" y="256"/>
                        </a:lnTo>
                        <a:lnTo>
                          <a:pt x="1072" y="256"/>
                        </a:lnTo>
                        <a:lnTo>
                          <a:pt x="1073" y="257"/>
                        </a:lnTo>
                        <a:lnTo>
                          <a:pt x="1070" y="262"/>
                        </a:lnTo>
                        <a:lnTo>
                          <a:pt x="1066" y="264"/>
                        </a:lnTo>
                        <a:lnTo>
                          <a:pt x="1063" y="261"/>
                        </a:lnTo>
                        <a:lnTo>
                          <a:pt x="1058" y="260"/>
                        </a:lnTo>
                        <a:lnTo>
                          <a:pt x="1053" y="260"/>
                        </a:lnTo>
                        <a:lnTo>
                          <a:pt x="1055" y="261"/>
                        </a:lnTo>
                        <a:lnTo>
                          <a:pt x="1055" y="264"/>
                        </a:lnTo>
                        <a:lnTo>
                          <a:pt x="1062" y="265"/>
                        </a:lnTo>
                        <a:lnTo>
                          <a:pt x="1062" y="268"/>
                        </a:lnTo>
                        <a:lnTo>
                          <a:pt x="1068" y="271"/>
                        </a:lnTo>
                        <a:lnTo>
                          <a:pt x="1073" y="273"/>
                        </a:lnTo>
                        <a:lnTo>
                          <a:pt x="1077" y="271"/>
                        </a:lnTo>
                        <a:lnTo>
                          <a:pt x="1077" y="268"/>
                        </a:lnTo>
                        <a:lnTo>
                          <a:pt x="1074" y="265"/>
                        </a:lnTo>
                        <a:lnTo>
                          <a:pt x="1073" y="262"/>
                        </a:lnTo>
                        <a:lnTo>
                          <a:pt x="1074" y="262"/>
                        </a:lnTo>
                        <a:lnTo>
                          <a:pt x="1077" y="267"/>
                        </a:lnTo>
                        <a:lnTo>
                          <a:pt x="1081" y="268"/>
                        </a:lnTo>
                        <a:lnTo>
                          <a:pt x="1083" y="269"/>
                        </a:lnTo>
                        <a:lnTo>
                          <a:pt x="1080" y="269"/>
                        </a:lnTo>
                        <a:lnTo>
                          <a:pt x="1074" y="275"/>
                        </a:lnTo>
                        <a:lnTo>
                          <a:pt x="1076" y="276"/>
                        </a:lnTo>
                        <a:lnTo>
                          <a:pt x="1078" y="276"/>
                        </a:lnTo>
                        <a:lnTo>
                          <a:pt x="1080" y="275"/>
                        </a:lnTo>
                        <a:lnTo>
                          <a:pt x="1081" y="275"/>
                        </a:lnTo>
                        <a:lnTo>
                          <a:pt x="1091" y="283"/>
                        </a:lnTo>
                        <a:lnTo>
                          <a:pt x="1093" y="284"/>
                        </a:lnTo>
                        <a:lnTo>
                          <a:pt x="1096" y="288"/>
                        </a:lnTo>
                        <a:lnTo>
                          <a:pt x="1103" y="288"/>
                        </a:lnTo>
                        <a:lnTo>
                          <a:pt x="1107" y="294"/>
                        </a:lnTo>
                        <a:lnTo>
                          <a:pt x="1111" y="295"/>
                        </a:lnTo>
                        <a:lnTo>
                          <a:pt x="1112" y="292"/>
                        </a:lnTo>
                        <a:lnTo>
                          <a:pt x="1111" y="291"/>
                        </a:lnTo>
                        <a:lnTo>
                          <a:pt x="1112" y="290"/>
                        </a:lnTo>
                        <a:lnTo>
                          <a:pt x="1115" y="292"/>
                        </a:lnTo>
                        <a:lnTo>
                          <a:pt x="1116" y="295"/>
                        </a:lnTo>
                        <a:lnTo>
                          <a:pt x="1118" y="296"/>
                        </a:lnTo>
                        <a:lnTo>
                          <a:pt x="1119" y="296"/>
                        </a:lnTo>
                        <a:lnTo>
                          <a:pt x="1121" y="294"/>
                        </a:lnTo>
                        <a:lnTo>
                          <a:pt x="1118" y="279"/>
                        </a:lnTo>
                        <a:lnTo>
                          <a:pt x="1114" y="272"/>
                        </a:lnTo>
                        <a:lnTo>
                          <a:pt x="1110" y="264"/>
                        </a:lnTo>
                        <a:lnTo>
                          <a:pt x="1110" y="256"/>
                        </a:lnTo>
                        <a:lnTo>
                          <a:pt x="1107" y="252"/>
                        </a:lnTo>
                        <a:lnTo>
                          <a:pt x="1107" y="249"/>
                        </a:lnTo>
                        <a:lnTo>
                          <a:pt x="1110" y="250"/>
                        </a:lnTo>
                        <a:lnTo>
                          <a:pt x="1111" y="254"/>
                        </a:lnTo>
                        <a:lnTo>
                          <a:pt x="1114" y="257"/>
                        </a:lnTo>
                        <a:lnTo>
                          <a:pt x="1118" y="258"/>
                        </a:lnTo>
                        <a:lnTo>
                          <a:pt x="1121" y="261"/>
                        </a:lnTo>
                        <a:lnTo>
                          <a:pt x="1126" y="262"/>
                        </a:lnTo>
                        <a:lnTo>
                          <a:pt x="1137" y="261"/>
                        </a:lnTo>
                        <a:lnTo>
                          <a:pt x="1140" y="261"/>
                        </a:lnTo>
                        <a:lnTo>
                          <a:pt x="1142" y="261"/>
                        </a:lnTo>
                        <a:lnTo>
                          <a:pt x="1145" y="262"/>
                        </a:lnTo>
                        <a:lnTo>
                          <a:pt x="1145" y="262"/>
                        </a:lnTo>
                        <a:lnTo>
                          <a:pt x="1144" y="258"/>
                        </a:lnTo>
                        <a:lnTo>
                          <a:pt x="1144" y="257"/>
                        </a:lnTo>
                        <a:lnTo>
                          <a:pt x="1141" y="256"/>
                        </a:lnTo>
                        <a:lnTo>
                          <a:pt x="1142" y="254"/>
                        </a:lnTo>
                        <a:lnTo>
                          <a:pt x="1144" y="252"/>
                        </a:lnTo>
                        <a:lnTo>
                          <a:pt x="1153" y="248"/>
                        </a:lnTo>
                        <a:lnTo>
                          <a:pt x="1155" y="248"/>
                        </a:lnTo>
                        <a:lnTo>
                          <a:pt x="1156" y="248"/>
                        </a:lnTo>
                        <a:lnTo>
                          <a:pt x="1160" y="249"/>
                        </a:lnTo>
                        <a:lnTo>
                          <a:pt x="1164" y="249"/>
                        </a:lnTo>
                        <a:lnTo>
                          <a:pt x="1167" y="253"/>
                        </a:lnTo>
                        <a:lnTo>
                          <a:pt x="1171" y="253"/>
                        </a:lnTo>
                        <a:lnTo>
                          <a:pt x="1172" y="257"/>
                        </a:lnTo>
                        <a:lnTo>
                          <a:pt x="1178" y="257"/>
                        </a:lnTo>
                        <a:lnTo>
                          <a:pt x="1179" y="260"/>
                        </a:lnTo>
                        <a:lnTo>
                          <a:pt x="1184" y="260"/>
                        </a:lnTo>
                        <a:lnTo>
                          <a:pt x="1182" y="257"/>
                        </a:lnTo>
                        <a:lnTo>
                          <a:pt x="1180" y="256"/>
                        </a:lnTo>
                        <a:lnTo>
                          <a:pt x="1184" y="257"/>
                        </a:lnTo>
                        <a:lnTo>
                          <a:pt x="1187" y="254"/>
                        </a:lnTo>
                        <a:lnTo>
                          <a:pt x="1184" y="253"/>
                        </a:lnTo>
                        <a:lnTo>
                          <a:pt x="1187" y="252"/>
                        </a:lnTo>
                        <a:lnTo>
                          <a:pt x="1184" y="249"/>
                        </a:lnTo>
                        <a:lnTo>
                          <a:pt x="1180" y="250"/>
                        </a:lnTo>
                        <a:lnTo>
                          <a:pt x="1178" y="250"/>
                        </a:lnTo>
                        <a:lnTo>
                          <a:pt x="1176" y="245"/>
                        </a:lnTo>
                        <a:lnTo>
                          <a:pt x="1175" y="242"/>
                        </a:lnTo>
                        <a:lnTo>
                          <a:pt x="1178" y="241"/>
                        </a:lnTo>
                        <a:lnTo>
                          <a:pt x="1179" y="242"/>
                        </a:lnTo>
                        <a:lnTo>
                          <a:pt x="1182" y="241"/>
                        </a:lnTo>
                        <a:lnTo>
                          <a:pt x="1180" y="238"/>
                        </a:lnTo>
                        <a:lnTo>
                          <a:pt x="1182" y="238"/>
                        </a:lnTo>
                        <a:lnTo>
                          <a:pt x="1186" y="241"/>
                        </a:lnTo>
                        <a:lnTo>
                          <a:pt x="1187" y="243"/>
                        </a:lnTo>
                        <a:lnTo>
                          <a:pt x="1190" y="243"/>
                        </a:lnTo>
                        <a:lnTo>
                          <a:pt x="1191" y="245"/>
                        </a:lnTo>
                        <a:lnTo>
                          <a:pt x="1193" y="243"/>
                        </a:lnTo>
                        <a:lnTo>
                          <a:pt x="1191" y="241"/>
                        </a:lnTo>
                        <a:lnTo>
                          <a:pt x="1195" y="239"/>
                        </a:lnTo>
                        <a:lnTo>
                          <a:pt x="1197" y="241"/>
                        </a:lnTo>
                        <a:lnTo>
                          <a:pt x="1198" y="238"/>
                        </a:lnTo>
                        <a:lnTo>
                          <a:pt x="1193" y="233"/>
                        </a:lnTo>
                        <a:lnTo>
                          <a:pt x="1190" y="233"/>
                        </a:lnTo>
                        <a:lnTo>
                          <a:pt x="1186" y="229"/>
                        </a:lnTo>
                        <a:lnTo>
                          <a:pt x="1187" y="226"/>
                        </a:lnTo>
                        <a:lnTo>
                          <a:pt x="1186" y="223"/>
                        </a:lnTo>
                        <a:lnTo>
                          <a:pt x="1183" y="224"/>
                        </a:lnTo>
                        <a:lnTo>
                          <a:pt x="1179" y="224"/>
                        </a:lnTo>
                        <a:lnTo>
                          <a:pt x="1183" y="222"/>
                        </a:lnTo>
                        <a:lnTo>
                          <a:pt x="1182" y="219"/>
                        </a:lnTo>
                        <a:lnTo>
                          <a:pt x="1183" y="219"/>
                        </a:lnTo>
                        <a:lnTo>
                          <a:pt x="1180" y="215"/>
                        </a:lnTo>
                        <a:lnTo>
                          <a:pt x="1184" y="215"/>
                        </a:lnTo>
                        <a:lnTo>
                          <a:pt x="1186" y="209"/>
                        </a:lnTo>
                        <a:lnTo>
                          <a:pt x="1180" y="212"/>
                        </a:lnTo>
                        <a:lnTo>
                          <a:pt x="1178" y="215"/>
                        </a:lnTo>
                        <a:lnTo>
                          <a:pt x="1178" y="218"/>
                        </a:lnTo>
                        <a:lnTo>
                          <a:pt x="1172" y="216"/>
                        </a:lnTo>
                        <a:lnTo>
                          <a:pt x="1169" y="211"/>
                        </a:lnTo>
                        <a:lnTo>
                          <a:pt x="1171" y="208"/>
                        </a:lnTo>
                        <a:lnTo>
                          <a:pt x="1171" y="204"/>
                        </a:lnTo>
                        <a:lnTo>
                          <a:pt x="1176" y="203"/>
                        </a:lnTo>
                        <a:lnTo>
                          <a:pt x="1179" y="203"/>
                        </a:lnTo>
                        <a:lnTo>
                          <a:pt x="1184" y="199"/>
                        </a:lnTo>
                        <a:lnTo>
                          <a:pt x="1184" y="196"/>
                        </a:lnTo>
                        <a:lnTo>
                          <a:pt x="1182" y="193"/>
                        </a:lnTo>
                        <a:lnTo>
                          <a:pt x="1179" y="193"/>
                        </a:lnTo>
                        <a:lnTo>
                          <a:pt x="1176" y="192"/>
                        </a:lnTo>
                        <a:lnTo>
                          <a:pt x="1171" y="192"/>
                        </a:lnTo>
                        <a:lnTo>
                          <a:pt x="1168" y="188"/>
                        </a:lnTo>
                        <a:lnTo>
                          <a:pt x="1172" y="186"/>
                        </a:lnTo>
                        <a:lnTo>
                          <a:pt x="1178" y="186"/>
                        </a:lnTo>
                        <a:lnTo>
                          <a:pt x="1184" y="189"/>
                        </a:lnTo>
                        <a:lnTo>
                          <a:pt x="1190" y="188"/>
                        </a:lnTo>
                        <a:lnTo>
                          <a:pt x="1199" y="188"/>
                        </a:lnTo>
                        <a:lnTo>
                          <a:pt x="1216" y="186"/>
                        </a:lnTo>
                        <a:lnTo>
                          <a:pt x="1218" y="185"/>
                        </a:lnTo>
                        <a:lnTo>
                          <a:pt x="1231" y="184"/>
                        </a:lnTo>
                        <a:lnTo>
                          <a:pt x="1236" y="185"/>
                        </a:lnTo>
                        <a:lnTo>
                          <a:pt x="1240" y="184"/>
                        </a:lnTo>
                        <a:lnTo>
                          <a:pt x="1247" y="185"/>
                        </a:lnTo>
                        <a:lnTo>
                          <a:pt x="1244" y="185"/>
                        </a:lnTo>
                        <a:lnTo>
                          <a:pt x="1235" y="189"/>
                        </a:lnTo>
                        <a:lnTo>
                          <a:pt x="1231" y="188"/>
                        </a:lnTo>
                        <a:lnTo>
                          <a:pt x="1229" y="189"/>
                        </a:lnTo>
                        <a:lnTo>
                          <a:pt x="1227" y="188"/>
                        </a:lnTo>
                        <a:lnTo>
                          <a:pt x="1225" y="193"/>
                        </a:lnTo>
                        <a:lnTo>
                          <a:pt x="1228" y="197"/>
                        </a:lnTo>
                        <a:lnTo>
                          <a:pt x="1225" y="197"/>
                        </a:lnTo>
                        <a:lnTo>
                          <a:pt x="1225" y="200"/>
                        </a:lnTo>
                        <a:lnTo>
                          <a:pt x="1228" y="201"/>
                        </a:lnTo>
                        <a:lnTo>
                          <a:pt x="1232" y="199"/>
                        </a:lnTo>
                        <a:lnTo>
                          <a:pt x="1232" y="196"/>
                        </a:lnTo>
                        <a:lnTo>
                          <a:pt x="1239" y="190"/>
                        </a:lnTo>
                        <a:lnTo>
                          <a:pt x="1250" y="186"/>
                        </a:lnTo>
                        <a:lnTo>
                          <a:pt x="1251" y="192"/>
                        </a:lnTo>
                        <a:lnTo>
                          <a:pt x="1251" y="199"/>
                        </a:lnTo>
                        <a:lnTo>
                          <a:pt x="1250" y="201"/>
                        </a:lnTo>
                        <a:lnTo>
                          <a:pt x="1248" y="196"/>
                        </a:lnTo>
                        <a:lnTo>
                          <a:pt x="1246" y="193"/>
                        </a:lnTo>
                        <a:lnTo>
                          <a:pt x="1246" y="190"/>
                        </a:lnTo>
                        <a:lnTo>
                          <a:pt x="1243" y="193"/>
                        </a:lnTo>
                        <a:lnTo>
                          <a:pt x="1240" y="192"/>
                        </a:lnTo>
                        <a:lnTo>
                          <a:pt x="1243" y="197"/>
                        </a:lnTo>
                        <a:lnTo>
                          <a:pt x="1246" y="199"/>
                        </a:lnTo>
                        <a:lnTo>
                          <a:pt x="1247" y="204"/>
                        </a:lnTo>
                        <a:lnTo>
                          <a:pt x="1244" y="208"/>
                        </a:lnTo>
                        <a:lnTo>
                          <a:pt x="1243" y="208"/>
                        </a:lnTo>
                        <a:lnTo>
                          <a:pt x="1240" y="209"/>
                        </a:lnTo>
                        <a:lnTo>
                          <a:pt x="1244" y="212"/>
                        </a:lnTo>
                        <a:lnTo>
                          <a:pt x="1243" y="214"/>
                        </a:lnTo>
                        <a:lnTo>
                          <a:pt x="1244" y="215"/>
                        </a:lnTo>
                        <a:lnTo>
                          <a:pt x="1247" y="215"/>
                        </a:lnTo>
                        <a:lnTo>
                          <a:pt x="1251" y="212"/>
                        </a:lnTo>
                        <a:lnTo>
                          <a:pt x="1251" y="208"/>
                        </a:lnTo>
                        <a:lnTo>
                          <a:pt x="1254" y="204"/>
                        </a:lnTo>
                        <a:lnTo>
                          <a:pt x="1252" y="201"/>
                        </a:lnTo>
                        <a:lnTo>
                          <a:pt x="1252" y="197"/>
                        </a:lnTo>
                        <a:lnTo>
                          <a:pt x="1251" y="184"/>
                        </a:lnTo>
                        <a:lnTo>
                          <a:pt x="1256" y="180"/>
                        </a:lnTo>
                        <a:lnTo>
                          <a:pt x="1265" y="178"/>
                        </a:lnTo>
                        <a:lnTo>
                          <a:pt x="1273" y="176"/>
                        </a:lnTo>
                        <a:lnTo>
                          <a:pt x="1280" y="177"/>
                        </a:lnTo>
                        <a:lnTo>
                          <a:pt x="1289" y="180"/>
                        </a:lnTo>
                        <a:lnTo>
                          <a:pt x="1294" y="186"/>
                        </a:lnTo>
                        <a:lnTo>
                          <a:pt x="1294" y="189"/>
                        </a:lnTo>
                        <a:lnTo>
                          <a:pt x="1292" y="192"/>
                        </a:lnTo>
                        <a:lnTo>
                          <a:pt x="1286" y="188"/>
                        </a:lnTo>
                        <a:lnTo>
                          <a:pt x="1286" y="188"/>
                        </a:lnTo>
                        <a:lnTo>
                          <a:pt x="1286" y="190"/>
                        </a:lnTo>
                        <a:lnTo>
                          <a:pt x="1286" y="193"/>
                        </a:lnTo>
                        <a:lnTo>
                          <a:pt x="1288" y="196"/>
                        </a:lnTo>
                        <a:lnTo>
                          <a:pt x="1285" y="199"/>
                        </a:lnTo>
                        <a:lnTo>
                          <a:pt x="1286" y="200"/>
                        </a:lnTo>
                        <a:lnTo>
                          <a:pt x="1290" y="197"/>
                        </a:lnTo>
                        <a:lnTo>
                          <a:pt x="1294" y="197"/>
                        </a:lnTo>
                        <a:lnTo>
                          <a:pt x="1297" y="195"/>
                        </a:lnTo>
                        <a:lnTo>
                          <a:pt x="1299" y="199"/>
                        </a:lnTo>
                        <a:lnTo>
                          <a:pt x="1300" y="201"/>
                        </a:lnTo>
                        <a:lnTo>
                          <a:pt x="1301" y="205"/>
                        </a:lnTo>
                        <a:lnTo>
                          <a:pt x="1303" y="207"/>
                        </a:lnTo>
                        <a:lnTo>
                          <a:pt x="1304" y="204"/>
                        </a:lnTo>
                        <a:lnTo>
                          <a:pt x="1304" y="201"/>
                        </a:lnTo>
                        <a:lnTo>
                          <a:pt x="1307" y="199"/>
                        </a:lnTo>
                        <a:lnTo>
                          <a:pt x="1311" y="200"/>
                        </a:lnTo>
                        <a:lnTo>
                          <a:pt x="1312" y="204"/>
                        </a:lnTo>
                        <a:lnTo>
                          <a:pt x="1311" y="205"/>
                        </a:lnTo>
                        <a:lnTo>
                          <a:pt x="1309" y="209"/>
                        </a:lnTo>
                        <a:lnTo>
                          <a:pt x="1311" y="211"/>
                        </a:lnTo>
                        <a:lnTo>
                          <a:pt x="1312" y="209"/>
                        </a:lnTo>
                        <a:lnTo>
                          <a:pt x="1313" y="207"/>
                        </a:lnTo>
                        <a:lnTo>
                          <a:pt x="1316" y="205"/>
                        </a:lnTo>
                        <a:lnTo>
                          <a:pt x="1316" y="208"/>
                        </a:lnTo>
                        <a:lnTo>
                          <a:pt x="1316" y="205"/>
                        </a:lnTo>
                        <a:lnTo>
                          <a:pt x="1319" y="199"/>
                        </a:lnTo>
                        <a:lnTo>
                          <a:pt x="1320" y="197"/>
                        </a:lnTo>
                        <a:lnTo>
                          <a:pt x="1323" y="199"/>
                        </a:lnTo>
                        <a:lnTo>
                          <a:pt x="1330" y="204"/>
                        </a:lnTo>
                        <a:lnTo>
                          <a:pt x="1337" y="205"/>
                        </a:lnTo>
                        <a:lnTo>
                          <a:pt x="1341" y="209"/>
                        </a:lnTo>
                        <a:lnTo>
                          <a:pt x="1341" y="212"/>
                        </a:lnTo>
                        <a:lnTo>
                          <a:pt x="1335" y="215"/>
                        </a:lnTo>
                        <a:lnTo>
                          <a:pt x="1332" y="219"/>
                        </a:lnTo>
                        <a:lnTo>
                          <a:pt x="1337" y="216"/>
                        </a:lnTo>
                        <a:lnTo>
                          <a:pt x="1342" y="215"/>
                        </a:lnTo>
                        <a:lnTo>
                          <a:pt x="1346" y="216"/>
                        </a:lnTo>
                        <a:lnTo>
                          <a:pt x="1352" y="215"/>
                        </a:lnTo>
                        <a:lnTo>
                          <a:pt x="1354" y="212"/>
                        </a:lnTo>
                        <a:lnTo>
                          <a:pt x="1358" y="211"/>
                        </a:lnTo>
                        <a:lnTo>
                          <a:pt x="1364" y="205"/>
                        </a:lnTo>
                        <a:lnTo>
                          <a:pt x="1366" y="205"/>
                        </a:lnTo>
                        <a:lnTo>
                          <a:pt x="1371" y="200"/>
                        </a:lnTo>
                        <a:lnTo>
                          <a:pt x="1375" y="200"/>
                        </a:lnTo>
                        <a:lnTo>
                          <a:pt x="1385" y="195"/>
                        </a:lnTo>
                        <a:lnTo>
                          <a:pt x="1391" y="192"/>
                        </a:lnTo>
                        <a:lnTo>
                          <a:pt x="1394" y="193"/>
                        </a:lnTo>
                        <a:lnTo>
                          <a:pt x="1394" y="192"/>
                        </a:lnTo>
                        <a:lnTo>
                          <a:pt x="1400" y="188"/>
                        </a:lnTo>
                        <a:lnTo>
                          <a:pt x="1403" y="186"/>
                        </a:lnTo>
                        <a:lnTo>
                          <a:pt x="1411" y="188"/>
                        </a:lnTo>
                        <a:lnTo>
                          <a:pt x="1425" y="192"/>
                        </a:lnTo>
                        <a:lnTo>
                          <a:pt x="1430" y="199"/>
                        </a:lnTo>
                        <a:lnTo>
                          <a:pt x="1437" y="201"/>
                        </a:lnTo>
                        <a:lnTo>
                          <a:pt x="1441" y="207"/>
                        </a:lnTo>
                        <a:lnTo>
                          <a:pt x="1444" y="212"/>
                        </a:lnTo>
                        <a:lnTo>
                          <a:pt x="1445" y="215"/>
                        </a:lnTo>
                        <a:lnTo>
                          <a:pt x="1447" y="216"/>
                        </a:lnTo>
                        <a:lnTo>
                          <a:pt x="1445" y="220"/>
                        </a:lnTo>
                        <a:lnTo>
                          <a:pt x="1449" y="226"/>
                        </a:lnTo>
                        <a:lnTo>
                          <a:pt x="1449" y="229"/>
                        </a:lnTo>
                        <a:lnTo>
                          <a:pt x="1447" y="231"/>
                        </a:lnTo>
                        <a:lnTo>
                          <a:pt x="1451" y="231"/>
                        </a:lnTo>
                        <a:lnTo>
                          <a:pt x="1453" y="227"/>
                        </a:lnTo>
                        <a:lnTo>
                          <a:pt x="1457" y="227"/>
                        </a:lnTo>
                        <a:lnTo>
                          <a:pt x="1459" y="229"/>
                        </a:lnTo>
                        <a:lnTo>
                          <a:pt x="1460" y="227"/>
                        </a:lnTo>
                        <a:lnTo>
                          <a:pt x="1463" y="226"/>
                        </a:lnTo>
                        <a:lnTo>
                          <a:pt x="1467" y="229"/>
                        </a:lnTo>
                        <a:lnTo>
                          <a:pt x="1468" y="231"/>
                        </a:lnTo>
                        <a:lnTo>
                          <a:pt x="1468" y="229"/>
                        </a:lnTo>
                        <a:lnTo>
                          <a:pt x="1467" y="224"/>
                        </a:lnTo>
                        <a:lnTo>
                          <a:pt x="1470" y="224"/>
                        </a:lnTo>
                        <a:lnTo>
                          <a:pt x="1472" y="227"/>
                        </a:lnTo>
                        <a:lnTo>
                          <a:pt x="1476" y="233"/>
                        </a:lnTo>
                        <a:lnTo>
                          <a:pt x="1478" y="238"/>
                        </a:lnTo>
                        <a:lnTo>
                          <a:pt x="1481" y="238"/>
                        </a:lnTo>
                        <a:lnTo>
                          <a:pt x="1485" y="242"/>
                        </a:lnTo>
                        <a:lnTo>
                          <a:pt x="1485" y="241"/>
                        </a:lnTo>
                        <a:lnTo>
                          <a:pt x="1483" y="237"/>
                        </a:lnTo>
                        <a:lnTo>
                          <a:pt x="1481" y="235"/>
                        </a:lnTo>
                        <a:lnTo>
                          <a:pt x="1479" y="233"/>
                        </a:lnTo>
                        <a:lnTo>
                          <a:pt x="1482" y="234"/>
                        </a:lnTo>
                        <a:lnTo>
                          <a:pt x="1485" y="234"/>
                        </a:lnTo>
                        <a:lnTo>
                          <a:pt x="1487" y="237"/>
                        </a:lnTo>
                        <a:lnTo>
                          <a:pt x="1491" y="242"/>
                        </a:lnTo>
                        <a:lnTo>
                          <a:pt x="1491" y="238"/>
                        </a:lnTo>
                        <a:lnTo>
                          <a:pt x="1486" y="231"/>
                        </a:lnTo>
                        <a:lnTo>
                          <a:pt x="1486" y="224"/>
                        </a:lnTo>
                        <a:lnTo>
                          <a:pt x="1486" y="219"/>
                        </a:lnTo>
                        <a:lnTo>
                          <a:pt x="1489" y="215"/>
                        </a:lnTo>
                        <a:lnTo>
                          <a:pt x="1494" y="214"/>
                        </a:lnTo>
                        <a:lnTo>
                          <a:pt x="1497" y="212"/>
                        </a:lnTo>
                        <a:lnTo>
                          <a:pt x="1502" y="209"/>
                        </a:lnTo>
                        <a:lnTo>
                          <a:pt x="1502" y="208"/>
                        </a:lnTo>
                        <a:lnTo>
                          <a:pt x="1502" y="207"/>
                        </a:lnTo>
                        <a:lnTo>
                          <a:pt x="1505" y="207"/>
                        </a:lnTo>
                        <a:lnTo>
                          <a:pt x="1508" y="209"/>
                        </a:lnTo>
                        <a:lnTo>
                          <a:pt x="1510" y="211"/>
                        </a:lnTo>
                        <a:lnTo>
                          <a:pt x="1515" y="209"/>
                        </a:lnTo>
                        <a:lnTo>
                          <a:pt x="1519" y="207"/>
                        </a:lnTo>
                        <a:lnTo>
                          <a:pt x="1520" y="207"/>
                        </a:lnTo>
                        <a:lnTo>
                          <a:pt x="1525" y="205"/>
                        </a:lnTo>
                        <a:lnTo>
                          <a:pt x="1531" y="205"/>
                        </a:lnTo>
                        <a:lnTo>
                          <a:pt x="1534" y="204"/>
                        </a:lnTo>
                        <a:lnTo>
                          <a:pt x="1535" y="204"/>
                        </a:lnTo>
                        <a:lnTo>
                          <a:pt x="1535" y="205"/>
                        </a:lnTo>
                        <a:lnTo>
                          <a:pt x="1538" y="207"/>
                        </a:lnTo>
                        <a:lnTo>
                          <a:pt x="1539" y="204"/>
                        </a:lnTo>
                        <a:lnTo>
                          <a:pt x="1542" y="200"/>
                        </a:lnTo>
                        <a:lnTo>
                          <a:pt x="1542" y="197"/>
                        </a:lnTo>
                        <a:lnTo>
                          <a:pt x="1542" y="195"/>
                        </a:lnTo>
                        <a:lnTo>
                          <a:pt x="1542" y="190"/>
                        </a:lnTo>
                        <a:lnTo>
                          <a:pt x="1543" y="189"/>
                        </a:lnTo>
                        <a:lnTo>
                          <a:pt x="1547" y="190"/>
                        </a:lnTo>
                        <a:lnTo>
                          <a:pt x="1550" y="193"/>
                        </a:lnTo>
                        <a:lnTo>
                          <a:pt x="1550" y="196"/>
                        </a:lnTo>
                        <a:lnTo>
                          <a:pt x="1554" y="196"/>
                        </a:lnTo>
                        <a:lnTo>
                          <a:pt x="1557" y="197"/>
                        </a:lnTo>
                        <a:lnTo>
                          <a:pt x="1557" y="201"/>
                        </a:lnTo>
                        <a:lnTo>
                          <a:pt x="1561" y="205"/>
                        </a:lnTo>
                        <a:lnTo>
                          <a:pt x="1562" y="207"/>
                        </a:lnTo>
                        <a:lnTo>
                          <a:pt x="1566" y="207"/>
                        </a:lnTo>
                        <a:lnTo>
                          <a:pt x="1573" y="208"/>
                        </a:lnTo>
                        <a:lnTo>
                          <a:pt x="1574" y="207"/>
                        </a:lnTo>
                        <a:lnTo>
                          <a:pt x="1576" y="208"/>
                        </a:lnTo>
                        <a:lnTo>
                          <a:pt x="1581" y="214"/>
                        </a:lnTo>
                        <a:lnTo>
                          <a:pt x="1581" y="218"/>
                        </a:lnTo>
                        <a:lnTo>
                          <a:pt x="1582" y="219"/>
                        </a:lnTo>
                        <a:lnTo>
                          <a:pt x="1588" y="219"/>
                        </a:lnTo>
                        <a:lnTo>
                          <a:pt x="1589" y="218"/>
                        </a:lnTo>
                        <a:lnTo>
                          <a:pt x="1593" y="218"/>
                        </a:lnTo>
                        <a:lnTo>
                          <a:pt x="1593" y="215"/>
                        </a:lnTo>
                        <a:lnTo>
                          <a:pt x="1596" y="214"/>
                        </a:lnTo>
                        <a:lnTo>
                          <a:pt x="1599" y="214"/>
                        </a:lnTo>
                        <a:lnTo>
                          <a:pt x="1599" y="212"/>
                        </a:lnTo>
                        <a:lnTo>
                          <a:pt x="1597" y="209"/>
                        </a:lnTo>
                        <a:lnTo>
                          <a:pt x="1599" y="208"/>
                        </a:lnTo>
                        <a:lnTo>
                          <a:pt x="1597" y="207"/>
                        </a:lnTo>
                        <a:lnTo>
                          <a:pt x="1599" y="205"/>
                        </a:lnTo>
                        <a:lnTo>
                          <a:pt x="1595" y="201"/>
                        </a:lnTo>
                        <a:lnTo>
                          <a:pt x="1591" y="200"/>
                        </a:lnTo>
                        <a:lnTo>
                          <a:pt x="1591" y="196"/>
                        </a:lnTo>
                        <a:lnTo>
                          <a:pt x="1585" y="190"/>
                        </a:lnTo>
                        <a:lnTo>
                          <a:pt x="1582" y="190"/>
                        </a:lnTo>
                        <a:lnTo>
                          <a:pt x="1582" y="188"/>
                        </a:lnTo>
                        <a:lnTo>
                          <a:pt x="1577" y="185"/>
                        </a:lnTo>
                        <a:lnTo>
                          <a:pt x="1574" y="188"/>
                        </a:lnTo>
                        <a:lnTo>
                          <a:pt x="1573" y="188"/>
                        </a:lnTo>
                        <a:lnTo>
                          <a:pt x="1573" y="184"/>
                        </a:lnTo>
                        <a:lnTo>
                          <a:pt x="1573" y="182"/>
                        </a:lnTo>
                        <a:lnTo>
                          <a:pt x="1572" y="178"/>
                        </a:lnTo>
                        <a:lnTo>
                          <a:pt x="1570" y="176"/>
                        </a:lnTo>
                        <a:lnTo>
                          <a:pt x="1569" y="174"/>
                        </a:lnTo>
                        <a:lnTo>
                          <a:pt x="1568" y="169"/>
                        </a:lnTo>
                        <a:lnTo>
                          <a:pt x="1563" y="166"/>
                        </a:lnTo>
                        <a:lnTo>
                          <a:pt x="1563" y="166"/>
                        </a:lnTo>
                        <a:lnTo>
                          <a:pt x="1570" y="165"/>
                        </a:lnTo>
                        <a:lnTo>
                          <a:pt x="1572" y="166"/>
                        </a:lnTo>
                        <a:lnTo>
                          <a:pt x="1580" y="165"/>
                        </a:lnTo>
                        <a:lnTo>
                          <a:pt x="1587" y="165"/>
                        </a:lnTo>
                        <a:lnTo>
                          <a:pt x="1587" y="163"/>
                        </a:lnTo>
                        <a:lnTo>
                          <a:pt x="1589" y="162"/>
                        </a:lnTo>
                        <a:lnTo>
                          <a:pt x="1593" y="165"/>
                        </a:lnTo>
                        <a:lnTo>
                          <a:pt x="1596" y="163"/>
                        </a:lnTo>
                        <a:lnTo>
                          <a:pt x="1597" y="163"/>
                        </a:lnTo>
                        <a:lnTo>
                          <a:pt x="1597" y="161"/>
                        </a:lnTo>
                        <a:lnTo>
                          <a:pt x="1601" y="161"/>
                        </a:lnTo>
                        <a:lnTo>
                          <a:pt x="1603" y="162"/>
                        </a:lnTo>
                        <a:lnTo>
                          <a:pt x="1604" y="162"/>
                        </a:lnTo>
                        <a:lnTo>
                          <a:pt x="1606" y="159"/>
                        </a:lnTo>
                        <a:lnTo>
                          <a:pt x="1608" y="159"/>
                        </a:lnTo>
                        <a:lnTo>
                          <a:pt x="1608" y="157"/>
                        </a:lnTo>
                        <a:lnTo>
                          <a:pt x="1619" y="154"/>
                        </a:lnTo>
                        <a:lnTo>
                          <a:pt x="1621" y="157"/>
                        </a:lnTo>
                        <a:lnTo>
                          <a:pt x="1622" y="154"/>
                        </a:lnTo>
                        <a:lnTo>
                          <a:pt x="1623" y="152"/>
                        </a:lnTo>
                        <a:lnTo>
                          <a:pt x="1625" y="152"/>
                        </a:lnTo>
                        <a:lnTo>
                          <a:pt x="1629" y="152"/>
                        </a:lnTo>
                        <a:lnTo>
                          <a:pt x="1630" y="152"/>
                        </a:lnTo>
                        <a:lnTo>
                          <a:pt x="1633" y="154"/>
                        </a:lnTo>
                        <a:lnTo>
                          <a:pt x="1638" y="154"/>
                        </a:lnTo>
                        <a:lnTo>
                          <a:pt x="1641" y="152"/>
                        </a:lnTo>
                        <a:lnTo>
                          <a:pt x="1642" y="155"/>
                        </a:lnTo>
                        <a:lnTo>
                          <a:pt x="1645" y="155"/>
                        </a:lnTo>
                        <a:lnTo>
                          <a:pt x="1646" y="154"/>
                        </a:lnTo>
                        <a:lnTo>
                          <a:pt x="1650" y="152"/>
                        </a:lnTo>
                        <a:lnTo>
                          <a:pt x="1660" y="157"/>
                        </a:lnTo>
                        <a:lnTo>
                          <a:pt x="1663" y="158"/>
                        </a:lnTo>
                        <a:lnTo>
                          <a:pt x="1665" y="157"/>
                        </a:lnTo>
                        <a:lnTo>
                          <a:pt x="1664" y="157"/>
                        </a:lnTo>
                        <a:lnTo>
                          <a:pt x="1667" y="155"/>
                        </a:lnTo>
                        <a:lnTo>
                          <a:pt x="1669" y="157"/>
                        </a:lnTo>
                        <a:lnTo>
                          <a:pt x="1668" y="158"/>
                        </a:lnTo>
                        <a:lnTo>
                          <a:pt x="1669" y="159"/>
                        </a:lnTo>
                        <a:lnTo>
                          <a:pt x="1673" y="158"/>
                        </a:lnTo>
                        <a:lnTo>
                          <a:pt x="1683" y="159"/>
                        </a:lnTo>
                        <a:lnTo>
                          <a:pt x="1691" y="165"/>
                        </a:lnTo>
                        <a:lnTo>
                          <a:pt x="1691" y="166"/>
                        </a:lnTo>
                        <a:lnTo>
                          <a:pt x="1688" y="165"/>
                        </a:lnTo>
                        <a:lnTo>
                          <a:pt x="1683" y="163"/>
                        </a:lnTo>
                        <a:lnTo>
                          <a:pt x="1683" y="165"/>
                        </a:lnTo>
                        <a:lnTo>
                          <a:pt x="1691" y="167"/>
                        </a:lnTo>
                        <a:lnTo>
                          <a:pt x="1695" y="167"/>
                        </a:lnTo>
                        <a:lnTo>
                          <a:pt x="1697" y="165"/>
                        </a:lnTo>
                        <a:lnTo>
                          <a:pt x="1701" y="165"/>
                        </a:lnTo>
                        <a:lnTo>
                          <a:pt x="1705" y="165"/>
                        </a:lnTo>
                        <a:lnTo>
                          <a:pt x="1703" y="162"/>
                        </a:lnTo>
                        <a:lnTo>
                          <a:pt x="1705" y="162"/>
                        </a:lnTo>
                        <a:lnTo>
                          <a:pt x="1707" y="163"/>
                        </a:lnTo>
                        <a:lnTo>
                          <a:pt x="1710" y="165"/>
                        </a:lnTo>
                        <a:lnTo>
                          <a:pt x="1712" y="166"/>
                        </a:lnTo>
                        <a:lnTo>
                          <a:pt x="1713" y="165"/>
                        </a:lnTo>
                        <a:lnTo>
                          <a:pt x="1713" y="163"/>
                        </a:lnTo>
                        <a:lnTo>
                          <a:pt x="1717" y="165"/>
                        </a:lnTo>
                        <a:lnTo>
                          <a:pt x="1717" y="166"/>
                        </a:lnTo>
                        <a:lnTo>
                          <a:pt x="1721" y="167"/>
                        </a:lnTo>
                        <a:lnTo>
                          <a:pt x="1725" y="166"/>
                        </a:lnTo>
                        <a:lnTo>
                          <a:pt x="1737" y="169"/>
                        </a:lnTo>
                        <a:lnTo>
                          <a:pt x="1736" y="166"/>
                        </a:lnTo>
                        <a:lnTo>
                          <a:pt x="1740" y="166"/>
                        </a:lnTo>
                        <a:lnTo>
                          <a:pt x="1741" y="169"/>
                        </a:lnTo>
                        <a:lnTo>
                          <a:pt x="1744" y="170"/>
                        </a:lnTo>
                        <a:lnTo>
                          <a:pt x="1743" y="167"/>
                        </a:lnTo>
                        <a:lnTo>
                          <a:pt x="1744" y="166"/>
                        </a:lnTo>
                        <a:lnTo>
                          <a:pt x="1748" y="167"/>
                        </a:lnTo>
                        <a:lnTo>
                          <a:pt x="1748" y="169"/>
                        </a:lnTo>
                        <a:lnTo>
                          <a:pt x="1750" y="171"/>
                        </a:lnTo>
                        <a:lnTo>
                          <a:pt x="1754" y="170"/>
                        </a:lnTo>
                        <a:lnTo>
                          <a:pt x="1754" y="169"/>
                        </a:lnTo>
                        <a:lnTo>
                          <a:pt x="1752" y="169"/>
                        </a:lnTo>
                        <a:lnTo>
                          <a:pt x="1756" y="169"/>
                        </a:lnTo>
                        <a:lnTo>
                          <a:pt x="1759" y="169"/>
                        </a:lnTo>
                        <a:lnTo>
                          <a:pt x="1758" y="171"/>
                        </a:lnTo>
                        <a:lnTo>
                          <a:pt x="1760" y="174"/>
                        </a:lnTo>
                        <a:lnTo>
                          <a:pt x="1766" y="176"/>
                        </a:lnTo>
                        <a:lnTo>
                          <a:pt x="1769" y="174"/>
                        </a:lnTo>
                        <a:lnTo>
                          <a:pt x="1763" y="173"/>
                        </a:lnTo>
                        <a:lnTo>
                          <a:pt x="1762" y="171"/>
                        </a:lnTo>
                        <a:lnTo>
                          <a:pt x="1760" y="169"/>
                        </a:lnTo>
                        <a:lnTo>
                          <a:pt x="1763" y="169"/>
                        </a:lnTo>
                        <a:lnTo>
                          <a:pt x="1767" y="169"/>
                        </a:lnTo>
                        <a:lnTo>
                          <a:pt x="1773" y="171"/>
                        </a:lnTo>
                        <a:lnTo>
                          <a:pt x="1774" y="176"/>
                        </a:lnTo>
                        <a:lnTo>
                          <a:pt x="1775" y="176"/>
                        </a:lnTo>
                        <a:lnTo>
                          <a:pt x="1775" y="174"/>
                        </a:lnTo>
                        <a:lnTo>
                          <a:pt x="1775" y="173"/>
                        </a:lnTo>
                        <a:lnTo>
                          <a:pt x="1778" y="173"/>
                        </a:lnTo>
                        <a:lnTo>
                          <a:pt x="1779" y="174"/>
                        </a:lnTo>
                        <a:lnTo>
                          <a:pt x="1779" y="176"/>
                        </a:lnTo>
                        <a:lnTo>
                          <a:pt x="1782" y="180"/>
                        </a:lnTo>
                        <a:lnTo>
                          <a:pt x="1786" y="188"/>
                        </a:lnTo>
                        <a:lnTo>
                          <a:pt x="1792" y="189"/>
                        </a:lnTo>
                        <a:lnTo>
                          <a:pt x="1792" y="192"/>
                        </a:lnTo>
                        <a:lnTo>
                          <a:pt x="1794" y="195"/>
                        </a:lnTo>
                        <a:lnTo>
                          <a:pt x="1796" y="197"/>
                        </a:lnTo>
                        <a:lnTo>
                          <a:pt x="1794" y="199"/>
                        </a:lnTo>
                        <a:lnTo>
                          <a:pt x="1796" y="201"/>
                        </a:lnTo>
                        <a:lnTo>
                          <a:pt x="1798" y="203"/>
                        </a:lnTo>
                        <a:lnTo>
                          <a:pt x="1801" y="200"/>
                        </a:lnTo>
                        <a:lnTo>
                          <a:pt x="1805" y="201"/>
                        </a:lnTo>
                        <a:lnTo>
                          <a:pt x="1807" y="205"/>
                        </a:lnTo>
                        <a:lnTo>
                          <a:pt x="1809" y="205"/>
                        </a:lnTo>
                        <a:lnTo>
                          <a:pt x="1809" y="204"/>
                        </a:lnTo>
                        <a:lnTo>
                          <a:pt x="1808" y="204"/>
                        </a:lnTo>
                        <a:lnTo>
                          <a:pt x="1808" y="201"/>
                        </a:lnTo>
                        <a:lnTo>
                          <a:pt x="1809" y="199"/>
                        </a:lnTo>
                        <a:lnTo>
                          <a:pt x="1811" y="200"/>
                        </a:lnTo>
                        <a:lnTo>
                          <a:pt x="1813" y="203"/>
                        </a:lnTo>
                        <a:lnTo>
                          <a:pt x="1815" y="205"/>
                        </a:lnTo>
                        <a:lnTo>
                          <a:pt x="1815" y="204"/>
                        </a:lnTo>
                        <a:lnTo>
                          <a:pt x="1813" y="200"/>
                        </a:lnTo>
                        <a:lnTo>
                          <a:pt x="1813" y="197"/>
                        </a:lnTo>
                        <a:lnTo>
                          <a:pt x="1811" y="195"/>
                        </a:lnTo>
                        <a:lnTo>
                          <a:pt x="1808" y="197"/>
                        </a:lnTo>
                        <a:lnTo>
                          <a:pt x="1804" y="197"/>
                        </a:lnTo>
                        <a:lnTo>
                          <a:pt x="1803" y="195"/>
                        </a:lnTo>
                        <a:lnTo>
                          <a:pt x="1805" y="193"/>
                        </a:lnTo>
                        <a:lnTo>
                          <a:pt x="1804" y="189"/>
                        </a:lnTo>
                        <a:lnTo>
                          <a:pt x="1798" y="186"/>
                        </a:lnTo>
                        <a:lnTo>
                          <a:pt x="1797" y="184"/>
                        </a:lnTo>
                        <a:lnTo>
                          <a:pt x="1796" y="181"/>
                        </a:lnTo>
                        <a:lnTo>
                          <a:pt x="1793" y="181"/>
                        </a:lnTo>
                        <a:lnTo>
                          <a:pt x="1789" y="184"/>
                        </a:lnTo>
                        <a:lnTo>
                          <a:pt x="1789" y="182"/>
                        </a:lnTo>
                        <a:lnTo>
                          <a:pt x="1792" y="180"/>
                        </a:lnTo>
                        <a:lnTo>
                          <a:pt x="1794" y="176"/>
                        </a:lnTo>
                        <a:lnTo>
                          <a:pt x="1798" y="170"/>
                        </a:lnTo>
                        <a:lnTo>
                          <a:pt x="1800" y="170"/>
                        </a:lnTo>
                        <a:lnTo>
                          <a:pt x="1800" y="171"/>
                        </a:lnTo>
                        <a:lnTo>
                          <a:pt x="1801" y="177"/>
                        </a:lnTo>
                        <a:lnTo>
                          <a:pt x="1804" y="178"/>
                        </a:lnTo>
                        <a:lnTo>
                          <a:pt x="1805" y="177"/>
                        </a:lnTo>
                        <a:lnTo>
                          <a:pt x="1803" y="174"/>
                        </a:lnTo>
                        <a:lnTo>
                          <a:pt x="1801" y="171"/>
                        </a:lnTo>
                        <a:lnTo>
                          <a:pt x="1803" y="171"/>
                        </a:lnTo>
                        <a:lnTo>
                          <a:pt x="1807" y="170"/>
                        </a:lnTo>
                        <a:lnTo>
                          <a:pt x="1808" y="167"/>
                        </a:lnTo>
                        <a:lnTo>
                          <a:pt x="1804" y="167"/>
                        </a:lnTo>
                        <a:lnTo>
                          <a:pt x="1805" y="166"/>
                        </a:lnTo>
                        <a:lnTo>
                          <a:pt x="1807" y="166"/>
                        </a:lnTo>
                        <a:lnTo>
                          <a:pt x="1809" y="165"/>
                        </a:lnTo>
                        <a:lnTo>
                          <a:pt x="1812" y="161"/>
                        </a:lnTo>
                        <a:lnTo>
                          <a:pt x="1815" y="161"/>
                        </a:lnTo>
                        <a:lnTo>
                          <a:pt x="1816" y="163"/>
                        </a:lnTo>
                        <a:lnTo>
                          <a:pt x="1818" y="162"/>
                        </a:lnTo>
                        <a:lnTo>
                          <a:pt x="1819" y="163"/>
                        </a:lnTo>
                        <a:lnTo>
                          <a:pt x="1820" y="165"/>
                        </a:lnTo>
                        <a:lnTo>
                          <a:pt x="1823" y="166"/>
                        </a:lnTo>
                        <a:lnTo>
                          <a:pt x="1827" y="167"/>
                        </a:lnTo>
                        <a:lnTo>
                          <a:pt x="1828" y="166"/>
                        </a:lnTo>
                        <a:lnTo>
                          <a:pt x="1837" y="167"/>
                        </a:lnTo>
                        <a:lnTo>
                          <a:pt x="1837" y="171"/>
                        </a:lnTo>
                        <a:lnTo>
                          <a:pt x="1838" y="173"/>
                        </a:lnTo>
                        <a:lnTo>
                          <a:pt x="1839" y="171"/>
                        </a:lnTo>
                        <a:lnTo>
                          <a:pt x="1839" y="170"/>
                        </a:lnTo>
                        <a:lnTo>
                          <a:pt x="1842" y="170"/>
                        </a:lnTo>
                        <a:lnTo>
                          <a:pt x="1842" y="173"/>
                        </a:lnTo>
                        <a:lnTo>
                          <a:pt x="1845" y="171"/>
                        </a:lnTo>
                        <a:lnTo>
                          <a:pt x="1847" y="169"/>
                        </a:lnTo>
                        <a:lnTo>
                          <a:pt x="1850" y="169"/>
                        </a:lnTo>
                        <a:lnTo>
                          <a:pt x="1850" y="171"/>
                        </a:lnTo>
                        <a:lnTo>
                          <a:pt x="1847" y="174"/>
                        </a:lnTo>
                        <a:lnTo>
                          <a:pt x="1847" y="176"/>
                        </a:lnTo>
                        <a:lnTo>
                          <a:pt x="1850" y="182"/>
                        </a:lnTo>
                        <a:lnTo>
                          <a:pt x="1849" y="186"/>
                        </a:lnTo>
                        <a:lnTo>
                          <a:pt x="1849" y="188"/>
                        </a:lnTo>
                        <a:lnTo>
                          <a:pt x="1851" y="188"/>
                        </a:lnTo>
                        <a:lnTo>
                          <a:pt x="1853" y="190"/>
                        </a:lnTo>
                        <a:lnTo>
                          <a:pt x="1857" y="192"/>
                        </a:lnTo>
                        <a:lnTo>
                          <a:pt x="1858" y="195"/>
                        </a:lnTo>
                        <a:lnTo>
                          <a:pt x="1856" y="197"/>
                        </a:lnTo>
                        <a:lnTo>
                          <a:pt x="1851" y="197"/>
                        </a:lnTo>
                        <a:lnTo>
                          <a:pt x="1847" y="197"/>
                        </a:lnTo>
                        <a:lnTo>
                          <a:pt x="1853" y="199"/>
                        </a:lnTo>
                        <a:lnTo>
                          <a:pt x="1856" y="201"/>
                        </a:lnTo>
                        <a:lnTo>
                          <a:pt x="1854" y="204"/>
                        </a:lnTo>
                        <a:lnTo>
                          <a:pt x="1851" y="204"/>
                        </a:lnTo>
                        <a:lnTo>
                          <a:pt x="1849" y="209"/>
                        </a:lnTo>
                        <a:lnTo>
                          <a:pt x="1847" y="208"/>
                        </a:lnTo>
                        <a:lnTo>
                          <a:pt x="1843" y="211"/>
                        </a:lnTo>
                        <a:lnTo>
                          <a:pt x="1841" y="211"/>
                        </a:lnTo>
                        <a:lnTo>
                          <a:pt x="1837" y="214"/>
                        </a:lnTo>
                        <a:lnTo>
                          <a:pt x="1841" y="212"/>
                        </a:lnTo>
                        <a:lnTo>
                          <a:pt x="1843" y="214"/>
                        </a:lnTo>
                        <a:lnTo>
                          <a:pt x="1845" y="216"/>
                        </a:lnTo>
                        <a:lnTo>
                          <a:pt x="1847" y="214"/>
                        </a:lnTo>
                        <a:lnTo>
                          <a:pt x="1849" y="214"/>
                        </a:lnTo>
                        <a:lnTo>
                          <a:pt x="1849" y="216"/>
                        </a:lnTo>
                        <a:lnTo>
                          <a:pt x="1851" y="220"/>
                        </a:lnTo>
                        <a:lnTo>
                          <a:pt x="1849" y="222"/>
                        </a:lnTo>
                        <a:lnTo>
                          <a:pt x="1849" y="226"/>
                        </a:lnTo>
                        <a:lnTo>
                          <a:pt x="1851" y="222"/>
                        </a:lnTo>
                        <a:lnTo>
                          <a:pt x="1856" y="222"/>
                        </a:lnTo>
                        <a:lnTo>
                          <a:pt x="1860" y="224"/>
                        </a:lnTo>
                        <a:lnTo>
                          <a:pt x="1858" y="227"/>
                        </a:lnTo>
                        <a:lnTo>
                          <a:pt x="1861" y="231"/>
                        </a:lnTo>
                        <a:lnTo>
                          <a:pt x="1857" y="233"/>
                        </a:lnTo>
                        <a:lnTo>
                          <a:pt x="1860" y="234"/>
                        </a:lnTo>
                        <a:lnTo>
                          <a:pt x="1860" y="238"/>
                        </a:lnTo>
                        <a:lnTo>
                          <a:pt x="1857" y="239"/>
                        </a:lnTo>
                        <a:lnTo>
                          <a:pt x="1857" y="242"/>
                        </a:lnTo>
                        <a:lnTo>
                          <a:pt x="1858" y="243"/>
                        </a:lnTo>
                        <a:lnTo>
                          <a:pt x="1858" y="241"/>
                        </a:lnTo>
                        <a:lnTo>
                          <a:pt x="1861" y="241"/>
                        </a:lnTo>
                        <a:lnTo>
                          <a:pt x="1862" y="242"/>
                        </a:lnTo>
                        <a:lnTo>
                          <a:pt x="1861" y="246"/>
                        </a:lnTo>
                        <a:lnTo>
                          <a:pt x="1865" y="245"/>
                        </a:lnTo>
                        <a:lnTo>
                          <a:pt x="1866" y="248"/>
                        </a:lnTo>
                        <a:lnTo>
                          <a:pt x="1866" y="245"/>
                        </a:lnTo>
                        <a:lnTo>
                          <a:pt x="1868" y="243"/>
                        </a:lnTo>
                        <a:lnTo>
                          <a:pt x="1870" y="245"/>
                        </a:lnTo>
                        <a:lnTo>
                          <a:pt x="1873" y="245"/>
                        </a:lnTo>
                        <a:lnTo>
                          <a:pt x="1873" y="249"/>
                        </a:lnTo>
                        <a:lnTo>
                          <a:pt x="1870" y="250"/>
                        </a:lnTo>
                        <a:lnTo>
                          <a:pt x="1868" y="248"/>
                        </a:lnTo>
                        <a:lnTo>
                          <a:pt x="1866" y="250"/>
                        </a:lnTo>
                        <a:lnTo>
                          <a:pt x="1869" y="253"/>
                        </a:lnTo>
                        <a:lnTo>
                          <a:pt x="1872" y="252"/>
                        </a:lnTo>
                        <a:lnTo>
                          <a:pt x="1873" y="256"/>
                        </a:lnTo>
                        <a:lnTo>
                          <a:pt x="1873" y="258"/>
                        </a:lnTo>
                        <a:lnTo>
                          <a:pt x="1869" y="260"/>
                        </a:lnTo>
                        <a:lnTo>
                          <a:pt x="1866" y="256"/>
                        </a:lnTo>
                        <a:lnTo>
                          <a:pt x="1865" y="254"/>
                        </a:lnTo>
                        <a:lnTo>
                          <a:pt x="1866" y="260"/>
                        </a:lnTo>
                        <a:lnTo>
                          <a:pt x="1865" y="261"/>
                        </a:lnTo>
                        <a:lnTo>
                          <a:pt x="1864" y="261"/>
                        </a:lnTo>
                        <a:lnTo>
                          <a:pt x="1862" y="260"/>
                        </a:lnTo>
                        <a:lnTo>
                          <a:pt x="1861" y="261"/>
                        </a:lnTo>
                        <a:lnTo>
                          <a:pt x="1858" y="260"/>
                        </a:lnTo>
                        <a:lnTo>
                          <a:pt x="1851" y="258"/>
                        </a:lnTo>
                        <a:lnTo>
                          <a:pt x="1850" y="260"/>
                        </a:lnTo>
                        <a:lnTo>
                          <a:pt x="1847" y="260"/>
                        </a:lnTo>
                        <a:lnTo>
                          <a:pt x="1847" y="258"/>
                        </a:lnTo>
                        <a:lnTo>
                          <a:pt x="1846" y="256"/>
                        </a:lnTo>
                        <a:lnTo>
                          <a:pt x="1845" y="256"/>
                        </a:lnTo>
                        <a:lnTo>
                          <a:pt x="1845" y="260"/>
                        </a:lnTo>
                        <a:lnTo>
                          <a:pt x="1843" y="260"/>
                        </a:lnTo>
                        <a:lnTo>
                          <a:pt x="1843" y="260"/>
                        </a:lnTo>
                        <a:lnTo>
                          <a:pt x="1845" y="262"/>
                        </a:lnTo>
                        <a:lnTo>
                          <a:pt x="1842" y="265"/>
                        </a:lnTo>
                        <a:lnTo>
                          <a:pt x="1841" y="265"/>
                        </a:lnTo>
                        <a:lnTo>
                          <a:pt x="1841" y="264"/>
                        </a:lnTo>
                        <a:lnTo>
                          <a:pt x="1839" y="264"/>
                        </a:lnTo>
                        <a:lnTo>
                          <a:pt x="1834" y="265"/>
                        </a:lnTo>
                        <a:lnTo>
                          <a:pt x="1832" y="264"/>
                        </a:lnTo>
                        <a:lnTo>
                          <a:pt x="1832" y="262"/>
                        </a:lnTo>
                        <a:lnTo>
                          <a:pt x="1831" y="258"/>
                        </a:lnTo>
                        <a:lnTo>
                          <a:pt x="1831" y="258"/>
                        </a:lnTo>
                        <a:lnTo>
                          <a:pt x="1823" y="253"/>
                        </a:lnTo>
                        <a:lnTo>
                          <a:pt x="1823" y="252"/>
                        </a:lnTo>
                        <a:lnTo>
                          <a:pt x="1823" y="250"/>
                        </a:lnTo>
                        <a:lnTo>
                          <a:pt x="1819" y="249"/>
                        </a:lnTo>
                        <a:lnTo>
                          <a:pt x="1818" y="252"/>
                        </a:lnTo>
                        <a:lnTo>
                          <a:pt x="1813" y="253"/>
                        </a:lnTo>
                        <a:lnTo>
                          <a:pt x="1811" y="256"/>
                        </a:lnTo>
                        <a:lnTo>
                          <a:pt x="1809" y="256"/>
                        </a:lnTo>
                        <a:lnTo>
                          <a:pt x="1809" y="253"/>
                        </a:lnTo>
                        <a:lnTo>
                          <a:pt x="1807" y="250"/>
                        </a:lnTo>
                        <a:lnTo>
                          <a:pt x="1808" y="253"/>
                        </a:lnTo>
                        <a:lnTo>
                          <a:pt x="1808" y="258"/>
                        </a:lnTo>
                        <a:lnTo>
                          <a:pt x="1808" y="261"/>
                        </a:lnTo>
                        <a:lnTo>
                          <a:pt x="1808" y="265"/>
                        </a:lnTo>
                        <a:lnTo>
                          <a:pt x="1803" y="272"/>
                        </a:lnTo>
                        <a:lnTo>
                          <a:pt x="1800" y="272"/>
                        </a:lnTo>
                        <a:lnTo>
                          <a:pt x="1800" y="267"/>
                        </a:lnTo>
                        <a:lnTo>
                          <a:pt x="1797" y="265"/>
                        </a:lnTo>
                        <a:lnTo>
                          <a:pt x="1794" y="268"/>
                        </a:lnTo>
                        <a:lnTo>
                          <a:pt x="1788" y="262"/>
                        </a:lnTo>
                        <a:lnTo>
                          <a:pt x="1788" y="260"/>
                        </a:lnTo>
                        <a:lnTo>
                          <a:pt x="1786" y="253"/>
                        </a:lnTo>
                        <a:lnTo>
                          <a:pt x="1784" y="252"/>
                        </a:lnTo>
                        <a:lnTo>
                          <a:pt x="1782" y="250"/>
                        </a:lnTo>
                        <a:lnTo>
                          <a:pt x="1781" y="249"/>
                        </a:lnTo>
                        <a:lnTo>
                          <a:pt x="1779" y="250"/>
                        </a:lnTo>
                        <a:lnTo>
                          <a:pt x="1781" y="252"/>
                        </a:lnTo>
                        <a:lnTo>
                          <a:pt x="1781" y="254"/>
                        </a:lnTo>
                        <a:lnTo>
                          <a:pt x="1782" y="256"/>
                        </a:lnTo>
                        <a:lnTo>
                          <a:pt x="1782" y="258"/>
                        </a:lnTo>
                        <a:lnTo>
                          <a:pt x="1777" y="256"/>
                        </a:lnTo>
                        <a:lnTo>
                          <a:pt x="1774" y="252"/>
                        </a:lnTo>
                        <a:lnTo>
                          <a:pt x="1773" y="252"/>
                        </a:lnTo>
                        <a:lnTo>
                          <a:pt x="1775" y="256"/>
                        </a:lnTo>
                        <a:lnTo>
                          <a:pt x="1773" y="257"/>
                        </a:lnTo>
                        <a:lnTo>
                          <a:pt x="1774" y="258"/>
                        </a:lnTo>
                        <a:lnTo>
                          <a:pt x="1778" y="258"/>
                        </a:lnTo>
                        <a:lnTo>
                          <a:pt x="1779" y="261"/>
                        </a:lnTo>
                        <a:lnTo>
                          <a:pt x="1778" y="264"/>
                        </a:lnTo>
                        <a:lnTo>
                          <a:pt x="1774" y="264"/>
                        </a:lnTo>
                        <a:lnTo>
                          <a:pt x="1774" y="265"/>
                        </a:lnTo>
                        <a:lnTo>
                          <a:pt x="1775" y="267"/>
                        </a:lnTo>
                        <a:lnTo>
                          <a:pt x="1784" y="276"/>
                        </a:lnTo>
                        <a:lnTo>
                          <a:pt x="1789" y="277"/>
                        </a:lnTo>
                        <a:lnTo>
                          <a:pt x="1793" y="276"/>
                        </a:lnTo>
                        <a:lnTo>
                          <a:pt x="1796" y="279"/>
                        </a:lnTo>
                        <a:lnTo>
                          <a:pt x="1797" y="281"/>
                        </a:lnTo>
                        <a:lnTo>
                          <a:pt x="1797" y="281"/>
                        </a:lnTo>
                        <a:lnTo>
                          <a:pt x="1794" y="279"/>
                        </a:lnTo>
                        <a:lnTo>
                          <a:pt x="1793" y="279"/>
                        </a:lnTo>
                        <a:lnTo>
                          <a:pt x="1794" y="283"/>
                        </a:lnTo>
                        <a:lnTo>
                          <a:pt x="1798" y="286"/>
                        </a:lnTo>
                        <a:lnTo>
                          <a:pt x="1800" y="290"/>
                        </a:lnTo>
                        <a:lnTo>
                          <a:pt x="1803" y="292"/>
                        </a:lnTo>
                        <a:lnTo>
                          <a:pt x="1803" y="299"/>
                        </a:lnTo>
                        <a:lnTo>
                          <a:pt x="1800" y="309"/>
                        </a:lnTo>
                        <a:lnTo>
                          <a:pt x="1801" y="314"/>
                        </a:lnTo>
                        <a:lnTo>
                          <a:pt x="1801" y="317"/>
                        </a:lnTo>
                        <a:lnTo>
                          <a:pt x="1803" y="320"/>
                        </a:lnTo>
                        <a:lnTo>
                          <a:pt x="1798" y="325"/>
                        </a:lnTo>
                        <a:lnTo>
                          <a:pt x="1798" y="328"/>
                        </a:lnTo>
                        <a:lnTo>
                          <a:pt x="1796" y="330"/>
                        </a:lnTo>
                        <a:lnTo>
                          <a:pt x="1797" y="328"/>
                        </a:lnTo>
                        <a:lnTo>
                          <a:pt x="1796" y="326"/>
                        </a:lnTo>
                        <a:lnTo>
                          <a:pt x="1790" y="332"/>
                        </a:lnTo>
                        <a:lnTo>
                          <a:pt x="1788" y="329"/>
                        </a:lnTo>
                        <a:lnTo>
                          <a:pt x="1785" y="332"/>
                        </a:lnTo>
                        <a:lnTo>
                          <a:pt x="1784" y="330"/>
                        </a:lnTo>
                        <a:lnTo>
                          <a:pt x="1782" y="328"/>
                        </a:lnTo>
                        <a:lnTo>
                          <a:pt x="1778" y="328"/>
                        </a:lnTo>
                        <a:lnTo>
                          <a:pt x="1774" y="324"/>
                        </a:lnTo>
                        <a:lnTo>
                          <a:pt x="1771" y="321"/>
                        </a:lnTo>
                        <a:lnTo>
                          <a:pt x="1767" y="321"/>
                        </a:lnTo>
                        <a:lnTo>
                          <a:pt x="1765" y="320"/>
                        </a:lnTo>
                        <a:lnTo>
                          <a:pt x="1763" y="320"/>
                        </a:lnTo>
                        <a:lnTo>
                          <a:pt x="1760" y="324"/>
                        </a:lnTo>
                        <a:lnTo>
                          <a:pt x="1756" y="324"/>
                        </a:lnTo>
                        <a:lnTo>
                          <a:pt x="1760" y="325"/>
                        </a:lnTo>
                        <a:lnTo>
                          <a:pt x="1765" y="325"/>
                        </a:lnTo>
                        <a:lnTo>
                          <a:pt x="1766" y="322"/>
                        </a:lnTo>
                        <a:lnTo>
                          <a:pt x="1774" y="325"/>
                        </a:lnTo>
                        <a:lnTo>
                          <a:pt x="1775" y="328"/>
                        </a:lnTo>
                        <a:lnTo>
                          <a:pt x="1771" y="330"/>
                        </a:lnTo>
                        <a:lnTo>
                          <a:pt x="1769" y="329"/>
                        </a:lnTo>
                        <a:lnTo>
                          <a:pt x="1766" y="329"/>
                        </a:lnTo>
                        <a:lnTo>
                          <a:pt x="1766" y="332"/>
                        </a:lnTo>
                        <a:lnTo>
                          <a:pt x="1763" y="329"/>
                        </a:lnTo>
                        <a:lnTo>
                          <a:pt x="1760" y="329"/>
                        </a:lnTo>
                        <a:lnTo>
                          <a:pt x="1762" y="329"/>
                        </a:lnTo>
                        <a:lnTo>
                          <a:pt x="1763" y="333"/>
                        </a:lnTo>
                        <a:lnTo>
                          <a:pt x="1767" y="334"/>
                        </a:lnTo>
                        <a:lnTo>
                          <a:pt x="1766" y="339"/>
                        </a:lnTo>
                        <a:lnTo>
                          <a:pt x="1767" y="344"/>
                        </a:lnTo>
                        <a:lnTo>
                          <a:pt x="1770" y="345"/>
                        </a:lnTo>
                        <a:lnTo>
                          <a:pt x="1769" y="344"/>
                        </a:lnTo>
                        <a:lnTo>
                          <a:pt x="1769" y="339"/>
                        </a:lnTo>
                        <a:lnTo>
                          <a:pt x="1771" y="337"/>
                        </a:lnTo>
                        <a:lnTo>
                          <a:pt x="1774" y="337"/>
                        </a:lnTo>
                        <a:lnTo>
                          <a:pt x="1774" y="336"/>
                        </a:lnTo>
                        <a:lnTo>
                          <a:pt x="1778" y="332"/>
                        </a:lnTo>
                        <a:lnTo>
                          <a:pt x="1781" y="332"/>
                        </a:lnTo>
                        <a:lnTo>
                          <a:pt x="1782" y="333"/>
                        </a:lnTo>
                        <a:lnTo>
                          <a:pt x="1782" y="334"/>
                        </a:lnTo>
                        <a:lnTo>
                          <a:pt x="1786" y="340"/>
                        </a:lnTo>
                        <a:lnTo>
                          <a:pt x="1789" y="341"/>
                        </a:lnTo>
                        <a:lnTo>
                          <a:pt x="1793" y="344"/>
                        </a:lnTo>
                        <a:lnTo>
                          <a:pt x="1797" y="344"/>
                        </a:lnTo>
                        <a:lnTo>
                          <a:pt x="1797" y="341"/>
                        </a:lnTo>
                        <a:lnTo>
                          <a:pt x="1797" y="340"/>
                        </a:lnTo>
                        <a:lnTo>
                          <a:pt x="1798" y="340"/>
                        </a:lnTo>
                        <a:lnTo>
                          <a:pt x="1805" y="345"/>
                        </a:lnTo>
                        <a:lnTo>
                          <a:pt x="1807" y="348"/>
                        </a:lnTo>
                        <a:lnTo>
                          <a:pt x="1804" y="348"/>
                        </a:lnTo>
                        <a:lnTo>
                          <a:pt x="1804" y="351"/>
                        </a:lnTo>
                        <a:lnTo>
                          <a:pt x="1809" y="355"/>
                        </a:lnTo>
                        <a:lnTo>
                          <a:pt x="1811" y="355"/>
                        </a:lnTo>
                        <a:lnTo>
                          <a:pt x="1811" y="353"/>
                        </a:lnTo>
                        <a:lnTo>
                          <a:pt x="1811" y="349"/>
                        </a:lnTo>
                        <a:lnTo>
                          <a:pt x="1815" y="353"/>
                        </a:lnTo>
                        <a:lnTo>
                          <a:pt x="1820" y="362"/>
                        </a:lnTo>
                        <a:lnTo>
                          <a:pt x="1819" y="360"/>
                        </a:lnTo>
                        <a:lnTo>
                          <a:pt x="1818" y="360"/>
                        </a:lnTo>
                        <a:lnTo>
                          <a:pt x="1816" y="360"/>
                        </a:lnTo>
                        <a:lnTo>
                          <a:pt x="1819" y="364"/>
                        </a:lnTo>
                        <a:lnTo>
                          <a:pt x="1816" y="366"/>
                        </a:lnTo>
                        <a:lnTo>
                          <a:pt x="1815" y="368"/>
                        </a:lnTo>
                        <a:lnTo>
                          <a:pt x="1816" y="371"/>
                        </a:lnTo>
                        <a:lnTo>
                          <a:pt x="1819" y="370"/>
                        </a:lnTo>
                        <a:lnTo>
                          <a:pt x="1820" y="367"/>
                        </a:lnTo>
                        <a:lnTo>
                          <a:pt x="1820" y="366"/>
                        </a:lnTo>
                        <a:lnTo>
                          <a:pt x="1823" y="367"/>
                        </a:lnTo>
                        <a:lnTo>
                          <a:pt x="1823" y="364"/>
                        </a:lnTo>
                        <a:lnTo>
                          <a:pt x="1826" y="368"/>
                        </a:lnTo>
                        <a:lnTo>
                          <a:pt x="1832" y="373"/>
                        </a:lnTo>
                        <a:lnTo>
                          <a:pt x="1839" y="374"/>
                        </a:lnTo>
                        <a:lnTo>
                          <a:pt x="1842" y="377"/>
                        </a:lnTo>
                        <a:lnTo>
                          <a:pt x="1841" y="379"/>
                        </a:lnTo>
                        <a:lnTo>
                          <a:pt x="1845" y="385"/>
                        </a:lnTo>
                        <a:lnTo>
                          <a:pt x="1847" y="385"/>
                        </a:lnTo>
                        <a:lnTo>
                          <a:pt x="1851" y="392"/>
                        </a:lnTo>
                        <a:lnTo>
                          <a:pt x="1851" y="400"/>
                        </a:lnTo>
                        <a:lnTo>
                          <a:pt x="1849" y="400"/>
                        </a:lnTo>
                        <a:lnTo>
                          <a:pt x="1849" y="401"/>
                        </a:lnTo>
                        <a:lnTo>
                          <a:pt x="1853" y="404"/>
                        </a:lnTo>
                        <a:lnTo>
                          <a:pt x="1854" y="406"/>
                        </a:lnTo>
                        <a:lnTo>
                          <a:pt x="1853" y="408"/>
                        </a:lnTo>
                        <a:lnTo>
                          <a:pt x="1850" y="405"/>
                        </a:lnTo>
                        <a:lnTo>
                          <a:pt x="1841" y="405"/>
                        </a:lnTo>
                        <a:lnTo>
                          <a:pt x="1837" y="404"/>
                        </a:lnTo>
                        <a:lnTo>
                          <a:pt x="1835" y="405"/>
                        </a:lnTo>
                        <a:lnTo>
                          <a:pt x="1832" y="404"/>
                        </a:lnTo>
                        <a:lnTo>
                          <a:pt x="1831" y="402"/>
                        </a:lnTo>
                        <a:lnTo>
                          <a:pt x="1830" y="401"/>
                        </a:lnTo>
                        <a:lnTo>
                          <a:pt x="1830" y="402"/>
                        </a:lnTo>
                        <a:lnTo>
                          <a:pt x="1831" y="404"/>
                        </a:lnTo>
                        <a:lnTo>
                          <a:pt x="1826" y="406"/>
                        </a:lnTo>
                        <a:lnTo>
                          <a:pt x="1823" y="406"/>
                        </a:lnTo>
                        <a:lnTo>
                          <a:pt x="1822" y="408"/>
                        </a:lnTo>
                        <a:lnTo>
                          <a:pt x="1823" y="409"/>
                        </a:lnTo>
                        <a:lnTo>
                          <a:pt x="1819" y="413"/>
                        </a:lnTo>
                        <a:lnTo>
                          <a:pt x="1816" y="413"/>
                        </a:lnTo>
                        <a:lnTo>
                          <a:pt x="1816" y="416"/>
                        </a:lnTo>
                        <a:lnTo>
                          <a:pt x="1818" y="417"/>
                        </a:lnTo>
                        <a:lnTo>
                          <a:pt x="1813" y="423"/>
                        </a:lnTo>
                        <a:lnTo>
                          <a:pt x="1812" y="424"/>
                        </a:lnTo>
                        <a:lnTo>
                          <a:pt x="1812" y="423"/>
                        </a:lnTo>
                        <a:lnTo>
                          <a:pt x="1809" y="423"/>
                        </a:lnTo>
                        <a:lnTo>
                          <a:pt x="1809" y="427"/>
                        </a:lnTo>
                        <a:lnTo>
                          <a:pt x="1811" y="431"/>
                        </a:lnTo>
                        <a:lnTo>
                          <a:pt x="1808" y="434"/>
                        </a:lnTo>
                        <a:lnTo>
                          <a:pt x="1807" y="432"/>
                        </a:lnTo>
                        <a:lnTo>
                          <a:pt x="1805" y="435"/>
                        </a:lnTo>
                        <a:lnTo>
                          <a:pt x="1807" y="438"/>
                        </a:lnTo>
                        <a:lnTo>
                          <a:pt x="1804" y="440"/>
                        </a:lnTo>
                        <a:lnTo>
                          <a:pt x="1801" y="442"/>
                        </a:lnTo>
                        <a:lnTo>
                          <a:pt x="1803" y="443"/>
                        </a:lnTo>
                        <a:lnTo>
                          <a:pt x="1803" y="445"/>
                        </a:lnTo>
                        <a:lnTo>
                          <a:pt x="1801" y="447"/>
                        </a:lnTo>
                        <a:lnTo>
                          <a:pt x="1800" y="446"/>
                        </a:lnTo>
                        <a:lnTo>
                          <a:pt x="1797" y="447"/>
                        </a:lnTo>
                        <a:lnTo>
                          <a:pt x="1798" y="449"/>
                        </a:lnTo>
                        <a:lnTo>
                          <a:pt x="1800" y="451"/>
                        </a:lnTo>
                        <a:lnTo>
                          <a:pt x="1797" y="454"/>
                        </a:lnTo>
                        <a:lnTo>
                          <a:pt x="1798" y="455"/>
                        </a:lnTo>
                        <a:lnTo>
                          <a:pt x="1797" y="458"/>
                        </a:lnTo>
                        <a:lnTo>
                          <a:pt x="1796" y="458"/>
                        </a:lnTo>
                        <a:lnTo>
                          <a:pt x="1794" y="457"/>
                        </a:lnTo>
                        <a:lnTo>
                          <a:pt x="1792" y="458"/>
                        </a:lnTo>
                        <a:lnTo>
                          <a:pt x="1793" y="459"/>
                        </a:lnTo>
                        <a:lnTo>
                          <a:pt x="1797" y="462"/>
                        </a:lnTo>
                        <a:lnTo>
                          <a:pt x="1796" y="465"/>
                        </a:lnTo>
                        <a:lnTo>
                          <a:pt x="1792" y="465"/>
                        </a:lnTo>
                        <a:lnTo>
                          <a:pt x="1792" y="466"/>
                        </a:lnTo>
                        <a:lnTo>
                          <a:pt x="1794" y="468"/>
                        </a:lnTo>
                        <a:lnTo>
                          <a:pt x="1796" y="472"/>
                        </a:lnTo>
                        <a:lnTo>
                          <a:pt x="1794" y="474"/>
                        </a:lnTo>
                        <a:lnTo>
                          <a:pt x="1796" y="476"/>
                        </a:lnTo>
                        <a:lnTo>
                          <a:pt x="1793" y="480"/>
                        </a:lnTo>
                        <a:lnTo>
                          <a:pt x="1793" y="483"/>
                        </a:lnTo>
                        <a:lnTo>
                          <a:pt x="1792" y="487"/>
                        </a:lnTo>
                        <a:lnTo>
                          <a:pt x="1790" y="493"/>
                        </a:lnTo>
                        <a:lnTo>
                          <a:pt x="1789" y="496"/>
                        </a:lnTo>
                        <a:lnTo>
                          <a:pt x="1789" y="499"/>
                        </a:lnTo>
                        <a:lnTo>
                          <a:pt x="1790" y="500"/>
                        </a:lnTo>
                        <a:lnTo>
                          <a:pt x="1792" y="502"/>
                        </a:lnTo>
                        <a:lnTo>
                          <a:pt x="1790" y="503"/>
                        </a:lnTo>
                        <a:lnTo>
                          <a:pt x="1794" y="508"/>
                        </a:lnTo>
                        <a:lnTo>
                          <a:pt x="1794" y="511"/>
                        </a:lnTo>
                        <a:lnTo>
                          <a:pt x="1792" y="510"/>
                        </a:lnTo>
                        <a:lnTo>
                          <a:pt x="1789" y="511"/>
                        </a:lnTo>
                        <a:lnTo>
                          <a:pt x="1786" y="508"/>
                        </a:lnTo>
                        <a:lnTo>
                          <a:pt x="1785" y="510"/>
                        </a:lnTo>
                        <a:lnTo>
                          <a:pt x="1781" y="504"/>
                        </a:lnTo>
                        <a:lnTo>
                          <a:pt x="1782" y="504"/>
                        </a:lnTo>
                        <a:lnTo>
                          <a:pt x="1781" y="503"/>
                        </a:lnTo>
                        <a:lnTo>
                          <a:pt x="1778" y="504"/>
                        </a:lnTo>
                        <a:lnTo>
                          <a:pt x="1775" y="503"/>
                        </a:lnTo>
                        <a:lnTo>
                          <a:pt x="1775" y="502"/>
                        </a:lnTo>
                        <a:lnTo>
                          <a:pt x="1767" y="496"/>
                        </a:lnTo>
                        <a:lnTo>
                          <a:pt x="1765" y="496"/>
                        </a:lnTo>
                        <a:lnTo>
                          <a:pt x="1759" y="499"/>
                        </a:lnTo>
                        <a:lnTo>
                          <a:pt x="1758" y="498"/>
                        </a:lnTo>
                        <a:lnTo>
                          <a:pt x="1755" y="499"/>
                        </a:lnTo>
                        <a:lnTo>
                          <a:pt x="1752" y="503"/>
                        </a:lnTo>
                        <a:lnTo>
                          <a:pt x="1748" y="503"/>
                        </a:lnTo>
                        <a:lnTo>
                          <a:pt x="1747" y="508"/>
                        </a:lnTo>
                        <a:lnTo>
                          <a:pt x="1745" y="510"/>
                        </a:lnTo>
                        <a:lnTo>
                          <a:pt x="1743" y="508"/>
                        </a:lnTo>
                        <a:lnTo>
                          <a:pt x="1745" y="512"/>
                        </a:lnTo>
                        <a:lnTo>
                          <a:pt x="1743" y="514"/>
                        </a:lnTo>
                        <a:lnTo>
                          <a:pt x="1744" y="518"/>
                        </a:lnTo>
                        <a:lnTo>
                          <a:pt x="1743" y="521"/>
                        </a:lnTo>
                        <a:lnTo>
                          <a:pt x="1741" y="527"/>
                        </a:lnTo>
                        <a:lnTo>
                          <a:pt x="1740" y="529"/>
                        </a:lnTo>
                        <a:lnTo>
                          <a:pt x="1739" y="526"/>
                        </a:lnTo>
                        <a:lnTo>
                          <a:pt x="1735" y="518"/>
                        </a:lnTo>
                        <a:lnTo>
                          <a:pt x="1735" y="514"/>
                        </a:lnTo>
                        <a:lnTo>
                          <a:pt x="1732" y="512"/>
                        </a:lnTo>
                        <a:lnTo>
                          <a:pt x="1731" y="510"/>
                        </a:lnTo>
                        <a:lnTo>
                          <a:pt x="1731" y="514"/>
                        </a:lnTo>
                        <a:lnTo>
                          <a:pt x="1726" y="519"/>
                        </a:lnTo>
                        <a:lnTo>
                          <a:pt x="1724" y="521"/>
                        </a:lnTo>
                        <a:lnTo>
                          <a:pt x="1724" y="523"/>
                        </a:lnTo>
                        <a:lnTo>
                          <a:pt x="1726" y="525"/>
                        </a:lnTo>
                        <a:lnTo>
                          <a:pt x="1724" y="531"/>
                        </a:lnTo>
                        <a:lnTo>
                          <a:pt x="1721" y="527"/>
                        </a:lnTo>
                        <a:lnTo>
                          <a:pt x="1720" y="527"/>
                        </a:lnTo>
                        <a:lnTo>
                          <a:pt x="1718" y="526"/>
                        </a:lnTo>
                        <a:lnTo>
                          <a:pt x="1717" y="526"/>
                        </a:lnTo>
                        <a:lnTo>
                          <a:pt x="1716" y="530"/>
                        </a:lnTo>
                        <a:lnTo>
                          <a:pt x="1714" y="530"/>
                        </a:lnTo>
                        <a:lnTo>
                          <a:pt x="1712" y="529"/>
                        </a:lnTo>
                        <a:lnTo>
                          <a:pt x="1709" y="529"/>
                        </a:lnTo>
                        <a:lnTo>
                          <a:pt x="1709" y="531"/>
                        </a:lnTo>
                        <a:lnTo>
                          <a:pt x="1710" y="534"/>
                        </a:lnTo>
                        <a:lnTo>
                          <a:pt x="1709" y="534"/>
                        </a:lnTo>
                        <a:lnTo>
                          <a:pt x="1707" y="537"/>
                        </a:lnTo>
                        <a:lnTo>
                          <a:pt x="1707" y="540"/>
                        </a:lnTo>
                        <a:lnTo>
                          <a:pt x="1710" y="542"/>
                        </a:lnTo>
                        <a:lnTo>
                          <a:pt x="1712" y="546"/>
                        </a:lnTo>
                        <a:lnTo>
                          <a:pt x="1710" y="546"/>
                        </a:lnTo>
                        <a:lnTo>
                          <a:pt x="1710" y="548"/>
                        </a:lnTo>
                        <a:lnTo>
                          <a:pt x="1713" y="549"/>
                        </a:lnTo>
                        <a:lnTo>
                          <a:pt x="1716" y="552"/>
                        </a:lnTo>
                        <a:lnTo>
                          <a:pt x="1716" y="553"/>
                        </a:lnTo>
                        <a:lnTo>
                          <a:pt x="1714" y="553"/>
                        </a:lnTo>
                        <a:lnTo>
                          <a:pt x="1714" y="556"/>
                        </a:lnTo>
                        <a:lnTo>
                          <a:pt x="1716" y="557"/>
                        </a:lnTo>
                        <a:lnTo>
                          <a:pt x="1718" y="559"/>
                        </a:lnTo>
                        <a:lnTo>
                          <a:pt x="1718" y="560"/>
                        </a:lnTo>
                        <a:lnTo>
                          <a:pt x="1716" y="559"/>
                        </a:lnTo>
                        <a:lnTo>
                          <a:pt x="1713" y="559"/>
                        </a:lnTo>
                        <a:lnTo>
                          <a:pt x="1713" y="560"/>
                        </a:lnTo>
                        <a:lnTo>
                          <a:pt x="1716" y="564"/>
                        </a:lnTo>
                        <a:lnTo>
                          <a:pt x="1717" y="563"/>
                        </a:lnTo>
                        <a:lnTo>
                          <a:pt x="1717" y="565"/>
                        </a:lnTo>
                        <a:lnTo>
                          <a:pt x="1717" y="568"/>
                        </a:lnTo>
                        <a:lnTo>
                          <a:pt x="1717" y="571"/>
                        </a:lnTo>
                        <a:lnTo>
                          <a:pt x="1716" y="574"/>
                        </a:lnTo>
                        <a:lnTo>
                          <a:pt x="1717" y="578"/>
                        </a:lnTo>
                        <a:lnTo>
                          <a:pt x="1716" y="580"/>
                        </a:lnTo>
                        <a:lnTo>
                          <a:pt x="1717" y="583"/>
                        </a:lnTo>
                        <a:lnTo>
                          <a:pt x="1717" y="584"/>
                        </a:lnTo>
                        <a:lnTo>
                          <a:pt x="1717" y="587"/>
                        </a:lnTo>
                        <a:lnTo>
                          <a:pt x="1720" y="593"/>
                        </a:lnTo>
                        <a:lnTo>
                          <a:pt x="1718" y="594"/>
                        </a:lnTo>
                        <a:lnTo>
                          <a:pt x="1721" y="595"/>
                        </a:lnTo>
                        <a:lnTo>
                          <a:pt x="1722" y="598"/>
                        </a:lnTo>
                        <a:lnTo>
                          <a:pt x="1726" y="603"/>
                        </a:lnTo>
                        <a:lnTo>
                          <a:pt x="1731" y="605"/>
                        </a:lnTo>
                        <a:lnTo>
                          <a:pt x="1732" y="603"/>
                        </a:lnTo>
                        <a:lnTo>
                          <a:pt x="1732" y="601"/>
                        </a:lnTo>
                        <a:lnTo>
                          <a:pt x="1728" y="597"/>
                        </a:lnTo>
                        <a:lnTo>
                          <a:pt x="1728" y="595"/>
                        </a:lnTo>
                        <a:lnTo>
                          <a:pt x="1731" y="594"/>
                        </a:lnTo>
                        <a:lnTo>
                          <a:pt x="1733" y="594"/>
                        </a:lnTo>
                        <a:lnTo>
                          <a:pt x="1737" y="597"/>
                        </a:lnTo>
                        <a:lnTo>
                          <a:pt x="1740" y="597"/>
                        </a:lnTo>
                        <a:lnTo>
                          <a:pt x="1743" y="598"/>
                        </a:lnTo>
                        <a:lnTo>
                          <a:pt x="1743" y="601"/>
                        </a:lnTo>
                        <a:lnTo>
                          <a:pt x="1741" y="602"/>
                        </a:lnTo>
                        <a:lnTo>
                          <a:pt x="1744" y="605"/>
                        </a:lnTo>
                        <a:lnTo>
                          <a:pt x="1741" y="606"/>
                        </a:lnTo>
                        <a:lnTo>
                          <a:pt x="1743" y="609"/>
                        </a:lnTo>
                        <a:lnTo>
                          <a:pt x="1741" y="610"/>
                        </a:lnTo>
                        <a:lnTo>
                          <a:pt x="1740" y="613"/>
                        </a:lnTo>
                        <a:lnTo>
                          <a:pt x="1743" y="618"/>
                        </a:lnTo>
                        <a:lnTo>
                          <a:pt x="1744" y="621"/>
                        </a:lnTo>
                        <a:lnTo>
                          <a:pt x="1744" y="627"/>
                        </a:lnTo>
                        <a:lnTo>
                          <a:pt x="1747" y="628"/>
                        </a:lnTo>
                        <a:lnTo>
                          <a:pt x="1748" y="627"/>
                        </a:lnTo>
                        <a:lnTo>
                          <a:pt x="1748" y="625"/>
                        </a:lnTo>
                        <a:lnTo>
                          <a:pt x="1751" y="624"/>
                        </a:lnTo>
                        <a:lnTo>
                          <a:pt x="1751" y="622"/>
                        </a:lnTo>
                        <a:lnTo>
                          <a:pt x="1752" y="624"/>
                        </a:lnTo>
                        <a:lnTo>
                          <a:pt x="1755" y="625"/>
                        </a:lnTo>
                        <a:lnTo>
                          <a:pt x="1755" y="632"/>
                        </a:lnTo>
                        <a:lnTo>
                          <a:pt x="1762" y="637"/>
                        </a:lnTo>
                        <a:lnTo>
                          <a:pt x="1763" y="642"/>
                        </a:lnTo>
                        <a:lnTo>
                          <a:pt x="1762" y="643"/>
                        </a:lnTo>
                        <a:lnTo>
                          <a:pt x="1762" y="647"/>
                        </a:lnTo>
                        <a:lnTo>
                          <a:pt x="1760" y="648"/>
                        </a:lnTo>
                        <a:lnTo>
                          <a:pt x="1756" y="646"/>
                        </a:lnTo>
                        <a:lnTo>
                          <a:pt x="1752" y="644"/>
                        </a:lnTo>
                        <a:lnTo>
                          <a:pt x="1752" y="640"/>
                        </a:lnTo>
                        <a:lnTo>
                          <a:pt x="1754" y="636"/>
                        </a:lnTo>
                        <a:lnTo>
                          <a:pt x="1754" y="633"/>
                        </a:lnTo>
                        <a:lnTo>
                          <a:pt x="1752" y="631"/>
                        </a:lnTo>
                        <a:lnTo>
                          <a:pt x="1751" y="632"/>
                        </a:lnTo>
                        <a:lnTo>
                          <a:pt x="1752" y="633"/>
                        </a:lnTo>
                        <a:lnTo>
                          <a:pt x="1752" y="636"/>
                        </a:lnTo>
                        <a:lnTo>
                          <a:pt x="1750" y="636"/>
                        </a:lnTo>
                        <a:lnTo>
                          <a:pt x="1747" y="640"/>
                        </a:lnTo>
                        <a:lnTo>
                          <a:pt x="1747" y="642"/>
                        </a:lnTo>
                        <a:lnTo>
                          <a:pt x="1751" y="642"/>
                        </a:lnTo>
                        <a:lnTo>
                          <a:pt x="1751" y="644"/>
                        </a:lnTo>
                        <a:lnTo>
                          <a:pt x="1748" y="647"/>
                        </a:lnTo>
                        <a:lnTo>
                          <a:pt x="1750" y="651"/>
                        </a:lnTo>
                        <a:lnTo>
                          <a:pt x="1750" y="652"/>
                        </a:lnTo>
                        <a:lnTo>
                          <a:pt x="1750" y="663"/>
                        </a:lnTo>
                        <a:lnTo>
                          <a:pt x="1751" y="665"/>
                        </a:lnTo>
                        <a:lnTo>
                          <a:pt x="1751" y="667"/>
                        </a:lnTo>
                        <a:lnTo>
                          <a:pt x="1759" y="678"/>
                        </a:lnTo>
                        <a:lnTo>
                          <a:pt x="1760" y="678"/>
                        </a:lnTo>
                        <a:lnTo>
                          <a:pt x="1766" y="685"/>
                        </a:lnTo>
                        <a:lnTo>
                          <a:pt x="1769" y="686"/>
                        </a:lnTo>
                        <a:lnTo>
                          <a:pt x="1767" y="689"/>
                        </a:lnTo>
                        <a:lnTo>
                          <a:pt x="1767" y="693"/>
                        </a:lnTo>
                        <a:lnTo>
                          <a:pt x="1759" y="696"/>
                        </a:lnTo>
                        <a:lnTo>
                          <a:pt x="1758" y="695"/>
                        </a:lnTo>
                        <a:lnTo>
                          <a:pt x="1754" y="697"/>
                        </a:lnTo>
                        <a:lnTo>
                          <a:pt x="1751" y="697"/>
                        </a:lnTo>
                        <a:lnTo>
                          <a:pt x="1752" y="699"/>
                        </a:lnTo>
                        <a:lnTo>
                          <a:pt x="1750" y="704"/>
                        </a:lnTo>
                        <a:lnTo>
                          <a:pt x="1750" y="707"/>
                        </a:lnTo>
                        <a:lnTo>
                          <a:pt x="1748" y="709"/>
                        </a:lnTo>
                        <a:lnTo>
                          <a:pt x="1750" y="712"/>
                        </a:lnTo>
                        <a:lnTo>
                          <a:pt x="1748" y="719"/>
                        </a:lnTo>
                        <a:lnTo>
                          <a:pt x="1751" y="727"/>
                        </a:lnTo>
                        <a:lnTo>
                          <a:pt x="1755" y="728"/>
                        </a:lnTo>
                        <a:lnTo>
                          <a:pt x="1755" y="733"/>
                        </a:lnTo>
                        <a:lnTo>
                          <a:pt x="1759" y="735"/>
                        </a:lnTo>
                        <a:lnTo>
                          <a:pt x="1760" y="738"/>
                        </a:lnTo>
                        <a:lnTo>
                          <a:pt x="1758" y="737"/>
                        </a:lnTo>
                        <a:lnTo>
                          <a:pt x="1756" y="737"/>
                        </a:lnTo>
                        <a:lnTo>
                          <a:pt x="1754" y="738"/>
                        </a:lnTo>
                        <a:lnTo>
                          <a:pt x="1751" y="741"/>
                        </a:lnTo>
                        <a:lnTo>
                          <a:pt x="1750" y="739"/>
                        </a:lnTo>
                        <a:lnTo>
                          <a:pt x="1745" y="743"/>
                        </a:lnTo>
                        <a:lnTo>
                          <a:pt x="1743" y="741"/>
                        </a:lnTo>
                        <a:lnTo>
                          <a:pt x="1741" y="745"/>
                        </a:lnTo>
                        <a:lnTo>
                          <a:pt x="1743" y="746"/>
                        </a:lnTo>
                        <a:lnTo>
                          <a:pt x="1745" y="745"/>
                        </a:lnTo>
                        <a:lnTo>
                          <a:pt x="1745" y="749"/>
                        </a:lnTo>
                        <a:lnTo>
                          <a:pt x="1744" y="750"/>
                        </a:lnTo>
                        <a:lnTo>
                          <a:pt x="1747" y="753"/>
                        </a:lnTo>
                        <a:lnTo>
                          <a:pt x="1745" y="754"/>
                        </a:lnTo>
                        <a:lnTo>
                          <a:pt x="1744" y="754"/>
                        </a:lnTo>
                        <a:lnTo>
                          <a:pt x="1747" y="758"/>
                        </a:lnTo>
                        <a:lnTo>
                          <a:pt x="1745" y="760"/>
                        </a:lnTo>
                        <a:lnTo>
                          <a:pt x="1747" y="761"/>
                        </a:lnTo>
                        <a:lnTo>
                          <a:pt x="1748" y="760"/>
                        </a:lnTo>
                        <a:lnTo>
                          <a:pt x="1751" y="762"/>
                        </a:lnTo>
                        <a:lnTo>
                          <a:pt x="1750" y="765"/>
                        </a:lnTo>
                        <a:lnTo>
                          <a:pt x="1748" y="769"/>
                        </a:lnTo>
                        <a:lnTo>
                          <a:pt x="1750" y="772"/>
                        </a:lnTo>
                        <a:lnTo>
                          <a:pt x="1750" y="777"/>
                        </a:lnTo>
                        <a:lnTo>
                          <a:pt x="1748" y="780"/>
                        </a:lnTo>
                        <a:lnTo>
                          <a:pt x="1748" y="781"/>
                        </a:lnTo>
                        <a:lnTo>
                          <a:pt x="1748" y="784"/>
                        </a:lnTo>
                        <a:lnTo>
                          <a:pt x="1744" y="787"/>
                        </a:lnTo>
                        <a:lnTo>
                          <a:pt x="1744" y="790"/>
                        </a:lnTo>
                        <a:lnTo>
                          <a:pt x="1743" y="791"/>
                        </a:lnTo>
                        <a:lnTo>
                          <a:pt x="1741" y="796"/>
                        </a:lnTo>
                        <a:lnTo>
                          <a:pt x="1739" y="803"/>
                        </a:lnTo>
                        <a:lnTo>
                          <a:pt x="1740" y="800"/>
                        </a:lnTo>
                        <a:lnTo>
                          <a:pt x="1739" y="798"/>
                        </a:lnTo>
                        <a:lnTo>
                          <a:pt x="1739" y="795"/>
                        </a:lnTo>
                        <a:lnTo>
                          <a:pt x="1737" y="794"/>
                        </a:lnTo>
                        <a:lnTo>
                          <a:pt x="1732" y="792"/>
                        </a:lnTo>
                        <a:lnTo>
                          <a:pt x="1729" y="788"/>
                        </a:lnTo>
                        <a:lnTo>
                          <a:pt x="1729" y="783"/>
                        </a:lnTo>
                        <a:lnTo>
                          <a:pt x="1724" y="771"/>
                        </a:lnTo>
                        <a:lnTo>
                          <a:pt x="1720" y="765"/>
                        </a:lnTo>
                        <a:lnTo>
                          <a:pt x="1721" y="765"/>
                        </a:lnTo>
                        <a:lnTo>
                          <a:pt x="1724" y="764"/>
                        </a:lnTo>
                        <a:lnTo>
                          <a:pt x="1725" y="761"/>
                        </a:lnTo>
                        <a:lnTo>
                          <a:pt x="1722" y="762"/>
                        </a:lnTo>
                        <a:lnTo>
                          <a:pt x="1720" y="762"/>
                        </a:lnTo>
                        <a:lnTo>
                          <a:pt x="1714" y="760"/>
                        </a:lnTo>
                        <a:lnTo>
                          <a:pt x="1703" y="741"/>
                        </a:lnTo>
                        <a:lnTo>
                          <a:pt x="1693" y="728"/>
                        </a:lnTo>
                        <a:lnTo>
                          <a:pt x="1693" y="724"/>
                        </a:lnTo>
                        <a:lnTo>
                          <a:pt x="1690" y="720"/>
                        </a:lnTo>
                        <a:lnTo>
                          <a:pt x="1682" y="708"/>
                        </a:lnTo>
                        <a:lnTo>
                          <a:pt x="1673" y="693"/>
                        </a:lnTo>
                        <a:lnTo>
                          <a:pt x="1668" y="678"/>
                        </a:lnTo>
                        <a:lnTo>
                          <a:pt x="1668" y="673"/>
                        </a:lnTo>
                        <a:lnTo>
                          <a:pt x="1664" y="667"/>
                        </a:lnTo>
                        <a:lnTo>
                          <a:pt x="1663" y="658"/>
                        </a:lnTo>
                        <a:lnTo>
                          <a:pt x="1660" y="652"/>
                        </a:lnTo>
                        <a:lnTo>
                          <a:pt x="1661" y="647"/>
                        </a:lnTo>
                        <a:lnTo>
                          <a:pt x="1664" y="643"/>
                        </a:lnTo>
                        <a:lnTo>
                          <a:pt x="1664" y="637"/>
                        </a:lnTo>
                        <a:lnTo>
                          <a:pt x="1667" y="637"/>
                        </a:lnTo>
                        <a:lnTo>
                          <a:pt x="1665" y="635"/>
                        </a:lnTo>
                        <a:lnTo>
                          <a:pt x="1667" y="633"/>
                        </a:lnTo>
                        <a:lnTo>
                          <a:pt x="1667" y="627"/>
                        </a:lnTo>
                        <a:lnTo>
                          <a:pt x="1661" y="618"/>
                        </a:lnTo>
                        <a:lnTo>
                          <a:pt x="1657" y="618"/>
                        </a:lnTo>
                        <a:lnTo>
                          <a:pt x="1657" y="617"/>
                        </a:lnTo>
                        <a:lnTo>
                          <a:pt x="1660" y="614"/>
                        </a:lnTo>
                        <a:lnTo>
                          <a:pt x="1665" y="617"/>
                        </a:lnTo>
                        <a:lnTo>
                          <a:pt x="1669" y="613"/>
                        </a:lnTo>
                        <a:lnTo>
                          <a:pt x="1668" y="612"/>
                        </a:lnTo>
                        <a:lnTo>
                          <a:pt x="1668" y="606"/>
                        </a:lnTo>
                        <a:lnTo>
                          <a:pt x="1673" y="605"/>
                        </a:lnTo>
                        <a:lnTo>
                          <a:pt x="1676" y="606"/>
                        </a:lnTo>
                        <a:lnTo>
                          <a:pt x="1673" y="602"/>
                        </a:lnTo>
                        <a:lnTo>
                          <a:pt x="1678" y="594"/>
                        </a:lnTo>
                        <a:lnTo>
                          <a:pt x="1676" y="589"/>
                        </a:lnTo>
                        <a:lnTo>
                          <a:pt x="1676" y="583"/>
                        </a:lnTo>
                        <a:lnTo>
                          <a:pt x="1675" y="580"/>
                        </a:lnTo>
                        <a:lnTo>
                          <a:pt x="1676" y="578"/>
                        </a:lnTo>
                        <a:lnTo>
                          <a:pt x="1676" y="574"/>
                        </a:lnTo>
                        <a:lnTo>
                          <a:pt x="1676" y="572"/>
                        </a:lnTo>
                        <a:lnTo>
                          <a:pt x="1676" y="568"/>
                        </a:lnTo>
                        <a:lnTo>
                          <a:pt x="1679" y="568"/>
                        </a:lnTo>
                        <a:lnTo>
                          <a:pt x="1676" y="565"/>
                        </a:lnTo>
                        <a:lnTo>
                          <a:pt x="1676" y="563"/>
                        </a:lnTo>
                        <a:lnTo>
                          <a:pt x="1676" y="561"/>
                        </a:lnTo>
                        <a:lnTo>
                          <a:pt x="1678" y="556"/>
                        </a:lnTo>
                        <a:lnTo>
                          <a:pt x="1676" y="555"/>
                        </a:lnTo>
                        <a:lnTo>
                          <a:pt x="1676" y="552"/>
                        </a:lnTo>
                        <a:lnTo>
                          <a:pt x="1680" y="550"/>
                        </a:lnTo>
                        <a:lnTo>
                          <a:pt x="1682" y="549"/>
                        </a:lnTo>
                        <a:lnTo>
                          <a:pt x="1680" y="544"/>
                        </a:lnTo>
                        <a:lnTo>
                          <a:pt x="1682" y="538"/>
                        </a:lnTo>
                        <a:lnTo>
                          <a:pt x="1679" y="537"/>
                        </a:lnTo>
                        <a:lnTo>
                          <a:pt x="1679" y="536"/>
                        </a:lnTo>
                        <a:lnTo>
                          <a:pt x="1682" y="531"/>
                        </a:lnTo>
                        <a:lnTo>
                          <a:pt x="1682" y="527"/>
                        </a:lnTo>
                        <a:lnTo>
                          <a:pt x="1680" y="527"/>
                        </a:lnTo>
                        <a:lnTo>
                          <a:pt x="1679" y="525"/>
                        </a:lnTo>
                        <a:lnTo>
                          <a:pt x="1680" y="522"/>
                        </a:lnTo>
                        <a:lnTo>
                          <a:pt x="1680" y="519"/>
                        </a:lnTo>
                        <a:lnTo>
                          <a:pt x="1683" y="518"/>
                        </a:lnTo>
                        <a:lnTo>
                          <a:pt x="1683" y="517"/>
                        </a:lnTo>
                        <a:lnTo>
                          <a:pt x="1686" y="515"/>
                        </a:lnTo>
                        <a:lnTo>
                          <a:pt x="1687" y="512"/>
                        </a:lnTo>
                        <a:lnTo>
                          <a:pt x="1690" y="508"/>
                        </a:lnTo>
                        <a:lnTo>
                          <a:pt x="1691" y="508"/>
                        </a:lnTo>
                        <a:lnTo>
                          <a:pt x="1694" y="507"/>
                        </a:lnTo>
                        <a:lnTo>
                          <a:pt x="1695" y="507"/>
                        </a:lnTo>
                        <a:lnTo>
                          <a:pt x="1697" y="506"/>
                        </a:lnTo>
                        <a:lnTo>
                          <a:pt x="1695" y="504"/>
                        </a:lnTo>
                        <a:lnTo>
                          <a:pt x="1693" y="504"/>
                        </a:lnTo>
                        <a:lnTo>
                          <a:pt x="1691" y="504"/>
                        </a:lnTo>
                        <a:lnTo>
                          <a:pt x="1688" y="503"/>
                        </a:lnTo>
                        <a:lnTo>
                          <a:pt x="1688" y="498"/>
                        </a:lnTo>
                        <a:lnTo>
                          <a:pt x="1690" y="493"/>
                        </a:lnTo>
                        <a:lnTo>
                          <a:pt x="1690" y="492"/>
                        </a:lnTo>
                        <a:lnTo>
                          <a:pt x="1688" y="489"/>
                        </a:lnTo>
                        <a:lnTo>
                          <a:pt x="1687" y="488"/>
                        </a:lnTo>
                        <a:lnTo>
                          <a:pt x="1686" y="491"/>
                        </a:lnTo>
                        <a:lnTo>
                          <a:pt x="1684" y="491"/>
                        </a:lnTo>
                        <a:lnTo>
                          <a:pt x="1684" y="484"/>
                        </a:lnTo>
                        <a:lnTo>
                          <a:pt x="1686" y="483"/>
                        </a:lnTo>
                        <a:lnTo>
                          <a:pt x="1686" y="480"/>
                        </a:lnTo>
                        <a:lnTo>
                          <a:pt x="1684" y="477"/>
                        </a:lnTo>
                        <a:lnTo>
                          <a:pt x="1682" y="476"/>
                        </a:lnTo>
                        <a:lnTo>
                          <a:pt x="1682" y="474"/>
                        </a:lnTo>
                        <a:lnTo>
                          <a:pt x="1682" y="474"/>
                        </a:lnTo>
                        <a:lnTo>
                          <a:pt x="1682" y="473"/>
                        </a:lnTo>
                        <a:lnTo>
                          <a:pt x="1679" y="469"/>
                        </a:lnTo>
                        <a:lnTo>
                          <a:pt x="1678" y="466"/>
                        </a:lnTo>
                        <a:lnTo>
                          <a:pt x="1676" y="465"/>
                        </a:lnTo>
                        <a:lnTo>
                          <a:pt x="1676" y="462"/>
                        </a:lnTo>
                        <a:lnTo>
                          <a:pt x="1675" y="459"/>
                        </a:lnTo>
                        <a:lnTo>
                          <a:pt x="1675" y="457"/>
                        </a:lnTo>
                        <a:lnTo>
                          <a:pt x="1679" y="453"/>
                        </a:lnTo>
                        <a:lnTo>
                          <a:pt x="1682" y="454"/>
                        </a:lnTo>
                        <a:lnTo>
                          <a:pt x="1684" y="453"/>
                        </a:lnTo>
                        <a:lnTo>
                          <a:pt x="1683" y="451"/>
                        </a:lnTo>
                        <a:lnTo>
                          <a:pt x="1687" y="449"/>
                        </a:lnTo>
                        <a:lnTo>
                          <a:pt x="1686" y="450"/>
                        </a:lnTo>
                        <a:lnTo>
                          <a:pt x="1682" y="449"/>
                        </a:lnTo>
                        <a:lnTo>
                          <a:pt x="1680" y="449"/>
                        </a:lnTo>
                        <a:lnTo>
                          <a:pt x="1676" y="449"/>
                        </a:lnTo>
                        <a:lnTo>
                          <a:pt x="1672" y="445"/>
                        </a:lnTo>
                        <a:lnTo>
                          <a:pt x="1671" y="446"/>
                        </a:lnTo>
                        <a:lnTo>
                          <a:pt x="1668" y="446"/>
                        </a:lnTo>
                        <a:lnTo>
                          <a:pt x="1665" y="449"/>
                        </a:lnTo>
                        <a:lnTo>
                          <a:pt x="1663" y="449"/>
                        </a:lnTo>
                        <a:lnTo>
                          <a:pt x="1659" y="453"/>
                        </a:lnTo>
                        <a:lnTo>
                          <a:pt x="1660" y="454"/>
                        </a:lnTo>
                        <a:lnTo>
                          <a:pt x="1660" y="457"/>
                        </a:lnTo>
                        <a:lnTo>
                          <a:pt x="1663" y="459"/>
                        </a:lnTo>
                        <a:lnTo>
                          <a:pt x="1663" y="462"/>
                        </a:lnTo>
                        <a:lnTo>
                          <a:pt x="1663" y="464"/>
                        </a:lnTo>
                        <a:lnTo>
                          <a:pt x="1663" y="468"/>
                        </a:lnTo>
                        <a:lnTo>
                          <a:pt x="1665" y="469"/>
                        </a:lnTo>
                        <a:lnTo>
                          <a:pt x="1665" y="470"/>
                        </a:lnTo>
                        <a:lnTo>
                          <a:pt x="1668" y="472"/>
                        </a:lnTo>
                        <a:lnTo>
                          <a:pt x="1669" y="477"/>
                        </a:lnTo>
                        <a:lnTo>
                          <a:pt x="1673" y="480"/>
                        </a:lnTo>
                        <a:lnTo>
                          <a:pt x="1673" y="483"/>
                        </a:lnTo>
                        <a:lnTo>
                          <a:pt x="1675" y="485"/>
                        </a:lnTo>
                        <a:lnTo>
                          <a:pt x="1673" y="487"/>
                        </a:lnTo>
                        <a:lnTo>
                          <a:pt x="1672" y="485"/>
                        </a:lnTo>
                        <a:lnTo>
                          <a:pt x="1671" y="483"/>
                        </a:lnTo>
                        <a:lnTo>
                          <a:pt x="1667" y="484"/>
                        </a:lnTo>
                        <a:lnTo>
                          <a:pt x="1664" y="485"/>
                        </a:lnTo>
                        <a:lnTo>
                          <a:pt x="1663" y="489"/>
                        </a:lnTo>
                        <a:lnTo>
                          <a:pt x="1664" y="491"/>
                        </a:lnTo>
                        <a:lnTo>
                          <a:pt x="1664" y="495"/>
                        </a:lnTo>
                        <a:lnTo>
                          <a:pt x="1663" y="496"/>
                        </a:lnTo>
                        <a:lnTo>
                          <a:pt x="1663" y="498"/>
                        </a:lnTo>
                        <a:lnTo>
                          <a:pt x="1664" y="498"/>
                        </a:lnTo>
                        <a:lnTo>
                          <a:pt x="1664" y="500"/>
                        </a:lnTo>
                        <a:lnTo>
                          <a:pt x="1661" y="503"/>
                        </a:lnTo>
                        <a:lnTo>
                          <a:pt x="1663" y="504"/>
                        </a:lnTo>
                        <a:lnTo>
                          <a:pt x="1661" y="506"/>
                        </a:lnTo>
                        <a:lnTo>
                          <a:pt x="1661" y="514"/>
                        </a:lnTo>
                        <a:lnTo>
                          <a:pt x="1660" y="515"/>
                        </a:lnTo>
                        <a:lnTo>
                          <a:pt x="1660" y="517"/>
                        </a:lnTo>
                        <a:lnTo>
                          <a:pt x="1659" y="518"/>
                        </a:lnTo>
                        <a:lnTo>
                          <a:pt x="1656" y="522"/>
                        </a:lnTo>
                        <a:lnTo>
                          <a:pt x="1656" y="519"/>
                        </a:lnTo>
                        <a:lnTo>
                          <a:pt x="1653" y="517"/>
                        </a:lnTo>
                        <a:lnTo>
                          <a:pt x="1656" y="512"/>
                        </a:lnTo>
                        <a:lnTo>
                          <a:pt x="1654" y="511"/>
                        </a:lnTo>
                        <a:lnTo>
                          <a:pt x="1652" y="511"/>
                        </a:lnTo>
                        <a:lnTo>
                          <a:pt x="1649" y="514"/>
                        </a:lnTo>
                        <a:lnTo>
                          <a:pt x="1649" y="515"/>
                        </a:lnTo>
                        <a:lnTo>
                          <a:pt x="1648" y="517"/>
                        </a:lnTo>
                        <a:lnTo>
                          <a:pt x="1648" y="511"/>
                        </a:lnTo>
                        <a:lnTo>
                          <a:pt x="1645" y="511"/>
                        </a:lnTo>
                        <a:lnTo>
                          <a:pt x="1644" y="508"/>
                        </a:lnTo>
                        <a:lnTo>
                          <a:pt x="1641" y="511"/>
                        </a:lnTo>
                        <a:lnTo>
                          <a:pt x="1641" y="510"/>
                        </a:lnTo>
                        <a:lnTo>
                          <a:pt x="1641" y="508"/>
                        </a:lnTo>
                        <a:lnTo>
                          <a:pt x="1642" y="507"/>
                        </a:lnTo>
                        <a:lnTo>
                          <a:pt x="1641" y="506"/>
                        </a:lnTo>
                        <a:lnTo>
                          <a:pt x="1641" y="503"/>
                        </a:lnTo>
                        <a:lnTo>
                          <a:pt x="1642" y="503"/>
                        </a:lnTo>
                        <a:lnTo>
                          <a:pt x="1641" y="500"/>
                        </a:lnTo>
                        <a:lnTo>
                          <a:pt x="1641" y="499"/>
                        </a:lnTo>
                        <a:lnTo>
                          <a:pt x="1642" y="498"/>
                        </a:lnTo>
                        <a:lnTo>
                          <a:pt x="1641" y="495"/>
                        </a:lnTo>
                        <a:lnTo>
                          <a:pt x="1640" y="493"/>
                        </a:lnTo>
                        <a:lnTo>
                          <a:pt x="1641" y="492"/>
                        </a:lnTo>
                        <a:lnTo>
                          <a:pt x="1641" y="488"/>
                        </a:lnTo>
                        <a:lnTo>
                          <a:pt x="1638" y="487"/>
                        </a:lnTo>
                        <a:lnTo>
                          <a:pt x="1637" y="484"/>
                        </a:lnTo>
                        <a:lnTo>
                          <a:pt x="1635" y="484"/>
                        </a:lnTo>
                        <a:lnTo>
                          <a:pt x="1635" y="488"/>
                        </a:lnTo>
                        <a:lnTo>
                          <a:pt x="1633" y="488"/>
                        </a:lnTo>
                        <a:lnTo>
                          <a:pt x="1633" y="492"/>
                        </a:lnTo>
                        <a:lnTo>
                          <a:pt x="1631" y="495"/>
                        </a:lnTo>
                        <a:lnTo>
                          <a:pt x="1630" y="495"/>
                        </a:lnTo>
                        <a:lnTo>
                          <a:pt x="1629" y="491"/>
                        </a:lnTo>
                        <a:lnTo>
                          <a:pt x="1627" y="491"/>
                        </a:lnTo>
                        <a:lnTo>
                          <a:pt x="1626" y="492"/>
                        </a:lnTo>
                        <a:lnTo>
                          <a:pt x="1626" y="489"/>
                        </a:lnTo>
                        <a:lnTo>
                          <a:pt x="1622" y="489"/>
                        </a:lnTo>
                        <a:lnTo>
                          <a:pt x="1621" y="491"/>
                        </a:lnTo>
                        <a:lnTo>
                          <a:pt x="1619" y="491"/>
                        </a:lnTo>
                        <a:lnTo>
                          <a:pt x="1619" y="493"/>
                        </a:lnTo>
                        <a:lnTo>
                          <a:pt x="1616" y="493"/>
                        </a:lnTo>
                        <a:lnTo>
                          <a:pt x="1616" y="495"/>
                        </a:lnTo>
                        <a:lnTo>
                          <a:pt x="1611" y="495"/>
                        </a:lnTo>
                        <a:lnTo>
                          <a:pt x="1610" y="498"/>
                        </a:lnTo>
                        <a:lnTo>
                          <a:pt x="1608" y="496"/>
                        </a:lnTo>
                        <a:lnTo>
                          <a:pt x="1607" y="498"/>
                        </a:lnTo>
                        <a:lnTo>
                          <a:pt x="1603" y="498"/>
                        </a:lnTo>
                        <a:lnTo>
                          <a:pt x="1600" y="503"/>
                        </a:lnTo>
                        <a:lnTo>
                          <a:pt x="1597" y="503"/>
                        </a:lnTo>
                        <a:lnTo>
                          <a:pt x="1599" y="507"/>
                        </a:lnTo>
                        <a:lnTo>
                          <a:pt x="1596" y="510"/>
                        </a:lnTo>
                        <a:lnTo>
                          <a:pt x="1596" y="511"/>
                        </a:lnTo>
                        <a:lnTo>
                          <a:pt x="1597" y="512"/>
                        </a:lnTo>
                        <a:lnTo>
                          <a:pt x="1599" y="515"/>
                        </a:lnTo>
                        <a:lnTo>
                          <a:pt x="1601" y="519"/>
                        </a:lnTo>
                        <a:lnTo>
                          <a:pt x="1599" y="522"/>
                        </a:lnTo>
                        <a:lnTo>
                          <a:pt x="1597" y="531"/>
                        </a:lnTo>
                        <a:lnTo>
                          <a:pt x="1601" y="536"/>
                        </a:lnTo>
                        <a:lnTo>
                          <a:pt x="1597" y="537"/>
                        </a:lnTo>
                        <a:lnTo>
                          <a:pt x="1599" y="537"/>
                        </a:lnTo>
                        <a:lnTo>
                          <a:pt x="1599" y="541"/>
                        </a:lnTo>
                        <a:lnTo>
                          <a:pt x="1596" y="544"/>
                        </a:lnTo>
                        <a:lnTo>
                          <a:pt x="1596" y="548"/>
                        </a:lnTo>
                        <a:lnTo>
                          <a:pt x="1593" y="550"/>
                        </a:lnTo>
                        <a:lnTo>
                          <a:pt x="1593" y="553"/>
                        </a:lnTo>
                        <a:lnTo>
                          <a:pt x="1592" y="559"/>
                        </a:lnTo>
                        <a:lnTo>
                          <a:pt x="1595" y="563"/>
                        </a:lnTo>
                        <a:lnTo>
                          <a:pt x="1592" y="564"/>
                        </a:lnTo>
                        <a:lnTo>
                          <a:pt x="1596" y="570"/>
                        </a:lnTo>
                        <a:lnTo>
                          <a:pt x="1595" y="570"/>
                        </a:lnTo>
                        <a:lnTo>
                          <a:pt x="1595" y="572"/>
                        </a:lnTo>
                        <a:lnTo>
                          <a:pt x="1596" y="574"/>
                        </a:lnTo>
                        <a:lnTo>
                          <a:pt x="1597" y="572"/>
                        </a:lnTo>
                        <a:lnTo>
                          <a:pt x="1600" y="572"/>
                        </a:lnTo>
                        <a:lnTo>
                          <a:pt x="1600" y="571"/>
                        </a:lnTo>
                        <a:lnTo>
                          <a:pt x="1601" y="571"/>
                        </a:lnTo>
                        <a:lnTo>
                          <a:pt x="1603" y="572"/>
                        </a:lnTo>
                        <a:lnTo>
                          <a:pt x="1606" y="572"/>
                        </a:lnTo>
                        <a:lnTo>
                          <a:pt x="1604" y="571"/>
                        </a:lnTo>
                        <a:lnTo>
                          <a:pt x="1606" y="570"/>
                        </a:lnTo>
                        <a:lnTo>
                          <a:pt x="1607" y="571"/>
                        </a:lnTo>
                        <a:lnTo>
                          <a:pt x="1610" y="572"/>
                        </a:lnTo>
                        <a:lnTo>
                          <a:pt x="1610" y="574"/>
                        </a:lnTo>
                        <a:lnTo>
                          <a:pt x="1610" y="575"/>
                        </a:lnTo>
                        <a:lnTo>
                          <a:pt x="1612" y="578"/>
                        </a:lnTo>
                        <a:lnTo>
                          <a:pt x="1611" y="579"/>
                        </a:lnTo>
                        <a:lnTo>
                          <a:pt x="1610" y="579"/>
                        </a:lnTo>
                        <a:lnTo>
                          <a:pt x="1608" y="580"/>
                        </a:lnTo>
                        <a:lnTo>
                          <a:pt x="1606" y="579"/>
                        </a:lnTo>
                        <a:lnTo>
                          <a:pt x="1603" y="580"/>
                        </a:lnTo>
                        <a:lnTo>
                          <a:pt x="1603" y="582"/>
                        </a:lnTo>
                        <a:lnTo>
                          <a:pt x="1604" y="583"/>
                        </a:lnTo>
                        <a:lnTo>
                          <a:pt x="1601" y="587"/>
                        </a:lnTo>
                        <a:lnTo>
                          <a:pt x="1599" y="586"/>
                        </a:lnTo>
                        <a:lnTo>
                          <a:pt x="1599" y="583"/>
                        </a:lnTo>
                        <a:lnTo>
                          <a:pt x="1597" y="582"/>
                        </a:lnTo>
                        <a:lnTo>
                          <a:pt x="1595" y="583"/>
                        </a:lnTo>
                        <a:lnTo>
                          <a:pt x="1593" y="582"/>
                        </a:lnTo>
                        <a:lnTo>
                          <a:pt x="1592" y="583"/>
                        </a:lnTo>
                        <a:lnTo>
                          <a:pt x="1592" y="584"/>
                        </a:lnTo>
                        <a:lnTo>
                          <a:pt x="1592" y="587"/>
                        </a:lnTo>
                        <a:lnTo>
                          <a:pt x="1591" y="587"/>
                        </a:lnTo>
                        <a:lnTo>
                          <a:pt x="1589" y="589"/>
                        </a:lnTo>
                        <a:lnTo>
                          <a:pt x="1588" y="590"/>
                        </a:lnTo>
                        <a:lnTo>
                          <a:pt x="1589" y="591"/>
                        </a:lnTo>
                        <a:lnTo>
                          <a:pt x="1588" y="594"/>
                        </a:lnTo>
                        <a:lnTo>
                          <a:pt x="1587" y="593"/>
                        </a:lnTo>
                        <a:lnTo>
                          <a:pt x="1582" y="590"/>
                        </a:lnTo>
                        <a:lnTo>
                          <a:pt x="1581" y="590"/>
                        </a:lnTo>
                        <a:lnTo>
                          <a:pt x="1582" y="593"/>
                        </a:lnTo>
                        <a:lnTo>
                          <a:pt x="1580" y="594"/>
                        </a:lnTo>
                        <a:lnTo>
                          <a:pt x="1581" y="595"/>
                        </a:lnTo>
                        <a:lnTo>
                          <a:pt x="1578" y="597"/>
                        </a:lnTo>
                        <a:lnTo>
                          <a:pt x="1574" y="598"/>
                        </a:lnTo>
                        <a:lnTo>
                          <a:pt x="1573" y="599"/>
                        </a:lnTo>
                        <a:lnTo>
                          <a:pt x="1569" y="595"/>
                        </a:lnTo>
                        <a:lnTo>
                          <a:pt x="1568" y="595"/>
                        </a:lnTo>
                        <a:lnTo>
                          <a:pt x="1566" y="594"/>
                        </a:lnTo>
                        <a:lnTo>
                          <a:pt x="1566" y="593"/>
                        </a:lnTo>
                        <a:lnTo>
                          <a:pt x="1569" y="593"/>
                        </a:lnTo>
                        <a:lnTo>
                          <a:pt x="1569" y="590"/>
                        </a:lnTo>
                        <a:lnTo>
                          <a:pt x="1570" y="589"/>
                        </a:lnTo>
                        <a:lnTo>
                          <a:pt x="1574" y="589"/>
                        </a:lnTo>
                        <a:lnTo>
                          <a:pt x="1580" y="584"/>
                        </a:lnTo>
                        <a:lnTo>
                          <a:pt x="1578" y="583"/>
                        </a:lnTo>
                        <a:lnTo>
                          <a:pt x="1576" y="583"/>
                        </a:lnTo>
                        <a:lnTo>
                          <a:pt x="1574" y="584"/>
                        </a:lnTo>
                        <a:lnTo>
                          <a:pt x="1570" y="584"/>
                        </a:lnTo>
                        <a:lnTo>
                          <a:pt x="1570" y="583"/>
                        </a:lnTo>
                        <a:lnTo>
                          <a:pt x="1568" y="580"/>
                        </a:lnTo>
                        <a:lnTo>
                          <a:pt x="1565" y="580"/>
                        </a:lnTo>
                        <a:lnTo>
                          <a:pt x="1561" y="580"/>
                        </a:lnTo>
                        <a:lnTo>
                          <a:pt x="1557" y="580"/>
                        </a:lnTo>
                        <a:lnTo>
                          <a:pt x="1558" y="582"/>
                        </a:lnTo>
                        <a:lnTo>
                          <a:pt x="1555" y="583"/>
                        </a:lnTo>
                        <a:lnTo>
                          <a:pt x="1554" y="582"/>
                        </a:lnTo>
                        <a:lnTo>
                          <a:pt x="1554" y="580"/>
                        </a:lnTo>
                        <a:lnTo>
                          <a:pt x="1550" y="580"/>
                        </a:lnTo>
                        <a:lnTo>
                          <a:pt x="1546" y="579"/>
                        </a:lnTo>
                        <a:lnTo>
                          <a:pt x="1543" y="580"/>
                        </a:lnTo>
                        <a:lnTo>
                          <a:pt x="1540" y="579"/>
                        </a:lnTo>
                        <a:lnTo>
                          <a:pt x="1536" y="578"/>
                        </a:lnTo>
                        <a:lnTo>
                          <a:pt x="1534" y="583"/>
                        </a:lnTo>
                        <a:lnTo>
                          <a:pt x="1531" y="583"/>
                        </a:lnTo>
                        <a:lnTo>
                          <a:pt x="1531" y="584"/>
                        </a:lnTo>
                        <a:lnTo>
                          <a:pt x="1535" y="587"/>
                        </a:lnTo>
                        <a:lnTo>
                          <a:pt x="1531" y="589"/>
                        </a:lnTo>
                        <a:lnTo>
                          <a:pt x="1531" y="587"/>
                        </a:lnTo>
                        <a:lnTo>
                          <a:pt x="1528" y="590"/>
                        </a:lnTo>
                        <a:lnTo>
                          <a:pt x="1532" y="591"/>
                        </a:lnTo>
                        <a:lnTo>
                          <a:pt x="1532" y="591"/>
                        </a:lnTo>
                        <a:lnTo>
                          <a:pt x="1535" y="591"/>
                        </a:lnTo>
                        <a:lnTo>
                          <a:pt x="1535" y="594"/>
                        </a:lnTo>
                        <a:lnTo>
                          <a:pt x="1529" y="597"/>
                        </a:lnTo>
                        <a:lnTo>
                          <a:pt x="1527" y="594"/>
                        </a:lnTo>
                        <a:lnTo>
                          <a:pt x="1523" y="594"/>
                        </a:lnTo>
                        <a:lnTo>
                          <a:pt x="1521" y="595"/>
                        </a:lnTo>
                        <a:lnTo>
                          <a:pt x="1521" y="597"/>
                        </a:lnTo>
                        <a:lnTo>
                          <a:pt x="1520" y="597"/>
                        </a:lnTo>
                        <a:lnTo>
                          <a:pt x="1517" y="598"/>
                        </a:lnTo>
                        <a:lnTo>
                          <a:pt x="1516" y="598"/>
                        </a:lnTo>
                        <a:lnTo>
                          <a:pt x="1516" y="597"/>
                        </a:lnTo>
                        <a:lnTo>
                          <a:pt x="1509" y="597"/>
                        </a:lnTo>
                        <a:lnTo>
                          <a:pt x="1508" y="598"/>
                        </a:lnTo>
                        <a:lnTo>
                          <a:pt x="1502" y="597"/>
                        </a:lnTo>
                        <a:lnTo>
                          <a:pt x="1498" y="598"/>
                        </a:lnTo>
                        <a:lnTo>
                          <a:pt x="1498" y="599"/>
                        </a:lnTo>
                        <a:lnTo>
                          <a:pt x="1502" y="603"/>
                        </a:lnTo>
                        <a:lnTo>
                          <a:pt x="1501" y="605"/>
                        </a:lnTo>
                        <a:lnTo>
                          <a:pt x="1498" y="608"/>
                        </a:lnTo>
                        <a:lnTo>
                          <a:pt x="1497" y="605"/>
                        </a:lnTo>
                        <a:lnTo>
                          <a:pt x="1494" y="605"/>
                        </a:lnTo>
                        <a:lnTo>
                          <a:pt x="1496" y="602"/>
                        </a:lnTo>
                        <a:lnTo>
                          <a:pt x="1493" y="599"/>
                        </a:lnTo>
                        <a:lnTo>
                          <a:pt x="1491" y="602"/>
                        </a:lnTo>
                        <a:lnTo>
                          <a:pt x="1489" y="602"/>
                        </a:lnTo>
                        <a:lnTo>
                          <a:pt x="1487" y="602"/>
                        </a:lnTo>
                        <a:lnTo>
                          <a:pt x="1483" y="605"/>
                        </a:lnTo>
                        <a:lnTo>
                          <a:pt x="1481" y="603"/>
                        </a:lnTo>
                        <a:lnTo>
                          <a:pt x="1476" y="606"/>
                        </a:lnTo>
                        <a:lnTo>
                          <a:pt x="1472" y="608"/>
                        </a:lnTo>
                        <a:lnTo>
                          <a:pt x="1467" y="610"/>
                        </a:lnTo>
                        <a:lnTo>
                          <a:pt x="1464" y="612"/>
                        </a:lnTo>
                        <a:lnTo>
                          <a:pt x="1463" y="609"/>
                        </a:lnTo>
                        <a:lnTo>
                          <a:pt x="1460" y="610"/>
                        </a:lnTo>
                        <a:lnTo>
                          <a:pt x="1460" y="613"/>
                        </a:lnTo>
                        <a:lnTo>
                          <a:pt x="1455" y="616"/>
                        </a:lnTo>
                        <a:lnTo>
                          <a:pt x="1455" y="620"/>
                        </a:lnTo>
                        <a:lnTo>
                          <a:pt x="1452" y="621"/>
                        </a:lnTo>
                        <a:lnTo>
                          <a:pt x="1451" y="625"/>
                        </a:lnTo>
                        <a:lnTo>
                          <a:pt x="1455" y="631"/>
                        </a:lnTo>
                        <a:lnTo>
                          <a:pt x="1453" y="636"/>
                        </a:lnTo>
                        <a:lnTo>
                          <a:pt x="1449" y="642"/>
                        </a:lnTo>
                        <a:lnTo>
                          <a:pt x="1448" y="646"/>
                        </a:lnTo>
                        <a:lnTo>
                          <a:pt x="1448" y="648"/>
                        </a:lnTo>
                        <a:lnTo>
                          <a:pt x="1448" y="655"/>
                        </a:lnTo>
                        <a:lnTo>
                          <a:pt x="1449" y="656"/>
                        </a:lnTo>
                        <a:lnTo>
                          <a:pt x="1449" y="659"/>
                        </a:lnTo>
                        <a:lnTo>
                          <a:pt x="1448" y="659"/>
                        </a:lnTo>
                        <a:lnTo>
                          <a:pt x="1447" y="661"/>
                        </a:lnTo>
                        <a:lnTo>
                          <a:pt x="1447" y="665"/>
                        </a:lnTo>
                        <a:lnTo>
                          <a:pt x="1445" y="665"/>
                        </a:lnTo>
                        <a:lnTo>
                          <a:pt x="1447" y="670"/>
                        </a:lnTo>
                        <a:lnTo>
                          <a:pt x="1444" y="673"/>
                        </a:lnTo>
                        <a:lnTo>
                          <a:pt x="1443" y="675"/>
                        </a:lnTo>
                        <a:lnTo>
                          <a:pt x="1440" y="681"/>
                        </a:lnTo>
                        <a:lnTo>
                          <a:pt x="1440" y="684"/>
                        </a:lnTo>
                        <a:lnTo>
                          <a:pt x="1437" y="685"/>
                        </a:lnTo>
                        <a:lnTo>
                          <a:pt x="1437" y="690"/>
                        </a:lnTo>
                        <a:lnTo>
                          <a:pt x="1436" y="690"/>
                        </a:lnTo>
                        <a:lnTo>
                          <a:pt x="1434" y="697"/>
                        </a:lnTo>
                        <a:lnTo>
                          <a:pt x="1434" y="703"/>
                        </a:lnTo>
                        <a:lnTo>
                          <a:pt x="1433" y="704"/>
                        </a:lnTo>
                        <a:lnTo>
                          <a:pt x="1434" y="707"/>
                        </a:lnTo>
                        <a:lnTo>
                          <a:pt x="1433" y="711"/>
                        </a:lnTo>
                        <a:lnTo>
                          <a:pt x="1432" y="714"/>
                        </a:lnTo>
                        <a:lnTo>
                          <a:pt x="1429" y="718"/>
                        </a:lnTo>
                        <a:lnTo>
                          <a:pt x="1429" y="719"/>
                        </a:lnTo>
                        <a:lnTo>
                          <a:pt x="1428" y="719"/>
                        </a:lnTo>
                        <a:lnTo>
                          <a:pt x="1428" y="723"/>
                        </a:lnTo>
                        <a:lnTo>
                          <a:pt x="1424" y="727"/>
                        </a:lnTo>
                        <a:lnTo>
                          <a:pt x="1424" y="731"/>
                        </a:lnTo>
                        <a:lnTo>
                          <a:pt x="1419" y="735"/>
                        </a:lnTo>
                        <a:lnTo>
                          <a:pt x="1419" y="738"/>
                        </a:lnTo>
                        <a:lnTo>
                          <a:pt x="1417" y="742"/>
                        </a:lnTo>
                        <a:lnTo>
                          <a:pt x="1417" y="745"/>
                        </a:lnTo>
                        <a:lnTo>
                          <a:pt x="1414" y="747"/>
                        </a:lnTo>
                        <a:lnTo>
                          <a:pt x="1417" y="750"/>
                        </a:lnTo>
                        <a:lnTo>
                          <a:pt x="1419" y="752"/>
                        </a:lnTo>
                        <a:lnTo>
                          <a:pt x="1422" y="750"/>
                        </a:lnTo>
                        <a:lnTo>
                          <a:pt x="1424" y="753"/>
                        </a:lnTo>
                        <a:lnTo>
                          <a:pt x="1426" y="753"/>
                        </a:lnTo>
                        <a:lnTo>
                          <a:pt x="1430" y="750"/>
                        </a:lnTo>
                        <a:lnTo>
                          <a:pt x="1433" y="750"/>
                        </a:lnTo>
                        <a:lnTo>
                          <a:pt x="1434" y="747"/>
                        </a:lnTo>
                        <a:lnTo>
                          <a:pt x="1436" y="749"/>
                        </a:lnTo>
                        <a:lnTo>
                          <a:pt x="1440" y="747"/>
                        </a:lnTo>
                        <a:lnTo>
                          <a:pt x="1440" y="754"/>
                        </a:lnTo>
                        <a:lnTo>
                          <a:pt x="1443" y="760"/>
                        </a:lnTo>
                        <a:lnTo>
                          <a:pt x="1444" y="764"/>
                        </a:lnTo>
                        <a:lnTo>
                          <a:pt x="1443" y="767"/>
                        </a:lnTo>
                        <a:lnTo>
                          <a:pt x="1447" y="771"/>
                        </a:lnTo>
                        <a:lnTo>
                          <a:pt x="1449" y="768"/>
                        </a:lnTo>
                        <a:lnTo>
                          <a:pt x="1449" y="768"/>
                        </a:lnTo>
                        <a:lnTo>
                          <a:pt x="1451" y="767"/>
                        </a:lnTo>
                        <a:lnTo>
                          <a:pt x="1452" y="764"/>
                        </a:lnTo>
                        <a:lnTo>
                          <a:pt x="1455" y="764"/>
                        </a:lnTo>
                        <a:lnTo>
                          <a:pt x="1455" y="765"/>
                        </a:lnTo>
                        <a:lnTo>
                          <a:pt x="1457" y="764"/>
                        </a:lnTo>
                        <a:lnTo>
                          <a:pt x="1460" y="764"/>
                        </a:lnTo>
                        <a:lnTo>
                          <a:pt x="1459" y="765"/>
                        </a:lnTo>
                        <a:lnTo>
                          <a:pt x="1457" y="767"/>
                        </a:lnTo>
                        <a:lnTo>
                          <a:pt x="1457" y="771"/>
                        </a:lnTo>
                        <a:lnTo>
                          <a:pt x="1456" y="771"/>
                        </a:lnTo>
                        <a:lnTo>
                          <a:pt x="1455" y="773"/>
                        </a:lnTo>
                        <a:lnTo>
                          <a:pt x="1455" y="775"/>
                        </a:lnTo>
                        <a:lnTo>
                          <a:pt x="1462" y="773"/>
                        </a:lnTo>
                        <a:lnTo>
                          <a:pt x="1464" y="772"/>
                        </a:lnTo>
                        <a:lnTo>
                          <a:pt x="1466" y="768"/>
                        </a:lnTo>
                        <a:lnTo>
                          <a:pt x="1466" y="765"/>
                        </a:lnTo>
                        <a:lnTo>
                          <a:pt x="1467" y="762"/>
                        </a:lnTo>
                        <a:lnTo>
                          <a:pt x="1468" y="767"/>
                        </a:lnTo>
                        <a:lnTo>
                          <a:pt x="1467" y="771"/>
                        </a:lnTo>
                        <a:lnTo>
                          <a:pt x="1468" y="773"/>
                        </a:lnTo>
                        <a:lnTo>
                          <a:pt x="1470" y="772"/>
                        </a:lnTo>
                        <a:lnTo>
                          <a:pt x="1471" y="768"/>
                        </a:lnTo>
                        <a:lnTo>
                          <a:pt x="1470" y="764"/>
                        </a:lnTo>
                        <a:lnTo>
                          <a:pt x="1470" y="761"/>
                        </a:lnTo>
                        <a:lnTo>
                          <a:pt x="1468" y="758"/>
                        </a:lnTo>
                        <a:lnTo>
                          <a:pt x="1467" y="754"/>
                        </a:lnTo>
                        <a:lnTo>
                          <a:pt x="1470" y="754"/>
                        </a:lnTo>
                        <a:lnTo>
                          <a:pt x="1472" y="756"/>
                        </a:lnTo>
                        <a:lnTo>
                          <a:pt x="1472" y="757"/>
                        </a:lnTo>
                        <a:lnTo>
                          <a:pt x="1472" y="758"/>
                        </a:lnTo>
                        <a:lnTo>
                          <a:pt x="1474" y="758"/>
                        </a:lnTo>
                        <a:lnTo>
                          <a:pt x="1475" y="756"/>
                        </a:lnTo>
                        <a:lnTo>
                          <a:pt x="1478" y="756"/>
                        </a:lnTo>
                        <a:lnTo>
                          <a:pt x="1482" y="753"/>
                        </a:lnTo>
                        <a:lnTo>
                          <a:pt x="1485" y="756"/>
                        </a:lnTo>
                        <a:lnTo>
                          <a:pt x="1489" y="756"/>
                        </a:lnTo>
                        <a:lnTo>
                          <a:pt x="1490" y="758"/>
                        </a:lnTo>
                        <a:lnTo>
                          <a:pt x="1491" y="761"/>
                        </a:lnTo>
                        <a:lnTo>
                          <a:pt x="1494" y="762"/>
                        </a:lnTo>
                        <a:lnTo>
                          <a:pt x="1497" y="762"/>
                        </a:lnTo>
                        <a:lnTo>
                          <a:pt x="1498" y="765"/>
                        </a:lnTo>
                        <a:lnTo>
                          <a:pt x="1505" y="768"/>
                        </a:lnTo>
                        <a:lnTo>
                          <a:pt x="1506" y="769"/>
                        </a:lnTo>
                        <a:lnTo>
                          <a:pt x="1508" y="769"/>
                        </a:lnTo>
                        <a:lnTo>
                          <a:pt x="1510" y="772"/>
                        </a:lnTo>
                        <a:lnTo>
                          <a:pt x="1512" y="772"/>
                        </a:lnTo>
                        <a:lnTo>
                          <a:pt x="1515" y="776"/>
                        </a:lnTo>
                        <a:lnTo>
                          <a:pt x="1513" y="779"/>
                        </a:lnTo>
                        <a:lnTo>
                          <a:pt x="1512" y="781"/>
                        </a:lnTo>
                        <a:lnTo>
                          <a:pt x="1510" y="781"/>
                        </a:lnTo>
                        <a:lnTo>
                          <a:pt x="1513" y="786"/>
                        </a:lnTo>
                        <a:lnTo>
                          <a:pt x="1516" y="786"/>
                        </a:lnTo>
                        <a:lnTo>
                          <a:pt x="1519" y="790"/>
                        </a:lnTo>
                        <a:lnTo>
                          <a:pt x="1519" y="792"/>
                        </a:lnTo>
                        <a:lnTo>
                          <a:pt x="1517" y="795"/>
                        </a:lnTo>
                        <a:lnTo>
                          <a:pt x="1517" y="798"/>
                        </a:lnTo>
                        <a:lnTo>
                          <a:pt x="1520" y="800"/>
                        </a:lnTo>
                        <a:lnTo>
                          <a:pt x="1523" y="800"/>
                        </a:lnTo>
                        <a:lnTo>
                          <a:pt x="1524" y="799"/>
                        </a:lnTo>
                        <a:lnTo>
                          <a:pt x="1525" y="802"/>
                        </a:lnTo>
                        <a:lnTo>
                          <a:pt x="1524" y="803"/>
                        </a:lnTo>
                        <a:lnTo>
                          <a:pt x="1524" y="807"/>
                        </a:lnTo>
                        <a:lnTo>
                          <a:pt x="1527" y="809"/>
                        </a:lnTo>
                        <a:lnTo>
                          <a:pt x="1525" y="810"/>
                        </a:lnTo>
                        <a:lnTo>
                          <a:pt x="1524" y="813"/>
                        </a:lnTo>
                        <a:lnTo>
                          <a:pt x="1525" y="814"/>
                        </a:lnTo>
                        <a:lnTo>
                          <a:pt x="1524" y="818"/>
                        </a:lnTo>
                        <a:lnTo>
                          <a:pt x="1525" y="818"/>
                        </a:lnTo>
                        <a:lnTo>
                          <a:pt x="1525" y="821"/>
                        </a:lnTo>
                        <a:lnTo>
                          <a:pt x="1524" y="822"/>
                        </a:lnTo>
                        <a:lnTo>
                          <a:pt x="1527" y="822"/>
                        </a:lnTo>
                        <a:lnTo>
                          <a:pt x="1524" y="825"/>
                        </a:lnTo>
                        <a:lnTo>
                          <a:pt x="1527" y="832"/>
                        </a:lnTo>
                        <a:lnTo>
                          <a:pt x="1525" y="833"/>
                        </a:lnTo>
                        <a:lnTo>
                          <a:pt x="1527" y="839"/>
                        </a:lnTo>
                        <a:lnTo>
                          <a:pt x="1527" y="841"/>
                        </a:lnTo>
                        <a:lnTo>
                          <a:pt x="1527" y="844"/>
                        </a:lnTo>
                        <a:lnTo>
                          <a:pt x="1529" y="852"/>
                        </a:lnTo>
                        <a:lnTo>
                          <a:pt x="1532" y="853"/>
                        </a:lnTo>
                        <a:lnTo>
                          <a:pt x="1535" y="851"/>
                        </a:lnTo>
                        <a:lnTo>
                          <a:pt x="1535" y="852"/>
                        </a:lnTo>
                        <a:lnTo>
                          <a:pt x="1532" y="856"/>
                        </a:lnTo>
                        <a:lnTo>
                          <a:pt x="1531" y="858"/>
                        </a:lnTo>
                        <a:lnTo>
                          <a:pt x="1532" y="860"/>
                        </a:lnTo>
                        <a:lnTo>
                          <a:pt x="1534" y="860"/>
                        </a:lnTo>
                        <a:lnTo>
                          <a:pt x="1538" y="864"/>
                        </a:lnTo>
                        <a:lnTo>
                          <a:pt x="1538" y="870"/>
                        </a:lnTo>
                        <a:lnTo>
                          <a:pt x="1539" y="871"/>
                        </a:lnTo>
                        <a:lnTo>
                          <a:pt x="1538" y="874"/>
                        </a:lnTo>
                        <a:lnTo>
                          <a:pt x="1539" y="881"/>
                        </a:lnTo>
                        <a:lnTo>
                          <a:pt x="1542" y="881"/>
                        </a:lnTo>
                        <a:lnTo>
                          <a:pt x="1542" y="883"/>
                        </a:lnTo>
                        <a:lnTo>
                          <a:pt x="1540" y="885"/>
                        </a:lnTo>
                        <a:lnTo>
                          <a:pt x="1540" y="889"/>
                        </a:lnTo>
                        <a:lnTo>
                          <a:pt x="1542" y="891"/>
                        </a:lnTo>
                        <a:lnTo>
                          <a:pt x="1542" y="896"/>
                        </a:lnTo>
                        <a:lnTo>
                          <a:pt x="1538" y="900"/>
                        </a:lnTo>
                        <a:lnTo>
                          <a:pt x="1538" y="904"/>
                        </a:lnTo>
                        <a:lnTo>
                          <a:pt x="1536" y="908"/>
                        </a:lnTo>
                        <a:lnTo>
                          <a:pt x="1536" y="913"/>
                        </a:lnTo>
                        <a:lnTo>
                          <a:pt x="1538" y="913"/>
                        </a:lnTo>
                        <a:lnTo>
                          <a:pt x="1536" y="917"/>
                        </a:lnTo>
                        <a:lnTo>
                          <a:pt x="1534" y="920"/>
                        </a:lnTo>
                        <a:lnTo>
                          <a:pt x="1535" y="924"/>
                        </a:lnTo>
                        <a:lnTo>
                          <a:pt x="1532" y="928"/>
                        </a:lnTo>
                        <a:lnTo>
                          <a:pt x="1534" y="928"/>
                        </a:lnTo>
                        <a:lnTo>
                          <a:pt x="1534" y="931"/>
                        </a:lnTo>
                        <a:lnTo>
                          <a:pt x="1531" y="934"/>
                        </a:lnTo>
                        <a:lnTo>
                          <a:pt x="1532" y="940"/>
                        </a:lnTo>
                        <a:lnTo>
                          <a:pt x="1529" y="943"/>
                        </a:lnTo>
                        <a:lnTo>
                          <a:pt x="1531" y="947"/>
                        </a:lnTo>
                        <a:lnTo>
                          <a:pt x="1532" y="947"/>
                        </a:lnTo>
                        <a:lnTo>
                          <a:pt x="1532" y="950"/>
                        </a:lnTo>
                        <a:lnTo>
                          <a:pt x="1528" y="954"/>
                        </a:lnTo>
                        <a:lnTo>
                          <a:pt x="1528" y="958"/>
                        </a:lnTo>
                        <a:lnTo>
                          <a:pt x="1525" y="961"/>
                        </a:lnTo>
                        <a:lnTo>
                          <a:pt x="1524" y="964"/>
                        </a:lnTo>
                        <a:lnTo>
                          <a:pt x="1521" y="966"/>
                        </a:lnTo>
                        <a:lnTo>
                          <a:pt x="1519" y="978"/>
                        </a:lnTo>
                        <a:lnTo>
                          <a:pt x="1517" y="980"/>
                        </a:lnTo>
                        <a:lnTo>
                          <a:pt x="1517" y="984"/>
                        </a:lnTo>
                        <a:lnTo>
                          <a:pt x="1519" y="984"/>
                        </a:lnTo>
                        <a:lnTo>
                          <a:pt x="1517" y="985"/>
                        </a:lnTo>
                        <a:lnTo>
                          <a:pt x="1513" y="988"/>
                        </a:lnTo>
                        <a:lnTo>
                          <a:pt x="1513" y="991"/>
                        </a:lnTo>
                        <a:lnTo>
                          <a:pt x="1510" y="992"/>
                        </a:lnTo>
                        <a:lnTo>
                          <a:pt x="1512" y="997"/>
                        </a:lnTo>
                        <a:lnTo>
                          <a:pt x="1509" y="997"/>
                        </a:lnTo>
                        <a:lnTo>
                          <a:pt x="1510" y="1000"/>
                        </a:lnTo>
                        <a:lnTo>
                          <a:pt x="1508" y="1004"/>
                        </a:lnTo>
                        <a:lnTo>
                          <a:pt x="1508" y="1004"/>
                        </a:lnTo>
                        <a:lnTo>
                          <a:pt x="1505" y="1003"/>
                        </a:lnTo>
                        <a:lnTo>
                          <a:pt x="1506" y="1007"/>
                        </a:lnTo>
                        <a:lnTo>
                          <a:pt x="1506" y="1010"/>
                        </a:lnTo>
                        <a:lnTo>
                          <a:pt x="1504" y="1011"/>
                        </a:lnTo>
                        <a:lnTo>
                          <a:pt x="1504" y="1012"/>
                        </a:lnTo>
                        <a:lnTo>
                          <a:pt x="1500" y="1019"/>
                        </a:lnTo>
                        <a:lnTo>
                          <a:pt x="1497" y="1022"/>
                        </a:lnTo>
                        <a:lnTo>
                          <a:pt x="1496" y="1022"/>
                        </a:lnTo>
                        <a:lnTo>
                          <a:pt x="1494" y="1025"/>
                        </a:lnTo>
                        <a:lnTo>
                          <a:pt x="1490" y="1025"/>
                        </a:lnTo>
                        <a:lnTo>
                          <a:pt x="1487" y="1029"/>
                        </a:lnTo>
                        <a:lnTo>
                          <a:pt x="1486" y="1026"/>
                        </a:lnTo>
                        <a:lnTo>
                          <a:pt x="1485" y="1029"/>
                        </a:lnTo>
                        <a:lnTo>
                          <a:pt x="1479" y="1025"/>
                        </a:lnTo>
                        <a:lnTo>
                          <a:pt x="1475" y="1025"/>
                        </a:lnTo>
                        <a:lnTo>
                          <a:pt x="1475" y="1019"/>
                        </a:lnTo>
                        <a:lnTo>
                          <a:pt x="1474" y="1018"/>
                        </a:lnTo>
                        <a:lnTo>
                          <a:pt x="1470" y="1019"/>
                        </a:lnTo>
                        <a:lnTo>
                          <a:pt x="1467" y="1018"/>
                        </a:lnTo>
                        <a:lnTo>
                          <a:pt x="1466" y="1019"/>
                        </a:lnTo>
                        <a:lnTo>
                          <a:pt x="1466" y="1022"/>
                        </a:lnTo>
                        <a:lnTo>
                          <a:pt x="1463" y="1023"/>
                        </a:lnTo>
                        <a:lnTo>
                          <a:pt x="1463" y="1029"/>
                        </a:lnTo>
                        <a:lnTo>
                          <a:pt x="1462" y="1030"/>
                        </a:lnTo>
                        <a:lnTo>
                          <a:pt x="1460" y="1034"/>
                        </a:lnTo>
                        <a:lnTo>
                          <a:pt x="1459" y="1033"/>
                        </a:lnTo>
                        <a:lnTo>
                          <a:pt x="1455" y="1034"/>
                        </a:lnTo>
                        <a:lnTo>
                          <a:pt x="1455" y="1038"/>
                        </a:lnTo>
                        <a:lnTo>
                          <a:pt x="1453" y="1038"/>
                        </a:lnTo>
                        <a:lnTo>
                          <a:pt x="1453" y="1038"/>
                        </a:lnTo>
                        <a:close/>
                        <a:moveTo>
                          <a:pt x="471" y="1048"/>
                        </a:moveTo>
                        <a:lnTo>
                          <a:pt x="468" y="1045"/>
                        </a:lnTo>
                        <a:lnTo>
                          <a:pt x="451" y="1049"/>
                        </a:lnTo>
                        <a:lnTo>
                          <a:pt x="471" y="1048"/>
                        </a:lnTo>
                        <a:lnTo>
                          <a:pt x="471" y="1048"/>
                        </a:lnTo>
                        <a:close/>
                        <a:moveTo>
                          <a:pt x="1663" y="988"/>
                        </a:moveTo>
                        <a:lnTo>
                          <a:pt x="1664" y="988"/>
                        </a:lnTo>
                        <a:lnTo>
                          <a:pt x="1667" y="987"/>
                        </a:lnTo>
                        <a:lnTo>
                          <a:pt x="1667" y="984"/>
                        </a:lnTo>
                        <a:lnTo>
                          <a:pt x="1665" y="985"/>
                        </a:lnTo>
                        <a:lnTo>
                          <a:pt x="1663" y="988"/>
                        </a:lnTo>
                        <a:lnTo>
                          <a:pt x="1663" y="988"/>
                        </a:lnTo>
                        <a:close/>
                        <a:moveTo>
                          <a:pt x="93" y="146"/>
                        </a:moveTo>
                        <a:lnTo>
                          <a:pt x="92" y="143"/>
                        </a:lnTo>
                        <a:lnTo>
                          <a:pt x="91" y="139"/>
                        </a:lnTo>
                        <a:lnTo>
                          <a:pt x="89" y="136"/>
                        </a:lnTo>
                        <a:lnTo>
                          <a:pt x="88" y="136"/>
                        </a:lnTo>
                        <a:lnTo>
                          <a:pt x="87" y="133"/>
                        </a:lnTo>
                        <a:lnTo>
                          <a:pt x="89" y="131"/>
                        </a:lnTo>
                        <a:lnTo>
                          <a:pt x="92" y="128"/>
                        </a:lnTo>
                        <a:lnTo>
                          <a:pt x="96" y="127"/>
                        </a:lnTo>
                        <a:lnTo>
                          <a:pt x="98" y="125"/>
                        </a:lnTo>
                        <a:lnTo>
                          <a:pt x="99" y="127"/>
                        </a:lnTo>
                        <a:lnTo>
                          <a:pt x="102" y="129"/>
                        </a:lnTo>
                        <a:lnTo>
                          <a:pt x="104" y="131"/>
                        </a:lnTo>
                        <a:lnTo>
                          <a:pt x="107" y="131"/>
                        </a:lnTo>
                        <a:lnTo>
                          <a:pt x="108" y="129"/>
                        </a:lnTo>
                        <a:lnTo>
                          <a:pt x="110" y="128"/>
                        </a:lnTo>
                        <a:lnTo>
                          <a:pt x="107" y="127"/>
                        </a:lnTo>
                        <a:lnTo>
                          <a:pt x="104" y="125"/>
                        </a:lnTo>
                        <a:lnTo>
                          <a:pt x="98" y="121"/>
                        </a:lnTo>
                        <a:lnTo>
                          <a:pt x="91" y="120"/>
                        </a:lnTo>
                        <a:lnTo>
                          <a:pt x="87" y="121"/>
                        </a:lnTo>
                        <a:lnTo>
                          <a:pt x="81" y="125"/>
                        </a:lnTo>
                        <a:lnTo>
                          <a:pt x="80" y="129"/>
                        </a:lnTo>
                        <a:lnTo>
                          <a:pt x="76" y="131"/>
                        </a:lnTo>
                        <a:lnTo>
                          <a:pt x="73" y="133"/>
                        </a:lnTo>
                        <a:lnTo>
                          <a:pt x="73" y="140"/>
                        </a:lnTo>
                        <a:lnTo>
                          <a:pt x="76" y="142"/>
                        </a:lnTo>
                        <a:lnTo>
                          <a:pt x="79" y="140"/>
                        </a:lnTo>
                        <a:lnTo>
                          <a:pt x="81" y="142"/>
                        </a:lnTo>
                        <a:lnTo>
                          <a:pt x="83" y="144"/>
                        </a:lnTo>
                        <a:lnTo>
                          <a:pt x="84" y="144"/>
                        </a:lnTo>
                        <a:lnTo>
                          <a:pt x="85" y="143"/>
                        </a:lnTo>
                        <a:lnTo>
                          <a:pt x="85" y="142"/>
                        </a:lnTo>
                        <a:lnTo>
                          <a:pt x="87" y="140"/>
                        </a:lnTo>
                        <a:lnTo>
                          <a:pt x="89" y="142"/>
                        </a:lnTo>
                        <a:lnTo>
                          <a:pt x="91" y="146"/>
                        </a:lnTo>
                        <a:lnTo>
                          <a:pt x="92" y="147"/>
                        </a:lnTo>
                        <a:lnTo>
                          <a:pt x="93" y="146"/>
                        </a:lnTo>
                        <a:lnTo>
                          <a:pt x="93" y="146"/>
                        </a:lnTo>
                        <a:close/>
                        <a:moveTo>
                          <a:pt x="115" y="104"/>
                        </a:moveTo>
                        <a:lnTo>
                          <a:pt x="117" y="101"/>
                        </a:lnTo>
                        <a:lnTo>
                          <a:pt x="118" y="98"/>
                        </a:lnTo>
                        <a:lnTo>
                          <a:pt x="119" y="98"/>
                        </a:lnTo>
                        <a:lnTo>
                          <a:pt x="119" y="101"/>
                        </a:lnTo>
                        <a:lnTo>
                          <a:pt x="121" y="102"/>
                        </a:lnTo>
                        <a:lnTo>
                          <a:pt x="121" y="105"/>
                        </a:lnTo>
                        <a:lnTo>
                          <a:pt x="117" y="105"/>
                        </a:lnTo>
                        <a:lnTo>
                          <a:pt x="117" y="105"/>
                        </a:lnTo>
                        <a:lnTo>
                          <a:pt x="115" y="104"/>
                        </a:lnTo>
                        <a:lnTo>
                          <a:pt x="115" y="104"/>
                        </a:lnTo>
                        <a:close/>
                        <a:moveTo>
                          <a:pt x="110" y="161"/>
                        </a:moveTo>
                        <a:lnTo>
                          <a:pt x="111" y="161"/>
                        </a:lnTo>
                        <a:lnTo>
                          <a:pt x="112" y="159"/>
                        </a:lnTo>
                        <a:lnTo>
                          <a:pt x="114" y="157"/>
                        </a:lnTo>
                        <a:lnTo>
                          <a:pt x="114" y="155"/>
                        </a:lnTo>
                        <a:lnTo>
                          <a:pt x="114" y="154"/>
                        </a:lnTo>
                        <a:lnTo>
                          <a:pt x="115" y="155"/>
                        </a:lnTo>
                        <a:lnTo>
                          <a:pt x="118" y="154"/>
                        </a:lnTo>
                        <a:lnTo>
                          <a:pt x="118" y="150"/>
                        </a:lnTo>
                        <a:lnTo>
                          <a:pt x="118" y="146"/>
                        </a:lnTo>
                        <a:lnTo>
                          <a:pt x="115" y="144"/>
                        </a:lnTo>
                        <a:lnTo>
                          <a:pt x="115" y="143"/>
                        </a:lnTo>
                        <a:lnTo>
                          <a:pt x="118" y="142"/>
                        </a:lnTo>
                        <a:lnTo>
                          <a:pt x="121" y="142"/>
                        </a:lnTo>
                        <a:lnTo>
                          <a:pt x="125" y="140"/>
                        </a:lnTo>
                        <a:lnTo>
                          <a:pt x="126" y="140"/>
                        </a:lnTo>
                        <a:lnTo>
                          <a:pt x="126" y="139"/>
                        </a:lnTo>
                        <a:lnTo>
                          <a:pt x="125" y="137"/>
                        </a:lnTo>
                        <a:lnTo>
                          <a:pt x="123" y="136"/>
                        </a:lnTo>
                        <a:lnTo>
                          <a:pt x="122" y="136"/>
                        </a:lnTo>
                        <a:lnTo>
                          <a:pt x="122" y="135"/>
                        </a:lnTo>
                        <a:lnTo>
                          <a:pt x="122" y="132"/>
                        </a:lnTo>
                        <a:lnTo>
                          <a:pt x="123" y="131"/>
                        </a:lnTo>
                        <a:lnTo>
                          <a:pt x="125" y="131"/>
                        </a:lnTo>
                        <a:lnTo>
                          <a:pt x="125" y="132"/>
                        </a:lnTo>
                        <a:lnTo>
                          <a:pt x="126" y="132"/>
                        </a:lnTo>
                        <a:lnTo>
                          <a:pt x="127" y="132"/>
                        </a:lnTo>
                        <a:lnTo>
                          <a:pt x="130" y="129"/>
                        </a:lnTo>
                        <a:lnTo>
                          <a:pt x="133" y="128"/>
                        </a:lnTo>
                        <a:lnTo>
                          <a:pt x="133" y="127"/>
                        </a:lnTo>
                        <a:lnTo>
                          <a:pt x="131" y="124"/>
                        </a:lnTo>
                        <a:lnTo>
                          <a:pt x="131" y="123"/>
                        </a:lnTo>
                        <a:lnTo>
                          <a:pt x="129" y="121"/>
                        </a:lnTo>
                        <a:lnTo>
                          <a:pt x="127" y="118"/>
                        </a:lnTo>
                        <a:lnTo>
                          <a:pt x="126" y="118"/>
                        </a:lnTo>
                        <a:lnTo>
                          <a:pt x="123" y="120"/>
                        </a:lnTo>
                        <a:lnTo>
                          <a:pt x="122" y="123"/>
                        </a:lnTo>
                        <a:lnTo>
                          <a:pt x="121" y="124"/>
                        </a:lnTo>
                        <a:lnTo>
                          <a:pt x="119" y="123"/>
                        </a:lnTo>
                        <a:lnTo>
                          <a:pt x="121" y="120"/>
                        </a:lnTo>
                        <a:lnTo>
                          <a:pt x="122" y="117"/>
                        </a:lnTo>
                        <a:lnTo>
                          <a:pt x="123" y="114"/>
                        </a:lnTo>
                        <a:lnTo>
                          <a:pt x="125" y="110"/>
                        </a:lnTo>
                        <a:lnTo>
                          <a:pt x="123" y="109"/>
                        </a:lnTo>
                        <a:lnTo>
                          <a:pt x="121" y="113"/>
                        </a:lnTo>
                        <a:lnTo>
                          <a:pt x="119" y="117"/>
                        </a:lnTo>
                        <a:lnTo>
                          <a:pt x="118" y="117"/>
                        </a:lnTo>
                        <a:lnTo>
                          <a:pt x="118" y="116"/>
                        </a:lnTo>
                        <a:lnTo>
                          <a:pt x="118" y="113"/>
                        </a:lnTo>
                        <a:lnTo>
                          <a:pt x="118" y="112"/>
                        </a:lnTo>
                        <a:lnTo>
                          <a:pt x="117" y="113"/>
                        </a:lnTo>
                        <a:lnTo>
                          <a:pt x="115" y="116"/>
                        </a:lnTo>
                        <a:lnTo>
                          <a:pt x="112" y="117"/>
                        </a:lnTo>
                        <a:lnTo>
                          <a:pt x="112" y="120"/>
                        </a:lnTo>
                        <a:lnTo>
                          <a:pt x="114" y="121"/>
                        </a:lnTo>
                        <a:lnTo>
                          <a:pt x="117" y="120"/>
                        </a:lnTo>
                        <a:lnTo>
                          <a:pt x="118" y="121"/>
                        </a:lnTo>
                        <a:lnTo>
                          <a:pt x="118" y="123"/>
                        </a:lnTo>
                        <a:lnTo>
                          <a:pt x="115" y="124"/>
                        </a:lnTo>
                        <a:lnTo>
                          <a:pt x="112" y="125"/>
                        </a:lnTo>
                        <a:lnTo>
                          <a:pt x="114" y="128"/>
                        </a:lnTo>
                        <a:lnTo>
                          <a:pt x="112" y="131"/>
                        </a:lnTo>
                        <a:lnTo>
                          <a:pt x="111" y="131"/>
                        </a:lnTo>
                        <a:lnTo>
                          <a:pt x="108" y="133"/>
                        </a:lnTo>
                        <a:lnTo>
                          <a:pt x="106" y="135"/>
                        </a:lnTo>
                        <a:lnTo>
                          <a:pt x="103" y="133"/>
                        </a:lnTo>
                        <a:lnTo>
                          <a:pt x="102" y="135"/>
                        </a:lnTo>
                        <a:lnTo>
                          <a:pt x="98" y="133"/>
                        </a:lnTo>
                        <a:lnTo>
                          <a:pt x="96" y="131"/>
                        </a:lnTo>
                        <a:lnTo>
                          <a:pt x="95" y="132"/>
                        </a:lnTo>
                        <a:lnTo>
                          <a:pt x="95" y="135"/>
                        </a:lnTo>
                        <a:lnTo>
                          <a:pt x="95" y="136"/>
                        </a:lnTo>
                        <a:lnTo>
                          <a:pt x="95" y="139"/>
                        </a:lnTo>
                        <a:lnTo>
                          <a:pt x="98" y="139"/>
                        </a:lnTo>
                        <a:lnTo>
                          <a:pt x="99" y="137"/>
                        </a:lnTo>
                        <a:lnTo>
                          <a:pt x="102" y="139"/>
                        </a:lnTo>
                        <a:lnTo>
                          <a:pt x="102" y="142"/>
                        </a:lnTo>
                        <a:lnTo>
                          <a:pt x="104" y="142"/>
                        </a:lnTo>
                        <a:lnTo>
                          <a:pt x="106" y="143"/>
                        </a:lnTo>
                        <a:lnTo>
                          <a:pt x="103" y="144"/>
                        </a:lnTo>
                        <a:lnTo>
                          <a:pt x="100" y="144"/>
                        </a:lnTo>
                        <a:lnTo>
                          <a:pt x="98" y="146"/>
                        </a:lnTo>
                        <a:lnTo>
                          <a:pt x="99" y="152"/>
                        </a:lnTo>
                        <a:lnTo>
                          <a:pt x="100" y="155"/>
                        </a:lnTo>
                        <a:lnTo>
                          <a:pt x="99" y="157"/>
                        </a:lnTo>
                        <a:lnTo>
                          <a:pt x="100" y="158"/>
                        </a:lnTo>
                        <a:lnTo>
                          <a:pt x="102" y="158"/>
                        </a:lnTo>
                        <a:lnTo>
                          <a:pt x="104" y="158"/>
                        </a:lnTo>
                        <a:lnTo>
                          <a:pt x="106" y="155"/>
                        </a:lnTo>
                        <a:lnTo>
                          <a:pt x="106" y="152"/>
                        </a:lnTo>
                        <a:lnTo>
                          <a:pt x="107" y="152"/>
                        </a:lnTo>
                        <a:lnTo>
                          <a:pt x="110" y="155"/>
                        </a:lnTo>
                        <a:lnTo>
                          <a:pt x="110" y="161"/>
                        </a:lnTo>
                        <a:lnTo>
                          <a:pt x="110" y="161"/>
                        </a:lnTo>
                        <a:close/>
                        <a:moveTo>
                          <a:pt x="129" y="155"/>
                        </a:moveTo>
                        <a:lnTo>
                          <a:pt x="129" y="152"/>
                        </a:lnTo>
                        <a:lnTo>
                          <a:pt x="130" y="151"/>
                        </a:lnTo>
                        <a:lnTo>
                          <a:pt x="130" y="148"/>
                        </a:lnTo>
                        <a:lnTo>
                          <a:pt x="127" y="147"/>
                        </a:lnTo>
                        <a:lnTo>
                          <a:pt x="125" y="146"/>
                        </a:lnTo>
                        <a:lnTo>
                          <a:pt x="123" y="148"/>
                        </a:lnTo>
                        <a:lnTo>
                          <a:pt x="123" y="151"/>
                        </a:lnTo>
                        <a:lnTo>
                          <a:pt x="125" y="152"/>
                        </a:lnTo>
                        <a:lnTo>
                          <a:pt x="129" y="155"/>
                        </a:lnTo>
                        <a:lnTo>
                          <a:pt x="129" y="155"/>
                        </a:lnTo>
                        <a:close/>
                        <a:moveTo>
                          <a:pt x="133" y="163"/>
                        </a:moveTo>
                        <a:lnTo>
                          <a:pt x="133" y="163"/>
                        </a:lnTo>
                        <a:lnTo>
                          <a:pt x="134" y="162"/>
                        </a:lnTo>
                        <a:lnTo>
                          <a:pt x="137" y="161"/>
                        </a:lnTo>
                        <a:lnTo>
                          <a:pt x="141" y="161"/>
                        </a:lnTo>
                        <a:lnTo>
                          <a:pt x="142" y="159"/>
                        </a:lnTo>
                        <a:lnTo>
                          <a:pt x="141" y="158"/>
                        </a:lnTo>
                        <a:lnTo>
                          <a:pt x="138" y="157"/>
                        </a:lnTo>
                        <a:lnTo>
                          <a:pt x="138" y="154"/>
                        </a:lnTo>
                        <a:lnTo>
                          <a:pt x="136" y="150"/>
                        </a:lnTo>
                        <a:lnTo>
                          <a:pt x="134" y="151"/>
                        </a:lnTo>
                        <a:lnTo>
                          <a:pt x="134" y="155"/>
                        </a:lnTo>
                        <a:lnTo>
                          <a:pt x="133" y="158"/>
                        </a:lnTo>
                        <a:lnTo>
                          <a:pt x="130" y="158"/>
                        </a:lnTo>
                        <a:lnTo>
                          <a:pt x="129" y="158"/>
                        </a:lnTo>
                        <a:lnTo>
                          <a:pt x="131" y="161"/>
                        </a:lnTo>
                        <a:lnTo>
                          <a:pt x="133" y="163"/>
                        </a:lnTo>
                        <a:lnTo>
                          <a:pt x="133" y="163"/>
                        </a:lnTo>
                        <a:close/>
                        <a:moveTo>
                          <a:pt x="170" y="61"/>
                        </a:moveTo>
                        <a:lnTo>
                          <a:pt x="172" y="60"/>
                        </a:lnTo>
                        <a:lnTo>
                          <a:pt x="175" y="60"/>
                        </a:lnTo>
                        <a:lnTo>
                          <a:pt x="175" y="59"/>
                        </a:lnTo>
                        <a:lnTo>
                          <a:pt x="176" y="57"/>
                        </a:lnTo>
                        <a:lnTo>
                          <a:pt x="175" y="56"/>
                        </a:lnTo>
                        <a:lnTo>
                          <a:pt x="175" y="53"/>
                        </a:lnTo>
                        <a:lnTo>
                          <a:pt x="174" y="52"/>
                        </a:lnTo>
                        <a:lnTo>
                          <a:pt x="171" y="53"/>
                        </a:lnTo>
                        <a:lnTo>
                          <a:pt x="168" y="55"/>
                        </a:lnTo>
                        <a:lnTo>
                          <a:pt x="165" y="56"/>
                        </a:lnTo>
                        <a:lnTo>
                          <a:pt x="165" y="56"/>
                        </a:lnTo>
                        <a:lnTo>
                          <a:pt x="167" y="57"/>
                        </a:lnTo>
                        <a:lnTo>
                          <a:pt x="168" y="60"/>
                        </a:lnTo>
                        <a:lnTo>
                          <a:pt x="168" y="60"/>
                        </a:lnTo>
                        <a:lnTo>
                          <a:pt x="170" y="61"/>
                        </a:lnTo>
                        <a:lnTo>
                          <a:pt x="170" y="61"/>
                        </a:lnTo>
                        <a:close/>
                        <a:moveTo>
                          <a:pt x="172" y="67"/>
                        </a:moveTo>
                        <a:lnTo>
                          <a:pt x="172" y="65"/>
                        </a:lnTo>
                        <a:lnTo>
                          <a:pt x="172" y="64"/>
                        </a:lnTo>
                        <a:lnTo>
                          <a:pt x="174" y="65"/>
                        </a:lnTo>
                        <a:lnTo>
                          <a:pt x="172" y="67"/>
                        </a:lnTo>
                        <a:lnTo>
                          <a:pt x="172" y="67"/>
                        </a:lnTo>
                        <a:close/>
                        <a:moveTo>
                          <a:pt x="172" y="76"/>
                        </a:moveTo>
                        <a:lnTo>
                          <a:pt x="174" y="74"/>
                        </a:lnTo>
                        <a:lnTo>
                          <a:pt x="175" y="72"/>
                        </a:lnTo>
                        <a:lnTo>
                          <a:pt x="176" y="71"/>
                        </a:lnTo>
                        <a:lnTo>
                          <a:pt x="175" y="70"/>
                        </a:lnTo>
                        <a:lnTo>
                          <a:pt x="174" y="71"/>
                        </a:lnTo>
                        <a:lnTo>
                          <a:pt x="171" y="71"/>
                        </a:lnTo>
                        <a:lnTo>
                          <a:pt x="170" y="70"/>
                        </a:lnTo>
                        <a:lnTo>
                          <a:pt x="167" y="70"/>
                        </a:lnTo>
                        <a:lnTo>
                          <a:pt x="165" y="71"/>
                        </a:lnTo>
                        <a:lnTo>
                          <a:pt x="163" y="72"/>
                        </a:lnTo>
                        <a:lnTo>
                          <a:pt x="161" y="75"/>
                        </a:lnTo>
                        <a:lnTo>
                          <a:pt x="163" y="76"/>
                        </a:lnTo>
                        <a:lnTo>
                          <a:pt x="165" y="78"/>
                        </a:lnTo>
                        <a:lnTo>
                          <a:pt x="168" y="75"/>
                        </a:lnTo>
                        <a:lnTo>
                          <a:pt x="170" y="78"/>
                        </a:lnTo>
                        <a:lnTo>
                          <a:pt x="171" y="78"/>
                        </a:lnTo>
                        <a:lnTo>
                          <a:pt x="172" y="76"/>
                        </a:lnTo>
                        <a:lnTo>
                          <a:pt x="172" y="76"/>
                        </a:lnTo>
                        <a:close/>
                        <a:moveTo>
                          <a:pt x="179" y="76"/>
                        </a:moveTo>
                        <a:lnTo>
                          <a:pt x="179" y="74"/>
                        </a:lnTo>
                        <a:lnTo>
                          <a:pt x="180" y="71"/>
                        </a:lnTo>
                        <a:lnTo>
                          <a:pt x="182" y="71"/>
                        </a:lnTo>
                        <a:lnTo>
                          <a:pt x="183" y="72"/>
                        </a:lnTo>
                        <a:lnTo>
                          <a:pt x="184" y="74"/>
                        </a:lnTo>
                        <a:lnTo>
                          <a:pt x="183" y="76"/>
                        </a:lnTo>
                        <a:lnTo>
                          <a:pt x="182" y="78"/>
                        </a:lnTo>
                        <a:lnTo>
                          <a:pt x="179" y="76"/>
                        </a:lnTo>
                        <a:lnTo>
                          <a:pt x="179" y="76"/>
                        </a:lnTo>
                        <a:close/>
                        <a:moveTo>
                          <a:pt x="168" y="91"/>
                        </a:moveTo>
                        <a:lnTo>
                          <a:pt x="171" y="87"/>
                        </a:lnTo>
                        <a:lnTo>
                          <a:pt x="172" y="83"/>
                        </a:lnTo>
                        <a:lnTo>
                          <a:pt x="175" y="82"/>
                        </a:lnTo>
                        <a:lnTo>
                          <a:pt x="175" y="80"/>
                        </a:lnTo>
                        <a:lnTo>
                          <a:pt x="172" y="79"/>
                        </a:lnTo>
                        <a:lnTo>
                          <a:pt x="170" y="80"/>
                        </a:lnTo>
                        <a:lnTo>
                          <a:pt x="167" y="79"/>
                        </a:lnTo>
                        <a:lnTo>
                          <a:pt x="163" y="79"/>
                        </a:lnTo>
                        <a:lnTo>
                          <a:pt x="163" y="82"/>
                        </a:lnTo>
                        <a:lnTo>
                          <a:pt x="161" y="84"/>
                        </a:lnTo>
                        <a:lnTo>
                          <a:pt x="163" y="84"/>
                        </a:lnTo>
                        <a:lnTo>
                          <a:pt x="164" y="84"/>
                        </a:lnTo>
                        <a:lnTo>
                          <a:pt x="165" y="87"/>
                        </a:lnTo>
                        <a:lnTo>
                          <a:pt x="165" y="89"/>
                        </a:lnTo>
                        <a:lnTo>
                          <a:pt x="163" y="89"/>
                        </a:lnTo>
                        <a:lnTo>
                          <a:pt x="157" y="91"/>
                        </a:lnTo>
                        <a:lnTo>
                          <a:pt x="157" y="93"/>
                        </a:lnTo>
                        <a:lnTo>
                          <a:pt x="159" y="94"/>
                        </a:lnTo>
                        <a:lnTo>
                          <a:pt x="161" y="95"/>
                        </a:lnTo>
                        <a:lnTo>
                          <a:pt x="164" y="93"/>
                        </a:lnTo>
                        <a:lnTo>
                          <a:pt x="164" y="93"/>
                        </a:lnTo>
                        <a:lnTo>
                          <a:pt x="168" y="91"/>
                        </a:lnTo>
                        <a:lnTo>
                          <a:pt x="168" y="91"/>
                        </a:lnTo>
                        <a:close/>
                        <a:moveTo>
                          <a:pt x="176" y="91"/>
                        </a:moveTo>
                        <a:lnTo>
                          <a:pt x="174" y="91"/>
                        </a:lnTo>
                        <a:lnTo>
                          <a:pt x="172" y="93"/>
                        </a:lnTo>
                        <a:lnTo>
                          <a:pt x="170" y="91"/>
                        </a:lnTo>
                        <a:lnTo>
                          <a:pt x="171" y="89"/>
                        </a:lnTo>
                        <a:lnTo>
                          <a:pt x="174" y="87"/>
                        </a:lnTo>
                        <a:lnTo>
                          <a:pt x="175" y="86"/>
                        </a:lnTo>
                        <a:lnTo>
                          <a:pt x="178" y="87"/>
                        </a:lnTo>
                        <a:lnTo>
                          <a:pt x="176" y="89"/>
                        </a:lnTo>
                        <a:lnTo>
                          <a:pt x="176" y="91"/>
                        </a:lnTo>
                        <a:lnTo>
                          <a:pt x="176" y="91"/>
                        </a:lnTo>
                        <a:close/>
                        <a:moveTo>
                          <a:pt x="184" y="97"/>
                        </a:moveTo>
                        <a:lnTo>
                          <a:pt x="180" y="94"/>
                        </a:lnTo>
                        <a:lnTo>
                          <a:pt x="179" y="91"/>
                        </a:lnTo>
                        <a:lnTo>
                          <a:pt x="180" y="90"/>
                        </a:lnTo>
                        <a:lnTo>
                          <a:pt x="182" y="90"/>
                        </a:lnTo>
                        <a:lnTo>
                          <a:pt x="182" y="93"/>
                        </a:lnTo>
                        <a:lnTo>
                          <a:pt x="186" y="91"/>
                        </a:lnTo>
                        <a:lnTo>
                          <a:pt x="187" y="94"/>
                        </a:lnTo>
                        <a:lnTo>
                          <a:pt x="187" y="97"/>
                        </a:lnTo>
                        <a:lnTo>
                          <a:pt x="184" y="97"/>
                        </a:lnTo>
                        <a:lnTo>
                          <a:pt x="184" y="97"/>
                        </a:lnTo>
                        <a:close/>
                        <a:moveTo>
                          <a:pt x="180" y="105"/>
                        </a:moveTo>
                        <a:lnTo>
                          <a:pt x="178" y="102"/>
                        </a:lnTo>
                        <a:lnTo>
                          <a:pt x="172" y="98"/>
                        </a:lnTo>
                        <a:lnTo>
                          <a:pt x="168" y="97"/>
                        </a:lnTo>
                        <a:lnTo>
                          <a:pt x="165" y="97"/>
                        </a:lnTo>
                        <a:lnTo>
                          <a:pt x="164" y="95"/>
                        </a:lnTo>
                        <a:lnTo>
                          <a:pt x="164" y="94"/>
                        </a:lnTo>
                        <a:lnTo>
                          <a:pt x="167" y="94"/>
                        </a:lnTo>
                        <a:lnTo>
                          <a:pt x="171" y="94"/>
                        </a:lnTo>
                        <a:lnTo>
                          <a:pt x="175" y="95"/>
                        </a:lnTo>
                        <a:lnTo>
                          <a:pt x="180" y="99"/>
                        </a:lnTo>
                        <a:lnTo>
                          <a:pt x="182" y="99"/>
                        </a:lnTo>
                        <a:lnTo>
                          <a:pt x="183" y="98"/>
                        </a:lnTo>
                        <a:lnTo>
                          <a:pt x="184" y="99"/>
                        </a:lnTo>
                        <a:lnTo>
                          <a:pt x="183" y="101"/>
                        </a:lnTo>
                        <a:lnTo>
                          <a:pt x="182" y="105"/>
                        </a:lnTo>
                        <a:lnTo>
                          <a:pt x="180" y="105"/>
                        </a:lnTo>
                        <a:lnTo>
                          <a:pt x="180" y="105"/>
                        </a:lnTo>
                        <a:close/>
                        <a:moveTo>
                          <a:pt x="182" y="113"/>
                        </a:moveTo>
                        <a:lnTo>
                          <a:pt x="183" y="109"/>
                        </a:lnTo>
                        <a:lnTo>
                          <a:pt x="180" y="106"/>
                        </a:lnTo>
                        <a:lnTo>
                          <a:pt x="179" y="106"/>
                        </a:lnTo>
                        <a:lnTo>
                          <a:pt x="174" y="105"/>
                        </a:lnTo>
                        <a:lnTo>
                          <a:pt x="170" y="102"/>
                        </a:lnTo>
                        <a:lnTo>
                          <a:pt x="168" y="101"/>
                        </a:lnTo>
                        <a:lnTo>
                          <a:pt x="167" y="99"/>
                        </a:lnTo>
                        <a:lnTo>
                          <a:pt x="163" y="101"/>
                        </a:lnTo>
                        <a:lnTo>
                          <a:pt x="160" y="99"/>
                        </a:lnTo>
                        <a:lnTo>
                          <a:pt x="155" y="99"/>
                        </a:lnTo>
                        <a:lnTo>
                          <a:pt x="151" y="99"/>
                        </a:lnTo>
                        <a:lnTo>
                          <a:pt x="152" y="102"/>
                        </a:lnTo>
                        <a:lnTo>
                          <a:pt x="152" y="104"/>
                        </a:lnTo>
                        <a:lnTo>
                          <a:pt x="153" y="105"/>
                        </a:lnTo>
                        <a:lnTo>
                          <a:pt x="157" y="106"/>
                        </a:lnTo>
                        <a:lnTo>
                          <a:pt x="159" y="104"/>
                        </a:lnTo>
                        <a:lnTo>
                          <a:pt x="160" y="104"/>
                        </a:lnTo>
                        <a:lnTo>
                          <a:pt x="163" y="106"/>
                        </a:lnTo>
                        <a:lnTo>
                          <a:pt x="163" y="109"/>
                        </a:lnTo>
                        <a:lnTo>
                          <a:pt x="165" y="109"/>
                        </a:lnTo>
                        <a:lnTo>
                          <a:pt x="167" y="108"/>
                        </a:lnTo>
                        <a:lnTo>
                          <a:pt x="168" y="110"/>
                        </a:lnTo>
                        <a:lnTo>
                          <a:pt x="171" y="112"/>
                        </a:lnTo>
                        <a:lnTo>
                          <a:pt x="175" y="112"/>
                        </a:lnTo>
                        <a:lnTo>
                          <a:pt x="178" y="113"/>
                        </a:lnTo>
                        <a:lnTo>
                          <a:pt x="180" y="114"/>
                        </a:lnTo>
                        <a:lnTo>
                          <a:pt x="182" y="113"/>
                        </a:lnTo>
                        <a:lnTo>
                          <a:pt x="182" y="113"/>
                        </a:lnTo>
                        <a:close/>
                        <a:moveTo>
                          <a:pt x="161" y="118"/>
                        </a:moveTo>
                        <a:lnTo>
                          <a:pt x="161" y="118"/>
                        </a:lnTo>
                        <a:lnTo>
                          <a:pt x="160" y="117"/>
                        </a:lnTo>
                        <a:lnTo>
                          <a:pt x="159" y="116"/>
                        </a:lnTo>
                        <a:lnTo>
                          <a:pt x="155" y="116"/>
                        </a:lnTo>
                        <a:lnTo>
                          <a:pt x="153" y="114"/>
                        </a:lnTo>
                        <a:lnTo>
                          <a:pt x="153" y="113"/>
                        </a:lnTo>
                        <a:lnTo>
                          <a:pt x="155" y="112"/>
                        </a:lnTo>
                        <a:lnTo>
                          <a:pt x="157" y="110"/>
                        </a:lnTo>
                        <a:lnTo>
                          <a:pt x="161" y="112"/>
                        </a:lnTo>
                        <a:lnTo>
                          <a:pt x="163" y="110"/>
                        </a:lnTo>
                        <a:lnTo>
                          <a:pt x="164" y="113"/>
                        </a:lnTo>
                        <a:lnTo>
                          <a:pt x="165" y="113"/>
                        </a:lnTo>
                        <a:lnTo>
                          <a:pt x="165" y="112"/>
                        </a:lnTo>
                        <a:lnTo>
                          <a:pt x="167" y="113"/>
                        </a:lnTo>
                        <a:lnTo>
                          <a:pt x="168" y="114"/>
                        </a:lnTo>
                        <a:lnTo>
                          <a:pt x="167" y="116"/>
                        </a:lnTo>
                        <a:lnTo>
                          <a:pt x="161" y="118"/>
                        </a:lnTo>
                        <a:lnTo>
                          <a:pt x="161" y="118"/>
                        </a:lnTo>
                        <a:close/>
                        <a:moveTo>
                          <a:pt x="156" y="133"/>
                        </a:moveTo>
                        <a:lnTo>
                          <a:pt x="153" y="131"/>
                        </a:lnTo>
                        <a:lnTo>
                          <a:pt x="153" y="127"/>
                        </a:lnTo>
                        <a:lnTo>
                          <a:pt x="152" y="127"/>
                        </a:lnTo>
                        <a:lnTo>
                          <a:pt x="152" y="131"/>
                        </a:lnTo>
                        <a:lnTo>
                          <a:pt x="151" y="131"/>
                        </a:lnTo>
                        <a:lnTo>
                          <a:pt x="152" y="133"/>
                        </a:lnTo>
                        <a:lnTo>
                          <a:pt x="155" y="133"/>
                        </a:lnTo>
                        <a:lnTo>
                          <a:pt x="156" y="133"/>
                        </a:lnTo>
                        <a:lnTo>
                          <a:pt x="156" y="133"/>
                        </a:lnTo>
                        <a:close/>
                        <a:moveTo>
                          <a:pt x="159" y="132"/>
                        </a:moveTo>
                        <a:lnTo>
                          <a:pt x="160" y="132"/>
                        </a:lnTo>
                        <a:lnTo>
                          <a:pt x="160" y="131"/>
                        </a:lnTo>
                        <a:lnTo>
                          <a:pt x="159" y="128"/>
                        </a:lnTo>
                        <a:lnTo>
                          <a:pt x="157" y="125"/>
                        </a:lnTo>
                        <a:lnTo>
                          <a:pt x="156" y="125"/>
                        </a:lnTo>
                        <a:lnTo>
                          <a:pt x="156" y="128"/>
                        </a:lnTo>
                        <a:lnTo>
                          <a:pt x="159" y="132"/>
                        </a:lnTo>
                        <a:lnTo>
                          <a:pt x="159" y="132"/>
                        </a:lnTo>
                        <a:close/>
                        <a:moveTo>
                          <a:pt x="164" y="129"/>
                        </a:moveTo>
                        <a:lnTo>
                          <a:pt x="164" y="129"/>
                        </a:lnTo>
                        <a:lnTo>
                          <a:pt x="167" y="131"/>
                        </a:lnTo>
                        <a:lnTo>
                          <a:pt x="167" y="129"/>
                        </a:lnTo>
                        <a:lnTo>
                          <a:pt x="165" y="127"/>
                        </a:lnTo>
                        <a:lnTo>
                          <a:pt x="163" y="125"/>
                        </a:lnTo>
                        <a:lnTo>
                          <a:pt x="161" y="127"/>
                        </a:lnTo>
                        <a:lnTo>
                          <a:pt x="164" y="129"/>
                        </a:lnTo>
                        <a:lnTo>
                          <a:pt x="164" y="129"/>
                        </a:lnTo>
                        <a:close/>
                        <a:moveTo>
                          <a:pt x="163" y="136"/>
                        </a:moveTo>
                        <a:lnTo>
                          <a:pt x="164" y="136"/>
                        </a:lnTo>
                        <a:lnTo>
                          <a:pt x="165" y="132"/>
                        </a:lnTo>
                        <a:lnTo>
                          <a:pt x="164" y="131"/>
                        </a:lnTo>
                        <a:lnTo>
                          <a:pt x="163" y="129"/>
                        </a:lnTo>
                        <a:lnTo>
                          <a:pt x="161" y="131"/>
                        </a:lnTo>
                        <a:lnTo>
                          <a:pt x="163" y="132"/>
                        </a:lnTo>
                        <a:lnTo>
                          <a:pt x="161" y="135"/>
                        </a:lnTo>
                        <a:lnTo>
                          <a:pt x="163" y="136"/>
                        </a:lnTo>
                        <a:lnTo>
                          <a:pt x="163" y="136"/>
                        </a:lnTo>
                        <a:close/>
                        <a:moveTo>
                          <a:pt x="160" y="143"/>
                        </a:moveTo>
                        <a:lnTo>
                          <a:pt x="159" y="142"/>
                        </a:lnTo>
                        <a:lnTo>
                          <a:pt x="157" y="142"/>
                        </a:lnTo>
                        <a:lnTo>
                          <a:pt x="155" y="139"/>
                        </a:lnTo>
                        <a:lnTo>
                          <a:pt x="153" y="139"/>
                        </a:lnTo>
                        <a:lnTo>
                          <a:pt x="151" y="140"/>
                        </a:lnTo>
                        <a:lnTo>
                          <a:pt x="152" y="143"/>
                        </a:lnTo>
                        <a:lnTo>
                          <a:pt x="152" y="144"/>
                        </a:lnTo>
                        <a:lnTo>
                          <a:pt x="149" y="146"/>
                        </a:lnTo>
                        <a:lnTo>
                          <a:pt x="151" y="148"/>
                        </a:lnTo>
                        <a:lnTo>
                          <a:pt x="155" y="148"/>
                        </a:lnTo>
                        <a:lnTo>
                          <a:pt x="159" y="147"/>
                        </a:lnTo>
                        <a:lnTo>
                          <a:pt x="160" y="143"/>
                        </a:lnTo>
                        <a:lnTo>
                          <a:pt x="160" y="143"/>
                        </a:lnTo>
                        <a:close/>
                        <a:moveTo>
                          <a:pt x="161" y="139"/>
                        </a:moveTo>
                        <a:lnTo>
                          <a:pt x="161" y="142"/>
                        </a:lnTo>
                        <a:lnTo>
                          <a:pt x="163" y="144"/>
                        </a:lnTo>
                        <a:lnTo>
                          <a:pt x="164" y="144"/>
                        </a:lnTo>
                        <a:lnTo>
                          <a:pt x="164" y="142"/>
                        </a:lnTo>
                        <a:lnTo>
                          <a:pt x="163" y="139"/>
                        </a:lnTo>
                        <a:lnTo>
                          <a:pt x="161" y="139"/>
                        </a:lnTo>
                        <a:lnTo>
                          <a:pt x="161" y="139"/>
                        </a:lnTo>
                        <a:close/>
                        <a:moveTo>
                          <a:pt x="184" y="108"/>
                        </a:moveTo>
                        <a:lnTo>
                          <a:pt x="184" y="105"/>
                        </a:lnTo>
                        <a:lnTo>
                          <a:pt x="186" y="104"/>
                        </a:lnTo>
                        <a:lnTo>
                          <a:pt x="186" y="101"/>
                        </a:lnTo>
                        <a:lnTo>
                          <a:pt x="187" y="99"/>
                        </a:lnTo>
                        <a:lnTo>
                          <a:pt x="189" y="99"/>
                        </a:lnTo>
                        <a:lnTo>
                          <a:pt x="190" y="102"/>
                        </a:lnTo>
                        <a:lnTo>
                          <a:pt x="191" y="105"/>
                        </a:lnTo>
                        <a:lnTo>
                          <a:pt x="190" y="105"/>
                        </a:lnTo>
                        <a:lnTo>
                          <a:pt x="190" y="106"/>
                        </a:lnTo>
                        <a:lnTo>
                          <a:pt x="189" y="108"/>
                        </a:lnTo>
                        <a:lnTo>
                          <a:pt x="186" y="108"/>
                        </a:lnTo>
                        <a:lnTo>
                          <a:pt x="184" y="108"/>
                        </a:lnTo>
                        <a:lnTo>
                          <a:pt x="184" y="108"/>
                        </a:lnTo>
                        <a:close/>
                        <a:moveTo>
                          <a:pt x="167" y="137"/>
                        </a:moveTo>
                        <a:lnTo>
                          <a:pt x="168" y="140"/>
                        </a:lnTo>
                        <a:lnTo>
                          <a:pt x="171" y="140"/>
                        </a:lnTo>
                        <a:lnTo>
                          <a:pt x="174" y="140"/>
                        </a:lnTo>
                        <a:lnTo>
                          <a:pt x="174" y="139"/>
                        </a:lnTo>
                        <a:lnTo>
                          <a:pt x="174" y="136"/>
                        </a:lnTo>
                        <a:lnTo>
                          <a:pt x="172" y="135"/>
                        </a:lnTo>
                        <a:lnTo>
                          <a:pt x="171" y="135"/>
                        </a:lnTo>
                        <a:lnTo>
                          <a:pt x="170" y="137"/>
                        </a:lnTo>
                        <a:lnTo>
                          <a:pt x="167" y="137"/>
                        </a:lnTo>
                        <a:lnTo>
                          <a:pt x="167" y="137"/>
                        </a:lnTo>
                        <a:close/>
                        <a:moveTo>
                          <a:pt x="168" y="133"/>
                        </a:moveTo>
                        <a:lnTo>
                          <a:pt x="170" y="132"/>
                        </a:lnTo>
                        <a:lnTo>
                          <a:pt x="171" y="131"/>
                        </a:lnTo>
                        <a:lnTo>
                          <a:pt x="171" y="129"/>
                        </a:lnTo>
                        <a:lnTo>
                          <a:pt x="170" y="129"/>
                        </a:lnTo>
                        <a:lnTo>
                          <a:pt x="168" y="133"/>
                        </a:lnTo>
                        <a:lnTo>
                          <a:pt x="168" y="133"/>
                        </a:lnTo>
                        <a:close/>
                        <a:moveTo>
                          <a:pt x="172" y="131"/>
                        </a:moveTo>
                        <a:lnTo>
                          <a:pt x="174" y="132"/>
                        </a:lnTo>
                        <a:lnTo>
                          <a:pt x="175" y="132"/>
                        </a:lnTo>
                        <a:lnTo>
                          <a:pt x="176" y="131"/>
                        </a:lnTo>
                        <a:lnTo>
                          <a:pt x="178" y="129"/>
                        </a:lnTo>
                        <a:lnTo>
                          <a:pt x="176" y="129"/>
                        </a:lnTo>
                        <a:lnTo>
                          <a:pt x="175" y="129"/>
                        </a:lnTo>
                        <a:lnTo>
                          <a:pt x="175" y="129"/>
                        </a:lnTo>
                        <a:lnTo>
                          <a:pt x="172" y="131"/>
                        </a:lnTo>
                        <a:lnTo>
                          <a:pt x="172" y="131"/>
                        </a:lnTo>
                        <a:close/>
                        <a:moveTo>
                          <a:pt x="174" y="118"/>
                        </a:moveTo>
                        <a:lnTo>
                          <a:pt x="172" y="121"/>
                        </a:lnTo>
                        <a:lnTo>
                          <a:pt x="170" y="121"/>
                        </a:lnTo>
                        <a:lnTo>
                          <a:pt x="168" y="120"/>
                        </a:lnTo>
                        <a:lnTo>
                          <a:pt x="168" y="117"/>
                        </a:lnTo>
                        <a:lnTo>
                          <a:pt x="171" y="114"/>
                        </a:lnTo>
                        <a:lnTo>
                          <a:pt x="174" y="113"/>
                        </a:lnTo>
                        <a:lnTo>
                          <a:pt x="176" y="114"/>
                        </a:lnTo>
                        <a:lnTo>
                          <a:pt x="178" y="116"/>
                        </a:lnTo>
                        <a:lnTo>
                          <a:pt x="179" y="116"/>
                        </a:lnTo>
                        <a:lnTo>
                          <a:pt x="179" y="118"/>
                        </a:lnTo>
                        <a:lnTo>
                          <a:pt x="178" y="120"/>
                        </a:lnTo>
                        <a:lnTo>
                          <a:pt x="175" y="120"/>
                        </a:lnTo>
                        <a:lnTo>
                          <a:pt x="174" y="118"/>
                        </a:lnTo>
                        <a:lnTo>
                          <a:pt x="174" y="118"/>
                        </a:lnTo>
                        <a:close/>
                        <a:moveTo>
                          <a:pt x="184" y="118"/>
                        </a:moveTo>
                        <a:lnTo>
                          <a:pt x="186" y="120"/>
                        </a:lnTo>
                        <a:lnTo>
                          <a:pt x="189" y="120"/>
                        </a:lnTo>
                        <a:lnTo>
                          <a:pt x="190" y="118"/>
                        </a:lnTo>
                        <a:lnTo>
                          <a:pt x="191" y="117"/>
                        </a:lnTo>
                        <a:lnTo>
                          <a:pt x="190" y="116"/>
                        </a:lnTo>
                        <a:lnTo>
                          <a:pt x="187" y="116"/>
                        </a:lnTo>
                        <a:lnTo>
                          <a:pt x="186" y="118"/>
                        </a:lnTo>
                        <a:lnTo>
                          <a:pt x="184" y="118"/>
                        </a:lnTo>
                        <a:lnTo>
                          <a:pt x="184" y="118"/>
                        </a:lnTo>
                        <a:close/>
                        <a:moveTo>
                          <a:pt x="191" y="144"/>
                        </a:moveTo>
                        <a:lnTo>
                          <a:pt x="191" y="143"/>
                        </a:lnTo>
                        <a:lnTo>
                          <a:pt x="189" y="140"/>
                        </a:lnTo>
                        <a:lnTo>
                          <a:pt x="189" y="137"/>
                        </a:lnTo>
                        <a:lnTo>
                          <a:pt x="189" y="135"/>
                        </a:lnTo>
                        <a:lnTo>
                          <a:pt x="187" y="131"/>
                        </a:lnTo>
                        <a:lnTo>
                          <a:pt x="184" y="129"/>
                        </a:lnTo>
                        <a:lnTo>
                          <a:pt x="183" y="131"/>
                        </a:lnTo>
                        <a:lnTo>
                          <a:pt x="180" y="131"/>
                        </a:lnTo>
                        <a:lnTo>
                          <a:pt x="176" y="133"/>
                        </a:lnTo>
                        <a:lnTo>
                          <a:pt x="176" y="136"/>
                        </a:lnTo>
                        <a:lnTo>
                          <a:pt x="179" y="139"/>
                        </a:lnTo>
                        <a:lnTo>
                          <a:pt x="179" y="144"/>
                        </a:lnTo>
                        <a:lnTo>
                          <a:pt x="182" y="146"/>
                        </a:lnTo>
                        <a:lnTo>
                          <a:pt x="183" y="146"/>
                        </a:lnTo>
                        <a:lnTo>
                          <a:pt x="187" y="144"/>
                        </a:lnTo>
                        <a:lnTo>
                          <a:pt x="191" y="144"/>
                        </a:lnTo>
                        <a:lnTo>
                          <a:pt x="191" y="144"/>
                        </a:lnTo>
                        <a:close/>
                        <a:moveTo>
                          <a:pt x="198" y="143"/>
                        </a:moveTo>
                        <a:lnTo>
                          <a:pt x="198" y="140"/>
                        </a:lnTo>
                        <a:lnTo>
                          <a:pt x="197" y="139"/>
                        </a:lnTo>
                        <a:lnTo>
                          <a:pt x="197" y="137"/>
                        </a:lnTo>
                        <a:lnTo>
                          <a:pt x="198" y="136"/>
                        </a:lnTo>
                        <a:lnTo>
                          <a:pt x="199" y="133"/>
                        </a:lnTo>
                        <a:lnTo>
                          <a:pt x="199" y="132"/>
                        </a:lnTo>
                        <a:lnTo>
                          <a:pt x="204" y="129"/>
                        </a:lnTo>
                        <a:lnTo>
                          <a:pt x="205" y="129"/>
                        </a:lnTo>
                        <a:lnTo>
                          <a:pt x="206" y="128"/>
                        </a:lnTo>
                        <a:lnTo>
                          <a:pt x="204" y="128"/>
                        </a:lnTo>
                        <a:lnTo>
                          <a:pt x="201" y="128"/>
                        </a:lnTo>
                        <a:lnTo>
                          <a:pt x="197" y="125"/>
                        </a:lnTo>
                        <a:lnTo>
                          <a:pt x="193" y="123"/>
                        </a:lnTo>
                        <a:lnTo>
                          <a:pt x="191" y="124"/>
                        </a:lnTo>
                        <a:lnTo>
                          <a:pt x="189" y="124"/>
                        </a:lnTo>
                        <a:lnTo>
                          <a:pt x="187" y="124"/>
                        </a:lnTo>
                        <a:lnTo>
                          <a:pt x="187" y="127"/>
                        </a:lnTo>
                        <a:lnTo>
                          <a:pt x="191" y="132"/>
                        </a:lnTo>
                        <a:lnTo>
                          <a:pt x="190" y="136"/>
                        </a:lnTo>
                        <a:lnTo>
                          <a:pt x="193" y="140"/>
                        </a:lnTo>
                        <a:lnTo>
                          <a:pt x="195" y="143"/>
                        </a:lnTo>
                        <a:lnTo>
                          <a:pt x="198" y="143"/>
                        </a:lnTo>
                        <a:lnTo>
                          <a:pt x="198" y="143"/>
                        </a:lnTo>
                        <a:close/>
                        <a:moveTo>
                          <a:pt x="206" y="143"/>
                        </a:moveTo>
                        <a:lnTo>
                          <a:pt x="206" y="144"/>
                        </a:lnTo>
                        <a:lnTo>
                          <a:pt x="210" y="146"/>
                        </a:lnTo>
                        <a:lnTo>
                          <a:pt x="212" y="148"/>
                        </a:lnTo>
                        <a:lnTo>
                          <a:pt x="216" y="148"/>
                        </a:lnTo>
                        <a:lnTo>
                          <a:pt x="218" y="144"/>
                        </a:lnTo>
                        <a:lnTo>
                          <a:pt x="217" y="140"/>
                        </a:lnTo>
                        <a:lnTo>
                          <a:pt x="214" y="139"/>
                        </a:lnTo>
                        <a:lnTo>
                          <a:pt x="210" y="140"/>
                        </a:lnTo>
                        <a:lnTo>
                          <a:pt x="206" y="143"/>
                        </a:lnTo>
                        <a:lnTo>
                          <a:pt x="206" y="143"/>
                        </a:lnTo>
                        <a:close/>
                        <a:moveTo>
                          <a:pt x="206" y="148"/>
                        </a:moveTo>
                        <a:lnTo>
                          <a:pt x="206" y="151"/>
                        </a:lnTo>
                        <a:lnTo>
                          <a:pt x="209" y="151"/>
                        </a:lnTo>
                        <a:lnTo>
                          <a:pt x="210" y="152"/>
                        </a:lnTo>
                        <a:lnTo>
                          <a:pt x="212" y="151"/>
                        </a:lnTo>
                        <a:lnTo>
                          <a:pt x="209" y="148"/>
                        </a:lnTo>
                        <a:lnTo>
                          <a:pt x="206" y="148"/>
                        </a:lnTo>
                        <a:lnTo>
                          <a:pt x="206" y="148"/>
                        </a:lnTo>
                        <a:close/>
                        <a:moveTo>
                          <a:pt x="206" y="57"/>
                        </a:moveTo>
                        <a:lnTo>
                          <a:pt x="208" y="56"/>
                        </a:lnTo>
                        <a:lnTo>
                          <a:pt x="210" y="56"/>
                        </a:lnTo>
                        <a:lnTo>
                          <a:pt x="212" y="55"/>
                        </a:lnTo>
                        <a:lnTo>
                          <a:pt x="214" y="55"/>
                        </a:lnTo>
                        <a:lnTo>
                          <a:pt x="214" y="56"/>
                        </a:lnTo>
                        <a:lnTo>
                          <a:pt x="217" y="56"/>
                        </a:lnTo>
                        <a:lnTo>
                          <a:pt x="217" y="57"/>
                        </a:lnTo>
                        <a:lnTo>
                          <a:pt x="216" y="60"/>
                        </a:lnTo>
                        <a:lnTo>
                          <a:pt x="213" y="60"/>
                        </a:lnTo>
                        <a:lnTo>
                          <a:pt x="212" y="59"/>
                        </a:lnTo>
                        <a:lnTo>
                          <a:pt x="208" y="59"/>
                        </a:lnTo>
                        <a:lnTo>
                          <a:pt x="206" y="57"/>
                        </a:lnTo>
                        <a:lnTo>
                          <a:pt x="206" y="57"/>
                        </a:lnTo>
                        <a:close/>
                        <a:moveTo>
                          <a:pt x="212" y="97"/>
                        </a:moveTo>
                        <a:lnTo>
                          <a:pt x="213" y="94"/>
                        </a:lnTo>
                        <a:lnTo>
                          <a:pt x="214" y="93"/>
                        </a:lnTo>
                        <a:lnTo>
                          <a:pt x="214" y="91"/>
                        </a:lnTo>
                        <a:lnTo>
                          <a:pt x="213" y="90"/>
                        </a:lnTo>
                        <a:lnTo>
                          <a:pt x="212" y="87"/>
                        </a:lnTo>
                        <a:lnTo>
                          <a:pt x="209" y="87"/>
                        </a:lnTo>
                        <a:lnTo>
                          <a:pt x="205" y="89"/>
                        </a:lnTo>
                        <a:lnTo>
                          <a:pt x="202" y="91"/>
                        </a:lnTo>
                        <a:lnTo>
                          <a:pt x="201" y="93"/>
                        </a:lnTo>
                        <a:lnTo>
                          <a:pt x="201" y="94"/>
                        </a:lnTo>
                        <a:lnTo>
                          <a:pt x="206" y="98"/>
                        </a:lnTo>
                        <a:lnTo>
                          <a:pt x="209" y="98"/>
                        </a:lnTo>
                        <a:lnTo>
                          <a:pt x="212" y="97"/>
                        </a:lnTo>
                        <a:lnTo>
                          <a:pt x="212" y="97"/>
                        </a:lnTo>
                        <a:close/>
                        <a:moveTo>
                          <a:pt x="218" y="93"/>
                        </a:moveTo>
                        <a:lnTo>
                          <a:pt x="218" y="94"/>
                        </a:lnTo>
                        <a:lnTo>
                          <a:pt x="218" y="98"/>
                        </a:lnTo>
                        <a:lnTo>
                          <a:pt x="216" y="99"/>
                        </a:lnTo>
                        <a:lnTo>
                          <a:pt x="214" y="98"/>
                        </a:lnTo>
                        <a:lnTo>
                          <a:pt x="213" y="99"/>
                        </a:lnTo>
                        <a:lnTo>
                          <a:pt x="209" y="102"/>
                        </a:lnTo>
                        <a:lnTo>
                          <a:pt x="206" y="102"/>
                        </a:lnTo>
                        <a:lnTo>
                          <a:pt x="205" y="101"/>
                        </a:lnTo>
                        <a:lnTo>
                          <a:pt x="202" y="102"/>
                        </a:lnTo>
                        <a:lnTo>
                          <a:pt x="202" y="104"/>
                        </a:lnTo>
                        <a:lnTo>
                          <a:pt x="204" y="108"/>
                        </a:lnTo>
                        <a:lnTo>
                          <a:pt x="204" y="114"/>
                        </a:lnTo>
                        <a:lnTo>
                          <a:pt x="205" y="120"/>
                        </a:lnTo>
                        <a:lnTo>
                          <a:pt x="209" y="124"/>
                        </a:lnTo>
                        <a:lnTo>
                          <a:pt x="212" y="124"/>
                        </a:lnTo>
                        <a:lnTo>
                          <a:pt x="216" y="123"/>
                        </a:lnTo>
                        <a:lnTo>
                          <a:pt x="220" y="123"/>
                        </a:lnTo>
                        <a:lnTo>
                          <a:pt x="223" y="120"/>
                        </a:lnTo>
                        <a:lnTo>
                          <a:pt x="227" y="120"/>
                        </a:lnTo>
                        <a:lnTo>
                          <a:pt x="227" y="117"/>
                        </a:lnTo>
                        <a:lnTo>
                          <a:pt x="224" y="116"/>
                        </a:lnTo>
                        <a:lnTo>
                          <a:pt x="223" y="113"/>
                        </a:lnTo>
                        <a:lnTo>
                          <a:pt x="218" y="112"/>
                        </a:lnTo>
                        <a:lnTo>
                          <a:pt x="217" y="108"/>
                        </a:lnTo>
                        <a:lnTo>
                          <a:pt x="217" y="106"/>
                        </a:lnTo>
                        <a:lnTo>
                          <a:pt x="220" y="104"/>
                        </a:lnTo>
                        <a:lnTo>
                          <a:pt x="223" y="104"/>
                        </a:lnTo>
                        <a:lnTo>
                          <a:pt x="225" y="102"/>
                        </a:lnTo>
                        <a:lnTo>
                          <a:pt x="225" y="101"/>
                        </a:lnTo>
                        <a:lnTo>
                          <a:pt x="223" y="98"/>
                        </a:lnTo>
                        <a:lnTo>
                          <a:pt x="221" y="95"/>
                        </a:lnTo>
                        <a:lnTo>
                          <a:pt x="218" y="93"/>
                        </a:lnTo>
                        <a:lnTo>
                          <a:pt x="218" y="93"/>
                        </a:lnTo>
                        <a:close/>
                        <a:moveTo>
                          <a:pt x="232" y="98"/>
                        </a:moveTo>
                        <a:lnTo>
                          <a:pt x="229" y="97"/>
                        </a:lnTo>
                        <a:lnTo>
                          <a:pt x="229" y="94"/>
                        </a:lnTo>
                        <a:lnTo>
                          <a:pt x="228" y="93"/>
                        </a:lnTo>
                        <a:lnTo>
                          <a:pt x="225" y="93"/>
                        </a:lnTo>
                        <a:lnTo>
                          <a:pt x="223" y="90"/>
                        </a:lnTo>
                        <a:lnTo>
                          <a:pt x="223" y="89"/>
                        </a:lnTo>
                        <a:lnTo>
                          <a:pt x="224" y="86"/>
                        </a:lnTo>
                        <a:lnTo>
                          <a:pt x="223" y="83"/>
                        </a:lnTo>
                        <a:lnTo>
                          <a:pt x="221" y="79"/>
                        </a:lnTo>
                        <a:lnTo>
                          <a:pt x="223" y="75"/>
                        </a:lnTo>
                        <a:lnTo>
                          <a:pt x="225" y="74"/>
                        </a:lnTo>
                        <a:lnTo>
                          <a:pt x="228" y="71"/>
                        </a:lnTo>
                        <a:lnTo>
                          <a:pt x="228" y="68"/>
                        </a:lnTo>
                        <a:lnTo>
                          <a:pt x="228" y="67"/>
                        </a:lnTo>
                        <a:lnTo>
                          <a:pt x="231" y="67"/>
                        </a:lnTo>
                        <a:lnTo>
                          <a:pt x="232" y="67"/>
                        </a:lnTo>
                        <a:lnTo>
                          <a:pt x="235" y="68"/>
                        </a:lnTo>
                        <a:lnTo>
                          <a:pt x="236" y="71"/>
                        </a:lnTo>
                        <a:lnTo>
                          <a:pt x="235" y="75"/>
                        </a:lnTo>
                        <a:lnTo>
                          <a:pt x="236" y="76"/>
                        </a:lnTo>
                        <a:lnTo>
                          <a:pt x="239" y="78"/>
                        </a:lnTo>
                        <a:lnTo>
                          <a:pt x="242" y="82"/>
                        </a:lnTo>
                        <a:lnTo>
                          <a:pt x="244" y="82"/>
                        </a:lnTo>
                        <a:lnTo>
                          <a:pt x="244" y="83"/>
                        </a:lnTo>
                        <a:lnTo>
                          <a:pt x="239" y="86"/>
                        </a:lnTo>
                        <a:lnTo>
                          <a:pt x="235" y="87"/>
                        </a:lnTo>
                        <a:lnTo>
                          <a:pt x="233" y="89"/>
                        </a:lnTo>
                        <a:lnTo>
                          <a:pt x="235" y="91"/>
                        </a:lnTo>
                        <a:lnTo>
                          <a:pt x="235" y="95"/>
                        </a:lnTo>
                        <a:lnTo>
                          <a:pt x="232" y="98"/>
                        </a:lnTo>
                        <a:lnTo>
                          <a:pt x="232" y="98"/>
                        </a:lnTo>
                        <a:close/>
                        <a:moveTo>
                          <a:pt x="1678" y="481"/>
                        </a:moveTo>
                        <a:lnTo>
                          <a:pt x="1676" y="483"/>
                        </a:lnTo>
                        <a:lnTo>
                          <a:pt x="1678" y="485"/>
                        </a:lnTo>
                        <a:lnTo>
                          <a:pt x="1679" y="484"/>
                        </a:lnTo>
                        <a:lnTo>
                          <a:pt x="1679" y="481"/>
                        </a:lnTo>
                        <a:lnTo>
                          <a:pt x="1678" y="481"/>
                        </a:lnTo>
                        <a:lnTo>
                          <a:pt x="1678" y="481"/>
                        </a:lnTo>
                        <a:lnTo>
                          <a:pt x="1678" y="481"/>
                        </a:lnTo>
                        <a:close/>
                        <a:moveTo>
                          <a:pt x="1673" y="476"/>
                        </a:moveTo>
                        <a:lnTo>
                          <a:pt x="1676" y="478"/>
                        </a:lnTo>
                        <a:lnTo>
                          <a:pt x="1678" y="478"/>
                        </a:lnTo>
                        <a:lnTo>
                          <a:pt x="1678" y="477"/>
                        </a:lnTo>
                        <a:lnTo>
                          <a:pt x="1676" y="474"/>
                        </a:lnTo>
                        <a:lnTo>
                          <a:pt x="1675" y="474"/>
                        </a:lnTo>
                        <a:lnTo>
                          <a:pt x="1673" y="476"/>
                        </a:lnTo>
                        <a:lnTo>
                          <a:pt x="1673" y="476"/>
                        </a:lnTo>
                        <a:close/>
                        <a:moveTo>
                          <a:pt x="266" y="303"/>
                        </a:moveTo>
                        <a:lnTo>
                          <a:pt x="267" y="303"/>
                        </a:lnTo>
                        <a:lnTo>
                          <a:pt x="269" y="302"/>
                        </a:lnTo>
                        <a:lnTo>
                          <a:pt x="273" y="299"/>
                        </a:lnTo>
                        <a:lnTo>
                          <a:pt x="273" y="298"/>
                        </a:lnTo>
                        <a:lnTo>
                          <a:pt x="271" y="296"/>
                        </a:lnTo>
                        <a:lnTo>
                          <a:pt x="269" y="299"/>
                        </a:lnTo>
                        <a:lnTo>
                          <a:pt x="267" y="299"/>
                        </a:lnTo>
                        <a:lnTo>
                          <a:pt x="266" y="302"/>
                        </a:lnTo>
                        <a:lnTo>
                          <a:pt x="266" y="303"/>
                        </a:lnTo>
                        <a:lnTo>
                          <a:pt x="266" y="303"/>
                        </a:lnTo>
                        <a:close/>
                        <a:moveTo>
                          <a:pt x="250" y="394"/>
                        </a:moveTo>
                        <a:lnTo>
                          <a:pt x="254" y="394"/>
                        </a:lnTo>
                        <a:lnTo>
                          <a:pt x="258" y="393"/>
                        </a:lnTo>
                        <a:lnTo>
                          <a:pt x="261" y="392"/>
                        </a:lnTo>
                        <a:lnTo>
                          <a:pt x="263" y="392"/>
                        </a:lnTo>
                        <a:lnTo>
                          <a:pt x="265" y="393"/>
                        </a:lnTo>
                        <a:lnTo>
                          <a:pt x="267" y="394"/>
                        </a:lnTo>
                        <a:lnTo>
                          <a:pt x="270" y="393"/>
                        </a:lnTo>
                        <a:lnTo>
                          <a:pt x="269" y="392"/>
                        </a:lnTo>
                        <a:lnTo>
                          <a:pt x="269" y="389"/>
                        </a:lnTo>
                        <a:lnTo>
                          <a:pt x="270" y="390"/>
                        </a:lnTo>
                        <a:lnTo>
                          <a:pt x="271" y="393"/>
                        </a:lnTo>
                        <a:lnTo>
                          <a:pt x="274" y="394"/>
                        </a:lnTo>
                        <a:lnTo>
                          <a:pt x="278" y="394"/>
                        </a:lnTo>
                        <a:lnTo>
                          <a:pt x="278" y="393"/>
                        </a:lnTo>
                        <a:lnTo>
                          <a:pt x="281" y="392"/>
                        </a:lnTo>
                        <a:lnTo>
                          <a:pt x="282" y="389"/>
                        </a:lnTo>
                        <a:lnTo>
                          <a:pt x="282" y="385"/>
                        </a:lnTo>
                        <a:lnTo>
                          <a:pt x="284" y="382"/>
                        </a:lnTo>
                        <a:lnTo>
                          <a:pt x="285" y="379"/>
                        </a:lnTo>
                        <a:lnTo>
                          <a:pt x="282" y="378"/>
                        </a:lnTo>
                        <a:lnTo>
                          <a:pt x="281" y="374"/>
                        </a:lnTo>
                        <a:lnTo>
                          <a:pt x="278" y="374"/>
                        </a:lnTo>
                        <a:lnTo>
                          <a:pt x="277" y="374"/>
                        </a:lnTo>
                        <a:lnTo>
                          <a:pt x="276" y="373"/>
                        </a:lnTo>
                        <a:lnTo>
                          <a:pt x="277" y="371"/>
                        </a:lnTo>
                        <a:lnTo>
                          <a:pt x="280" y="373"/>
                        </a:lnTo>
                        <a:lnTo>
                          <a:pt x="281" y="371"/>
                        </a:lnTo>
                        <a:lnTo>
                          <a:pt x="282" y="374"/>
                        </a:lnTo>
                        <a:lnTo>
                          <a:pt x="282" y="375"/>
                        </a:lnTo>
                        <a:lnTo>
                          <a:pt x="284" y="377"/>
                        </a:lnTo>
                        <a:lnTo>
                          <a:pt x="285" y="375"/>
                        </a:lnTo>
                        <a:lnTo>
                          <a:pt x="284" y="370"/>
                        </a:lnTo>
                        <a:lnTo>
                          <a:pt x="281" y="366"/>
                        </a:lnTo>
                        <a:lnTo>
                          <a:pt x="278" y="363"/>
                        </a:lnTo>
                        <a:lnTo>
                          <a:pt x="280" y="360"/>
                        </a:lnTo>
                        <a:lnTo>
                          <a:pt x="281" y="363"/>
                        </a:lnTo>
                        <a:lnTo>
                          <a:pt x="282" y="366"/>
                        </a:lnTo>
                        <a:lnTo>
                          <a:pt x="285" y="367"/>
                        </a:lnTo>
                        <a:lnTo>
                          <a:pt x="286" y="367"/>
                        </a:lnTo>
                        <a:lnTo>
                          <a:pt x="288" y="366"/>
                        </a:lnTo>
                        <a:lnTo>
                          <a:pt x="288" y="364"/>
                        </a:lnTo>
                        <a:lnTo>
                          <a:pt x="286" y="363"/>
                        </a:lnTo>
                        <a:lnTo>
                          <a:pt x="286" y="360"/>
                        </a:lnTo>
                        <a:lnTo>
                          <a:pt x="288" y="358"/>
                        </a:lnTo>
                        <a:lnTo>
                          <a:pt x="288" y="355"/>
                        </a:lnTo>
                        <a:lnTo>
                          <a:pt x="285" y="352"/>
                        </a:lnTo>
                        <a:lnTo>
                          <a:pt x="282" y="349"/>
                        </a:lnTo>
                        <a:lnTo>
                          <a:pt x="285" y="348"/>
                        </a:lnTo>
                        <a:lnTo>
                          <a:pt x="286" y="351"/>
                        </a:lnTo>
                        <a:lnTo>
                          <a:pt x="289" y="351"/>
                        </a:lnTo>
                        <a:lnTo>
                          <a:pt x="290" y="347"/>
                        </a:lnTo>
                        <a:lnTo>
                          <a:pt x="289" y="347"/>
                        </a:lnTo>
                        <a:lnTo>
                          <a:pt x="288" y="347"/>
                        </a:lnTo>
                        <a:lnTo>
                          <a:pt x="288" y="343"/>
                        </a:lnTo>
                        <a:lnTo>
                          <a:pt x="289" y="343"/>
                        </a:lnTo>
                        <a:lnTo>
                          <a:pt x="292" y="344"/>
                        </a:lnTo>
                        <a:lnTo>
                          <a:pt x="296" y="345"/>
                        </a:lnTo>
                        <a:lnTo>
                          <a:pt x="296" y="344"/>
                        </a:lnTo>
                        <a:lnTo>
                          <a:pt x="295" y="343"/>
                        </a:lnTo>
                        <a:lnTo>
                          <a:pt x="295" y="341"/>
                        </a:lnTo>
                        <a:lnTo>
                          <a:pt x="296" y="341"/>
                        </a:lnTo>
                        <a:lnTo>
                          <a:pt x="299" y="341"/>
                        </a:lnTo>
                        <a:lnTo>
                          <a:pt x="300" y="340"/>
                        </a:lnTo>
                        <a:lnTo>
                          <a:pt x="300" y="337"/>
                        </a:lnTo>
                        <a:lnTo>
                          <a:pt x="300" y="336"/>
                        </a:lnTo>
                        <a:lnTo>
                          <a:pt x="300" y="334"/>
                        </a:lnTo>
                        <a:lnTo>
                          <a:pt x="304" y="333"/>
                        </a:lnTo>
                        <a:lnTo>
                          <a:pt x="304" y="330"/>
                        </a:lnTo>
                        <a:lnTo>
                          <a:pt x="301" y="329"/>
                        </a:lnTo>
                        <a:lnTo>
                          <a:pt x="301" y="328"/>
                        </a:lnTo>
                        <a:lnTo>
                          <a:pt x="303" y="325"/>
                        </a:lnTo>
                        <a:lnTo>
                          <a:pt x="304" y="328"/>
                        </a:lnTo>
                        <a:lnTo>
                          <a:pt x="305" y="326"/>
                        </a:lnTo>
                        <a:lnTo>
                          <a:pt x="309" y="321"/>
                        </a:lnTo>
                        <a:lnTo>
                          <a:pt x="311" y="318"/>
                        </a:lnTo>
                        <a:lnTo>
                          <a:pt x="312" y="317"/>
                        </a:lnTo>
                        <a:lnTo>
                          <a:pt x="312" y="313"/>
                        </a:lnTo>
                        <a:lnTo>
                          <a:pt x="316" y="310"/>
                        </a:lnTo>
                        <a:lnTo>
                          <a:pt x="319" y="306"/>
                        </a:lnTo>
                        <a:lnTo>
                          <a:pt x="320" y="301"/>
                        </a:lnTo>
                        <a:lnTo>
                          <a:pt x="323" y="301"/>
                        </a:lnTo>
                        <a:lnTo>
                          <a:pt x="328" y="296"/>
                        </a:lnTo>
                        <a:lnTo>
                          <a:pt x="334" y="291"/>
                        </a:lnTo>
                        <a:lnTo>
                          <a:pt x="338" y="287"/>
                        </a:lnTo>
                        <a:lnTo>
                          <a:pt x="339" y="287"/>
                        </a:lnTo>
                        <a:lnTo>
                          <a:pt x="343" y="283"/>
                        </a:lnTo>
                        <a:lnTo>
                          <a:pt x="348" y="281"/>
                        </a:lnTo>
                        <a:lnTo>
                          <a:pt x="350" y="280"/>
                        </a:lnTo>
                        <a:lnTo>
                          <a:pt x="354" y="275"/>
                        </a:lnTo>
                        <a:lnTo>
                          <a:pt x="357" y="273"/>
                        </a:lnTo>
                        <a:lnTo>
                          <a:pt x="358" y="273"/>
                        </a:lnTo>
                        <a:lnTo>
                          <a:pt x="361" y="272"/>
                        </a:lnTo>
                        <a:lnTo>
                          <a:pt x="361" y="271"/>
                        </a:lnTo>
                        <a:lnTo>
                          <a:pt x="360" y="269"/>
                        </a:lnTo>
                        <a:lnTo>
                          <a:pt x="361" y="267"/>
                        </a:lnTo>
                        <a:lnTo>
                          <a:pt x="361" y="264"/>
                        </a:lnTo>
                        <a:lnTo>
                          <a:pt x="361" y="261"/>
                        </a:lnTo>
                        <a:lnTo>
                          <a:pt x="360" y="260"/>
                        </a:lnTo>
                        <a:lnTo>
                          <a:pt x="358" y="260"/>
                        </a:lnTo>
                        <a:lnTo>
                          <a:pt x="358" y="256"/>
                        </a:lnTo>
                        <a:lnTo>
                          <a:pt x="360" y="253"/>
                        </a:lnTo>
                        <a:lnTo>
                          <a:pt x="358" y="252"/>
                        </a:lnTo>
                        <a:lnTo>
                          <a:pt x="356" y="250"/>
                        </a:lnTo>
                        <a:lnTo>
                          <a:pt x="354" y="249"/>
                        </a:lnTo>
                        <a:lnTo>
                          <a:pt x="352" y="249"/>
                        </a:lnTo>
                        <a:lnTo>
                          <a:pt x="350" y="246"/>
                        </a:lnTo>
                        <a:lnTo>
                          <a:pt x="350" y="245"/>
                        </a:lnTo>
                        <a:lnTo>
                          <a:pt x="349" y="243"/>
                        </a:lnTo>
                        <a:lnTo>
                          <a:pt x="346" y="245"/>
                        </a:lnTo>
                        <a:lnTo>
                          <a:pt x="345" y="246"/>
                        </a:lnTo>
                        <a:lnTo>
                          <a:pt x="343" y="246"/>
                        </a:lnTo>
                        <a:lnTo>
                          <a:pt x="341" y="245"/>
                        </a:lnTo>
                        <a:lnTo>
                          <a:pt x="339" y="246"/>
                        </a:lnTo>
                        <a:lnTo>
                          <a:pt x="335" y="248"/>
                        </a:lnTo>
                        <a:lnTo>
                          <a:pt x="334" y="250"/>
                        </a:lnTo>
                        <a:lnTo>
                          <a:pt x="333" y="252"/>
                        </a:lnTo>
                        <a:lnTo>
                          <a:pt x="331" y="252"/>
                        </a:lnTo>
                        <a:lnTo>
                          <a:pt x="328" y="254"/>
                        </a:lnTo>
                        <a:lnTo>
                          <a:pt x="328" y="256"/>
                        </a:lnTo>
                        <a:lnTo>
                          <a:pt x="327" y="258"/>
                        </a:lnTo>
                        <a:lnTo>
                          <a:pt x="327" y="260"/>
                        </a:lnTo>
                        <a:lnTo>
                          <a:pt x="328" y="262"/>
                        </a:lnTo>
                        <a:lnTo>
                          <a:pt x="328" y="264"/>
                        </a:lnTo>
                        <a:lnTo>
                          <a:pt x="326" y="264"/>
                        </a:lnTo>
                        <a:lnTo>
                          <a:pt x="324" y="265"/>
                        </a:lnTo>
                        <a:lnTo>
                          <a:pt x="324" y="268"/>
                        </a:lnTo>
                        <a:lnTo>
                          <a:pt x="323" y="269"/>
                        </a:lnTo>
                        <a:lnTo>
                          <a:pt x="322" y="271"/>
                        </a:lnTo>
                        <a:lnTo>
                          <a:pt x="316" y="275"/>
                        </a:lnTo>
                        <a:lnTo>
                          <a:pt x="315" y="276"/>
                        </a:lnTo>
                        <a:lnTo>
                          <a:pt x="314" y="275"/>
                        </a:lnTo>
                        <a:lnTo>
                          <a:pt x="311" y="275"/>
                        </a:lnTo>
                        <a:lnTo>
                          <a:pt x="309" y="276"/>
                        </a:lnTo>
                        <a:lnTo>
                          <a:pt x="307" y="280"/>
                        </a:lnTo>
                        <a:lnTo>
                          <a:pt x="305" y="281"/>
                        </a:lnTo>
                        <a:lnTo>
                          <a:pt x="304" y="280"/>
                        </a:lnTo>
                        <a:lnTo>
                          <a:pt x="303" y="279"/>
                        </a:lnTo>
                        <a:lnTo>
                          <a:pt x="301" y="279"/>
                        </a:lnTo>
                        <a:lnTo>
                          <a:pt x="301" y="280"/>
                        </a:lnTo>
                        <a:lnTo>
                          <a:pt x="301" y="284"/>
                        </a:lnTo>
                        <a:lnTo>
                          <a:pt x="301" y="284"/>
                        </a:lnTo>
                        <a:lnTo>
                          <a:pt x="300" y="281"/>
                        </a:lnTo>
                        <a:lnTo>
                          <a:pt x="299" y="280"/>
                        </a:lnTo>
                        <a:lnTo>
                          <a:pt x="295" y="280"/>
                        </a:lnTo>
                        <a:lnTo>
                          <a:pt x="289" y="281"/>
                        </a:lnTo>
                        <a:lnTo>
                          <a:pt x="288" y="283"/>
                        </a:lnTo>
                        <a:lnTo>
                          <a:pt x="286" y="283"/>
                        </a:lnTo>
                        <a:lnTo>
                          <a:pt x="285" y="284"/>
                        </a:lnTo>
                        <a:lnTo>
                          <a:pt x="286" y="288"/>
                        </a:lnTo>
                        <a:lnTo>
                          <a:pt x="288" y="290"/>
                        </a:lnTo>
                        <a:lnTo>
                          <a:pt x="288" y="291"/>
                        </a:lnTo>
                        <a:lnTo>
                          <a:pt x="286" y="291"/>
                        </a:lnTo>
                        <a:lnTo>
                          <a:pt x="285" y="294"/>
                        </a:lnTo>
                        <a:lnTo>
                          <a:pt x="284" y="294"/>
                        </a:lnTo>
                        <a:lnTo>
                          <a:pt x="284" y="291"/>
                        </a:lnTo>
                        <a:lnTo>
                          <a:pt x="285" y="291"/>
                        </a:lnTo>
                        <a:lnTo>
                          <a:pt x="285" y="288"/>
                        </a:lnTo>
                        <a:lnTo>
                          <a:pt x="282" y="288"/>
                        </a:lnTo>
                        <a:lnTo>
                          <a:pt x="281" y="291"/>
                        </a:lnTo>
                        <a:lnTo>
                          <a:pt x="278" y="294"/>
                        </a:lnTo>
                        <a:lnTo>
                          <a:pt x="278" y="295"/>
                        </a:lnTo>
                        <a:lnTo>
                          <a:pt x="280" y="296"/>
                        </a:lnTo>
                        <a:lnTo>
                          <a:pt x="278" y="298"/>
                        </a:lnTo>
                        <a:lnTo>
                          <a:pt x="278" y="299"/>
                        </a:lnTo>
                        <a:lnTo>
                          <a:pt x="274" y="299"/>
                        </a:lnTo>
                        <a:lnTo>
                          <a:pt x="273" y="301"/>
                        </a:lnTo>
                        <a:lnTo>
                          <a:pt x="273" y="303"/>
                        </a:lnTo>
                        <a:lnTo>
                          <a:pt x="270" y="303"/>
                        </a:lnTo>
                        <a:lnTo>
                          <a:pt x="269" y="305"/>
                        </a:lnTo>
                        <a:lnTo>
                          <a:pt x="267" y="309"/>
                        </a:lnTo>
                        <a:lnTo>
                          <a:pt x="269" y="310"/>
                        </a:lnTo>
                        <a:lnTo>
                          <a:pt x="270" y="310"/>
                        </a:lnTo>
                        <a:lnTo>
                          <a:pt x="267" y="313"/>
                        </a:lnTo>
                        <a:lnTo>
                          <a:pt x="263" y="313"/>
                        </a:lnTo>
                        <a:lnTo>
                          <a:pt x="262" y="314"/>
                        </a:lnTo>
                        <a:lnTo>
                          <a:pt x="262" y="317"/>
                        </a:lnTo>
                        <a:lnTo>
                          <a:pt x="262" y="320"/>
                        </a:lnTo>
                        <a:lnTo>
                          <a:pt x="263" y="320"/>
                        </a:lnTo>
                        <a:lnTo>
                          <a:pt x="266" y="320"/>
                        </a:lnTo>
                        <a:lnTo>
                          <a:pt x="266" y="321"/>
                        </a:lnTo>
                        <a:lnTo>
                          <a:pt x="266" y="322"/>
                        </a:lnTo>
                        <a:lnTo>
                          <a:pt x="266" y="324"/>
                        </a:lnTo>
                        <a:lnTo>
                          <a:pt x="265" y="326"/>
                        </a:lnTo>
                        <a:lnTo>
                          <a:pt x="262" y="325"/>
                        </a:lnTo>
                        <a:lnTo>
                          <a:pt x="259" y="325"/>
                        </a:lnTo>
                        <a:lnTo>
                          <a:pt x="256" y="326"/>
                        </a:lnTo>
                        <a:lnTo>
                          <a:pt x="255" y="328"/>
                        </a:lnTo>
                        <a:lnTo>
                          <a:pt x="255" y="330"/>
                        </a:lnTo>
                        <a:lnTo>
                          <a:pt x="254" y="332"/>
                        </a:lnTo>
                        <a:lnTo>
                          <a:pt x="251" y="334"/>
                        </a:lnTo>
                        <a:lnTo>
                          <a:pt x="250" y="333"/>
                        </a:lnTo>
                        <a:lnTo>
                          <a:pt x="248" y="332"/>
                        </a:lnTo>
                        <a:lnTo>
                          <a:pt x="247" y="329"/>
                        </a:lnTo>
                        <a:lnTo>
                          <a:pt x="247" y="330"/>
                        </a:lnTo>
                        <a:lnTo>
                          <a:pt x="246" y="333"/>
                        </a:lnTo>
                        <a:lnTo>
                          <a:pt x="246" y="337"/>
                        </a:lnTo>
                        <a:lnTo>
                          <a:pt x="248" y="339"/>
                        </a:lnTo>
                        <a:lnTo>
                          <a:pt x="251" y="339"/>
                        </a:lnTo>
                        <a:lnTo>
                          <a:pt x="251" y="339"/>
                        </a:lnTo>
                        <a:lnTo>
                          <a:pt x="251" y="340"/>
                        </a:lnTo>
                        <a:lnTo>
                          <a:pt x="250" y="344"/>
                        </a:lnTo>
                        <a:lnTo>
                          <a:pt x="251" y="345"/>
                        </a:lnTo>
                        <a:lnTo>
                          <a:pt x="252" y="345"/>
                        </a:lnTo>
                        <a:lnTo>
                          <a:pt x="254" y="344"/>
                        </a:lnTo>
                        <a:lnTo>
                          <a:pt x="255" y="344"/>
                        </a:lnTo>
                        <a:lnTo>
                          <a:pt x="256" y="345"/>
                        </a:lnTo>
                        <a:lnTo>
                          <a:pt x="259" y="345"/>
                        </a:lnTo>
                        <a:lnTo>
                          <a:pt x="261" y="344"/>
                        </a:lnTo>
                        <a:lnTo>
                          <a:pt x="262" y="344"/>
                        </a:lnTo>
                        <a:lnTo>
                          <a:pt x="261" y="347"/>
                        </a:lnTo>
                        <a:lnTo>
                          <a:pt x="258" y="347"/>
                        </a:lnTo>
                        <a:lnTo>
                          <a:pt x="255" y="347"/>
                        </a:lnTo>
                        <a:lnTo>
                          <a:pt x="254" y="348"/>
                        </a:lnTo>
                        <a:lnTo>
                          <a:pt x="252" y="348"/>
                        </a:lnTo>
                        <a:lnTo>
                          <a:pt x="251" y="349"/>
                        </a:lnTo>
                        <a:lnTo>
                          <a:pt x="252" y="352"/>
                        </a:lnTo>
                        <a:lnTo>
                          <a:pt x="254" y="353"/>
                        </a:lnTo>
                        <a:lnTo>
                          <a:pt x="256" y="353"/>
                        </a:lnTo>
                        <a:lnTo>
                          <a:pt x="258" y="353"/>
                        </a:lnTo>
                        <a:lnTo>
                          <a:pt x="259" y="355"/>
                        </a:lnTo>
                        <a:lnTo>
                          <a:pt x="258" y="355"/>
                        </a:lnTo>
                        <a:lnTo>
                          <a:pt x="255" y="356"/>
                        </a:lnTo>
                        <a:lnTo>
                          <a:pt x="251" y="356"/>
                        </a:lnTo>
                        <a:lnTo>
                          <a:pt x="250" y="358"/>
                        </a:lnTo>
                        <a:lnTo>
                          <a:pt x="250" y="359"/>
                        </a:lnTo>
                        <a:lnTo>
                          <a:pt x="251" y="360"/>
                        </a:lnTo>
                        <a:lnTo>
                          <a:pt x="254" y="360"/>
                        </a:lnTo>
                        <a:lnTo>
                          <a:pt x="256" y="360"/>
                        </a:lnTo>
                        <a:lnTo>
                          <a:pt x="256" y="362"/>
                        </a:lnTo>
                        <a:lnTo>
                          <a:pt x="255" y="362"/>
                        </a:lnTo>
                        <a:lnTo>
                          <a:pt x="252" y="362"/>
                        </a:lnTo>
                        <a:lnTo>
                          <a:pt x="252" y="364"/>
                        </a:lnTo>
                        <a:lnTo>
                          <a:pt x="252" y="364"/>
                        </a:lnTo>
                        <a:lnTo>
                          <a:pt x="256" y="364"/>
                        </a:lnTo>
                        <a:lnTo>
                          <a:pt x="261" y="367"/>
                        </a:lnTo>
                        <a:lnTo>
                          <a:pt x="263" y="368"/>
                        </a:lnTo>
                        <a:lnTo>
                          <a:pt x="263" y="368"/>
                        </a:lnTo>
                        <a:lnTo>
                          <a:pt x="263" y="371"/>
                        </a:lnTo>
                        <a:lnTo>
                          <a:pt x="261" y="368"/>
                        </a:lnTo>
                        <a:lnTo>
                          <a:pt x="258" y="367"/>
                        </a:lnTo>
                        <a:lnTo>
                          <a:pt x="255" y="367"/>
                        </a:lnTo>
                        <a:lnTo>
                          <a:pt x="254" y="366"/>
                        </a:lnTo>
                        <a:lnTo>
                          <a:pt x="251" y="366"/>
                        </a:lnTo>
                        <a:lnTo>
                          <a:pt x="250" y="367"/>
                        </a:lnTo>
                        <a:lnTo>
                          <a:pt x="248" y="370"/>
                        </a:lnTo>
                        <a:lnTo>
                          <a:pt x="247" y="370"/>
                        </a:lnTo>
                        <a:lnTo>
                          <a:pt x="248" y="371"/>
                        </a:lnTo>
                        <a:lnTo>
                          <a:pt x="248" y="373"/>
                        </a:lnTo>
                        <a:lnTo>
                          <a:pt x="248" y="374"/>
                        </a:lnTo>
                        <a:lnTo>
                          <a:pt x="247" y="375"/>
                        </a:lnTo>
                        <a:lnTo>
                          <a:pt x="246" y="375"/>
                        </a:lnTo>
                        <a:lnTo>
                          <a:pt x="244" y="377"/>
                        </a:lnTo>
                        <a:lnTo>
                          <a:pt x="243" y="379"/>
                        </a:lnTo>
                        <a:lnTo>
                          <a:pt x="244" y="379"/>
                        </a:lnTo>
                        <a:lnTo>
                          <a:pt x="243" y="381"/>
                        </a:lnTo>
                        <a:lnTo>
                          <a:pt x="240" y="382"/>
                        </a:lnTo>
                        <a:lnTo>
                          <a:pt x="240" y="382"/>
                        </a:lnTo>
                        <a:lnTo>
                          <a:pt x="243" y="386"/>
                        </a:lnTo>
                        <a:lnTo>
                          <a:pt x="246" y="387"/>
                        </a:lnTo>
                        <a:lnTo>
                          <a:pt x="247" y="386"/>
                        </a:lnTo>
                        <a:lnTo>
                          <a:pt x="248" y="385"/>
                        </a:lnTo>
                        <a:lnTo>
                          <a:pt x="250" y="383"/>
                        </a:lnTo>
                        <a:lnTo>
                          <a:pt x="254" y="381"/>
                        </a:lnTo>
                        <a:lnTo>
                          <a:pt x="256" y="379"/>
                        </a:lnTo>
                        <a:lnTo>
                          <a:pt x="259" y="379"/>
                        </a:lnTo>
                        <a:lnTo>
                          <a:pt x="261" y="381"/>
                        </a:lnTo>
                        <a:lnTo>
                          <a:pt x="261" y="382"/>
                        </a:lnTo>
                        <a:lnTo>
                          <a:pt x="259" y="382"/>
                        </a:lnTo>
                        <a:lnTo>
                          <a:pt x="258" y="381"/>
                        </a:lnTo>
                        <a:lnTo>
                          <a:pt x="256" y="381"/>
                        </a:lnTo>
                        <a:lnTo>
                          <a:pt x="255" y="383"/>
                        </a:lnTo>
                        <a:lnTo>
                          <a:pt x="251" y="385"/>
                        </a:lnTo>
                        <a:lnTo>
                          <a:pt x="250" y="387"/>
                        </a:lnTo>
                        <a:lnTo>
                          <a:pt x="250" y="390"/>
                        </a:lnTo>
                        <a:lnTo>
                          <a:pt x="250" y="393"/>
                        </a:lnTo>
                        <a:lnTo>
                          <a:pt x="250" y="393"/>
                        </a:lnTo>
                        <a:lnTo>
                          <a:pt x="250" y="393"/>
                        </a:lnTo>
                        <a:lnTo>
                          <a:pt x="250" y="394"/>
                        </a:lnTo>
                        <a:lnTo>
                          <a:pt x="250" y="394"/>
                        </a:lnTo>
                        <a:close/>
                        <a:moveTo>
                          <a:pt x="262" y="472"/>
                        </a:moveTo>
                        <a:lnTo>
                          <a:pt x="263" y="472"/>
                        </a:lnTo>
                        <a:lnTo>
                          <a:pt x="263" y="470"/>
                        </a:lnTo>
                        <a:lnTo>
                          <a:pt x="262" y="469"/>
                        </a:lnTo>
                        <a:lnTo>
                          <a:pt x="263" y="466"/>
                        </a:lnTo>
                        <a:lnTo>
                          <a:pt x="262" y="465"/>
                        </a:lnTo>
                        <a:lnTo>
                          <a:pt x="259" y="464"/>
                        </a:lnTo>
                        <a:lnTo>
                          <a:pt x="259" y="462"/>
                        </a:lnTo>
                        <a:lnTo>
                          <a:pt x="256" y="461"/>
                        </a:lnTo>
                        <a:lnTo>
                          <a:pt x="254" y="461"/>
                        </a:lnTo>
                        <a:lnTo>
                          <a:pt x="251" y="462"/>
                        </a:lnTo>
                        <a:lnTo>
                          <a:pt x="252" y="465"/>
                        </a:lnTo>
                        <a:lnTo>
                          <a:pt x="254" y="465"/>
                        </a:lnTo>
                        <a:lnTo>
                          <a:pt x="255" y="465"/>
                        </a:lnTo>
                        <a:lnTo>
                          <a:pt x="258" y="466"/>
                        </a:lnTo>
                        <a:lnTo>
                          <a:pt x="258" y="468"/>
                        </a:lnTo>
                        <a:lnTo>
                          <a:pt x="259" y="469"/>
                        </a:lnTo>
                        <a:lnTo>
                          <a:pt x="262" y="472"/>
                        </a:lnTo>
                        <a:lnTo>
                          <a:pt x="262" y="472"/>
                        </a:lnTo>
                        <a:close/>
                        <a:moveTo>
                          <a:pt x="314" y="472"/>
                        </a:moveTo>
                        <a:lnTo>
                          <a:pt x="309" y="469"/>
                        </a:lnTo>
                        <a:lnTo>
                          <a:pt x="308" y="470"/>
                        </a:lnTo>
                        <a:lnTo>
                          <a:pt x="305" y="469"/>
                        </a:lnTo>
                        <a:lnTo>
                          <a:pt x="304" y="466"/>
                        </a:lnTo>
                        <a:lnTo>
                          <a:pt x="301" y="466"/>
                        </a:lnTo>
                        <a:lnTo>
                          <a:pt x="296" y="462"/>
                        </a:lnTo>
                        <a:lnTo>
                          <a:pt x="295" y="459"/>
                        </a:lnTo>
                        <a:lnTo>
                          <a:pt x="292" y="459"/>
                        </a:lnTo>
                        <a:lnTo>
                          <a:pt x="288" y="453"/>
                        </a:lnTo>
                        <a:lnTo>
                          <a:pt x="284" y="447"/>
                        </a:lnTo>
                        <a:lnTo>
                          <a:pt x="281" y="440"/>
                        </a:lnTo>
                        <a:lnTo>
                          <a:pt x="278" y="436"/>
                        </a:lnTo>
                        <a:lnTo>
                          <a:pt x="278" y="430"/>
                        </a:lnTo>
                        <a:lnTo>
                          <a:pt x="277" y="426"/>
                        </a:lnTo>
                        <a:lnTo>
                          <a:pt x="276" y="417"/>
                        </a:lnTo>
                        <a:lnTo>
                          <a:pt x="274" y="416"/>
                        </a:lnTo>
                        <a:lnTo>
                          <a:pt x="276" y="413"/>
                        </a:lnTo>
                        <a:lnTo>
                          <a:pt x="276" y="412"/>
                        </a:lnTo>
                        <a:lnTo>
                          <a:pt x="273" y="411"/>
                        </a:lnTo>
                        <a:lnTo>
                          <a:pt x="271" y="412"/>
                        </a:lnTo>
                        <a:lnTo>
                          <a:pt x="269" y="411"/>
                        </a:lnTo>
                        <a:lnTo>
                          <a:pt x="270" y="409"/>
                        </a:lnTo>
                        <a:lnTo>
                          <a:pt x="274" y="411"/>
                        </a:lnTo>
                        <a:lnTo>
                          <a:pt x="277" y="408"/>
                        </a:lnTo>
                        <a:lnTo>
                          <a:pt x="277" y="402"/>
                        </a:lnTo>
                        <a:lnTo>
                          <a:pt x="277" y="400"/>
                        </a:lnTo>
                        <a:lnTo>
                          <a:pt x="274" y="401"/>
                        </a:lnTo>
                        <a:lnTo>
                          <a:pt x="271" y="401"/>
                        </a:lnTo>
                        <a:lnTo>
                          <a:pt x="273" y="400"/>
                        </a:lnTo>
                        <a:lnTo>
                          <a:pt x="277" y="398"/>
                        </a:lnTo>
                        <a:lnTo>
                          <a:pt x="277" y="397"/>
                        </a:lnTo>
                        <a:lnTo>
                          <a:pt x="276" y="396"/>
                        </a:lnTo>
                        <a:lnTo>
                          <a:pt x="271" y="396"/>
                        </a:lnTo>
                        <a:lnTo>
                          <a:pt x="265" y="394"/>
                        </a:lnTo>
                        <a:lnTo>
                          <a:pt x="262" y="393"/>
                        </a:lnTo>
                        <a:lnTo>
                          <a:pt x="259" y="393"/>
                        </a:lnTo>
                        <a:lnTo>
                          <a:pt x="254" y="397"/>
                        </a:lnTo>
                        <a:lnTo>
                          <a:pt x="250" y="397"/>
                        </a:lnTo>
                        <a:lnTo>
                          <a:pt x="247" y="398"/>
                        </a:lnTo>
                        <a:lnTo>
                          <a:pt x="244" y="401"/>
                        </a:lnTo>
                        <a:lnTo>
                          <a:pt x="243" y="404"/>
                        </a:lnTo>
                        <a:lnTo>
                          <a:pt x="243" y="405"/>
                        </a:lnTo>
                        <a:lnTo>
                          <a:pt x="243" y="408"/>
                        </a:lnTo>
                        <a:lnTo>
                          <a:pt x="246" y="408"/>
                        </a:lnTo>
                        <a:lnTo>
                          <a:pt x="247" y="409"/>
                        </a:lnTo>
                        <a:lnTo>
                          <a:pt x="246" y="411"/>
                        </a:lnTo>
                        <a:lnTo>
                          <a:pt x="244" y="411"/>
                        </a:lnTo>
                        <a:lnTo>
                          <a:pt x="240" y="412"/>
                        </a:lnTo>
                        <a:lnTo>
                          <a:pt x="239" y="416"/>
                        </a:lnTo>
                        <a:lnTo>
                          <a:pt x="237" y="419"/>
                        </a:lnTo>
                        <a:lnTo>
                          <a:pt x="239" y="420"/>
                        </a:lnTo>
                        <a:lnTo>
                          <a:pt x="242" y="420"/>
                        </a:lnTo>
                        <a:lnTo>
                          <a:pt x="246" y="417"/>
                        </a:lnTo>
                        <a:lnTo>
                          <a:pt x="246" y="419"/>
                        </a:lnTo>
                        <a:lnTo>
                          <a:pt x="243" y="421"/>
                        </a:lnTo>
                        <a:lnTo>
                          <a:pt x="243" y="424"/>
                        </a:lnTo>
                        <a:lnTo>
                          <a:pt x="244" y="424"/>
                        </a:lnTo>
                        <a:lnTo>
                          <a:pt x="246" y="421"/>
                        </a:lnTo>
                        <a:lnTo>
                          <a:pt x="248" y="421"/>
                        </a:lnTo>
                        <a:lnTo>
                          <a:pt x="248" y="423"/>
                        </a:lnTo>
                        <a:lnTo>
                          <a:pt x="247" y="424"/>
                        </a:lnTo>
                        <a:lnTo>
                          <a:pt x="246" y="427"/>
                        </a:lnTo>
                        <a:lnTo>
                          <a:pt x="248" y="428"/>
                        </a:lnTo>
                        <a:lnTo>
                          <a:pt x="251" y="428"/>
                        </a:lnTo>
                        <a:lnTo>
                          <a:pt x="250" y="430"/>
                        </a:lnTo>
                        <a:lnTo>
                          <a:pt x="247" y="430"/>
                        </a:lnTo>
                        <a:lnTo>
                          <a:pt x="246" y="431"/>
                        </a:lnTo>
                        <a:lnTo>
                          <a:pt x="246" y="434"/>
                        </a:lnTo>
                        <a:lnTo>
                          <a:pt x="247" y="436"/>
                        </a:lnTo>
                        <a:lnTo>
                          <a:pt x="246" y="438"/>
                        </a:lnTo>
                        <a:lnTo>
                          <a:pt x="244" y="436"/>
                        </a:lnTo>
                        <a:lnTo>
                          <a:pt x="242" y="438"/>
                        </a:lnTo>
                        <a:lnTo>
                          <a:pt x="240" y="436"/>
                        </a:lnTo>
                        <a:lnTo>
                          <a:pt x="237" y="436"/>
                        </a:lnTo>
                        <a:lnTo>
                          <a:pt x="236" y="439"/>
                        </a:lnTo>
                        <a:lnTo>
                          <a:pt x="236" y="442"/>
                        </a:lnTo>
                        <a:lnTo>
                          <a:pt x="236" y="446"/>
                        </a:lnTo>
                        <a:lnTo>
                          <a:pt x="236" y="449"/>
                        </a:lnTo>
                        <a:lnTo>
                          <a:pt x="236" y="451"/>
                        </a:lnTo>
                        <a:lnTo>
                          <a:pt x="240" y="455"/>
                        </a:lnTo>
                        <a:lnTo>
                          <a:pt x="240" y="457"/>
                        </a:lnTo>
                        <a:lnTo>
                          <a:pt x="244" y="459"/>
                        </a:lnTo>
                        <a:lnTo>
                          <a:pt x="247" y="461"/>
                        </a:lnTo>
                        <a:lnTo>
                          <a:pt x="248" y="459"/>
                        </a:lnTo>
                        <a:lnTo>
                          <a:pt x="251" y="459"/>
                        </a:lnTo>
                        <a:lnTo>
                          <a:pt x="252" y="455"/>
                        </a:lnTo>
                        <a:lnTo>
                          <a:pt x="252" y="451"/>
                        </a:lnTo>
                        <a:lnTo>
                          <a:pt x="252" y="449"/>
                        </a:lnTo>
                        <a:lnTo>
                          <a:pt x="254" y="446"/>
                        </a:lnTo>
                        <a:lnTo>
                          <a:pt x="252" y="450"/>
                        </a:lnTo>
                        <a:lnTo>
                          <a:pt x="252" y="451"/>
                        </a:lnTo>
                        <a:lnTo>
                          <a:pt x="254" y="454"/>
                        </a:lnTo>
                        <a:lnTo>
                          <a:pt x="255" y="457"/>
                        </a:lnTo>
                        <a:lnTo>
                          <a:pt x="256" y="458"/>
                        </a:lnTo>
                        <a:lnTo>
                          <a:pt x="259" y="457"/>
                        </a:lnTo>
                        <a:lnTo>
                          <a:pt x="259" y="454"/>
                        </a:lnTo>
                        <a:lnTo>
                          <a:pt x="261" y="451"/>
                        </a:lnTo>
                        <a:lnTo>
                          <a:pt x="261" y="453"/>
                        </a:lnTo>
                        <a:lnTo>
                          <a:pt x="261" y="454"/>
                        </a:lnTo>
                        <a:lnTo>
                          <a:pt x="261" y="457"/>
                        </a:lnTo>
                        <a:lnTo>
                          <a:pt x="263" y="461"/>
                        </a:lnTo>
                        <a:lnTo>
                          <a:pt x="266" y="464"/>
                        </a:lnTo>
                        <a:lnTo>
                          <a:pt x="269" y="464"/>
                        </a:lnTo>
                        <a:lnTo>
                          <a:pt x="271" y="462"/>
                        </a:lnTo>
                        <a:lnTo>
                          <a:pt x="273" y="462"/>
                        </a:lnTo>
                        <a:lnTo>
                          <a:pt x="271" y="464"/>
                        </a:lnTo>
                        <a:lnTo>
                          <a:pt x="270" y="464"/>
                        </a:lnTo>
                        <a:lnTo>
                          <a:pt x="269" y="465"/>
                        </a:lnTo>
                        <a:lnTo>
                          <a:pt x="267" y="466"/>
                        </a:lnTo>
                        <a:lnTo>
                          <a:pt x="266" y="468"/>
                        </a:lnTo>
                        <a:lnTo>
                          <a:pt x="269" y="470"/>
                        </a:lnTo>
                        <a:lnTo>
                          <a:pt x="269" y="473"/>
                        </a:lnTo>
                        <a:lnTo>
                          <a:pt x="267" y="473"/>
                        </a:lnTo>
                        <a:lnTo>
                          <a:pt x="266" y="472"/>
                        </a:lnTo>
                        <a:lnTo>
                          <a:pt x="266" y="474"/>
                        </a:lnTo>
                        <a:lnTo>
                          <a:pt x="267" y="476"/>
                        </a:lnTo>
                        <a:lnTo>
                          <a:pt x="271" y="476"/>
                        </a:lnTo>
                        <a:lnTo>
                          <a:pt x="274" y="477"/>
                        </a:lnTo>
                        <a:lnTo>
                          <a:pt x="278" y="476"/>
                        </a:lnTo>
                        <a:lnTo>
                          <a:pt x="281" y="478"/>
                        </a:lnTo>
                        <a:lnTo>
                          <a:pt x="281" y="476"/>
                        </a:lnTo>
                        <a:lnTo>
                          <a:pt x="282" y="476"/>
                        </a:lnTo>
                        <a:lnTo>
                          <a:pt x="284" y="477"/>
                        </a:lnTo>
                        <a:lnTo>
                          <a:pt x="285" y="481"/>
                        </a:lnTo>
                        <a:lnTo>
                          <a:pt x="286" y="484"/>
                        </a:lnTo>
                        <a:lnTo>
                          <a:pt x="289" y="483"/>
                        </a:lnTo>
                        <a:lnTo>
                          <a:pt x="290" y="481"/>
                        </a:lnTo>
                        <a:lnTo>
                          <a:pt x="290" y="478"/>
                        </a:lnTo>
                        <a:lnTo>
                          <a:pt x="286" y="476"/>
                        </a:lnTo>
                        <a:lnTo>
                          <a:pt x="285" y="476"/>
                        </a:lnTo>
                        <a:lnTo>
                          <a:pt x="286" y="474"/>
                        </a:lnTo>
                        <a:lnTo>
                          <a:pt x="288" y="476"/>
                        </a:lnTo>
                        <a:lnTo>
                          <a:pt x="292" y="477"/>
                        </a:lnTo>
                        <a:lnTo>
                          <a:pt x="292" y="478"/>
                        </a:lnTo>
                        <a:lnTo>
                          <a:pt x="293" y="481"/>
                        </a:lnTo>
                        <a:lnTo>
                          <a:pt x="295" y="481"/>
                        </a:lnTo>
                        <a:lnTo>
                          <a:pt x="296" y="480"/>
                        </a:lnTo>
                        <a:lnTo>
                          <a:pt x="296" y="478"/>
                        </a:lnTo>
                        <a:lnTo>
                          <a:pt x="299" y="481"/>
                        </a:lnTo>
                        <a:lnTo>
                          <a:pt x="301" y="483"/>
                        </a:lnTo>
                        <a:lnTo>
                          <a:pt x="303" y="483"/>
                        </a:lnTo>
                        <a:lnTo>
                          <a:pt x="303" y="481"/>
                        </a:lnTo>
                        <a:lnTo>
                          <a:pt x="301" y="478"/>
                        </a:lnTo>
                        <a:lnTo>
                          <a:pt x="301" y="477"/>
                        </a:lnTo>
                        <a:lnTo>
                          <a:pt x="303" y="477"/>
                        </a:lnTo>
                        <a:lnTo>
                          <a:pt x="305" y="478"/>
                        </a:lnTo>
                        <a:lnTo>
                          <a:pt x="305" y="480"/>
                        </a:lnTo>
                        <a:lnTo>
                          <a:pt x="307" y="480"/>
                        </a:lnTo>
                        <a:lnTo>
                          <a:pt x="308" y="483"/>
                        </a:lnTo>
                        <a:lnTo>
                          <a:pt x="309" y="484"/>
                        </a:lnTo>
                        <a:lnTo>
                          <a:pt x="311" y="483"/>
                        </a:lnTo>
                        <a:lnTo>
                          <a:pt x="311" y="481"/>
                        </a:lnTo>
                        <a:lnTo>
                          <a:pt x="311" y="478"/>
                        </a:lnTo>
                        <a:lnTo>
                          <a:pt x="308" y="478"/>
                        </a:lnTo>
                        <a:lnTo>
                          <a:pt x="307" y="477"/>
                        </a:lnTo>
                        <a:lnTo>
                          <a:pt x="308" y="476"/>
                        </a:lnTo>
                        <a:lnTo>
                          <a:pt x="309" y="477"/>
                        </a:lnTo>
                        <a:lnTo>
                          <a:pt x="311" y="477"/>
                        </a:lnTo>
                        <a:lnTo>
                          <a:pt x="312" y="474"/>
                        </a:lnTo>
                        <a:lnTo>
                          <a:pt x="314" y="473"/>
                        </a:lnTo>
                        <a:lnTo>
                          <a:pt x="314" y="472"/>
                        </a:lnTo>
                        <a:lnTo>
                          <a:pt x="314" y="472"/>
                        </a:lnTo>
                        <a:close/>
                        <a:moveTo>
                          <a:pt x="99" y="650"/>
                        </a:moveTo>
                        <a:lnTo>
                          <a:pt x="98" y="647"/>
                        </a:lnTo>
                        <a:lnTo>
                          <a:pt x="99" y="646"/>
                        </a:lnTo>
                        <a:lnTo>
                          <a:pt x="99" y="644"/>
                        </a:lnTo>
                        <a:lnTo>
                          <a:pt x="96" y="644"/>
                        </a:lnTo>
                        <a:lnTo>
                          <a:pt x="95" y="646"/>
                        </a:lnTo>
                        <a:lnTo>
                          <a:pt x="95" y="647"/>
                        </a:lnTo>
                        <a:lnTo>
                          <a:pt x="98" y="650"/>
                        </a:lnTo>
                        <a:lnTo>
                          <a:pt x="98" y="651"/>
                        </a:lnTo>
                        <a:lnTo>
                          <a:pt x="99" y="651"/>
                        </a:lnTo>
                        <a:lnTo>
                          <a:pt x="99" y="650"/>
                        </a:lnTo>
                        <a:lnTo>
                          <a:pt x="99" y="650"/>
                        </a:lnTo>
                        <a:close/>
                        <a:moveTo>
                          <a:pt x="172" y="602"/>
                        </a:moveTo>
                        <a:lnTo>
                          <a:pt x="174" y="602"/>
                        </a:lnTo>
                        <a:lnTo>
                          <a:pt x="174" y="601"/>
                        </a:lnTo>
                        <a:lnTo>
                          <a:pt x="172" y="599"/>
                        </a:lnTo>
                        <a:lnTo>
                          <a:pt x="171" y="599"/>
                        </a:lnTo>
                        <a:lnTo>
                          <a:pt x="171" y="601"/>
                        </a:lnTo>
                        <a:lnTo>
                          <a:pt x="172" y="602"/>
                        </a:lnTo>
                        <a:lnTo>
                          <a:pt x="172" y="602"/>
                        </a:lnTo>
                        <a:close/>
                        <a:moveTo>
                          <a:pt x="231" y="541"/>
                        </a:moveTo>
                        <a:lnTo>
                          <a:pt x="233" y="541"/>
                        </a:lnTo>
                        <a:lnTo>
                          <a:pt x="237" y="537"/>
                        </a:lnTo>
                        <a:lnTo>
                          <a:pt x="239" y="534"/>
                        </a:lnTo>
                        <a:lnTo>
                          <a:pt x="239" y="529"/>
                        </a:lnTo>
                        <a:lnTo>
                          <a:pt x="242" y="527"/>
                        </a:lnTo>
                        <a:lnTo>
                          <a:pt x="242" y="530"/>
                        </a:lnTo>
                        <a:lnTo>
                          <a:pt x="242" y="534"/>
                        </a:lnTo>
                        <a:lnTo>
                          <a:pt x="243" y="530"/>
                        </a:lnTo>
                        <a:lnTo>
                          <a:pt x="243" y="527"/>
                        </a:lnTo>
                        <a:lnTo>
                          <a:pt x="240" y="523"/>
                        </a:lnTo>
                        <a:lnTo>
                          <a:pt x="231" y="519"/>
                        </a:lnTo>
                        <a:lnTo>
                          <a:pt x="225" y="519"/>
                        </a:lnTo>
                        <a:lnTo>
                          <a:pt x="223" y="521"/>
                        </a:lnTo>
                        <a:lnTo>
                          <a:pt x="221" y="526"/>
                        </a:lnTo>
                        <a:lnTo>
                          <a:pt x="221" y="533"/>
                        </a:lnTo>
                        <a:lnTo>
                          <a:pt x="223" y="537"/>
                        </a:lnTo>
                        <a:lnTo>
                          <a:pt x="224" y="540"/>
                        </a:lnTo>
                        <a:lnTo>
                          <a:pt x="224" y="540"/>
                        </a:lnTo>
                        <a:lnTo>
                          <a:pt x="227" y="541"/>
                        </a:lnTo>
                        <a:lnTo>
                          <a:pt x="225" y="542"/>
                        </a:lnTo>
                        <a:lnTo>
                          <a:pt x="228" y="542"/>
                        </a:lnTo>
                        <a:lnTo>
                          <a:pt x="231" y="541"/>
                        </a:lnTo>
                        <a:lnTo>
                          <a:pt x="231" y="541"/>
                        </a:lnTo>
                        <a:close/>
                        <a:moveTo>
                          <a:pt x="255" y="546"/>
                        </a:moveTo>
                        <a:lnTo>
                          <a:pt x="256" y="546"/>
                        </a:lnTo>
                        <a:lnTo>
                          <a:pt x="258" y="545"/>
                        </a:lnTo>
                        <a:lnTo>
                          <a:pt x="261" y="545"/>
                        </a:lnTo>
                        <a:lnTo>
                          <a:pt x="262" y="544"/>
                        </a:lnTo>
                        <a:lnTo>
                          <a:pt x="258" y="544"/>
                        </a:lnTo>
                        <a:lnTo>
                          <a:pt x="255" y="545"/>
                        </a:lnTo>
                        <a:lnTo>
                          <a:pt x="255" y="546"/>
                        </a:lnTo>
                        <a:lnTo>
                          <a:pt x="255" y="546"/>
                        </a:lnTo>
                        <a:close/>
                        <a:moveTo>
                          <a:pt x="297" y="545"/>
                        </a:moveTo>
                        <a:lnTo>
                          <a:pt x="297" y="546"/>
                        </a:lnTo>
                        <a:lnTo>
                          <a:pt x="300" y="544"/>
                        </a:lnTo>
                        <a:lnTo>
                          <a:pt x="300" y="541"/>
                        </a:lnTo>
                        <a:lnTo>
                          <a:pt x="297" y="542"/>
                        </a:lnTo>
                        <a:lnTo>
                          <a:pt x="296" y="544"/>
                        </a:lnTo>
                        <a:lnTo>
                          <a:pt x="297" y="545"/>
                        </a:lnTo>
                        <a:lnTo>
                          <a:pt x="297" y="545"/>
                        </a:lnTo>
                        <a:close/>
                        <a:moveTo>
                          <a:pt x="290" y="546"/>
                        </a:moveTo>
                        <a:lnTo>
                          <a:pt x="293" y="546"/>
                        </a:lnTo>
                        <a:lnTo>
                          <a:pt x="295" y="545"/>
                        </a:lnTo>
                        <a:lnTo>
                          <a:pt x="293" y="542"/>
                        </a:lnTo>
                        <a:lnTo>
                          <a:pt x="292" y="544"/>
                        </a:lnTo>
                        <a:lnTo>
                          <a:pt x="290" y="546"/>
                        </a:lnTo>
                        <a:lnTo>
                          <a:pt x="290" y="546"/>
                        </a:lnTo>
                        <a:close/>
                        <a:moveTo>
                          <a:pt x="324" y="531"/>
                        </a:moveTo>
                        <a:lnTo>
                          <a:pt x="326" y="531"/>
                        </a:lnTo>
                        <a:lnTo>
                          <a:pt x="327" y="530"/>
                        </a:lnTo>
                        <a:lnTo>
                          <a:pt x="331" y="529"/>
                        </a:lnTo>
                        <a:lnTo>
                          <a:pt x="333" y="527"/>
                        </a:lnTo>
                        <a:lnTo>
                          <a:pt x="330" y="527"/>
                        </a:lnTo>
                        <a:lnTo>
                          <a:pt x="326" y="529"/>
                        </a:lnTo>
                        <a:lnTo>
                          <a:pt x="324" y="531"/>
                        </a:lnTo>
                        <a:lnTo>
                          <a:pt x="324" y="531"/>
                        </a:lnTo>
                        <a:close/>
                        <a:moveTo>
                          <a:pt x="311" y="529"/>
                        </a:moveTo>
                        <a:lnTo>
                          <a:pt x="312" y="530"/>
                        </a:lnTo>
                        <a:lnTo>
                          <a:pt x="315" y="530"/>
                        </a:lnTo>
                        <a:lnTo>
                          <a:pt x="315" y="529"/>
                        </a:lnTo>
                        <a:lnTo>
                          <a:pt x="312" y="527"/>
                        </a:lnTo>
                        <a:lnTo>
                          <a:pt x="311" y="529"/>
                        </a:lnTo>
                        <a:lnTo>
                          <a:pt x="311" y="529"/>
                        </a:lnTo>
                        <a:close/>
                        <a:moveTo>
                          <a:pt x="303" y="527"/>
                        </a:moveTo>
                        <a:lnTo>
                          <a:pt x="304" y="529"/>
                        </a:lnTo>
                        <a:lnTo>
                          <a:pt x="305" y="530"/>
                        </a:lnTo>
                        <a:lnTo>
                          <a:pt x="308" y="530"/>
                        </a:lnTo>
                        <a:lnTo>
                          <a:pt x="307" y="527"/>
                        </a:lnTo>
                        <a:lnTo>
                          <a:pt x="305" y="526"/>
                        </a:lnTo>
                        <a:lnTo>
                          <a:pt x="303" y="527"/>
                        </a:lnTo>
                        <a:lnTo>
                          <a:pt x="303" y="527"/>
                        </a:lnTo>
                        <a:close/>
                        <a:moveTo>
                          <a:pt x="299" y="529"/>
                        </a:moveTo>
                        <a:lnTo>
                          <a:pt x="299" y="529"/>
                        </a:lnTo>
                        <a:lnTo>
                          <a:pt x="300" y="529"/>
                        </a:lnTo>
                        <a:lnTo>
                          <a:pt x="301" y="527"/>
                        </a:lnTo>
                        <a:lnTo>
                          <a:pt x="300" y="527"/>
                        </a:lnTo>
                        <a:lnTo>
                          <a:pt x="299" y="529"/>
                        </a:lnTo>
                        <a:lnTo>
                          <a:pt x="299" y="529"/>
                        </a:lnTo>
                        <a:close/>
                        <a:moveTo>
                          <a:pt x="603" y="435"/>
                        </a:moveTo>
                        <a:lnTo>
                          <a:pt x="603" y="439"/>
                        </a:lnTo>
                        <a:lnTo>
                          <a:pt x="604" y="440"/>
                        </a:lnTo>
                        <a:lnTo>
                          <a:pt x="604" y="438"/>
                        </a:lnTo>
                        <a:lnTo>
                          <a:pt x="603" y="436"/>
                        </a:lnTo>
                        <a:lnTo>
                          <a:pt x="603" y="435"/>
                        </a:lnTo>
                        <a:lnTo>
                          <a:pt x="603" y="435"/>
                        </a:lnTo>
                        <a:close/>
                        <a:moveTo>
                          <a:pt x="597" y="427"/>
                        </a:moveTo>
                        <a:lnTo>
                          <a:pt x="597" y="432"/>
                        </a:lnTo>
                        <a:lnTo>
                          <a:pt x="599" y="435"/>
                        </a:lnTo>
                        <a:lnTo>
                          <a:pt x="597" y="440"/>
                        </a:lnTo>
                        <a:lnTo>
                          <a:pt x="599" y="440"/>
                        </a:lnTo>
                        <a:lnTo>
                          <a:pt x="600" y="438"/>
                        </a:lnTo>
                        <a:lnTo>
                          <a:pt x="600" y="431"/>
                        </a:lnTo>
                        <a:lnTo>
                          <a:pt x="597" y="427"/>
                        </a:lnTo>
                        <a:lnTo>
                          <a:pt x="597" y="427"/>
                        </a:lnTo>
                        <a:lnTo>
                          <a:pt x="597" y="427"/>
                        </a:lnTo>
                        <a:close/>
                        <a:moveTo>
                          <a:pt x="593" y="421"/>
                        </a:moveTo>
                        <a:lnTo>
                          <a:pt x="595" y="424"/>
                        </a:lnTo>
                        <a:lnTo>
                          <a:pt x="596" y="426"/>
                        </a:lnTo>
                        <a:lnTo>
                          <a:pt x="596" y="423"/>
                        </a:lnTo>
                        <a:lnTo>
                          <a:pt x="595" y="421"/>
                        </a:lnTo>
                        <a:lnTo>
                          <a:pt x="593" y="421"/>
                        </a:lnTo>
                        <a:lnTo>
                          <a:pt x="593" y="421"/>
                        </a:lnTo>
                        <a:close/>
                        <a:moveTo>
                          <a:pt x="334" y="507"/>
                        </a:moveTo>
                        <a:lnTo>
                          <a:pt x="335" y="507"/>
                        </a:lnTo>
                        <a:lnTo>
                          <a:pt x="335" y="504"/>
                        </a:lnTo>
                        <a:lnTo>
                          <a:pt x="334" y="504"/>
                        </a:lnTo>
                        <a:lnTo>
                          <a:pt x="334" y="507"/>
                        </a:lnTo>
                        <a:lnTo>
                          <a:pt x="334" y="507"/>
                        </a:lnTo>
                        <a:close/>
                        <a:moveTo>
                          <a:pt x="348" y="519"/>
                        </a:moveTo>
                        <a:lnTo>
                          <a:pt x="348" y="519"/>
                        </a:lnTo>
                        <a:lnTo>
                          <a:pt x="350" y="517"/>
                        </a:lnTo>
                        <a:lnTo>
                          <a:pt x="348" y="517"/>
                        </a:lnTo>
                        <a:lnTo>
                          <a:pt x="348" y="519"/>
                        </a:lnTo>
                        <a:lnTo>
                          <a:pt x="348" y="519"/>
                        </a:lnTo>
                        <a:close/>
                        <a:moveTo>
                          <a:pt x="346" y="515"/>
                        </a:moveTo>
                        <a:lnTo>
                          <a:pt x="345" y="511"/>
                        </a:lnTo>
                        <a:lnTo>
                          <a:pt x="341" y="510"/>
                        </a:lnTo>
                        <a:lnTo>
                          <a:pt x="338" y="507"/>
                        </a:lnTo>
                        <a:lnTo>
                          <a:pt x="338" y="508"/>
                        </a:lnTo>
                        <a:lnTo>
                          <a:pt x="341" y="511"/>
                        </a:lnTo>
                        <a:lnTo>
                          <a:pt x="346" y="515"/>
                        </a:lnTo>
                        <a:lnTo>
                          <a:pt x="346" y="515"/>
                        </a:lnTo>
                        <a:close/>
                        <a:moveTo>
                          <a:pt x="353" y="502"/>
                        </a:moveTo>
                        <a:lnTo>
                          <a:pt x="354" y="498"/>
                        </a:lnTo>
                        <a:lnTo>
                          <a:pt x="353" y="493"/>
                        </a:lnTo>
                        <a:lnTo>
                          <a:pt x="349" y="491"/>
                        </a:lnTo>
                        <a:lnTo>
                          <a:pt x="345" y="487"/>
                        </a:lnTo>
                        <a:lnTo>
                          <a:pt x="342" y="487"/>
                        </a:lnTo>
                        <a:lnTo>
                          <a:pt x="339" y="483"/>
                        </a:lnTo>
                        <a:lnTo>
                          <a:pt x="337" y="481"/>
                        </a:lnTo>
                        <a:lnTo>
                          <a:pt x="335" y="480"/>
                        </a:lnTo>
                        <a:lnTo>
                          <a:pt x="331" y="477"/>
                        </a:lnTo>
                        <a:lnTo>
                          <a:pt x="330" y="477"/>
                        </a:lnTo>
                        <a:lnTo>
                          <a:pt x="328" y="478"/>
                        </a:lnTo>
                        <a:lnTo>
                          <a:pt x="328" y="480"/>
                        </a:lnTo>
                        <a:lnTo>
                          <a:pt x="326" y="481"/>
                        </a:lnTo>
                        <a:lnTo>
                          <a:pt x="328" y="484"/>
                        </a:lnTo>
                        <a:lnTo>
                          <a:pt x="330" y="484"/>
                        </a:lnTo>
                        <a:lnTo>
                          <a:pt x="330" y="485"/>
                        </a:lnTo>
                        <a:lnTo>
                          <a:pt x="328" y="485"/>
                        </a:lnTo>
                        <a:lnTo>
                          <a:pt x="326" y="484"/>
                        </a:lnTo>
                        <a:lnTo>
                          <a:pt x="326" y="484"/>
                        </a:lnTo>
                        <a:lnTo>
                          <a:pt x="326" y="487"/>
                        </a:lnTo>
                        <a:lnTo>
                          <a:pt x="331" y="492"/>
                        </a:lnTo>
                        <a:lnTo>
                          <a:pt x="334" y="493"/>
                        </a:lnTo>
                        <a:lnTo>
                          <a:pt x="335" y="496"/>
                        </a:lnTo>
                        <a:lnTo>
                          <a:pt x="337" y="496"/>
                        </a:lnTo>
                        <a:lnTo>
                          <a:pt x="338" y="493"/>
                        </a:lnTo>
                        <a:lnTo>
                          <a:pt x="339" y="495"/>
                        </a:lnTo>
                        <a:lnTo>
                          <a:pt x="342" y="493"/>
                        </a:lnTo>
                        <a:lnTo>
                          <a:pt x="342" y="495"/>
                        </a:lnTo>
                        <a:lnTo>
                          <a:pt x="343" y="499"/>
                        </a:lnTo>
                        <a:lnTo>
                          <a:pt x="343" y="500"/>
                        </a:lnTo>
                        <a:lnTo>
                          <a:pt x="345" y="502"/>
                        </a:lnTo>
                        <a:lnTo>
                          <a:pt x="349" y="502"/>
                        </a:lnTo>
                        <a:lnTo>
                          <a:pt x="350" y="500"/>
                        </a:lnTo>
                        <a:lnTo>
                          <a:pt x="353" y="502"/>
                        </a:lnTo>
                        <a:lnTo>
                          <a:pt x="353" y="502"/>
                        </a:lnTo>
                        <a:close/>
                        <a:moveTo>
                          <a:pt x="421" y="381"/>
                        </a:moveTo>
                        <a:lnTo>
                          <a:pt x="421" y="381"/>
                        </a:lnTo>
                        <a:lnTo>
                          <a:pt x="421" y="379"/>
                        </a:lnTo>
                        <a:lnTo>
                          <a:pt x="421" y="377"/>
                        </a:lnTo>
                        <a:lnTo>
                          <a:pt x="422" y="377"/>
                        </a:lnTo>
                        <a:lnTo>
                          <a:pt x="424" y="379"/>
                        </a:lnTo>
                        <a:lnTo>
                          <a:pt x="425" y="379"/>
                        </a:lnTo>
                        <a:lnTo>
                          <a:pt x="426" y="379"/>
                        </a:lnTo>
                        <a:lnTo>
                          <a:pt x="429" y="379"/>
                        </a:lnTo>
                        <a:lnTo>
                          <a:pt x="429" y="377"/>
                        </a:lnTo>
                        <a:lnTo>
                          <a:pt x="432" y="374"/>
                        </a:lnTo>
                        <a:lnTo>
                          <a:pt x="436" y="374"/>
                        </a:lnTo>
                        <a:lnTo>
                          <a:pt x="436" y="371"/>
                        </a:lnTo>
                        <a:lnTo>
                          <a:pt x="434" y="368"/>
                        </a:lnTo>
                        <a:lnTo>
                          <a:pt x="430" y="367"/>
                        </a:lnTo>
                        <a:lnTo>
                          <a:pt x="430" y="364"/>
                        </a:lnTo>
                        <a:lnTo>
                          <a:pt x="428" y="362"/>
                        </a:lnTo>
                        <a:lnTo>
                          <a:pt x="426" y="360"/>
                        </a:lnTo>
                        <a:lnTo>
                          <a:pt x="424" y="362"/>
                        </a:lnTo>
                        <a:lnTo>
                          <a:pt x="421" y="364"/>
                        </a:lnTo>
                        <a:lnTo>
                          <a:pt x="418" y="364"/>
                        </a:lnTo>
                        <a:lnTo>
                          <a:pt x="415" y="367"/>
                        </a:lnTo>
                        <a:lnTo>
                          <a:pt x="415" y="368"/>
                        </a:lnTo>
                        <a:lnTo>
                          <a:pt x="418" y="371"/>
                        </a:lnTo>
                        <a:lnTo>
                          <a:pt x="418" y="374"/>
                        </a:lnTo>
                        <a:lnTo>
                          <a:pt x="418" y="378"/>
                        </a:lnTo>
                        <a:lnTo>
                          <a:pt x="421" y="381"/>
                        </a:lnTo>
                        <a:lnTo>
                          <a:pt x="421" y="381"/>
                        </a:lnTo>
                        <a:close/>
                        <a:moveTo>
                          <a:pt x="429" y="500"/>
                        </a:moveTo>
                        <a:lnTo>
                          <a:pt x="429" y="500"/>
                        </a:lnTo>
                        <a:lnTo>
                          <a:pt x="429" y="502"/>
                        </a:lnTo>
                        <a:lnTo>
                          <a:pt x="432" y="502"/>
                        </a:lnTo>
                        <a:lnTo>
                          <a:pt x="433" y="500"/>
                        </a:lnTo>
                        <a:lnTo>
                          <a:pt x="433" y="498"/>
                        </a:lnTo>
                        <a:lnTo>
                          <a:pt x="432" y="496"/>
                        </a:lnTo>
                        <a:lnTo>
                          <a:pt x="430" y="498"/>
                        </a:lnTo>
                        <a:lnTo>
                          <a:pt x="430" y="499"/>
                        </a:lnTo>
                        <a:lnTo>
                          <a:pt x="429" y="500"/>
                        </a:lnTo>
                        <a:lnTo>
                          <a:pt x="429" y="500"/>
                        </a:lnTo>
                        <a:close/>
                        <a:moveTo>
                          <a:pt x="482" y="567"/>
                        </a:moveTo>
                        <a:lnTo>
                          <a:pt x="482" y="568"/>
                        </a:lnTo>
                        <a:lnTo>
                          <a:pt x="485" y="570"/>
                        </a:lnTo>
                        <a:lnTo>
                          <a:pt x="485" y="571"/>
                        </a:lnTo>
                        <a:lnTo>
                          <a:pt x="487" y="574"/>
                        </a:lnTo>
                        <a:lnTo>
                          <a:pt x="490" y="572"/>
                        </a:lnTo>
                        <a:lnTo>
                          <a:pt x="492" y="571"/>
                        </a:lnTo>
                        <a:lnTo>
                          <a:pt x="490" y="568"/>
                        </a:lnTo>
                        <a:lnTo>
                          <a:pt x="489" y="567"/>
                        </a:lnTo>
                        <a:lnTo>
                          <a:pt x="486" y="568"/>
                        </a:lnTo>
                        <a:lnTo>
                          <a:pt x="485" y="567"/>
                        </a:lnTo>
                        <a:lnTo>
                          <a:pt x="482" y="567"/>
                        </a:lnTo>
                        <a:lnTo>
                          <a:pt x="482" y="567"/>
                        </a:lnTo>
                        <a:close/>
                        <a:moveTo>
                          <a:pt x="473" y="378"/>
                        </a:moveTo>
                        <a:lnTo>
                          <a:pt x="473" y="375"/>
                        </a:lnTo>
                        <a:lnTo>
                          <a:pt x="471" y="374"/>
                        </a:lnTo>
                        <a:lnTo>
                          <a:pt x="471" y="373"/>
                        </a:lnTo>
                        <a:lnTo>
                          <a:pt x="473" y="371"/>
                        </a:lnTo>
                        <a:lnTo>
                          <a:pt x="471" y="368"/>
                        </a:lnTo>
                        <a:lnTo>
                          <a:pt x="468" y="368"/>
                        </a:lnTo>
                        <a:lnTo>
                          <a:pt x="467" y="370"/>
                        </a:lnTo>
                        <a:lnTo>
                          <a:pt x="466" y="374"/>
                        </a:lnTo>
                        <a:lnTo>
                          <a:pt x="467" y="377"/>
                        </a:lnTo>
                        <a:lnTo>
                          <a:pt x="468" y="377"/>
                        </a:lnTo>
                        <a:lnTo>
                          <a:pt x="471" y="378"/>
                        </a:lnTo>
                        <a:lnTo>
                          <a:pt x="473" y="378"/>
                        </a:lnTo>
                        <a:lnTo>
                          <a:pt x="473" y="378"/>
                        </a:lnTo>
                        <a:close/>
                        <a:moveTo>
                          <a:pt x="468" y="358"/>
                        </a:moveTo>
                        <a:lnTo>
                          <a:pt x="470" y="355"/>
                        </a:lnTo>
                        <a:lnTo>
                          <a:pt x="473" y="356"/>
                        </a:lnTo>
                        <a:lnTo>
                          <a:pt x="475" y="353"/>
                        </a:lnTo>
                        <a:lnTo>
                          <a:pt x="474" y="352"/>
                        </a:lnTo>
                        <a:lnTo>
                          <a:pt x="474" y="351"/>
                        </a:lnTo>
                        <a:lnTo>
                          <a:pt x="477" y="351"/>
                        </a:lnTo>
                        <a:lnTo>
                          <a:pt x="475" y="349"/>
                        </a:lnTo>
                        <a:lnTo>
                          <a:pt x="473" y="349"/>
                        </a:lnTo>
                        <a:lnTo>
                          <a:pt x="470" y="352"/>
                        </a:lnTo>
                        <a:lnTo>
                          <a:pt x="467" y="356"/>
                        </a:lnTo>
                        <a:lnTo>
                          <a:pt x="468" y="358"/>
                        </a:lnTo>
                        <a:lnTo>
                          <a:pt x="468" y="358"/>
                        </a:lnTo>
                        <a:close/>
                        <a:moveTo>
                          <a:pt x="481" y="362"/>
                        </a:moveTo>
                        <a:lnTo>
                          <a:pt x="483" y="363"/>
                        </a:lnTo>
                        <a:lnTo>
                          <a:pt x="487" y="364"/>
                        </a:lnTo>
                        <a:lnTo>
                          <a:pt x="489" y="364"/>
                        </a:lnTo>
                        <a:lnTo>
                          <a:pt x="489" y="362"/>
                        </a:lnTo>
                        <a:lnTo>
                          <a:pt x="485" y="362"/>
                        </a:lnTo>
                        <a:lnTo>
                          <a:pt x="482" y="360"/>
                        </a:lnTo>
                        <a:lnTo>
                          <a:pt x="481" y="362"/>
                        </a:lnTo>
                        <a:lnTo>
                          <a:pt x="481" y="362"/>
                        </a:lnTo>
                        <a:close/>
                        <a:moveTo>
                          <a:pt x="508" y="382"/>
                        </a:moveTo>
                        <a:lnTo>
                          <a:pt x="508" y="385"/>
                        </a:lnTo>
                        <a:lnTo>
                          <a:pt x="506" y="386"/>
                        </a:lnTo>
                        <a:lnTo>
                          <a:pt x="505" y="387"/>
                        </a:lnTo>
                        <a:lnTo>
                          <a:pt x="504" y="390"/>
                        </a:lnTo>
                        <a:lnTo>
                          <a:pt x="505" y="393"/>
                        </a:lnTo>
                        <a:lnTo>
                          <a:pt x="506" y="392"/>
                        </a:lnTo>
                        <a:lnTo>
                          <a:pt x="509" y="390"/>
                        </a:lnTo>
                        <a:lnTo>
                          <a:pt x="512" y="389"/>
                        </a:lnTo>
                        <a:lnTo>
                          <a:pt x="513" y="386"/>
                        </a:lnTo>
                        <a:lnTo>
                          <a:pt x="516" y="385"/>
                        </a:lnTo>
                        <a:lnTo>
                          <a:pt x="519" y="382"/>
                        </a:lnTo>
                        <a:lnTo>
                          <a:pt x="517" y="379"/>
                        </a:lnTo>
                        <a:lnTo>
                          <a:pt x="516" y="378"/>
                        </a:lnTo>
                        <a:lnTo>
                          <a:pt x="513" y="378"/>
                        </a:lnTo>
                        <a:lnTo>
                          <a:pt x="509" y="379"/>
                        </a:lnTo>
                        <a:lnTo>
                          <a:pt x="508" y="382"/>
                        </a:lnTo>
                        <a:lnTo>
                          <a:pt x="508" y="382"/>
                        </a:lnTo>
                        <a:close/>
                        <a:moveTo>
                          <a:pt x="517" y="355"/>
                        </a:moveTo>
                        <a:lnTo>
                          <a:pt x="516" y="359"/>
                        </a:lnTo>
                        <a:lnTo>
                          <a:pt x="515" y="363"/>
                        </a:lnTo>
                        <a:lnTo>
                          <a:pt x="513" y="367"/>
                        </a:lnTo>
                        <a:lnTo>
                          <a:pt x="513" y="368"/>
                        </a:lnTo>
                        <a:lnTo>
                          <a:pt x="516" y="370"/>
                        </a:lnTo>
                        <a:lnTo>
                          <a:pt x="517" y="371"/>
                        </a:lnTo>
                        <a:lnTo>
                          <a:pt x="520" y="371"/>
                        </a:lnTo>
                        <a:lnTo>
                          <a:pt x="523" y="373"/>
                        </a:lnTo>
                        <a:lnTo>
                          <a:pt x="525" y="371"/>
                        </a:lnTo>
                        <a:lnTo>
                          <a:pt x="525" y="370"/>
                        </a:lnTo>
                        <a:lnTo>
                          <a:pt x="523" y="366"/>
                        </a:lnTo>
                        <a:lnTo>
                          <a:pt x="523" y="362"/>
                        </a:lnTo>
                        <a:lnTo>
                          <a:pt x="519" y="359"/>
                        </a:lnTo>
                        <a:lnTo>
                          <a:pt x="517" y="355"/>
                        </a:lnTo>
                        <a:lnTo>
                          <a:pt x="517" y="355"/>
                        </a:lnTo>
                        <a:close/>
                        <a:moveTo>
                          <a:pt x="535" y="321"/>
                        </a:moveTo>
                        <a:lnTo>
                          <a:pt x="538" y="318"/>
                        </a:lnTo>
                        <a:lnTo>
                          <a:pt x="536" y="317"/>
                        </a:lnTo>
                        <a:lnTo>
                          <a:pt x="534" y="317"/>
                        </a:lnTo>
                        <a:lnTo>
                          <a:pt x="532" y="318"/>
                        </a:lnTo>
                        <a:lnTo>
                          <a:pt x="534" y="321"/>
                        </a:lnTo>
                        <a:lnTo>
                          <a:pt x="535" y="321"/>
                        </a:lnTo>
                        <a:lnTo>
                          <a:pt x="535" y="321"/>
                        </a:lnTo>
                        <a:close/>
                        <a:moveTo>
                          <a:pt x="543" y="320"/>
                        </a:moveTo>
                        <a:lnTo>
                          <a:pt x="546" y="317"/>
                        </a:lnTo>
                        <a:lnTo>
                          <a:pt x="546" y="315"/>
                        </a:lnTo>
                        <a:lnTo>
                          <a:pt x="543" y="315"/>
                        </a:lnTo>
                        <a:lnTo>
                          <a:pt x="542" y="315"/>
                        </a:lnTo>
                        <a:lnTo>
                          <a:pt x="539" y="317"/>
                        </a:lnTo>
                        <a:lnTo>
                          <a:pt x="540" y="318"/>
                        </a:lnTo>
                        <a:lnTo>
                          <a:pt x="543" y="320"/>
                        </a:lnTo>
                        <a:lnTo>
                          <a:pt x="543" y="320"/>
                        </a:lnTo>
                        <a:close/>
                        <a:moveTo>
                          <a:pt x="557" y="321"/>
                        </a:moveTo>
                        <a:lnTo>
                          <a:pt x="558" y="320"/>
                        </a:lnTo>
                        <a:lnTo>
                          <a:pt x="554" y="318"/>
                        </a:lnTo>
                        <a:lnTo>
                          <a:pt x="551" y="320"/>
                        </a:lnTo>
                        <a:lnTo>
                          <a:pt x="553" y="321"/>
                        </a:lnTo>
                        <a:lnTo>
                          <a:pt x="557" y="321"/>
                        </a:lnTo>
                        <a:lnTo>
                          <a:pt x="557" y="321"/>
                        </a:lnTo>
                        <a:close/>
                        <a:moveTo>
                          <a:pt x="577" y="314"/>
                        </a:moveTo>
                        <a:lnTo>
                          <a:pt x="577" y="318"/>
                        </a:lnTo>
                        <a:lnTo>
                          <a:pt x="580" y="318"/>
                        </a:lnTo>
                        <a:lnTo>
                          <a:pt x="580" y="317"/>
                        </a:lnTo>
                        <a:lnTo>
                          <a:pt x="578" y="315"/>
                        </a:lnTo>
                        <a:lnTo>
                          <a:pt x="577" y="314"/>
                        </a:lnTo>
                        <a:lnTo>
                          <a:pt x="577" y="314"/>
                        </a:lnTo>
                        <a:close/>
                        <a:moveTo>
                          <a:pt x="565" y="313"/>
                        </a:moveTo>
                        <a:lnTo>
                          <a:pt x="568" y="313"/>
                        </a:lnTo>
                        <a:lnTo>
                          <a:pt x="569" y="310"/>
                        </a:lnTo>
                        <a:lnTo>
                          <a:pt x="568" y="309"/>
                        </a:lnTo>
                        <a:lnTo>
                          <a:pt x="565" y="310"/>
                        </a:lnTo>
                        <a:lnTo>
                          <a:pt x="565" y="311"/>
                        </a:lnTo>
                        <a:lnTo>
                          <a:pt x="565" y="313"/>
                        </a:lnTo>
                        <a:lnTo>
                          <a:pt x="565" y="313"/>
                        </a:lnTo>
                        <a:close/>
                        <a:moveTo>
                          <a:pt x="555" y="301"/>
                        </a:moveTo>
                        <a:lnTo>
                          <a:pt x="555" y="299"/>
                        </a:lnTo>
                        <a:lnTo>
                          <a:pt x="554" y="299"/>
                        </a:lnTo>
                        <a:lnTo>
                          <a:pt x="550" y="302"/>
                        </a:lnTo>
                        <a:lnTo>
                          <a:pt x="550" y="303"/>
                        </a:lnTo>
                        <a:lnTo>
                          <a:pt x="553" y="305"/>
                        </a:lnTo>
                        <a:lnTo>
                          <a:pt x="554" y="303"/>
                        </a:lnTo>
                        <a:lnTo>
                          <a:pt x="553" y="302"/>
                        </a:lnTo>
                        <a:lnTo>
                          <a:pt x="554" y="301"/>
                        </a:lnTo>
                        <a:lnTo>
                          <a:pt x="555" y="301"/>
                        </a:lnTo>
                        <a:lnTo>
                          <a:pt x="555" y="301"/>
                        </a:lnTo>
                        <a:close/>
                        <a:moveTo>
                          <a:pt x="564" y="298"/>
                        </a:moveTo>
                        <a:lnTo>
                          <a:pt x="562" y="296"/>
                        </a:lnTo>
                        <a:lnTo>
                          <a:pt x="559" y="296"/>
                        </a:lnTo>
                        <a:lnTo>
                          <a:pt x="558" y="298"/>
                        </a:lnTo>
                        <a:lnTo>
                          <a:pt x="559" y="301"/>
                        </a:lnTo>
                        <a:lnTo>
                          <a:pt x="561" y="301"/>
                        </a:lnTo>
                        <a:lnTo>
                          <a:pt x="562" y="299"/>
                        </a:lnTo>
                        <a:lnTo>
                          <a:pt x="564" y="298"/>
                        </a:lnTo>
                        <a:lnTo>
                          <a:pt x="564" y="298"/>
                        </a:lnTo>
                        <a:close/>
                        <a:moveTo>
                          <a:pt x="564" y="299"/>
                        </a:moveTo>
                        <a:lnTo>
                          <a:pt x="565" y="301"/>
                        </a:lnTo>
                        <a:lnTo>
                          <a:pt x="566" y="299"/>
                        </a:lnTo>
                        <a:lnTo>
                          <a:pt x="569" y="298"/>
                        </a:lnTo>
                        <a:lnTo>
                          <a:pt x="569" y="295"/>
                        </a:lnTo>
                        <a:lnTo>
                          <a:pt x="568" y="294"/>
                        </a:lnTo>
                        <a:lnTo>
                          <a:pt x="565" y="294"/>
                        </a:lnTo>
                        <a:lnTo>
                          <a:pt x="565" y="296"/>
                        </a:lnTo>
                        <a:lnTo>
                          <a:pt x="565" y="298"/>
                        </a:lnTo>
                        <a:lnTo>
                          <a:pt x="564" y="299"/>
                        </a:lnTo>
                        <a:lnTo>
                          <a:pt x="564" y="299"/>
                        </a:lnTo>
                        <a:close/>
                        <a:moveTo>
                          <a:pt x="555" y="291"/>
                        </a:moveTo>
                        <a:lnTo>
                          <a:pt x="558" y="288"/>
                        </a:lnTo>
                        <a:lnTo>
                          <a:pt x="557" y="287"/>
                        </a:lnTo>
                        <a:lnTo>
                          <a:pt x="555" y="287"/>
                        </a:lnTo>
                        <a:lnTo>
                          <a:pt x="553" y="287"/>
                        </a:lnTo>
                        <a:lnTo>
                          <a:pt x="551" y="288"/>
                        </a:lnTo>
                        <a:lnTo>
                          <a:pt x="551" y="288"/>
                        </a:lnTo>
                        <a:lnTo>
                          <a:pt x="554" y="290"/>
                        </a:lnTo>
                        <a:lnTo>
                          <a:pt x="555" y="291"/>
                        </a:lnTo>
                        <a:lnTo>
                          <a:pt x="555" y="291"/>
                        </a:lnTo>
                        <a:close/>
                        <a:moveTo>
                          <a:pt x="569" y="284"/>
                        </a:moveTo>
                        <a:lnTo>
                          <a:pt x="570" y="284"/>
                        </a:lnTo>
                        <a:lnTo>
                          <a:pt x="570" y="283"/>
                        </a:lnTo>
                        <a:lnTo>
                          <a:pt x="569" y="281"/>
                        </a:lnTo>
                        <a:lnTo>
                          <a:pt x="572" y="280"/>
                        </a:lnTo>
                        <a:lnTo>
                          <a:pt x="572" y="280"/>
                        </a:lnTo>
                        <a:lnTo>
                          <a:pt x="569" y="277"/>
                        </a:lnTo>
                        <a:lnTo>
                          <a:pt x="566" y="277"/>
                        </a:lnTo>
                        <a:lnTo>
                          <a:pt x="565" y="277"/>
                        </a:lnTo>
                        <a:lnTo>
                          <a:pt x="565" y="280"/>
                        </a:lnTo>
                        <a:lnTo>
                          <a:pt x="564" y="280"/>
                        </a:lnTo>
                        <a:lnTo>
                          <a:pt x="562" y="279"/>
                        </a:lnTo>
                        <a:lnTo>
                          <a:pt x="561" y="279"/>
                        </a:lnTo>
                        <a:lnTo>
                          <a:pt x="562" y="281"/>
                        </a:lnTo>
                        <a:lnTo>
                          <a:pt x="564" y="283"/>
                        </a:lnTo>
                        <a:lnTo>
                          <a:pt x="566" y="283"/>
                        </a:lnTo>
                        <a:lnTo>
                          <a:pt x="569" y="284"/>
                        </a:lnTo>
                        <a:lnTo>
                          <a:pt x="569" y="284"/>
                        </a:lnTo>
                        <a:close/>
                        <a:moveTo>
                          <a:pt x="606" y="182"/>
                        </a:moveTo>
                        <a:lnTo>
                          <a:pt x="607" y="182"/>
                        </a:lnTo>
                        <a:lnTo>
                          <a:pt x="610" y="181"/>
                        </a:lnTo>
                        <a:lnTo>
                          <a:pt x="612" y="178"/>
                        </a:lnTo>
                        <a:lnTo>
                          <a:pt x="612" y="178"/>
                        </a:lnTo>
                        <a:lnTo>
                          <a:pt x="614" y="180"/>
                        </a:lnTo>
                        <a:lnTo>
                          <a:pt x="612" y="181"/>
                        </a:lnTo>
                        <a:lnTo>
                          <a:pt x="615" y="180"/>
                        </a:lnTo>
                        <a:lnTo>
                          <a:pt x="618" y="177"/>
                        </a:lnTo>
                        <a:lnTo>
                          <a:pt x="618" y="174"/>
                        </a:lnTo>
                        <a:lnTo>
                          <a:pt x="619" y="173"/>
                        </a:lnTo>
                        <a:lnTo>
                          <a:pt x="619" y="170"/>
                        </a:lnTo>
                        <a:lnTo>
                          <a:pt x="618" y="169"/>
                        </a:lnTo>
                        <a:lnTo>
                          <a:pt x="617" y="169"/>
                        </a:lnTo>
                        <a:lnTo>
                          <a:pt x="617" y="170"/>
                        </a:lnTo>
                        <a:lnTo>
                          <a:pt x="614" y="173"/>
                        </a:lnTo>
                        <a:lnTo>
                          <a:pt x="610" y="174"/>
                        </a:lnTo>
                        <a:lnTo>
                          <a:pt x="607" y="178"/>
                        </a:lnTo>
                        <a:lnTo>
                          <a:pt x="606" y="182"/>
                        </a:lnTo>
                        <a:lnTo>
                          <a:pt x="606" y="182"/>
                        </a:lnTo>
                        <a:close/>
                        <a:moveTo>
                          <a:pt x="634" y="184"/>
                        </a:moveTo>
                        <a:lnTo>
                          <a:pt x="637" y="184"/>
                        </a:lnTo>
                        <a:lnTo>
                          <a:pt x="638" y="181"/>
                        </a:lnTo>
                        <a:lnTo>
                          <a:pt x="637" y="181"/>
                        </a:lnTo>
                        <a:lnTo>
                          <a:pt x="634" y="182"/>
                        </a:lnTo>
                        <a:lnTo>
                          <a:pt x="633" y="184"/>
                        </a:lnTo>
                        <a:lnTo>
                          <a:pt x="634" y="184"/>
                        </a:lnTo>
                        <a:lnTo>
                          <a:pt x="634" y="184"/>
                        </a:lnTo>
                        <a:close/>
                        <a:moveTo>
                          <a:pt x="638" y="190"/>
                        </a:moveTo>
                        <a:lnTo>
                          <a:pt x="640" y="190"/>
                        </a:lnTo>
                        <a:lnTo>
                          <a:pt x="641" y="189"/>
                        </a:lnTo>
                        <a:lnTo>
                          <a:pt x="641" y="188"/>
                        </a:lnTo>
                        <a:lnTo>
                          <a:pt x="638" y="186"/>
                        </a:lnTo>
                        <a:lnTo>
                          <a:pt x="638" y="185"/>
                        </a:lnTo>
                        <a:lnTo>
                          <a:pt x="637" y="185"/>
                        </a:lnTo>
                        <a:lnTo>
                          <a:pt x="637" y="186"/>
                        </a:lnTo>
                        <a:lnTo>
                          <a:pt x="638" y="188"/>
                        </a:lnTo>
                        <a:lnTo>
                          <a:pt x="638" y="190"/>
                        </a:lnTo>
                        <a:lnTo>
                          <a:pt x="638" y="190"/>
                        </a:lnTo>
                        <a:close/>
                        <a:moveTo>
                          <a:pt x="614" y="197"/>
                        </a:moveTo>
                        <a:lnTo>
                          <a:pt x="617" y="196"/>
                        </a:lnTo>
                        <a:lnTo>
                          <a:pt x="617" y="195"/>
                        </a:lnTo>
                        <a:lnTo>
                          <a:pt x="615" y="193"/>
                        </a:lnTo>
                        <a:lnTo>
                          <a:pt x="614" y="195"/>
                        </a:lnTo>
                        <a:lnTo>
                          <a:pt x="610" y="196"/>
                        </a:lnTo>
                        <a:lnTo>
                          <a:pt x="611" y="197"/>
                        </a:lnTo>
                        <a:lnTo>
                          <a:pt x="614" y="197"/>
                        </a:lnTo>
                        <a:lnTo>
                          <a:pt x="614" y="197"/>
                        </a:lnTo>
                        <a:close/>
                        <a:moveTo>
                          <a:pt x="627" y="197"/>
                        </a:moveTo>
                        <a:lnTo>
                          <a:pt x="629" y="196"/>
                        </a:lnTo>
                        <a:lnTo>
                          <a:pt x="629" y="193"/>
                        </a:lnTo>
                        <a:lnTo>
                          <a:pt x="629" y="193"/>
                        </a:lnTo>
                        <a:lnTo>
                          <a:pt x="629" y="189"/>
                        </a:lnTo>
                        <a:lnTo>
                          <a:pt x="627" y="189"/>
                        </a:lnTo>
                        <a:lnTo>
                          <a:pt x="626" y="190"/>
                        </a:lnTo>
                        <a:lnTo>
                          <a:pt x="625" y="193"/>
                        </a:lnTo>
                        <a:lnTo>
                          <a:pt x="622" y="195"/>
                        </a:lnTo>
                        <a:lnTo>
                          <a:pt x="623" y="196"/>
                        </a:lnTo>
                        <a:lnTo>
                          <a:pt x="625" y="196"/>
                        </a:lnTo>
                        <a:lnTo>
                          <a:pt x="626" y="195"/>
                        </a:lnTo>
                        <a:lnTo>
                          <a:pt x="627" y="195"/>
                        </a:lnTo>
                        <a:lnTo>
                          <a:pt x="627" y="197"/>
                        </a:lnTo>
                        <a:lnTo>
                          <a:pt x="627" y="197"/>
                        </a:lnTo>
                        <a:close/>
                        <a:moveTo>
                          <a:pt x="629" y="212"/>
                        </a:moveTo>
                        <a:lnTo>
                          <a:pt x="631" y="211"/>
                        </a:lnTo>
                        <a:lnTo>
                          <a:pt x="633" y="212"/>
                        </a:lnTo>
                        <a:lnTo>
                          <a:pt x="636" y="212"/>
                        </a:lnTo>
                        <a:lnTo>
                          <a:pt x="637" y="212"/>
                        </a:lnTo>
                        <a:lnTo>
                          <a:pt x="640" y="212"/>
                        </a:lnTo>
                        <a:lnTo>
                          <a:pt x="642" y="212"/>
                        </a:lnTo>
                        <a:lnTo>
                          <a:pt x="644" y="209"/>
                        </a:lnTo>
                        <a:lnTo>
                          <a:pt x="644" y="208"/>
                        </a:lnTo>
                        <a:lnTo>
                          <a:pt x="642" y="208"/>
                        </a:lnTo>
                        <a:lnTo>
                          <a:pt x="642" y="207"/>
                        </a:lnTo>
                        <a:lnTo>
                          <a:pt x="642" y="204"/>
                        </a:lnTo>
                        <a:lnTo>
                          <a:pt x="640" y="204"/>
                        </a:lnTo>
                        <a:lnTo>
                          <a:pt x="638" y="207"/>
                        </a:lnTo>
                        <a:lnTo>
                          <a:pt x="638" y="208"/>
                        </a:lnTo>
                        <a:lnTo>
                          <a:pt x="638" y="208"/>
                        </a:lnTo>
                        <a:lnTo>
                          <a:pt x="636" y="208"/>
                        </a:lnTo>
                        <a:lnTo>
                          <a:pt x="636" y="207"/>
                        </a:lnTo>
                        <a:lnTo>
                          <a:pt x="634" y="207"/>
                        </a:lnTo>
                        <a:lnTo>
                          <a:pt x="633" y="208"/>
                        </a:lnTo>
                        <a:lnTo>
                          <a:pt x="631" y="209"/>
                        </a:lnTo>
                        <a:lnTo>
                          <a:pt x="629" y="208"/>
                        </a:lnTo>
                        <a:lnTo>
                          <a:pt x="629" y="211"/>
                        </a:lnTo>
                        <a:lnTo>
                          <a:pt x="629" y="212"/>
                        </a:lnTo>
                        <a:lnTo>
                          <a:pt x="629" y="212"/>
                        </a:lnTo>
                        <a:close/>
                        <a:moveTo>
                          <a:pt x="519" y="61"/>
                        </a:moveTo>
                        <a:lnTo>
                          <a:pt x="524" y="59"/>
                        </a:lnTo>
                        <a:lnTo>
                          <a:pt x="525" y="56"/>
                        </a:lnTo>
                        <a:lnTo>
                          <a:pt x="525" y="53"/>
                        </a:lnTo>
                        <a:lnTo>
                          <a:pt x="530" y="49"/>
                        </a:lnTo>
                        <a:lnTo>
                          <a:pt x="535" y="45"/>
                        </a:lnTo>
                        <a:lnTo>
                          <a:pt x="539" y="44"/>
                        </a:lnTo>
                        <a:lnTo>
                          <a:pt x="540" y="41"/>
                        </a:lnTo>
                        <a:lnTo>
                          <a:pt x="540" y="38"/>
                        </a:lnTo>
                        <a:lnTo>
                          <a:pt x="535" y="36"/>
                        </a:lnTo>
                        <a:lnTo>
                          <a:pt x="531" y="32"/>
                        </a:lnTo>
                        <a:lnTo>
                          <a:pt x="528" y="26"/>
                        </a:lnTo>
                        <a:lnTo>
                          <a:pt x="528" y="23"/>
                        </a:lnTo>
                        <a:lnTo>
                          <a:pt x="530" y="21"/>
                        </a:lnTo>
                        <a:lnTo>
                          <a:pt x="530" y="18"/>
                        </a:lnTo>
                        <a:lnTo>
                          <a:pt x="528" y="18"/>
                        </a:lnTo>
                        <a:lnTo>
                          <a:pt x="521" y="18"/>
                        </a:lnTo>
                        <a:lnTo>
                          <a:pt x="516" y="17"/>
                        </a:lnTo>
                        <a:lnTo>
                          <a:pt x="512" y="14"/>
                        </a:lnTo>
                        <a:lnTo>
                          <a:pt x="506" y="6"/>
                        </a:lnTo>
                        <a:lnTo>
                          <a:pt x="502" y="3"/>
                        </a:lnTo>
                        <a:lnTo>
                          <a:pt x="498" y="0"/>
                        </a:lnTo>
                        <a:lnTo>
                          <a:pt x="496" y="0"/>
                        </a:lnTo>
                        <a:lnTo>
                          <a:pt x="496" y="2"/>
                        </a:lnTo>
                        <a:lnTo>
                          <a:pt x="494" y="4"/>
                        </a:lnTo>
                        <a:lnTo>
                          <a:pt x="496" y="6"/>
                        </a:lnTo>
                        <a:lnTo>
                          <a:pt x="494" y="10"/>
                        </a:lnTo>
                        <a:lnTo>
                          <a:pt x="493" y="14"/>
                        </a:lnTo>
                        <a:lnTo>
                          <a:pt x="490" y="18"/>
                        </a:lnTo>
                        <a:lnTo>
                          <a:pt x="487" y="22"/>
                        </a:lnTo>
                        <a:lnTo>
                          <a:pt x="486" y="25"/>
                        </a:lnTo>
                        <a:lnTo>
                          <a:pt x="487" y="36"/>
                        </a:lnTo>
                        <a:lnTo>
                          <a:pt x="489" y="38"/>
                        </a:lnTo>
                        <a:lnTo>
                          <a:pt x="492" y="40"/>
                        </a:lnTo>
                        <a:lnTo>
                          <a:pt x="492" y="42"/>
                        </a:lnTo>
                        <a:lnTo>
                          <a:pt x="492" y="51"/>
                        </a:lnTo>
                        <a:lnTo>
                          <a:pt x="489" y="53"/>
                        </a:lnTo>
                        <a:lnTo>
                          <a:pt x="489" y="56"/>
                        </a:lnTo>
                        <a:lnTo>
                          <a:pt x="489" y="59"/>
                        </a:lnTo>
                        <a:lnTo>
                          <a:pt x="490" y="57"/>
                        </a:lnTo>
                        <a:lnTo>
                          <a:pt x="493" y="55"/>
                        </a:lnTo>
                        <a:lnTo>
                          <a:pt x="496" y="53"/>
                        </a:lnTo>
                        <a:lnTo>
                          <a:pt x="497" y="55"/>
                        </a:lnTo>
                        <a:lnTo>
                          <a:pt x="498" y="57"/>
                        </a:lnTo>
                        <a:lnTo>
                          <a:pt x="502" y="60"/>
                        </a:lnTo>
                        <a:lnTo>
                          <a:pt x="505" y="60"/>
                        </a:lnTo>
                        <a:lnTo>
                          <a:pt x="506" y="59"/>
                        </a:lnTo>
                        <a:lnTo>
                          <a:pt x="508" y="59"/>
                        </a:lnTo>
                        <a:lnTo>
                          <a:pt x="512" y="61"/>
                        </a:lnTo>
                        <a:lnTo>
                          <a:pt x="516" y="61"/>
                        </a:lnTo>
                        <a:lnTo>
                          <a:pt x="519" y="61"/>
                        </a:lnTo>
                        <a:lnTo>
                          <a:pt x="519" y="61"/>
                        </a:lnTo>
                        <a:close/>
                        <a:moveTo>
                          <a:pt x="505" y="82"/>
                        </a:moveTo>
                        <a:lnTo>
                          <a:pt x="506" y="83"/>
                        </a:lnTo>
                        <a:lnTo>
                          <a:pt x="509" y="84"/>
                        </a:lnTo>
                        <a:lnTo>
                          <a:pt x="512" y="84"/>
                        </a:lnTo>
                        <a:lnTo>
                          <a:pt x="515" y="82"/>
                        </a:lnTo>
                        <a:lnTo>
                          <a:pt x="517" y="79"/>
                        </a:lnTo>
                        <a:lnTo>
                          <a:pt x="520" y="78"/>
                        </a:lnTo>
                        <a:lnTo>
                          <a:pt x="521" y="75"/>
                        </a:lnTo>
                        <a:lnTo>
                          <a:pt x="523" y="70"/>
                        </a:lnTo>
                        <a:lnTo>
                          <a:pt x="521" y="68"/>
                        </a:lnTo>
                        <a:lnTo>
                          <a:pt x="516" y="65"/>
                        </a:lnTo>
                        <a:lnTo>
                          <a:pt x="511" y="64"/>
                        </a:lnTo>
                        <a:lnTo>
                          <a:pt x="506" y="65"/>
                        </a:lnTo>
                        <a:lnTo>
                          <a:pt x="504" y="67"/>
                        </a:lnTo>
                        <a:lnTo>
                          <a:pt x="501" y="65"/>
                        </a:lnTo>
                        <a:lnTo>
                          <a:pt x="500" y="65"/>
                        </a:lnTo>
                        <a:lnTo>
                          <a:pt x="497" y="67"/>
                        </a:lnTo>
                        <a:lnTo>
                          <a:pt x="493" y="67"/>
                        </a:lnTo>
                        <a:lnTo>
                          <a:pt x="493" y="68"/>
                        </a:lnTo>
                        <a:lnTo>
                          <a:pt x="494" y="70"/>
                        </a:lnTo>
                        <a:lnTo>
                          <a:pt x="497" y="71"/>
                        </a:lnTo>
                        <a:lnTo>
                          <a:pt x="498" y="74"/>
                        </a:lnTo>
                        <a:lnTo>
                          <a:pt x="502" y="75"/>
                        </a:lnTo>
                        <a:lnTo>
                          <a:pt x="504" y="78"/>
                        </a:lnTo>
                        <a:lnTo>
                          <a:pt x="508" y="79"/>
                        </a:lnTo>
                        <a:lnTo>
                          <a:pt x="512" y="79"/>
                        </a:lnTo>
                        <a:lnTo>
                          <a:pt x="515" y="79"/>
                        </a:lnTo>
                        <a:lnTo>
                          <a:pt x="513" y="80"/>
                        </a:lnTo>
                        <a:lnTo>
                          <a:pt x="509" y="82"/>
                        </a:lnTo>
                        <a:lnTo>
                          <a:pt x="505" y="82"/>
                        </a:lnTo>
                        <a:lnTo>
                          <a:pt x="505" y="82"/>
                        </a:lnTo>
                        <a:close/>
                        <a:moveTo>
                          <a:pt x="602" y="90"/>
                        </a:moveTo>
                        <a:lnTo>
                          <a:pt x="602" y="93"/>
                        </a:lnTo>
                        <a:lnTo>
                          <a:pt x="599" y="97"/>
                        </a:lnTo>
                        <a:lnTo>
                          <a:pt x="595" y="98"/>
                        </a:lnTo>
                        <a:lnTo>
                          <a:pt x="591" y="101"/>
                        </a:lnTo>
                        <a:lnTo>
                          <a:pt x="588" y="104"/>
                        </a:lnTo>
                        <a:lnTo>
                          <a:pt x="587" y="104"/>
                        </a:lnTo>
                        <a:lnTo>
                          <a:pt x="583" y="101"/>
                        </a:lnTo>
                        <a:lnTo>
                          <a:pt x="581" y="99"/>
                        </a:lnTo>
                        <a:lnTo>
                          <a:pt x="578" y="99"/>
                        </a:lnTo>
                        <a:lnTo>
                          <a:pt x="577" y="99"/>
                        </a:lnTo>
                        <a:lnTo>
                          <a:pt x="573" y="99"/>
                        </a:lnTo>
                        <a:lnTo>
                          <a:pt x="566" y="99"/>
                        </a:lnTo>
                        <a:lnTo>
                          <a:pt x="564" y="97"/>
                        </a:lnTo>
                        <a:lnTo>
                          <a:pt x="561" y="95"/>
                        </a:lnTo>
                        <a:lnTo>
                          <a:pt x="558" y="97"/>
                        </a:lnTo>
                        <a:lnTo>
                          <a:pt x="554" y="99"/>
                        </a:lnTo>
                        <a:lnTo>
                          <a:pt x="551" y="98"/>
                        </a:lnTo>
                        <a:lnTo>
                          <a:pt x="549" y="97"/>
                        </a:lnTo>
                        <a:lnTo>
                          <a:pt x="545" y="95"/>
                        </a:lnTo>
                        <a:lnTo>
                          <a:pt x="543" y="94"/>
                        </a:lnTo>
                        <a:lnTo>
                          <a:pt x="542" y="89"/>
                        </a:lnTo>
                        <a:lnTo>
                          <a:pt x="539" y="86"/>
                        </a:lnTo>
                        <a:lnTo>
                          <a:pt x="538" y="86"/>
                        </a:lnTo>
                        <a:lnTo>
                          <a:pt x="535" y="87"/>
                        </a:lnTo>
                        <a:lnTo>
                          <a:pt x="532" y="84"/>
                        </a:lnTo>
                        <a:lnTo>
                          <a:pt x="530" y="83"/>
                        </a:lnTo>
                        <a:lnTo>
                          <a:pt x="530" y="84"/>
                        </a:lnTo>
                        <a:lnTo>
                          <a:pt x="530" y="87"/>
                        </a:lnTo>
                        <a:lnTo>
                          <a:pt x="528" y="87"/>
                        </a:lnTo>
                        <a:lnTo>
                          <a:pt x="527" y="87"/>
                        </a:lnTo>
                        <a:lnTo>
                          <a:pt x="524" y="84"/>
                        </a:lnTo>
                        <a:lnTo>
                          <a:pt x="525" y="83"/>
                        </a:lnTo>
                        <a:lnTo>
                          <a:pt x="528" y="82"/>
                        </a:lnTo>
                        <a:lnTo>
                          <a:pt x="528" y="79"/>
                        </a:lnTo>
                        <a:lnTo>
                          <a:pt x="528" y="75"/>
                        </a:lnTo>
                        <a:lnTo>
                          <a:pt x="528" y="72"/>
                        </a:lnTo>
                        <a:lnTo>
                          <a:pt x="532" y="70"/>
                        </a:lnTo>
                        <a:lnTo>
                          <a:pt x="531" y="67"/>
                        </a:lnTo>
                        <a:lnTo>
                          <a:pt x="528" y="67"/>
                        </a:lnTo>
                        <a:lnTo>
                          <a:pt x="525" y="65"/>
                        </a:lnTo>
                        <a:lnTo>
                          <a:pt x="525" y="64"/>
                        </a:lnTo>
                        <a:lnTo>
                          <a:pt x="527" y="59"/>
                        </a:lnTo>
                        <a:lnTo>
                          <a:pt x="530" y="57"/>
                        </a:lnTo>
                        <a:lnTo>
                          <a:pt x="534" y="56"/>
                        </a:lnTo>
                        <a:lnTo>
                          <a:pt x="534" y="53"/>
                        </a:lnTo>
                        <a:lnTo>
                          <a:pt x="535" y="52"/>
                        </a:lnTo>
                        <a:lnTo>
                          <a:pt x="539" y="51"/>
                        </a:lnTo>
                        <a:lnTo>
                          <a:pt x="543" y="46"/>
                        </a:lnTo>
                        <a:lnTo>
                          <a:pt x="545" y="44"/>
                        </a:lnTo>
                        <a:lnTo>
                          <a:pt x="546" y="42"/>
                        </a:lnTo>
                        <a:lnTo>
                          <a:pt x="551" y="44"/>
                        </a:lnTo>
                        <a:lnTo>
                          <a:pt x="554" y="46"/>
                        </a:lnTo>
                        <a:lnTo>
                          <a:pt x="559" y="53"/>
                        </a:lnTo>
                        <a:lnTo>
                          <a:pt x="561" y="56"/>
                        </a:lnTo>
                        <a:lnTo>
                          <a:pt x="559" y="60"/>
                        </a:lnTo>
                        <a:lnTo>
                          <a:pt x="561" y="61"/>
                        </a:lnTo>
                        <a:lnTo>
                          <a:pt x="559" y="64"/>
                        </a:lnTo>
                        <a:lnTo>
                          <a:pt x="558" y="65"/>
                        </a:lnTo>
                        <a:lnTo>
                          <a:pt x="558" y="68"/>
                        </a:lnTo>
                        <a:lnTo>
                          <a:pt x="559" y="67"/>
                        </a:lnTo>
                        <a:lnTo>
                          <a:pt x="562" y="63"/>
                        </a:lnTo>
                        <a:lnTo>
                          <a:pt x="562" y="60"/>
                        </a:lnTo>
                        <a:lnTo>
                          <a:pt x="562" y="57"/>
                        </a:lnTo>
                        <a:lnTo>
                          <a:pt x="564" y="55"/>
                        </a:lnTo>
                        <a:lnTo>
                          <a:pt x="564" y="53"/>
                        </a:lnTo>
                        <a:lnTo>
                          <a:pt x="559" y="49"/>
                        </a:lnTo>
                        <a:lnTo>
                          <a:pt x="559" y="46"/>
                        </a:lnTo>
                        <a:lnTo>
                          <a:pt x="559" y="45"/>
                        </a:lnTo>
                        <a:lnTo>
                          <a:pt x="565" y="45"/>
                        </a:lnTo>
                        <a:lnTo>
                          <a:pt x="570" y="45"/>
                        </a:lnTo>
                        <a:lnTo>
                          <a:pt x="578" y="52"/>
                        </a:lnTo>
                        <a:lnTo>
                          <a:pt x="580" y="53"/>
                        </a:lnTo>
                        <a:lnTo>
                          <a:pt x="581" y="53"/>
                        </a:lnTo>
                        <a:lnTo>
                          <a:pt x="581" y="57"/>
                        </a:lnTo>
                        <a:lnTo>
                          <a:pt x="584" y="59"/>
                        </a:lnTo>
                        <a:lnTo>
                          <a:pt x="585" y="63"/>
                        </a:lnTo>
                        <a:lnTo>
                          <a:pt x="585" y="67"/>
                        </a:lnTo>
                        <a:lnTo>
                          <a:pt x="589" y="71"/>
                        </a:lnTo>
                        <a:lnTo>
                          <a:pt x="592" y="75"/>
                        </a:lnTo>
                        <a:lnTo>
                          <a:pt x="592" y="76"/>
                        </a:lnTo>
                        <a:lnTo>
                          <a:pt x="589" y="76"/>
                        </a:lnTo>
                        <a:lnTo>
                          <a:pt x="588" y="75"/>
                        </a:lnTo>
                        <a:lnTo>
                          <a:pt x="585" y="75"/>
                        </a:lnTo>
                        <a:lnTo>
                          <a:pt x="587" y="79"/>
                        </a:lnTo>
                        <a:lnTo>
                          <a:pt x="589" y="80"/>
                        </a:lnTo>
                        <a:lnTo>
                          <a:pt x="593" y="82"/>
                        </a:lnTo>
                        <a:lnTo>
                          <a:pt x="596" y="86"/>
                        </a:lnTo>
                        <a:lnTo>
                          <a:pt x="599" y="86"/>
                        </a:lnTo>
                        <a:lnTo>
                          <a:pt x="602" y="90"/>
                        </a:lnTo>
                        <a:lnTo>
                          <a:pt x="602" y="90"/>
                        </a:lnTo>
                        <a:close/>
                        <a:moveTo>
                          <a:pt x="1153" y="59"/>
                        </a:moveTo>
                        <a:lnTo>
                          <a:pt x="1155" y="64"/>
                        </a:lnTo>
                        <a:lnTo>
                          <a:pt x="1159" y="71"/>
                        </a:lnTo>
                        <a:lnTo>
                          <a:pt x="1160" y="74"/>
                        </a:lnTo>
                        <a:lnTo>
                          <a:pt x="1169" y="76"/>
                        </a:lnTo>
                        <a:lnTo>
                          <a:pt x="1178" y="78"/>
                        </a:lnTo>
                        <a:lnTo>
                          <a:pt x="1183" y="80"/>
                        </a:lnTo>
                        <a:lnTo>
                          <a:pt x="1187" y="80"/>
                        </a:lnTo>
                        <a:lnTo>
                          <a:pt x="1191" y="79"/>
                        </a:lnTo>
                        <a:lnTo>
                          <a:pt x="1195" y="80"/>
                        </a:lnTo>
                        <a:lnTo>
                          <a:pt x="1198" y="79"/>
                        </a:lnTo>
                        <a:lnTo>
                          <a:pt x="1203" y="76"/>
                        </a:lnTo>
                        <a:lnTo>
                          <a:pt x="1205" y="72"/>
                        </a:lnTo>
                        <a:lnTo>
                          <a:pt x="1206" y="70"/>
                        </a:lnTo>
                        <a:lnTo>
                          <a:pt x="1205" y="65"/>
                        </a:lnTo>
                        <a:lnTo>
                          <a:pt x="1203" y="64"/>
                        </a:lnTo>
                        <a:lnTo>
                          <a:pt x="1201" y="64"/>
                        </a:lnTo>
                        <a:lnTo>
                          <a:pt x="1201" y="63"/>
                        </a:lnTo>
                        <a:lnTo>
                          <a:pt x="1201" y="60"/>
                        </a:lnTo>
                        <a:lnTo>
                          <a:pt x="1199" y="59"/>
                        </a:lnTo>
                        <a:lnTo>
                          <a:pt x="1197" y="60"/>
                        </a:lnTo>
                        <a:lnTo>
                          <a:pt x="1193" y="59"/>
                        </a:lnTo>
                        <a:lnTo>
                          <a:pt x="1186" y="60"/>
                        </a:lnTo>
                        <a:lnTo>
                          <a:pt x="1182" y="64"/>
                        </a:lnTo>
                        <a:lnTo>
                          <a:pt x="1178" y="64"/>
                        </a:lnTo>
                        <a:lnTo>
                          <a:pt x="1178" y="63"/>
                        </a:lnTo>
                        <a:lnTo>
                          <a:pt x="1176" y="60"/>
                        </a:lnTo>
                        <a:lnTo>
                          <a:pt x="1175" y="60"/>
                        </a:lnTo>
                        <a:lnTo>
                          <a:pt x="1171" y="61"/>
                        </a:lnTo>
                        <a:lnTo>
                          <a:pt x="1167" y="61"/>
                        </a:lnTo>
                        <a:lnTo>
                          <a:pt x="1164" y="60"/>
                        </a:lnTo>
                        <a:lnTo>
                          <a:pt x="1164" y="63"/>
                        </a:lnTo>
                        <a:lnTo>
                          <a:pt x="1163" y="64"/>
                        </a:lnTo>
                        <a:lnTo>
                          <a:pt x="1157" y="63"/>
                        </a:lnTo>
                        <a:lnTo>
                          <a:pt x="1156" y="61"/>
                        </a:lnTo>
                        <a:lnTo>
                          <a:pt x="1155" y="60"/>
                        </a:lnTo>
                        <a:lnTo>
                          <a:pt x="1153" y="59"/>
                        </a:lnTo>
                        <a:lnTo>
                          <a:pt x="1153" y="59"/>
                        </a:lnTo>
                        <a:close/>
                        <a:moveTo>
                          <a:pt x="1043" y="108"/>
                        </a:moveTo>
                        <a:lnTo>
                          <a:pt x="1040" y="101"/>
                        </a:lnTo>
                        <a:lnTo>
                          <a:pt x="1039" y="98"/>
                        </a:lnTo>
                        <a:lnTo>
                          <a:pt x="1036" y="95"/>
                        </a:lnTo>
                        <a:lnTo>
                          <a:pt x="1032" y="95"/>
                        </a:lnTo>
                        <a:lnTo>
                          <a:pt x="1030" y="91"/>
                        </a:lnTo>
                        <a:lnTo>
                          <a:pt x="1027" y="90"/>
                        </a:lnTo>
                        <a:lnTo>
                          <a:pt x="1025" y="89"/>
                        </a:lnTo>
                        <a:lnTo>
                          <a:pt x="1025" y="91"/>
                        </a:lnTo>
                        <a:lnTo>
                          <a:pt x="1028" y="95"/>
                        </a:lnTo>
                        <a:lnTo>
                          <a:pt x="1032" y="99"/>
                        </a:lnTo>
                        <a:lnTo>
                          <a:pt x="1036" y="105"/>
                        </a:lnTo>
                        <a:lnTo>
                          <a:pt x="1039" y="112"/>
                        </a:lnTo>
                        <a:lnTo>
                          <a:pt x="1042" y="113"/>
                        </a:lnTo>
                        <a:lnTo>
                          <a:pt x="1043" y="112"/>
                        </a:lnTo>
                        <a:lnTo>
                          <a:pt x="1043" y="108"/>
                        </a:lnTo>
                        <a:lnTo>
                          <a:pt x="1043" y="108"/>
                        </a:lnTo>
                        <a:close/>
                        <a:moveTo>
                          <a:pt x="1099" y="114"/>
                        </a:moveTo>
                        <a:lnTo>
                          <a:pt x="1097" y="114"/>
                        </a:lnTo>
                        <a:lnTo>
                          <a:pt x="1095" y="113"/>
                        </a:lnTo>
                        <a:lnTo>
                          <a:pt x="1095" y="112"/>
                        </a:lnTo>
                        <a:lnTo>
                          <a:pt x="1096" y="109"/>
                        </a:lnTo>
                        <a:lnTo>
                          <a:pt x="1097" y="110"/>
                        </a:lnTo>
                        <a:lnTo>
                          <a:pt x="1099" y="113"/>
                        </a:lnTo>
                        <a:lnTo>
                          <a:pt x="1102" y="113"/>
                        </a:lnTo>
                        <a:lnTo>
                          <a:pt x="1102" y="116"/>
                        </a:lnTo>
                        <a:lnTo>
                          <a:pt x="1102" y="117"/>
                        </a:lnTo>
                        <a:lnTo>
                          <a:pt x="1104" y="116"/>
                        </a:lnTo>
                        <a:lnTo>
                          <a:pt x="1107" y="113"/>
                        </a:lnTo>
                        <a:lnTo>
                          <a:pt x="1110" y="108"/>
                        </a:lnTo>
                        <a:lnTo>
                          <a:pt x="1114" y="102"/>
                        </a:lnTo>
                        <a:lnTo>
                          <a:pt x="1118" y="102"/>
                        </a:lnTo>
                        <a:lnTo>
                          <a:pt x="1121" y="99"/>
                        </a:lnTo>
                        <a:lnTo>
                          <a:pt x="1122" y="101"/>
                        </a:lnTo>
                        <a:lnTo>
                          <a:pt x="1121" y="102"/>
                        </a:lnTo>
                        <a:lnTo>
                          <a:pt x="1123" y="104"/>
                        </a:lnTo>
                        <a:lnTo>
                          <a:pt x="1125" y="104"/>
                        </a:lnTo>
                        <a:lnTo>
                          <a:pt x="1127" y="104"/>
                        </a:lnTo>
                        <a:lnTo>
                          <a:pt x="1127" y="101"/>
                        </a:lnTo>
                        <a:lnTo>
                          <a:pt x="1131" y="98"/>
                        </a:lnTo>
                        <a:lnTo>
                          <a:pt x="1134" y="95"/>
                        </a:lnTo>
                        <a:lnTo>
                          <a:pt x="1133" y="94"/>
                        </a:lnTo>
                        <a:lnTo>
                          <a:pt x="1129" y="95"/>
                        </a:lnTo>
                        <a:lnTo>
                          <a:pt x="1125" y="97"/>
                        </a:lnTo>
                        <a:lnTo>
                          <a:pt x="1121" y="94"/>
                        </a:lnTo>
                        <a:lnTo>
                          <a:pt x="1116" y="93"/>
                        </a:lnTo>
                        <a:lnTo>
                          <a:pt x="1115" y="91"/>
                        </a:lnTo>
                        <a:lnTo>
                          <a:pt x="1111" y="91"/>
                        </a:lnTo>
                        <a:lnTo>
                          <a:pt x="1111" y="90"/>
                        </a:lnTo>
                        <a:lnTo>
                          <a:pt x="1106" y="86"/>
                        </a:lnTo>
                        <a:lnTo>
                          <a:pt x="1104" y="84"/>
                        </a:lnTo>
                        <a:lnTo>
                          <a:pt x="1103" y="79"/>
                        </a:lnTo>
                        <a:lnTo>
                          <a:pt x="1102" y="76"/>
                        </a:lnTo>
                        <a:lnTo>
                          <a:pt x="1100" y="75"/>
                        </a:lnTo>
                        <a:lnTo>
                          <a:pt x="1099" y="71"/>
                        </a:lnTo>
                        <a:lnTo>
                          <a:pt x="1096" y="70"/>
                        </a:lnTo>
                        <a:lnTo>
                          <a:pt x="1096" y="68"/>
                        </a:lnTo>
                        <a:lnTo>
                          <a:pt x="1097" y="68"/>
                        </a:lnTo>
                        <a:lnTo>
                          <a:pt x="1096" y="65"/>
                        </a:lnTo>
                        <a:lnTo>
                          <a:pt x="1097" y="64"/>
                        </a:lnTo>
                        <a:lnTo>
                          <a:pt x="1099" y="64"/>
                        </a:lnTo>
                        <a:lnTo>
                          <a:pt x="1099" y="61"/>
                        </a:lnTo>
                        <a:lnTo>
                          <a:pt x="1097" y="61"/>
                        </a:lnTo>
                        <a:lnTo>
                          <a:pt x="1095" y="60"/>
                        </a:lnTo>
                        <a:lnTo>
                          <a:pt x="1089" y="60"/>
                        </a:lnTo>
                        <a:lnTo>
                          <a:pt x="1087" y="59"/>
                        </a:lnTo>
                        <a:lnTo>
                          <a:pt x="1084" y="56"/>
                        </a:lnTo>
                        <a:lnTo>
                          <a:pt x="1081" y="56"/>
                        </a:lnTo>
                        <a:lnTo>
                          <a:pt x="1078" y="56"/>
                        </a:lnTo>
                        <a:lnTo>
                          <a:pt x="1077" y="56"/>
                        </a:lnTo>
                        <a:lnTo>
                          <a:pt x="1081" y="60"/>
                        </a:lnTo>
                        <a:lnTo>
                          <a:pt x="1084" y="60"/>
                        </a:lnTo>
                        <a:lnTo>
                          <a:pt x="1085" y="63"/>
                        </a:lnTo>
                        <a:lnTo>
                          <a:pt x="1081" y="63"/>
                        </a:lnTo>
                        <a:lnTo>
                          <a:pt x="1080" y="61"/>
                        </a:lnTo>
                        <a:lnTo>
                          <a:pt x="1078" y="61"/>
                        </a:lnTo>
                        <a:lnTo>
                          <a:pt x="1077" y="64"/>
                        </a:lnTo>
                        <a:lnTo>
                          <a:pt x="1077" y="67"/>
                        </a:lnTo>
                        <a:lnTo>
                          <a:pt x="1078" y="70"/>
                        </a:lnTo>
                        <a:lnTo>
                          <a:pt x="1080" y="74"/>
                        </a:lnTo>
                        <a:lnTo>
                          <a:pt x="1084" y="78"/>
                        </a:lnTo>
                        <a:lnTo>
                          <a:pt x="1085" y="80"/>
                        </a:lnTo>
                        <a:lnTo>
                          <a:pt x="1084" y="82"/>
                        </a:lnTo>
                        <a:lnTo>
                          <a:pt x="1081" y="82"/>
                        </a:lnTo>
                        <a:lnTo>
                          <a:pt x="1077" y="78"/>
                        </a:lnTo>
                        <a:lnTo>
                          <a:pt x="1076" y="74"/>
                        </a:lnTo>
                        <a:lnTo>
                          <a:pt x="1074" y="72"/>
                        </a:lnTo>
                        <a:lnTo>
                          <a:pt x="1070" y="74"/>
                        </a:lnTo>
                        <a:lnTo>
                          <a:pt x="1069" y="75"/>
                        </a:lnTo>
                        <a:lnTo>
                          <a:pt x="1069" y="74"/>
                        </a:lnTo>
                        <a:lnTo>
                          <a:pt x="1066" y="74"/>
                        </a:lnTo>
                        <a:lnTo>
                          <a:pt x="1065" y="70"/>
                        </a:lnTo>
                        <a:lnTo>
                          <a:pt x="1065" y="68"/>
                        </a:lnTo>
                        <a:lnTo>
                          <a:pt x="1062" y="67"/>
                        </a:lnTo>
                        <a:lnTo>
                          <a:pt x="1059" y="64"/>
                        </a:lnTo>
                        <a:lnTo>
                          <a:pt x="1054" y="64"/>
                        </a:lnTo>
                        <a:lnTo>
                          <a:pt x="1053" y="63"/>
                        </a:lnTo>
                        <a:lnTo>
                          <a:pt x="1051" y="61"/>
                        </a:lnTo>
                        <a:lnTo>
                          <a:pt x="1049" y="61"/>
                        </a:lnTo>
                        <a:lnTo>
                          <a:pt x="1046" y="64"/>
                        </a:lnTo>
                        <a:lnTo>
                          <a:pt x="1047" y="68"/>
                        </a:lnTo>
                        <a:lnTo>
                          <a:pt x="1046" y="68"/>
                        </a:lnTo>
                        <a:lnTo>
                          <a:pt x="1046" y="72"/>
                        </a:lnTo>
                        <a:lnTo>
                          <a:pt x="1044" y="76"/>
                        </a:lnTo>
                        <a:lnTo>
                          <a:pt x="1042" y="79"/>
                        </a:lnTo>
                        <a:lnTo>
                          <a:pt x="1042" y="80"/>
                        </a:lnTo>
                        <a:lnTo>
                          <a:pt x="1044" y="86"/>
                        </a:lnTo>
                        <a:lnTo>
                          <a:pt x="1047" y="86"/>
                        </a:lnTo>
                        <a:lnTo>
                          <a:pt x="1049" y="87"/>
                        </a:lnTo>
                        <a:lnTo>
                          <a:pt x="1047" y="89"/>
                        </a:lnTo>
                        <a:lnTo>
                          <a:pt x="1046" y="89"/>
                        </a:lnTo>
                        <a:lnTo>
                          <a:pt x="1046" y="91"/>
                        </a:lnTo>
                        <a:lnTo>
                          <a:pt x="1049" y="91"/>
                        </a:lnTo>
                        <a:lnTo>
                          <a:pt x="1050" y="94"/>
                        </a:lnTo>
                        <a:lnTo>
                          <a:pt x="1050" y="97"/>
                        </a:lnTo>
                        <a:lnTo>
                          <a:pt x="1051" y="98"/>
                        </a:lnTo>
                        <a:lnTo>
                          <a:pt x="1054" y="99"/>
                        </a:lnTo>
                        <a:lnTo>
                          <a:pt x="1055" y="101"/>
                        </a:lnTo>
                        <a:lnTo>
                          <a:pt x="1055" y="102"/>
                        </a:lnTo>
                        <a:lnTo>
                          <a:pt x="1057" y="104"/>
                        </a:lnTo>
                        <a:lnTo>
                          <a:pt x="1058" y="102"/>
                        </a:lnTo>
                        <a:lnTo>
                          <a:pt x="1059" y="102"/>
                        </a:lnTo>
                        <a:lnTo>
                          <a:pt x="1061" y="104"/>
                        </a:lnTo>
                        <a:lnTo>
                          <a:pt x="1058" y="105"/>
                        </a:lnTo>
                        <a:lnTo>
                          <a:pt x="1058" y="105"/>
                        </a:lnTo>
                        <a:lnTo>
                          <a:pt x="1055" y="105"/>
                        </a:lnTo>
                        <a:lnTo>
                          <a:pt x="1055" y="106"/>
                        </a:lnTo>
                        <a:lnTo>
                          <a:pt x="1055" y="109"/>
                        </a:lnTo>
                        <a:lnTo>
                          <a:pt x="1065" y="114"/>
                        </a:lnTo>
                        <a:lnTo>
                          <a:pt x="1069" y="117"/>
                        </a:lnTo>
                        <a:lnTo>
                          <a:pt x="1073" y="116"/>
                        </a:lnTo>
                        <a:lnTo>
                          <a:pt x="1076" y="118"/>
                        </a:lnTo>
                        <a:lnTo>
                          <a:pt x="1078" y="120"/>
                        </a:lnTo>
                        <a:lnTo>
                          <a:pt x="1078" y="123"/>
                        </a:lnTo>
                        <a:lnTo>
                          <a:pt x="1081" y="125"/>
                        </a:lnTo>
                        <a:lnTo>
                          <a:pt x="1085" y="125"/>
                        </a:lnTo>
                        <a:lnTo>
                          <a:pt x="1089" y="124"/>
                        </a:lnTo>
                        <a:lnTo>
                          <a:pt x="1093" y="124"/>
                        </a:lnTo>
                        <a:lnTo>
                          <a:pt x="1096" y="125"/>
                        </a:lnTo>
                        <a:lnTo>
                          <a:pt x="1099" y="125"/>
                        </a:lnTo>
                        <a:lnTo>
                          <a:pt x="1100" y="123"/>
                        </a:lnTo>
                        <a:lnTo>
                          <a:pt x="1100" y="120"/>
                        </a:lnTo>
                        <a:lnTo>
                          <a:pt x="1099" y="117"/>
                        </a:lnTo>
                        <a:lnTo>
                          <a:pt x="1099" y="114"/>
                        </a:lnTo>
                        <a:lnTo>
                          <a:pt x="1099" y="114"/>
                        </a:lnTo>
                        <a:close/>
                        <a:moveTo>
                          <a:pt x="1100" y="59"/>
                        </a:moveTo>
                        <a:lnTo>
                          <a:pt x="1104" y="59"/>
                        </a:lnTo>
                        <a:lnTo>
                          <a:pt x="1108" y="59"/>
                        </a:lnTo>
                        <a:lnTo>
                          <a:pt x="1111" y="59"/>
                        </a:lnTo>
                        <a:lnTo>
                          <a:pt x="1119" y="63"/>
                        </a:lnTo>
                        <a:lnTo>
                          <a:pt x="1122" y="63"/>
                        </a:lnTo>
                        <a:lnTo>
                          <a:pt x="1125" y="63"/>
                        </a:lnTo>
                        <a:lnTo>
                          <a:pt x="1131" y="63"/>
                        </a:lnTo>
                        <a:lnTo>
                          <a:pt x="1138" y="65"/>
                        </a:lnTo>
                        <a:lnTo>
                          <a:pt x="1138" y="67"/>
                        </a:lnTo>
                        <a:lnTo>
                          <a:pt x="1135" y="67"/>
                        </a:lnTo>
                        <a:lnTo>
                          <a:pt x="1133" y="70"/>
                        </a:lnTo>
                        <a:lnTo>
                          <a:pt x="1133" y="72"/>
                        </a:lnTo>
                        <a:lnTo>
                          <a:pt x="1137" y="76"/>
                        </a:lnTo>
                        <a:lnTo>
                          <a:pt x="1140" y="76"/>
                        </a:lnTo>
                        <a:lnTo>
                          <a:pt x="1140" y="80"/>
                        </a:lnTo>
                        <a:lnTo>
                          <a:pt x="1141" y="82"/>
                        </a:lnTo>
                        <a:lnTo>
                          <a:pt x="1138" y="84"/>
                        </a:lnTo>
                        <a:lnTo>
                          <a:pt x="1138" y="89"/>
                        </a:lnTo>
                        <a:lnTo>
                          <a:pt x="1135" y="91"/>
                        </a:lnTo>
                        <a:lnTo>
                          <a:pt x="1134" y="93"/>
                        </a:lnTo>
                        <a:lnTo>
                          <a:pt x="1131" y="91"/>
                        </a:lnTo>
                        <a:lnTo>
                          <a:pt x="1130" y="91"/>
                        </a:lnTo>
                        <a:lnTo>
                          <a:pt x="1127" y="93"/>
                        </a:lnTo>
                        <a:lnTo>
                          <a:pt x="1125" y="93"/>
                        </a:lnTo>
                        <a:lnTo>
                          <a:pt x="1118" y="90"/>
                        </a:lnTo>
                        <a:lnTo>
                          <a:pt x="1115" y="87"/>
                        </a:lnTo>
                        <a:lnTo>
                          <a:pt x="1108" y="82"/>
                        </a:lnTo>
                        <a:lnTo>
                          <a:pt x="1107" y="78"/>
                        </a:lnTo>
                        <a:lnTo>
                          <a:pt x="1108" y="75"/>
                        </a:lnTo>
                        <a:lnTo>
                          <a:pt x="1108" y="72"/>
                        </a:lnTo>
                        <a:lnTo>
                          <a:pt x="1110" y="71"/>
                        </a:lnTo>
                        <a:lnTo>
                          <a:pt x="1108" y="68"/>
                        </a:lnTo>
                        <a:lnTo>
                          <a:pt x="1106" y="68"/>
                        </a:lnTo>
                        <a:lnTo>
                          <a:pt x="1106" y="65"/>
                        </a:lnTo>
                        <a:lnTo>
                          <a:pt x="1104" y="64"/>
                        </a:lnTo>
                        <a:lnTo>
                          <a:pt x="1102" y="61"/>
                        </a:lnTo>
                        <a:lnTo>
                          <a:pt x="1100" y="59"/>
                        </a:lnTo>
                        <a:lnTo>
                          <a:pt x="1100" y="59"/>
                        </a:lnTo>
                        <a:close/>
                        <a:moveTo>
                          <a:pt x="627" y="132"/>
                        </a:moveTo>
                        <a:lnTo>
                          <a:pt x="627" y="132"/>
                        </a:lnTo>
                        <a:lnTo>
                          <a:pt x="630" y="131"/>
                        </a:lnTo>
                        <a:lnTo>
                          <a:pt x="633" y="128"/>
                        </a:lnTo>
                        <a:lnTo>
                          <a:pt x="636" y="124"/>
                        </a:lnTo>
                        <a:lnTo>
                          <a:pt x="638" y="123"/>
                        </a:lnTo>
                        <a:lnTo>
                          <a:pt x="637" y="120"/>
                        </a:lnTo>
                        <a:lnTo>
                          <a:pt x="638" y="118"/>
                        </a:lnTo>
                        <a:lnTo>
                          <a:pt x="644" y="114"/>
                        </a:lnTo>
                        <a:lnTo>
                          <a:pt x="646" y="113"/>
                        </a:lnTo>
                        <a:lnTo>
                          <a:pt x="648" y="114"/>
                        </a:lnTo>
                        <a:lnTo>
                          <a:pt x="650" y="114"/>
                        </a:lnTo>
                        <a:lnTo>
                          <a:pt x="652" y="112"/>
                        </a:lnTo>
                        <a:lnTo>
                          <a:pt x="653" y="109"/>
                        </a:lnTo>
                        <a:lnTo>
                          <a:pt x="656" y="109"/>
                        </a:lnTo>
                        <a:lnTo>
                          <a:pt x="660" y="105"/>
                        </a:lnTo>
                        <a:lnTo>
                          <a:pt x="661" y="102"/>
                        </a:lnTo>
                        <a:lnTo>
                          <a:pt x="663" y="101"/>
                        </a:lnTo>
                        <a:lnTo>
                          <a:pt x="665" y="95"/>
                        </a:lnTo>
                        <a:lnTo>
                          <a:pt x="664" y="93"/>
                        </a:lnTo>
                        <a:lnTo>
                          <a:pt x="661" y="89"/>
                        </a:lnTo>
                        <a:lnTo>
                          <a:pt x="660" y="84"/>
                        </a:lnTo>
                        <a:lnTo>
                          <a:pt x="659" y="82"/>
                        </a:lnTo>
                        <a:lnTo>
                          <a:pt x="655" y="79"/>
                        </a:lnTo>
                        <a:lnTo>
                          <a:pt x="652" y="79"/>
                        </a:lnTo>
                        <a:lnTo>
                          <a:pt x="650" y="79"/>
                        </a:lnTo>
                        <a:lnTo>
                          <a:pt x="649" y="78"/>
                        </a:lnTo>
                        <a:lnTo>
                          <a:pt x="645" y="78"/>
                        </a:lnTo>
                        <a:lnTo>
                          <a:pt x="641" y="74"/>
                        </a:lnTo>
                        <a:lnTo>
                          <a:pt x="640" y="74"/>
                        </a:lnTo>
                        <a:lnTo>
                          <a:pt x="640" y="75"/>
                        </a:lnTo>
                        <a:lnTo>
                          <a:pt x="637" y="74"/>
                        </a:lnTo>
                        <a:lnTo>
                          <a:pt x="637" y="72"/>
                        </a:lnTo>
                        <a:lnTo>
                          <a:pt x="634" y="70"/>
                        </a:lnTo>
                        <a:lnTo>
                          <a:pt x="633" y="70"/>
                        </a:lnTo>
                        <a:lnTo>
                          <a:pt x="631" y="72"/>
                        </a:lnTo>
                        <a:lnTo>
                          <a:pt x="630" y="72"/>
                        </a:lnTo>
                        <a:lnTo>
                          <a:pt x="627" y="68"/>
                        </a:lnTo>
                        <a:lnTo>
                          <a:pt x="626" y="67"/>
                        </a:lnTo>
                        <a:lnTo>
                          <a:pt x="626" y="68"/>
                        </a:lnTo>
                        <a:lnTo>
                          <a:pt x="629" y="71"/>
                        </a:lnTo>
                        <a:lnTo>
                          <a:pt x="629" y="72"/>
                        </a:lnTo>
                        <a:lnTo>
                          <a:pt x="626" y="74"/>
                        </a:lnTo>
                        <a:lnTo>
                          <a:pt x="627" y="76"/>
                        </a:lnTo>
                        <a:lnTo>
                          <a:pt x="625" y="76"/>
                        </a:lnTo>
                        <a:lnTo>
                          <a:pt x="625" y="75"/>
                        </a:lnTo>
                        <a:lnTo>
                          <a:pt x="623" y="65"/>
                        </a:lnTo>
                        <a:lnTo>
                          <a:pt x="621" y="64"/>
                        </a:lnTo>
                        <a:lnTo>
                          <a:pt x="618" y="64"/>
                        </a:lnTo>
                        <a:lnTo>
                          <a:pt x="614" y="61"/>
                        </a:lnTo>
                        <a:lnTo>
                          <a:pt x="612" y="61"/>
                        </a:lnTo>
                        <a:lnTo>
                          <a:pt x="611" y="64"/>
                        </a:lnTo>
                        <a:lnTo>
                          <a:pt x="611" y="67"/>
                        </a:lnTo>
                        <a:lnTo>
                          <a:pt x="614" y="68"/>
                        </a:lnTo>
                        <a:lnTo>
                          <a:pt x="617" y="71"/>
                        </a:lnTo>
                        <a:lnTo>
                          <a:pt x="615" y="72"/>
                        </a:lnTo>
                        <a:lnTo>
                          <a:pt x="612" y="72"/>
                        </a:lnTo>
                        <a:lnTo>
                          <a:pt x="611" y="71"/>
                        </a:lnTo>
                        <a:lnTo>
                          <a:pt x="610" y="70"/>
                        </a:lnTo>
                        <a:lnTo>
                          <a:pt x="608" y="70"/>
                        </a:lnTo>
                        <a:lnTo>
                          <a:pt x="610" y="71"/>
                        </a:lnTo>
                        <a:lnTo>
                          <a:pt x="610" y="74"/>
                        </a:lnTo>
                        <a:lnTo>
                          <a:pt x="610" y="74"/>
                        </a:lnTo>
                        <a:lnTo>
                          <a:pt x="610" y="78"/>
                        </a:lnTo>
                        <a:lnTo>
                          <a:pt x="611" y="79"/>
                        </a:lnTo>
                        <a:lnTo>
                          <a:pt x="612" y="79"/>
                        </a:lnTo>
                        <a:lnTo>
                          <a:pt x="614" y="80"/>
                        </a:lnTo>
                        <a:lnTo>
                          <a:pt x="614" y="83"/>
                        </a:lnTo>
                        <a:lnTo>
                          <a:pt x="617" y="90"/>
                        </a:lnTo>
                        <a:lnTo>
                          <a:pt x="619" y="93"/>
                        </a:lnTo>
                        <a:lnTo>
                          <a:pt x="621" y="93"/>
                        </a:lnTo>
                        <a:lnTo>
                          <a:pt x="619" y="94"/>
                        </a:lnTo>
                        <a:lnTo>
                          <a:pt x="617" y="95"/>
                        </a:lnTo>
                        <a:lnTo>
                          <a:pt x="615" y="99"/>
                        </a:lnTo>
                        <a:lnTo>
                          <a:pt x="618" y="105"/>
                        </a:lnTo>
                        <a:lnTo>
                          <a:pt x="619" y="109"/>
                        </a:lnTo>
                        <a:lnTo>
                          <a:pt x="619" y="112"/>
                        </a:lnTo>
                        <a:lnTo>
                          <a:pt x="621" y="113"/>
                        </a:lnTo>
                        <a:lnTo>
                          <a:pt x="621" y="116"/>
                        </a:lnTo>
                        <a:lnTo>
                          <a:pt x="619" y="117"/>
                        </a:lnTo>
                        <a:lnTo>
                          <a:pt x="622" y="121"/>
                        </a:lnTo>
                        <a:lnTo>
                          <a:pt x="623" y="125"/>
                        </a:lnTo>
                        <a:lnTo>
                          <a:pt x="626" y="128"/>
                        </a:lnTo>
                        <a:lnTo>
                          <a:pt x="625" y="131"/>
                        </a:lnTo>
                        <a:lnTo>
                          <a:pt x="627" y="132"/>
                        </a:lnTo>
                        <a:lnTo>
                          <a:pt x="627" y="132"/>
                        </a:lnTo>
                        <a:close/>
                        <a:moveTo>
                          <a:pt x="682" y="101"/>
                        </a:moveTo>
                        <a:lnTo>
                          <a:pt x="684" y="99"/>
                        </a:lnTo>
                        <a:lnTo>
                          <a:pt x="684" y="98"/>
                        </a:lnTo>
                        <a:lnTo>
                          <a:pt x="683" y="97"/>
                        </a:lnTo>
                        <a:lnTo>
                          <a:pt x="684" y="95"/>
                        </a:lnTo>
                        <a:lnTo>
                          <a:pt x="686" y="95"/>
                        </a:lnTo>
                        <a:lnTo>
                          <a:pt x="684" y="93"/>
                        </a:lnTo>
                        <a:lnTo>
                          <a:pt x="683" y="94"/>
                        </a:lnTo>
                        <a:lnTo>
                          <a:pt x="680" y="97"/>
                        </a:lnTo>
                        <a:lnTo>
                          <a:pt x="682" y="98"/>
                        </a:lnTo>
                        <a:lnTo>
                          <a:pt x="679" y="98"/>
                        </a:lnTo>
                        <a:lnTo>
                          <a:pt x="679" y="101"/>
                        </a:lnTo>
                        <a:lnTo>
                          <a:pt x="680" y="102"/>
                        </a:lnTo>
                        <a:lnTo>
                          <a:pt x="682" y="101"/>
                        </a:lnTo>
                        <a:lnTo>
                          <a:pt x="682" y="101"/>
                        </a:lnTo>
                        <a:close/>
                        <a:moveTo>
                          <a:pt x="686" y="101"/>
                        </a:moveTo>
                        <a:lnTo>
                          <a:pt x="687" y="99"/>
                        </a:lnTo>
                        <a:lnTo>
                          <a:pt x="691" y="99"/>
                        </a:lnTo>
                        <a:lnTo>
                          <a:pt x="693" y="97"/>
                        </a:lnTo>
                        <a:lnTo>
                          <a:pt x="695" y="97"/>
                        </a:lnTo>
                        <a:lnTo>
                          <a:pt x="695" y="97"/>
                        </a:lnTo>
                        <a:lnTo>
                          <a:pt x="698" y="97"/>
                        </a:lnTo>
                        <a:lnTo>
                          <a:pt x="698" y="99"/>
                        </a:lnTo>
                        <a:lnTo>
                          <a:pt x="697" y="102"/>
                        </a:lnTo>
                        <a:lnTo>
                          <a:pt x="695" y="101"/>
                        </a:lnTo>
                        <a:lnTo>
                          <a:pt x="694" y="102"/>
                        </a:lnTo>
                        <a:lnTo>
                          <a:pt x="690" y="104"/>
                        </a:lnTo>
                        <a:lnTo>
                          <a:pt x="686" y="104"/>
                        </a:lnTo>
                        <a:lnTo>
                          <a:pt x="686" y="101"/>
                        </a:lnTo>
                        <a:lnTo>
                          <a:pt x="686" y="101"/>
                        </a:lnTo>
                        <a:close/>
                        <a:moveTo>
                          <a:pt x="714" y="128"/>
                        </a:moveTo>
                        <a:lnTo>
                          <a:pt x="714" y="131"/>
                        </a:lnTo>
                        <a:lnTo>
                          <a:pt x="717" y="133"/>
                        </a:lnTo>
                        <a:lnTo>
                          <a:pt x="717" y="135"/>
                        </a:lnTo>
                        <a:lnTo>
                          <a:pt x="717" y="136"/>
                        </a:lnTo>
                        <a:lnTo>
                          <a:pt x="720" y="135"/>
                        </a:lnTo>
                        <a:lnTo>
                          <a:pt x="720" y="132"/>
                        </a:lnTo>
                        <a:lnTo>
                          <a:pt x="718" y="128"/>
                        </a:lnTo>
                        <a:lnTo>
                          <a:pt x="716" y="128"/>
                        </a:lnTo>
                        <a:lnTo>
                          <a:pt x="714" y="128"/>
                        </a:lnTo>
                        <a:lnTo>
                          <a:pt x="714" y="128"/>
                        </a:lnTo>
                        <a:close/>
                        <a:moveTo>
                          <a:pt x="979" y="215"/>
                        </a:moveTo>
                        <a:lnTo>
                          <a:pt x="981" y="214"/>
                        </a:lnTo>
                        <a:lnTo>
                          <a:pt x="981" y="211"/>
                        </a:lnTo>
                        <a:lnTo>
                          <a:pt x="981" y="208"/>
                        </a:lnTo>
                        <a:lnTo>
                          <a:pt x="977" y="209"/>
                        </a:lnTo>
                        <a:lnTo>
                          <a:pt x="977" y="211"/>
                        </a:lnTo>
                        <a:lnTo>
                          <a:pt x="977" y="214"/>
                        </a:lnTo>
                        <a:lnTo>
                          <a:pt x="978" y="214"/>
                        </a:lnTo>
                        <a:lnTo>
                          <a:pt x="979" y="215"/>
                        </a:lnTo>
                        <a:lnTo>
                          <a:pt x="979" y="215"/>
                        </a:lnTo>
                        <a:close/>
                        <a:moveTo>
                          <a:pt x="944" y="254"/>
                        </a:moveTo>
                        <a:lnTo>
                          <a:pt x="948" y="254"/>
                        </a:lnTo>
                        <a:lnTo>
                          <a:pt x="948" y="253"/>
                        </a:lnTo>
                        <a:lnTo>
                          <a:pt x="949" y="253"/>
                        </a:lnTo>
                        <a:lnTo>
                          <a:pt x="949" y="252"/>
                        </a:lnTo>
                        <a:lnTo>
                          <a:pt x="948" y="250"/>
                        </a:lnTo>
                        <a:lnTo>
                          <a:pt x="945" y="248"/>
                        </a:lnTo>
                        <a:lnTo>
                          <a:pt x="943" y="248"/>
                        </a:lnTo>
                        <a:lnTo>
                          <a:pt x="941" y="249"/>
                        </a:lnTo>
                        <a:lnTo>
                          <a:pt x="943" y="250"/>
                        </a:lnTo>
                        <a:lnTo>
                          <a:pt x="944" y="252"/>
                        </a:lnTo>
                        <a:lnTo>
                          <a:pt x="944" y="252"/>
                        </a:lnTo>
                        <a:lnTo>
                          <a:pt x="944" y="254"/>
                        </a:lnTo>
                        <a:lnTo>
                          <a:pt x="944" y="254"/>
                        </a:lnTo>
                        <a:close/>
                        <a:moveTo>
                          <a:pt x="845" y="237"/>
                        </a:moveTo>
                        <a:lnTo>
                          <a:pt x="849" y="237"/>
                        </a:lnTo>
                        <a:lnTo>
                          <a:pt x="850" y="238"/>
                        </a:lnTo>
                        <a:lnTo>
                          <a:pt x="852" y="237"/>
                        </a:lnTo>
                        <a:lnTo>
                          <a:pt x="853" y="234"/>
                        </a:lnTo>
                        <a:lnTo>
                          <a:pt x="854" y="233"/>
                        </a:lnTo>
                        <a:lnTo>
                          <a:pt x="854" y="231"/>
                        </a:lnTo>
                        <a:lnTo>
                          <a:pt x="853" y="230"/>
                        </a:lnTo>
                        <a:lnTo>
                          <a:pt x="852" y="224"/>
                        </a:lnTo>
                        <a:lnTo>
                          <a:pt x="850" y="223"/>
                        </a:lnTo>
                        <a:lnTo>
                          <a:pt x="849" y="220"/>
                        </a:lnTo>
                        <a:lnTo>
                          <a:pt x="849" y="219"/>
                        </a:lnTo>
                        <a:lnTo>
                          <a:pt x="847" y="218"/>
                        </a:lnTo>
                        <a:lnTo>
                          <a:pt x="842" y="219"/>
                        </a:lnTo>
                        <a:lnTo>
                          <a:pt x="837" y="223"/>
                        </a:lnTo>
                        <a:lnTo>
                          <a:pt x="834" y="223"/>
                        </a:lnTo>
                        <a:lnTo>
                          <a:pt x="834" y="224"/>
                        </a:lnTo>
                        <a:lnTo>
                          <a:pt x="834" y="227"/>
                        </a:lnTo>
                        <a:lnTo>
                          <a:pt x="837" y="229"/>
                        </a:lnTo>
                        <a:lnTo>
                          <a:pt x="837" y="231"/>
                        </a:lnTo>
                        <a:lnTo>
                          <a:pt x="835" y="233"/>
                        </a:lnTo>
                        <a:lnTo>
                          <a:pt x="833" y="231"/>
                        </a:lnTo>
                        <a:lnTo>
                          <a:pt x="833" y="233"/>
                        </a:lnTo>
                        <a:lnTo>
                          <a:pt x="834" y="234"/>
                        </a:lnTo>
                        <a:lnTo>
                          <a:pt x="838" y="234"/>
                        </a:lnTo>
                        <a:lnTo>
                          <a:pt x="845" y="237"/>
                        </a:lnTo>
                        <a:lnTo>
                          <a:pt x="845" y="237"/>
                        </a:lnTo>
                        <a:close/>
                        <a:moveTo>
                          <a:pt x="1134" y="150"/>
                        </a:moveTo>
                        <a:lnTo>
                          <a:pt x="1135" y="148"/>
                        </a:lnTo>
                        <a:lnTo>
                          <a:pt x="1135" y="148"/>
                        </a:lnTo>
                        <a:lnTo>
                          <a:pt x="1137" y="146"/>
                        </a:lnTo>
                        <a:lnTo>
                          <a:pt x="1138" y="143"/>
                        </a:lnTo>
                        <a:lnTo>
                          <a:pt x="1137" y="140"/>
                        </a:lnTo>
                        <a:lnTo>
                          <a:pt x="1134" y="136"/>
                        </a:lnTo>
                        <a:lnTo>
                          <a:pt x="1133" y="132"/>
                        </a:lnTo>
                        <a:lnTo>
                          <a:pt x="1130" y="132"/>
                        </a:lnTo>
                        <a:lnTo>
                          <a:pt x="1127" y="133"/>
                        </a:lnTo>
                        <a:lnTo>
                          <a:pt x="1125" y="136"/>
                        </a:lnTo>
                        <a:lnTo>
                          <a:pt x="1125" y="137"/>
                        </a:lnTo>
                        <a:lnTo>
                          <a:pt x="1126" y="142"/>
                        </a:lnTo>
                        <a:lnTo>
                          <a:pt x="1126" y="143"/>
                        </a:lnTo>
                        <a:lnTo>
                          <a:pt x="1127" y="144"/>
                        </a:lnTo>
                        <a:lnTo>
                          <a:pt x="1130" y="146"/>
                        </a:lnTo>
                        <a:lnTo>
                          <a:pt x="1131" y="148"/>
                        </a:lnTo>
                        <a:lnTo>
                          <a:pt x="1134" y="150"/>
                        </a:lnTo>
                        <a:lnTo>
                          <a:pt x="1134" y="150"/>
                        </a:lnTo>
                        <a:close/>
                        <a:moveTo>
                          <a:pt x="1142" y="171"/>
                        </a:moveTo>
                        <a:lnTo>
                          <a:pt x="1145" y="170"/>
                        </a:lnTo>
                        <a:lnTo>
                          <a:pt x="1146" y="167"/>
                        </a:lnTo>
                        <a:lnTo>
                          <a:pt x="1152" y="165"/>
                        </a:lnTo>
                        <a:lnTo>
                          <a:pt x="1156" y="165"/>
                        </a:lnTo>
                        <a:lnTo>
                          <a:pt x="1161" y="165"/>
                        </a:lnTo>
                        <a:lnTo>
                          <a:pt x="1165" y="165"/>
                        </a:lnTo>
                        <a:lnTo>
                          <a:pt x="1172" y="165"/>
                        </a:lnTo>
                        <a:lnTo>
                          <a:pt x="1175" y="163"/>
                        </a:lnTo>
                        <a:lnTo>
                          <a:pt x="1179" y="162"/>
                        </a:lnTo>
                        <a:lnTo>
                          <a:pt x="1182" y="163"/>
                        </a:lnTo>
                        <a:lnTo>
                          <a:pt x="1184" y="161"/>
                        </a:lnTo>
                        <a:lnTo>
                          <a:pt x="1182" y="159"/>
                        </a:lnTo>
                        <a:lnTo>
                          <a:pt x="1180" y="157"/>
                        </a:lnTo>
                        <a:lnTo>
                          <a:pt x="1178" y="151"/>
                        </a:lnTo>
                        <a:lnTo>
                          <a:pt x="1171" y="147"/>
                        </a:lnTo>
                        <a:lnTo>
                          <a:pt x="1168" y="147"/>
                        </a:lnTo>
                        <a:lnTo>
                          <a:pt x="1164" y="146"/>
                        </a:lnTo>
                        <a:lnTo>
                          <a:pt x="1161" y="143"/>
                        </a:lnTo>
                        <a:lnTo>
                          <a:pt x="1159" y="143"/>
                        </a:lnTo>
                        <a:lnTo>
                          <a:pt x="1157" y="144"/>
                        </a:lnTo>
                        <a:lnTo>
                          <a:pt x="1153" y="143"/>
                        </a:lnTo>
                        <a:lnTo>
                          <a:pt x="1150" y="143"/>
                        </a:lnTo>
                        <a:lnTo>
                          <a:pt x="1148" y="146"/>
                        </a:lnTo>
                        <a:lnTo>
                          <a:pt x="1145" y="150"/>
                        </a:lnTo>
                        <a:lnTo>
                          <a:pt x="1146" y="154"/>
                        </a:lnTo>
                        <a:lnTo>
                          <a:pt x="1146" y="159"/>
                        </a:lnTo>
                        <a:lnTo>
                          <a:pt x="1144" y="166"/>
                        </a:lnTo>
                        <a:lnTo>
                          <a:pt x="1141" y="169"/>
                        </a:lnTo>
                        <a:lnTo>
                          <a:pt x="1141" y="171"/>
                        </a:lnTo>
                        <a:lnTo>
                          <a:pt x="1142" y="171"/>
                        </a:lnTo>
                        <a:lnTo>
                          <a:pt x="1142" y="171"/>
                        </a:lnTo>
                        <a:close/>
                        <a:moveTo>
                          <a:pt x="1076" y="157"/>
                        </a:moveTo>
                        <a:lnTo>
                          <a:pt x="1076" y="159"/>
                        </a:lnTo>
                        <a:lnTo>
                          <a:pt x="1078" y="162"/>
                        </a:lnTo>
                        <a:lnTo>
                          <a:pt x="1081" y="162"/>
                        </a:lnTo>
                        <a:lnTo>
                          <a:pt x="1084" y="163"/>
                        </a:lnTo>
                        <a:lnTo>
                          <a:pt x="1087" y="165"/>
                        </a:lnTo>
                        <a:lnTo>
                          <a:pt x="1089" y="167"/>
                        </a:lnTo>
                        <a:lnTo>
                          <a:pt x="1091" y="167"/>
                        </a:lnTo>
                        <a:lnTo>
                          <a:pt x="1092" y="165"/>
                        </a:lnTo>
                        <a:lnTo>
                          <a:pt x="1088" y="161"/>
                        </a:lnTo>
                        <a:lnTo>
                          <a:pt x="1085" y="161"/>
                        </a:lnTo>
                        <a:lnTo>
                          <a:pt x="1081" y="159"/>
                        </a:lnTo>
                        <a:lnTo>
                          <a:pt x="1078" y="157"/>
                        </a:lnTo>
                        <a:lnTo>
                          <a:pt x="1076" y="157"/>
                        </a:lnTo>
                        <a:lnTo>
                          <a:pt x="1076" y="157"/>
                        </a:lnTo>
                        <a:lnTo>
                          <a:pt x="1076" y="157"/>
                        </a:lnTo>
                        <a:close/>
                        <a:moveTo>
                          <a:pt x="1165" y="248"/>
                        </a:moveTo>
                        <a:lnTo>
                          <a:pt x="1168" y="250"/>
                        </a:lnTo>
                        <a:lnTo>
                          <a:pt x="1171" y="252"/>
                        </a:lnTo>
                        <a:lnTo>
                          <a:pt x="1171" y="250"/>
                        </a:lnTo>
                        <a:lnTo>
                          <a:pt x="1175" y="249"/>
                        </a:lnTo>
                        <a:lnTo>
                          <a:pt x="1175" y="248"/>
                        </a:lnTo>
                        <a:lnTo>
                          <a:pt x="1175" y="245"/>
                        </a:lnTo>
                        <a:lnTo>
                          <a:pt x="1174" y="242"/>
                        </a:lnTo>
                        <a:lnTo>
                          <a:pt x="1172" y="242"/>
                        </a:lnTo>
                        <a:lnTo>
                          <a:pt x="1172" y="245"/>
                        </a:lnTo>
                        <a:lnTo>
                          <a:pt x="1169" y="248"/>
                        </a:lnTo>
                        <a:lnTo>
                          <a:pt x="1169" y="248"/>
                        </a:lnTo>
                        <a:lnTo>
                          <a:pt x="1165" y="248"/>
                        </a:lnTo>
                        <a:lnTo>
                          <a:pt x="1165" y="248"/>
                        </a:lnTo>
                        <a:close/>
                        <a:moveTo>
                          <a:pt x="1483" y="223"/>
                        </a:moveTo>
                        <a:lnTo>
                          <a:pt x="1485" y="222"/>
                        </a:lnTo>
                        <a:lnTo>
                          <a:pt x="1485" y="220"/>
                        </a:lnTo>
                        <a:lnTo>
                          <a:pt x="1483" y="218"/>
                        </a:lnTo>
                        <a:lnTo>
                          <a:pt x="1482" y="218"/>
                        </a:lnTo>
                        <a:lnTo>
                          <a:pt x="1482" y="219"/>
                        </a:lnTo>
                        <a:lnTo>
                          <a:pt x="1483" y="223"/>
                        </a:lnTo>
                        <a:lnTo>
                          <a:pt x="1483" y="223"/>
                        </a:lnTo>
                        <a:close/>
                        <a:moveTo>
                          <a:pt x="1481" y="224"/>
                        </a:moveTo>
                        <a:lnTo>
                          <a:pt x="1482" y="226"/>
                        </a:lnTo>
                        <a:lnTo>
                          <a:pt x="1482" y="223"/>
                        </a:lnTo>
                        <a:lnTo>
                          <a:pt x="1481" y="220"/>
                        </a:lnTo>
                        <a:lnTo>
                          <a:pt x="1479" y="220"/>
                        </a:lnTo>
                        <a:lnTo>
                          <a:pt x="1479" y="222"/>
                        </a:lnTo>
                        <a:lnTo>
                          <a:pt x="1481" y="224"/>
                        </a:lnTo>
                        <a:lnTo>
                          <a:pt x="1481" y="224"/>
                        </a:lnTo>
                        <a:close/>
                        <a:moveTo>
                          <a:pt x="1479" y="226"/>
                        </a:moveTo>
                        <a:lnTo>
                          <a:pt x="1481" y="230"/>
                        </a:lnTo>
                        <a:lnTo>
                          <a:pt x="1482" y="233"/>
                        </a:lnTo>
                        <a:lnTo>
                          <a:pt x="1483" y="231"/>
                        </a:lnTo>
                        <a:lnTo>
                          <a:pt x="1482" y="227"/>
                        </a:lnTo>
                        <a:lnTo>
                          <a:pt x="1479" y="224"/>
                        </a:lnTo>
                        <a:lnTo>
                          <a:pt x="1478" y="224"/>
                        </a:lnTo>
                        <a:lnTo>
                          <a:pt x="1479" y="226"/>
                        </a:lnTo>
                        <a:lnTo>
                          <a:pt x="1479" y="226"/>
                        </a:lnTo>
                        <a:close/>
                        <a:moveTo>
                          <a:pt x="1471" y="224"/>
                        </a:moveTo>
                        <a:lnTo>
                          <a:pt x="1472" y="227"/>
                        </a:lnTo>
                        <a:lnTo>
                          <a:pt x="1475" y="229"/>
                        </a:lnTo>
                        <a:lnTo>
                          <a:pt x="1475" y="227"/>
                        </a:lnTo>
                        <a:lnTo>
                          <a:pt x="1476" y="227"/>
                        </a:lnTo>
                        <a:lnTo>
                          <a:pt x="1475" y="223"/>
                        </a:lnTo>
                        <a:lnTo>
                          <a:pt x="1474" y="223"/>
                        </a:lnTo>
                        <a:lnTo>
                          <a:pt x="1474" y="223"/>
                        </a:lnTo>
                        <a:lnTo>
                          <a:pt x="1471" y="224"/>
                        </a:lnTo>
                        <a:lnTo>
                          <a:pt x="1471" y="224"/>
                        </a:lnTo>
                        <a:close/>
                        <a:moveTo>
                          <a:pt x="1551" y="192"/>
                        </a:moveTo>
                        <a:lnTo>
                          <a:pt x="1554" y="193"/>
                        </a:lnTo>
                        <a:lnTo>
                          <a:pt x="1557" y="193"/>
                        </a:lnTo>
                        <a:lnTo>
                          <a:pt x="1558" y="189"/>
                        </a:lnTo>
                        <a:lnTo>
                          <a:pt x="1558" y="186"/>
                        </a:lnTo>
                        <a:lnTo>
                          <a:pt x="1555" y="184"/>
                        </a:lnTo>
                        <a:lnTo>
                          <a:pt x="1557" y="184"/>
                        </a:lnTo>
                        <a:lnTo>
                          <a:pt x="1555" y="181"/>
                        </a:lnTo>
                        <a:lnTo>
                          <a:pt x="1553" y="178"/>
                        </a:lnTo>
                        <a:lnTo>
                          <a:pt x="1553" y="180"/>
                        </a:lnTo>
                        <a:lnTo>
                          <a:pt x="1550" y="180"/>
                        </a:lnTo>
                        <a:lnTo>
                          <a:pt x="1547" y="178"/>
                        </a:lnTo>
                        <a:lnTo>
                          <a:pt x="1544" y="178"/>
                        </a:lnTo>
                        <a:lnTo>
                          <a:pt x="1544" y="180"/>
                        </a:lnTo>
                        <a:lnTo>
                          <a:pt x="1542" y="180"/>
                        </a:lnTo>
                        <a:lnTo>
                          <a:pt x="1543" y="181"/>
                        </a:lnTo>
                        <a:lnTo>
                          <a:pt x="1540" y="181"/>
                        </a:lnTo>
                        <a:lnTo>
                          <a:pt x="1539" y="184"/>
                        </a:lnTo>
                        <a:lnTo>
                          <a:pt x="1540" y="188"/>
                        </a:lnTo>
                        <a:lnTo>
                          <a:pt x="1540" y="189"/>
                        </a:lnTo>
                        <a:lnTo>
                          <a:pt x="1543" y="188"/>
                        </a:lnTo>
                        <a:lnTo>
                          <a:pt x="1547" y="189"/>
                        </a:lnTo>
                        <a:lnTo>
                          <a:pt x="1551" y="192"/>
                        </a:lnTo>
                        <a:lnTo>
                          <a:pt x="1551" y="192"/>
                        </a:lnTo>
                        <a:close/>
                        <a:moveTo>
                          <a:pt x="1569" y="185"/>
                        </a:moveTo>
                        <a:lnTo>
                          <a:pt x="1570" y="184"/>
                        </a:lnTo>
                        <a:lnTo>
                          <a:pt x="1570" y="181"/>
                        </a:lnTo>
                        <a:lnTo>
                          <a:pt x="1568" y="182"/>
                        </a:lnTo>
                        <a:lnTo>
                          <a:pt x="1568" y="184"/>
                        </a:lnTo>
                        <a:lnTo>
                          <a:pt x="1569" y="185"/>
                        </a:lnTo>
                        <a:lnTo>
                          <a:pt x="1569" y="185"/>
                        </a:lnTo>
                        <a:close/>
                        <a:moveTo>
                          <a:pt x="1588" y="949"/>
                        </a:moveTo>
                        <a:lnTo>
                          <a:pt x="1588" y="944"/>
                        </a:lnTo>
                        <a:lnTo>
                          <a:pt x="1588" y="942"/>
                        </a:lnTo>
                        <a:lnTo>
                          <a:pt x="1587" y="939"/>
                        </a:lnTo>
                        <a:lnTo>
                          <a:pt x="1585" y="936"/>
                        </a:lnTo>
                        <a:lnTo>
                          <a:pt x="1587" y="931"/>
                        </a:lnTo>
                        <a:lnTo>
                          <a:pt x="1589" y="930"/>
                        </a:lnTo>
                        <a:lnTo>
                          <a:pt x="1591" y="930"/>
                        </a:lnTo>
                        <a:lnTo>
                          <a:pt x="1591" y="931"/>
                        </a:lnTo>
                        <a:lnTo>
                          <a:pt x="1592" y="932"/>
                        </a:lnTo>
                        <a:lnTo>
                          <a:pt x="1597" y="932"/>
                        </a:lnTo>
                        <a:lnTo>
                          <a:pt x="1597" y="931"/>
                        </a:lnTo>
                        <a:lnTo>
                          <a:pt x="1599" y="931"/>
                        </a:lnTo>
                        <a:lnTo>
                          <a:pt x="1600" y="932"/>
                        </a:lnTo>
                        <a:lnTo>
                          <a:pt x="1600" y="934"/>
                        </a:lnTo>
                        <a:lnTo>
                          <a:pt x="1600" y="935"/>
                        </a:lnTo>
                        <a:lnTo>
                          <a:pt x="1603" y="938"/>
                        </a:lnTo>
                        <a:lnTo>
                          <a:pt x="1603" y="940"/>
                        </a:lnTo>
                        <a:lnTo>
                          <a:pt x="1604" y="943"/>
                        </a:lnTo>
                        <a:lnTo>
                          <a:pt x="1606" y="940"/>
                        </a:lnTo>
                        <a:lnTo>
                          <a:pt x="1604" y="939"/>
                        </a:lnTo>
                        <a:lnTo>
                          <a:pt x="1604" y="936"/>
                        </a:lnTo>
                        <a:lnTo>
                          <a:pt x="1604" y="932"/>
                        </a:lnTo>
                        <a:lnTo>
                          <a:pt x="1601" y="931"/>
                        </a:lnTo>
                        <a:lnTo>
                          <a:pt x="1601" y="927"/>
                        </a:lnTo>
                        <a:lnTo>
                          <a:pt x="1600" y="924"/>
                        </a:lnTo>
                        <a:lnTo>
                          <a:pt x="1597" y="925"/>
                        </a:lnTo>
                        <a:lnTo>
                          <a:pt x="1596" y="925"/>
                        </a:lnTo>
                        <a:lnTo>
                          <a:pt x="1592" y="923"/>
                        </a:lnTo>
                        <a:lnTo>
                          <a:pt x="1592" y="919"/>
                        </a:lnTo>
                        <a:lnTo>
                          <a:pt x="1589" y="916"/>
                        </a:lnTo>
                        <a:lnTo>
                          <a:pt x="1587" y="912"/>
                        </a:lnTo>
                        <a:lnTo>
                          <a:pt x="1584" y="912"/>
                        </a:lnTo>
                        <a:lnTo>
                          <a:pt x="1582" y="909"/>
                        </a:lnTo>
                        <a:lnTo>
                          <a:pt x="1581" y="904"/>
                        </a:lnTo>
                        <a:lnTo>
                          <a:pt x="1578" y="901"/>
                        </a:lnTo>
                        <a:lnTo>
                          <a:pt x="1577" y="897"/>
                        </a:lnTo>
                        <a:lnTo>
                          <a:pt x="1577" y="893"/>
                        </a:lnTo>
                        <a:lnTo>
                          <a:pt x="1577" y="887"/>
                        </a:lnTo>
                        <a:lnTo>
                          <a:pt x="1576" y="885"/>
                        </a:lnTo>
                        <a:lnTo>
                          <a:pt x="1576" y="879"/>
                        </a:lnTo>
                        <a:lnTo>
                          <a:pt x="1576" y="877"/>
                        </a:lnTo>
                        <a:lnTo>
                          <a:pt x="1574" y="872"/>
                        </a:lnTo>
                        <a:lnTo>
                          <a:pt x="1576" y="871"/>
                        </a:lnTo>
                        <a:lnTo>
                          <a:pt x="1576" y="868"/>
                        </a:lnTo>
                        <a:lnTo>
                          <a:pt x="1576" y="867"/>
                        </a:lnTo>
                        <a:lnTo>
                          <a:pt x="1577" y="867"/>
                        </a:lnTo>
                        <a:lnTo>
                          <a:pt x="1578" y="867"/>
                        </a:lnTo>
                        <a:lnTo>
                          <a:pt x="1582" y="867"/>
                        </a:lnTo>
                        <a:lnTo>
                          <a:pt x="1585" y="867"/>
                        </a:lnTo>
                        <a:lnTo>
                          <a:pt x="1588" y="870"/>
                        </a:lnTo>
                        <a:lnTo>
                          <a:pt x="1591" y="874"/>
                        </a:lnTo>
                        <a:lnTo>
                          <a:pt x="1593" y="874"/>
                        </a:lnTo>
                        <a:lnTo>
                          <a:pt x="1596" y="877"/>
                        </a:lnTo>
                        <a:lnTo>
                          <a:pt x="1599" y="881"/>
                        </a:lnTo>
                        <a:lnTo>
                          <a:pt x="1600" y="881"/>
                        </a:lnTo>
                        <a:lnTo>
                          <a:pt x="1599" y="877"/>
                        </a:lnTo>
                        <a:lnTo>
                          <a:pt x="1596" y="874"/>
                        </a:lnTo>
                        <a:lnTo>
                          <a:pt x="1592" y="871"/>
                        </a:lnTo>
                        <a:lnTo>
                          <a:pt x="1589" y="867"/>
                        </a:lnTo>
                        <a:lnTo>
                          <a:pt x="1587" y="863"/>
                        </a:lnTo>
                        <a:lnTo>
                          <a:pt x="1587" y="862"/>
                        </a:lnTo>
                        <a:lnTo>
                          <a:pt x="1585" y="860"/>
                        </a:lnTo>
                        <a:lnTo>
                          <a:pt x="1582" y="855"/>
                        </a:lnTo>
                        <a:lnTo>
                          <a:pt x="1581" y="852"/>
                        </a:lnTo>
                        <a:lnTo>
                          <a:pt x="1580" y="851"/>
                        </a:lnTo>
                        <a:lnTo>
                          <a:pt x="1578" y="848"/>
                        </a:lnTo>
                        <a:lnTo>
                          <a:pt x="1574" y="843"/>
                        </a:lnTo>
                        <a:lnTo>
                          <a:pt x="1572" y="836"/>
                        </a:lnTo>
                        <a:lnTo>
                          <a:pt x="1570" y="832"/>
                        </a:lnTo>
                        <a:lnTo>
                          <a:pt x="1565" y="825"/>
                        </a:lnTo>
                        <a:lnTo>
                          <a:pt x="1562" y="821"/>
                        </a:lnTo>
                        <a:lnTo>
                          <a:pt x="1561" y="819"/>
                        </a:lnTo>
                        <a:lnTo>
                          <a:pt x="1561" y="817"/>
                        </a:lnTo>
                        <a:lnTo>
                          <a:pt x="1559" y="814"/>
                        </a:lnTo>
                        <a:lnTo>
                          <a:pt x="1557" y="813"/>
                        </a:lnTo>
                        <a:lnTo>
                          <a:pt x="1557" y="814"/>
                        </a:lnTo>
                        <a:lnTo>
                          <a:pt x="1555" y="814"/>
                        </a:lnTo>
                        <a:lnTo>
                          <a:pt x="1554" y="813"/>
                        </a:lnTo>
                        <a:lnTo>
                          <a:pt x="1555" y="810"/>
                        </a:lnTo>
                        <a:lnTo>
                          <a:pt x="1554" y="809"/>
                        </a:lnTo>
                        <a:lnTo>
                          <a:pt x="1551" y="807"/>
                        </a:lnTo>
                        <a:lnTo>
                          <a:pt x="1549" y="803"/>
                        </a:lnTo>
                        <a:lnTo>
                          <a:pt x="1547" y="799"/>
                        </a:lnTo>
                        <a:lnTo>
                          <a:pt x="1546" y="798"/>
                        </a:lnTo>
                        <a:lnTo>
                          <a:pt x="1546" y="795"/>
                        </a:lnTo>
                        <a:lnTo>
                          <a:pt x="1546" y="792"/>
                        </a:lnTo>
                        <a:lnTo>
                          <a:pt x="1547" y="792"/>
                        </a:lnTo>
                        <a:lnTo>
                          <a:pt x="1546" y="788"/>
                        </a:lnTo>
                        <a:lnTo>
                          <a:pt x="1546" y="784"/>
                        </a:lnTo>
                        <a:lnTo>
                          <a:pt x="1544" y="781"/>
                        </a:lnTo>
                        <a:lnTo>
                          <a:pt x="1542" y="780"/>
                        </a:lnTo>
                        <a:lnTo>
                          <a:pt x="1539" y="776"/>
                        </a:lnTo>
                        <a:lnTo>
                          <a:pt x="1539" y="775"/>
                        </a:lnTo>
                        <a:lnTo>
                          <a:pt x="1538" y="773"/>
                        </a:lnTo>
                        <a:lnTo>
                          <a:pt x="1538" y="772"/>
                        </a:lnTo>
                        <a:lnTo>
                          <a:pt x="1539" y="772"/>
                        </a:lnTo>
                        <a:lnTo>
                          <a:pt x="1542" y="773"/>
                        </a:lnTo>
                        <a:lnTo>
                          <a:pt x="1544" y="777"/>
                        </a:lnTo>
                        <a:lnTo>
                          <a:pt x="1543" y="775"/>
                        </a:lnTo>
                        <a:lnTo>
                          <a:pt x="1539" y="769"/>
                        </a:lnTo>
                        <a:lnTo>
                          <a:pt x="1536" y="767"/>
                        </a:lnTo>
                        <a:lnTo>
                          <a:pt x="1535" y="767"/>
                        </a:lnTo>
                        <a:lnTo>
                          <a:pt x="1534" y="764"/>
                        </a:lnTo>
                        <a:lnTo>
                          <a:pt x="1528" y="758"/>
                        </a:lnTo>
                        <a:lnTo>
                          <a:pt x="1527" y="756"/>
                        </a:lnTo>
                        <a:lnTo>
                          <a:pt x="1527" y="752"/>
                        </a:lnTo>
                        <a:lnTo>
                          <a:pt x="1525" y="749"/>
                        </a:lnTo>
                        <a:lnTo>
                          <a:pt x="1520" y="747"/>
                        </a:lnTo>
                        <a:lnTo>
                          <a:pt x="1519" y="743"/>
                        </a:lnTo>
                        <a:lnTo>
                          <a:pt x="1517" y="742"/>
                        </a:lnTo>
                        <a:lnTo>
                          <a:pt x="1517" y="743"/>
                        </a:lnTo>
                        <a:lnTo>
                          <a:pt x="1517" y="745"/>
                        </a:lnTo>
                        <a:lnTo>
                          <a:pt x="1517" y="747"/>
                        </a:lnTo>
                        <a:lnTo>
                          <a:pt x="1516" y="747"/>
                        </a:lnTo>
                        <a:lnTo>
                          <a:pt x="1515" y="746"/>
                        </a:lnTo>
                        <a:lnTo>
                          <a:pt x="1512" y="746"/>
                        </a:lnTo>
                        <a:lnTo>
                          <a:pt x="1516" y="750"/>
                        </a:lnTo>
                        <a:lnTo>
                          <a:pt x="1520" y="753"/>
                        </a:lnTo>
                        <a:lnTo>
                          <a:pt x="1521" y="756"/>
                        </a:lnTo>
                        <a:lnTo>
                          <a:pt x="1521" y="758"/>
                        </a:lnTo>
                        <a:lnTo>
                          <a:pt x="1523" y="757"/>
                        </a:lnTo>
                        <a:lnTo>
                          <a:pt x="1524" y="757"/>
                        </a:lnTo>
                        <a:lnTo>
                          <a:pt x="1525" y="758"/>
                        </a:lnTo>
                        <a:lnTo>
                          <a:pt x="1524" y="760"/>
                        </a:lnTo>
                        <a:lnTo>
                          <a:pt x="1521" y="761"/>
                        </a:lnTo>
                        <a:lnTo>
                          <a:pt x="1523" y="762"/>
                        </a:lnTo>
                        <a:lnTo>
                          <a:pt x="1524" y="762"/>
                        </a:lnTo>
                        <a:lnTo>
                          <a:pt x="1525" y="767"/>
                        </a:lnTo>
                        <a:lnTo>
                          <a:pt x="1523" y="768"/>
                        </a:lnTo>
                        <a:lnTo>
                          <a:pt x="1521" y="767"/>
                        </a:lnTo>
                        <a:lnTo>
                          <a:pt x="1519" y="765"/>
                        </a:lnTo>
                        <a:lnTo>
                          <a:pt x="1517" y="767"/>
                        </a:lnTo>
                        <a:lnTo>
                          <a:pt x="1516" y="771"/>
                        </a:lnTo>
                        <a:lnTo>
                          <a:pt x="1519" y="773"/>
                        </a:lnTo>
                        <a:lnTo>
                          <a:pt x="1519" y="776"/>
                        </a:lnTo>
                        <a:lnTo>
                          <a:pt x="1523" y="780"/>
                        </a:lnTo>
                        <a:lnTo>
                          <a:pt x="1524" y="784"/>
                        </a:lnTo>
                        <a:lnTo>
                          <a:pt x="1525" y="791"/>
                        </a:lnTo>
                        <a:lnTo>
                          <a:pt x="1525" y="792"/>
                        </a:lnTo>
                        <a:lnTo>
                          <a:pt x="1527" y="796"/>
                        </a:lnTo>
                        <a:lnTo>
                          <a:pt x="1528" y="803"/>
                        </a:lnTo>
                        <a:lnTo>
                          <a:pt x="1531" y="807"/>
                        </a:lnTo>
                        <a:lnTo>
                          <a:pt x="1534" y="809"/>
                        </a:lnTo>
                        <a:lnTo>
                          <a:pt x="1534" y="810"/>
                        </a:lnTo>
                        <a:lnTo>
                          <a:pt x="1532" y="811"/>
                        </a:lnTo>
                        <a:lnTo>
                          <a:pt x="1539" y="818"/>
                        </a:lnTo>
                        <a:lnTo>
                          <a:pt x="1542" y="819"/>
                        </a:lnTo>
                        <a:lnTo>
                          <a:pt x="1546" y="824"/>
                        </a:lnTo>
                        <a:lnTo>
                          <a:pt x="1546" y="829"/>
                        </a:lnTo>
                        <a:lnTo>
                          <a:pt x="1546" y="832"/>
                        </a:lnTo>
                        <a:lnTo>
                          <a:pt x="1549" y="836"/>
                        </a:lnTo>
                        <a:lnTo>
                          <a:pt x="1549" y="839"/>
                        </a:lnTo>
                        <a:lnTo>
                          <a:pt x="1550" y="841"/>
                        </a:lnTo>
                        <a:lnTo>
                          <a:pt x="1553" y="844"/>
                        </a:lnTo>
                        <a:lnTo>
                          <a:pt x="1553" y="844"/>
                        </a:lnTo>
                        <a:lnTo>
                          <a:pt x="1553" y="847"/>
                        </a:lnTo>
                        <a:lnTo>
                          <a:pt x="1555" y="852"/>
                        </a:lnTo>
                        <a:lnTo>
                          <a:pt x="1557" y="855"/>
                        </a:lnTo>
                        <a:lnTo>
                          <a:pt x="1558" y="859"/>
                        </a:lnTo>
                        <a:lnTo>
                          <a:pt x="1558" y="864"/>
                        </a:lnTo>
                        <a:lnTo>
                          <a:pt x="1559" y="866"/>
                        </a:lnTo>
                        <a:lnTo>
                          <a:pt x="1559" y="868"/>
                        </a:lnTo>
                        <a:lnTo>
                          <a:pt x="1559" y="872"/>
                        </a:lnTo>
                        <a:lnTo>
                          <a:pt x="1562" y="879"/>
                        </a:lnTo>
                        <a:lnTo>
                          <a:pt x="1561" y="881"/>
                        </a:lnTo>
                        <a:lnTo>
                          <a:pt x="1562" y="885"/>
                        </a:lnTo>
                        <a:lnTo>
                          <a:pt x="1565" y="887"/>
                        </a:lnTo>
                        <a:lnTo>
                          <a:pt x="1570" y="893"/>
                        </a:lnTo>
                        <a:lnTo>
                          <a:pt x="1570" y="897"/>
                        </a:lnTo>
                        <a:lnTo>
                          <a:pt x="1572" y="900"/>
                        </a:lnTo>
                        <a:lnTo>
                          <a:pt x="1572" y="906"/>
                        </a:lnTo>
                        <a:lnTo>
                          <a:pt x="1572" y="911"/>
                        </a:lnTo>
                        <a:lnTo>
                          <a:pt x="1574" y="915"/>
                        </a:lnTo>
                        <a:lnTo>
                          <a:pt x="1576" y="919"/>
                        </a:lnTo>
                        <a:lnTo>
                          <a:pt x="1578" y="923"/>
                        </a:lnTo>
                        <a:lnTo>
                          <a:pt x="1580" y="925"/>
                        </a:lnTo>
                        <a:lnTo>
                          <a:pt x="1578" y="930"/>
                        </a:lnTo>
                        <a:lnTo>
                          <a:pt x="1578" y="936"/>
                        </a:lnTo>
                        <a:lnTo>
                          <a:pt x="1580" y="939"/>
                        </a:lnTo>
                        <a:lnTo>
                          <a:pt x="1582" y="942"/>
                        </a:lnTo>
                        <a:lnTo>
                          <a:pt x="1584" y="946"/>
                        </a:lnTo>
                        <a:lnTo>
                          <a:pt x="1588" y="949"/>
                        </a:lnTo>
                        <a:lnTo>
                          <a:pt x="1588" y="949"/>
                        </a:lnTo>
                        <a:close/>
                        <a:moveTo>
                          <a:pt x="1443" y="746"/>
                        </a:moveTo>
                        <a:lnTo>
                          <a:pt x="1444" y="746"/>
                        </a:lnTo>
                        <a:lnTo>
                          <a:pt x="1444" y="745"/>
                        </a:lnTo>
                        <a:lnTo>
                          <a:pt x="1445" y="743"/>
                        </a:lnTo>
                        <a:lnTo>
                          <a:pt x="1447" y="745"/>
                        </a:lnTo>
                        <a:lnTo>
                          <a:pt x="1448" y="746"/>
                        </a:lnTo>
                        <a:lnTo>
                          <a:pt x="1451" y="747"/>
                        </a:lnTo>
                        <a:lnTo>
                          <a:pt x="1452" y="745"/>
                        </a:lnTo>
                        <a:lnTo>
                          <a:pt x="1452" y="743"/>
                        </a:lnTo>
                        <a:lnTo>
                          <a:pt x="1452" y="742"/>
                        </a:lnTo>
                        <a:lnTo>
                          <a:pt x="1452" y="741"/>
                        </a:lnTo>
                        <a:lnTo>
                          <a:pt x="1453" y="739"/>
                        </a:lnTo>
                        <a:lnTo>
                          <a:pt x="1453" y="738"/>
                        </a:lnTo>
                        <a:lnTo>
                          <a:pt x="1452" y="738"/>
                        </a:lnTo>
                        <a:lnTo>
                          <a:pt x="1451" y="739"/>
                        </a:lnTo>
                        <a:lnTo>
                          <a:pt x="1449" y="739"/>
                        </a:lnTo>
                        <a:lnTo>
                          <a:pt x="1449" y="739"/>
                        </a:lnTo>
                        <a:lnTo>
                          <a:pt x="1451" y="737"/>
                        </a:lnTo>
                        <a:lnTo>
                          <a:pt x="1451" y="737"/>
                        </a:lnTo>
                        <a:lnTo>
                          <a:pt x="1449" y="735"/>
                        </a:lnTo>
                        <a:lnTo>
                          <a:pt x="1447" y="737"/>
                        </a:lnTo>
                        <a:lnTo>
                          <a:pt x="1445" y="735"/>
                        </a:lnTo>
                        <a:lnTo>
                          <a:pt x="1443" y="737"/>
                        </a:lnTo>
                        <a:lnTo>
                          <a:pt x="1443" y="739"/>
                        </a:lnTo>
                        <a:lnTo>
                          <a:pt x="1440" y="741"/>
                        </a:lnTo>
                        <a:lnTo>
                          <a:pt x="1440" y="743"/>
                        </a:lnTo>
                        <a:lnTo>
                          <a:pt x="1443" y="746"/>
                        </a:lnTo>
                        <a:lnTo>
                          <a:pt x="1443" y="746"/>
                        </a:lnTo>
                        <a:close/>
                        <a:moveTo>
                          <a:pt x="1433" y="745"/>
                        </a:moveTo>
                        <a:lnTo>
                          <a:pt x="1434" y="743"/>
                        </a:lnTo>
                        <a:lnTo>
                          <a:pt x="1434" y="743"/>
                        </a:lnTo>
                        <a:lnTo>
                          <a:pt x="1436" y="742"/>
                        </a:lnTo>
                        <a:lnTo>
                          <a:pt x="1437" y="743"/>
                        </a:lnTo>
                        <a:lnTo>
                          <a:pt x="1438" y="742"/>
                        </a:lnTo>
                        <a:lnTo>
                          <a:pt x="1437" y="741"/>
                        </a:lnTo>
                        <a:lnTo>
                          <a:pt x="1438" y="739"/>
                        </a:lnTo>
                        <a:lnTo>
                          <a:pt x="1437" y="737"/>
                        </a:lnTo>
                        <a:lnTo>
                          <a:pt x="1437" y="738"/>
                        </a:lnTo>
                        <a:lnTo>
                          <a:pt x="1436" y="739"/>
                        </a:lnTo>
                        <a:lnTo>
                          <a:pt x="1432" y="741"/>
                        </a:lnTo>
                        <a:lnTo>
                          <a:pt x="1432" y="742"/>
                        </a:lnTo>
                        <a:lnTo>
                          <a:pt x="1433" y="745"/>
                        </a:lnTo>
                        <a:lnTo>
                          <a:pt x="1433" y="745"/>
                        </a:lnTo>
                        <a:close/>
                        <a:moveTo>
                          <a:pt x="1453" y="754"/>
                        </a:moveTo>
                        <a:lnTo>
                          <a:pt x="1453" y="754"/>
                        </a:lnTo>
                        <a:lnTo>
                          <a:pt x="1455" y="753"/>
                        </a:lnTo>
                        <a:lnTo>
                          <a:pt x="1456" y="752"/>
                        </a:lnTo>
                        <a:lnTo>
                          <a:pt x="1455" y="750"/>
                        </a:lnTo>
                        <a:lnTo>
                          <a:pt x="1453" y="752"/>
                        </a:lnTo>
                        <a:lnTo>
                          <a:pt x="1453" y="752"/>
                        </a:lnTo>
                        <a:lnTo>
                          <a:pt x="1453" y="754"/>
                        </a:lnTo>
                        <a:lnTo>
                          <a:pt x="1453" y="754"/>
                        </a:lnTo>
                        <a:close/>
                        <a:moveTo>
                          <a:pt x="1449" y="750"/>
                        </a:moveTo>
                        <a:lnTo>
                          <a:pt x="1449" y="752"/>
                        </a:lnTo>
                        <a:lnTo>
                          <a:pt x="1451" y="754"/>
                        </a:lnTo>
                        <a:lnTo>
                          <a:pt x="1452" y="753"/>
                        </a:lnTo>
                        <a:lnTo>
                          <a:pt x="1452" y="750"/>
                        </a:lnTo>
                        <a:lnTo>
                          <a:pt x="1451" y="750"/>
                        </a:lnTo>
                        <a:lnTo>
                          <a:pt x="1449" y="750"/>
                        </a:lnTo>
                        <a:lnTo>
                          <a:pt x="1449" y="750"/>
                        </a:lnTo>
                        <a:close/>
                        <a:moveTo>
                          <a:pt x="1451" y="764"/>
                        </a:moveTo>
                        <a:lnTo>
                          <a:pt x="1452" y="761"/>
                        </a:lnTo>
                        <a:lnTo>
                          <a:pt x="1453" y="761"/>
                        </a:lnTo>
                        <a:lnTo>
                          <a:pt x="1455" y="758"/>
                        </a:lnTo>
                        <a:lnTo>
                          <a:pt x="1453" y="757"/>
                        </a:lnTo>
                        <a:lnTo>
                          <a:pt x="1455" y="756"/>
                        </a:lnTo>
                        <a:lnTo>
                          <a:pt x="1451" y="757"/>
                        </a:lnTo>
                        <a:lnTo>
                          <a:pt x="1448" y="760"/>
                        </a:lnTo>
                        <a:lnTo>
                          <a:pt x="1448" y="762"/>
                        </a:lnTo>
                        <a:lnTo>
                          <a:pt x="1451" y="764"/>
                        </a:lnTo>
                        <a:lnTo>
                          <a:pt x="1451" y="764"/>
                        </a:lnTo>
                        <a:close/>
                        <a:moveTo>
                          <a:pt x="1559" y="597"/>
                        </a:moveTo>
                        <a:lnTo>
                          <a:pt x="1561" y="598"/>
                        </a:lnTo>
                        <a:lnTo>
                          <a:pt x="1562" y="594"/>
                        </a:lnTo>
                        <a:lnTo>
                          <a:pt x="1563" y="593"/>
                        </a:lnTo>
                        <a:lnTo>
                          <a:pt x="1561" y="593"/>
                        </a:lnTo>
                        <a:lnTo>
                          <a:pt x="1559" y="595"/>
                        </a:lnTo>
                        <a:lnTo>
                          <a:pt x="1559" y="597"/>
                        </a:lnTo>
                        <a:lnTo>
                          <a:pt x="1559" y="597"/>
                        </a:lnTo>
                        <a:close/>
                        <a:moveTo>
                          <a:pt x="1733" y="579"/>
                        </a:moveTo>
                        <a:lnTo>
                          <a:pt x="1735" y="579"/>
                        </a:lnTo>
                        <a:lnTo>
                          <a:pt x="1733" y="576"/>
                        </a:lnTo>
                        <a:lnTo>
                          <a:pt x="1733" y="574"/>
                        </a:lnTo>
                        <a:lnTo>
                          <a:pt x="1733" y="572"/>
                        </a:lnTo>
                        <a:lnTo>
                          <a:pt x="1733" y="571"/>
                        </a:lnTo>
                        <a:lnTo>
                          <a:pt x="1735" y="567"/>
                        </a:lnTo>
                        <a:lnTo>
                          <a:pt x="1737" y="564"/>
                        </a:lnTo>
                        <a:lnTo>
                          <a:pt x="1740" y="561"/>
                        </a:lnTo>
                        <a:lnTo>
                          <a:pt x="1741" y="561"/>
                        </a:lnTo>
                        <a:lnTo>
                          <a:pt x="1741" y="559"/>
                        </a:lnTo>
                        <a:lnTo>
                          <a:pt x="1740" y="555"/>
                        </a:lnTo>
                        <a:lnTo>
                          <a:pt x="1736" y="550"/>
                        </a:lnTo>
                        <a:lnTo>
                          <a:pt x="1735" y="550"/>
                        </a:lnTo>
                        <a:lnTo>
                          <a:pt x="1733" y="552"/>
                        </a:lnTo>
                        <a:lnTo>
                          <a:pt x="1733" y="553"/>
                        </a:lnTo>
                        <a:lnTo>
                          <a:pt x="1732" y="555"/>
                        </a:lnTo>
                        <a:lnTo>
                          <a:pt x="1728" y="559"/>
                        </a:lnTo>
                        <a:lnTo>
                          <a:pt x="1726" y="559"/>
                        </a:lnTo>
                        <a:lnTo>
                          <a:pt x="1725" y="561"/>
                        </a:lnTo>
                        <a:lnTo>
                          <a:pt x="1726" y="561"/>
                        </a:lnTo>
                        <a:lnTo>
                          <a:pt x="1729" y="560"/>
                        </a:lnTo>
                        <a:lnTo>
                          <a:pt x="1729" y="561"/>
                        </a:lnTo>
                        <a:lnTo>
                          <a:pt x="1729" y="563"/>
                        </a:lnTo>
                        <a:lnTo>
                          <a:pt x="1731" y="568"/>
                        </a:lnTo>
                        <a:lnTo>
                          <a:pt x="1732" y="570"/>
                        </a:lnTo>
                        <a:lnTo>
                          <a:pt x="1732" y="574"/>
                        </a:lnTo>
                        <a:lnTo>
                          <a:pt x="1731" y="575"/>
                        </a:lnTo>
                        <a:lnTo>
                          <a:pt x="1731" y="576"/>
                        </a:lnTo>
                        <a:lnTo>
                          <a:pt x="1733" y="579"/>
                        </a:lnTo>
                        <a:lnTo>
                          <a:pt x="1733" y="579"/>
                        </a:lnTo>
                        <a:close/>
                        <a:moveTo>
                          <a:pt x="1736" y="809"/>
                        </a:moveTo>
                        <a:lnTo>
                          <a:pt x="1737" y="809"/>
                        </a:lnTo>
                        <a:lnTo>
                          <a:pt x="1739" y="807"/>
                        </a:lnTo>
                        <a:lnTo>
                          <a:pt x="1737" y="805"/>
                        </a:lnTo>
                        <a:lnTo>
                          <a:pt x="1736" y="803"/>
                        </a:lnTo>
                        <a:lnTo>
                          <a:pt x="1735" y="805"/>
                        </a:lnTo>
                        <a:lnTo>
                          <a:pt x="1735" y="807"/>
                        </a:lnTo>
                        <a:lnTo>
                          <a:pt x="1736" y="809"/>
                        </a:lnTo>
                        <a:lnTo>
                          <a:pt x="1736" y="809"/>
                        </a:lnTo>
                        <a:close/>
                        <a:moveTo>
                          <a:pt x="1721" y="805"/>
                        </a:moveTo>
                        <a:lnTo>
                          <a:pt x="1721" y="807"/>
                        </a:lnTo>
                        <a:lnTo>
                          <a:pt x="1722" y="809"/>
                        </a:lnTo>
                        <a:lnTo>
                          <a:pt x="1725" y="809"/>
                        </a:lnTo>
                        <a:lnTo>
                          <a:pt x="1725" y="806"/>
                        </a:lnTo>
                        <a:lnTo>
                          <a:pt x="1722" y="805"/>
                        </a:lnTo>
                        <a:lnTo>
                          <a:pt x="1721" y="805"/>
                        </a:lnTo>
                        <a:lnTo>
                          <a:pt x="1721" y="805"/>
                        </a:lnTo>
                        <a:close/>
                        <a:moveTo>
                          <a:pt x="1729" y="829"/>
                        </a:moveTo>
                        <a:lnTo>
                          <a:pt x="1731" y="829"/>
                        </a:lnTo>
                        <a:lnTo>
                          <a:pt x="1731" y="826"/>
                        </a:lnTo>
                        <a:lnTo>
                          <a:pt x="1731" y="824"/>
                        </a:lnTo>
                        <a:lnTo>
                          <a:pt x="1733" y="822"/>
                        </a:lnTo>
                        <a:lnTo>
                          <a:pt x="1735" y="819"/>
                        </a:lnTo>
                        <a:lnTo>
                          <a:pt x="1735" y="817"/>
                        </a:lnTo>
                        <a:lnTo>
                          <a:pt x="1735" y="814"/>
                        </a:lnTo>
                        <a:lnTo>
                          <a:pt x="1736" y="813"/>
                        </a:lnTo>
                        <a:lnTo>
                          <a:pt x="1736" y="810"/>
                        </a:lnTo>
                        <a:lnTo>
                          <a:pt x="1731" y="806"/>
                        </a:lnTo>
                        <a:lnTo>
                          <a:pt x="1731" y="809"/>
                        </a:lnTo>
                        <a:lnTo>
                          <a:pt x="1731" y="814"/>
                        </a:lnTo>
                        <a:lnTo>
                          <a:pt x="1731" y="817"/>
                        </a:lnTo>
                        <a:lnTo>
                          <a:pt x="1728" y="818"/>
                        </a:lnTo>
                        <a:lnTo>
                          <a:pt x="1726" y="819"/>
                        </a:lnTo>
                        <a:lnTo>
                          <a:pt x="1725" y="821"/>
                        </a:lnTo>
                        <a:lnTo>
                          <a:pt x="1725" y="821"/>
                        </a:lnTo>
                        <a:lnTo>
                          <a:pt x="1726" y="824"/>
                        </a:lnTo>
                        <a:lnTo>
                          <a:pt x="1726" y="826"/>
                        </a:lnTo>
                        <a:lnTo>
                          <a:pt x="1725" y="826"/>
                        </a:lnTo>
                        <a:lnTo>
                          <a:pt x="1725" y="828"/>
                        </a:lnTo>
                        <a:lnTo>
                          <a:pt x="1728" y="828"/>
                        </a:lnTo>
                        <a:lnTo>
                          <a:pt x="1729" y="829"/>
                        </a:lnTo>
                        <a:lnTo>
                          <a:pt x="1729" y="829"/>
                        </a:lnTo>
                        <a:close/>
                        <a:moveTo>
                          <a:pt x="1726" y="847"/>
                        </a:moveTo>
                        <a:lnTo>
                          <a:pt x="1726" y="847"/>
                        </a:lnTo>
                        <a:lnTo>
                          <a:pt x="1728" y="845"/>
                        </a:lnTo>
                        <a:lnTo>
                          <a:pt x="1726" y="841"/>
                        </a:lnTo>
                        <a:lnTo>
                          <a:pt x="1726" y="840"/>
                        </a:lnTo>
                        <a:lnTo>
                          <a:pt x="1725" y="839"/>
                        </a:lnTo>
                        <a:lnTo>
                          <a:pt x="1725" y="841"/>
                        </a:lnTo>
                        <a:lnTo>
                          <a:pt x="1725" y="844"/>
                        </a:lnTo>
                        <a:lnTo>
                          <a:pt x="1726" y="847"/>
                        </a:lnTo>
                        <a:lnTo>
                          <a:pt x="1726" y="847"/>
                        </a:lnTo>
                        <a:close/>
                        <a:moveTo>
                          <a:pt x="1728" y="852"/>
                        </a:moveTo>
                        <a:lnTo>
                          <a:pt x="1729" y="851"/>
                        </a:lnTo>
                        <a:lnTo>
                          <a:pt x="1728" y="849"/>
                        </a:lnTo>
                        <a:lnTo>
                          <a:pt x="1726" y="849"/>
                        </a:lnTo>
                        <a:lnTo>
                          <a:pt x="1725" y="849"/>
                        </a:lnTo>
                        <a:lnTo>
                          <a:pt x="1725" y="851"/>
                        </a:lnTo>
                        <a:lnTo>
                          <a:pt x="1728" y="852"/>
                        </a:lnTo>
                        <a:lnTo>
                          <a:pt x="1728" y="852"/>
                        </a:lnTo>
                        <a:close/>
                        <a:moveTo>
                          <a:pt x="1722" y="856"/>
                        </a:moveTo>
                        <a:lnTo>
                          <a:pt x="1722" y="856"/>
                        </a:lnTo>
                        <a:lnTo>
                          <a:pt x="1722" y="855"/>
                        </a:lnTo>
                        <a:lnTo>
                          <a:pt x="1721" y="855"/>
                        </a:lnTo>
                        <a:lnTo>
                          <a:pt x="1721" y="856"/>
                        </a:lnTo>
                        <a:lnTo>
                          <a:pt x="1722" y="856"/>
                        </a:lnTo>
                        <a:lnTo>
                          <a:pt x="1722" y="856"/>
                        </a:lnTo>
                        <a:close/>
                        <a:moveTo>
                          <a:pt x="1724" y="863"/>
                        </a:moveTo>
                        <a:lnTo>
                          <a:pt x="1725" y="862"/>
                        </a:lnTo>
                        <a:lnTo>
                          <a:pt x="1726" y="860"/>
                        </a:lnTo>
                        <a:lnTo>
                          <a:pt x="1726" y="858"/>
                        </a:lnTo>
                        <a:lnTo>
                          <a:pt x="1725" y="858"/>
                        </a:lnTo>
                        <a:lnTo>
                          <a:pt x="1725" y="859"/>
                        </a:lnTo>
                        <a:lnTo>
                          <a:pt x="1724" y="863"/>
                        </a:lnTo>
                        <a:lnTo>
                          <a:pt x="1724" y="863"/>
                        </a:lnTo>
                        <a:close/>
                        <a:moveTo>
                          <a:pt x="1720" y="881"/>
                        </a:moveTo>
                        <a:lnTo>
                          <a:pt x="1721" y="879"/>
                        </a:lnTo>
                        <a:lnTo>
                          <a:pt x="1720" y="878"/>
                        </a:lnTo>
                        <a:lnTo>
                          <a:pt x="1720" y="879"/>
                        </a:lnTo>
                        <a:lnTo>
                          <a:pt x="1720" y="881"/>
                        </a:lnTo>
                        <a:lnTo>
                          <a:pt x="1720" y="881"/>
                        </a:lnTo>
                        <a:close/>
                        <a:moveTo>
                          <a:pt x="1720" y="890"/>
                        </a:moveTo>
                        <a:lnTo>
                          <a:pt x="1720" y="887"/>
                        </a:lnTo>
                        <a:lnTo>
                          <a:pt x="1720" y="886"/>
                        </a:lnTo>
                        <a:lnTo>
                          <a:pt x="1718" y="887"/>
                        </a:lnTo>
                        <a:lnTo>
                          <a:pt x="1720" y="890"/>
                        </a:lnTo>
                        <a:lnTo>
                          <a:pt x="1720" y="890"/>
                        </a:lnTo>
                        <a:close/>
                        <a:moveTo>
                          <a:pt x="1718" y="893"/>
                        </a:moveTo>
                        <a:lnTo>
                          <a:pt x="1720" y="894"/>
                        </a:lnTo>
                        <a:lnTo>
                          <a:pt x="1720" y="893"/>
                        </a:lnTo>
                        <a:lnTo>
                          <a:pt x="1718" y="893"/>
                        </a:lnTo>
                        <a:lnTo>
                          <a:pt x="1718" y="893"/>
                        </a:lnTo>
                        <a:close/>
                        <a:moveTo>
                          <a:pt x="1716" y="897"/>
                        </a:moveTo>
                        <a:lnTo>
                          <a:pt x="1717" y="898"/>
                        </a:lnTo>
                        <a:lnTo>
                          <a:pt x="1718" y="898"/>
                        </a:lnTo>
                        <a:lnTo>
                          <a:pt x="1718" y="897"/>
                        </a:lnTo>
                        <a:lnTo>
                          <a:pt x="1717" y="897"/>
                        </a:lnTo>
                        <a:lnTo>
                          <a:pt x="1716" y="897"/>
                        </a:lnTo>
                        <a:lnTo>
                          <a:pt x="1716" y="897"/>
                        </a:lnTo>
                        <a:close/>
                        <a:moveTo>
                          <a:pt x="1714" y="909"/>
                        </a:moveTo>
                        <a:lnTo>
                          <a:pt x="1716" y="908"/>
                        </a:lnTo>
                        <a:lnTo>
                          <a:pt x="1716" y="902"/>
                        </a:lnTo>
                        <a:lnTo>
                          <a:pt x="1714" y="902"/>
                        </a:lnTo>
                        <a:lnTo>
                          <a:pt x="1714" y="905"/>
                        </a:lnTo>
                        <a:lnTo>
                          <a:pt x="1713" y="909"/>
                        </a:lnTo>
                        <a:lnTo>
                          <a:pt x="1714" y="909"/>
                        </a:lnTo>
                        <a:lnTo>
                          <a:pt x="1714" y="909"/>
                        </a:lnTo>
                        <a:close/>
                        <a:moveTo>
                          <a:pt x="1690" y="942"/>
                        </a:moveTo>
                        <a:lnTo>
                          <a:pt x="1691" y="942"/>
                        </a:lnTo>
                        <a:lnTo>
                          <a:pt x="1694" y="939"/>
                        </a:lnTo>
                        <a:lnTo>
                          <a:pt x="1695" y="935"/>
                        </a:lnTo>
                        <a:lnTo>
                          <a:pt x="1698" y="934"/>
                        </a:lnTo>
                        <a:lnTo>
                          <a:pt x="1698" y="931"/>
                        </a:lnTo>
                        <a:lnTo>
                          <a:pt x="1698" y="928"/>
                        </a:lnTo>
                        <a:lnTo>
                          <a:pt x="1702" y="924"/>
                        </a:lnTo>
                        <a:lnTo>
                          <a:pt x="1701" y="925"/>
                        </a:lnTo>
                        <a:lnTo>
                          <a:pt x="1697" y="925"/>
                        </a:lnTo>
                        <a:lnTo>
                          <a:pt x="1695" y="928"/>
                        </a:lnTo>
                        <a:lnTo>
                          <a:pt x="1695" y="930"/>
                        </a:lnTo>
                        <a:lnTo>
                          <a:pt x="1694" y="932"/>
                        </a:lnTo>
                        <a:lnTo>
                          <a:pt x="1693" y="934"/>
                        </a:lnTo>
                        <a:lnTo>
                          <a:pt x="1693" y="935"/>
                        </a:lnTo>
                        <a:lnTo>
                          <a:pt x="1690" y="938"/>
                        </a:lnTo>
                        <a:lnTo>
                          <a:pt x="1690" y="942"/>
                        </a:lnTo>
                        <a:lnTo>
                          <a:pt x="1690" y="942"/>
                        </a:lnTo>
                        <a:close/>
                        <a:moveTo>
                          <a:pt x="1663" y="973"/>
                        </a:moveTo>
                        <a:lnTo>
                          <a:pt x="1664" y="972"/>
                        </a:lnTo>
                        <a:lnTo>
                          <a:pt x="1665" y="969"/>
                        </a:lnTo>
                        <a:lnTo>
                          <a:pt x="1667" y="968"/>
                        </a:lnTo>
                        <a:lnTo>
                          <a:pt x="1667" y="964"/>
                        </a:lnTo>
                        <a:lnTo>
                          <a:pt x="1668" y="962"/>
                        </a:lnTo>
                        <a:lnTo>
                          <a:pt x="1668" y="961"/>
                        </a:lnTo>
                        <a:lnTo>
                          <a:pt x="1669" y="959"/>
                        </a:lnTo>
                        <a:lnTo>
                          <a:pt x="1671" y="961"/>
                        </a:lnTo>
                        <a:lnTo>
                          <a:pt x="1672" y="958"/>
                        </a:lnTo>
                        <a:lnTo>
                          <a:pt x="1675" y="954"/>
                        </a:lnTo>
                        <a:lnTo>
                          <a:pt x="1678" y="951"/>
                        </a:lnTo>
                        <a:lnTo>
                          <a:pt x="1680" y="951"/>
                        </a:lnTo>
                        <a:lnTo>
                          <a:pt x="1683" y="950"/>
                        </a:lnTo>
                        <a:lnTo>
                          <a:pt x="1683" y="947"/>
                        </a:lnTo>
                        <a:lnTo>
                          <a:pt x="1682" y="943"/>
                        </a:lnTo>
                        <a:lnTo>
                          <a:pt x="1680" y="944"/>
                        </a:lnTo>
                        <a:lnTo>
                          <a:pt x="1678" y="947"/>
                        </a:lnTo>
                        <a:lnTo>
                          <a:pt x="1676" y="950"/>
                        </a:lnTo>
                        <a:lnTo>
                          <a:pt x="1675" y="950"/>
                        </a:lnTo>
                        <a:lnTo>
                          <a:pt x="1672" y="951"/>
                        </a:lnTo>
                        <a:lnTo>
                          <a:pt x="1671" y="951"/>
                        </a:lnTo>
                        <a:lnTo>
                          <a:pt x="1671" y="949"/>
                        </a:lnTo>
                        <a:lnTo>
                          <a:pt x="1669" y="949"/>
                        </a:lnTo>
                        <a:lnTo>
                          <a:pt x="1668" y="951"/>
                        </a:lnTo>
                        <a:lnTo>
                          <a:pt x="1669" y="953"/>
                        </a:lnTo>
                        <a:lnTo>
                          <a:pt x="1668" y="955"/>
                        </a:lnTo>
                        <a:lnTo>
                          <a:pt x="1667" y="958"/>
                        </a:lnTo>
                        <a:lnTo>
                          <a:pt x="1665" y="958"/>
                        </a:lnTo>
                        <a:lnTo>
                          <a:pt x="1665" y="959"/>
                        </a:lnTo>
                        <a:lnTo>
                          <a:pt x="1665" y="962"/>
                        </a:lnTo>
                        <a:lnTo>
                          <a:pt x="1663" y="964"/>
                        </a:lnTo>
                        <a:lnTo>
                          <a:pt x="1663" y="965"/>
                        </a:lnTo>
                        <a:lnTo>
                          <a:pt x="1664" y="966"/>
                        </a:lnTo>
                        <a:lnTo>
                          <a:pt x="1663" y="968"/>
                        </a:lnTo>
                        <a:lnTo>
                          <a:pt x="1663" y="969"/>
                        </a:lnTo>
                        <a:lnTo>
                          <a:pt x="1663" y="973"/>
                        </a:lnTo>
                        <a:lnTo>
                          <a:pt x="1663" y="973"/>
                        </a:lnTo>
                        <a:close/>
                        <a:moveTo>
                          <a:pt x="1650" y="992"/>
                        </a:moveTo>
                        <a:lnTo>
                          <a:pt x="1650" y="992"/>
                        </a:lnTo>
                        <a:lnTo>
                          <a:pt x="1650" y="988"/>
                        </a:lnTo>
                        <a:lnTo>
                          <a:pt x="1652" y="981"/>
                        </a:lnTo>
                        <a:lnTo>
                          <a:pt x="1653" y="980"/>
                        </a:lnTo>
                        <a:lnTo>
                          <a:pt x="1657" y="977"/>
                        </a:lnTo>
                        <a:lnTo>
                          <a:pt x="1657" y="974"/>
                        </a:lnTo>
                        <a:lnTo>
                          <a:pt x="1657" y="974"/>
                        </a:lnTo>
                        <a:lnTo>
                          <a:pt x="1654" y="974"/>
                        </a:lnTo>
                        <a:lnTo>
                          <a:pt x="1653" y="974"/>
                        </a:lnTo>
                        <a:lnTo>
                          <a:pt x="1652" y="973"/>
                        </a:lnTo>
                        <a:lnTo>
                          <a:pt x="1650" y="973"/>
                        </a:lnTo>
                        <a:lnTo>
                          <a:pt x="1650" y="977"/>
                        </a:lnTo>
                        <a:lnTo>
                          <a:pt x="1649" y="980"/>
                        </a:lnTo>
                        <a:lnTo>
                          <a:pt x="1649" y="984"/>
                        </a:lnTo>
                        <a:lnTo>
                          <a:pt x="1648" y="987"/>
                        </a:lnTo>
                        <a:lnTo>
                          <a:pt x="1649" y="988"/>
                        </a:lnTo>
                        <a:lnTo>
                          <a:pt x="1650" y="992"/>
                        </a:lnTo>
                        <a:lnTo>
                          <a:pt x="1650" y="992"/>
                        </a:lnTo>
                        <a:close/>
                        <a:moveTo>
                          <a:pt x="28" y="764"/>
                        </a:moveTo>
                        <a:lnTo>
                          <a:pt x="28" y="764"/>
                        </a:lnTo>
                        <a:lnTo>
                          <a:pt x="28" y="767"/>
                        </a:lnTo>
                        <a:lnTo>
                          <a:pt x="31" y="768"/>
                        </a:lnTo>
                        <a:lnTo>
                          <a:pt x="31" y="767"/>
                        </a:lnTo>
                        <a:lnTo>
                          <a:pt x="28" y="764"/>
                        </a:lnTo>
                        <a:close/>
                      </a:path>
                    </a:pathLst>
                  </a:custGeom>
                  <a:solidFill>
                    <a:srgbClr val="D4D4D4"/>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grpSp>
                <p:nvGrpSpPr>
                  <p:cNvPr id="150" name="Groupe 1548">
                    <a:extLst>
                      <a:ext uri="{FF2B5EF4-FFF2-40B4-BE49-F238E27FC236}">
                        <a16:creationId xmlns:a16="http://schemas.microsoft.com/office/drawing/2014/main" id="{3C7C8515-2F31-6AA8-BB74-52BC36C8F143}"/>
                      </a:ext>
                    </a:extLst>
                  </p:cNvPr>
                  <p:cNvGrpSpPr/>
                  <p:nvPr/>
                </p:nvGrpSpPr>
                <p:grpSpPr>
                  <a:xfrm>
                    <a:off x="9293394" y="1897440"/>
                    <a:ext cx="289013" cy="337436"/>
                    <a:chOff x="5262563" y="2500313"/>
                    <a:chExt cx="503238" cy="644525"/>
                  </a:xfrm>
                  <a:solidFill>
                    <a:srgbClr val="ECECEC">
                      <a:lumMod val="90000"/>
                    </a:srgbClr>
                  </a:solidFill>
                </p:grpSpPr>
                <p:sp>
                  <p:nvSpPr>
                    <p:cNvPr id="340" name="Freeform 787">
                      <a:extLst>
                        <a:ext uri="{FF2B5EF4-FFF2-40B4-BE49-F238E27FC236}">
                          <a16:creationId xmlns:a16="http://schemas.microsoft.com/office/drawing/2014/main" id="{F6A466D8-7ED6-BE79-22B0-BF7ADD224E53}"/>
                        </a:ext>
                      </a:extLst>
                    </p:cNvPr>
                    <p:cNvSpPr>
                      <a:spLocks noEditPoints="1"/>
                    </p:cNvSpPr>
                    <p:nvPr/>
                  </p:nvSpPr>
                  <p:spPr bwMode="auto">
                    <a:xfrm>
                      <a:off x="5332413" y="3032125"/>
                      <a:ext cx="142875" cy="112713"/>
                    </a:xfrm>
                    <a:custGeom>
                      <a:avLst/>
                      <a:gdLst/>
                      <a:ahLst/>
                      <a:cxnLst>
                        <a:cxn ang="0">
                          <a:pos x="70" y="68"/>
                        </a:cxn>
                        <a:cxn ang="0">
                          <a:pos x="71" y="63"/>
                        </a:cxn>
                        <a:cxn ang="0">
                          <a:pos x="66" y="63"/>
                        </a:cxn>
                        <a:cxn ang="0">
                          <a:pos x="66" y="67"/>
                        </a:cxn>
                        <a:cxn ang="0">
                          <a:pos x="85" y="52"/>
                        </a:cxn>
                        <a:cxn ang="0">
                          <a:pos x="87" y="51"/>
                        </a:cxn>
                        <a:cxn ang="0">
                          <a:pos x="56" y="45"/>
                        </a:cxn>
                        <a:cxn ang="0">
                          <a:pos x="51" y="56"/>
                        </a:cxn>
                        <a:cxn ang="0">
                          <a:pos x="48" y="52"/>
                        </a:cxn>
                        <a:cxn ang="0">
                          <a:pos x="41" y="46"/>
                        </a:cxn>
                        <a:cxn ang="0">
                          <a:pos x="42" y="40"/>
                        </a:cxn>
                        <a:cxn ang="0">
                          <a:pos x="48" y="44"/>
                        </a:cxn>
                        <a:cxn ang="0">
                          <a:pos x="48" y="41"/>
                        </a:cxn>
                        <a:cxn ang="0">
                          <a:pos x="55" y="36"/>
                        </a:cxn>
                        <a:cxn ang="0">
                          <a:pos x="52" y="46"/>
                        </a:cxn>
                        <a:cxn ang="0">
                          <a:pos x="55" y="52"/>
                        </a:cxn>
                        <a:cxn ang="0">
                          <a:pos x="51" y="56"/>
                        </a:cxn>
                        <a:cxn ang="0">
                          <a:pos x="56" y="56"/>
                        </a:cxn>
                        <a:cxn ang="0">
                          <a:pos x="52" y="57"/>
                        </a:cxn>
                        <a:cxn ang="0">
                          <a:pos x="47" y="60"/>
                        </a:cxn>
                        <a:cxn ang="0">
                          <a:pos x="52" y="60"/>
                        </a:cxn>
                        <a:cxn ang="0">
                          <a:pos x="49" y="61"/>
                        </a:cxn>
                        <a:cxn ang="0">
                          <a:pos x="38" y="61"/>
                        </a:cxn>
                        <a:cxn ang="0">
                          <a:pos x="41" y="57"/>
                        </a:cxn>
                        <a:cxn ang="0">
                          <a:pos x="33" y="37"/>
                        </a:cxn>
                        <a:cxn ang="0">
                          <a:pos x="32" y="42"/>
                        </a:cxn>
                        <a:cxn ang="0">
                          <a:pos x="30" y="57"/>
                        </a:cxn>
                        <a:cxn ang="0">
                          <a:pos x="34" y="59"/>
                        </a:cxn>
                        <a:cxn ang="0">
                          <a:pos x="38" y="55"/>
                        </a:cxn>
                        <a:cxn ang="0">
                          <a:pos x="28" y="45"/>
                        </a:cxn>
                        <a:cxn ang="0">
                          <a:pos x="36" y="53"/>
                        </a:cxn>
                        <a:cxn ang="0">
                          <a:pos x="26" y="55"/>
                        </a:cxn>
                        <a:cxn ang="0">
                          <a:pos x="23" y="46"/>
                        </a:cxn>
                        <a:cxn ang="0">
                          <a:pos x="37" y="10"/>
                        </a:cxn>
                        <a:cxn ang="0">
                          <a:pos x="8" y="21"/>
                        </a:cxn>
                        <a:cxn ang="0">
                          <a:pos x="11" y="23"/>
                        </a:cxn>
                        <a:cxn ang="0">
                          <a:pos x="7" y="22"/>
                        </a:cxn>
                        <a:cxn ang="0">
                          <a:pos x="17" y="17"/>
                        </a:cxn>
                        <a:cxn ang="0">
                          <a:pos x="26" y="18"/>
                        </a:cxn>
                        <a:cxn ang="0">
                          <a:pos x="30" y="8"/>
                        </a:cxn>
                        <a:cxn ang="0">
                          <a:pos x="28" y="4"/>
                        </a:cxn>
                        <a:cxn ang="0">
                          <a:pos x="18" y="13"/>
                        </a:cxn>
                        <a:cxn ang="0">
                          <a:pos x="8" y="17"/>
                        </a:cxn>
                        <a:cxn ang="0">
                          <a:pos x="4" y="22"/>
                        </a:cxn>
                        <a:cxn ang="0">
                          <a:pos x="21" y="59"/>
                        </a:cxn>
                        <a:cxn ang="0">
                          <a:pos x="18" y="55"/>
                        </a:cxn>
                        <a:cxn ang="0">
                          <a:pos x="19" y="49"/>
                        </a:cxn>
                        <a:cxn ang="0">
                          <a:pos x="25" y="41"/>
                        </a:cxn>
                        <a:cxn ang="0">
                          <a:pos x="28" y="34"/>
                        </a:cxn>
                        <a:cxn ang="0">
                          <a:pos x="34" y="33"/>
                        </a:cxn>
                        <a:cxn ang="0">
                          <a:pos x="36" y="27"/>
                        </a:cxn>
                        <a:cxn ang="0">
                          <a:pos x="28" y="25"/>
                        </a:cxn>
                        <a:cxn ang="0">
                          <a:pos x="25" y="18"/>
                        </a:cxn>
                        <a:cxn ang="0">
                          <a:pos x="15" y="19"/>
                        </a:cxn>
                        <a:cxn ang="0">
                          <a:pos x="18" y="27"/>
                        </a:cxn>
                        <a:cxn ang="0">
                          <a:pos x="15" y="25"/>
                        </a:cxn>
                        <a:cxn ang="0">
                          <a:pos x="13" y="26"/>
                        </a:cxn>
                        <a:cxn ang="0">
                          <a:pos x="3" y="26"/>
                        </a:cxn>
                        <a:cxn ang="0">
                          <a:pos x="3" y="32"/>
                        </a:cxn>
                        <a:cxn ang="0">
                          <a:pos x="4" y="40"/>
                        </a:cxn>
                        <a:cxn ang="0">
                          <a:pos x="2" y="48"/>
                        </a:cxn>
                        <a:cxn ang="0">
                          <a:pos x="7" y="55"/>
                        </a:cxn>
                        <a:cxn ang="0">
                          <a:pos x="18" y="59"/>
                        </a:cxn>
                      </a:cxnLst>
                      <a:rect l="0" t="0" r="r" b="b"/>
                      <a:pathLst>
                        <a:path w="90" h="71">
                          <a:moveTo>
                            <a:pt x="64" y="68"/>
                          </a:moveTo>
                          <a:lnTo>
                            <a:pt x="66" y="70"/>
                          </a:lnTo>
                          <a:lnTo>
                            <a:pt x="68" y="71"/>
                          </a:lnTo>
                          <a:lnTo>
                            <a:pt x="70" y="68"/>
                          </a:lnTo>
                          <a:lnTo>
                            <a:pt x="72" y="68"/>
                          </a:lnTo>
                          <a:lnTo>
                            <a:pt x="72" y="67"/>
                          </a:lnTo>
                          <a:lnTo>
                            <a:pt x="71" y="65"/>
                          </a:lnTo>
                          <a:lnTo>
                            <a:pt x="71" y="63"/>
                          </a:lnTo>
                          <a:lnTo>
                            <a:pt x="70" y="63"/>
                          </a:lnTo>
                          <a:lnTo>
                            <a:pt x="68" y="63"/>
                          </a:lnTo>
                          <a:lnTo>
                            <a:pt x="67" y="63"/>
                          </a:lnTo>
                          <a:lnTo>
                            <a:pt x="66" y="63"/>
                          </a:lnTo>
                          <a:lnTo>
                            <a:pt x="66" y="64"/>
                          </a:lnTo>
                          <a:lnTo>
                            <a:pt x="68" y="64"/>
                          </a:lnTo>
                          <a:lnTo>
                            <a:pt x="67" y="65"/>
                          </a:lnTo>
                          <a:lnTo>
                            <a:pt x="66" y="67"/>
                          </a:lnTo>
                          <a:lnTo>
                            <a:pt x="64" y="68"/>
                          </a:lnTo>
                          <a:lnTo>
                            <a:pt x="64" y="68"/>
                          </a:lnTo>
                          <a:close/>
                          <a:moveTo>
                            <a:pt x="85" y="49"/>
                          </a:moveTo>
                          <a:lnTo>
                            <a:pt x="85" y="52"/>
                          </a:lnTo>
                          <a:lnTo>
                            <a:pt x="85" y="55"/>
                          </a:lnTo>
                          <a:lnTo>
                            <a:pt x="90" y="57"/>
                          </a:lnTo>
                          <a:lnTo>
                            <a:pt x="90" y="55"/>
                          </a:lnTo>
                          <a:lnTo>
                            <a:pt x="87" y="51"/>
                          </a:lnTo>
                          <a:lnTo>
                            <a:pt x="85" y="49"/>
                          </a:lnTo>
                          <a:lnTo>
                            <a:pt x="85" y="49"/>
                          </a:lnTo>
                          <a:close/>
                          <a:moveTo>
                            <a:pt x="57" y="42"/>
                          </a:moveTo>
                          <a:lnTo>
                            <a:pt x="56" y="45"/>
                          </a:lnTo>
                          <a:lnTo>
                            <a:pt x="59" y="46"/>
                          </a:lnTo>
                          <a:lnTo>
                            <a:pt x="57" y="42"/>
                          </a:lnTo>
                          <a:lnTo>
                            <a:pt x="57" y="42"/>
                          </a:lnTo>
                          <a:close/>
                          <a:moveTo>
                            <a:pt x="51" y="56"/>
                          </a:moveTo>
                          <a:lnTo>
                            <a:pt x="48" y="56"/>
                          </a:lnTo>
                          <a:lnTo>
                            <a:pt x="47" y="55"/>
                          </a:lnTo>
                          <a:lnTo>
                            <a:pt x="48" y="53"/>
                          </a:lnTo>
                          <a:lnTo>
                            <a:pt x="48" y="52"/>
                          </a:lnTo>
                          <a:lnTo>
                            <a:pt x="44" y="52"/>
                          </a:lnTo>
                          <a:lnTo>
                            <a:pt x="42" y="52"/>
                          </a:lnTo>
                          <a:lnTo>
                            <a:pt x="41" y="49"/>
                          </a:lnTo>
                          <a:lnTo>
                            <a:pt x="41" y="46"/>
                          </a:lnTo>
                          <a:lnTo>
                            <a:pt x="40" y="45"/>
                          </a:lnTo>
                          <a:lnTo>
                            <a:pt x="40" y="42"/>
                          </a:lnTo>
                          <a:lnTo>
                            <a:pt x="41" y="42"/>
                          </a:lnTo>
                          <a:lnTo>
                            <a:pt x="42" y="40"/>
                          </a:lnTo>
                          <a:lnTo>
                            <a:pt x="44" y="38"/>
                          </a:lnTo>
                          <a:lnTo>
                            <a:pt x="45" y="41"/>
                          </a:lnTo>
                          <a:lnTo>
                            <a:pt x="45" y="42"/>
                          </a:lnTo>
                          <a:lnTo>
                            <a:pt x="48" y="44"/>
                          </a:lnTo>
                          <a:lnTo>
                            <a:pt x="48" y="42"/>
                          </a:lnTo>
                          <a:lnTo>
                            <a:pt x="51" y="44"/>
                          </a:lnTo>
                          <a:lnTo>
                            <a:pt x="51" y="42"/>
                          </a:lnTo>
                          <a:lnTo>
                            <a:pt x="48" y="41"/>
                          </a:lnTo>
                          <a:lnTo>
                            <a:pt x="47" y="40"/>
                          </a:lnTo>
                          <a:lnTo>
                            <a:pt x="48" y="37"/>
                          </a:lnTo>
                          <a:lnTo>
                            <a:pt x="52" y="36"/>
                          </a:lnTo>
                          <a:lnTo>
                            <a:pt x="55" y="36"/>
                          </a:lnTo>
                          <a:lnTo>
                            <a:pt x="56" y="38"/>
                          </a:lnTo>
                          <a:lnTo>
                            <a:pt x="56" y="41"/>
                          </a:lnTo>
                          <a:lnTo>
                            <a:pt x="56" y="44"/>
                          </a:lnTo>
                          <a:lnTo>
                            <a:pt x="52" y="46"/>
                          </a:lnTo>
                          <a:lnTo>
                            <a:pt x="52" y="46"/>
                          </a:lnTo>
                          <a:lnTo>
                            <a:pt x="55" y="49"/>
                          </a:lnTo>
                          <a:lnTo>
                            <a:pt x="56" y="51"/>
                          </a:lnTo>
                          <a:lnTo>
                            <a:pt x="55" y="52"/>
                          </a:lnTo>
                          <a:lnTo>
                            <a:pt x="51" y="53"/>
                          </a:lnTo>
                          <a:lnTo>
                            <a:pt x="52" y="55"/>
                          </a:lnTo>
                          <a:lnTo>
                            <a:pt x="51" y="56"/>
                          </a:lnTo>
                          <a:lnTo>
                            <a:pt x="51" y="56"/>
                          </a:lnTo>
                          <a:close/>
                          <a:moveTo>
                            <a:pt x="52" y="57"/>
                          </a:moveTo>
                          <a:lnTo>
                            <a:pt x="52" y="59"/>
                          </a:lnTo>
                          <a:lnTo>
                            <a:pt x="53" y="56"/>
                          </a:lnTo>
                          <a:lnTo>
                            <a:pt x="56" y="56"/>
                          </a:lnTo>
                          <a:lnTo>
                            <a:pt x="55" y="55"/>
                          </a:lnTo>
                          <a:lnTo>
                            <a:pt x="53" y="56"/>
                          </a:lnTo>
                          <a:lnTo>
                            <a:pt x="52" y="57"/>
                          </a:lnTo>
                          <a:lnTo>
                            <a:pt x="52" y="57"/>
                          </a:lnTo>
                          <a:close/>
                          <a:moveTo>
                            <a:pt x="41" y="57"/>
                          </a:moveTo>
                          <a:lnTo>
                            <a:pt x="44" y="60"/>
                          </a:lnTo>
                          <a:lnTo>
                            <a:pt x="45" y="60"/>
                          </a:lnTo>
                          <a:lnTo>
                            <a:pt x="47" y="60"/>
                          </a:lnTo>
                          <a:lnTo>
                            <a:pt x="48" y="57"/>
                          </a:lnTo>
                          <a:lnTo>
                            <a:pt x="51" y="57"/>
                          </a:lnTo>
                          <a:lnTo>
                            <a:pt x="51" y="57"/>
                          </a:lnTo>
                          <a:lnTo>
                            <a:pt x="52" y="60"/>
                          </a:lnTo>
                          <a:lnTo>
                            <a:pt x="51" y="61"/>
                          </a:lnTo>
                          <a:lnTo>
                            <a:pt x="51" y="64"/>
                          </a:lnTo>
                          <a:lnTo>
                            <a:pt x="49" y="64"/>
                          </a:lnTo>
                          <a:lnTo>
                            <a:pt x="49" y="61"/>
                          </a:lnTo>
                          <a:lnTo>
                            <a:pt x="48" y="63"/>
                          </a:lnTo>
                          <a:lnTo>
                            <a:pt x="44" y="64"/>
                          </a:lnTo>
                          <a:lnTo>
                            <a:pt x="40" y="63"/>
                          </a:lnTo>
                          <a:lnTo>
                            <a:pt x="38" y="61"/>
                          </a:lnTo>
                          <a:lnTo>
                            <a:pt x="40" y="60"/>
                          </a:lnTo>
                          <a:lnTo>
                            <a:pt x="38" y="59"/>
                          </a:lnTo>
                          <a:lnTo>
                            <a:pt x="40" y="57"/>
                          </a:lnTo>
                          <a:lnTo>
                            <a:pt x="41" y="57"/>
                          </a:lnTo>
                          <a:lnTo>
                            <a:pt x="41" y="57"/>
                          </a:lnTo>
                          <a:close/>
                          <a:moveTo>
                            <a:pt x="32" y="42"/>
                          </a:moveTo>
                          <a:lnTo>
                            <a:pt x="33" y="41"/>
                          </a:lnTo>
                          <a:lnTo>
                            <a:pt x="33" y="37"/>
                          </a:lnTo>
                          <a:lnTo>
                            <a:pt x="33" y="40"/>
                          </a:lnTo>
                          <a:lnTo>
                            <a:pt x="33" y="42"/>
                          </a:lnTo>
                          <a:lnTo>
                            <a:pt x="32" y="42"/>
                          </a:lnTo>
                          <a:lnTo>
                            <a:pt x="32" y="42"/>
                          </a:lnTo>
                          <a:close/>
                          <a:moveTo>
                            <a:pt x="30" y="57"/>
                          </a:moveTo>
                          <a:lnTo>
                            <a:pt x="32" y="60"/>
                          </a:lnTo>
                          <a:lnTo>
                            <a:pt x="33" y="59"/>
                          </a:lnTo>
                          <a:lnTo>
                            <a:pt x="30" y="57"/>
                          </a:lnTo>
                          <a:lnTo>
                            <a:pt x="30" y="57"/>
                          </a:lnTo>
                          <a:close/>
                          <a:moveTo>
                            <a:pt x="36" y="53"/>
                          </a:moveTo>
                          <a:lnTo>
                            <a:pt x="36" y="57"/>
                          </a:lnTo>
                          <a:lnTo>
                            <a:pt x="34" y="59"/>
                          </a:lnTo>
                          <a:lnTo>
                            <a:pt x="34" y="60"/>
                          </a:lnTo>
                          <a:lnTo>
                            <a:pt x="37" y="59"/>
                          </a:lnTo>
                          <a:lnTo>
                            <a:pt x="38" y="55"/>
                          </a:lnTo>
                          <a:lnTo>
                            <a:pt x="38" y="55"/>
                          </a:lnTo>
                          <a:lnTo>
                            <a:pt x="36" y="53"/>
                          </a:lnTo>
                          <a:lnTo>
                            <a:pt x="36" y="53"/>
                          </a:lnTo>
                          <a:close/>
                          <a:moveTo>
                            <a:pt x="23" y="46"/>
                          </a:moveTo>
                          <a:lnTo>
                            <a:pt x="28" y="45"/>
                          </a:lnTo>
                          <a:lnTo>
                            <a:pt x="30" y="46"/>
                          </a:lnTo>
                          <a:lnTo>
                            <a:pt x="33" y="46"/>
                          </a:lnTo>
                          <a:lnTo>
                            <a:pt x="34" y="51"/>
                          </a:lnTo>
                          <a:lnTo>
                            <a:pt x="36" y="53"/>
                          </a:lnTo>
                          <a:lnTo>
                            <a:pt x="33" y="56"/>
                          </a:lnTo>
                          <a:lnTo>
                            <a:pt x="30" y="56"/>
                          </a:lnTo>
                          <a:lnTo>
                            <a:pt x="29" y="56"/>
                          </a:lnTo>
                          <a:lnTo>
                            <a:pt x="26" y="55"/>
                          </a:lnTo>
                          <a:lnTo>
                            <a:pt x="23" y="52"/>
                          </a:lnTo>
                          <a:lnTo>
                            <a:pt x="22" y="49"/>
                          </a:lnTo>
                          <a:lnTo>
                            <a:pt x="23" y="46"/>
                          </a:lnTo>
                          <a:lnTo>
                            <a:pt x="23" y="46"/>
                          </a:lnTo>
                          <a:close/>
                          <a:moveTo>
                            <a:pt x="34" y="10"/>
                          </a:moveTo>
                          <a:lnTo>
                            <a:pt x="36" y="8"/>
                          </a:lnTo>
                          <a:lnTo>
                            <a:pt x="38" y="8"/>
                          </a:lnTo>
                          <a:lnTo>
                            <a:pt x="37" y="10"/>
                          </a:lnTo>
                          <a:lnTo>
                            <a:pt x="34" y="10"/>
                          </a:lnTo>
                          <a:lnTo>
                            <a:pt x="34" y="10"/>
                          </a:lnTo>
                          <a:close/>
                          <a:moveTo>
                            <a:pt x="10" y="23"/>
                          </a:moveTo>
                          <a:lnTo>
                            <a:pt x="8" y="21"/>
                          </a:lnTo>
                          <a:lnTo>
                            <a:pt x="11" y="19"/>
                          </a:lnTo>
                          <a:lnTo>
                            <a:pt x="14" y="19"/>
                          </a:lnTo>
                          <a:lnTo>
                            <a:pt x="13" y="21"/>
                          </a:lnTo>
                          <a:lnTo>
                            <a:pt x="11" y="23"/>
                          </a:lnTo>
                          <a:lnTo>
                            <a:pt x="10" y="23"/>
                          </a:lnTo>
                          <a:lnTo>
                            <a:pt x="10" y="23"/>
                          </a:lnTo>
                          <a:close/>
                          <a:moveTo>
                            <a:pt x="8" y="25"/>
                          </a:moveTo>
                          <a:lnTo>
                            <a:pt x="7" y="22"/>
                          </a:lnTo>
                          <a:lnTo>
                            <a:pt x="8" y="19"/>
                          </a:lnTo>
                          <a:lnTo>
                            <a:pt x="13" y="17"/>
                          </a:lnTo>
                          <a:lnTo>
                            <a:pt x="14" y="17"/>
                          </a:lnTo>
                          <a:lnTo>
                            <a:pt x="17" y="17"/>
                          </a:lnTo>
                          <a:lnTo>
                            <a:pt x="19" y="17"/>
                          </a:lnTo>
                          <a:lnTo>
                            <a:pt x="21" y="17"/>
                          </a:lnTo>
                          <a:lnTo>
                            <a:pt x="23" y="17"/>
                          </a:lnTo>
                          <a:lnTo>
                            <a:pt x="26" y="18"/>
                          </a:lnTo>
                          <a:lnTo>
                            <a:pt x="28" y="17"/>
                          </a:lnTo>
                          <a:lnTo>
                            <a:pt x="30" y="13"/>
                          </a:lnTo>
                          <a:lnTo>
                            <a:pt x="30" y="8"/>
                          </a:lnTo>
                          <a:lnTo>
                            <a:pt x="30" y="8"/>
                          </a:lnTo>
                          <a:lnTo>
                            <a:pt x="30" y="4"/>
                          </a:lnTo>
                          <a:lnTo>
                            <a:pt x="32" y="2"/>
                          </a:lnTo>
                          <a:lnTo>
                            <a:pt x="32" y="0"/>
                          </a:lnTo>
                          <a:lnTo>
                            <a:pt x="28" y="4"/>
                          </a:lnTo>
                          <a:lnTo>
                            <a:pt x="23" y="6"/>
                          </a:lnTo>
                          <a:lnTo>
                            <a:pt x="22" y="6"/>
                          </a:lnTo>
                          <a:lnTo>
                            <a:pt x="19" y="8"/>
                          </a:lnTo>
                          <a:lnTo>
                            <a:pt x="18" y="13"/>
                          </a:lnTo>
                          <a:lnTo>
                            <a:pt x="15" y="14"/>
                          </a:lnTo>
                          <a:lnTo>
                            <a:pt x="13" y="14"/>
                          </a:lnTo>
                          <a:lnTo>
                            <a:pt x="8" y="17"/>
                          </a:lnTo>
                          <a:lnTo>
                            <a:pt x="8" y="17"/>
                          </a:lnTo>
                          <a:lnTo>
                            <a:pt x="6" y="17"/>
                          </a:lnTo>
                          <a:lnTo>
                            <a:pt x="4" y="19"/>
                          </a:lnTo>
                          <a:lnTo>
                            <a:pt x="3" y="22"/>
                          </a:lnTo>
                          <a:lnTo>
                            <a:pt x="4" y="22"/>
                          </a:lnTo>
                          <a:lnTo>
                            <a:pt x="6" y="22"/>
                          </a:lnTo>
                          <a:lnTo>
                            <a:pt x="8" y="25"/>
                          </a:lnTo>
                          <a:lnTo>
                            <a:pt x="8" y="25"/>
                          </a:lnTo>
                          <a:close/>
                          <a:moveTo>
                            <a:pt x="21" y="59"/>
                          </a:moveTo>
                          <a:lnTo>
                            <a:pt x="21" y="59"/>
                          </a:lnTo>
                          <a:lnTo>
                            <a:pt x="21" y="57"/>
                          </a:lnTo>
                          <a:lnTo>
                            <a:pt x="19" y="55"/>
                          </a:lnTo>
                          <a:lnTo>
                            <a:pt x="18" y="55"/>
                          </a:lnTo>
                          <a:lnTo>
                            <a:pt x="18" y="53"/>
                          </a:lnTo>
                          <a:lnTo>
                            <a:pt x="19" y="52"/>
                          </a:lnTo>
                          <a:lnTo>
                            <a:pt x="21" y="49"/>
                          </a:lnTo>
                          <a:lnTo>
                            <a:pt x="19" y="49"/>
                          </a:lnTo>
                          <a:lnTo>
                            <a:pt x="19" y="46"/>
                          </a:lnTo>
                          <a:lnTo>
                            <a:pt x="25" y="44"/>
                          </a:lnTo>
                          <a:lnTo>
                            <a:pt x="23" y="44"/>
                          </a:lnTo>
                          <a:lnTo>
                            <a:pt x="25" y="41"/>
                          </a:lnTo>
                          <a:lnTo>
                            <a:pt x="26" y="41"/>
                          </a:lnTo>
                          <a:lnTo>
                            <a:pt x="29" y="41"/>
                          </a:lnTo>
                          <a:lnTo>
                            <a:pt x="29" y="37"/>
                          </a:lnTo>
                          <a:lnTo>
                            <a:pt x="28" y="34"/>
                          </a:lnTo>
                          <a:lnTo>
                            <a:pt x="30" y="33"/>
                          </a:lnTo>
                          <a:lnTo>
                            <a:pt x="32" y="32"/>
                          </a:lnTo>
                          <a:lnTo>
                            <a:pt x="34" y="34"/>
                          </a:lnTo>
                          <a:lnTo>
                            <a:pt x="34" y="33"/>
                          </a:lnTo>
                          <a:lnTo>
                            <a:pt x="36" y="34"/>
                          </a:lnTo>
                          <a:lnTo>
                            <a:pt x="37" y="33"/>
                          </a:lnTo>
                          <a:lnTo>
                            <a:pt x="37" y="30"/>
                          </a:lnTo>
                          <a:lnTo>
                            <a:pt x="36" y="27"/>
                          </a:lnTo>
                          <a:lnTo>
                            <a:pt x="34" y="29"/>
                          </a:lnTo>
                          <a:lnTo>
                            <a:pt x="30" y="29"/>
                          </a:lnTo>
                          <a:lnTo>
                            <a:pt x="29" y="26"/>
                          </a:lnTo>
                          <a:lnTo>
                            <a:pt x="28" y="25"/>
                          </a:lnTo>
                          <a:lnTo>
                            <a:pt x="26" y="23"/>
                          </a:lnTo>
                          <a:lnTo>
                            <a:pt x="28" y="22"/>
                          </a:lnTo>
                          <a:lnTo>
                            <a:pt x="28" y="19"/>
                          </a:lnTo>
                          <a:lnTo>
                            <a:pt x="25" y="18"/>
                          </a:lnTo>
                          <a:lnTo>
                            <a:pt x="21" y="18"/>
                          </a:lnTo>
                          <a:lnTo>
                            <a:pt x="18" y="19"/>
                          </a:lnTo>
                          <a:lnTo>
                            <a:pt x="15" y="18"/>
                          </a:lnTo>
                          <a:lnTo>
                            <a:pt x="15" y="19"/>
                          </a:lnTo>
                          <a:lnTo>
                            <a:pt x="17" y="23"/>
                          </a:lnTo>
                          <a:lnTo>
                            <a:pt x="17" y="23"/>
                          </a:lnTo>
                          <a:lnTo>
                            <a:pt x="19" y="26"/>
                          </a:lnTo>
                          <a:lnTo>
                            <a:pt x="18" y="27"/>
                          </a:lnTo>
                          <a:lnTo>
                            <a:pt x="17" y="26"/>
                          </a:lnTo>
                          <a:lnTo>
                            <a:pt x="14" y="27"/>
                          </a:lnTo>
                          <a:lnTo>
                            <a:pt x="14" y="26"/>
                          </a:lnTo>
                          <a:lnTo>
                            <a:pt x="15" y="25"/>
                          </a:lnTo>
                          <a:lnTo>
                            <a:pt x="14" y="22"/>
                          </a:lnTo>
                          <a:lnTo>
                            <a:pt x="13" y="22"/>
                          </a:lnTo>
                          <a:lnTo>
                            <a:pt x="11" y="25"/>
                          </a:lnTo>
                          <a:lnTo>
                            <a:pt x="13" y="26"/>
                          </a:lnTo>
                          <a:lnTo>
                            <a:pt x="10" y="29"/>
                          </a:lnTo>
                          <a:lnTo>
                            <a:pt x="7" y="26"/>
                          </a:lnTo>
                          <a:lnTo>
                            <a:pt x="6" y="26"/>
                          </a:lnTo>
                          <a:lnTo>
                            <a:pt x="3" y="26"/>
                          </a:lnTo>
                          <a:lnTo>
                            <a:pt x="2" y="27"/>
                          </a:lnTo>
                          <a:lnTo>
                            <a:pt x="4" y="30"/>
                          </a:lnTo>
                          <a:lnTo>
                            <a:pt x="4" y="33"/>
                          </a:lnTo>
                          <a:lnTo>
                            <a:pt x="3" y="32"/>
                          </a:lnTo>
                          <a:lnTo>
                            <a:pt x="2" y="32"/>
                          </a:lnTo>
                          <a:lnTo>
                            <a:pt x="2" y="36"/>
                          </a:lnTo>
                          <a:lnTo>
                            <a:pt x="4" y="37"/>
                          </a:lnTo>
                          <a:lnTo>
                            <a:pt x="4" y="40"/>
                          </a:lnTo>
                          <a:lnTo>
                            <a:pt x="6" y="41"/>
                          </a:lnTo>
                          <a:lnTo>
                            <a:pt x="2" y="42"/>
                          </a:lnTo>
                          <a:lnTo>
                            <a:pt x="0" y="46"/>
                          </a:lnTo>
                          <a:lnTo>
                            <a:pt x="2" y="48"/>
                          </a:lnTo>
                          <a:lnTo>
                            <a:pt x="4" y="46"/>
                          </a:lnTo>
                          <a:lnTo>
                            <a:pt x="7" y="51"/>
                          </a:lnTo>
                          <a:lnTo>
                            <a:pt x="8" y="55"/>
                          </a:lnTo>
                          <a:lnTo>
                            <a:pt x="7" y="55"/>
                          </a:lnTo>
                          <a:lnTo>
                            <a:pt x="7" y="57"/>
                          </a:lnTo>
                          <a:lnTo>
                            <a:pt x="11" y="57"/>
                          </a:lnTo>
                          <a:lnTo>
                            <a:pt x="17" y="59"/>
                          </a:lnTo>
                          <a:lnTo>
                            <a:pt x="18" y="59"/>
                          </a:lnTo>
                          <a:lnTo>
                            <a:pt x="21" y="59"/>
                          </a:ln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41" name="Freeform 789">
                      <a:extLst>
                        <a:ext uri="{FF2B5EF4-FFF2-40B4-BE49-F238E27FC236}">
                          <a16:creationId xmlns:a16="http://schemas.microsoft.com/office/drawing/2014/main" id="{4376D134-610F-66F1-FD87-3B99244D6835}"/>
                        </a:ext>
                      </a:extLst>
                    </p:cNvPr>
                    <p:cNvSpPr>
                      <a:spLocks noEditPoints="1"/>
                    </p:cNvSpPr>
                    <p:nvPr/>
                  </p:nvSpPr>
                  <p:spPr bwMode="auto">
                    <a:xfrm>
                      <a:off x="5262563" y="2500313"/>
                      <a:ext cx="458788" cy="528638"/>
                    </a:xfrm>
                    <a:custGeom>
                      <a:avLst/>
                      <a:gdLst/>
                      <a:ahLst/>
                      <a:cxnLst>
                        <a:cxn ang="0">
                          <a:pos x="277" y="40"/>
                        </a:cxn>
                        <a:cxn ang="0">
                          <a:pos x="286" y="23"/>
                        </a:cxn>
                        <a:cxn ang="0">
                          <a:pos x="264" y="15"/>
                        </a:cxn>
                        <a:cxn ang="0">
                          <a:pos x="252" y="15"/>
                        </a:cxn>
                        <a:cxn ang="0">
                          <a:pos x="244" y="0"/>
                        </a:cxn>
                        <a:cxn ang="0">
                          <a:pos x="235" y="20"/>
                        </a:cxn>
                        <a:cxn ang="0">
                          <a:pos x="216" y="30"/>
                        </a:cxn>
                        <a:cxn ang="0">
                          <a:pos x="207" y="11"/>
                        </a:cxn>
                        <a:cxn ang="0">
                          <a:pos x="199" y="35"/>
                        </a:cxn>
                        <a:cxn ang="0">
                          <a:pos x="183" y="38"/>
                        </a:cxn>
                        <a:cxn ang="0">
                          <a:pos x="164" y="55"/>
                        </a:cxn>
                        <a:cxn ang="0">
                          <a:pos x="157" y="61"/>
                        </a:cxn>
                        <a:cxn ang="0">
                          <a:pos x="141" y="61"/>
                        </a:cxn>
                        <a:cxn ang="0">
                          <a:pos x="127" y="81"/>
                        </a:cxn>
                        <a:cxn ang="0">
                          <a:pos x="126" y="91"/>
                        </a:cxn>
                        <a:cxn ang="0">
                          <a:pos x="111" y="100"/>
                        </a:cxn>
                        <a:cxn ang="0">
                          <a:pos x="114" y="112"/>
                        </a:cxn>
                        <a:cxn ang="0">
                          <a:pos x="99" y="127"/>
                        </a:cxn>
                        <a:cxn ang="0">
                          <a:pos x="96" y="140"/>
                        </a:cxn>
                        <a:cxn ang="0">
                          <a:pos x="91" y="160"/>
                        </a:cxn>
                        <a:cxn ang="0">
                          <a:pos x="76" y="179"/>
                        </a:cxn>
                        <a:cxn ang="0">
                          <a:pos x="57" y="201"/>
                        </a:cxn>
                        <a:cxn ang="0">
                          <a:pos x="78" y="199"/>
                        </a:cxn>
                        <a:cxn ang="0">
                          <a:pos x="51" y="208"/>
                        </a:cxn>
                        <a:cxn ang="0">
                          <a:pos x="44" y="220"/>
                        </a:cxn>
                        <a:cxn ang="0">
                          <a:pos x="32" y="224"/>
                        </a:cxn>
                        <a:cxn ang="0">
                          <a:pos x="27" y="236"/>
                        </a:cxn>
                        <a:cxn ang="0">
                          <a:pos x="4" y="239"/>
                        </a:cxn>
                        <a:cxn ang="0">
                          <a:pos x="8" y="254"/>
                        </a:cxn>
                        <a:cxn ang="0">
                          <a:pos x="21" y="258"/>
                        </a:cxn>
                        <a:cxn ang="0">
                          <a:pos x="27" y="265"/>
                        </a:cxn>
                        <a:cxn ang="0">
                          <a:pos x="6" y="271"/>
                        </a:cxn>
                        <a:cxn ang="0">
                          <a:pos x="25" y="277"/>
                        </a:cxn>
                        <a:cxn ang="0">
                          <a:pos x="12" y="296"/>
                        </a:cxn>
                        <a:cxn ang="0">
                          <a:pos x="20" y="311"/>
                        </a:cxn>
                        <a:cxn ang="0">
                          <a:pos x="33" y="333"/>
                        </a:cxn>
                        <a:cxn ang="0">
                          <a:pos x="59" y="308"/>
                        </a:cxn>
                        <a:cxn ang="0">
                          <a:pos x="70" y="299"/>
                        </a:cxn>
                        <a:cxn ang="0">
                          <a:pos x="88" y="308"/>
                        </a:cxn>
                        <a:cxn ang="0">
                          <a:pos x="89" y="233"/>
                        </a:cxn>
                        <a:cxn ang="0">
                          <a:pos x="110" y="140"/>
                        </a:cxn>
                        <a:cxn ang="0">
                          <a:pos x="145" y="87"/>
                        </a:cxn>
                        <a:cxn ang="0">
                          <a:pos x="171" y="64"/>
                        </a:cxn>
                        <a:cxn ang="0">
                          <a:pos x="220" y="70"/>
                        </a:cxn>
                        <a:cxn ang="0">
                          <a:pos x="254" y="34"/>
                        </a:cxn>
                        <a:cxn ang="0">
                          <a:pos x="5" y="290"/>
                        </a:cxn>
                        <a:cxn ang="0">
                          <a:pos x="2" y="274"/>
                        </a:cxn>
                        <a:cxn ang="0">
                          <a:pos x="1" y="247"/>
                        </a:cxn>
                        <a:cxn ang="0">
                          <a:pos x="40" y="212"/>
                        </a:cxn>
                        <a:cxn ang="0">
                          <a:pos x="47" y="205"/>
                        </a:cxn>
                        <a:cxn ang="0">
                          <a:pos x="76" y="175"/>
                        </a:cxn>
                        <a:cxn ang="0">
                          <a:pos x="103" y="115"/>
                        </a:cxn>
                        <a:cxn ang="0">
                          <a:pos x="95" y="89"/>
                        </a:cxn>
                        <a:cxn ang="0">
                          <a:pos x="111" y="66"/>
                        </a:cxn>
                        <a:cxn ang="0">
                          <a:pos x="122" y="58"/>
                        </a:cxn>
                        <a:cxn ang="0">
                          <a:pos x="118" y="76"/>
                        </a:cxn>
                        <a:cxn ang="0">
                          <a:pos x="141" y="59"/>
                        </a:cxn>
                        <a:cxn ang="0">
                          <a:pos x="141" y="47"/>
                        </a:cxn>
                        <a:cxn ang="0">
                          <a:pos x="150" y="34"/>
                        </a:cxn>
                        <a:cxn ang="0">
                          <a:pos x="158" y="34"/>
                        </a:cxn>
                        <a:cxn ang="0">
                          <a:pos x="188" y="24"/>
                        </a:cxn>
                        <a:cxn ang="0">
                          <a:pos x="196" y="11"/>
                        </a:cxn>
                        <a:cxn ang="0">
                          <a:pos x="210" y="2"/>
                        </a:cxn>
                      </a:cxnLst>
                      <a:rect l="0" t="0" r="r" b="b"/>
                      <a:pathLst>
                        <a:path w="289" h="333">
                          <a:moveTo>
                            <a:pt x="267" y="59"/>
                          </a:moveTo>
                          <a:lnTo>
                            <a:pt x="270" y="58"/>
                          </a:lnTo>
                          <a:lnTo>
                            <a:pt x="270" y="54"/>
                          </a:lnTo>
                          <a:lnTo>
                            <a:pt x="274" y="50"/>
                          </a:lnTo>
                          <a:lnTo>
                            <a:pt x="277" y="50"/>
                          </a:lnTo>
                          <a:lnTo>
                            <a:pt x="279" y="47"/>
                          </a:lnTo>
                          <a:lnTo>
                            <a:pt x="278" y="43"/>
                          </a:lnTo>
                          <a:lnTo>
                            <a:pt x="281" y="42"/>
                          </a:lnTo>
                          <a:lnTo>
                            <a:pt x="283" y="43"/>
                          </a:lnTo>
                          <a:lnTo>
                            <a:pt x="286" y="42"/>
                          </a:lnTo>
                          <a:lnTo>
                            <a:pt x="285" y="39"/>
                          </a:lnTo>
                          <a:lnTo>
                            <a:pt x="285" y="38"/>
                          </a:lnTo>
                          <a:lnTo>
                            <a:pt x="282" y="36"/>
                          </a:lnTo>
                          <a:lnTo>
                            <a:pt x="282" y="36"/>
                          </a:lnTo>
                          <a:lnTo>
                            <a:pt x="281" y="38"/>
                          </a:lnTo>
                          <a:lnTo>
                            <a:pt x="281" y="39"/>
                          </a:lnTo>
                          <a:lnTo>
                            <a:pt x="279" y="38"/>
                          </a:lnTo>
                          <a:lnTo>
                            <a:pt x="278" y="36"/>
                          </a:lnTo>
                          <a:lnTo>
                            <a:pt x="277" y="36"/>
                          </a:lnTo>
                          <a:lnTo>
                            <a:pt x="278" y="38"/>
                          </a:lnTo>
                          <a:lnTo>
                            <a:pt x="277" y="40"/>
                          </a:lnTo>
                          <a:lnTo>
                            <a:pt x="275" y="40"/>
                          </a:lnTo>
                          <a:lnTo>
                            <a:pt x="275" y="38"/>
                          </a:lnTo>
                          <a:lnTo>
                            <a:pt x="273" y="39"/>
                          </a:lnTo>
                          <a:lnTo>
                            <a:pt x="273" y="40"/>
                          </a:lnTo>
                          <a:lnTo>
                            <a:pt x="271" y="39"/>
                          </a:lnTo>
                          <a:lnTo>
                            <a:pt x="271" y="36"/>
                          </a:lnTo>
                          <a:lnTo>
                            <a:pt x="270" y="35"/>
                          </a:lnTo>
                          <a:lnTo>
                            <a:pt x="269" y="32"/>
                          </a:lnTo>
                          <a:lnTo>
                            <a:pt x="267" y="32"/>
                          </a:lnTo>
                          <a:lnTo>
                            <a:pt x="264" y="32"/>
                          </a:lnTo>
                          <a:lnTo>
                            <a:pt x="263" y="31"/>
                          </a:lnTo>
                          <a:lnTo>
                            <a:pt x="259" y="31"/>
                          </a:lnTo>
                          <a:lnTo>
                            <a:pt x="258" y="28"/>
                          </a:lnTo>
                          <a:lnTo>
                            <a:pt x="259" y="28"/>
                          </a:lnTo>
                          <a:lnTo>
                            <a:pt x="263" y="30"/>
                          </a:lnTo>
                          <a:lnTo>
                            <a:pt x="266" y="28"/>
                          </a:lnTo>
                          <a:lnTo>
                            <a:pt x="269" y="30"/>
                          </a:lnTo>
                          <a:lnTo>
                            <a:pt x="274" y="30"/>
                          </a:lnTo>
                          <a:lnTo>
                            <a:pt x="278" y="28"/>
                          </a:lnTo>
                          <a:lnTo>
                            <a:pt x="281" y="24"/>
                          </a:lnTo>
                          <a:lnTo>
                            <a:pt x="286" y="23"/>
                          </a:lnTo>
                          <a:lnTo>
                            <a:pt x="289" y="20"/>
                          </a:lnTo>
                          <a:lnTo>
                            <a:pt x="289" y="20"/>
                          </a:lnTo>
                          <a:lnTo>
                            <a:pt x="288" y="19"/>
                          </a:lnTo>
                          <a:lnTo>
                            <a:pt x="286" y="17"/>
                          </a:lnTo>
                          <a:lnTo>
                            <a:pt x="285" y="17"/>
                          </a:lnTo>
                          <a:lnTo>
                            <a:pt x="282" y="17"/>
                          </a:lnTo>
                          <a:lnTo>
                            <a:pt x="278" y="15"/>
                          </a:lnTo>
                          <a:lnTo>
                            <a:pt x="277" y="15"/>
                          </a:lnTo>
                          <a:lnTo>
                            <a:pt x="274" y="17"/>
                          </a:lnTo>
                          <a:lnTo>
                            <a:pt x="273" y="17"/>
                          </a:lnTo>
                          <a:lnTo>
                            <a:pt x="273" y="16"/>
                          </a:lnTo>
                          <a:lnTo>
                            <a:pt x="275" y="15"/>
                          </a:lnTo>
                          <a:lnTo>
                            <a:pt x="275" y="13"/>
                          </a:lnTo>
                          <a:lnTo>
                            <a:pt x="273" y="12"/>
                          </a:lnTo>
                          <a:lnTo>
                            <a:pt x="271" y="11"/>
                          </a:lnTo>
                          <a:lnTo>
                            <a:pt x="270" y="12"/>
                          </a:lnTo>
                          <a:lnTo>
                            <a:pt x="269" y="15"/>
                          </a:lnTo>
                          <a:lnTo>
                            <a:pt x="267" y="15"/>
                          </a:lnTo>
                          <a:lnTo>
                            <a:pt x="267" y="12"/>
                          </a:lnTo>
                          <a:lnTo>
                            <a:pt x="266" y="12"/>
                          </a:lnTo>
                          <a:lnTo>
                            <a:pt x="264" y="15"/>
                          </a:lnTo>
                          <a:lnTo>
                            <a:pt x="263" y="15"/>
                          </a:lnTo>
                          <a:lnTo>
                            <a:pt x="263" y="12"/>
                          </a:lnTo>
                          <a:lnTo>
                            <a:pt x="264" y="12"/>
                          </a:lnTo>
                          <a:lnTo>
                            <a:pt x="264" y="9"/>
                          </a:lnTo>
                          <a:lnTo>
                            <a:pt x="262" y="8"/>
                          </a:lnTo>
                          <a:lnTo>
                            <a:pt x="259" y="8"/>
                          </a:lnTo>
                          <a:lnTo>
                            <a:pt x="258" y="9"/>
                          </a:lnTo>
                          <a:lnTo>
                            <a:pt x="258" y="13"/>
                          </a:lnTo>
                          <a:lnTo>
                            <a:pt x="255" y="13"/>
                          </a:lnTo>
                          <a:lnTo>
                            <a:pt x="255" y="15"/>
                          </a:lnTo>
                          <a:lnTo>
                            <a:pt x="258" y="19"/>
                          </a:lnTo>
                          <a:lnTo>
                            <a:pt x="256" y="20"/>
                          </a:lnTo>
                          <a:lnTo>
                            <a:pt x="255" y="21"/>
                          </a:lnTo>
                          <a:lnTo>
                            <a:pt x="254" y="20"/>
                          </a:lnTo>
                          <a:lnTo>
                            <a:pt x="252" y="20"/>
                          </a:lnTo>
                          <a:lnTo>
                            <a:pt x="252" y="20"/>
                          </a:lnTo>
                          <a:lnTo>
                            <a:pt x="249" y="20"/>
                          </a:lnTo>
                          <a:lnTo>
                            <a:pt x="247" y="21"/>
                          </a:lnTo>
                          <a:lnTo>
                            <a:pt x="249" y="17"/>
                          </a:lnTo>
                          <a:lnTo>
                            <a:pt x="251" y="17"/>
                          </a:lnTo>
                          <a:lnTo>
                            <a:pt x="252" y="15"/>
                          </a:lnTo>
                          <a:lnTo>
                            <a:pt x="252" y="13"/>
                          </a:lnTo>
                          <a:lnTo>
                            <a:pt x="251" y="13"/>
                          </a:lnTo>
                          <a:lnTo>
                            <a:pt x="248" y="16"/>
                          </a:lnTo>
                          <a:lnTo>
                            <a:pt x="247" y="15"/>
                          </a:lnTo>
                          <a:lnTo>
                            <a:pt x="247" y="13"/>
                          </a:lnTo>
                          <a:lnTo>
                            <a:pt x="248" y="12"/>
                          </a:lnTo>
                          <a:lnTo>
                            <a:pt x="249" y="11"/>
                          </a:lnTo>
                          <a:lnTo>
                            <a:pt x="247" y="11"/>
                          </a:lnTo>
                          <a:lnTo>
                            <a:pt x="245" y="9"/>
                          </a:lnTo>
                          <a:lnTo>
                            <a:pt x="248" y="9"/>
                          </a:lnTo>
                          <a:lnTo>
                            <a:pt x="249" y="9"/>
                          </a:lnTo>
                          <a:lnTo>
                            <a:pt x="252" y="9"/>
                          </a:lnTo>
                          <a:lnTo>
                            <a:pt x="254" y="5"/>
                          </a:lnTo>
                          <a:lnTo>
                            <a:pt x="254" y="4"/>
                          </a:lnTo>
                          <a:lnTo>
                            <a:pt x="251" y="4"/>
                          </a:lnTo>
                          <a:lnTo>
                            <a:pt x="249" y="4"/>
                          </a:lnTo>
                          <a:lnTo>
                            <a:pt x="249" y="1"/>
                          </a:lnTo>
                          <a:lnTo>
                            <a:pt x="249" y="0"/>
                          </a:lnTo>
                          <a:lnTo>
                            <a:pt x="247" y="1"/>
                          </a:lnTo>
                          <a:lnTo>
                            <a:pt x="245" y="1"/>
                          </a:lnTo>
                          <a:lnTo>
                            <a:pt x="244" y="0"/>
                          </a:lnTo>
                          <a:lnTo>
                            <a:pt x="241" y="1"/>
                          </a:lnTo>
                          <a:lnTo>
                            <a:pt x="241" y="2"/>
                          </a:lnTo>
                          <a:lnTo>
                            <a:pt x="244" y="5"/>
                          </a:lnTo>
                          <a:lnTo>
                            <a:pt x="243" y="7"/>
                          </a:lnTo>
                          <a:lnTo>
                            <a:pt x="241" y="7"/>
                          </a:lnTo>
                          <a:lnTo>
                            <a:pt x="239" y="4"/>
                          </a:lnTo>
                          <a:lnTo>
                            <a:pt x="237" y="5"/>
                          </a:lnTo>
                          <a:lnTo>
                            <a:pt x="237" y="7"/>
                          </a:lnTo>
                          <a:lnTo>
                            <a:pt x="237" y="8"/>
                          </a:lnTo>
                          <a:lnTo>
                            <a:pt x="240" y="8"/>
                          </a:lnTo>
                          <a:lnTo>
                            <a:pt x="241" y="9"/>
                          </a:lnTo>
                          <a:lnTo>
                            <a:pt x="241" y="11"/>
                          </a:lnTo>
                          <a:lnTo>
                            <a:pt x="239" y="11"/>
                          </a:lnTo>
                          <a:lnTo>
                            <a:pt x="239" y="13"/>
                          </a:lnTo>
                          <a:lnTo>
                            <a:pt x="237" y="13"/>
                          </a:lnTo>
                          <a:lnTo>
                            <a:pt x="237" y="16"/>
                          </a:lnTo>
                          <a:lnTo>
                            <a:pt x="237" y="16"/>
                          </a:lnTo>
                          <a:lnTo>
                            <a:pt x="236" y="17"/>
                          </a:lnTo>
                          <a:lnTo>
                            <a:pt x="237" y="20"/>
                          </a:lnTo>
                          <a:lnTo>
                            <a:pt x="236" y="21"/>
                          </a:lnTo>
                          <a:lnTo>
                            <a:pt x="235" y="20"/>
                          </a:lnTo>
                          <a:lnTo>
                            <a:pt x="233" y="21"/>
                          </a:lnTo>
                          <a:lnTo>
                            <a:pt x="232" y="23"/>
                          </a:lnTo>
                          <a:lnTo>
                            <a:pt x="230" y="24"/>
                          </a:lnTo>
                          <a:lnTo>
                            <a:pt x="230" y="21"/>
                          </a:lnTo>
                          <a:lnTo>
                            <a:pt x="233" y="16"/>
                          </a:lnTo>
                          <a:lnTo>
                            <a:pt x="230" y="15"/>
                          </a:lnTo>
                          <a:lnTo>
                            <a:pt x="230" y="15"/>
                          </a:lnTo>
                          <a:lnTo>
                            <a:pt x="232" y="12"/>
                          </a:lnTo>
                          <a:lnTo>
                            <a:pt x="232" y="8"/>
                          </a:lnTo>
                          <a:lnTo>
                            <a:pt x="232" y="7"/>
                          </a:lnTo>
                          <a:lnTo>
                            <a:pt x="230" y="7"/>
                          </a:lnTo>
                          <a:lnTo>
                            <a:pt x="226" y="12"/>
                          </a:lnTo>
                          <a:lnTo>
                            <a:pt x="226" y="16"/>
                          </a:lnTo>
                          <a:lnTo>
                            <a:pt x="222" y="21"/>
                          </a:lnTo>
                          <a:lnTo>
                            <a:pt x="222" y="24"/>
                          </a:lnTo>
                          <a:lnTo>
                            <a:pt x="222" y="26"/>
                          </a:lnTo>
                          <a:lnTo>
                            <a:pt x="222" y="28"/>
                          </a:lnTo>
                          <a:lnTo>
                            <a:pt x="218" y="32"/>
                          </a:lnTo>
                          <a:lnTo>
                            <a:pt x="217" y="34"/>
                          </a:lnTo>
                          <a:lnTo>
                            <a:pt x="217" y="31"/>
                          </a:lnTo>
                          <a:lnTo>
                            <a:pt x="216" y="30"/>
                          </a:lnTo>
                          <a:lnTo>
                            <a:pt x="218" y="26"/>
                          </a:lnTo>
                          <a:lnTo>
                            <a:pt x="218" y="23"/>
                          </a:lnTo>
                          <a:lnTo>
                            <a:pt x="220" y="21"/>
                          </a:lnTo>
                          <a:lnTo>
                            <a:pt x="218" y="19"/>
                          </a:lnTo>
                          <a:lnTo>
                            <a:pt x="222" y="15"/>
                          </a:lnTo>
                          <a:lnTo>
                            <a:pt x="222" y="12"/>
                          </a:lnTo>
                          <a:lnTo>
                            <a:pt x="224" y="11"/>
                          </a:lnTo>
                          <a:lnTo>
                            <a:pt x="224" y="9"/>
                          </a:lnTo>
                          <a:lnTo>
                            <a:pt x="221" y="9"/>
                          </a:lnTo>
                          <a:lnTo>
                            <a:pt x="218" y="7"/>
                          </a:lnTo>
                          <a:lnTo>
                            <a:pt x="217" y="8"/>
                          </a:lnTo>
                          <a:lnTo>
                            <a:pt x="218" y="9"/>
                          </a:lnTo>
                          <a:lnTo>
                            <a:pt x="217" y="12"/>
                          </a:lnTo>
                          <a:lnTo>
                            <a:pt x="216" y="9"/>
                          </a:lnTo>
                          <a:lnTo>
                            <a:pt x="214" y="8"/>
                          </a:lnTo>
                          <a:lnTo>
                            <a:pt x="211" y="7"/>
                          </a:lnTo>
                          <a:lnTo>
                            <a:pt x="210" y="8"/>
                          </a:lnTo>
                          <a:lnTo>
                            <a:pt x="210" y="11"/>
                          </a:lnTo>
                          <a:lnTo>
                            <a:pt x="210" y="13"/>
                          </a:lnTo>
                          <a:lnTo>
                            <a:pt x="209" y="12"/>
                          </a:lnTo>
                          <a:lnTo>
                            <a:pt x="207" y="11"/>
                          </a:lnTo>
                          <a:lnTo>
                            <a:pt x="206" y="12"/>
                          </a:lnTo>
                          <a:lnTo>
                            <a:pt x="206" y="13"/>
                          </a:lnTo>
                          <a:lnTo>
                            <a:pt x="210" y="15"/>
                          </a:lnTo>
                          <a:lnTo>
                            <a:pt x="210" y="17"/>
                          </a:lnTo>
                          <a:lnTo>
                            <a:pt x="210" y="19"/>
                          </a:lnTo>
                          <a:lnTo>
                            <a:pt x="207" y="16"/>
                          </a:lnTo>
                          <a:lnTo>
                            <a:pt x="206" y="19"/>
                          </a:lnTo>
                          <a:lnTo>
                            <a:pt x="206" y="20"/>
                          </a:lnTo>
                          <a:lnTo>
                            <a:pt x="207" y="21"/>
                          </a:lnTo>
                          <a:lnTo>
                            <a:pt x="206" y="21"/>
                          </a:lnTo>
                          <a:lnTo>
                            <a:pt x="203" y="20"/>
                          </a:lnTo>
                          <a:lnTo>
                            <a:pt x="202" y="20"/>
                          </a:lnTo>
                          <a:lnTo>
                            <a:pt x="201" y="23"/>
                          </a:lnTo>
                          <a:lnTo>
                            <a:pt x="199" y="24"/>
                          </a:lnTo>
                          <a:lnTo>
                            <a:pt x="199" y="26"/>
                          </a:lnTo>
                          <a:lnTo>
                            <a:pt x="201" y="26"/>
                          </a:lnTo>
                          <a:lnTo>
                            <a:pt x="198" y="27"/>
                          </a:lnTo>
                          <a:lnTo>
                            <a:pt x="196" y="30"/>
                          </a:lnTo>
                          <a:lnTo>
                            <a:pt x="199" y="32"/>
                          </a:lnTo>
                          <a:lnTo>
                            <a:pt x="198" y="34"/>
                          </a:lnTo>
                          <a:lnTo>
                            <a:pt x="199" y="35"/>
                          </a:lnTo>
                          <a:lnTo>
                            <a:pt x="201" y="35"/>
                          </a:lnTo>
                          <a:lnTo>
                            <a:pt x="199" y="36"/>
                          </a:lnTo>
                          <a:lnTo>
                            <a:pt x="195" y="36"/>
                          </a:lnTo>
                          <a:lnTo>
                            <a:pt x="195" y="32"/>
                          </a:lnTo>
                          <a:lnTo>
                            <a:pt x="194" y="32"/>
                          </a:lnTo>
                          <a:lnTo>
                            <a:pt x="195" y="31"/>
                          </a:lnTo>
                          <a:lnTo>
                            <a:pt x="192" y="30"/>
                          </a:lnTo>
                          <a:lnTo>
                            <a:pt x="190" y="30"/>
                          </a:lnTo>
                          <a:lnTo>
                            <a:pt x="187" y="30"/>
                          </a:lnTo>
                          <a:lnTo>
                            <a:pt x="183" y="26"/>
                          </a:lnTo>
                          <a:lnTo>
                            <a:pt x="182" y="26"/>
                          </a:lnTo>
                          <a:lnTo>
                            <a:pt x="180" y="28"/>
                          </a:lnTo>
                          <a:lnTo>
                            <a:pt x="179" y="26"/>
                          </a:lnTo>
                          <a:lnTo>
                            <a:pt x="177" y="28"/>
                          </a:lnTo>
                          <a:lnTo>
                            <a:pt x="175" y="28"/>
                          </a:lnTo>
                          <a:lnTo>
                            <a:pt x="175" y="30"/>
                          </a:lnTo>
                          <a:lnTo>
                            <a:pt x="177" y="34"/>
                          </a:lnTo>
                          <a:lnTo>
                            <a:pt x="179" y="34"/>
                          </a:lnTo>
                          <a:lnTo>
                            <a:pt x="180" y="35"/>
                          </a:lnTo>
                          <a:lnTo>
                            <a:pt x="184" y="35"/>
                          </a:lnTo>
                          <a:lnTo>
                            <a:pt x="183" y="38"/>
                          </a:lnTo>
                          <a:lnTo>
                            <a:pt x="183" y="40"/>
                          </a:lnTo>
                          <a:lnTo>
                            <a:pt x="184" y="43"/>
                          </a:lnTo>
                          <a:lnTo>
                            <a:pt x="184" y="45"/>
                          </a:lnTo>
                          <a:lnTo>
                            <a:pt x="183" y="43"/>
                          </a:lnTo>
                          <a:lnTo>
                            <a:pt x="180" y="40"/>
                          </a:lnTo>
                          <a:lnTo>
                            <a:pt x="179" y="39"/>
                          </a:lnTo>
                          <a:lnTo>
                            <a:pt x="176" y="38"/>
                          </a:lnTo>
                          <a:lnTo>
                            <a:pt x="176" y="40"/>
                          </a:lnTo>
                          <a:lnTo>
                            <a:pt x="173" y="42"/>
                          </a:lnTo>
                          <a:lnTo>
                            <a:pt x="173" y="38"/>
                          </a:lnTo>
                          <a:lnTo>
                            <a:pt x="171" y="40"/>
                          </a:lnTo>
                          <a:lnTo>
                            <a:pt x="171" y="42"/>
                          </a:lnTo>
                          <a:lnTo>
                            <a:pt x="169" y="43"/>
                          </a:lnTo>
                          <a:lnTo>
                            <a:pt x="169" y="46"/>
                          </a:lnTo>
                          <a:lnTo>
                            <a:pt x="172" y="47"/>
                          </a:lnTo>
                          <a:lnTo>
                            <a:pt x="173" y="50"/>
                          </a:lnTo>
                          <a:lnTo>
                            <a:pt x="171" y="50"/>
                          </a:lnTo>
                          <a:lnTo>
                            <a:pt x="169" y="49"/>
                          </a:lnTo>
                          <a:lnTo>
                            <a:pt x="168" y="51"/>
                          </a:lnTo>
                          <a:lnTo>
                            <a:pt x="167" y="53"/>
                          </a:lnTo>
                          <a:lnTo>
                            <a:pt x="164" y="55"/>
                          </a:lnTo>
                          <a:lnTo>
                            <a:pt x="164" y="54"/>
                          </a:lnTo>
                          <a:lnTo>
                            <a:pt x="167" y="53"/>
                          </a:lnTo>
                          <a:lnTo>
                            <a:pt x="165" y="51"/>
                          </a:lnTo>
                          <a:lnTo>
                            <a:pt x="168" y="47"/>
                          </a:lnTo>
                          <a:lnTo>
                            <a:pt x="165" y="39"/>
                          </a:lnTo>
                          <a:lnTo>
                            <a:pt x="164" y="40"/>
                          </a:lnTo>
                          <a:lnTo>
                            <a:pt x="161" y="45"/>
                          </a:lnTo>
                          <a:lnTo>
                            <a:pt x="160" y="49"/>
                          </a:lnTo>
                          <a:lnTo>
                            <a:pt x="161" y="50"/>
                          </a:lnTo>
                          <a:lnTo>
                            <a:pt x="158" y="53"/>
                          </a:lnTo>
                          <a:lnTo>
                            <a:pt x="158" y="50"/>
                          </a:lnTo>
                          <a:lnTo>
                            <a:pt x="160" y="47"/>
                          </a:lnTo>
                          <a:lnTo>
                            <a:pt x="158" y="43"/>
                          </a:lnTo>
                          <a:lnTo>
                            <a:pt x="157" y="43"/>
                          </a:lnTo>
                          <a:lnTo>
                            <a:pt x="154" y="45"/>
                          </a:lnTo>
                          <a:lnTo>
                            <a:pt x="153" y="49"/>
                          </a:lnTo>
                          <a:lnTo>
                            <a:pt x="154" y="51"/>
                          </a:lnTo>
                          <a:lnTo>
                            <a:pt x="154" y="54"/>
                          </a:lnTo>
                          <a:lnTo>
                            <a:pt x="157" y="57"/>
                          </a:lnTo>
                          <a:lnTo>
                            <a:pt x="158" y="58"/>
                          </a:lnTo>
                          <a:lnTo>
                            <a:pt x="157" y="61"/>
                          </a:lnTo>
                          <a:lnTo>
                            <a:pt x="156" y="57"/>
                          </a:lnTo>
                          <a:lnTo>
                            <a:pt x="153" y="57"/>
                          </a:lnTo>
                          <a:lnTo>
                            <a:pt x="152" y="51"/>
                          </a:lnTo>
                          <a:lnTo>
                            <a:pt x="150" y="50"/>
                          </a:lnTo>
                          <a:lnTo>
                            <a:pt x="146" y="51"/>
                          </a:lnTo>
                          <a:lnTo>
                            <a:pt x="146" y="54"/>
                          </a:lnTo>
                          <a:lnTo>
                            <a:pt x="150" y="57"/>
                          </a:lnTo>
                          <a:lnTo>
                            <a:pt x="152" y="57"/>
                          </a:lnTo>
                          <a:lnTo>
                            <a:pt x="153" y="58"/>
                          </a:lnTo>
                          <a:lnTo>
                            <a:pt x="150" y="57"/>
                          </a:lnTo>
                          <a:lnTo>
                            <a:pt x="148" y="58"/>
                          </a:lnTo>
                          <a:lnTo>
                            <a:pt x="149" y="61"/>
                          </a:lnTo>
                          <a:lnTo>
                            <a:pt x="146" y="59"/>
                          </a:lnTo>
                          <a:lnTo>
                            <a:pt x="146" y="55"/>
                          </a:lnTo>
                          <a:lnTo>
                            <a:pt x="145" y="55"/>
                          </a:lnTo>
                          <a:lnTo>
                            <a:pt x="145" y="53"/>
                          </a:lnTo>
                          <a:lnTo>
                            <a:pt x="144" y="54"/>
                          </a:lnTo>
                          <a:lnTo>
                            <a:pt x="142" y="58"/>
                          </a:lnTo>
                          <a:lnTo>
                            <a:pt x="144" y="59"/>
                          </a:lnTo>
                          <a:lnTo>
                            <a:pt x="144" y="62"/>
                          </a:lnTo>
                          <a:lnTo>
                            <a:pt x="141" y="61"/>
                          </a:lnTo>
                          <a:lnTo>
                            <a:pt x="139" y="62"/>
                          </a:lnTo>
                          <a:lnTo>
                            <a:pt x="137" y="65"/>
                          </a:lnTo>
                          <a:lnTo>
                            <a:pt x="137" y="65"/>
                          </a:lnTo>
                          <a:lnTo>
                            <a:pt x="138" y="65"/>
                          </a:lnTo>
                          <a:lnTo>
                            <a:pt x="141" y="68"/>
                          </a:lnTo>
                          <a:lnTo>
                            <a:pt x="138" y="68"/>
                          </a:lnTo>
                          <a:lnTo>
                            <a:pt x="137" y="69"/>
                          </a:lnTo>
                          <a:lnTo>
                            <a:pt x="138" y="69"/>
                          </a:lnTo>
                          <a:lnTo>
                            <a:pt x="137" y="70"/>
                          </a:lnTo>
                          <a:lnTo>
                            <a:pt x="135" y="72"/>
                          </a:lnTo>
                          <a:lnTo>
                            <a:pt x="135" y="73"/>
                          </a:lnTo>
                          <a:lnTo>
                            <a:pt x="135" y="73"/>
                          </a:lnTo>
                          <a:lnTo>
                            <a:pt x="134" y="73"/>
                          </a:lnTo>
                          <a:lnTo>
                            <a:pt x="133" y="72"/>
                          </a:lnTo>
                          <a:lnTo>
                            <a:pt x="131" y="73"/>
                          </a:lnTo>
                          <a:lnTo>
                            <a:pt x="129" y="74"/>
                          </a:lnTo>
                          <a:lnTo>
                            <a:pt x="130" y="76"/>
                          </a:lnTo>
                          <a:lnTo>
                            <a:pt x="129" y="77"/>
                          </a:lnTo>
                          <a:lnTo>
                            <a:pt x="126" y="77"/>
                          </a:lnTo>
                          <a:lnTo>
                            <a:pt x="124" y="80"/>
                          </a:lnTo>
                          <a:lnTo>
                            <a:pt x="127" y="81"/>
                          </a:lnTo>
                          <a:lnTo>
                            <a:pt x="133" y="79"/>
                          </a:lnTo>
                          <a:lnTo>
                            <a:pt x="134" y="80"/>
                          </a:lnTo>
                          <a:lnTo>
                            <a:pt x="137" y="79"/>
                          </a:lnTo>
                          <a:lnTo>
                            <a:pt x="138" y="79"/>
                          </a:lnTo>
                          <a:lnTo>
                            <a:pt x="138" y="80"/>
                          </a:lnTo>
                          <a:lnTo>
                            <a:pt x="137" y="83"/>
                          </a:lnTo>
                          <a:lnTo>
                            <a:pt x="137" y="87"/>
                          </a:lnTo>
                          <a:lnTo>
                            <a:pt x="135" y="87"/>
                          </a:lnTo>
                          <a:lnTo>
                            <a:pt x="134" y="85"/>
                          </a:lnTo>
                          <a:lnTo>
                            <a:pt x="134" y="84"/>
                          </a:lnTo>
                          <a:lnTo>
                            <a:pt x="133" y="84"/>
                          </a:lnTo>
                          <a:lnTo>
                            <a:pt x="131" y="83"/>
                          </a:lnTo>
                          <a:lnTo>
                            <a:pt x="129" y="83"/>
                          </a:lnTo>
                          <a:lnTo>
                            <a:pt x="129" y="84"/>
                          </a:lnTo>
                          <a:lnTo>
                            <a:pt x="129" y="85"/>
                          </a:lnTo>
                          <a:lnTo>
                            <a:pt x="126" y="84"/>
                          </a:lnTo>
                          <a:lnTo>
                            <a:pt x="124" y="85"/>
                          </a:lnTo>
                          <a:lnTo>
                            <a:pt x="127" y="87"/>
                          </a:lnTo>
                          <a:lnTo>
                            <a:pt x="127" y="88"/>
                          </a:lnTo>
                          <a:lnTo>
                            <a:pt x="126" y="88"/>
                          </a:lnTo>
                          <a:lnTo>
                            <a:pt x="126" y="91"/>
                          </a:lnTo>
                          <a:lnTo>
                            <a:pt x="126" y="92"/>
                          </a:lnTo>
                          <a:lnTo>
                            <a:pt x="126" y="93"/>
                          </a:lnTo>
                          <a:lnTo>
                            <a:pt x="124" y="92"/>
                          </a:lnTo>
                          <a:lnTo>
                            <a:pt x="124" y="89"/>
                          </a:lnTo>
                          <a:lnTo>
                            <a:pt x="122" y="87"/>
                          </a:lnTo>
                          <a:lnTo>
                            <a:pt x="120" y="88"/>
                          </a:lnTo>
                          <a:lnTo>
                            <a:pt x="118" y="89"/>
                          </a:lnTo>
                          <a:lnTo>
                            <a:pt x="118" y="88"/>
                          </a:lnTo>
                          <a:lnTo>
                            <a:pt x="118" y="87"/>
                          </a:lnTo>
                          <a:lnTo>
                            <a:pt x="116" y="87"/>
                          </a:lnTo>
                          <a:lnTo>
                            <a:pt x="114" y="88"/>
                          </a:lnTo>
                          <a:lnTo>
                            <a:pt x="116" y="91"/>
                          </a:lnTo>
                          <a:lnTo>
                            <a:pt x="119" y="91"/>
                          </a:lnTo>
                          <a:lnTo>
                            <a:pt x="122" y="92"/>
                          </a:lnTo>
                          <a:lnTo>
                            <a:pt x="120" y="95"/>
                          </a:lnTo>
                          <a:lnTo>
                            <a:pt x="115" y="95"/>
                          </a:lnTo>
                          <a:lnTo>
                            <a:pt x="114" y="93"/>
                          </a:lnTo>
                          <a:lnTo>
                            <a:pt x="112" y="93"/>
                          </a:lnTo>
                          <a:lnTo>
                            <a:pt x="111" y="96"/>
                          </a:lnTo>
                          <a:lnTo>
                            <a:pt x="112" y="99"/>
                          </a:lnTo>
                          <a:lnTo>
                            <a:pt x="111" y="100"/>
                          </a:lnTo>
                          <a:lnTo>
                            <a:pt x="112" y="100"/>
                          </a:lnTo>
                          <a:lnTo>
                            <a:pt x="115" y="98"/>
                          </a:lnTo>
                          <a:lnTo>
                            <a:pt x="118" y="98"/>
                          </a:lnTo>
                          <a:lnTo>
                            <a:pt x="119" y="99"/>
                          </a:lnTo>
                          <a:lnTo>
                            <a:pt x="115" y="100"/>
                          </a:lnTo>
                          <a:lnTo>
                            <a:pt x="115" y="103"/>
                          </a:lnTo>
                          <a:lnTo>
                            <a:pt x="116" y="104"/>
                          </a:lnTo>
                          <a:lnTo>
                            <a:pt x="119" y="106"/>
                          </a:lnTo>
                          <a:lnTo>
                            <a:pt x="119" y="108"/>
                          </a:lnTo>
                          <a:lnTo>
                            <a:pt x="116" y="107"/>
                          </a:lnTo>
                          <a:lnTo>
                            <a:pt x="115" y="107"/>
                          </a:lnTo>
                          <a:lnTo>
                            <a:pt x="114" y="104"/>
                          </a:lnTo>
                          <a:lnTo>
                            <a:pt x="112" y="104"/>
                          </a:lnTo>
                          <a:lnTo>
                            <a:pt x="110" y="106"/>
                          </a:lnTo>
                          <a:lnTo>
                            <a:pt x="112" y="108"/>
                          </a:lnTo>
                          <a:lnTo>
                            <a:pt x="110" y="108"/>
                          </a:lnTo>
                          <a:lnTo>
                            <a:pt x="107" y="110"/>
                          </a:lnTo>
                          <a:lnTo>
                            <a:pt x="107" y="111"/>
                          </a:lnTo>
                          <a:lnTo>
                            <a:pt x="110" y="112"/>
                          </a:lnTo>
                          <a:lnTo>
                            <a:pt x="112" y="111"/>
                          </a:lnTo>
                          <a:lnTo>
                            <a:pt x="114" y="112"/>
                          </a:lnTo>
                          <a:lnTo>
                            <a:pt x="116" y="112"/>
                          </a:lnTo>
                          <a:lnTo>
                            <a:pt x="116" y="114"/>
                          </a:lnTo>
                          <a:lnTo>
                            <a:pt x="118" y="115"/>
                          </a:lnTo>
                          <a:lnTo>
                            <a:pt x="118" y="117"/>
                          </a:lnTo>
                          <a:lnTo>
                            <a:pt x="115" y="114"/>
                          </a:lnTo>
                          <a:lnTo>
                            <a:pt x="112" y="114"/>
                          </a:lnTo>
                          <a:lnTo>
                            <a:pt x="111" y="115"/>
                          </a:lnTo>
                          <a:lnTo>
                            <a:pt x="107" y="117"/>
                          </a:lnTo>
                          <a:lnTo>
                            <a:pt x="107" y="118"/>
                          </a:lnTo>
                          <a:lnTo>
                            <a:pt x="104" y="119"/>
                          </a:lnTo>
                          <a:lnTo>
                            <a:pt x="103" y="118"/>
                          </a:lnTo>
                          <a:lnTo>
                            <a:pt x="100" y="121"/>
                          </a:lnTo>
                          <a:lnTo>
                            <a:pt x="97" y="121"/>
                          </a:lnTo>
                          <a:lnTo>
                            <a:pt x="97" y="122"/>
                          </a:lnTo>
                          <a:lnTo>
                            <a:pt x="100" y="122"/>
                          </a:lnTo>
                          <a:lnTo>
                            <a:pt x="101" y="125"/>
                          </a:lnTo>
                          <a:lnTo>
                            <a:pt x="99" y="125"/>
                          </a:lnTo>
                          <a:lnTo>
                            <a:pt x="99" y="125"/>
                          </a:lnTo>
                          <a:lnTo>
                            <a:pt x="97" y="126"/>
                          </a:lnTo>
                          <a:lnTo>
                            <a:pt x="99" y="127"/>
                          </a:lnTo>
                          <a:lnTo>
                            <a:pt x="99" y="127"/>
                          </a:lnTo>
                          <a:lnTo>
                            <a:pt x="96" y="127"/>
                          </a:lnTo>
                          <a:lnTo>
                            <a:pt x="96" y="127"/>
                          </a:lnTo>
                          <a:lnTo>
                            <a:pt x="95" y="127"/>
                          </a:lnTo>
                          <a:lnTo>
                            <a:pt x="96" y="129"/>
                          </a:lnTo>
                          <a:lnTo>
                            <a:pt x="96" y="130"/>
                          </a:lnTo>
                          <a:lnTo>
                            <a:pt x="96" y="131"/>
                          </a:lnTo>
                          <a:lnTo>
                            <a:pt x="97" y="131"/>
                          </a:lnTo>
                          <a:lnTo>
                            <a:pt x="96" y="133"/>
                          </a:lnTo>
                          <a:lnTo>
                            <a:pt x="95" y="133"/>
                          </a:lnTo>
                          <a:lnTo>
                            <a:pt x="93" y="131"/>
                          </a:lnTo>
                          <a:lnTo>
                            <a:pt x="93" y="134"/>
                          </a:lnTo>
                          <a:lnTo>
                            <a:pt x="92" y="136"/>
                          </a:lnTo>
                          <a:lnTo>
                            <a:pt x="93" y="136"/>
                          </a:lnTo>
                          <a:lnTo>
                            <a:pt x="97" y="137"/>
                          </a:lnTo>
                          <a:lnTo>
                            <a:pt x="97" y="138"/>
                          </a:lnTo>
                          <a:lnTo>
                            <a:pt x="100" y="140"/>
                          </a:lnTo>
                          <a:lnTo>
                            <a:pt x="101" y="138"/>
                          </a:lnTo>
                          <a:lnTo>
                            <a:pt x="100" y="140"/>
                          </a:lnTo>
                          <a:lnTo>
                            <a:pt x="100" y="141"/>
                          </a:lnTo>
                          <a:lnTo>
                            <a:pt x="97" y="141"/>
                          </a:lnTo>
                          <a:lnTo>
                            <a:pt x="96" y="140"/>
                          </a:lnTo>
                          <a:lnTo>
                            <a:pt x="93" y="141"/>
                          </a:lnTo>
                          <a:lnTo>
                            <a:pt x="91" y="142"/>
                          </a:lnTo>
                          <a:lnTo>
                            <a:pt x="91" y="144"/>
                          </a:lnTo>
                          <a:lnTo>
                            <a:pt x="93" y="144"/>
                          </a:lnTo>
                          <a:lnTo>
                            <a:pt x="93" y="145"/>
                          </a:lnTo>
                          <a:lnTo>
                            <a:pt x="95" y="146"/>
                          </a:lnTo>
                          <a:lnTo>
                            <a:pt x="95" y="149"/>
                          </a:lnTo>
                          <a:lnTo>
                            <a:pt x="93" y="148"/>
                          </a:lnTo>
                          <a:lnTo>
                            <a:pt x="92" y="148"/>
                          </a:lnTo>
                          <a:lnTo>
                            <a:pt x="91" y="149"/>
                          </a:lnTo>
                          <a:lnTo>
                            <a:pt x="91" y="151"/>
                          </a:lnTo>
                          <a:lnTo>
                            <a:pt x="91" y="152"/>
                          </a:lnTo>
                          <a:lnTo>
                            <a:pt x="92" y="153"/>
                          </a:lnTo>
                          <a:lnTo>
                            <a:pt x="92" y="155"/>
                          </a:lnTo>
                          <a:lnTo>
                            <a:pt x="91" y="155"/>
                          </a:lnTo>
                          <a:lnTo>
                            <a:pt x="89" y="153"/>
                          </a:lnTo>
                          <a:lnTo>
                            <a:pt x="88" y="153"/>
                          </a:lnTo>
                          <a:lnTo>
                            <a:pt x="88" y="156"/>
                          </a:lnTo>
                          <a:lnTo>
                            <a:pt x="91" y="157"/>
                          </a:lnTo>
                          <a:lnTo>
                            <a:pt x="91" y="157"/>
                          </a:lnTo>
                          <a:lnTo>
                            <a:pt x="91" y="160"/>
                          </a:lnTo>
                          <a:lnTo>
                            <a:pt x="88" y="157"/>
                          </a:lnTo>
                          <a:lnTo>
                            <a:pt x="86" y="159"/>
                          </a:lnTo>
                          <a:lnTo>
                            <a:pt x="86" y="160"/>
                          </a:lnTo>
                          <a:lnTo>
                            <a:pt x="88" y="160"/>
                          </a:lnTo>
                          <a:lnTo>
                            <a:pt x="86" y="163"/>
                          </a:lnTo>
                          <a:lnTo>
                            <a:pt x="88" y="165"/>
                          </a:lnTo>
                          <a:lnTo>
                            <a:pt x="89" y="165"/>
                          </a:lnTo>
                          <a:lnTo>
                            <a:pt x="91" y="163"/>
                          </a:lnTo>
                          <a:lnTo>
                            <a:pt x="92" y="163"/>
                          </a:lnTo>
                          <a:lnTo>
                            <a:pt x="91" y="167"/>
                          </a:lnTo>
                          <a:lnTo>
                            <a:pt x="89" y="167"/>
                          </a:lnTo>
                          <a:lnTo>
                            <a:pt x="86" y="170"/>
                          </a:lnTo>
                          <a:lnTo>
                            <a:pt x="85" y="170"/>
                          </a:lnTo>
                          <a:lnTo>
                            <a:pt x="84" y="170"/>
                          </a:lnTo>
                          <a:lnTo>
                            <a:pt x="84" y="171"/>
                          </a:lnTo>
                          <a:lnTo>
                            <a:pt x="81" y="172"/>
                          </a:lnTo>
                          <a:lnTo>
                            <a:pt x="80" y="174"/>
                          </a:lnTo>
                          <a:lnTo>
                            <a:pt x="81" y="175"/>
                          </a:lnTo>
                          <a:lnTo>
                            <a:pt x="80" y="176"/>
                          </a:lnTo>
                          <a:lnTo>
                            <a:pt x="77" y="176"/>
                          </a:lnTo>
                          <a:lnTo>
                            <a:pt x="76" y="179"/>
                          </a:lnTo>
                          <a:lnTo>
                            <a:pt x="76" y="180"/>
                          </a:lnTo>
                          <a:lnTo>
                            <a:pt x="78" y="180"/>
                          </a:lnTo>
                          <a:lnTo>
                            <a:pt x="76" y="182"/>
                          </a:lnTo>
                          <a:lnTo>
                            <a:pt x="76" y="184"/>
                          </a:lnTo>
                          <a:lnTo>
                            <a:pt x="73" y="184"/>
                          </a:lnTo>
                          <a:lnTo>
                            <a:pt x="73" y="182"/>
                          </a:lnTo>
                          <a:lnTo>
                            <a:pt x="72" y="182"/>
                          </a:lnTo>
                          <a:lnTo>
                            <a:pt x="70" y="183"/>
                          </a:lnTo>
                          <a:lnTo>
                            <a:pt x="69" y="183"/>
                          </a:lnTo>
                          <a:lnTo>
                            <a:pt x="69" y="184"/>
                          </a:lnTo>
                          <a:lnTo>
                            <a:pt x="67" y="186"/>
                          </a:lnTo>
                          <a:lnTo>
                            <a:pt x="67" y="187"/>
                          </a:lnTo>
                          <a:lnTo>
                            <a:pt x="67" y="189"/>
                          </a:lnTo>
                          <a:lnTo>
                            <a:pt x="65" y="189"/>
                          </a:lnTo>
                          <a:lnTo>
                            <a:pt x="63" y="189"/>
                          </a:lnTo>
                          <a:lnTo>
                            <a:pt x="63" y="193"/>
                          </a:lnTo>
                          <a:lnTo>
                            <a:pt x="61" y="194"/>
                          </a:lnTo>
                          <a:lnTo>
                            <a:pt x="62" y="194"/>
                          </a:lnTo>
                          <a:lnTo>
                            <a:pt x="61" y="198"/>
                          </a:lnTo>
                          <a:lnTo>
                            <a:pt x="59" y="199"/>
                          </a:lnTo>
                          <a:lnTo>
                            <a:pt x="57" y="201"/>
                          </a:lnTo>
                          <a:lnTo>
                            <a:pt x="58" y="202"/>
                          </a:lnTo>
                          <a:lnTo>
                            <a:pt x="61" y="201"/>
                          </a:lnTo>
                          <a:lnTo>
                            <a:pt x="62" y="201"/>
                          </a:lnTo>
                          <a:lnTo>
                            <a:pt x="62" y="202"/>
                          </a:lnTo>
                          <a:lnTo>
                            <a:pt x="59" y="204"/>
                          </a:lnTo>
                          <a:lnTo>
                            <a:pt x="59" y="206"/>
                          </a:lnTo>
                          <a:lnTo>
                            <a:pt x="61" y="208"/>
                          </a:lnTo>
                          <a:lnTo>
                            <a:pt x="65" y="206"/>
                          </a:lnTo>
                          <a:lnTo>
                            <a:pt x="67" y="206"/>
                          </a:lnTo>
                          <a:lnTo>
                            <a:pt x="72" y="202"/>
                          </a:lnTo>
                          <a:lnTo>
                            <a:pt x="72" y="199"/>
                          </a:lnTo>
                          <a:lnTo>
                            <a:pt x="70" y="201"/>
                          </a:lnTo>
                          <a:lnTo>
                            <a:pt x="72" y="198"/>
                          </a:lnTo>
                          <a:lnTo>
                            <a:pt x="72" y="195"/>
                          </a:lnTo>
                          <a:lnTo>
                            <a:pt x="73" y="194"/>
                          </a:lnTo>
                          <a:lnTo>
                            <a:pt x="74" y="194"/>
                          </a:lnTo>
                          <a:lnTo>
                            <a:pt x="77" y="194"/>
                          </a:lnTo>
                          <a:lnTo>
                            <a:pt x="78" y="194"/>
                          </a:lnTo>
                          <a:lnTo>
                            <a:pt x="74" y="197"/>
                          </a:lnTo>
                          <a:lnTo>
                            <a:pt x="74" y="198"/>
                          </a:lnTo>
                          <a:lnTo>
                            <a:pt x="78" y="199"/>
                          </a:lnTo>
                          <a:lnTo>
                            <a:pt x="77" y="201"/>
                          </a:lnTo>
                          <a:lnTo>
                            <a:pt x="74" y="201"/>
                          </a:lnTo>
                          <a:lnTo>
                            <a:pt x="70" y="205"/>
                          </a:lnTo>
                          <a:lnTo>
                            <a:pt x="73" y="206"/>
                          </a:lnTo>
                          <a:lnTo>
                            <a:pt x="72" y="209"/>
                          </a:lnTo>
                          <a:lnTo>
                            <a:pt x="72" y="212"/>
                          </a:lnTo>
                          <a:lnTo>
                            <a:pt x="69" y="210"/>
                          </a:lnTo>
                          <a:lnTo>
                            <a:pt x="67" y="209"/>
                          </a:lnTo>
                          <a:lnTo>
                            <a:pt x="65" y="209"/>
                          </a:lnTo>
                          <a:lnTo>
                            <a:pt x="63" y="210"/>
                          </a:lnTo>
                          <a:lnTo>
                            <a:pt x="62" y="213"/>
                          </a:lnTo>
                          <a:lnTo>
                            <a:pt x="61" y="214"/>
                          </a:lnTo>
                          <a:lnTo>
                            <a:pt x="58" y="216"/>
                          </a:lnTo>
                          <a:lnTo>
                            <a:pt x="59" y="213"/>
                          </a:lnTo>
                          <a:lnTo>
                            <a:pt x="61" y="213"/>
                          </a:lnTo>
                          <a:lnTo>
                            <a:pt x="59" y="210"/>
                          </a:lnTo>
                          <a:lnTo>
                            <a:pt x="59" y="208"/>
                          </a:lnTo>
                          <a:lnTo>
                            <a:pt x="58" y="205"/>
                          </a:lnTo>
                          <a:lnTo>
                            <a:pt x="55" y="205"/>
                          </a:lnTo>
                          <a:lnTo>
                            <a:pt x="54" y="206"/>
                          </a:lnTo>
                          <a:lnTo>
                            <a:pt x="51" y="208"/>
                          </a:lnTo>
                          <a:lnTo>
                            <a:pt x="51" y="209"/>
                          </a:lnTo>
                          <a:lnTo>
                            <a:pt x="55" y="209"/>
                          </a:lnTo>
                          <a:lnTo>
                            <a:pt x="51" y="212"/>
                          </a:lnTo>
                          <a:lnTo>
                            <a:pt x="50" y="210"/>
                          </a:lnTo>
                          <a:lnTo>
                            <a:pt x="47" y="210"/>
                          </a:lnTo>
                          <a:lnTo>
                            <a:pt x="44" y="213"/>
                          </a:lnTo>
                          <a:lnTo>
                            <a:pt x="46" y="213"/>
                          </a:lnTo>
                          <a:lnTo>
                            <a:pt x="47" y="213"/>
                          </a:lnTo>
                          <a:lnTo>
                            <a:pt x="48" y="214"/>
                          </a:lnTo>
                          <a:lnTo>
                            <a:pt x="46" y="216"/>
                          </a:lnTo>
                          <a:lnTo>
                            <a:pt x="44" y="217"/>
                          </a:lnTo>
                          <a:lnTo>
                            <a:pt x="43" y="216"/>
                          </a:lnTo>
                          <a:lnTo>
                            <a:pt x="40" y="216"/>
                          </a:lnTo>
                          <a:lnTo>
                            <a:pt x="40" y="217"/>
                          </a:lnTo>
                          <a:lnTo>
                            <a:pt x="43" y="218"/>
                          </a:lnTo>
                          <a:lnTo>
                            <a:pt x="47" y="218"/>
                          </a:lnTo>
                          <a:lnTo>
                            <a:pt x="46" y="221"/>
                          </a:lnTo>
                          <a:lnTo>
                            <a:pt x="48" y="221"/>
                          </a:lnTo>
                          <a:lnTo>
                            <a:pt x="48" y="224"/>
                          </a:lnTo>
                          <a:lnTo>
                            <a:pt x="44" y="223"/>
                          </a:lnTo>
                          <a:lnTo>
                            <a:pt x="44" y="220"/>
                          </a:lnTo>
                          <a:lnTo>
                            <a:pt x="42" y="220"/>
                          </a:lnTo>
                          <a:lnTo>
                            <a:pt x="39" y="218"/>
                          </a:lnTo>
                          <a:lnTo>
                            <a:pt x="39" y="217"/>
                          </a:lnTo>
                          <a:lnTo>
                            <a:pt x="38" y="217"/>
                          </a:lnTo>
                          <a:lnTo>
                            <a:pt x="38" y="218"/>
                          </a:lnTo>
                          <a:lnTo>
                            <a:pt x="40" y="223"/>
                          </a:lnTo>
                          <a:lnTo>
                            <a:pt x="42" y="224"/>
                          </a:lnTo>
                          <a:lnTo>
                            <a:pt x="44" y="224"/>
                          </a:lnTo>
                          <a:lnTo>
                            <a:pt x="46" y="225"/>
                          </a:lnTo>
                          <a:lnTo>
                            <a:pt x="43" y="225"/>
                          </a:lnTo>
                          <a:lnTo>
                            <a:pt x="39" y="224"/>
                          </a:lnTo>
                          <a:lnTo>
                            <a:pt x="36" y="220"/>
                          </a:lnTo>
                          <a:lnTo>
                            <a:pt x="33" y="221"/>
                          </a:lnTo>
                          <a:lnTo>
                            <a:pt x="32" y="220"/>
                          </a:lnTo>
                          <a:lnTo>
                            <a:pt x="29" y="220"/>
                          </a:lnTo>
                          <a:lnTo>
                            <a:pt x="28" y="218"/>
                          </a:lnTo>
                          <a:lnTo>
                            <a:pt x="27" y="220"/>
                          </a:lnTo>
                          <a:lnTo>
                            <a:pt x="27" y="223"/>
                          </a:lnTo>
                          <a:lnTo>
                            <a:pt x="25" y="224"/>
                          </a:lnTo>
                          <a:lnTo>
                            <a:pt x="28" y="225"/>
                          </a:lnTo>
                          <a:lnTo>
                            <a:pt x="32" y="224"/>
                          </a:lnTo>
                          <a:lnTo>
                            <a:pt x="33" y="225"/>
                          </a:lnTo>
                          <a:lnTo>
                            <a:pt x="31" y="227"/>
                          </a:lnTo>
                          <a:lnTo>
                            <a:pt x="32" y="227"/>
                          </a:lnTo>
                          <a:lnTo>
                            <a:pt x="36" y="225"/>
                          </a:lnTo>
                          <a:lnTo>
                            <a:pt x="38" y="225"/>
                          </a:lnTo>
                          <a:lnTo>
                            <a:pt x="36" y="227"/>
                          </a:lnTo>
                          <a:lnTo>
                            <a:pt x="32" y="229"/>
                          </a:lnTo>
                          <a:lnTo>
                            <a:pt x="31" y="231"/>
                          </a:lnTo>
                          <a:lnTo>
                            <a:pt x="28" y="231"/>
                          </a:lnTo>
                          <a:lnTo>
                            <a:pt x="25" y="227"/>
                          </a:lnTo>
                          <a:lnTo>
                            <a:pt x="24" y="227"/>
                          </a:lnTo>
                          <a:lnTo>
                            <a:pt x="23" y="228"/>
                          </a:lnTo>
                          <a:lnTo>
                            <a:pt x="21" y="227"/>
                          </a:lnTo>
                          <a:lnTo>
                            <a:pt x="19" y="228"/>
                          </a:lnTo>
                          <a:lnTo>
                            <a:pt x="19" y="227"/>
                          </a:lnTo>
                          <a:lnTo>
                            <a:pt x="16" y="228"/>
                          </a:lnTo>
                          <a:lnTo>
                            <a:pt x="16" y="229"/>
                          </a:lnTo>
                          <a:lnTo>
                            <a:pt x="21" y="229"/>
                          </a:lnTo>
                          <a:lnTo>
                            <a:pt x="24" y="232"/>
                          </a:lnTo>
                          <a:lnTo>
                            <a:pt x="27" y="233"/>
                          </a:lnTo>
                          <a:lnTo>
                            <a:pt x="27" y="236"/>
                          </a:lnTo>
                          <a:lnTo>
                            <a:pt x="27" y="237"/>
                          </a:lnTo>
                          <a:lnTo>
                            <a:pt x="25" y="239"/>
                          </a:lnTo>
                          <a:lnTo>
                            <a:pt x="24" y="237"/>
                          </a:lnTo>
                          <a:lnTo>
                            <a:pt x="24" y="233"/>
                          </a:lnTo>
                          <a:lnTo>
                            <a:pt x="23" y="233"/>
                          </a:lnTo>
                          <a:lnTo>
                            <a:pt x="20" y="233"/>
                          </a:lnTo>
                          <a:lnTo>
                            <a:pt x="20" y="235"/>
                          </a:lnTo>
                          <a:lnTo>
                            <a:pt x="20" y="236"/>
                          </a:lnTo>
                          <a:lnTo>
                            <a:pt x="17" y="235"/>
                          </a:lnTo>
                          <a:lnTo>
                            <a:pt x="14" y="237"/>
                          </a:lnTo>
                          <a:lnTo>
                            <a:pt x="17" y="239"/>
                          </a:lnTo>
                          <a:lnTo>
                            <a:pt x="14" y="240"/>
                          </a:lnTo>
                          <a:lnTo>
                            <a:pt x="13" y="240"/>
                          </a:lnTo>
                          <a:lnTo>
                            <a:pt x="12" y="237"/>
                          </a:lnTo>
                          <a:lnTo>
                            <a:pt x="8" y="237"/>
                          </a:lnTo>
                          <a:lnTo>
                            <a:pt x="9" y="240"/>
                          </a:lnTo>
                          <a:lnTo>
                            <a:pt x="8" y="242"/>
                          </a:lnTo>
                          <a:lnTo>
                            <a:pt x="8" y="239"/>
                          </a:lnTo>
                          <a:lnTo>
                            <a:pt x="5" y="236"/>
                          </a:lnTo>
                          <a:lnTo>
                            <a:pt x="4" y="237"/>
                          </a:lnTo>
                          <a:lnTo>
                            <a:pt x="4" y="239"/>
                          </a:lnTo>
                          <a:lnTo>
                            <a:pt x="6" y="242"/>
                          </a:lnTo>
                          <a:lnTo>
                            <a:pt x="5" y="243"/>
                          </a:lnTo>
                          <a:lnTo>
                            <a:pt x="6" y="244"/>
                          </a:lnTo>
                          <a:lnTo>
                            <a:pt x="9" y="243"/>
                          </a:lnTo>
                          <a:lnTo>
                            <a:pt x="13" y="244"/>
                          </a:lnTo>
                          <a:lnTo>
                            <a:pt x="16" y="246"/>
                          </a:lnTo>
                          <a:lnTo>
                            <a:pt x="20" y="246"/>
                          </a:lnTo>
                          <a:lnTo>
                            <a:pt x="21" y="244"/>
                          </a:lnTo>
                          <a:lnTo>
                            <a:pt x="24" y="244"/>
                          </a:lnTo>
                          <a:lnTo>
                            <a:pt x="21" y="247"/>
                          </a:lnTo>
                          <a:lnTo>
                            <a:pt x="17" y="247"/>
                          </a:lnTo>
                          <a:lnTo>
                            <a:pt x="16" y="247"/>
                          </a:lnTo>
                          <a:lnTo>
                            <a:pt x="12" y="246"/>
                          </a:lnTo>
                          <a:lnTo>
                            <a:pt x="9" y="246"/>
                          </a:lnTo>
                          <a:lnTo>
                            <a:pt x="8" y="246"/>
                          </a:lnTo>
                          <a:lnTo>
                            <a:pt x="5" y="247"/>
                          </a:lnTo>
                          <a:lnTo>
                            <a:pt x="2" y="247"/>
                          </a:lnTo>
                          <a:lnTo>
                            <a:pt x="2" y="248"/>
                          </a:lnTo>
                          <a:lnTo>
                            <a:pt x="6" y="251"/>
                          </a:lnTo>
                          <a:lnTo>
                            <a:pt x="5" y="252"/>
                          </a:lnTo>
                          <a:lnTo>
                            <a:pt x="8" y="254"/>
                          </a:lnTo>
                          <a:lnTo>
                            <a:pt x="9" y="252"/>
                          </a:lnTo>
                          <a:lnTo>
                            <a:pt x="13" y="252"/>
                          </a:lnTo>
                          <a:lnTo>
                            <a:pt x="10" y="254"/>
                          </a:lnTo>
                          <a:lnTo>
                            <a:pt x="6" y="254"/>
                          </a:lnTo>
                          <a:lnTo>
                            <a:pt x="5" y="255"/>
                          </a:lnTo>
                          <a:lnTo>
                            <a:pt x="4" y="254"/>
                          </a:lnTo>
                          <a:lnTo>
                            <a:pt x="4" y="255"/>
                          </a:lnTo>
                          <a:lnTo>
                            <a:pt x="5" y="256"/>
                          </a:lnTo>
                          <a:lnTo>
                            <a:pt x="8" y="256"/>
                          </a:lnTo>
                          <a:lnTo>
                            <a:pt x="5" y="258"/>
                          </a:lnTo>
                          <a:lnTo>
                            <a:pt x="4" y="258"/>
                          </a:lnTo>
                          <a:lnTo>
                            <a:pt x="4" y="259"/>
                          </a:lnTo>
                          <a:lnTo>
                            <a:pt x="5" y="261"/>
                          </a:lnTo>
                          <a:lnTo>
                            <a:pt x="6" y="262"/>
                          </a:lnTo>
                          <a:lnTo>
                            <a:pt x="9" y="262"/>
                          </a:lnTo>
                          <a:lnTo>
                            <a:pt x="12" y="261"/>
                          </a:lnTo>
                          <a:lnTo>
                            <a:pt x="16" y="259"/>
                          </a:lnTo>
                          <a:lnTo>
                            <a:pt x="19" y="261"/>
                          </a:lnTo>
                          <a:lnTo>
                            <a:pt x="20" y="261"/>
                          </a:lnTo>
                          <a:lnTo>
                            <a:pt x="21" y="259"/>
                          </a:lnTo>
                          <a:lnTo>
                            <a:pt x="21" y="258"/>
                          </a:lnTo>
                          <a:lnTo>
                            <a:pt x="23" y="258"/>
                          </a:lnTo>
                          <a:lnTo>
                            <a:pt x="24" y="259"/>
                          </a:lnTo>
                          <a:lnTo>
                            <a:pt x="27" y="259"/>
                          </a:lnTo>
                          <a:lnTo>
                            <a:pt x="29" y="256"/>
                          </a:lnTo>
                          <a:lnTo>
                            <a:pt x="31" y="256"/>
                          </a:lnTo>
                          <a:lnTo>
                            <a:pt x="29" y="258"/>
                          </a:lnTo>
                          <a:lnTo>
                            <a:pt x="28" y="259"/>
                          </a:lnTo>
                          <a:lnTo>
                            <a:pt x="31" y="261"/>
                          </a:lnTo>
                          <a:lnTo>
                            <a:pt x="32" y="259"/>
                          </a:lnTo>
                          <a:lnTo>
                            <a:pt x="32" y="258"/>
                          </a:lnTo>
                          <a:lnTo>
                            <a:pt x="33" y="254"/>
                          </a:lnTo>
                          <a:lnTo>
                            <a:pt x="33" y="256"/>
                          </a:lnTo>
                          <a:lnTo>
                            <a:pt x="36" y="259"/>
                          </a:lnTo>
                          <a:lnTo>
                            <a:pt x="33" y="262"/>
                          </a:lnTo>
                          <a:lnTo>
                            <a:pt x="31" y="262"/>
                          </a:lnTo>
                          <a:lnTo>
                            <a:pt x="28" y="263"/>
                          </a:lnTo>
                          <a:lnTo>
                            <a:pt x="29" y="265"/>
                          </a:lnTo>
                          <a:lnTo>
                            <a:pt x="28" y="266"/>
                          </a:lnTo>
                          <a:lnTo>
                            <a:pt x="25" y="267"/>
                          </a:lnTo>
                          <a:lnTo>
                            <a:pt x="25" y="266"/>
                          </a:lnTo>
                          <a:lnTo>
                            <a:pt x="27" y="265"/>
                          </a:lnTo>
                          <a:lnTo>
                            <a:pt x="25" y="262"/>
                          </a:lnTo>
                          <a:lnTo>
                            <a:pt x="24" y="261"/>
                          </a:lnTo>
                          <a:lnTo>
                            <a:pt x="20" y="265"/>
                          </a:lnTo>
                          <a:lnTo>
                            <a:pt x="20" y="266"/>
                          </a:lnTo>
                          <a:lnTo>
                            <a:pt x="19" y="263"/>
                          </a:lnTo>
                          <a:lnTo>
                            <a:pt x="16" y="262"/>
                          </a:lnTo>
                          <a:lnTo>
                            <a:pt x="13" y="263"/>
                          </a:lnTo>
                          <a:lnTo>
                            <a:pt x="10" y="262"/>
                          </a:lnTo>
                          <a:lnTo>
                            <a:pt x="8" y="265"/>
                          </a:lnTo>
                          <a:lnTo>
                            <a:pt x="5" y="265"/>
                          </a:lnTo>
                          <a:lnTo>
                            <a:pt x="4" y="263"/>
                          </a:lnTo>
                          <a:lnTo>
                            <a:pt x="2" y="263"/>
                          </a:lnTo>
                          <a:lnTo>
                            <a:pt x="4" y="266"/>
                          </a:lnTo>
                          <a:lnTo>
                            <a:pt x="4" y="267"/>
                          </a:lnTo>
                          <a:lnTo>
                            <a:pt x="5" y="269"/>
                          </a:lnTo>
                          <a:lnTo>
                            <a:pt x="6" y="267"/>
                          </a:lnTo>
                          <a:lnTo>
                            <a:pt x="8" y="266"/>
                          </a:lnTo>
                          <a:lnTo>
                            <a:pt x="9" y="266"/>
                          </a:lnTo>
                          <a:lnTo>
                            <a:pt x="8" y="269"/>
                          </a:lnTo>
                          <a:lnTo>
                            <a:pt x="8" y="270"/>
                          </a:lnTo>
                          <a:lnTo>
                            <a:pt x="6" y="271"/>
                          </a:lnTo>
                          <a:lnTo>
                            <a:pt x="5" y="270"/>
                          </a:lnTo>
                          <a:lnTo>
                            <a:pt x="5" y="274"/>
                          </a:lnTo>
                          <a:lnTo>
                            <a:pt x="8" y="276"/>
                          </a:lnTo>
                          <a:lnTo>
                            <a:pt x="12" y="270"/>
                          </a:lnTo>
                          <a:lnTo>
                            <a:pt x="14" y="271"/>
                          </a:lnTo>
                          <a:lnTo>
                            <a:pt x="13" y="273"/>
                          </a:lnTo>
                          <a:lnTo>
                            <a:pt x="13" y="276"/>
                          </a:lnTo>
                          <a:lnTo>
                            <a:pt x="9" y="277"/>
                          </a:lnTo>
                          <a:lnTo>
                            <a:pt x="10" y="278"/>
                          </a:lnTo>
                          <a:lnTo>
                            <a:pt x="12" y="278"/>
                          </a:lnTo>
                          <a:lnTo>
                            <a:pt x="12" y="280"/>
                          </a:lnTo>
                          <a:lnTo>
                            <a:pt x="13" y="282"/>
                          </a:lnTo>
                          <a:lnTo>
                            <a:pt x="12" y="285"/>
                          </a:lnTo>
                          <a:lnTo>
                            <a:pt x="13" y="285"/>
                          </a:lnTo>
                          <a:lnTo>
                            <a:pt x="14" y="282"/>
                          </a:lnTo>
                          <a:lnTo>
                            <a:pt x="17" y="281"/>
                          </a:lnTo>
                          <a:lnTo>
                            <a:pt x="17" y="278"/>
                          </a:lnTo>
                          <a:lnTo>
                            <a:pt x="23" y="276"/>
                          </a:lnTo>
                          <a:lnTo>
                            <a:pt x="25" y="276"/>
                          </a:lnTo>
                          <a:lnTo>
                            <a:pt x="27" y="276"/>
                          </a:lnTo>
                          <a:lnTo>
                            <a:pt x="25" y="277"/>
                          </a:lnTo>
                          <a:lnTo>
                            <a:pt x="23" y="278"/>
                          </a:lnTo>
                          <a:lnTo>
                            <a:pt x="23" y="282"/>
                          </a:lnTo>
                          <a:lnTo>
                            <a:pt x="24" y="284"/>
                          </a:lnTo>
                          <a:lnTo>
                            <a:pt x="21" y="282"/>
                          </a:lnTo>
                          <a:lnTo>
                            <a:pt x="21" y="280"/>
                          </a:lnTo>
                          <a:lnTo>
                            <a:pt x="20" y="280"/>
                          </a:lnTo>
                          <a:lnTo>
                            <a:pt x="19" y="282"/>
                          </a:lnTo>
                          <a:lnTo>
                            <a:pt x="16" y="282"/>
                          </a:lnTo>
                          <a:lnTo>
                            <a:pt x="19" y="284"/>
                          </a:lnTo>
                          <a:lnTo>
                            <a:pt x="17" y="286"/>
                          </a:lnTo>
                          <a:lnTo>
                            <a:pt x="14" y="286"/>
                          </a:lnTo>
                          <a:lnTo>
                            <a:pt x="14" y="289"/>
                          </a:lnTo>
                          <a:lnTo>
                            <a:pt x="16" y="289"/>
                          </a:lnTo>
                          <a:lnTo>
                            <a:pt x="20" y="289"/>
                          </a:lnTo>
                          <a:lnTo>
                            <a:pt x="20" y="290"/>
                          </a:lnTo>
                          <a:lnTo>
                            <a:pt x="17" y="292"/>
                          </a:lnTo>
                          <a:lnTo>
                            <a:pt x="16" y="293"/>
                          </a:lnTo>
                          <a:lnTo>
                            <a:pt x="16" y="295"/>
                          </a:lnTo>
                          <a:lnTo>
                            <a:pt x="13" y="293"/>
                          </a:lnTo>
                          <a:lnTo>
                            <a:pt x="12" y="293"/>
                          </a:lnTo>
                          <a:lnTo>
                            <a:pt x="12" y="296"/>
                          </a:lnTo>
                          <a:lnTo>
                            <a:pt x="10" y="293"/>
                          </a:lnTo>
                          <a:lnTo>
                            <a:pt x="9" y="295"/>
                          </a:lnTo>
                          <a:lnTo>
                            <a:pt x="6" y="297"/>
                          </a:lnTo>
                          <a:lnTo>
                            <a:pt x="8" y="300"/>
                          </a:lnTo>
                          <a:lnTo>
                            <a:pt x="12" y="304"/>
                          </a:lnTo>
                          <a:lnTo>
                            <a:pt x="12" y="301"/>
                          </a:lnTo>
                          <a:lnTo>
                            <a:pt x="13" y="303"/>
                          </a:lnTo>
                          <a:lnTo>
                            <a:pt x="14" y="301"/>
                          </a:lnTo>
                          <a:lnTo>
                            <a:pt x="14" y="300"/>
                          </a:lnTo>
                          <a:lnTo>
                            <a:pt x="16" y="297"/>
                          </a:lnTo>
                          <a:lnTo>
                            <a:pt x="19" y="300"/>
                          </a:lnTo>
                          <a:lnTo>
                            <a:pt x="17" y="301"/>
                          </a:lnTo>
                          <a:lnTo>
                            <a:pt x="19" y="303"/>
                          </a:lnTo>
                          <a:lnTo>
                            <a:pt x="19" y="305"/>
                          </a:lnTo>
                          <a:lnTo>
                            <a:pt x="16" y="307"/>
                          </a:lnTo>
                          <a:lnTo>
                            <a:pt x="19" y="311"/>
                          </a:lnTo>
                          <a:lnTo>
                            <a:pt x="20" y="309"/>
                          </a:lnTo>
                          <a:lnTo>
                            <a:pt x="23" y="308"/>
                          </a:lnTo>
                          <a:lnTo>
                            <a:pt x="24" y="309"/>
                          </a:lnTo>
                          <a:lnTo>
                            <a:pt x="21" y="309"/>
                          </a:lnTo>
                          <a:lnTo>
                            <a:pt x="20" y="311"/>
                          </a:lnTo>
                          <a:lnTo>
                            <a:pt x="21" y="314"/>
                          </a:lnTo>
                          <a:lnTo>
                            <a:pt x="21" y="315"/>
                          </a:lnTo>
                          <a:lnTo>
                            <a:pt x="16" y="311"/>
                          </a:lnTo>
                          <a:lnTo>
                            <a:pt x="14" y="311"/>
                          </a:lnTo>
                          <a:lnTo>
                            <a:pt x="13" y="311"/>
                          </a:lnTo>
                          <a:lnTo>
                            <a:pt x="10" y="311"/>
                          </a:lnTo>
                          <a:lnTo>
                            <a:pt x="10" y="312"/>
                          </a:lnTo>
                          <a:lnTo>
                            <a:pt x="9" y="314"/>
                          </a:lnTo>
                          <a:lnTo>
                            <a:pt x="13" y="320"/>
                          </a:lnTo>
                          <a:lnTo>
                            <a:pt x="16" y="320"/>
                          </a:lnTo>
                          <a:lnTo>
                            <a:pt x="20" y="324"/>
                          </a:lnTo>
                          <a:lnTo>
                            <a:pt x="24" y="326"/>
                          </a:lnTo>
                          <a:lnTo>
                            <a:pt x="25" y="327"/>
                          </a:lnTo>
                          <a:lnTo>
                            <a:pt x="24" y="328"/>
                          </a:lnTo>
                          <a:lnTo>
                            <a:pt x="27" y="330"/>
                          </a:lnTo>
                          <a:lnTo>
                            <a:pt x="28" y="330"/>
                          </a:lnTo>
                          <a:lnTo>
                            <a:pt x="27" y="327"/>
                          </a:lnTo>
                          <a:lnTo>
                            <a:pt x="29" y="327"/>
                          </a:lnTo>
                          <a:lnTo>
                            <a:pt x="31" y="328"/>
                          </a:lnTo>
                          <a:lnTo>
                            <a:pt x="31" y="328"/>
                          </a:lnTo>
                          <a:lnTo>
                            <a:pt x="33" y="333"/>
                          </a:lnTo>
                          <a:lnTo>
                            <a:pt x="35" y="331"/>
                          </a:lnTo>
                          <a:lnTo>
                            <a:pt x="35" y="331"/>
                          </a:lnTo>
                          <a:lnTo>
                            <a:pt x="38" y="330"/>
                          </a:lnTo>
                          <a:lnTo>
                            <a:pt x="40" y="327"/>
                          </a:lnTo>
                          <a:lnTo>
                            <a:pt x="42" y="327"/>
                          </a:lnTo>
                          <a:lnTo>
                            <a:pt x="43" y="326"/>
                          </a:lnTo>
                          <a:lnTo>
                            <a:pt x="44" y="326"/>
                          </a:lnTo>
                          <a:lnTo>
                            <a:pt x="44" y="328"/>
                          </a:lnTo>
                          <a:lnTo>
                            <a:pt x="46" y="328"/>
                          </a:lnTo>
                          <a:lnTo>
                            <a:pt x="51" y="323"/>
                          </a:lnTo>
                          <a:lnTo>
                            <a:pt x="51" y="322"/>
                          </a:lnTo>
                          <a:lnTo>
                            <a:pt x="48" y="319"/>
                          </a:lnTo>
                          <a:lnTo>
                            <a:pt x="52" y="322"/>
                          </a:lnTo>
                          <a:lnTo>
                            <a:pt x="55" y="318"/>
                          </a:lnTo>
                          <a:lnTo>
                            <a:pt x="55" y="318"/>
                          </a:lnTo>
                          <a:lnTo>
                            <a:pt x="57" y="316"/>
                          </a:lnTo>
                          <a:lnTo>
                            <a:pt x="57" y="314"/>
                          </a:lnTo>
                          <a:lnTo>
                            <a:pt x="58" y="312"/>
                          </a:lnTo>
                          <a:lnTo>
                            <a:pt x="61" y="312"/>
                          </a:lnTo>
                          <a:lnTo>
                            <a:pt x="62" y="311"/>
                          </a:lnTo>
                          <a:lnTo>
                            <a:pt x="59" y="308"/>
                          </a:lnTo>
                          <a:lnTo>
                            <a:pt x="61" y="305"/>
                          </a:lnTo>
                          <a:lnTo>
                            <a:pt x="58" y="303"/>
                          </a:lnTo>
                          <a:lnTo>
                            <a:pt x="55" y="301"/>
                          </a:lnTo>
                          <a:lnTo>
                            <a:pt x="55" y="299"/>
                          </a:lnTo>
                          <a:lnTo>
                            <a:pt x="57" y="300"/>
                          </a:lnTo>
                          <a:lnTo>
                            <a:pt x="59" y="303"/>
                          </a:lnTo>
                          <a:lnTo>
                            <a:pt x="61" y="307"/>
                          </a:lnTo>
                          <a:lnTo>
                            <a:pt x="62" y="308"/>
                          </a:lnTo>
                          <a:lnTo>
                            <a:pt x="63" y="308"/>
                          </a:lnTo>
                          <a:lnTo>
                            <a:pt x="63" y="309"/>
                          </a:lnTo>
                          <a:lnTo>
                            <a:pt x="65" y="311"/>
                          </a:lnTo>
                          <a:lnTo>
                            <a:pt x="67" y="309"/>
                          </a:lnTo>
                          <a:lnTo>
                            <a:pt x="66" y="308"/>
                          </a:lnTo>
                          <a:lnTo>
                            <a:pt x="65" y="308"/>
                          </a:lnTo>
                          <a:lnTo>
                            <a:pt x="66" y="305"/>
                          </a:lnTo>
                          <a:lnTo>
                            <a:pt x="69" y="308"/>
                          </a:lnTo>
                          <a:lnTo>
                            <a:pt x="69" y="308"/>
                          </a:lnTo>
                          <a:lnTo>
                            <a:pt x="72" y="305"/>
                          </a:lnTo>
                          <a:lnTo>
                            <a:pt x="73" y="303"/>
                          </a:lnTo>
                          <a:lnTo>
                            <a:pt x="73" y="300"/>
                          </a:lnTo>
                          <a:lnTo>
                            <a:pt x="70" y="299"/>
                          </a:lnTo>
                          <a:lnTo>
                            <a:pt x="69" y="297"/>
                          </a:lnTo>
                          <a:lnTo>
                            <a:pt x="70" y="296"/>
                          </a:lnTo>
                          <a:lnTo>
                            <a:pt x="72" y="295"/>
                          </a:lnTo>
                          <a:lnTo>
                            <a:pt x="73" y="295"/>
                          </a:lnTo>
                          <a:lnTo>
                            <a:pt x="73" y="293"/>
                          </a:lnTo>
                          <a:lnTo>
                            <a:pt x="72" y="292"/>
                          </a:lnTo>
                          <a:lnTo>
                            <a:pt x="72" y="289"/>
                          </a:lnTo>
                          <a:lnTo>
                            <a:pt x="74" y="288"/>
                          </a:lnTo>
                          <a:lnTo>
                            <a:pt x="76" y="290"/>
                          </a:lnTo>
                          <a:lnTo>
                            <a:pt x="74" y="292"/>
                          </a:lnTo>
                          <a:lnTo>
                            <a:pt x="76" y="296"/>
                          </a:lnTo>
                          <a:lnTo>
                            <a:pt x="74" y="299"/>
                          </a:lnTo>
                          <a:lnTo>
                            <a:pt x="76" y="301"/>
                          </a:lnTo>
                          <a:lnTo>
                            <a:pt x="77" y="303"/>
                          </a:lnTo>
                          <a:lnTo>
                            <a:pt x="80" y="305"/>
                          </a:lnTo>
                          <a:lnTo>
                            <a:pt x="82" y="305"/>
                          </a:lnTo>
                          <a:lnTo>
                            <a:pt x="84" y="307"/>
                          </a:lnTo>
                          <a:lnTo>
                            <a:pt x="84" y="308"/>
                          </a:lnTo>
                          <a:lnTo>
                            <a:pt x="85" y="308"/>
                          </a:lnTo>
                          <a:lnTo>
                            <a:pt x="86" y="312"/>
                          </a:lnTo>
                          <a:lnTo>
                            <a:pt x="88" y="308"/>
                          </a:lnTo>
                          <a:lnTo>
                            <a:pt x="88" y="300"/>
                          </a:lnTo>
                          <a:lnTo>
                            <a:pt x="85" y="296"/>
                          </a:lnTo>
                          <a:lnTo>
                            <a:pt x="86" y="293"/>
                          </a:lnTo>
                          <a:lnTo>
                            <a:pt x="89" y="293"/>
                          </a:lnTo>
                          <a:lnTo>
                            <a:pt x="88" y="290"/>
                          </a:lnTo>
                          <a:lnTo>
                            <a:pt x="88" y="288"/>
                          </a:lnTo>
                          <a:lnTo>
                            <a:pt x="92" y="288"/>
                          </a:lnTo>
                          <a:lnTo>
                            <a:pt x="93" y="285"/>
                          </a:lnTo>
                          <a:lnTo>
                            <a:pt x="93" y="282"/>
                          </a:lnTo>
                          <a:lnTo>
                            <a:pt x="96" y="278"/>
                          </a:lnTo>
                          <a:lnTo>
                            <a:pt x="93" y="276"/>
                          </a:lnTo>
                          <a:lnTo>
                            <a:pt x="92" y="269"/>
                          </a:lnTo>
                          <a:lnTo>
                            <a:pt x="89" y="263"/>
                          </a:lnTo>
                          <a:lnTo>
                            <a:pt x="91" y="262"/>
                          </a:lnTo>
                          <a:lnTo>
                            <a:pt x="96" y="259"/>
                          </a:lnTo>
                          <a:lnTo>
                            <a:pt x="96" y="255"/>
                          </a:lnTo>
                          <a:lnTo>
                            <a:pt x="97" y="251"/>
                          </a:lnTo>
                          <a:lnTo>
                            <a:pt x="93" y="246"/>
                          </a:lnTo>
                          <a:lnTo>
                            <a:pt x="89" y="244"/>
                          </a:lnTo>
                          <a:lnTo>
                            <a:pt x="89" y="239"/>
                          </a:lnTo>
                          <a:lnTo>
                            <a:pt x="89" y="233"/>
                          </a:lnTo>
                          <a:lnTo>
                            <a:pt x="89" y="228"/>
                          </a:lnTo>
                          <a:lnTo>
                            <a:pt x="88" y="224"/>
                          </a:lnTo>
                          <a:lnTo>
                            <a:pt x="89" y="220"/>
                          </a:lnTo>
                          <a:lnTo>
                            <a:pt x="88" y="212"/>
                          </a:lnTo>
                          <a:lnTo>
                            <a:pt x="86" y="205"/>
                          </a:lnTo>
                          <a:lnTo>
                            <a:pt x="88" y="198"/>
                          </a:lnTo>
                          <a:lnTo>
                            <a:pt x="91" y="193"/>
                          </a:lnTo>
                          <a:lnTo>
                            <a:pt x="93" y="191"/>
                          </a:lnTo>
                          <a:lnTo>
                            <a:pt x="97" y="191"/>
                          </a:lnTo>
                          <a:lnTo>
                            <a:pt x="103" y="191"/>
                          </a:lnTo>
                          <a:lnTo>
                            <a:pt x="104" y="189"/>
                          </a:lnTo>
                          <a:lnTo>
                            <a:pt x="104" y="183"/>
                          </a:lnTo>
                          <a:lnTo>
                            <a:pt x="103" y="180"/>
                          </a:lnTo>
                          <a:lnTo>
                            <a:pt x="103" y="178"/>
                          </a:lnTo>
                          <a:lnTo>
                            <a:pt x="108" y="165"/>
                          </a:lnTo>
                          <a:lnTo>
                            <a:pt x="108" y="159"/>
                          </a:lnTo>
                          <a:lnTo>
                            <a:pt x="110" y="152"/>
                          </a:lnTo>
                          <a:lnTo>
                            <a:pt x="111" y="149"/>
                          </a:lnTo>
                          <a:lnTo>
                            <a:pt x="111" y="145"/>
                          </a:lnTo>
                          <a:lnTo>
                            <a:pt x="110" y="142"/>
                          </a:lnTo>
                          <a:lnTo>
                            <a:pt x="110" y="140"/>
                          </a:lnTo>
                          <a:lnTo>
                            <a:pt x="114" y="137"/>
                          </a:lnTo>
                          <a:lnTo>
                            <a:pt x="119" y="136"/>
                          </a:lnTo>
                          <a:lnTo>
                            <a:pt x="120" y="134"/>
                          </a:lnTo>
                          <a:lnTo>
                            <a:pt x="120" y="131"/>
                          </a:lnTo>
                          <a:lnTo>
                            <a:pt x="124" y="125"/>
                          </a:lnTo>
                          <a:lnTo>
                            <a:pt x="129" y="119"/>
                          </a:lnTo>
                          <a:lnTo>
                            <a:pt x="130" y="115"/>
                          </a:lnTo>
                          <a:lnTo>
                            <a:pt x="129" y="111"/>
                          </a:lnTo>
                          <a:lnTo>
                            <a:pt x="127" y="110"/>
                          </a:lnTo>
                          <a:lnTo>
                            <a:pt x="127" y="103"/>
                          </a:lnTo>
                          <a:lnTo>
                            <a:pt x="129" y="102"/>
                          </a:lnTo>
                          <a:lnTo>
                            <a:pt x="130" y="100"/>
                          </a:lnTo>
                          <a:lnTo>
                            <a:pt x="131" y="96"/>
                          </a:lnTo>
                          <a:lnTo>
                            <a:pt x="133" y="95"/>
                          </a:lnTo>
                          <a:lnTo>
                            <a:pt x="135" y="91"/>
                          </a:lnTo>
                          <a:lnTo>
                            <a:pt x="138" y="88"/>
                          </a:lnTo>
                          <a:lnTo>
                            <a:pt x="141" y="89"/>
                          </a:lnTo>
                          <a:lnTo>
                            <a:pt x="142" y="91"/>
                          </a:lnTo>
                          <a:lnTo>
                            <a:pt x="145" y="91"/>
                          </a:lnTo>
                          <a:lnTo>
                            <a:pt x="146" y="89"/>
                          </a:lnTo>
                          <a:lnTo>
                            <a:pt x="145" y="87"/>
                          </a:lnTo>
                          <a:lnTo>
                            <a:pt x="146" y="84"/>
                          </a:lnTo>
                          <a:lnTo>
                            <a:pt x="146" y="83"/>
                          </a:lnTo>
                          <a:lnTo>
                            <a:pt x="148" y="81"/>
                          </a:lnTo>
                          <a:lnTo>
                            <a:pt x="145" y="79"/>
                          </a:lnTo>
                          <a:lnTo>
                            <a:pt x="146" y="77"/>
                          </a:lnTo>
                          <a:lnTo>
                            <a:pt x="150" y="77"/>
                          </a:lnTo>
                          <a:lnTo>
                            <a:pt x="154" y="76"/>
                          </a:lnTo>
                          <a:lnTo>
                            <a:pt x="158" y="77"/>
                          </a:lnTo>
                          <a:lnTo>
                            <a:pt x="161" y="79"/>
                          </a:lnTo>
                          <a:lnTo>
                            <a:pt x="165" y="79"/>
                          </a:lnTo>
                          <a:lnTo>
                            <a:pt x="167" y="80"/>
                          </a:lnTo>
                          <a:lnTo>
                            <a:pt x="168" y="80"/>
                          </a:lnTo>
                          <a:lnTo>
                            <a:pt x="169" y="81"/>
                          </a:lnTo>
                          <a:lnTo>
                            <a:pt x="169" y="77"/>
                          </a:lnTo>
                          <a:lnTo>
                            <a:pt x="168" y="74"/>
                          </a:lnTo>
                          <a:lnTo>
                            <a:pt x="168" y="70"/>
                          </a:lnTo>
                          <a:lnTo>
                            <a:pt x="171" y="69"/>
                          </a:lnTo>
                          <a:lnTo>
                            <a:pt x="169" y="66"/>
                          </a:lnTo>
                          <a:lnTo>
                            <a:pt x="168" y="65"/>
                          </a:lnTo>
                          <a:lnTo>
                            <a:pt x="167" y="62"/>
                          </a:lnTo>
                          <a:lnTo>
                            <a:pt x="171" y="64"/>
                          </a:lnTo>
                          <a:lnTo>
                            <a:pt x="173" y="62"/>
                          </a:lnTo>
                          <a:lnTo>
                            <a:pt x="175" y="62"/>
                          </a:lnTo>
                          <a:lnTo>
                            <a:pt x="175" y="62"/>
                          </a:lnTo>
                          <a:lnTo>
                            <a:pt x="175" y="61"/>
                          </a:lnTo>
                          <a:lnTo>
                            <a:pt x="176" y="62"/>
                          </a:lnTo>
                          <a:lnTo>
                            <a:pt x="177" y="61"/>
                          </a:lnTo>
                          <a:lnTo>
                            <a:pt x="176" y="59"/>
                          </a:lnTo>
                          <a:lnTo>
                            <a:pt x="177" y="57"/>
                          </a:lnTo>
                          <a:lnTo>
                            <a:pt x="179" y="55"/>
                          </a:lnTo>
                          <a:lnTo>
                            <a:pt x="182" y="55"/>
                          </a:lnTo>
                          <a:lnTo>
                            <a:pt x="184" y="58"/>
                          </a:lnTo>
                          <a:lnTo>
                            <a:pt x="190" y="64"/>
                          </a:lnTo>
                          <a:lnTo>
                            <a:pt x="191" y="66"/>
                          </a:lnTo>
                          <a:lnTo>
                            <a:pt x="194" y="69"/>
                          </a:lnTo>
                          <a:lnTo>
                            <a:pt x="198" y="72"/>
                          </a:lnTo>
                          <a:lnTo>
                            <a:pt x="203" y="72"/>
                          </a:lnTo>
                          <a:lnTo>
                            <a:pt x="207" y="68"/>
                          </a:lnTo>
                          <a:lnTo>
                            <a:pt x="209" y="66"/>
                          </a:lnTo>
                          <a:lnTo>
                            <a:pt x="213" y="66"/>
                          </a:lnTo>
                          <a:lnTo>
                            <a:pt x="217" y="69"/>
                          </a:lnTo>
                          <a:lnTo>
                            <a:pt x="220" y="70"/>
                          </a:lnTo>
                          <a:lnTo>
                            <a:pt x="222" y="66"/>
                          </a:lnTo>
                          <a:lnTo>
                            <a:pt x="224" y="66"/>
                          </a:lnTo>
                          <a:lnTo>
                            <a:pt x="226" y="64"/>
                          </a:lnTo>
                          <a:lnTo>
                            <a:pt x="229" y="64"/>
                          </a:lnTo>
                          <a:lnTo>
                            <a:pt x="230" y="62"/>
                          </a:lnTo>
                          <a:lnTo>
                            <a:pt x="232" y="61"/>
                          </a:lnTo>
                          <a:lnTo>
                            <a:pt x="230" y="58"/>
                          </a:lnTo>
                          <a:lnTo>
                            <a:pt x="229" y="54"/>
                          </a:lnTo>
                          <a:lnTo>
                            <a:pt x="230" y="46"/>
                          </a:lnTo>
                          <a:lnTo>
                            <a:pt x="232" y="45"/>
                          </a:lnTo>
                          <a:lnTo>
                            <a:pt x="230" y="42"/>
                          </a:lnTo>
                          <a:lnTo>
                            <a:pt x="232" y="40"/>
                          </a:lnTo>
                          <a:lnTo>
                            <a:pt x="233" y="38"/>
                          </a:lnTo>
                          <a:lnTo>
                            <a:pt x="233" y="36"/>
                          </a:lnTo>
                          <a:lnTo>
                            <a:pt x="236" y="35"/>
                          </a:lnTo>
                          <a:lnTo>
                            <a:pt x="240" y="35"/>
                          </a:lnTo>
                          <a:lnTo>
                            <a:pt x="243" y="35"/>
                          </a:lnTo>
                          <a:lnTo>
                            <a:pt x="243" y="34"/>
                          </a:lnTo>
                          <a:lnTo>
                            <a:pt x="244" y="31"/>
                          </a:lnTo>
                          <a:lnTo>
                            <a:pt x="251" y="31"/>
                          </a:lnTo>
                          <a:lnTo>
                            <a:pt x="254" y="34"/>
                          </a:lnTo>
                          <a:lnTo>
                            <a:pt x="256" y="38"/>
                          </a:lnTo>
                          <a:lnTo>
                            <a:pt x="259" y="39"/>
                          </a:lnTo>
                          <a:lnTo>
                            <a:pt x="262" y="40"/>
                          </a:lnTo>
                          <a:lnTo>
                            <a:pt x="267" y="40"/>
                          </a:lnTo>
                          <a:lnTo>
                            <a:pt x="267" y="43"/>
                          </a:lnTo>
                          <a:lnTo>
                            <a:pt x="270" y="46"/>
                          </a:lnTo>
                          <a:lnTo>
                            <a:pt x="270" y="50"/>
                          </a:lnTo>
                          <a:lnTo>
                            <a:pt x="267" y="53"/>
                          </a:lnTo>
                          <a:lnTo>
                            <a:pt x="267" y="59"/>
                          </a:lnTo>
                          <a:lnTo>
                            <a:pt x="267" y="59"/>
                          </a:lnTo>
                          <a:close/>
                          <a:moveTo>
                            <a:pt x="12" y="305"/>
                          </a:moveTo>
                          <a:lnTo>
                            <a:pt x="14" y="308"/>
                          </a:lnTo>
                          <a:lnTo>
                            <a:pt x="12" y="308"/>
                          </a:lnTo>
                          <a:lnTo>
                            <a:pt x="12" y="305"/>
                          </a:lnTo>
                          <a:lnTo>
                            <a:pt x="12" y="305"/>
                          </a:lnTo>
                          <a:close/>
                          <a:moveTo>
                            <a:pt x="5" y="290"/>
                          </a:moveTo>
                          <a:lnTo>
                            <a:pt x="5" y="290"/>
                          </a:lnTo>
                          <a:lnTo>
                            <a:pt x="8" y="289"/>
                          </a:lnTo>
                          <a:lnTo>
                            <a:pt x="9" y="290"/>
                          </a:lnTo>
                          <a:lnTo>
                            <a:pt x="8" y="293"/>
                          </a:lnTo>
                          <a:lnTo>
                            <a:pt x="5" y="290"/>
                          </a:lnTo>
                          <a:lnTo>
                            <a:pt x="5" y="290"/>
                          </a:lnTo>
                          <a:close/>
                          <a:moveTo>
                            <a:pt x="10" y="285"/>
                          </a:moveTo>
                          <a:lnTo>
                            <a:pt x="10" y="286"/>
                          </a:lnTo>
                          <a:lnTo>
                            <a:pt x="9" y="286"/>
                          </a:lnTo>
                          <a:lnTo>
                            <a:pt x="10" y="285"/>
                          </a:lnTo>
                          <a:lnTo>
                            <a:pt x="10" y="285"/>
                          </a:lnTo>
                          <a:close/>
                          <a:moveTo>
                            <a:pt x="8" y="284"/>
                          </a:moveTo>
                          <a:lnTo>
                            <a:pt x="8" y="285"/>
                          </a:lnTo>
                          <a:lnTo>
                            <a:pt x="5" y="285"/>
                          </a:lnTo>
                          <a:lnTo>
                            <a:pt x="8" y="284"/>
                          </a:lnTo>
                          <a:lnTo>
                            <a:pt x="8" y="284"/>
                          </a:lnTo>
                          <a:close/>
                          <a:moveTo>
                            <a:pt x="4" y="273"/>
                          </a:moveTo>
                          <a:lnTo>
                            <a:pt x="1" y="271"/>
                          </a:lnTo>
                          <a:lnTo>
                            <a:pt x="4" y="269"/>
                          </a:lnTo>
                          <a:lnTo>
                            <a:pt x="4" y="269"/>
                          </a:lnTo>
                          <a:lnTo>
                            <a:pt x="4" y="273"/>
                          </a:lnTo>
                          <a:lnTo>
                            <a:pt x="4" y="273"/>
                          </a:lnTo>
                          <a:close/>
                          <a:moveTo>
                            <a:pt x="2" y="274"/>
                          </a:moveTo>
                          <a:lnTo>
                            <a:pt x="4" y="274"/>
                          </a:lnTo>
                          <a:lnTo>
                            <a:pt x="4" y="276"/>
                          </a:lnTo>
                          <a:lnTo>
                            <a:pt x="2" y="274"/>
                          </a:lnTo>
                          <a:lnTo>
                            <a:pt x="2" y="274"/>
                          </a:lnTo>
                          <a:close/>
                          <a:moveTo>
                            <a:pt x="8" y="277"/>
                          </a:moveTo>
                          <a:lnTo>
                            <a:pt x="8" y="277"/>
                          </a:lnTo>
                          <a:lnTo>
                            <a:pt x="9" y="280"/>
                          </a:lnTo>
                          <a:lnTo>
                            <a:pt x="9" y="282"/>
                          </a:lnTo>
                          <a:lnTo>
                            <a:pt x="8" y="277"/>
                          </a:lnTo>
                          <a:lnTo>
                            <a:pt x="8" y="277"/>
                          </a:lnTo>
                          <a:close/>
                          <a:moveTo>
                            <a:pt x="4" y="281"/>
                          </a:moveTo>
                          <a:lnTo>
                            <a:pt x="1" y="278"/>
                          </a:lnTo>
                          <a:lnTo>
                            <a:pt x="4" y="278"/>
                          </a:lnTo>
                          <a:lnTo>
                            <a:pt x="4" y="281"/>
                          </a:lnTo>
                          <a:lnTo>
                            <a:pt x="4" y="281"/>
                          </a:lnTo>
                          <a:close/>
                          <a:moveTo>
                            <a:pt x="1" y="265"/>
                          </a:moveTo>
                          <a:lnTo>
                            <a:pt x="0" y="266"/>
                          </a:lnTo>
                          <a:lnTo>
                            <a:pt x="1" y="267"/>
                          </a:lnTo>
                          <a:lnTo>
                            <a:pt x="2" y="266"/>
                          </a:lnTo>
                          <a:lnTo>
                            <a:pt x="1" y="265"/>
                          </a:lnTo>
                          <a:lnTo>
                            <a:pt x="1" y="265"/>
                          </a:lnTo>
                          <a:close/>
                          <a:moveTo>
                            <a:pt x="1" y="244"/>
                          </a:moveTo>
                          <a:lnTo>
                            <a:pt x="4" y="246"/>
                          </a:lnTo>
                          <a:lnTo>
                            <a:pt x="1" y="247"/>
                          </a:lnTo>
                          <a:lnTo>
                            <a:pt x="1" y="244"/>
                          </a:lnTo>
                          <a:lnTo>
                            <a:pt x="1" y="244"/>
                          </a:lnTo>
                          <a:close/>
                          <a:moveTo>
                            <a:pt x="1" y="239"/>
                          </a:moveTo>
                          <a:lnTo>
                            <a:pt x="4" y="242"/>
                          </a:lnTo>
                          <a:lnTo>
                            <a:pt x="2" y="243"/>
                          </a:lnTo>
                          <a:lnTo>
                            <a:pt x="1" y="239"/>
                          </a:lnTo>
                          <a:lnTo>
                            <a:pt x="1" y="239"/>
                          </a:lnTo>
                          <a:close/>
                          <a:moveTo>
                            <a:pt x="9" y="233"/>
                          </a:moveTo>
                          <a:lnTo>
                            <a:pt x="10" y="236"/>
                          </a:lnTo>
                          <a:lnTo>
                            <a:pt x="8" y="236"/>
                          </a:lnTo>
                          <a:lnTo>
                            <a:pt x="9" y="233"/>
                          </a:lnTo>
                          <a:lnTo>
                            <a:pt x="9" y="233"/>
                          </a:lnTo>
                          <a:close/>
                          <a:moveTo>
                            <a:pt x="12" y="232"/>
                          </a:moveTo>
                          <a:lnTo>
                            <a:pt x="14" y="232"/>
                          </a:lnTo>
                          <a:lnTo>
                            <a:pt x="14" y="235"/>
                          </a:lnTo>
                          <a:lnTo>
                            <a:pt x="12" y="236"/>
                          </a:lnTo>
                          <a:lnTo>
                            <a:pt x="12" y="232"/>
                          </a:lnTo>
                          <a:lnTo>
                            <a:pt x="12" y="232"/>
                          </a:lnTo>
                          <a:close/>
                          <a:moveTo>
                            <a:pt x="38" y="214"/>
                          </a:moveTo>
                          <a:lnTo>
                            <a:pt x="38" y="214"/>
                          </a:lnTo>
                          <a:lnTo>
                            <a:pt x="40" y="212"/>
                          </a:lnTo>
                          <a:lnTo>
                            <a:pt x="40" y="214"/>
                          </a:lnTo>
                          <a:lnTo>
                            <a:pt x="39" y="216"/>
                          </a:lnTo>
                          <a:lnTo>
                            <a:pt x="38" y="214"/>
                          </a:lnTo>
                          <a:lnTo>
                            <a:pt x="38" y="214"/>
                          </a:lnTo>
                          <a:close/>
                          <a:moveTo>
                            <a:pt x="38" y="209"/>
                          </a:moveTo>
                          <a:lnTo>
                            <a:pt x="38" y="209"/>
                          </a:lnTo>
                          <a:lnTo>
                            <a:pt x="38" y="210"/>
                          </a:lnTo>
                          <a:lnTo>
                            <a:pt x="35" y="208"/>
                          </a:lnTo>
                          <a:lnTo>
                            <a:pt x="38" y="208"/>
                          </a:lnTo>
                          <a:lnTo>
                            <a:pt x="38" y="209"/>
                          </a:lnTo>
                          <a:lnTo>
                            <a:pt x="38" y="209"/>
                          </a:lnTo>
                          <a:close/>
                          <a:moveTo>
                            <a:pt x="40" y="204"/>
                          </a:moveTo>
                          <a:lnTo>
                            <a:pt x="46" y="199"/>
                          </a:lnTo>
                          <a:lnTo>
                            <a:pt x="47" y="201"/>
                          </a:lnTo>
                          <a:lnTo>
                            <a:pt x="44" y="204"/>
                          </a:lnTo>
                          <a:lnTo>
                            <a:pt x="40" y="204"/>
                          </a:lnTo>
                          <a:lnTo>
                            <a:pt x="40" y="204"/>
                          </a:lnTo>
                          <a:close/>
                          <a:moveTo>
                            <a:pt x="42" y="209"/>
                          </a:moveTo>
                          <a:lnTo>
                            <a:pt x="43" y="206"/>
                          </a:lnTo>
                          <a:lnTo>
                            <a:pt x="46" y="206"/>
                          </a:lnTo>
                          <a:lnTo>
                            <a:pt x="47" y="205"/>
                          </a:lnTo>
                          <a:lnTo>
                            <a:pt x="48" y="204"/>
                          </a:lnTo>
                          <a:lnTo>
                            <a:pt x="51" y="206"/>
                          </a:lnTo>
                          <a:lnTo>
                            <a:pt x="48" y="208"/>
                          </a:lnTo>
                          <a:lnTo>
                            <a:pt x="46" y="208"/>
                          </a:lnTo>
                          <a:lnTo>
                            <a:pt x="43" y="209"/>
                          </a:lnTo>
                          <a:lnTo>
                            <a:pt x="42" y="209"/>
                          </a:lnTo>
                          <a:lnTo>
                            <a:pt x="42" y="209"/>
                          </a:lnTo>
                          <a:close/>
                          <a:moveTo>
                            <a:pt x="78" y="168"/>
                          </a:moveTo>
                          <a:lnTo>
                            <a:pt x="80" y="167"/>
                          </a:lnTo>
                          <a:lnTo>
                            <a:pt x="82" y="165"/>
                          </a:lnTo>
                          <a:lnTo>
                            <a:pt x="80" y="170"/>
                          </a:lnTo>
                          <a:lnTo>
                            <a:pt x="78" y="168"/>
                          </a:lnTo>
                          <a:lnTo>
                            <a:pt x="78" y="168"/>
                          </a:lnTo>
                          <a:close/>
                          <a:moveTo>
                            <a:pt x="76" y="175"/>
                          </a:moveTo>
                          <a:lnTo>
                            <a:pt x="74" y="174"/>
                          </a:lnTo>
                          <a:lnTo>
                            <a:pt x="72" y="174"/>
                          </a:lnTo>
                          <a:lnTo>
                            <a:pt x="74" y="171"/>
                          </a:lnTo>
                          <a:lnTo>
                            <a:pt x="78" y="171"/>
                          </a:lnTo>
                          <a:lnTo>
                            <a:pt x="80" y="170"/>
                          </a:lnTo>
                          <a:lnTo>
                            <a:pt x="77" y="174"/>
                          </a:lnTo>
                          <a:lnTo>
                            <a:pt x="76" y="175"/>
                          </a:lnTo>
                          <a:lnTo>
                            <a:pt x="76" y="175"/>
                          </a:lnTo>
                          <a:close/>
                          <a:moveTo>
                            <a:pt x="82" y="152"/>
                          </a:moveTo>
                          <a:lnTo>
                            <a:pt x="84" y="152"/>
                          </a:lnTo>
                          <a:lnTo>
                            <a:pt x="84" y="155"/>
                          </a:lnTo>
                          <a:lnTo>
                            <a:pt x="82" y="156"/>
                          </a:lnTo>
                          <a:lnTo>
                            <a:pt x="81" y="153"/>
                          </a:lnTo>
                          <a:lnTo>
                            <a:pt x="82" y="152"/>
                          </a:lnTo>
                          <a:lnTo>
                            <a:pt x="82" y="152"/>
                          </a:lnTo>
                          <a:close/>
                          <a:moveTo>
                            <a:pt x="88" y="146"/>
                          </a:moveTo>
                          <a:lnTo>
                            <a:pt x="89" y="145"/>
                          </a:lnTo>
                          <a:lnTo>
                            <a:pt x="92" y="145"/>
                          </a:lnTo>
                          <a:lnTo>
                            <a:pt x="88" y="148"/>
                          </a:lnTo>
                          <a:lnTo>
                            <a:pt x="88" y="146"/>
                          </a:lnTo>
                          <a:lnTo>
                            <a:pt x="88" y="146"/>
                          </a:lnTo>
                          <a:close/>
                          <a:moveTo>
                            <a:pt x="86" y="141"/>
                          </a:moveTo>
                          <a:lnTo>
                            <a:pt x="88" y="138"/>
                          </a:lnTo>
                          <a:lnTo>
                            <a:pt x="89" y="141"/>
                          </a:lnTo>
                          <a:lnTo>
                            <a:pt x="86" y="145"/>
                          </a:lnTo>
                          <a:lnTo>
                            <a:pt x="86" y="141"/>
                          </a:lnTo>
                          <a:lnTo>
                            <a:pt x="86" y="141"/>
                          </a:lnTo>
                          <a:close/>
                          <a:moveTo>
                            <a:pt x="103" y="115"/>
                          </a:moveTo>
                          <a:lnTo>
                            <a:pt x="104" y="114"/>
                          </a:lnTo>
                          <a:lnTo>
                            <a:pt x="105" y="114"/>
                          </a:lnTo>
                          <a:lnTo>
                            <a:pt x="104" y="117"/>
                          </a:lnTo>
                          <a:lnTo>
                            <a:pt x="103" y="115"/>
                          </a:lnTo>
                          <a:lnTo>
                            <a:pt x="103" y="115"/>
                          </a:lnTo>
                          <a:close/>
                          <a:moveTo>
                            <a:pt x="86" y="100"/>
                          </a:moveTo>
                          <a:lnTo>
                            <a:pt x="88" y="103"/>
                          </a:lnTo>
                          <a:lnTo>
                            <a:pt x="86" y="104"/>
                          </a:lnTo>
                          <a:lnTo>
                            <a:pt x="85" y="103"/>
                          </a:lnTo>
                          <a:lnTo>
                            <a:pt x="86" y="100"/>
                          </a:lnTo>
                          <a:lnTo>
                            <a:pt x="86" y="100"/>
                          </a:lnTo>
                          <a:close/>
                          <a:moveTo>
                            <a:pt x="91" y="93"/>
                          </a:moveTo>
                          <a:lnTo>
                            <a:pt x="88" y="96"/>
                          </a:lnTo>
                          <a:lnTo>
                            <a:pt x="88" y="93"/>
                          </a:lnTo>
                          <a:lnTo>
                            <a:pt x="91" y="89"/>
                          </a:lnTo>
                          <a:lnTo>
                            <a:pt x="91" y="93"/>
                          </a:lnTo>
                          <a:lnTo>
                            <a:pt x="91" y="93"/>
                          </a:lnTo>
                          <a:close/>
                          <a:moveTo>
                            <a:pt x="93" y="92"/>
                          </a:moveTo>
                          <a:lnTo>
                            <a:pt x="92" y="89"/>
                          </a:lnTo>
                          <a:lnTo>
                            <a:pt x="93" y="88"/>
                          </a:lnTo>
                          <a:lnTo>
                            <a:pt x="95" y="89"/>
                          </a:lnTo>
                          <a:lnTo>
                            <a:pt x="93" y="92"/>
                          </a:lnTo>
                          <a:lnTo>
                            <a:pt x="93" y="92"/>
                          </a:lnTo>
                          <a:close/>
                          <a:moveTo>
                            <a:pt x="101" y="85"/>
                          </a:moveTo>
                          <a:lnTo>
                            <a:pt x="101" y="88"/>
                          </a:lnTo>
                          <a:lnTo>
                            <a:pt x="96" y="92"/>
                          </a:lnTo>
                          <a:lnTo>
                            <a:pt x="97" y="87"/>
                          </a:lnTo>
                          <a:lnTo>
                            <a:pt x="101" y="85"/>
                          </a:lnTo>
                          <a:lnTo>
                            <a:pt x="101" y="85"/>
                          </a:lnTo>
                          <a:close/>
                          <a:moveTo>
                            <a:pt x="105" y="79"/>
                          </a:moveTo>
                          <a:lnTo>
                            <a:pt x="108" y="76"/>
                          </a:lnTo>
                          <a:lnTo>
                            <a:pt x="110" y="79"/>
                          </a:lnTo>
                          <a:lnTo>
                            <a:pt x="105" y="79"/>
                          </a:lnTo>
                          <a:lnTo>
                            <a:pt x="105" y="79"/>
                          </a:lnTo>
                          <a:close/>
                          <a:moveTo>
                            <a:pt x="110" y="80"/>
                          </a:moveTo>
                          <a:lnTo>
                            <a:pt x="110" y="85"/>
                          </a:lnTo>
                          <a:lnTo>
                            <a:pt x="107" y="84"/>
                          </a:lnTo>
                          <a:lnTo>
                            <a:pt x="103" y="87"/>
                          </a:lnTo>
                          <a:lnTo>
                            <a:pt x="103" y="84"/>
                          </a:lnTo>
                          <a:lnTo>
                            <a:pt x="110" y="80"/>
                          </a:lnTo>
                          <a:lnTo>
                            <a:pt x="110" y="80"/>
                          </a:lnTo>
                          <a:close/>
                          <a:moveTo>
                            <a:pt x="111" y="66"/>
                          </a:moveTo>
                          <a:lnTo>
                            <a:pt x="112" y="70"/>
                          </a:lnTo>
                          <a:lnTo>
                            <a:pt x="112" y="74"/>
                          </a:lnTo>
                          <a:lnTo>
                            <a:pt x="108" y="76"/>
                          </a:lnTo>
                          <a:lnTo>
                            <a:pt x="107" y="74"/>
                          </a:lnTo>
                          <a:lnTo>
                            <a:pt x="111" y="72"/>
                          </a:lnTo>
                          <a:lnTo>
                            <a:pt x="108" y="72"/>
                          </a:lnTo>
                          <a:lnTo>
                            <a:pt x="105" y="74"/>
                          </a:lnTo>
                          <a:lnTo>
                            <a:pt x="104" y="73"/>
                          </a:lnTo>
                          <a:lnTo>
                            <a:pt x="105" y="70"/>
                          </a:lnTo>
                          <a:lnTo>
                            <a:pt x="108" y="70"/>
                          </a:lnTo>
                          <a:lnTo>
                            <a:pt x="110" y="68"/>
                          </a:lnTo>
                          <a:lnTo>
                            <a:pt x="110" y="66"/>
                          </a:lnTo>
                          <a:lnTo>
                            <a:pt x="111" y="66"/>
                          </a:lnTo>
                          <a:lnTo>
                            <a:pt x="111" y="66"/>
                          </a:lnTo>
                          <a:close/>
                          <a:moveTo>
                            <a:pt x="115" y="68"/>
                          </a:moveTo>
                          <a:lnTo>
                            <a:pt x="114" y="66"/>
                          </a:lnTo>
                          <a:lnTo>
                            <a:pt x="114" y="62"/>
                          </a:lnTo>
                          <a:lnTo>
                            <a:pt x="118" y="59"/>
                          </a:lnTo>
                          <a:lnTo>
                            <a:pt x="118" y="57"/>
                          </a:lnTo>
                          <a:lnTo>
                            <a:pt x="120" y="55"/>
                          </a:lnTo>
                          <a:lnTo>
                            <a:pt x="122" y="58"/>
                          </a:lnTo>
                          <a:lnTo>
                            <a:pt x="119" y="61"/>
                          </a:lnTo>
                          <a:lnTo>
                            <a:pt x="119" y="64"/>
                          </a:lnTo>
                          <a:lnTo>
                            <a:pt x="115" y="68"/>
                          </a:lnTo>
                          <a:lnTo>
                            <a:pt x="115" y="68"/>
                          </a:lnTo>
                          <a:close/>
                          <a:moveTo>
                            <a:pt x="124" y="69"/>
                          </a:moveTo>
                          <a:lnTo>
                            <a:pt x="127" y="73"/>
                          </a:lnTo>
                          <a:lnTo>
                            <a:pt x="123" y="79"/>
                          </a:lnTo>
                          <a:lnTo>
                            <a:pt x="119" y="80"/>
                          </a:lnTo>
                          <a:lnTo>
                            <a:pt x="118" y="83"/>
                          </a:lnTo>
                          <a:lnTo>
                            <a:pt x="116" y="81"/>
                          </a:lnTo>
                          <a:lnTo>
                            <a:pt x="116" y="79"/>
                          </a:lnTo>
                          <a:lnTo>
                            <a:pt x="114" y="84"/>
                          </a:lnTo>
                          <a:lnTo>
                            <a:pt x="112" y="84"/>
                          </a:lnTo>
                          <a:lnTo>
                            <a:pt x="112" y="80"/>
                          </a:lnTo>
                          <a:lnTo>
                            <a:pt x="114" y="79"/>
                          </a:lnTo>
                          <a:lnTo>
                            <a:pt x="114" y="76"/>
                          </a:lnTo>
                          <a:lnTo>
                            <a:pt x="115" y="74"/>
                          </a:lnTo>
                          <a:lnTo>
                            <a:pt x="115" y="72"/>
                          </a:lnTo>
                          <a:lnTo>
                            <a:pt x="119" y="66"/>
                          </a:lnTo>
                          <a:lnTo>
                            <a:pt x="116" y="73"/>
                          </a:lnTo>
                          <a:lnTo>
                            <a:pt x="118" y="76"/>
                          </a:lnTo>
                          <a:lnTo>
                            <a:pt x="119" y="73"/>
                          </a:lnTo>
                          <a:lnTo>
                            <a:pt x="124" y="73"/>
                          </a:lnTo>
                          <a:lnTo>
                            <a:pt x="122" y="70"/>
                          </a:lnTo>
                          <a:lnTo>
                            <a:pt x="122" y="68"/>
                          </a:lnTo>
                          <a:lnTo>
                            <a:pt x="124" y="69"/>
                          </a:lnTo>
                          <a:lnTo>
                            <a:pt x="124" y="69"/>
                          </a:lnTo>
                          <a:close/>
                          <a:moveTo>
                            <a:pt x="123" y="66"/>
                          </a:moveTo>
                          <a:lnTo>
                            <a:pt x="123" y="65"/>
                          </a:lnTo>
                          <a:lnTo>
                            <a:pt x="124" y="65"/>
                          </a:lnTo>
                          <a:lnTo>
                            <a:pt x="127" y="66"/>
                          </a:lnTo>
                          <a:lnTo>
                            <a:pt x="127" y="68"/>
                          </a:lnTo>
                          <a:lnTo>
                            <a:pt x="123" y="66"/>
                          </a:lnTo>
                          <a:lnTo>
                            <a:pt x="123" y="66"/>
                          </a:lnTo>
                          <a:close/>
                          <a:moveTo>
                            <a:pt x="131" y="70"/>
                          </a:moveTo>
                          <a:lnTo>
                            <a:pt x="133" y="68"/>
                          </a:lnTo>
                          <a:lnTo>
                            <a:pt x="134" y="69"/>
                          </a:lnTo>
                          <a:lnTo>
                            <a:pt x="131" y="70"/>
                          </a:lnTo>
                          <a:lnTo>
                            <a:pt x="131" y="70"/>
                          </a:lnTo>
                          <a:close/>
                          <a:moveTo>
                            <a:pt x="141" y="55"/>
                          </a:moveTo>
                          <a:lnTo>
                            <a:pt x="141" y="57"/>
                          </a:lnTo>
                          <a:lnTo>
                            <a:pt x="141" y="59"/>
                          </a:lnTo>
                          <a:lnTo>
                            <a:pt x="138" y="59"/>
                          </a:lnTo>
                          <a:lnTo>
                            <a:pt x="137" y="61"/>
                          </a:lnTo>
                          <a:lnTo>
                            <a:pt x="134" y="61"/>
                          </a:lnTo>
                          <a:lnTo>
                            <a:pt x="133" y="65"/>
                          </a:lnTo>
                          <a:lnTo>
                            <a:pt x="131" y="65"/>
                          </a:lnTo>
                          <a:lnTo>
                            <a:pt x="131" y="62"/>
                          </a:lnTo>
                          <a:lnTo>
                            <a:pt x="129" y="62"/>
                          </a:lnTo>
                          <a:lnTo>
                            <a:pt x="131" y="58"/>
                          </a:lnTo>
                          <a:lnTo>
                            <a:pt x="129" y="58"/>
                          </a:lnTo>
                          <a:lnTo>
                            <a:pt x="130" y="55"/>
                          </a:lnTo>
                          <a:lnTo>
                            <a:pt x="134" y="55"/>
                          </a:lnTo>
                          <a:lnTo>
                            <a:pt x="130" y="53"/>
                          </a:lnTo>
                          <a:lnTo>
                            <a:pt x="133" y="50"/>
                          </a:lnTo>
                          <a:lnTo>
                            <a:pt x="134" y="51"/>
                          </a:lnTo>
                          <a:lnTo>
                            <a:pt x="134" y="49"/>
                          </a:lnTo>
                          <a:lnTo>
                            <a:pt x="138" y="49"/>
                          </a:lnTo>
                          <a:lnTo>
                            <a:pt x="138" y="51"/>
                          </a:lnTo>
                          <a:lnTo>
                            <a:pt x="141" y="53"/>
                          </a:lnTo>
                          <a:lnTo>
                            <a:pt x="141" y="55"/>
                          </a:lnTo>
                          <a:lnTo>
                            <a:pt x="141" y="55"/>
                          </a:lnTo>
                          <a:close/>
                          <a:moveTo>
                            <a:pt x="141" y="47"/>
                          </a:moveTo>
                          <a:lnTo>
                            <a:pt x="145" y="47"/>
                          </a:lnTo>
                          <a:lnTo>
                            <a:pt x="145" y="45"/>
                          </a:lnTo>
                          <a:lnTo>
                            <a:pt x="149" y="45"/>
                          </a:lnTo>
                          <a:lnTo>
                            <a:pt x="150" y="42"/>
                          </a:lnTo>
                          <a:lnTo>
                            <a:pt x="152" y="45"/>
                          </a:lnTo>
                          <a:lnTo>
                            <a:pt x="150" y="47"/>
                          </a:lnTo>
                          <a:lnTo>
                            <a:pt x="150" y="50"/>
                          </a:lnTo>
                          <a:lnTo>
                            <a:pt x="146" y="50"/>
                          </a:lnTo>
                          <a:lnTo>
                            <a:pt x="144" y="50"/>
                          </a:lnTo>
                          <a:lnTo>
                            <a:pt x="141" y="47"/>
                          </a:lnTo>
                          <a:lnTo>
                            <a:pt x="141" y="47"/>
                          </a:lnTo>
                          <a:close/>
                          <a:moveTo>
                            <a:pt x="153" y="31"/>
                          </a:moveTo>
                          <a:lnTo>
                            <a:pt x="152" y="30"/>
                          </a:lnTo>
                          <a:lnTo>
                            <a:pt x="154" y="28"/>
                          </a:lnTo>
                          <a:lnTo>
                            <a:pt x="153" y="31"/>
                          </a:lnTo>
                          <a:lnTo>
                            <a:pt x="153" y="31"/>
                          </a:lnTo>
                          <a:close/>
                          <a:moveTo>
                            <a:pt x="148" y="36"/>
                          </a:moveTo>
                          <a:lnTo>
                            <a:pt x="148" y="34"/>
                          </a:lnTo>
                          <a:lnTo>
                            <a:pt x="152" y="32"/>
                          </a:lnTo>
                          <a:lnTo>
                            <a:pt x="150" y="34"/>
                          </a:lnTo>
                          <a:lnTo>
                            <a:pt x="150" y="34"/>
                          </a:lnTo>
                          <a:lnTo>
                            <a:pt x="148" y="36"/>
                          </a:lnTo>
                          <a:lnTo>
                            <a:pt x="148" y="36"/>
                          </a:lnTo>
                          <a:close/>
                          <a:moveTo>
                            <a:pt x="157" y="42"/>
                          </a:moveTo>
                          <a:lnTo>
                            <a:pt x="157" y="38"/>
                          </a:lnTo>
                          <a:lnTo>
                            <a:pt x="158" y="40"/>
                          </a:lnTo>
                          <a:lnTo>
                            <a:pt x="157" y="42"/>
                          </a:lnTo>
                          <a:lnTo>
                            <a:pt x="157" y="42"/>
                          </a:lnTo>
                          <a:close/>
                          <a:moveTo>
                            <a:pt x="156" y="40"/>
                          </a:moveTo>
                          <a:lnTo>
                            <a:pt x="154" y="42"/>
                          </a:lnTo>
                          <a:lnTo>
                            <a:pt x="153" y="42"/>
                          </a:lnTo>
                          <a:lnTo>
                            <a:pt x="149" y="39"/>
                          </a:lnTo>
                          <a:lnTo>
                            <a:pt x="153" y="35"/>
                          </a:lnTo>
                          <a:lnTo>
                            <a:pt x="154" y="36"/>
                          </a:lnTo>
                          <a:lnTo>
                            <a:pt x="157" y="36"/>
                          </a:lnTo>
                          <a:lnTo>
                            <a:pt x="157" y="36"/>
                          </a:lnTo>
                          <a:lnTo>
                            <a:pt x="156" y="39"/>
                          </a:lnTo>
                          <a:lnTo>
                            <a:pt x="156" y="40"/>
                          </a:lnTo>
                          <a:lnTo>
                            <a:pt x="156" y="40"/>
                          </a:lnTo>
                          <a:close/>
                          <a:moveTo>
                            <a:pt x="163" y="34"/>
                          </a:moveTo>
                          <a:lnTo>
                            <a:pt x="161" y="35"/>
                          </a:lnTo>
                          <a:lnTo>
                            <a:pt x="158" y="34"/>
                          </a:lnTo>
                          <a:lnTo>
                            <a:pt x="158" y="31"/>
                          </a:lnTo>
                          <a:lnTo>
                            <a:pt x="157" y="28"/>
                          </a:lnTo>
                          <a:lnTo>
                            <a:pt x="158" y="27"/>
                          </a:lnTo>
                          <a:lnTo>
                            <a:pt x="160" y="31"/>
                          </a:lnTo>
                          <a:lnTo>
                            <a:pt x="163" y="32"/>
                          </a:lnTo>
                          <a:lnTo>
                            <a:pt x="163" y="34"/>
                          </a:lnTo>
                          <a:lnTo>
                            <a:pt x="163" y="34"/>
                          </a:lnTo>
                          <a:close/>
                          <a:moveTo>
                            <a:pt x="171" y="39"/>
                          </a:moveTo>
                          <a:lnTo>
                            <a:pt x="169" y="36"/>
                          </a:lnTo>
                          <a:lnTo>
                            <a:pt x="167" y="35"/>
                          </a:lnTo>
                          <a:lnTo>
                            <a:pt x="167" y="31"/>
                          </a:lnTo>
                          <a:lnTo>
                            <a:pt x="168" y="28"/>
                          </a:lnTo>
                          <a:lnTo>
                            <a:pt x="172" y="31"/>
                          </a:lnTo>
                          <a:lnTo>
                            <a:pt x="171" y="34"/>
                          </a:lnTo>
                          <a:lnTo>
                            <a:pt x="172" y="36"/>
                          </a:lnTo>
                          <a:lnTo>
                            <a:pt x="171" y="39"/>
                          </a:lnTo>
                          <a:lnTo>
                            <a:pt x="171" y="39"/>
                          </a:lnTo>
                          <a:close/>
                          <a:moveTo>
                            <a:pt x="192" y="28"/>
                          </a:moveTo>
                          <a:lnTo>
                            <a:pt x="190" y="27"/>
                          </a:lnTo>
                          <a:lnTo>
                            <a:pt x="186" y="26"/>
                          </a:lnTo>
                          <a:lnTo>
                            <a:pt x="188" y="24"/>
                          </a:lnTo>
                          <a:lnTo>
                            <a:pt x="191" y="24"/>
                          </a:lnTo>
                          <a:lnTo>
                            <a:pt x="192" y="26"/>
                          </a:lnTo>
                          <a:lnTo>
                            <a:pt x="192" y="28"/>
                          </a:lnTo>
                          <a:lnTo>
                            <a:pt x="192" y="28"/>
                          </a:lnTo>
                          <a:close/>
                          <a:moveTo>
                            <a:pt x="195" y="26"/>
                          </a:moveTo>
                          <a:lnTo>
                            <a:pt x="192" y="21"/>
                          </a:lnTo>
                          <a:lnTo>
                            <a:pt x="198" y="17"/>
                          </a:lnTo>
                          <a:lnTo>
                            <a:pt x="198" y="20"/>
                          </a:lnTo>
                          <a:lnTo>
                            <a:pt x="196" y="23"/>
                          </a:lnTo>
                          <a:lnTo>
                            <a:pt x="195" y="26"/>
                          </a:lnTo>
                          <a:lnTo>
                            <a:pt x="195" y="26"/>
                          </a:lnTo>
                          <a:close/>
                          <a:moveTo>
                            <a:pt x="190" y="20"/>
                          </a:moveTo>
                          <a:lnTo>
                            <a:pt x="188" y="20"/>
                          </a:lnTo>
                          <a:lnTo>
                            <a:pt x="183" y="19"/>
                          </a:lnTo>
                          <a:lnTo>
                            <a:pt x="182" y="16"/>
                          </a:lnTo>
                          <a:lnTo>
                            <a:pt x="184" y="17"/>
                          </a:lnTo>
                          <a:lnTo>
                            <a:pt x="187" y="15"/>
                          </a:lnTo>
                          <a:lnTo>
                            <a:pt x="188" y="17"/>
                          </a:lnTo>
                          <a:lnTo>
                            <a:pt x="190" y="15"/>
                          </a:lnTo>
                          <a:lnTo>
                            <a:pt x="192" y="15"/>
                          </a:lnTo>
                          <a:lnTo>
                            <a:pt x="196" y="11"/>
                          </a:lnTo>
                          <a:lnTo>
                            <a:pt x="196" y="13"/>
                          </a:lnTo>
                          <a:lnTo>
                            <a:pt x="190" y="20"/>
                          </a:lnTo>
                          <a:lnTo>
                            <a:pt x="190" y="20"/>
                          </a:lnTo>
                          <a:close/>
                          <a:moveTo>
                            <a:pt x="198" y="15"/>
                          </a:moveTo>
                          <a:lnTo>
                            <a:pt x="198" y="15"/>
                          </a:lnTo>
                          <a:lnTo>
                            <a:pt x="202" y="13"/>
                          </a:lnTo>
                          <a:lnTo>
                            <a:pt x="206" y="15"/>
                          </a:lnTo>
                          <a:lnTo>
                            <a:pt x="205" y="17"/>
                          </a:lnTo>
                          <a:lnTo>
                            <a:pt x="201" y="19"/>
                          </a:lnTo>
                          <a:lnTo>
                            <a:pt x="201" y="16"/>
                          </a:lnTo>
                          <a:lnTo>
                            <a:pt x="198" y="15"/>
                          </a:lnTo>
                          <a:lnTo>
                            <a:pt x="198" y="15"/>
                          </a:lnTo>
                          <a:close/>
                          <a:moveTo>
                            <a:pt x="206" y="8"/>
                          </a:moveTo>
                          <a:lnTo>
                            <a:pt x="205" y="9"/>
                          </a:lnTo>
                          <a:lnTo>
                            <a:pt x="205" y="9"/>
                          </a:lnTo>
                          <a:lnTo>
                            <a:pt x="202" y="7"/>
                          </a:lnTo>
                          <a:lnTo>
                            <a:pt x="205" y="5"/>
                          </a:lnTo>
                          <a:lnTo>
                            <a:pt x="206" y="8"/>
                          </a:lnTo>
                          <a:lnTo>
                            <a:pt x="206" y="8"/>
                          </a:lnTo>
                          <a:close/>
                          <a:moveTo>
                            <a:pt x="213" y="2"/>
                          </a:moveTo>
                          <a:lnTo>
                            <a:pt x="210" y="2"/>
                          </a:lnTo>
                          <a:lnTo>
                            <a:pt x="211" y="1"/>
                          </a:lnTo>
                          <a:lnTo>
                            <a:pt x="213" y="1"/>
                          </a:lnTo>
                          <a:lnTo>
                            <a:pt x="213" y="2"/>
                          </a:lnTo>
                          <a:lnTo>
                            <a:pt x="213" y="2"/>
                          </a:lnTo>
                          <a:close/>
                          <a:moveTo>
                            <a:pt x="217" y="5"/>
                          </a:moveTo>
                          <a:lnTo>
                            <a:pt x="217" y="4"/>
                          </a:lnTo>
                          <a:lnTo>
                            <a:pt x="218" y="2"/>
                          </a:lnTo>
                          <a:lnTo>
                            <a:pt x="220" y="2"/>
                          </a:lnTo>
                          <a:lnTo>
                            <a:pt x="221" y="1"/>
                          </a:lnTo>
                          <a:lnTo>
                            <a:pt x="221" y="0"/>
                          </a:lnTo>
                          <a:lnTo>
                            <a:pt x="222" y="1"/>
                          </a:lnTo>
                          <a:lnTo>
                            <a:pt x="225" y="1"/>
                          </a:lnTo>
                          <a:lnTo>
                            <a:pt x="224" y="4"/>
                          </a:lnTo>
                          <a:lnTo>
                            <a:pt x="226" y="4"/>
                          </a:lnTo>
                          <a:lnTo>
                            <a:pt x="225" y="7"/>
                          </a:lnTo>
                          <a:lnTo>
                            <a:pt x="222" y="8"/>
                          </a:lnTo>
                          <a:lnTo>
                            <a:pt x="220" y="5"/>
                          </a:lnTo>
                          <a:lnTo>
                            <a:pt x="217" y="5"/>
                          </a:ln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42" name="Freeform 791">
                      <a:extLst>
                        <a:ext uri="{FF2B5EF4-FFF2-40B4-BE49-F238E27FC236}">
                          <a16:creationId xmlns:a16="http://schemas.microsoft.com/office/drawing/2014/main" id="{4C051A96-5289-BFB8-4165-171447D9F92C}"/>
                        </a:ext>
                      </a:extLst>
                    </p:cNvPr>
                    <p:cNvSpPr>
                      <a:spLocks noEditPoints="1"/>
                    </p:cNvSpPr>
                    <p:nvPr/>
                  </p:nvSpPr>
                  <p:spPr bwMode="auto">
                    <a:xfrm>
                      <a:off x="5391151" y="2598738"/>
                      <a:ext cx="223838" cy="509588"/>
                    </a:xfrm>
                    <a:custGeom>
                      <a:avLst/>
                      <a:gdLst/>
                      <a:ahLst/>
                      <a:cxnLst>
                        <a:cxn ang="0">
                          <a:pos x="5" y="231"/>
                        </a:cxn>
                        <a:cxn ang="0">
                          <a:pos x="15" y="216"/>
                        </a:cxn>
                        <a:cxn ang="0">
                          <a:pos x="16" y="189"/>
                        </a:cxn>
                        <a:cxn ang="0">
                          <a:pos x="8" y="158"/>
                        </a:cxn>
                        <a:cxn ang="0">
                          <a:pos x="22" y="129"/>
                        </a:cxn>
                        <a:cxn ang="0">
                          <a:pos x="29" y="90"/>
                        </a:cxn>
                        <a:cxn ang="0">
                          <a:pos x="39" y="72"/>
                        </a:cxn>
                        <a:cxn ang="0">
                          <a:pos x="46" y="41"/>
                        </a:cxn>
                        <a:cxn ang="0">
                          <a:pos x="60" y="27"/>
                        </a:cxn>
                        <a:cxn ang="0">
                          <a:pos x="67" y="19"/>
                        </a:cxn>
                        <a:cxn ang="0">
                          <a:pos x="84" y="17"/>
                        </a:cxn>
                        <a:cxn ang="0">
                          <a:pos x="90" y="7"/>
                        </a:cxn>
                        <a:cxn ang="0">
                          <a:pos x="96" y="3"/>
                        </a:cxn>
                        <a:cxn ang="0">
                          <a:pos x="121" y="19"/>
                        </a:cxn>
                        <a:cxn ang="0">
                          <a:pos x="129" y="30"/>
                        </a:cxn>
                        <a:cxn ang="0">
                          <a:pos x="132" y="49"/>
                        </a:cxn>
                        <a:cxn ang="0">
                          <a:pos x="136" y="74"/>
                        </a:cxn>
                        <a:cxn ang="0">
                          <a:pos x="137" y="84"/>
                        </a:cxn>
                        <a:cxn ang="0">
                          <a:pos x="124" y="86"/>
                        </a:cxn>
                        <a:cxn ang="0">
                          <a:pos x="113" y="87"/>
                        </a:cxn>
                        <a:cxn ang="0">
                          <a:pos x="113" y="98"/>
                        </a:cxn>
                        <a:cxn ang="0">
                          <a:pos x="113" y="101"/>
                        </a:cxn>
                        <a:cxn ang="0">
                          <a:pos x="113" y="114"/>
                        </a:cxn>
                        <a:cxn ang="0">
                          <a:pos x="109" y="128"/>
                        </a:cxn>
                        <a:cxn ang="0">
                          <a:pos x="96" y="142"/>
                        </a:cxn>
                        <a:cxn ang="0">
                          <a:pos x="88" y="150"/>
                        </a:cxn>
                        <a:cxn ang="0">
                          <a:pos x="80" y="154"/>
                        </a:cxn>
                        <a:cxn ang="0">
                          <a:pos x="73" y="166"/>
                        </a:cxn>
                        <a:cxn ang="0">
                          <a:pos x="69" y="182"/>
                        </a:cxn>
                        <a:cxn ang="0">
                          <a:pos x="69" y="194"/>
                        </a:cxn>
                        <a:cxn ang="0">
                          <a:pos x="73" y="207"/>
                        </a:cxn>
                        <a:cxn ang="0">
                          <a:pos x="86" y="216"/>
                        </a:cxn>
                        <a:cxn ang="0">
                          <a:pos x="86" y="235"/>
                        </a:cxn>
                        <a:cxn ang="0">
                          <a:pos x="73" y="233"/>
                        </a:cxn>
                        <a:cxn ang="0">
                          <a:pos x="61" y="234"/>
                        </a:cxn>
                        <a:cxn ang="0">
                          <a:pos x="71" y="237"/>
                        </a:cxn>
                        <a:cxn ang="0">
                          <a:pos x="87" y="241"/>
                        </a:cxn>
                        <a:cxn ang="0">
                          <a:pos x="79" y="245"/>
                        </a:cxn>
                        <a:cxn ang="0">
                          <a:pos x="72" y="253"/>
                        </a:cxn>
                        <a:cxn ang="0">
                          <a:pos x="67" y="258"/>
                        </a:cxn>
                        <a:cxn ang="0">
                          <a:pos x="68" y="271"/>
                        </a:cxn>
                        <a:cxn ang="0">
                          <a:pos x="69" y="288"/>
                        </a:cxn>
                        <a:cxn ang="0">
                          <a:pos x="57" y="306"/>
                        </a:cxn>
                        <a:cxn ang="0">
                          <a:pos x="42" y="315"/>
                        </a:cxn>
                        <a:cxn ang="0">
                          <a:pos x="26" y="317"/>
                        </a:cxn>
                        <a:cxn ang="0">
                          <a:pos x="26" y="300"/>
                        </a:cxn>
                        <a:cxn ang="0">
                          <a:pos x="12" y="283"/>
                        </a:cxn>
                        <a:cxn ang="0">
                          <a:pos x="7" y="268"/>
                        </a:cxn>
                        <a:cxn ang="0">
                          <a:pos x="5" y="261"/>
                        </a:cxn>
                        <a:cxn ang="0">
                          <a:pos x="0" y="253"/>
                        </a:cxn>
                        <a:cxn ang="0">
                          <a:pos x="88" y="242"/>
                        </a:cxn>
                        <a:cxn ang="0">
                          <a:pos x="4" y="265"/>
                        </a:cxn>
                        <a:cxn ang="0">
                          <a:pos x="99" y="260"/>
                        </a:cxn>
                        <a:cxn ang="0">
                          <a:pos x="102" y="269"/>
                        </a:cxn>
                        <a:cxn ang="0">
                          <a:pos x="92" y="291"/>
                        </a:cxn>
                        <a:cxn ang="0">
                          <a:pos x="98" y="279"/>
                        </a:cxn>
                        <a:cxn ang="0">
                          <a:pos x="92" y="272"/>
                        </a:cxn>
                        <a:cxn ang="0">
                          <a:pos x="91" y="287"/>
                        </a:cxn>
                        <a:cxn ang="0">
                          <a:pos x="69" y="305"/>
                        </a:cxn>
                        <a:cxn ang="0">
                          <a:pos x="73" y="284"/>
                        </a:cxn>
                      </a:cxnLst>
                      <a:rect l="0" t="0" r="r" b="b"/>
                      <a:pathLst>
                        <a:path w="141" h="321">
                          <a:moveTo>
                            <a:pt x="3" y="246"/>
                          </a:moveTo>
                          <a:lnTo>
                            <a:pt x="4" y="246"/>
                          </a:lnTo>
                          <a:lnTo>
                            <a:pt x="5" y="250"/>
                          </a:lnTo>
                          <a:lnTo>
                            <a:pt x="7" y="246"/>
                          </a:lnTo>
                          <a:lnTo>
                            <a:pt x="7" y="238"/>
                          </a:lnTo>
                          <a:lnTo>
                            <a:pt x="4" y="234"/>
                          </a:lnTo>
                          <a:lnTo>
                            <a:pt x="5" y="231"/>
                          </a:lnTo>
                          <a:lnTo>
                            <a:pt x="8" y="231"/>
                          </a:lnTo>
                          <a:lnTo>
                            <a:pt x="7" y="228"/>
                          </a:lnTo>
                          <a:lnTo>
                            <a:pt x="7" y="226"/>
                          </a:lnTo>
                          <a:lnTo>
                            <a:pt x="11" y="226"/>
                          </a:lnTo>
                          <a:lnTo>
                            <a:pt x="12" y="223"/>
                          </a:lnTo>
                          <a:lnTo>
                            <a:pt x="12" y="220"/>
                          </a:lnTo>
                          <a:lnTo>
                            <a:pt x="15" y="216"/>
                          </a:lnTo>
                          <a:lnTo>
                            <a:pt x="12" y="214"/>
                          </a:lnTo>
                          <a:lnTo>
                            <a:pt x="11" y="207"/>
                          </a:lnTo>
                          <a:lnTo>
                            <a:pt x="8" y="201"/>
                          </a:lnTo>
                          <a:lnTo>
                            <a:pt x="10" y="200"/>
                          </a:lnTo>
                          <a:lnTo>
                            <a:pt x="15" y="197"/>
                          </a:lnTo>
                          <a:lnTo>
                            <a:pt x="15" y="193"/>
                          </a:lnTo>
                          <a:lnTo>
                            <a:pt x="16" y="189"/>
                          </a:lnTo>
                          <a:lnTo>
                            <a:pt x="12" y="184"/>
                          </a:lnTo>
                          <a:lnTo>
                            <a:pt x="8" y="182"/>
                          </a:lnTo>
                          <a:lnTo>
                            <a:pt x="8" y="177"/>
                          </a:lnTo>
                          <a:lnTo>
                            <a:pt x="8" y="171"/>
                          </a:lnTo>
                          <a:lnTo>
                            <a:pt x="8" y="166"/>
                          </a:lnTo>
                          <a:lnTo>
                            <a:pt x="7" y="162"/>
                          </a:lnTo>
                          <a:lnTo>
                            <a:pt x="8" y="158"/>
                          </a:lnTo>
                          <a:lnTo>
                            <a:pt x="7" y="150"/>
                          </a:lnTo>
                          <a:lnTo>
                            <a:pt x="5" y="143"/>
                          </a:lnTo>
                          <a:lnTo>
                            <a:pt x="7" y="136"/>
                          </a:lnTo>
                          <a:lnTo>
                            <a:pt x="10" y="131"/>
                          </a:lnTo>
                          <a:lnTo>
                            <a:pt x="12" y="129"/>
                          </a:lnTo>
                          <a:lnTo>
                            <a:pt x="16" y="129"/>
                          </a:lnTo>
                          <a:lnTo>
                            <a:pt x="22" y="129"/>
                          </a:lnTo>
                          <a:lnTo>
                            <a:pt x="23" y="127"/>
                          </a:lnTo>
                          <a:lnTo>
                            <a:pt x="23" y="121"/>
                          </a:lnTo>
                          <a:lnTo>
                            <a:pt x="22" y="118"/>
                          </a:lnTo>
                          <a:lnTo>
                            <a:pt x="22" y="116"/>
                          </a:lnTo>
                          <a:lnTo>
                            <a:pt x="27" y="103"/>
                          </a:lnTo>
                          <a:lnTo>
                            <a:pt x="27" y="97"/>
                          </a:lnTo>
                          <a:lnTo>
                            <a:pt x="29" y="90"/>
                          </a:lnTo>
                          <a:lnTo>
                            <a:pt x="30" y="87"/>
                          </a:lnTo>
                          <a:lnTo>
                            <a:pt x="30" y="83"/>
                          </a:lnTo>
                          <a:lnTo>
                            <a:pt x="29" y="80"/>
                          </a:lnTo>
                          <a:lnTo>
                            <a:pt x="29" y="78"/>
                          </a:lnTo>
                          <a:lnTo>
                            <a:pt x="33" y="75"/>
                          </a:lnTo>
                          <a:lnTo>
                            <a:pt x="38" y="74"/>
                          </a:lnTo>
                          <a:lnTo>
                            <a:pt x="39" y="72"/>
                          </a:lnTo>
                          <a:lnTo>
                            <a:pt x="39" y="69"/>
                          </a:lnTo>
                          <a:lnTo>
                            <a:pt x="43" y="63"/>
                          </a:lnTo>
                          <a:lnTo>
                            <a:pt x="48" y="57"/>
                          </a:lnTo>
                          <a:lnTo>
                            <a:pt x="49" y="53"/>
                          </a:lnTo>
                          <a:lnTo>
                            <a:pt x="48" y="49"/>
                          </a:lnTo>
                          <a:lnTo>
                            <a:pt x="46" y="48"/>
                          </a:lnTo>
                          <a:lnTo>
                            <a:pt x="46" y="41"/>
                          </a:lnTo>
                          <a:lnTo>
                            <a:pt x="48" y="40"/>
                          </a:lnTo>
                          <a:lnTo>
                            <a:pt x="49" y="38"/>
                          </a:lnTo>
                          <a:lnTo>
                            <a:pt x="50" y="34"/>
                          </a:lnTo>
                          <a:lnTo>
                            <a:pt x="52" y="33"/>
                          </a:lnTo>
                          <a:lnTo>
                            <a:pt x="54" y="29"/>
                          </a:lnTo>
                          <a:lnTo>
                            <a:pt x="57" y="26"/>
                          </a:lnTo>
                          <a:lnTo>
                            <a:pt x="60" y="27"/>
                          </a:lnTo>
                          <a:lnTo>
                            <a:pt x="61" y="29"/>
                          </a:lnTo>
                          <a:lnTo>
                            <a:pt x="64" y="29"/>
                          </a:lnTo>
                          <a:lnTo>
                            <a:pt x="65" y="27"/>
                          </a:lnTo>
                          <a:lnTo>
                            <a:pt x="64" y="25"/>
                          </a:lnTo>
                          <a:lnTo>
                            <a:pt x="65" y="22"/>
                          </a:lnTo>
                          <a:lnTo>
                            <a:pt x="65" y="21"/>
                          </a:lnTo>
                          <a:lnTo>
                            <a:pt x="67" y="19"/>
                          </a:lnTo>
                          <a:lnTo>
                            <a:pt x="64" y="17"/>
                          </a:lnTo>
                          <a:lnTo>
                            <a:pt x="65" y="15"/>
                          </a:lnTo>
                          <a:lnTo>
                            <a:pt x="69" y="15"/>
                          </a:lnTo>
                          <a:lnTo>
                            <a:pt x="73" y="14"/>
                          </a:lnTo>
                          <a:lnTo>
                            <a:pt x="77" y="15"/>
                          </a:lnTo>
                          <a:lnTo>
                            <a:pt x="80" y="17"/>
                          </a:lnTo>
                          <a:lnTo>
                            <a:pt x="84" y="17"/>
                          </a:lnTo>
                          <a:lnTo>
                            <a:pt x="86" y="18"/>
                          </a:lnTo>
                          <a:lnTo>
                            <a:pt x="87" y="18"/>
                          </a:lnTo>
                          <a:lnTo>
                            <a:pt x="88" y="19"/>
                          </a:lnTo>
                          <a:lnTo>
                            <a:pt x="88" y="15"/>
                          </a:lnTo>
                          <a:lnTo>
                            <a:pt x="87" y="12"/>
                          </a:lnTo>
                          <a:lnTo>
                            <a:pt x="87" y="8"/>
                          </a:lnTo>
                          <a:lnTo>
                            <a:pt x="90" y="7"/>
                          </a:lnTo>
                          <a:lnTo>
                            <a:pt x="88" y="4"/>
                          </a:lnTo>
                          <a:lnTo>
                            <a:pt x="87" y="3"/>
                          </a:lnTo>
                          <a:lnTo>
                            <a:pt x="86" y="0"/>
                          </a:lnTo>
                          <a:lnTo>
                            <a:pt x="90" y="2"/>
                          </a:lnTo>
                          <a:lnTo>
                            <a:pt x="92" y="0"/>
                          </a:lnTo>
                          <a:lnTo>
                            <a:pt x="94" y="0"/>
                          </a:lnTo>
                          <a:lnTo>
                            <a:pt x="96" y="3"/>
                          </a:lnTo>
                          <a:lnTo>
                            <a:pt x="99" y="4"/>
                          </a:lnTo>
                          <a:lnTo>
                            <a:pt x="105" y="11"/>
                          </a:lnTo>
                          <a:lnTo>
                            <a:pt x="109" y="14"/>
                          </a:lnTo>
                          <a:lnTo>
                            <a:pt x="114" y="14"/>
                          </a:lnTo>
                          <a:lnTo>
                            <a:pt x="115" y="15"/>
                          </a:lnTo>
                          <a:lnTo>
                            <a:pt x="118" y="15"/>
                          </a:lnTo>
                          <a:lnTo>
                            <a:pt x="121" y="19"/>
                          </a:lnTo>
                          <a:lnTo>
                            <a:pt x="122" y="22"/>
                          </a:lnTo>
                          <a:lnTo>
                            <a:pt x="124" y="22"/>
                          </a:lnTo>
                          <a:lnTo>
                            <a:pt x="124" y="22"/>
                          </a:lnTo>
                          <a:lnTo>
                            <a:pt x="126" y="25"/>
                          </a:lnTo>
                          <a:lnTo>
                            <a:pt x="129" y="25"/>
                          </a:lnTo>
                          <a:lnTo>
                            <a:pt x="130" y="27"/>
                          </a:lnTo>
                          <a:lnTo>
                            <a:pt x="129" y="30"/>
                          </a:lnTo>
                          <a:lnTo>
                            <a:pt x="129" y="34"/>
                          </a:lnTo>
                          <a:lnTo>
                            <a:pt x="128" y="37"/>
                          </a:lnTo>
                          <a:lnTo>
                            <a:pt x="129" y="40"/>
                          </a:lnTo>
                          <a:lnTo>
                            <a:pt x="132" y="40"/>
                          </a:lnTo>
                          <a:lnTo>
                            <a:pt x="133" y="44"/>
                          </a:lnTo>
                          <a:lnTo>
                            <a:pt x="132" y="45"/>
                          </a:lnTo>
                          <a:lnTo>
                            <a:pt x="132" y="49"/>
                          </a:lnTo>
                          <a:lnTo>
                            <a:pt x="135" y="52"/>
                          </a:lnTo>
                          <a:lnTo>
                            <a:pt x="135" y="57"/>
                          </a:lnTo>
                          <a:lnTo>
                            <a:pt x="135" y="59"/>
                          </a:lnTo>
                          <a:lnTo>
                            <a:pt x="135" y="61"/>
                          </a:lnTo>
                          <a:lnTo>
                            <a:pt x="135" y="67"/>
                          </a:lnTo>
                          <a:lnTo>
                            <a:pt x="133" y="69"/>
                          </a:lnTo>
                          <a:lnTo>
                            <a:pt x="136" y="74"/>
                          </a:lnTo>
                          <a:lnTo>
                            <a:pt x="139" y="74"/>
                          </a:lnTo>
                          <a:lnTo>
                            <a:pt x="140" y="79"/>
                          </a:lnTo>
                          <a:lnTo>
                            <a:pt x="141" y="80"/>
                          </a:lnTo>
                          <a:lnTo>
                            <a:pt x="141" y="84"/>
                          </a:lnTo>
                          <a:lnTo>
                            <a:pt x="141" y="84"/>
                          </a:lnTo>
                          <a:lnTo>
                            <a:pt x="140" y="84"/>
                          </a:lnTo>
                          <a:lnTo>
                            <a:pt x="137" y="84"/>
                          </a:lnTo>
                          <a:lnTo>
                            <a:pt x="136" y="83"/>
                          </a:lnTo>
                          <a:lnTo>
                            <a:pt x="132" y="84"/>
                          </a:lnTo>
                          <a:lnTo>
                            <a:pt x="130" y="84"/>
                          </a:lnTo>
                          <a:lnTo>
                            <a:pt x="129" y="86"/>
                          </a:lnTo>
                          <a:lnTo>
                            <a:pt x="126" y="86"/>
                          </a:lnTo>
                          <a:lnTo>
                            <a:pt x="125" y="83"/>
                          </a:lnTo>
                          <a:lnTo>
                            <a:pt x="124" y="86"/>
                          </a:lnTo>
                          <a:lnTo>
                            <a:pt x="121" y="83"/>
                          </a:lnTo>
                          <a:lnTo>
                            <a:pt x="120" y="83"/>
                          </a:lnTo>
                          <a:lnTo>
                            <a:pt x="120" y="86"/>
                          </a:lnTo>
                          <a:lnTo>
                            <a:pt x="118" y="89"/>
                          </a:lnTo>
                          <a:lnTo>
                            <a:pt x="117" y="89"/>
                          </a:lnTo>
                          <a:lnTo>
                            <a:pt x="115" y="87"/>
                          </a:lnTo>
                          <a:lnTo>
                            <a:pt x="113" y="87"/>
                          </a:lnTo>
                          <a:lnTo>
                            <a:pt x="115" y="90"/>
                          </a:lnTo>
                          <a:lnTo>
                            <a:pt x="117" y="91"/>
                          </a:lnTo>
                          <a:lnTo>
                            <a:pt x="114" y="94"/>
                          </a:lnTo>
                          <a:lnTo>
                            <a:pt x="113" y="94"/>
                          </a:lnTo>
                          <a:lnTo>
                            <a:pt x="110" y="95"/>
                          </a:lnTo>
                          <a:lnTo>
                            <a:pt x="113" y="97"/>
                          </a:lnTo>
                          <a:lnTo>
                            <a:pt x="113" y="98"/>
                          </a:lnTo>
                          <a:lnTo>
                            <a:pt x="111" y="98"/>
                          </a:lnTo>
                          <a:lnTo>
                            <a:pt x="111" y="97"/>
                          </a:lnTo>
                          <a:lnTo>
                            <a:pt x="109" y="97"/>
                          </a:lnTo>
                          <a:lnTo>
                            <a:pt x="109" y="97"/>
                          </a:lnTo>
                          <a:lnTo>
                            <a:pt x="110" y="99"/>
                          </a:lnTo>
                          <a:lnTo>
                            <a:pt x="111" y="99"/>
                          </a:lnTo>
                          <a:lnTo>
                            <a:pt x="113" y="101"/>
                          </a:lnTo>
                          <a:lnTo>
                            <a:pt x="111" y="102"/>
                          </a:lnTo>
                          <a:lnTo>
                            <a:pt x="110" y="108"/>
                          </a:lnTo>
                          <a:lnTo>
                            <a:pt x="110" y="110"/>
                          </a:lnTo>
                          <a:lnTo>
                            <a:pt x="107" y="110"/>
                          </a:lnTo>
                          <a:lnTo>
                            <a:pt x="110" y="113"/>
                          </a:lnTo>
                          <a:lnTo>
                            <a:pt x="113" y="113"/>
                          </a:lnTo>
                          <a:lnTo>
                            <a:pt x="113" y="114"/>
                          </a:lnTo>
                          <a:lnTo>
                            <a:pt x="111" y="116"/>
                          </a:lnTo>
                          <a:lnTo>
                            <a:pt x="113" y="117"/>
                          </a:lnTo>
                          <a:lnTo>
                            <a:pt x="115" y="117"/>
                          </a:lnTo>
                          <a:lnTo>
                            <a:pt x="113" y="121"/>
                          </a:lnTo>
                          <a:lnTo>
                            <a:pt x="110" y="121"/>
                          </a:lnTo>
                          <a:lnTo>
                            <a:pt x="109" y="124"/>
                          </a:lnTo>
                          <a:lnTo>
                            <a:pt x="109" y="128"/>
                          </a:lnTo>
                          <a:lnTo>
                            <a:pt x="106" y="133"/>
                          </a:lnTo>
                          <a:lnTo>
                            <a:pt x="105" y="133"/>
                          </a:lnTo>
                          <a:lnTo>
                            <a:pt x="102" y="136"/>
                          </a:lnTo>
                          <a:lnTo>
                            <a:pt x="99" y="133"/>
                          </a:lnTo>
                          <a:lnTo>
                            <a:pt x="99" y="136"/>
                          </a:lnTo>
                          <a:lnTo>
                            <a:pt x="101" y="139"/>
                          </a:lnTo>
                          <a:lnTo>
                            <a:pt x="96" y="142"/>
                          </a:lnTo>
                          <a:lnTo>
                            <a:pt x="95" y="144"/>
                          </a:lnTo>
                          <a:lnTo>
                            <a:pt x="94" y="144"/>
                          </a:lnTo>
                          <a:lnTo>
                            <a:pt x="94" y="142"/>
                          </a:lnTo>
                          <a:lnTo>
                            <a:pt x="91" y="142"/>
                          </a:lnTo>
                          <a:lnTo>
                            <a:pt x="90" y="144"/>
                          </a:lnTo>
                          <a:lnTo>
                            <a:pt x="90" y="148"/>
                          </a:lnTo>
                          <a:lnTo>
                            <a:pt x="88" y="150"/>
                          </a:lnTo>
                          <a:lnTo>
                            <a:pt x="87" y="147"/>
                          </a:lnTo>
                          <a:lnTo>
                            <a:pt x="86" y="147"/>
                          </a:lnTo>
                          <a:lnTo>
                            <a:pt x="86" y="151"/>
                          </a:lnTo>
                          <a:lnTo>
                            <a:pt x="84" y="151"/>
                          </a:lnTo>
                          <a:lnTo>
                            <a:pt x="83" y="150"/>
                          </a:lnTo>
                          <a:lnTo>
                            <a:pt x="80" y="151"/>
                          </a:lnTo>
                          <a:lnTo>
                            <a:pt x="80" y="154"/>
                          </a:lnTo>
                          <a:lnTo>
                            <a:pt x="82" y="154"/>
                          </a:lnTo>
                          <a:lnTo>
                            <a:pt x="82" y="156"/>
                          </a:lnTo>
                          <a:lnTo>
                            <a:pt x="77" y="159"/>
                          </a:lnTo>
                          <a:lnTo>
                            <a:pt x="75" y="158"/>
                          </a:lnTo>
                          <a:lnTo>
                            <a:pt x="75" y="161"/>
                          </a:lnTo>
                          <a:lnTo>
                            <a:pt x="76" y="162"/>
                          </a:lnTo>
                          <a:lnTo>
                            <a:pt x="73" y="166"/>
                          </a:lnTo>
                          <a:lnTo>
                            <a:pt x="69" y="166"/>
                          </a:lnTo>
                          <a:lnTo>
                            <a:pt x="67" y="166"/>
                          </a:lnTo>
                          <a:lnTo>
                            <a:pt x="71" y="170"/>
                          </a:lnTo>
                          <a:lnTo>
                            <a:pt x="71" y="173"/>
                          </a:lnTo>
                          <a:lnTo>
                            <a:pt x="69" y="174"/>
                          </a:lnTo>
                          <a:lnTo>
                            <a:pt x="71" y="178"/>
                          </a:lnTo>
                          <a:lnTo>
                            <a:pt x="69" y="182"/>
                          </a:lnTo>
                          <a:lnTo>
                            <a:pt x="72" y="184"/>
                          </a:lnTo>
                          <a:lnTo>
                            <a:pt x="72" y="186"/>
                          </a:lnTo>
                          <a:lnTo>
                            <a:pt x="69" y="185"/>
                          </a:lnTo>
                          <a:lnTo>
                            <a:pt x="69" y="186"/>
                          </a:lnTo>
                          <a:lnTo>
                            <a:pt x="69" y="190"/>
                          </a:lnTo>
                          <a:lnTo>
                            <a:pt x="68" y="193"/>
                          </a:lnTo>
                          <a:lnTo>
                            <a:pt x="69" y="194"/>
                          </a:lnTo>
                          <a:lnTo>
                            <a:pt x="69" y="196"/>
                          </a:lnTo>
                          <a:lnTo>
                            <a:pt x="68" y="196"/>
                          </a:lnTo>
                          <a:lnTo>
                            <a:pt x="69" y="200"/>
                          </a:lnTo>
                          <a:lnTo>
                            <a:pt x="68" y="203"/>
                          </a:lnTo>
                          <a:lnTo>
                            <a:pt x="69" y="204"/>
                          </a:lnTo>
                          <a:lnTo>
                            <a:pt x="71" y="205"/>
                          </a:lnTo>
                          <a:lnTo>
                            <a:pt x="73" y="207"/>
                          </a:lnTo>
                          <a:lnTo>
                            <a:pt x="73" y="209"/>
                          </a:lnTo>
                          <a:lnTo>
                            <a:pt x="75" y="208"/>
                          </a:lnTo>
                          <a:lnTo>
                            <a:pt x="76" y="211"/>
                          </a:lnTo>
                          <a:lnTo>
                            <a:pt x="79" y="208"/>
                          </a:lnTo>
                          <a:lnTo>
                            <a:pt x="80" y="209"/>
                          </a:lnTo>
                          <a:lnTo>
                            <a:pt x="82" y="212"/>
                          </a:lnTo>
                          <a:lnTo>
                            <a:pt x="86" y="216"/>
                          </a:lnTo>
                          <a:lnTo>
                            <a:pt x="86" y="218"/>
                          </a:lnTo>
                          <a:lnTo>
                            <a:pt x="90" y="220"/>
                          </a:lnTo>
                          <a:lnTo>
                            <a:pt x="90" y="222"/>
                          </a:lnTo>
                          <a:lnTo>
                            <a:pt x="92" y="224"/>
                          </a:lnTo>
                          <a:lnTo>
                            <a:pt x="91" y="228"/>
                          </a:lnTo>
                          <a:lnTo>
                            <a:pt x="87" y="233"/>
                          </a:lnTo>
                          <a:lnTo>
                            <a:pt x="86" y="235"/>
                          </a:lnTo>
                          <a:lnTo>
                            <a:pt x="82" y="237"/>
                          </a:lnTo>
                          <a:lnTo>
                            <a:pt x="80" y="235"/>
                          </a:lnTo>
                          <a:lnTo>
                            <a:pt x="80" y="234"/>
                          </a:lnTo>
                          <a:lnTo>
                            <a:pt x="76" y="233"/>
                          </a:lnTo>
                          <a:lnTo>
                            <a:pt x="75" y="231"/>
                          </a:lnTo>
                          <a:lnTo>
                            <a:pt x="75" y="233"/>
                          </a:lnTo>
                          <a:lnTo>
                            <a:pt x="73" y="233"/>
                          </a:lnTo>
                          <a:lnTo>
                            <a:pt x="72" y="231"/>
                          </a:lnTo>
                          <a:lnTo>
                            <a:pt x="69" y="231"/>
                          </a:lnTo>
                          <a:lnTo>
                            <a:pt x="69" y="233"/>
                          </a:lnTo>
                          <a:lnTo>
                            <a:pt x="67" y="234"/>
                          </a:lnTo>
                          <a:lnTo>
                            <a:pt x="65" y="233"/>
                          </a:lnTo>
                          <a:lnTo>
                            <a:pt x="64" y="235"/>
                          </a:lnTo>
                          <a:lnTo>
                            <a:pt x="61" y="234"/>
                          </a:lnTo>
                          <a:lnTo>
                            <a:pt x="60" y="235"/>
                          </a:lnTo>
                          <a:lnTo>
                            <a:pt x="60" y="235"/>
                          </a:lnTo>
                          <a:lnTo>
                            <a:pt x="64" y="237"/>
                          </a:lnTo>
                          <a:lnTo>
                            <a:pt x="65" y="237"/>
                          </a:lnTo>
                          <a:lnTo>
                            <a:pt x="65" y="235"/>
                          </a:lnTo>
                          <a:lnTo>
                            <a:pt x="69" y="235"/>
                          </a:lnTo>
                          <a:lnTo>
                            <a:pt x="71" y="237"/>
                          </a:lnTo>
                          <a:lnTo>
                            <a:pt x="73" y="237"/>
                          </a:lnTo>
                          <a:lnTo>
                            <a:pt x="75" y="239"/>
                          </a:lnTo>
                          <a:lnTo>
                            <a:pt x="77" y="238"/>
                          </a:lnTo>
                          <a:lnTo>
                            <a:pt x="79" y="239"/>
                          </a:lnTo>
                          <a:lnTo>
                            <a:pt x="82" y="238"/>
                          </a:lnTo>
                          <a:lnTo>
                            <a:pt x="86" y="238"/>
                          </a:lnTo>
                          <a:lnTo>
                            <a:pt x="87" y="241"/>
                          </a:lnTo>
                          <a:lnTo>
                            <a:pt x="87" y="243"/>
                          </a:lnTo>
                          <a:lnTo>
                            <a:pt x="86" y="245"/>
                          </a:lnTo>
                          <a:lnTo>
                            <a:pt x="83" y="245"/>
                          </a:lnTo>
                          <a:lnTo>
                            <a:pt x="80" y="249"/>
                          </a:lnTo>
                          <a:lnTo>
                            <a:pt x="79" y="247"/>
                          </a:lnTo>
                          <a:lnTo>
                            <a:pt x="80" y="246"/>
                          </a:lnTo>
                          <a:lnTo>
                            <a:pt x="79" y="245"/>
                          </a:lnTo>
                          <a:lnTo>
                            <a:pt x="77" y="246"/>
                          </a:lnTo>
                          <a:lnTo>
                            <a:pt x="77" y="247"/>
                          </a:lnTo>
                          <a:lnTo>
                            <a:pt x="76" y="247"/>
                          </a:lnTo>
                          <a:lnTo>
                            <a:pt x="75" y="250"/>
                          </a:lnTo>
                          <a:lnTo>
                            <a:pt x="73" y="253"/>
                          </a:lnTo>
                          <a:lnTo>
                            <a:pt x="72" y="252"/>
                          </a:lnTo>
                          <a:lnTo>
                            <a:pt x="72" y="253"/>
                          </a:lnTo>
                          <a:lnTo>
                            <a:pt x="69" y="254"/>
                          </a:lnTo>
                          <a:lnTo>
                            <a:pt x="69" y="254"/>
                          </a:lnTo>
                          <a:lnTo>
                            <a:pt x="68" y="254"/>
                          </a:lnTo>
                          <a:lnTo>
                            <a:pt x="67" y="256"/>
                          </a:lnTo>
                          <a:lnTo>
                            <a:pt x="69" y="256"/>
                          </a:lnTo>
                          <a:lnTo>
                            <a:pt x="72" y="258"/>
                          </a:lnTo>
                          <a:lnTo>
                            <a:pt x="67" y="258"/>
                          </a:lnTo>
                          <a:lnTo>
                            <a:pt x="71" y="261"/>
                          </a:lnTo>
                          <a:lnTo>
                            <a:pt x="71" y="262"/>
                          </a:lnTo>
                          <a:lnTo>
                            <a:pt x="69" y="265"/>
                          </a:lnTo>
                          <a:lnTo>
                            <a:pt x="72" y="268"/>
                          </a:lnTo>
                          <a:lnTo>
                            <a:pt x="69" y="269"/>
                          </a:lnTo>
                          <a:lnTo>
                            <a:pt x="65" y="268"/>
                          </a:lnTo>
                          <a:lnTo>
                            <a:pt x="68" y="271"/>
                          </a:lnTo>
                          <a:lnTo>
                            <a:pt x="67" y="273"/>
                          </a:lnTo>
                          <a:lnTo>
                            <a:pt x="69" y="275"/>
                          </a:lnTo>
                          <a:lnTo>
                            <a:pt x="67" y="277"/>
                          </a:lnTo>
                          <a:lnTo>
                            <a:pt x="69" y="280"/>
                          </a:lnTo>
                          <a:lnTo>
                            <a:pt x="67" y="283"/>
                          </a:lnTo>
                          <a:lnTo>
                            <a:pt x="67" y="286"/>
                          </a:lnTo>
                          <a:lnTo>
                            <a:pt x="69" y="288"/>
                          </a:lnTo>
                          <a:lnTo>
                            <a:pt x="68" y="290"/>
                          </a:lnTo>
                          <a:lnTo>
                            <a:pt x="67" y="296"/>
                          </a:lnTo>
                          <a:lnTo>
                            <a:pt x="65" y="299"/>
                          </a:lnTo>
                          <a:lnTo>
                            <a:pt x="64" y="305"/>
                          </a:lnTo>
                          <a:lnTo>
                            <a:pt x="61" y="309"/>
                          </a:lnTo>
                          <a:lnTo>
                            <a:pt x="58" y="307"/>
                          </a:lnTo>
                          <a:lnTo>
                            <a:pt x="57" y="306"/>
                          </a:lnTo>
                          <a:lnTo>
                            <a:pt x="53" y="307"/>
                          </a:lnTo>
                          <a:lnTo>
                            <a:pt x="48" y="306"/>
                          </a:lnTo>
                          <a:lnTo>
                            <a:pt x="48" y="305"/>
                          </a:lnTo>
                          <a:lnTo>
                            <a:pt x="46" y="309"/>
                          </a:lnTo>
                          <a:lnTo>
                            <a:pt x="42" y="310"/>
                          </a:lnTo>
                          <a:lnTo>
                            <a:pt x="39" y="314"/>
                          </a:lnTo>
                          <a:lnTo>
                            <a:pt x="42" y="315"/>
                          </a:lnTo>
                          <a:lnTo>
                            <a:pt x="42" y="318"/>
                          </a:lnTo>
                          <a:lnTo>
                            <a:pt x="39" y="321"/>
                          </a:lnTo>
                          <a:lnTo>
                            <a:pt x="35" y="319"/>
                          </a:lnTo>
                          <a:lnTo>
                            <a:pt x="29" y="321"/>
                          </a:lnTo>
                          <a:lnTo>
                            <a:pt x="26" y="321"/>
                          </a:lnTo>
                          <a:lnTo>
                            <a:pt x="24" y="319"/>
                          </a:lnTo>
                          <a:lnTo>
                            <a:pt x="26" y="317"/>
                          </a:lnTo>
                          <a:lnTo>
                            <a:pt x="24" y="310"/>
                          </a:lnTo>
                          <a:lnTo>
                            <a:pt x="22" y="310"/>
                          </a:lnTo>
                          <a:lnTo>
                            <a:pt x="20" y="307"/>
                          </a:lnTo>
                          <a:lnTo>
                            <a:pt x="19" y="306"/>
                          </a:lnTo>
                          <a:lnTo>
                            <a:pt x="19" y="305"/>
                          </a:lnTo>
                          <a:lnTo>
                            <a:pt x="23" y="303"/>
                          </a:lnTo>
                          <a:lnTo>
                            <a:pt x="26" y="300"/>
                          </a:lnTo>
                          <a:lnTo>
                            <a:pt x="24" y="296"/>
                          </a:lnTo>
                          <a:lnTo>
                            <a:pt x="22" y="298"/>
                          </a:lnTo>
                          <a:lnTo>
                            <a:pt x="19" y="295"/>
                          </a:lnTo>
                          <a:lnTo>
                            <a:pt x="18" y="292"/>
                          </a:lnTo>
                          <a:lnTo>
                            <a:pt x="15" y="291"/>
                          </a:lnTo>
                          <a:lnTo>
                            <a:pt x="15" y="288"/>
                          </a:lnTo>
                          <a:lnTo>
                            <a:pt x="12" y="283"/>
                          </a:lnTo>
                          <a:lnTo>
                            <a:pt x="11" y="281"/>
                          </a:lnTo>
                          <a:lnTo>
                            <a:pt x="10" y="277"/>
                          </a:lnTo>
                          <a:lnTo>
                            <a:pt x="7" y="277"/>
                          </a:lnTo>
                          <a:lnTo>
                            <a:pt x="5" y="275"/>
                          </a:lnTo>
                          <a:lnTo>
                            <a:pt x="7" y="273"/>
                          </a:lnTo>
                          <a:lnTo>
                            <a:pt x="7" y="271"/>
                          </a:lnTo>
                          <a:lnTo>
                            <a:pt x="7" y="268"/>
                          </a:lnTo>
                          <a:lnTo>
                            <a:pt x="7" y="265"/>
                          </a:lnTo>
                          <a:lnTo>
                            <a:pt x="10" y="264"/>
                          </a:lnTo>
                          <a:lnTo>
                            <a:pt x="8" y="262"/>
                          </a:lnTo>
                          <a:lnTo>
                            <a:pt x="7" y="261"/>
                          </a:lnTo>
                          <a:lnTo>
                            <a:pt x="7" y="260"/>
                          </a:lnTo>
                          <a:lnTo>
                            <a:pt x="5" y="260"/>
                          </a:lnTo>
                          <a:lnTo>
                            <a:pt x="5" y="261"/>
                          </a:lnTo>
                          <a:lnTo>
                            <a:pt x="7" y="264"/>
                          </a:lnTo>
                          <a:lnTo>
                            <a:pt x="4" y="265"/>
                          </a:lnTo>
                          <a:lnTo>
                            <a:pt x="4" y="261"/>
                          </a:lnTo>
                          <a:lnTo>
                            <a:pt x="4" y="261"/>
                          </a:lnTo>
                          <a:lnTo>
                            <a:pt x="1" y="260"/>
                          </a:lnTo>
                          <a:lnTo>
                            <a:pt x="1" y="254"/>
                          </a:lnTo>
                          <a:lnTo>
                            <a:pt x="0" y="253"/>
                          </a:lnTo>
                          <a:lnTo>
                            <a:pt x="0" y="247"/>
                          </a:lnTo>
                          <a:lnTo>
                            <a:pt x="3" y="246"/>
                          </a:lnTo>
                          <a:lnTo>
                            <a:pt x="3" y="246"/>
                          </a:lnTo>
                          <a:lnTo>
                            <a:pt x="3" y="246"/>
                          </a:lnTo>
                          <a:close/>
                          <a:moveTo>
                            <a:pt x="86" y="237"/>
                          </a:moveTo>
                          <a:lnTo>
                            <a:pt x="88" y="241"/>
                          </a:lnTo>
                          <a:lnTo>
                            <a:pt x="88" y="242"/>
                          </a:lnTo>
                          <a:lnTo>
                            <a:pt x="90" y="238"/>
                          </a:lnTo>
                          <a:lnTo>
                            <a:pt x="92" y="235"/>
                          </a:lnTo>
                          <a:lnTo>
                            <a:pt x="92" y="233"/>
                          </a:lnTo>
                          <a:lnTo>
                            <a:pt x="88" y="233"/>
                          </a:lnTo>
                          <a:lnTo>
                            <a:pt x="86" y="237"/>
                          </a:lnTo>
                          <a:lnTo>
                            <a:pt x="86" y="237"/>
                          </a:lnTo>
                          <a:close/>
                          <a:moveTo>
                            <a:pt x="4" y="265"/>
                          </a:moveTo>
                          <a:lnTo>
                            <a:pt x="4" y="268"/>
                          </a:lnTo>
                          <a:lnTo>
                            <a:pt x="5" y="268"/>
                          </a:lnTo>
                          <a:lnTo>
                            <a:pt x="5" y="265"/>
                          </a:lnTo>
                          <a:lnTo>
                            <a:pt x="4" y="265"/>
                          </a:lnTo>
                          <a:lnTo>
                            <a:pt x="4" y="265"/>
                          </a:lnTo>
                          <a:close/>
                          <a:moveTo>
                            <a:pt x="98" y="257"/>
                          </a:moveTo>
                          <a:lnTo>
                            <a:pt x="99" y="260"/>
                          </a:lnTo>
                          <a:lnTo>
                            <a:pt x="101" y="257"/>
                          </a:lnTo>
                          <a:lnTo>
                            <a:pt x="99" y="256"/>
                          </a:lnTo>
                          <a:lnTo>
                            <a:pt x="98" y="257"/>
                          </a:lnTo>
                          <a:lnTo>
                            <a:pt x="98" y="257"/>
                          </a:lnTo>
                          <a:close/>
                          <a:moveTo>
                            <a:pt x="99" y="271"/>
                          </a:moveTo>
                          <a:lnTo>
                            <a:pt x="101" y="272"/>
                          </a:lnTo>
                          <a:lnTo>
                            <a:pt x="102" y="269"/>
                          </a:lnTo>
                          <a:lnTo>
                            <a:pt x="105" y="269"/>
                          </a:lnTo>
                          <a:lnTo>
                            <a:pt x="103" y="268"/>
                          </a:lnTo>
                          <a:lnTo>
                            <a:pt x="101" y="268"/>
                          </a:lnTo>
                          <a:lnTo>
                            <a:pt x="99" y="271"/>
                          </a:lnTo>
                          <a:lnTo>
                            <a:pt x="99" y="271"/>
                          </a:lnTo>
                          <a:close/>
                          <a:moveTo>
                            <a:pt x="90" y="292"/>
                          </a:moveTo>
                          <a:lnTo>
                            <a:pt x="92" y="291"/>
                          </a:lnTo>
                          <a:lnTo>
                            <a:pt x="94" y="290"/>
                          </a:lnTo>
                          <a:lnTo>
                            <a:pt x="92" y="288"/>
                          </a:lnTo>
                          <a:lnTo>
                            <a:pt x="92" y="287"/>
                          </a:lnTo>
                          <a:lnTo>
                            <a:pt x="96" y="284"/>
                          </a:lnTo>
                          <a:lnTo>
                            <a:pt x="96" y="283"/>
                          </a:lnTo>
                          <a:lnTo>
                            <a:pt x="99" y="280"/>
                          </a:lnTo>
                          <a:lnTo>
                            <a:pt x="98" y="279"/>
                          </a:lnTo>
                          <a:lnTo>
                            <a:pt x="96" y="277"/>
                          </a:lnTo>
                          <a:lnTo>
                            <a:pt x="98" y="275"/>
                          </a:lnTo>
                          <a:lnTo>
                            <a:pt x="98" y="273"/>
                          </a:lnTo>
                          <a:lnTo>
                            <a:pt x="99" y="272"/>
                          </a:lnTo>
                          <a:lnTo>
                            <a:pt x="98" y="271"/>
                          </a:lnTo>
                          <a:lnTo>
                            <a:pt x="96" y="272"/>
                          </a:lnTo>
                          <a:lnTo>
                            <a:pt x="92" y="272"/>
                          </a:lnTo>
                          <a:lnTo>
                            <a:pt x="91" y="275"/>
                          </a:lnTo>
                          <a:lnTo>
                            <a:pt x="90" y="276"/>
                          </a:lnTo>
                          <a:lnTo>
                            <a:pt x="88" y="279"/>
                          </a:lnTo>
                          <a:lnTo>
                            <a:pt x="88" y="281"/>
                          </a:lnTo>
                          <a:lnTo>
                            <a:pt x="87" y="283"/>
                          </a:lnTo>
                          <a:lnTo>
                            <a:pt x="91" y="287"/>
                          </a:lnTo>
                          <a:lnTo>
                            <a:pt x="91" y="287"/>
                          </a:lnTo>
                          <a:lnTo>
                            <a:pt x="91" y="288"/>
                          </a:lnTo>
                          <a:lnTo>
                            <a:pt x="90" y="291"/>
                          </a:lnTo>
                          <a:lnTo>
                            <a:pt x="90" y="292"/>
                          </a:lnTo>
                          <a:lnTo>
                            <a:pt x="90" y="292"/>
                          </a:lnTo>
                          <a:close/>
                          <a:moveTo>
                            <a:pt x="68" y="300"/>
                          </a:moveTo>
                          <a:lnTo>
                            <a:pt x="69" y="303"/>
                          </a:lnTo>
                          <a:lnTo>
                            <a:pt x="69" y="305"/>
                          </a:lnTo>
                          <a:lnTo>
                            <a:pt x="69" y="306"/>
                          </a:lnTo>
                          <a:lnTo>
                            <a:pt x="71" y="303"/>
                          </a:lnTo>
                          <a:lnTo>
                            <a:pt x="72" y="299"/>
                          </a:lnTo>
                          <a:lnTo>
                            <a:pt x="73" y="294"/>
                          </a:lnTo>
                          <a:lnTo>
                            <a:pt x="75" y="290"/>
                          </a:lnTo>
                          <a:lnTo>
                            <a:pt x="75" y="286"/>
                          </a:lnTo>
                          <a:lnTo>
                            <a:pt x="73" y="284"/>
                          </a:lnTo>
                          <a:lnTo>
                            <a:pt x="72" y="287"/>
                          </a:lnTo>
                          <a:lnTo>
                            <a:pt x="72" y="287"/>
                          </a:lnTo>
                          <a:lnTo>
                            <a:pt x="71" y="292"/>
                          </a:lnTo>
                          <a:lnTo>
                            <a:pt x="69" y="292"/>
                          </a:lnTo>
                          <a:lnTo>
                            <a:pt x="68" y="300"/>
                          </a:ln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43" name="Freeform 793">
                      <a:extLst>
                        <a:ext uri="{FF2B5EF4-FFF2-40B4-BE49-F238E27FC236}">
                          <a16:creationId xmlns:a16="http://schemas.microsoft.com/office/drawing/2014/main" id="{B3423819-1DF3-CBE4-873E-45D2A77B2D0D}"/>
                        </a:ext>
                      </a:extLst>
                    </p:cNvPr>
                    <p:cNvSpPr>
                      <a:spLocks noEditPoints="1"/>
                    </p:cNvSpPr>
                    <p:nvPr/>
                  </p:nvSpPr>
                  <p:spPr bwMode="auto">
                    <a:xfrm>
                      <a:off x="5540376" y="2549525"/>
                      <a:ext cx="225425" cy="404813"/>
                    </a:xfrm>
                    <a:custGeom>
                      <a:avLst/>
                      <a:gdLst/>
                      <a:ahLst/>
                      <a:cxnLst>
                        <a:cxn ang="0">
                          <a:pos x="129" y="212"/>
                        </a:cxn>
                        <a:cxn ang="0">
                          <a:pos x="132" y="173"/>
                        </a:cxn>
                        <a:cxn ang="0">
                          <a:pos x="122" y="145"/>
                        </a:cxn>
                        <a:cxn ang="0">
                          <a:pos x="117" y="128"/>
                        </a:cxn>
                        <a:cxn ang="0">
                          <a:pos x="113" y="98"/>
                        </a:cxn>
                        <a:cxn ang="0">
                          <a:pos x="108" y="64"/>
                        </a:cxn>
                        <a:cxn ang="0">
                          <a:pos x="92" y="49"/>
                        </a:cxn>
                        <a:cxn ang="0">
                          <a:pos x="89" y="30"/>
                        </a:cxn>
                        <a:cxn ang="0">
                          <a:pos x="92" y="9"/>
                        </a:cxn>
                        <a:cxn ang="0">
                          <a:pos x="69" y="0"/>
                        </a:cxn>
                        <a:cxn ang="0">
                          <a:pos x="58" y="7"/>
                        </a:cxn>
                        <a:cxn ang="0">
                          <a:pos x="55" y="27"/>
                        </a:cxn>
                        <a:cxn ang="0">
                          <a:pos x="47" y="35"/>
                        </a:cxn>
                        <a:cxn ang="0">
                          <a:pos x="28" y="41"/>
                        </a:cxn>
                        <a:cxn ang="0">
                          <a:pos x="7" y="24"/>
                        </a:cxn>
                        <a:cxn ang="0">
                          <a:pos x="0" y="30"/>
                        </a:cxn>
                        <a:cxn ang="0">
                          <a:pos x="20" y="45"/>
                        </a:cxn>
                        <a:cxn ang="0">
                          <a:pos x="30" y="53"/>
                        </a:cxn>
                        <a:cxn ang="0">
                          <a:pos x="34" y="68"/>
                        </a:cxn>
                        <a:cxn ang="0">
                          <a:pos x="41" y="83"/>
                        </a:cxn>
                        <a:cxn ang="0">
                          <a:pos x="42" y="105"/>
                        </a:cxn>
                        <a:cxn ang="0">
                          <a:pos x="51" y="115"/>
                        </a:cxn>
                        <a:cxn ang="0">
                          <a:pos x="62" y="129"/>
                        </a:cxn>
                        <a:cxn ang="0">
                          <a:pos x="65" y="139"/>
                        </a:cxn>
                        <a:cxn ang="0">
                          <a:pos x="51" y="147"/>
                        </a:cxn>
                        <a:cxn ang="0">
                          <a:pos x="42" y="155"/>
                        </a:cxn>
                        <a:cxn ang="0">
                          <a:pos x="41" y="168"/>
                        </a:cxn>
                        <a:cxn ang="0">
                          <a:pos x="31" y="170"/>
                        </a:cxn>
                        <a:cxn ang="0">
                          <a:pos x="28" y="179"/>
                        </a:cxn>
                        <a:cxn ang="0">
                          <a:pos x="21" y="181"/>
                        </a:cxn>
                        <a:cxn ang="0">
                          <a:pos x="20" y="193"/>
                        </a:cxn>
                        <a:cxn ang="0">
                          <a:pos x="23" y="202"/>
                        </a:cxn>
                        <a:cxn ang="0">
                          <a:pos x="28" y="217"/>
                        </a:cxn>
                        <a:cxn ang="0">
                          <a:pos x="26" y="235"/>
                        </a:cxn>
                        <a:cxn ang="0">
                          <a:pos x="35" y="240"/>
                        </a:cxn>
                        <a:cxn ang="0">
                          <a:pos x="45" y="243"/>
                        </a:cxn>
                        <a:cxn ang="0">
                          <a:pos x="50" y="255"/>
                        </a:cxn>
                        <a:cxn ang="0">
                          <a:pos x="60" y="251"/>
                        </a:cxn>
                        <a:cxn ang="0">
                          <a:pos x="79" y="243"/>
                        </a:cxn>
                        <a:cxn ang="0">
                          <a:pos x="84" y="242"/>
                        </a:cxn>
                        <a:cxn ang="0">
                          <a:pos x="89" y="242"/>
                        </a:cxn>
                        <a:cxn ang="0">
                          <a:pos x="99" y="238"/>
                        </a:cxn>
                        <a:cxn ang="0">
                          <a:pos x="108" y="236"/>
                        </a:cxn>
                        <a:cxn ang="0">
                          <a:pos x="60" y="133"/>
                        </a:cxn>
                        <a:cxn ang="0">
                          <a:pos x="61" y="132"/>
                        </a:cxn>
                        <a:cxn ang="0">
                          <a:pos x="21" y="174"/>
                        </a:cxn>
                        <a:cxn ang="0">
                          <a:pos x="21" y="175"/>
                        </a:cxn>
                        <a:cxn ang="0">
                          <a:pos x="47" y="250"/>
                        </a:cxn>
                        <a:cxn ang="0">
                          <a:pos x="47" y="250"/>
                        </a:cxn>
                        <a:cxn ang="0">
                          <a:pos x="43" y="247"/>
                        </a:cxn>
                        <a:cxn ang="0">
                          <a:pos x="38" y="245"/>
                        </a:cxn>
                        <a:cxn ang="0">
                          <a:pos x="32" y="239"/>
                        </a:cxn>
                        <a:cxn ang="0">
                          <a:pos x="26" y="240"/>
                        </a:cxn>
                        <a:cxn ang="0">
                          <a:pos x="9" y="240"/>
                        </a:cxn>
                        <a:cxn ang="0">
                          <a:pos x="13" y="249"/>
                        </a:cxn>
                        <a:cxn ang="0">
                          <a:pos x="8" y="247"/>
                        </a:cxn>
                      </a:cxnLst>
                      <a:rect l="0" t="0" r="r" b="b"/>
                      <a:pathLst>
                        <a:path w="142" h="255">
                          <a:moveTo>
                            <a:pt x="113" y="236"/>
                          </a:moveTo>
                          <a:lnTo>
                            <a:pt x="111" y="232"/>
                          </a:lnTo>
                          <a:lnTo>
                            <a:pt x="118" y="227"/>
                          </a:lnTo>
                          <a:lnTo>
                            <a:pt x="122" y="224"/>
                          </a:lnTo>
                          <a:lnTo>
                            <a:pt x="126" y="217"/>
                          </a:lnTo>
                          <a:lnTo>
                            <a:pt x="129" y="212"/>
                          </a:lnTo>
                          <a:lnTo>
                            <a:pt x="133" y="205"/>
                          </a:lnTo>
                          <a:lnTo>
                            <a:pt x="138" y="196"/>
                          </a:lnTo>
                          <a:lnTo>
                            <a:pt x="142" y="185"/>
                          </a:lnTo>
                          <a:lnTo>
                            <a:pt x="141" y="181"/>
                          </a:lnTo>
                          <a:lnTo>
                            <a:pt x="136" y="174"/>
                          </a:lnTo>
                          <a:lnTo>
                            <a:pt x="132" y="173"/>
                          </a:lnTo>
                          <a:lnTo>
                            <a:pt x="125" y="163"/>
                          </a:lnTo>
                          <a:lnTo>
                            <a:pt x="126" y="159"/>
                          </a:lnTo>
                          <a:lnTo>
                            <a:pt x="129" y="155"/>
                          </a:lnTo>
                          <a:lnTo>
                            <a:pt x="129" y="151"/>
                          </a:lnTo>
                          <a:lnTo>
                            <a:pt x="125" y="148"/>
                          </a:lnTo>
                          <a:lnTo>
                            <a:pt x="122" y="145"/>
                          </a:lnTo>
                          <a:lnTo>
                            <a:pt x="122" y="140"/>
                          </a:lnTo>
                          <a:lnTo>
                            <a:pt x="123" y="139"/>
                          </a:lnTo>
                          <a:lnTo>
                            <a:pt x="122" y="136"/>
                          </a:lnTo>
                          <a:lnTo>
                            <a:pt x="119" y="134"/>
                          </a:lnTo>
                          <a:lnTo>
                            <a:pt x="117" y="133"/>
                          </a:lnTo>
                          <a:lnTo>
                            <a:pt x="117" y="128"/>
                          </a:lnTo>
                          <a:lnTo>
                            <a:pt x="119" y="125"/>
                          </a:lnTo>
                          <a:lnTo>
                            <a:pt x="117" y="125"/>
                          </a:lnTo>
                          <a:lnTo>
                            <a:pt x="117" y="122"/>
                          </a:lnTo>
                          <a:lnTo>
                            <a:pt x="117" y="113"/>
                          </a:lnTo>
                          <a:lnTo>
                            <a:pt x="119" y="113"/>
                          </a:lnTo>
                          <a:lnTo>
                            <a:pt x="113" y="98"/>
                          </a:lnTo>
                          <a:lnTo>
                            <a:pt x="107" y="87"/>
                          </a:lnTo>
                          <a:lnTo>
                            <a:pt x="106" y="83"/>
                          </a:lnTo>
                          <a:lnTo>
                            <a:pt x="103" y="79"/>
                          </a:lnTo>
                          <a:lnTo>
                            <a:pt x="104" y="72"/>
                          </a:lnTo>
                          <a:lnTo>
                            <a:pt x="107" y="68"/>
                          </a:lnTo>
                          <a:lnTo>
                            <a:pt x="108" y="64"/>
                          </a:lnTo>
                          <a:lnTo>
                            <a:pt x="107" y="62"/>
                          </a:lnTo>
                          <a:lnTo>
                            <a:pt x="100" y="58"/>
                          </a:lnTo>
                          <a:lnTo>
                            <a:pt x="100" y="56"/>
                          </a:lnTo>
                          <a:lnTo>
                            <a:pt x="98" y="52"/>
                          </a:lnTo>
                          <a:lnTo>
                            <a:pt x="94" y="50"/>
                          </a:lnTo>
                          <a:lnTo>
                            <a:pt x="92" y="49"/>
                          </a:lnTo>
                          <a:lnTo>
                            <a:pt x="89" y="43"/>
                          </a:lnTo>
                          <a:lnTo>
                            <a:pt x="87" y="41"/>
                          </a:lnTo>
                          <a:lnTo>
                            <a:pt x="88" y="35"/>
                          </a:lnTo>
                          <a:lnTo>
                            <a:pt x="89" y="33"/>
                          </a:lnTo>
                          <a:lnTo>
                            <a:pt x="87" y="31"/>
                          </a:lnTo>
                          <a:lnTo>
                            <a:pt x="89" y="30"/>
                          </a:lnTo>
                          <a:lnTo>
                            <a:pt x="92" y="28"/>
                          </a:lnTo>
                          <a:lnTo>
                            <a:pt x="92" y="22"/>
                          </a:lnTo>
                          <a:lnTo>
                            <a:pt x="95" y="19"/>
                          </a:lnTo>
                          <a:lnTo>
                            <a:pt x="95" y="15"/>
                          </a:lnTo>
                          <a:lnTo>
                            <a:pt x="92" y="12"/>
                          </a:lnTo>
                          <a:lnTo>
                            <a:pt x="92" y="9"/>
                          </a:lnTo>
                          <a:lnTo>
                            <a:pt x="87" y="9"/>
                          </a:lnTo>
                          <a:lnTo>
                            <a:pt x="84" y="8"/>
                          </a:lnTo>
                          <a:lnTo>
                            <a:pt x="81" y="7"/>
                          </a:lnTo>
                          <a:lnTo>
                            <a:pt x="79" y="3"/>
                          </a:lnTo>
                          <a:lnTo>
                            <a:pt x="76" y="0"/>
                          </a:lnTo>
                          <a:lnTo>
                            <a:pt x="69" y="0"/>
                          </a:lnTo>
                          <a:lnTo>
                            <a:pt x="68" y="3"/>
                          </a:lnTo>
                          <a:lnTo>
                            <a:pt x="68" y="4"/>
                          </a:lnTo>
                          <a:lnTo>
                            <a:pt x="65" y="4"/>
                          </a:lnTo>
                          <a:lnTo>
                            <a:pt x="61" y="4"/>
                          </a:lnTo>
                          <a:lnTo>
                            <a:pt x="58" y="5"/>
                          </a:lnTo>
                          <a:lnTo>
                            <a:pt x="58" y="7"/>
                          </a:lnTo>
                          <a:lnTo>
                            <a:pt x="57" y="9"/>
                          </a:lnTo>
                          <a:lnTo>
                            <a:pt x="55" y="11"/>
                          </a:lnTo>
                          <a:lnTo>
                            <a:pt x="57" y="14"/>
                          </a:lnTo>
                          <a:lnTo>
                            <a:pt x="55" y="15"/>
                          </a:lnTo>
                          <a:lnTo>
                            <a:pt x="54" y="23"/>
                          </a:lnTo>
                          <a:lnTo>
                            <a:pt x="55" y="27"/>
                          </a:lnTo>
                          <a:lnTo>
                            <a:pt x="57" y="30"/>
                          </a:lnTo>
                          <a:lnTo>
                            <a:pt x="55" y="31"/>
                          </a:lnTo>
                          <a:lnTo>
                            <a:pt x="54" y="33"/>
                          </a:lnTo>
                          <a:lnTo>
                            <a:pt x="51" y="33"/>
                          </a:lnTo>
                          <a:lnTo>
                            <a:pt x="49" y="35"/>
                          </a:lnTo>
                          <a:lnTo>
                            <a:pt x="47" y="35"/>
                          </a:lnTo>
                          <a:lnTo>
                            <a:pt x="45" y="39"/>
                          </a:lnTo>
                          <a:lnTo>
                            <a:pt x="42" y="38"/>
                          </a:lnTo>
                          <a:lnTo>
                            <a:pt x="38" y="35"/>
                          </a:lnTo>
                          <a:lnTo>
                            <a:pt x="34" y="35"/>
                          </a:lnTo>
                          <a:lnTo>
                            <a:pt x="32" y="37"/>
                          </a:lnTo>
                          <a:lnTo>
                            <a:pt x="28" y="41"/>
                          </a:lnTo>
                          <a:lnTo>
                            <a:pt x="23" y="41"/>
                          </a:lnTo>
                          <a:lnTo>
                            <a:pt x="19" y="38"/>
                          </a:lnTo>
                          <a:lnTo>
                            <a:pt x="16" y="35"/>
                          </a:lnTo>
                          <a:lnTo>
                            <a:pt x="15" y="33"/>
                          </a:lnTo>
                          <a:lnTo>
                            <a:pt x="9" y="27"/>
                          </a:lnTo>
                          <a:lnTo>
                            <a:pt x="7" y="24"/>
                          </a:lnTo>
                          <a:lnTo>
                            <a:pt x="4" y="24"/>
                          </a:lnTo>
                          <a:lnTo>
                            <a:pt x="2" y="26"/>
                          </a:lnTo>
                          <a:lnTo>
                            <a:pt x="1" y="28"/>
                          </a:lnTo>
                          <a:lnTo>
                            <a:pt x="2" y="30"/>
                          </a:lnTo>
                          <a:lnTo>
                            <a:pt x="1" y="31"/>
                          </a:lnTo>
                          <a:lnTo>
                            <a:pt x="0" y="30"/>
                          </a:lnTo>
                          <a:lnTo>
                            <a:pt x="0" y="31"/>
                          </a:lnTo>
                          <a:lnTo>
                            <a:pt x="2" y="34"/>
                          </a:lnTo>
                          <a:lnTo>
                            <a:pt x="5" y="35"/>
                          </a:lnTo>
                          <a:lnTo>
                            <a:pt x="11" y="42"/>
                          </a:lnTo>
                          <a:lnTo>
                            <a:pt x="15" y="45"/>
                          </a:lnTo>
                          <a:lnTo>
                            <a:pt x="20" y="45"/>
                          </a:lnTo>
                          <a:lnTo>
                            <a:pt x="21" y="46"/>
                          </a:lnTo>
                          <a:lnTo>
                            <a:pt x="24" y="46"/>
                          </a:lnTo>
                          <a:lnTo>
                            <a:pt x="27" y="50"/>
                          </a:lnTo>
                          <a:lnTo>
                            <a:pt x="28" y="53"/>
                          </a:lnTo>
                          <a:lnTo>
                            <a:pt x="30" y="53"/>
                          </a:lnTo>
                          <a:lnTo>
                            <a:pt x="30" y="53"/>
                          </a:lnTo>
                          <a:lnTo>
                            <a:pt x="32" y="56"/>
                          </a:lnTo>
                          <a:lnTo>
                            <a:pt x="35" y="56"/>
                          </a:lnTo>
                          <a:lnTo>
                            <a:pt x="36" y="58"/>
                          </a:lnTo>
                          <a:lnTo>
                            <a:pt x="35" y="61"/>
                          </a:lnTo>
                          <a:lnTo>
                            <a:pt x="35" y="65"/>
                          </a:lnTo>
                          <a:lnTo>
                            <a:pt x="34" y="68"/>
                          </a:lnTo>
                          <a:lnTo>
                            <a:pt x="35" y="71"/>
                          </a:lnTo>
                          <a:lnTo>
                            <a:pt x="38" y="71"/>
                          </a:lnTo>
                          <a:lnTo>
                            <a:pt x="39" y="75"/>
                          </a:lnTo>
                          <a:lnTo>
                            <a:pt x="38" y="76"/>
                          </a:lnTo>
                          <a:lnTo>
                            <a:pt x="38" y="80"/>
                          </a:lnTo>
                          <a:lnTo>
                            <a:pt x="41" y="83"/>
                          </a:lnTo>
                          <a:lnTo>
                            <a:pt x="41" y="88"/>
                          </a:lnTo>
                          <a:lnTo>
                            <a:pt x="41" y="90"/>
                          </a:lnTo>
                          <a:lnTo>
                            <a:pt x="41" y="92"/>
                          </a:lnTo>
                          <a:lnTo>
                            <a:pt x="41" y="98"/>
                          </a:lnTo>
                          <a:lnTo>
                            <a:pt x="39" y="100"/>
                          </a:lnTo>
                          <a:lnTo>
                            <a:pt x="42" y="105"/>
                          </a:lnTo>
                          <a:lnTo>
                            <a:pt x="45" y="105"/>
                          </a:lnTo>
                          <a:lnTo>
                            <a:pt x="46" y="110"/>
                          </a:lnTo>
                          <a:lnTo>
                            <a:pt x="47" y="111"/>
                          </a:lnTo>
                          <a:lnTo>
                            <a:pt x="47" y="115"/>
                          </a:lnTo>
                          <a:lnTo>
                            <a:pt x="49" y="115"/>
                          </a:lnTo>
                          <a:lnTo>
                            <a:pt x="51" y="115"/>
                          </a:lnTo>
                          <a:lnTo>
                            <a:pt x="54" y="118"/>
                          </a:lnTo>
                          <a:lnTo>
                            <a:pt x="60" y="118"/>
                          </a:lnTo>
                          <a:lnTo>
                            <a:pt x="64" y="122"/>
                          </a:lnTo>
                          <a:lnTo>
                            <a:pt x="61" y="124"/>
                          </a:lnTo>
                          <a:lnTo>
                            <a:pt x="62" y="125"/>
                          </a:lnTo>
                          <a:lnTo>
                            <a:pt x="62" y="129"/>
                          </a:lnTo>
                          <a:lnTo>
                            <a:pt x="62" y="130"/>
                          </a:lnTo>
                          <a:lnTo>
                            <a:pt x="66" y="134"/>
                          </a:lnTo>
                          <a:lnTo>
                            <a:pt x="62" y="133"/>
                          </a:lnTo>
                          <a:lnTo>
                            <a:pt x="62" y="134"/>
                          </a:lnTo>
                          <a:lnTo>
                            <a:pt x="65" y="137"/>
                          </a:lnTo>
                          <a:lnTo>
                            <a:pt x="65" y="139"/>
                          </a:lnTo>
                          <a:lnTo>
                            <a:pt x="61" y="137"/>
                          </a:lnTo>
                          <a:lnTo>
                            <a:pt x="58" y="137"/>
                          </a:lnTo>
                          <a:lnTo>
                            <a:pt x="54" y="139"/>
                          </a:lnTo>
                          <a:lnTo>
                            <a:pt x="54" y="141"/>
                          </a:lnTo>
                          <a:lnTo>
                            <a:pt x="51" y="144"/>
                          </a:lnTo>
                          <a:lnTo>
                            <a:pt x="51" y="147"/>
                          </a:lnTo>
                          <a:lnTo>
                            <a:pt x="50" y="147"/>
                          </a:lnTo>
                          <a:lnTo>
                            <a:pt x="46" y="152"/>
                          </a:lnTo>
                          <a:lnTo>
                            <a:pt x="45" y="156"/>
                          </a:lnTo>
                          <a:lnTo>
                            <a:pt x="45" y="156"/>
                          </a:lnTo>
                          <a:lnTo>
                            <a:pt x="43" y="155"/>
                          </a:lnTo>
                          <a:lnTo>
                            <a:pt x="42" y="155"/>
                          </a:lnTo>
                          <a:lnTo>
                            <a:pt x="43" y="158"/>
                          </a:lnTo>
                          <a:lnTo>
                            <a:pt x="42" y="160"/>
                          </a:lnTo>
                          <a:lnTo>
                            <a:pt x="39" y="160"/>
                          </a:lnTo>
                          <a:lnTo>
                            <a:pt x="38" y="163"/>
                          </a:lnTo>
                          <a:lnTo>
                            <a:pt x="38" y="167"/>
                          </a:lnTo>
                          <a:lnTo>
                            <a:pt x="41" y="168"/>
                          </a:lnTo>
                          <a:lnTo>
                            <a:pt x="36" y="167"/>
                          </a:lnTo>
                          <a:lnTo>
                            <a:pt x="36" y="166"/>
                          </a:lnTo>
                          <a:lnTo>
                            <a:pt x="34" y="166"/>
                          </a:lnTo>
                          <a:lnTo>
                            <a:pt x="32" y="170"/>
                          </a:lnTo>
                          <a:lnTo>
                            <a:pt x="34" y="171"/>
                          </a:lnTo>
                          <a:lnTo>
                            <a:pt x="31" y="170"/>
                          </a:lnTo>
                          <a:lnTo>
                            <a:pt x="31" y="171"/>
                          </a:lnTo>
                          <a:lnTo>
                            <a:pt x="32" y="173"/>
                          </a:lnTo>
                          <a:lnTo>
                            <a:pt x="32" y="174"/>
                          </a:lnTo>
                          <a:lnTo>
                            <a:pt x="31" y="177"/>
                          </a:lnTo>
                          <a:lnTo>
                            <a:pt x="30" y="178"/>
                          </a:lnTo>
                          <a:lnTo>
                            <a:pt x="28" y="179"/>
                          </a:lnTo>
                          <a:lnTo>
                            <a:pt x="27" y="178"/>
                          </a:lnTo>
                          <a:lnTo>
                            <a:pt x="26" y="178"/>
                          </a:lnTo>
                          <a:lnTo>
                            <a:pt x="24" y="177"/>
                          </a:lnTo>
                          <a:lnTo>
                            <a:pt x="23" y="178"/>
                          </a:lnTo>
                          <a:lnTo>
                            <a:pt x="23" y="179"/>
                          </a:lnTo>
                          <a:lnTo>
                            <a:pt x="21" y="181"/>
                          </a:lnTo>
                          <a:lnTo>
                            <a:pt x="23" y="183"/>
                          </a:lnTo>
                          <a:lnTo>
                            <a:pt x="21" y="186"/>
                          </a:lnTo>
                          <a:lnTo>
                            <a:pt x="20" y="187"/>
                          </a:lnTo>
                          <a:lnTo>
                            <a:pt x="19" y="189"/>
                          </a:lnTo>
                          <a:lnTo>
                            <a:pt x="20" y="192"/>
                          </a:lnTo>
                          <a:lnTo>
                            <a:pt x="20" y="193"/>
                          </a:lnTo>
                          <a:lnTo>
                            <a:pt x="20" y="196"/>
                          </a:lnTo>
                          <a:lnTo>
                            <a:pt x="20" y="197"/>
                          </a:lnTo>
                          <a:lnTo>
                            <a:pt x="21" y="197"/>
                          </a:lnTo>
                          <a:lnTo>
                            <a:pt x="23" y="198"/>
                          </a:lnTo>
                          <a:lnTo>
                            <a:pt x="23" y="201"/>
                          </a:lnTo>
                          <a:lnTo>
                            <a:pt x="23" y="202"/>
                          </a:lnTo>
                          <a:lnTo>
                            <a:pt x="23" y="205"/>
                          </a:lnTo>
                          <a:lnTo>
                            <a:pt x="23" y="206"/>
                          </a:lnTo>
                          <a:lnTo>
                            <a:pt x="26" y="211"/>
                          </a:lnTo>
                          <a:lnTo>
                            <a:pt x="27" y="212"/>
                          </a:lnTo>
                          <a:lnTo>
                            <a:pt x="26" y="215"/>
                          </a:lnTo>
                          <a:lnTo>
                            <a:pt x="28" y="217"/>
                          </a:lnTo>
                          <a:lnTo>
                            <a:pt x="26" y="219"/>
                          </a:lnTo>
                          <a:lnTo>
                            <a:pt x="27" y="223"/>
                          </a:lnTo>
                          <a:lnTo>
                            <a:pt x="26" y="224"/>
                          </a:lnTo>
                          <a:lnTo>
                            <a:pt x="26" y="230"/>
                          </a:lnTo>
                          <a:lnTo>
                            <a:pt x="27" y="232"/>
                          </a:lnTo>
                          <a:lnTo>
                            <a:pt x="26" y="235"/>
                          </a:lnTo>
                          <a:lnTo>
                            <a:pt x="26" y="238"/>
                          </a:lnTo>
                          <a:lnTo>
                            <a:pt x="27" y="239"/>
                          </a:lnTo>
                          <a:lnTo>
                            <a:pt x="30" y="238"/>
                          </a:lnTo>
                          <a:lnTo>
                            <a:pt x="31" y="239"/>
                          </a:lnTo>
                          <a:lnTo>
                            <a:pt x="32" y="236"/>
                          </a:lnTo>
                          <a:lnTo>
                            <a:pt x="35" y="240"/>
                          </a:lnTo>
                          <a:lnTo>
                            <a:pt x="38" y="240"/>
                          </a:lnTo>
                          <a:lnTo>
                            <a:pt x="39" y="242"/>
                          </a:lnTo>
                          <a:lnTo>
                            <a:pt x="43" y="240"/>
                          </a:lnTo>
                          <a:lnTo>
                            <a:pt x="45" y="242"/>
                          </a:lnTo>
                          <a:lnTo>
                            <a:pt x="43" y="243"/>
                          </a:lnTo>
                          <a:lnTo>
                            <a:pt x="45" y="243"/>
                          </a:lnTo>
                          <a:lnTo>
                            <a:pt x="49" y="242"/>
                          </a:lnTo>
                          <a:lnTo>
                            <a:pt x="49" y="243"/>
                          </a:lnTo>
                          <a:lnTo>
                            <a:pt x="47" y="246"/>
                          </a:lnTo>
                          <a:lnTo>
                            <a:pt x="50" y="251"/>
                          </a:lnTo>
                          <a:lnTo>
                            <a:pt x="51" y="253"/>
                          </a:lnTo>
                          <a:lnTo>
                            <a:pt x="50" y="255"/>
                          </a:lnTo>
                          <a:lnTo>
                            <a:pt x="51" y="255"/>
                          </a:lnTo>
                          <a:lnTo>
                            <a:pt x="53" y="251"/>
                          </a:lnTo>
                          <a:lnTo>
                            <a:pt x="54" y="251"/>
                          </a:lnTo>
                          <a:lnTo>
                            <a:pt x="54" y="253"/>
                          </a:lnTo>
                          <a:lnTo>
                            <a:pt x="57" y="251"/>
                          </a:lnTo>
                          <a:lnTo>
                            <a:pt x="60" y="251"/>
                          </a:lnTo>
                          <a:lnTo>
                            <a:pt x="64" y="249"/>
                          </a:lnTo>
                          <a:lnTo>
                            <a:pt x="66" y="249"/>
                          </a:lnTo>
                          <a:lnTo>
                            <a:pt x="72" y="245"/>
                          </a:lnTo>
                          <a:lnTo>
                            <a:pt x="72" y="243"/>
                          </a:lnTo>
                          <a:lnTo>
                            <a:pt x="76" y="245"/>
                          </a:lnTo>
                          <a:lnTo>
                            <a:pt x="79" y="243"/>
                          </a:lnTo>
                          <a:lnTo>
                            <a:pt x="81" y="240"/>
                          </a:lnTo>
                          <a:lnTo>
                            <a:pt x="81" y="242"/>
                          </a:lnTo>
                          <a:lnTo>
                            <a:pt x="80" y="243"/>
                          </a:lnTo>
                          <a:lnTo>
                            <a:pt x="81" y="245"/>
                          </a:lnTo>
                          <a:lnTo>
                            <a:pt x="83" y="240"/>
                          </a:lnTo>
                          <a:lnTo>
                            <a:pt x="84" y="242"/>
                          </a:lnTo>
                          <a:lnTo>
                            <a:pt x="83" y="238"/>
                          </a:lnTo>
                          <a:lnTo>
                            <a:pt x="84" y="238"/>
                          </a:lnTo>
                          <a:lnTo>
                            <a:pt x="85" y="240"/>
                          </a:lnTo>
                          <a:lnTo>
                            <a:pt x="87" y="240"/>
                          </a:lnTo>
                          <a:lnTo>
                            <a:pt x="88" y="238"/>
                          </a:lnTo>
                          <a:lnTo>
                            <a:pt x="89" y="242"/>
                          </a:lnTo>
                          <a:lnTo>
                            <a:pt x="91" y="240"/>
                          </a:lnTo>
                          <a:lnTo>
                            <a:pt x="91" y="239"/>
                          </a:lnTo>
                          <a:lnTo>
                            <a:pt x="94" y="239"/>
                          </a:lnTo>
                          <a:lnTo>
                            <a:pt x="94" y="240"/>
                          </a:lnTo>
                          <a:lnTo>
                            <a:pt x="95" y="239"/>
                          </a:lnTo>
                          <a:lnTo>
                            <a:pt x="99" y="238"/>
                          </a:lnTo>
                          <a:lnTo>
                            <a:pt x="102" y="240"/>
                          </a:lnTo>
                          <a:lnTo>
                            <a:pt x="106" y="239"/>
                          </a:lnTo>
                          <a:lnTo>
                            <a:pt x="106" y="238"/>
                          </a:lnTo>
                          <a:lnTo>
                            <a:pt x="104" y="236"/>
                          </a:lnTo>
                          <a:lnTo>
                            <a:pt x="106" y="236"/>
                          </a:lnTo>
                          <a:lnTo>
                            <a:pt x="108" y="236"/>
                          </a:lnTo>
                          <a:lnTo>
                            <a:pt x="108" y="238"/>
                          </a:lnTo>
                          <a:lnTo>
                            <a:pt x="111" y="239"/>
                          </a:lnTo>
                          <a:lnTo>
                            <a:pt x="111" y="239"/>
                          </a:lnTo>
                          <a:lnTo>
                            <a:pt x="113" y="236"/>
                          </a:lnTo>
                          <a:lnTo>
                            <a:pt x="113" y="236"/>
                          </a:lnTo>
                          <a:close/>
                          <a:moveTo>
                            <a:pt x="60" y="133"/>
                          </a:moveTo>
                          <a:lnTo>
                            <a:pt x="58" y="134"/>
                          </a:lnTo>
                          <a:lnTo>
                            <a:pt x="55" y="134"/>
                          </a:lnTo>
                          <a:lnTo>
                            <a:pt x="54" y="132"/>
                          </a:lnTo>
                          <a:lnTo>
                            <a:pt x="57" y="129"/>
                          </a:lnTo>
                          <a:lnTo>
                            <a:pt x="61" y="130"/>
                          </a:lnTo>
                          <a:lnTo>
                            <a:pt x="61" y="132"/>
                          </a:lnTo>
                          <a:lnTo>
                            <a:pt x="58" y="132"/>
                          </a:lnTo>
                          <a:lnTo>
                            <a:pt x="60" y="133"/>
                          </a:lnTo>
                          <a:lnTo>
                            <a:pt x="60" y="133"/>
                          </a:lnTo>
                          <a:close/>
                          <a:moveTo>
                            <a:pt x="19" y="174"/>
                          </a:moveTo>
                          <a:lnTo>
                            <a:pt x="20" y="171"/>
                          </a:lnTo>
                          <a:lnTo>
                            <a:pt x="21" y="174"/>
                          </a:lnTo>
                          <a:lnTo>
                            <a:pt x="20" y="174"/>
                          </a:lnTo>
                          <a:lnTo>
                            <a:pt x="19" y="174"/>
                          </a:lnTo>
                          <a:lnTo>
                            <a:pt x="19" y="174"/>
                          </a:lnTo>
                          <a:close/>
                          <a:moveTo>
                            <a:pt x="17" y="175"/>
                          </a:moveTo>
                          <a:lnTo>
                            <a:pt x="20" y="177"/>
                          </a:lnTo>
                          <a:lnTo>
                            <a:pt x="21" y="175"/>
                          </a:lnTo>
                          <a:lnTo>
                            <a:pt x="21" y="178"/>
                          </a:lnTo>
                          <a:lnTo>
                            <a:pt x="19" y="179"/>
                          </a:lnTo>
                          <a:lnTo>
                            <a:pt x="17" y="178"/>
                          </a:lnTo>
                          <a:lnTo>
                            <a:pt x="17" y="175"/>
                          </a:lnTo>
                          <a:lnTo>
                            <a:pt x="17" y="175"/>
                          </a:lnTo>
                          <a:close/>
                          <a:moveTo>
                            <a:pt x="47" y="250"/>
                          </a:moveTo>
                          <a:lnTo>
                            <a:pt x="47" y="253"/>
                          </a:lnTo>
                          <a:lnTo>
                            <a:pt x="46" y="254"/>
                          </a:lnTo>
                          <a:lnTo>
                            <a:pt x="45" y="253"/>
                          </a:lnTo>
                          <a:lnTo>
                            <a:pt x="46" y="251"/>
                          </a:lnTo>
                          <a:lnTo>
                            <a:pt x="47" y="250"/>
                          </a:lnTo>
                          <a:lnTo>
                            <a:pt x="47" y="250"/>
                          </a:lnTo>
                          <a:close/>
                          <a:moveTo>
                            <a:pt x="43" y="247"/>
                          </a:moveTo>
                          <a:lnTo>
                            <a:pt x="43" y="247"/>
                          </a:lnTo>
                          <a:lnTo>
                            <a:pt x="45" y="249"/>
                          </a:lnTo>
                          <a:lnTo>
                            <a:pt x="43" y="249"/>
                          </a:lnTo>
                          <a:lnTo>
                            <a:pt x="43" y="247"/>
                          </a:lnTo>
                          <a:lnTo>
                            <a:pt x="43" y="247"/>
                          </a:lnTo>
                          <a:close/>
                          <a:moveTo>
                            <a:pt x="38" y="245"/>
                          </a:moveTo>
                          <a:lnTo>
                            <a:pt x="42" y="243"/>
                          </a:lnTo>
                          <a:lnTo>
                            <a:pt x="42" y="245"/>
                          </a:lnTo>
                          <a:lnTo>
                            <a:pt x="39" y="247"/>
                          </a:lnTo>
                          <a:lnTo>
                            <a:pt x="38" y="246"/>
                          </a:lnTo>
                          <a:lnTo>
                            <a:pt x="38" y="245"/>
                          </a:lnTo>
                          <a:lnTo>
                            <a:pt x="38" y="245"/>
                          </a:lnTo>
                          <a:close/>
                          <a:moveTo>
                            <a:pt x="32" y="239"/>
                          </a:moveTo>
                          <a:lnTo>
                            <a:pt x="35" y="242"/>
                          </a:lnTo>
                          <a:lnTo>
                            <a:pt x="34" y="243"/>
                          </a:lnTo>
                          <a:lnTo>
                            <a:pt x="32" y="242"/>
                          </a:lnTo>
                          <a:lnTo>
                            <a:pt x="32" y="239"/>
                          </a:lnTo>
                          <a:lnTo>
                            <a:pt x="32" y="239"/>
                          </a:lnTo>
                          <a:close/>
                          <a:moveTo>
                            <a:pt x="26" y="240"/>
                          </a:moveTo>
                          <a:lnTo>
                            <a:pt x="28" y="240"/>
                          </a:lnTo>
                          <a:lnTo>
                            <a:pt x="27" y="242"/>
                          </a:lnTo>
                          <a:lnTo>
                            <a:pt x="27" y="242"/>
                          </a:lnTo>
                          <a:lnTo>
                            <a:pt x="26" y="240"/>
                          </a:lnTo>
                          <a:lnTo>
                            <a:pt x="26" y="240"/>
                          </a:lnTo>
                          <a:close/>
                          <a:moveTo>
                            <a:pt x="7" y="245"/>
                          </a:moveTo>
                          <a:lnTo>
                            <a:pt x="9" y="246"/>
                          </a:lnTo>
                          <a:lnTo>
                            <a:pt x="11" y="245"/>
                          </a:lnTo>
                          <a:lnTo>
                            <a:pt x="9" y="243"/>
                          </a:lnTo>
                          <a:lnTo>
                            <a:pt x="9" y="240"/>
                          </a:lnTo>
                          <a:lnTo>
                            <a:pt x="11" y="240"/>
                          </a:lnTo>
                          <a:lnTo>
                            <a:pt x="15" y="243"/>
                          </a:lnTo>
                          <a:lnTo>
                            <a:pt x="15" y="246"/>
                          </a:lnTo>
                          <a:lnTo>
                            <a:pt x="13" y="246"/>
                          </a:lnTo>
                          <a:lnTo>
                            <a:pt x="12" y="247"/>
                          </a:lnTo>
                          <a:lnTo>
                            <a:pt x="13" y="249"/>
                          </a:lnTo>
                          <a:lnTo>
                            <a:pt x="15" y="249"/>
                          </a:lnTo>
                          <a:lnTo>
                            <a:pt x="16" y="251"/>
                          </a:lnTo>
                          <a:lnTo>
                            <a:pt x="15" y="253"/>
                          </a:lnTo>
                          <a:lnTo>
                            <a:pt x="12" y="250"/>
                          </a:lnTo>
                          <a:lnTo>
                            <a:pt x="9" y="249"/>
                          </a:lnTo>
                          <a:lnTo>
                            <a:pt x="8" y="247"/>
                          </a:lnTo>
                          <a:lnTo>
                            <a:pt x="5" y="246"/>
                          </a:lnTo>
                          <a:lnTo>
                            <a:pt x="7" y="245"/>
                          </a:ln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grpSp>
              <p:sp>
                <p:nvSpPr>
                  <p:cNvPr id="151" name="Freeform 783">
                    <a:extLst>
                      <a:ext uri="{FF2B5EF4-FFF2-40B4-BE49-F238E27FC236}">
                        <a16:creationId xmlns:a16="http://schemas.microsoft.com/office/drawing/2014/main" id="{886FFAD6-18DB-5758-8005-E707EADE924E}"/>
                      </a:ext>
                    </a:extLst>
                  </p:cNvPr>
                  <p:cNvSpPr>
                    <a:spLocks/>
                  </p:cNvSpPr>
                  <p:nvPr/>
                </p:nvSpPr>
                <p:spPr bwMode="auto">
                  <a:xfrm>
                    <a:off x="9310696" y="2223235"/>
                    <a:ext cx="108494" cy="118019"/>
                  </a:xfrm>
                  <a:custGeom>
                    <a:avLst/>
                    <a:gdLst/>
                    <a:ahLst/>
                    <a:cxnLst>
                      <a:cxn ang="0">
                        <a:pos x="43" y="2"/>
                      </a:cxn>
                      <a:cxn ang="0">
                        <a:pos x="50" y="8"/>
                      </a:cxn>
                      <a:cxn ang="0">
                        <a:pos x="53" y="14"/>
                      </a:cxn>
                      <a:cxn ang="0">
                        <a:pos x="58" y="11"/>
                      </a:cxn>
                      <a:cxn ang="0">
                        <a:pos x="65" y="13"/>
                      </a:cxn>
                      <a:cxn ang="0">
                        <a:pos x="59" y="18"/>
                      </a:cxn>
                      <a:cxn ang="0">
                        <a:pos x="67" y="21"/>
                      </a:cxn>
                      <a:cxn ang="0">
                        <a:pos x="78" y="15"/>
                      </a:cxn>
                      <a:cxn ang="0">
                        <a:pos x="82" y="10"/>
                      </a:cxn>
                      <a:cxn ang="0">
                        <a:pos x="82" y="13"/>
                      </a:cxn>
                      <a:cxn ang="0">
                        <a:pos x="88" y="13"/>
                      </a:cxn>
                      <a:cxn ang="0">
                        <a:pos x="96" y="18"/>
                      </a:cxn>
                      <a:cxn ang="0">
                        <a:pos x="103" y="23"/>
                      </a:cxn>
                      <a:cxn ang="0">
                        <a:pos x="111" y="32"/>
                      </a:cxn>
                      <a:cxn ang="0">
                        <a:pos x="111" y="45"/>
                      </a:cxn>
                      <a:cxn ang="0">
                        <a:pos x="114" y="56"/>
                      </a:cxn>
                      <a:cxn ang="0">
                        <a:pos x="118" y="67"/>
                      </a:cxn>
                      <a:cxn ang="0">
                        <a:pos x="114" y="76"/>
                      </a:cxn>
                      <a:cxn ang="0">
                        <a:pos x="104" y="79"/>
                      </a:cxn>
                      <a:cxn ang="0">
                        <a:pos x="92" y="85"/>
                      </a:cxn>
                      <a:cxn ang="0">
                        <a:pos x="81" y="87"/>
                      </a:cxn>
                      <a:cxn ang="0">
                        <a:pos x="86" y="98"/>
                      </a:cxn>
                      <a:cxn ang="0">
                        <a:pos x="95" y="108"/>
                      </a:cxn>
                      <a:cxn ang="0">
                        <a:pos x="103" y="123"/>
                      </a:cxn>
                      <a:cxn ang="0">
                        <a:pos x="92" y="131"/>
                      </a:cxn>
                      <a:cxn ang="0">
                        <a:pos x="95" y="139"/>
                      </a:cxn>
                      <a:cxn ang="0">
                        <a:pos x="82" y="138"/>
                      </a:cxn>
                      <a:cxn ang="0">
                        <a:pos x="72" y="140"/>
                      </a:cxn>
                      <a:cxn ang="0">
                        <a:pos x="62" y="140"/>
                      </a:cxn>
                      <a:cxn ang="0">
                        <a:pos x="53" y="140"/>
                      </a:cxn>
                      <a:cxn ang="0">
                        <a:pos x="44" y="138"/>
                      </a:cxn>
                      <a:cxn ang="0">
                        <a:pos x="39" y="135"/>
                      </a:cxn>
                      <a:cxn ang="0">
                        <a:pos x="32" y="138"/>
                      </a:cxn>
                      <a:cxn ang="0">
                        <a:pos x="25" y="136"/>
                      </a:cxn>
                      <a:cxn ang="0">
                        <a:pos x="27" y="124"/>
                      </a:cxn>
                      <a:cxn ang="0">
                        <a:pos x="28" y="112"/>
                      </a:cxn>
                      <a:cxn ang="0">
                        <a:pos x="17" y="110"/>
                      </a:cxn>
                      <a:cxn ang="0">
                        <a:pos x="10" y="108"/>
                      </a:cxn>
                      <a:cxn ang="0">
                        <a:pos x="6" y="100"/>
                      </a:cxn>
                      <a:cxn ang="0">
                        <a:pos x="4" y="89"/>
                      </a:cxn>
                      <a:cxn ang="0">
                        <a:pos x="1" y="78"/>
                      </a:cxn>
                      <a:cxn ang="0">
                        <a:pos x="1" y="66"/>
                      </a:cxn>
                      <a:cxn ang="0">
                        <a:pos x="12" y="60"/>
                      </a:cxn>
                      <a:cxn ang="0">
                        <a:pos x="14" y="52"/>
                      </a:cxn>
                      <a:cxn ang="0">
                        <a:pos x="10" y="48"/>
                      </a:cxn>
                      <a:cxn ang="0">
                        <a:pos x="17" y="41"/>
                      </a:cxn>
                      <a:cxn ang="0">
                        <a:pos x="19" y="36"/>
                      </a:cxn>
                      <a:cxn ang="0">
                        <a:pos x="14" y="30"/>
                      </a:cxn>
                      <a:cxn ang="0">
                        <a:pos x="25" y="28"/>
                      </a:cxn>
                      <a:cxn ang="0">
                        <a:pos x="28" y="29"/>
                      </a:cxn>
                      <a:cxn ang="0">
                        <a:pos x="31" y="32"/>
                      </a:cxn>
                      <a:cxn ang="0">
                        <a:pos x="32" y="26"/>
                      </a:cxn>
                      <a:cxn ang="0">
                        <a:pos x="42" y="23"/>
                      </a:cxn>
                      <a:cxn ang="0">
                        <a:pos x="42" y="22"/>
                      </a:cxn>
                      <a:cxn ang="0">
                        <a:pos x="39" y="17"/>
                      </a:cxn>
                      <a:cxn ang="0">
                        <a:pos x="33" y="10"/>
                      </a:cxn>
                      <a:cxn ang="0">
                        <a:pos x="36" y="4"/>
                      </a:cxn>
                      <a:cxn ang="0">
                        <a:pos x="32" y="0"/>
                      </a:cxn>
                    </a:cxnLst>
                    <a:rect l="0" t="0" r="r" b="b"/>
                    <a:pathLst>
                      <a:path w="119" h="142">
                        <a:moveTo>
                          <a:pt x="32" y="0"/>
                        </a:moveTo>
                        <a:lnTo>
                          <a:pt x="36" y="0"/>
                        </a:lnTo>
                        <a:lnTo>
                          <a:pt x="42" y="2"/>
                        </a:lnTo>
                        <a:lnTo>
                          <a:pt x="43" y="2"/>
                        </a:lnTo>
                        <a:lnTo>
                          <a:pt x="46" y="2"/>
                        </a:lnTo>
                        <a:lnTo>
                          <a:pt x="48" y="4"/>
                        </a:lnTo>
                        <a:lnTo>
                          <a:pt x="51" y="4"/>
                        </a:lnTo>
                        <a:lnTo>
                          <a:pt x="50" y="8"/>
                        </a:lnTo>
                        <a:lnTo>
                          <a:pt x="48" y="10"/>
                        </a:lnTo>
                        <a:lnTo>
                          <a:pt x="48" y="11"/>
                        </a:lnTo>
                        <a:lnTo>
                          <a:pt x="51" y="13"/>
                        </a:lnTo>
                        <a:lnTo>
                          <a:pt x="53" y="14"/>
                        </a:lnTo>
                        <a:lnTo>
                          <a:pt x="54" y="13"/>
                        </a:lnTo>
                        <a:lnTo>
                          <a:pt x="55" y="11"/>
                        </a:lnTo>
                        <a:lnTo>
                          <a:pt x="57" y="10"/>
                        </a:lnTo>
                        <a:lnTo>
                          <a:pt x="58" y="11"/>
                        </a:lnTo>
                        <a:lnTo>
                          <a:pt x="61" y="14"/>
                        </a:lnTo>
                        <a:lnTo>
                          <a:pt x="62" y="14"/>
                        </a:lnTo>
                        <a:lnTo>
                          <a:pt x="63" y="11"/>
                        </a:lnTo>
                        <a:lnTo>
                          <a:pt x="65" y="13"/>
                        </a:lnTo>
                        <a:lnTo>
                          <a:pt x="65" y="15"/>
                        </a:lnTo>
                        <a:lnTo>
                          <a:pt x="63" y="17"/>
                        </a:lnTo>
                        <a:lnTo>
                          <a:pt x="62" y="17"/>
                        </a:lnTo>
                        <a:lnTo>
                          <a:pt x="59" y="18"/>
                        </a:lnTo>
                        <a:lnTo>
                          <a:pt x="62" y="19"/>
                        </a:lnTo>
                        <a:lnTo>
                          <a:pt x="63" y="19"/>
                        </a:lnTo>
                        <a:lnTo>
                          <a:pt x="66" y="19"/>
                        </a:lnTo>
                        <a:lnTo>
                          <a:pt x="67" y="21"/>
                        </a:lnTo>
                        <a:lnTo>
                          <a:pt x="70" y="21"/>
                        </a:lnTo>
                        <a:lnTo>
                          <a:pt x="72" y="18"/>
                        </a:lnTo>
                        <a:lnTo>
                          <a:pt x="73" y="15"/>
                        </a:lnTo>
                        <a:lnTo>
                          <a:pt x="78" y="15"/>
                        </a:lnTo>
                        <a:lnTo>
                          <a:pt x="78" y="14"/>
                        </a:lnTo>
                        <a:lnTo>
                          <a:pt x="81" y="13"/>
                        </a:lnTo>
                        <a:lnTo>
                          <a:pt x="81" y="11"/>
                        </a:lnTo>
                        <a:lnTo>
                          <a:pt x="82" y="10"/>
                        </a:lnTo>
                        <a:lnTo>
                          <a:pt x="86" y="10"/>
                        </a:lnTo>
                        <a:lnTo>
                          <a:pt x="84" y="11"/>
                        </a:lnTo>
                        <a:lnTo>
                          <a:pt x="82" y="13"/>
                        </a:lnTo>
                        <a:lnTo>
                          <a:pt x="82" y="13"/>
                        </a:lnTo>
                        <a:lnTo>
                          <a:pt x="81" y="14"/>
                        </a:lnTo>
                        <a:lnTo>
                          <a:pt x="81" y="15"/>
                        </a:lnTo>
                        <a:lnTo>
                          <a:pt x="84" y="13"/>
                        </a:lnTo>
                        <a:lnTo>
                          <a:pt x="88" y="13"/>
                        </a:lnTo>
                        <a:lnTo>
                          <a:pt x="89" y="13"/>
                        </a:lnTo>
                        <a:lnTo>
                          <a:pt x="89" y="14"/>
                        </a:lnTo>
                        <a:lnTo>
                          <a:pt x="92" y="14"/>
                        </a:lnTo>
                        <a:lnTo>
                          <a:pt x="96" y="18"/>
                        </a:lnTo>
                        <a:lnTo>
                          <a:pt x="99" y="17"/>
                        </a:lnTo>
                        <a:lnTo>
                          <a:pt x="100" y="19"/>
                        </a:lnTo>
                        <a:lnTo>
                          <a:pt x="100" y="22"/>
                        </a:lnTo>
                        <a:lnTo>
                          <a:pt x="103" y="23"/>
                        </a:lnTo>
                        <a:lnTo>
                          <a:pt x="104" y="23"/>
                        </a:lnTo>
                        <a:lnTo>
                          <a:pt x="107" y="25"/>
                        </a:lnTo>
                        <a:lnTo>
                          <a:pt x="110" y="25"/>
                        </a:lnTo>
                        <a:lnTo>
                          <a:pt x="111" y="32"/>
                        </a:lnTo>
                        <a:lnTo>
                          <a:pt x="110" y="36"/>
                        </a:lnTo>
                        <a:lnTo>
                          <a:pt x="105" y="38"/>
                        </a:lnTo>
                        <a:lnTo>
                          <a:pt x="105" y="40"/>
                        </a:lnTo>
                        <a:lnTo>
                          <a:pt x="111" y="45"/>
                        </a:lnTo>
                        <a:lnTo>
                          <a:pt x="110" y="48"/>
                        </a:lnTo>
                        <a:lnTo>
                          <a:pt x="112" y="51"/>
                        </a:lnTo>
                        <a:lnTo>
                          <a:pt x="112" y="52"/>
                        </a:lnTo>
                        <a:lnTo>
                          <a:pt x="114" y="56"/>
                        </a:lnTo>
                        <a:lnTo>
                          <a:pt x="112" y="57"/>
                        </a:lnTo>
                        <a:lnTo>
                          <a:pt x="115" y="64"/>
                        </a:lnTo>
                        <a:lnTo>
                          <a:pt x="116" y="66"/>
                        </a:lnTo>
                        <a:lnTo>
                          <a:pt x="118" y="67"/>
                        </a:lnTo>
                        <a:lnTo>
                          <a:pt x="119" y="75"/>
                        </a:lnTo>
                        <a:lnTo>
                          <a:pt x="118" y="76"/>
                        </a:lnTo>
                        <a:lnTo>
                          <a:pt x="115" y="76"/>
                        </a:lnTo>
                        <a:lnTo>
                          <a:pt x="114" y="76"/>
                        </a:lnTo>
                        <a:lnTo>
                          <a:pt x="108" y="76"/>
                        </a:lnTo>
                        <a:lnTo>
                          <a:pt x="108" y="79"/>
                        </a:lnTo>
                        <a:lnTo>
                          <a:pt x="107" y="81"/>
                        </a:lnTo>
                        <a:lnTo>
                          <a:pt x="104" y="79"/>
                        </a:lnTo>
                        <a:lnTo>
                          <a:pt x="100" y="79"/>
                        </a:lnTo>
                        <a:lnTo>
                          <a:pt x="99" y="82"/>
                        </a:lnTo>
                        <a:lnTo>
                          <a:pt x="95" y="82"/>
                        </a:lnTo>
                        <a:lnTo>
                          <a:pt x="92" y="85"/>
                        </a:lnTo>
                        <a:lnTo>
                          <a:pt x="91" y="86"/>
                        </a:lnTo>
                        <a:lnTo>
                          <a:pt x="85" y="90"/>
                        </a:lnTo>
                        <a:lnTo>
                          <a:pt x="82" y="89"/>
                        </a:lnTo>
                        <a:lnTo>
                          <a:pt x="81" y="87"/>
                        </a:lnTo>
                        <a:lnTo>
                          <a:pt x="80" y="89"/>
                        </a:lnTo>
                        <a:lnTo>
                          <a:pt x="80" y="91"/>
                        </a:lnTo>
                        <a:lnTo>
                          <a:pt x="84" y="93"/>
                        </a:lnTo>
                        <a:lnTo>
                          <a:pt x="86" y="98"/>
                        </a:lnTo>
                        <a:lnTo>
                          <a:pt x="86" y="101"/>
                        </a:lnTo>
                        <a:lnTo>
                          <a:pt x="88" y="104"/>
                        </a:lnTo>
                        <a:lnTo>
                          <a:pt x="91" y="105"/>
                        </a:lnTo>
                        <a:lnTo>
                          <a:pt x="95" y="108"/>
                        </a:lnTo>
                        <a:lnTo>
                          <a:pt x="97" y="110"/>
                        </a:lnTo>
                        <a:lnTo>
                          <a:pt x="104" y="117"/>
                        </a:lnTo>
                        <a:lnTo>
                          <a:pt x="103" y="119"/>
                        </a:lnTo>
                        <a:lnTo>
                          <a:pt x="103" y="123"/>
                        </a:lnTo>
                        <a:lnTo>
                          <a:pt x="101" y="123"/>
                        </a:lnTo>
                        <a:lnTo>
                          <a:pt x="99" y="125"/>
                        </a:lnTo>
                        <a:lnTo>
                          <a:pt x="96" y="127"/>
                        </a:lnTo>
                        <a:lnTo>
                          <a:pt x="92" y="131"/>
                        </a:lnTo>
                        <a:lnTo>
                          <a:pt x="92" y="133"/>
                        </a:lnTo>
                        <a:lnTo>
                          <a:pt x="96" y="135"/>
                        </a:lnTo>
                        <a:lnTo>
                          <a:pt x="96" y="138"/>
                        </a:lnTo>
                        <a:lnTo>
                          <a:pt x="95" y="139"/>
                        </a:lnTo>
                        <a:lnTo>
                          <a:pt x="92" y="136"/>
                        </a:lnTo>
                        <a:lnTo>
                          <a:pt x="88" y="138"/>
                        </a:lnTo>
                        <a:lnTo>
                          <a:pt x="85" y="136"/>
                        </a:lnTo>
                        <a:lnTo>
                          <a:pt x="82" y="138"/>
                        </a:lnTo>
                        <a:lnTo>
                          <a:pt x="78" y="140"/>
                        </a:lnTo>
                        <a:lnTo>
                          <a:pt x="76" y="140"/>
                        </a:lnTo>
                        <a:lnTo>
                          <a:pt x="73" y="140"/>
                        </a:lnTo>
                        <a:lnTo>
                          <a:pt x="72" y="140"/>
                        </a:lnTo>
                        <a:lnTo>
                          <a:pt x="69" y="139"/>
                        </a:lnTo>
                        <a:lnTo>
                          <a:pt x="65" y="139"/>
                        </a:lnTo>
                        <a:lnTo>
                          <a:pt x="61" y="139"/>
                        </a:lnTo>
                        <a:lnTo>
                          <a:pt x="62" y="140"/>
                        </a:lnTo>
                        <a:lnTo>
                          <a:pt x="61" y="142"/>
                        </a:lnTo>
                        <a:lnTo>
                          <a:pt x="57" y="142"/>
                        </a:lnTo>
                        <a:lnTo>
                          <a:pt x="55" y="139"/>
                        </a:lnTo>
                        <a:lnTo>
                          <a:pt x="53" y="140"/>
                        </a:lnTo>
                        <a:lnTo>
                          <a:pt x="51" y="140"/>
                        </a:lnTo>
                        <a:lnTo>
                          <a:pt x="50" y="140"/>
                        </a:lnTo>
                        <a:lnTo>
                          <a:pt x="48" y="140"/>
                        </a:lnTo>
                        <a:lnTo>
                          <a:pt x="44" y="138"/>
                        </a:lnTo>
                        <a:lnTo>
                          <a:pt x="43" y="136"/>
                        </a:lnTo>
                        <a:lnTo>
                          <a:pt x="42" y="138"/>
                        </a:lnTo>
                        <a:lnTo>
                          <a:pt x="40" y="138"/>
                        </a:lnTo>
                        <a:lnTo>
                          <a:pt x="39" y="135"/>
                        </a:lnTo>
                        <a:lnTo>
                          <a:pt x="36" y="136"/>
                        </a:lnTo>
                        <a:lnTo>
                          <a:pt x="36" y="138"/>
                        </a:lnTo>
                        <a:lnTo>
                          <a:pt x="35" y="139"/>
                        </a:lnTo>
                        <a:lnTo>
                          <a:pt x="32" y="138"/>
                        </a:lnTo>
                        <a:lnTo>
                          <a:pt x="29" y="140"/>
                        </a:lnTo>
                        <a:lnTo>
                          <a:pt x="27" y="139"/>
                        </a:lnTo>
                        <a:lnTo>
                          <a:pt x="27" y="139"/>
                        </a:lnTo>
                        <a:lnTo>
                          <a:pt x="25" y="136"/>
                        </a:lnTo>
                        <a:lnTo>
                          <a:pt x="23" y="135"/>
                        </a:lnTo>
                        <a:lnTo>
                          <a:pt x="23" y="131"/>
                        </a:lnTo>
                        <a:lnTo>
                          <a:pt x="24" y="125"/>
                        </a:lnTo>
                        <a:lnTo>
                          <a:pt x="27" y="124"/>
                        </a:lnTo>
                        <a:lnTo>
                          <a:pt x="27" y="121"/>
                        </a:lnTo>
                        <a:lnTo>
                          <a:pt x="28" y="117"/>
                        </a:lnTo>
                        <a:lnTo>
                          <a:pt x="31" y="114"/>
                        </a:lnTo>
                        <a:lnTo>
                          <a:pt x="28" y="112"/>
                        </a:lnTo>
                        <a:lnTo>
                          <a:pt x="25" y="112"/>
                        </a:lnTo>
                        <a:lnTo>
                          <a:pt x="23" y="110"/>
                        </a:lnTo>
                        <a:lnTo>
                          <a:pt x="20" y="112"/>
                        </a:lnTo>
                        <a:lnTo>
                          <a:pt x="17" y="110"/>
                        </a:lnTo>
                        <a:lnTo>
                          <a:pt x="16" y="110"/>
                        </a:lnTo>
                        <a:lnTo>
                          <a:pt x="13" y="112"/>
                        </a:lnTo>
                        <a:lnTo>
                          <a:pt x="10" y="109"/>
                        </a:lnTo>
                        <a:lnTo>
                          <a:pt x="10" y="108"/>
                        </a:lnTo>
                        <a:lnTo>
                          <a:pt x="8" y="106"/>
                        </a:lnTo>
                        <a:lnTo>
                          <a:pt x="8" y="106"/>
                        </a:lnTo>
                        <a:lnTo>
                          <a:pt x="8" y="101"/>
                        </a:lnTo>
                        <a:lnTo>
                          <a:pt x="6" y="100"/>
                        </a:lnTo>
                        <a:lnTo>
                          <a:pt x="6" y="97"/>
                        </a:lnTo>
                        <a:lnTo>
                          <a:pt x="2" y="93"/>
                        </a:lnTo>
                        <a:lnTo>
                          <a:pt x="2" y="93"/>
                        </a:lnTo>
                        <a:lnTo>
                          <a:pt x="4" y="89"/>
                        </a:lnTo>
                        <a:lnTo>
                          <a:pt x="1" y="86"/>
                        </a:lnTo>
                        <a:lnTo>
                          <a:pt x="2" y="85"/>
                        </a:lnTo>
                        <a:lnTo>
                          <a:pt x="0" y="81"/>
                        </a:lnTo>
                        <a:lnTo>
                          <a:pt x="1" y="78"/>
                        </a:lnTo>
                        <a:lnTo>
                          <a:pt x="0" y="78"/>
                        </a:lnTo>
                        <a:lnTo>
                          <a:pt x="1" y="75"/>
                        </a:lnTo>
                        <a:lnTo>
                          <a:pt x="2" y="70"/>
                        </a:lnTo>
                        <a:lnTo>
                          <a:pt x="1" y="66"/>
                        </a:lnTo>
                        <a:lnTo>
                          <a:pt x="4" y="63"/>
                        </a:lnTo>
                        <a:lnTo>
                          <a:pt x="5" y="60"/>
                        </a:lnTo>
                        <a:lnTo>
                          <a:pt x="9" y="60"/>
                        </a:lnTo>
                        <a:lnTo>
                          <a:pt x="12" y="60"/>
                        </a:lnTo>
                        <a:lnTo>
                          <a:pt x="14" y="59"/>
                        </a:lnTo>
                        <a:lnTo>
                          <a:pt x="13" y="56"/>
                        </a:lnTo>
                        <a:lnTo>
                          <a:pt x="14" y="56"/>
                        </a:lnTo>
                        <a:lnTo>
                          <a:pt x="14" y="52"/>
                        </a:lnTo>
                        <a:lnTo>
                          <a:pt x="16" y="51"/>
                        </a:lnTo>
                        <a:lnTo>
                          <a:pt x="14" y="49"/>
                        </a:lnTo>
                        <a:lnTo>
                          <a:pt x="10" y="49"/>
                        </a:lnTo>
                        <a:lnTo>
                          <a:pt x="10" y="48"/>
                        </a:lnTo>
                        <a:lnTo>
                          <a:pt x="12" y="45"/>
                        </a:lnTo>
                        <a:lnTo>
                          <a:pt x="14" y="47"/>
                        </a:lnTo>
                        <a:lnTo>
                          <a:pt x="17" y="45"/>
                        </a:lnTo>
                        <a:lnTo>
                          <a:pt x="17" y="41"/>
                        </a:lnTo>
                        <a:lnTo>
                          <a:pt x="17" y="40"/>
                        </a:lnTo>
                        <a:lnTo>
                          <a:pt x="19" y="37"/>
                        </a:lnTo>
                        <a:lnTo>
                          <a:pt x="19" y="37"/>
                        </a:lnTo>
                        <a:lnTo>
                          <a:pt x="19" y="36"/>
                        </a:lnTo>
                        <a:lnTo>
                          <a:pt x="19" y="36"/>
                        </a:lnTo>
                        <a:lnTo>
                          <a:pt x="19" y="33"/>
                        </a:lnTo>
                        <a:lnTo>
                          <a:pt x="16" y="33"/>
                        </a:lnTo>
                        <a:lnTo>
                          <a:pt x="14" y="30"/>
                        </a:lnTo>
                        <a:lnTo>
                          <a:pt x="14" y="28"/>
                        </a:lnTo>
                        <a:lnTo>
                          <a:pt x="21" y="26"/>
                        </a:lnTo>
                        <a:lnTo>
                          <a:pt x="23" y="25"/>
                        </a:lnTo>
                        <a:lnTo>
                          <a:pt x="25" y="28"/>
                        </a:lnTo>
                        <a:lnTo>
                          <a:pt x="25" y="30"/>
                        </a:lnTo>
                        <a:lnTo>
                          <a:pt x="28" y="33"/>
                        </a:lnTo>
                        <a:lnTo>
                          <a:pt x="29" y="32"/>
                        </a:lnTo>
                        <a:lnTo>
                          <a:pt x="28" y="29"/>
                        </a:lnTo>
                        <a:lnTo>
                          <a:pt x="28" y="28"/>
                        </a:lnTo>
                        <a:lnTo>
                          <a:pt x="29" y="26"/>
                        </a:lnTo>
                        <a:lnTo>
                          <a:pt x="32" y="29"/>
                        </a:lnTo>
                        <a:lnTo>
                          <a:pt x="31" y="32"/>
                        </a:lnTo>
                        <a:lnTo>
                          <a:pt x="35" y="36"/>
                        </a:lnTo>
                        <a:lnTo>
                          <a:pt x="33" y="33"/>
                        </a:lnTo>
                        <a:lnTo>
                          <a:pt x="33" y="29"/>
                        </a:lnTo>
                        <a:lnTo>
                          <a:pt x="32" y="26"/>
                        </a:lnTo>
                        <a:lnTo>
                          <a:pt x="35" y="23"/>
                        </a:lnTo>
                        <a:lnTo>
                          <a:pt x="36" y="23"/>
                        </a:lnTo>
                        <a:lnTo>
                          <a:pt x="39" y="25"/>
                        </a:lnTo>
                        <a:lnTo>
                          <a:pt x="42" y="23"/>
                        </a:lnTo>
                        <a:lnTo>
                          <a:pt x="46" y="28"/>
                        </a:lnTo>
                        <a:lnTo>
                          <a:pt x="53" y="29"/>
                        </a:lnTo>
                        <a:lnTo>
                          <a:pt x="47" y="26"/>
                        </a:lnTo>
                        <a:lnTo>
                          <a:pt x="42" y="22"/>
                        </a:lnTo>
                        <a:lnTo>
                          <a:pt x="39" y="22"/>
                        </a:lnTo>
                        <a:lnTo>
                          <a:pt x="36" y="21"/>
                        </a:lnTo>
                        <a:lnTo>
                          <a:pt x="36" y="18"/>
                        </a:lnTo>
                        <a:lnTo>
                          <a:pt x="39" y="17"/>
                        </a:lnTo>
                        <a:lnTo>
                          <a:pt x="36" y="15"/>
                        </a:lnTo>
                        <a:lnTo>
                          <a:pt x="36" y="13"/>
                        </a:lnTo>
                        <a:lnTo>
                          <a:pt x="33" y="13"/>
                        </a:lnTo>
                        <a:lnTo>
                          <a:pt x="33" y="10"/>
                        </a:lnTo>
                        <a:lnTo>
                          <a:pt x="36" y="10"/>
                        </a:lnTo>
                        <a:lnTo>
                          <a:pt x="39" y="10"/>
                        </a:lnTo>
                        <a:lnTo>
                          <a:pt x="36" y="7"/>
                        </a:lnTo>
                        <a:lnTo>
                          <a:pt x="36" y="4"/>
                        </a:lnTo>
                        <a:lnTo>
                          <a:pt x="35" y="4"/>
                        </a:lnTo>
                        <a:lnTo>
                          <a:pt x="32" y="3"/>
                        </a:lnTo>
                        <a:lnTo>
                          <a:pt x="32" y="0"/>
                        </a:lnTo>
                        <a:lnTo>
                          <a:pt x="32" y="0"/>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52" name="Freeform 795">
                    <a:extLst>
                      <a:ext uri="{FF2B5EF4-FFF2-40B4-BE49-F238E27FC236}">
                        <a16:creationId xmlns:a16="http://schemas.microsoft.com/office/drawing/2014/main" id="{1AC44144-88B4-05E7-92FB-54748E86C3FC}"/>
                      </a:ext>
                    </a:extLst>
                  </p:cNvPr>
                  <p:cNvSpPr>
                    <a:spLocks/>
                  </p:cNvSpPr>
                  <p:nvPr/>
                </p:nvSpPr>
                <p:spPr bwMode="auto">
                  <a:xfrm>
                    <a:off x="9488479" y="2327125"/>
                    <a:ext cx="113964" cy="68152"/>
                  </a:xfrm>
                  <a:custGeom>
                    <a:avLst/>
                    <a:gdLst/>
                    <a:ahLst/>
                    <a:cxnLst>
                      <a:cxn ang="0">
                        <a:pos x="31" y="4"/>
                      </a:cxn>
                      <a:cxn ang="0">
                        <a:pos x="35" y="2"/>
                      </a:cxn>
                      <a:cxn ang="0">
                        <a:pos x="45" y="6"/>
                      </a:cxn>
                      <a:cxn ang="0">
                        <a:pos x="49" y="10"/>
                      </a:cxn>
                      <a:cxn ang="0">
                        <a:pos x="57" y="10"/>
                      </a:cxn>
                      <a:cxn ang="0">
                        <a:pos x="63" y="6"/>
                      </a:cxn>
                      <a:cxn ang="0">
                        <a:pos x="75" y="3"/>
                      </a:cxn>
                      <a:cxn ang="0">
                        <a:pos x="86" y="7"/>
                      </a:cxn>
                      <a:cxn ang="0">
                        <a:pos x="93" y="15"/>
                      </a:cxn>
                      <a:cxn ang="0">
                        <a:pos x="101" y="25"/>
                      </a:cxn>
                      <a:cxn ang="0">
                        <a:pos x="102" y="42"/>
                      </a:cxn>
                      <a:cxn ang="0">
                        <a:pos x="107" y="51"/>
                      </a:cxn>
                      <a:cxn ang="0">
                        <a:pos x="116" y="52"/>
                      </a:cxn>
                      <a:cxn ang="0">
                        <a:pos x="122" y="49"/>
                      </a:cxn>
                      <a:cxn ang="0">
                        <a:pos x="124" y="53"/>
                      </a:cxn>
                      <a:cxn ang="0">
                        <a:pos x="125" y="56"/>
                      </a:cxn>
                      <a:cxn ang="0">
                        <a:pos x="120" y="60"/>
                      </a:cxn>
                      <a:cxn ang="0">
                        <a:pos x="114" y="64"/>
                      </a:cxn>
                      <a:cxn ang="0">
                        <a:pos x="114" y="68"/>
                      </a:cxn>
                      <a:cxn ang="0">
                        <a:pos x="112" y="75"/>
                      </a:cxn>
                      <a:cxn ang="0">
                        <a:pos x="110" y="78"/>
                      </a:cxn>
                      <a:cxn ang="0">
                        <a:pos x="106" y="75"/>
                      </a:cxn>
                      <a:cxn ang="0">
                        <a:pos x="101" y="74"/>
                      </a:cxn>
                      <a:cxn ang="0">
                        <a:pos x="93" y="72"/>
                      </a:cxn>
                      <a:cxn ang="0">
                        <a:pos x="80" y="76"/>
                      </a:cxn>
                      <a:cxn ang="0">
                        <a:pos x="75" y="79"/>
                      </a:cxn>
                      <a:cxn ang="0">
                        <a:pos x="68" y="80"/>
                      </a:cxn>
                      <a:cxn ang="0">
                        <a:pos x="63" y="79"/>
                      </a:cxn>
                      <a:cxn ang="0">
                        <a:pos x="57" y="79"/>
                      </a:cxn>
                      <a:cxn ang="0">
                        <a:pos x="49" y="79"/>
                      </a:cxn>
                      <a:cxn ang="0">
                        <a:pos x="46" y="78"/>
                      </a:cxn>
                      <a:cxn ang="0">
                        <a:pos x="38" y="80"/>
                      </a:cxn>
                      <a:cxn ang="0">
                        <a:pos x="38" y="76"/>
                      </a:cxn>
                      <a:cxn ang="0">
                        <a:pos x="37" y="72"/>
                      </a:cxn>
                      <a:cxn ang="0">
                        <a:pos x="31" y="70"/>
                      </a:cxn>
                      <a:cxn ang="0">
                        <a:pos x="34" y="64"/>
                      </a:cxn>
                      <a:cxn ang="0">
                        <a:pos x="26" y="67"/>
                      </a:cxn>
                      <a:cxn ang="0">
                        <a:pos x="21" y="66"/>
                      </a:cxn>
                      <a:cxn ang="0">
                        <a:pos x="15" y="61"/>
                      </a:cxn>
                      <a:cxn ang="0">
                        <a:pos x="16" y="57"/>
                      </a:cxn>
                      <a:cxn ang="0">
                        <a:pos x="8" y="52"/>
                      </a:cxn>
                      <a:cxn ang="0">
                        <a:pos x="3" y="44"/>
                      </a:cxn>
                      <a:cxn ang="0">
                        <a:pos x="0" y="41"/>
                      </a:cxn>
                      <a:cxn ang="0">
                        <a:pos x="6" y="38"/>
                      </a:cxn>
                      <a:cxn ang="0">
                        <a:pos x="10" y="36"/>
                      </a:cxn>
                      <a:cxn ang="0">
                        <a:pos x="12" y="30"/>
                      </a:cxn>
                      <a:cxn ang="0">
                        <a:pos x="21" y="14"/>
                      </a:cxn>
                      <a:cxn ang="0">
                        <a:pos x="27" y="8"/>
                      </a:cxn>
                      <a:cxn ang="0">
                        <a:pos x="29" y="4"/>
                      </a:cxn>
                    </a:cxnLst>
                    <a:rect l="0" t="0" r="r" b="b"/>
                    <a:pathLst>
                      <a:path w="125" h="82">
                        <a:moveTo>
                          <a:pt x="29" y="4"/>
                        </a:moveTo>
                        <a:lnTo>
                          <a:pt x="31" y="4"/>
                        </a:lnTo>
                        <a:lnTo>
                          <a:pt x="33" y="2"/>
                        </a:lnTo>
                        <a:lnTo>
                          <a:pt x="35" y="2"/>
                        </a:lnTo>
                        <a:lnTo>
                          <a:pt x="41" y="4"/>
                        </a:lnTo>
                        <a:lnTo>
                          <a:pt x="45" y="6"/>
                        </a:lnTo>
                        <a:lnTo>
                          <a:pt x="48" y="7"/>
                        </a:lnTo>
                        <a:lnTo>
                          <a:pt x="49" y="10"/>
                        </a:lnTo>
                        <a:lnTo>
                          <a:pt x="53" y="11"/>
                        </a:lnTo>
                        <a:lnTo>
                          <a:pt x="57" y="10"/>
                        </a:lnTo>
                        <a:lnTo>
                          <a:pt x="60" y="8"/>
                        </a:lnTo>
                        <a:lnTo>
                          <a:pt x="63" y="6"/>
                        </a:lnTo>
                        <a:lnTo>
                          <a:pt x="72" y="4"/>
                        </a:lnTo>
                        <a:lnTo>
                          <a:pt x="75" y="3"/>
                        </a:lnTo>
                        <a:lnTo>
                          <a:pt x="84" y="0"/>
                        </a:lnTo>
                        <a:lnTo>
                          <a:pt x="86" y="7"/>
                        </a:lnTo>
                        <a:lnTo>
                          <a:pt x="91" y="13"/>
                        </a:lnTo>
                        <a:lnTo>
                          <a:pt x="93" y="15"/>
                        </a:lnTo>
                        <a:lnTo>
                          <a:pt x="99" y="21"/>
                        </a:lnTo>
                        <a:lnTo>
                          <a:pt x="101" y="25"/>
                        </a:lnTo>
                        <a:lnTo>
                          <a:pt x="103" y="29"/>
                        </a:lnTo>
                        <a:lnTo>
                          <a:pt x="102" y="42"/>
                        </a:lnTo>
                        <a:lnTo>
                          <a:pt x="105" y="47"/>
                        </a:lnTo>
                        <a:lnTo>
                          <a:pt x="107" y="51"/>
                        </a:lnTo>
                        <a:lnTo>
                          <a:pt x="112" y="52"/>
                        </a:lnTo>
                        <a:lnTo>
                          <a:pt x="116" y="52"/>
                        </a:lnTo>
                        <a:lnTo>
                          <a:pt x="118" y="51"/>
                        </a:lnTo>
                        <a:lnTo>
                          <a:pt x="122" y="49"/>
                        </a:lnTo>
                        <a:lnTo>
                          <a:pt x="125" y="52"/>
                        </a:lnTo>
                        <a:lnTo>
                          <a:pt x="124" y="53"/>
                        </a:lnTo>
                        <a:lnTo>
                          <a:pt x="125" y="55"/>
                        </a:lnTo>
                        <a:lnTo>
                          <a:pt x="125" y="56"/>
                        </a:lnTo>
                        <a:lnTo>
                          <a:pt x="124" y="60"/>
                        </a:lnTo>
                        <a:lnTo>
                          <a:pt x="120" y="60"/>
                        </a:lnTo>
                        <a:lnTo>
                          <a:pt x="116" y="61"/>
                        </a:lnTo>
                        <a:lnTo>
                          <a:pt x="114" y="64"/>
                        </a:lnTo>
                        <a:lnTo>
                          <a:pt x="113" y="66"/>
                        </a:lnTo>
                        <a:lnTo>
                          <a:pt x="114" y="68"/>
                        </a:lnTo>
                        <a:lnTo>
                          <a:pt x="114" y="72"/>
                        </a:lnTo>
                        <a:lnTo>
                          <a:pt x="112" y="75"/>
                        </a:lnTo>
                        <a:lnTo>
                          <a:pt x="113" y="78"/>
                        </a:lnTo>
                        <a:lnTo>
                          <a:pt x="110" y="78"/>
                        </a:lnTo>
                        <a:lnTo>
                          <a:pt x="109" y="76"/>
                        </a:lnTo>
                        <a:lnTo>
                          <a:pt x="106" y="75"/>
                        </a:lnTo>
                        <a:lnTo>
                          <a:pt x="103" y="76"/>
                        </a:lnTo>
                        <a:lnTo>
                          <a:pt x="101" y="74"/>
                        </a:lnTo>
                        <a:lnTo>
                          <a:pt x="97" y="72"/>
                        </a:lnTo>
                        <a:lnTo>
                          <a:pt x="93" y="72"/>
                        </a:lnTo>
                        <a:lnTo>
                          <a:pt x="88" y="72"/>
                        </a:lnTo>
                        <a:lnTo>
                          <a:pt x="80" y="76"/>
                        </a:lnTo>
                        <a:lnTo>
                          <a:pt x="79" y="79"/>
                        </a:lnTo>
                        <a:lnTo>
                          <a:pt x="75" y="79"/>
                        </a:lnTo>
                        <a:lnTo>
                          <a:pt x="74" y="80"/>
                        </a:lnTo>
                        <a:lnTo>
                          <a:pt x="68" y="80"/>
                        </a:lnTo>
                        <a:lnTo>
                          <a:pt x="65" y="80"/>
                        </a:lnTo>
                        <a:lnTo>
                          <a:pt x="63" y="79"/>
                        </a:lnTo>
                        <a:lnTo>
                          <a:pt x="60" y="80"/>
                        </a:lnTo>
                        <a:lnTo>
                          <a:pt x="57" y="79"/>
                        </a:lnTo>
                        <a:lnTo>
                          <a:pt x="53" y="82"/>
                        </a:lnTo>
                        <a:lnTo>
                          <a:pt x="49" y="79"/>
                        </a:lnTo>
                        <a:lnTo>
                          <a:pt x="48" y="80"/>
                        </a:lnTo>
                        <a:lnTo>
                          <a:pt x="46" y="78"/>
                        </a:lnTo>
                        <a:lnTo>
                          <a:pt x="42" y="78"/>
                        </a:lnTo>
                        <a:lnTo>
                          <a:pt x="38" y="80"/>
                        </a:lnTo>
                        <a:lnTo>
                          <a:pt x="37" y="78"/>
                        </a:lnTo>
                        <a:lnTo>
                          <a:pt x="38" y="76"/>
                        </a:lnTo>
                        <a:lnTo>
                          <a:pt x="38" y="74"/>
                        </a:lnTo>
                        <a:lnTo>
                          <a:pt x="37" y="72"/>
                        </a:lnTo>
                        <a:lnTo>
                          <a:pt x="33" y="72"/>
                        </a:lnTo>
                        <a:lnTo>
                          <a:pt x="31" y="70"/>
                        </a:lnTo>
                        <a:lnTo>
                          <a:pt x="31" y="67"/>
                        </a:lnTo>
                        <a:lnTo>
                          <a:pt x="34" y="64"/>
                        </a:lnTo>
                        <a:lnTo>
                          <a:pt x="29" y="63"/>
                        </a:lnTo>
                        <a:lnTo>
                          <a:pt x="26" y="67"/>
                        </a:lnTo>
                        <a:lnTo>
                          <a:pt x="25" y="64"/>
                        </a:lnTo>
                        <a:lnTo>
                          <a:pt x="21" y="66"/>
                        </a:lnTo>
                        <a:lnTo>
                          <a:pt x="19" y="63"/>
                        </a:lnTo>
                        <a:lnTo>
                          <a:pt x="15" y="61"/>
                        </a:lnTo>
                        <a:lnTo>
                          <a:pt x="15" y="60"/>
                        </a:lnTo>
                        <a:lnTo>
                          <a:pt x="16" y="57"/>
                        </a:lnTo>
                        <a:lnTo>
                          <a:pt x="12" y="53"/>
                        </a:lnTo>
                        <a:lnTo>
                          <a:pt x="8" y="52"/>
                        </a:lnTo>
                        <a:lnTo>
                          <a:pt x="8" y="49"/>
                        </a:lnTo>
                        <a:lnTo>
                          <a:pt x="3" y="44"/>
                        </a:lnTo>
                        <a:lnTo>
                          <a:pt x="3" y="42"/>
                        </a:lnTo>
                        <a:lnTo>
                          <a:pt x="0" y="41"/>
                        </a:lnTo>
                        <a:lnTo>
                          <a:pt x="3" y="38"/>
                        </a:lnTo>
                        <a:lnTo>
                          <a:pt x="6" y="38"/>
                        </a:lnTo>
                        <a:lnTo>
                          <a:pt x="7" y="36"/>
                        </a:lnTo>
                        <a:lnTo>
                          <a:pt x="10" y="36"/>
                        </a:lnTo>
                        <a:lnTo>
                          <a:pt x="12" y="33"/>
                        </a:lnTo>
                        <a:lnTo>
                          <a:pt x="12" y="30"/>
                        </a:lnTo>
                        <a:lnTo>
                          <a:pt x="18" y="23"/>
                        </a:lnTo>
                        <a:lnTo>
                          <a:pt x="21" y="14"/>
                        </a:lnTo>
                        <a:lnTo>
                          <a:pt x="23" y="8"/>
                        </a:lnTo>
                        <a:lnTo>
                          <a:pt x="27" y="8"/>
                        </a:lnTo>
                        <a:lnTo>
                          <a:pt x="29" y="4"/>
                        </a:lnTo>
                        <a:lnTo>
                          <a:pt x="29" y="4"/>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53" name="Freeform 796">
                    <a:extLst>
                      <a:ext uri="{FF2B5EF4-FFF2-40B4-BE49-F238E27FC236}">
                        <a16:creationId xmlns:a16="http://schemas.microsoft.com/office/drawing/2014/main" id="{E5E90813-3D75-344A-D403-F70FBBE3345E}"/>
                      </a:ext>
                    </a:extLst>
                  </p:cNvPr>
                  <p:cNvSpPr>
                    <a:spLocks/>
                  </p:cNvSpPr>
                  <p:nvPr/>
                </p:nvSpPr>
                <p:spPr bwMode="auto">
                  <a:xfrm>
                    <a:off x="9488479" y="2327125"/>
                    <a:ext cx="113964" cy="68152"/>
                  </a:xfrm>
                  <a:custGeom>
                    <a:avLst/>
                    <a:gdLst/>
                    <a:ahLst/>
                    <a:cxnLst>
                      <a:cxn ang="0">
                        <a:pos x="31" y="4"/>
                      </a:cxn>
                      <a:cxn ang="0">
                        <a:pos x="35" y="2"/>
                      </a:cxn>
                      <a:cxn ang="0">
                        <a:pos x="45" y="6"/>
                      </a:cxn>
                      <a:cxn ang="0">
                        <a:pos x="49" y="10"/>
                      </a:cxn>
                      <a:cxn ang="0">
                        <a:pos x="57" y="10"/>
                      </a:cxn>
                      <a:cxn ang="0">
                        <a:pos x="63" y="6"/>
                      </a:cxn>
                      <a:cxn ang="0">
                        <a:pos x="75" y="3"/>
                      </a:cxn>
                      <a:cxn ang="0">
                        <a:pos x="86" y="7"/>
                      </a:cxn>
                      <a:cxn ang="0">
                        <a:pos x="93" y="15"/>
                      </a:cxn>
                      <a:cxn ang="0">
                        <a:pos x="101" y="25"/>
                      </a:cxn>
                      <a:cxn ang="0">
                        <a:pos x="102" y="42"/>
                      </a:cxn>
                      <a:cxn ang="0">
                        <a:pos x="107" y="51"/>
                      </a:cxn>
                      <a:cxn ang="0">
                        <a:pos x="116" y="52"/>
                      </a:cxn>
                      <a:cxn ang="0">
                        <a:pos x="122" y="49"/>
                      </a:cxn>
                      <a:cxn ang="0">
                        <a:pos x="124" y="53"/>
                      </a:cxn>
                      <a:cxn ang="0">
                        <a:pos x="125" y="56"/>
                      </a:cxn>
                      <a:cxn ang="0">
                        <a:pos x="120" y="60"/>
                      </a:cxn>
                      <a:cxn ang="0">
                        <a:pos x="114" y="64"/>
                      </a:cxn>
                      <a:cxn ang="0">
                        <a:pos x="114" y="68"/>
                      </a:cxn>
                      <a:cxn ang="0">
                        <a:pos x="112" y="75"/>
                      </a:cxn>
                      <a:cxn ang="0">
                        <a:pos x="110" y="78"/>
                      </a:cxn>
                      <a:cxn ang="0">
                        <a:pos x="106" y="75"/>
                      </a:cxn>
                      <a:cxn ang="0">
                        <a:pos x="101" y="74"/>
                      </a:cxn>
                      <a:cxn ang="0">
                        <a:pos x="93" y="72"/>
                      </a:cxn>
                      <a:cxn ang="0">
                        <a:pos x="80" y="76"/>
                      </a:cxn>
                      <a:cxn ang="0">
                        <a:pos x="75" y="79"/>
                      </a:cxn>
                      <a:cxn ang="0">
                        <a:pos x="68" y="80"/>
                      </a:cxn>
                      <a:cxn ang="0">
                        <a:pos x="63" y="79"/>
                      </a:cxn>
                      <a:cxn ang="0">
                        <a:pos x="57" y="79"/>
                      </a:cxn>
                      <a:cxn ang="0">
                        <a:pos x="49" y="79"/>
                      </a:cxn>
                      <a:cxn ang="0">
                        <a:pos x="46" y="78"/>
                      </a:cxn>
                      <a:cxn ang="0">
                        <a:pos x="38" y="80"/>
                      </a:cxn>
                      <a:cxn ang="0">
                        <a:pos x="38" y="76"/>
                      </a:cxn>
                      <a:cxn ang="0">
                        <a:pos x="37" y="72"/>
                      </a:cxn>
                      <a:cxn ang="0">
                        <a:pos x="31" y="70"/>
                      </a:cxn>
                      <a:cxn ang="0">
                        <a:pos x="34" y="64"/>
                      </a:cxn>
                      <a:cxn ang="0">
                        <a:pos x="26" y="67"/>
                      </a:cxn>
                      <a:cxn ang="0">
                        <a:pos x="21" y="66"/>
                      </a:cxn>
                      <a:cxn ang="0">
                        <a:pos x="15" y="61"/>
                      </a:cxn>
                      <a:cxn ang="0">
                        <a:pos x="16" y="57"/>
                      </a:cxn>
                      <a:cxn ang="0">
                        <a:pos x="8" y="52"/>
                      </a:cxn>
                      <a:cxn ang="0">
                        <a:pos x="3" y="44"/>
                      </a:cxn>
                      <a:cxn ang="0">
                        <a:pos x="0" y="41"/>
                      </a:cxn>
                      <a:cxn ang="0">
                        <a:pos x="6" y="38"/>
                      </a:cxn>
                      <a:cxn ang="0">
                        <a:pos x="10" y="36"/>
                      </a:cxn>
                      <a:cxn ang="0">
                        <a:pos x="12" y="30"/>
                      </a:cxn>
                      <a:cxn ang="0">
                        <a:pos x="21" y="14"/>
                      </a:cxn>
                      <a:cxn ang="0">
                        <a:pos x="27" y="8"/>
                      </a:cxn>
                      <a:cxn ang="0">
                        <a:pos x="29" y="4"/>
                      </a:cxn>
                    </a:cxnLst>
                    <a:rect l="0" t="0" r="r" b="b"/>
                    <a:pathLst>
                      <a:path w="125" h="82">
                        <a:moveTo>
                          <a:pt x="29" y="4"/>
                        </a:moveTo>
                        <a:lnTo>
                          <a:pt x="31" y="4"/>
                        </a:lnTo>
                        <a:lnTo>
                          <a:pt x="33" y="2"/>
                        </a:lnTo>
                        <a:lnTo>
                          <a:pt x="35" y="2"/>
                        </a:lnTo>
                        <a:lnTo>
                          <a:pt x="41" y="4"/>
                        </a:lnTo>
                        <a:lnTo>
                          <a:pt x="45" y="6"/>
                        </a:lnTo>
                        <a:lnTo>
                          <a:pt x="48" y="7"/>
                        </a:lnTo>
                        <a:lnTo>
                          <a:pt x="49" y="10"/>
                        </a:lnTo>
                        <a:lnTo>
                          <a:pt x="53" y="11"/>
                        </a:lnTo>
                        <a:lnTo>
                          <a:pt x="57" y="10"/>
                        </a:lnTo>
                        <a:lnTo>
                          <a:pt x="60" y="8"/>
                        </a:lnTo>
                        <a:lnTo>
                          <a:pt x="63" y="6"/>
                        </a:lnTo>
                        <a:lnTo>
                          <a:pt x="72" y="4"/>
                        </a:lnTo>
                        <a:lnTo>
                          <a:pt x="75" y="3"/>
                        </a:lnTo>
                        <a:lnTo>
                          <a:pt x="84" y="0"/>
                        </a:lnTo>
                        <a:lnTo>
                          <a:pt x="86" y="7"/>
                        </a:lnTo>
                        <a:lnTo>
                          <a:pt x="91" y="13"/>
                        </a:lnTo>
                        <a:lnTo>
                          <a:pt x="93" y="15"/>
                        </a:lnTo>
                        <a:lnTo>
                          <a:pt x="99" y="21"/>
                        </a:lnTo>
                        <a:lnTo>
                          <a:pt x="101" y="25"/>
                        </a:lnTo>
                        <a:lnTo>
                          <a:pt x="103" y="29"/>
                        </a:lnTo>
                        <a:lnTo>
                          <a:pt x="102" y="42"/>
                        </a:lnTo>
                        <a:lnTo>
                          <a:pt x="105" y="47"/>
                        </a:lnTo>
                        <a:lnTo>
                          <a:pt x="107" y="51"/>
                        </a:lnTo>
                        <a:lnTo>
                          <a:pt x="112" y="52"/>
                        </a:lnTo>
                        <a:lnTo>
                          <a:pt x="116" y="52"/>
                        </a:lnTo>
                        <a:lnTo>
                          <a:pt x="118" y="51"/>
                        </a:lnTo>
                        <a:lnTo>
                          <a:pt x="122" y="49"/>
                        </a:lnTo>
                        <a:lnTo>
                          <a:pt x="125" y="52"/>
                        </a:lnTo>
                        <a:lnTo>
                          <a:pt x="124" y="53"/>
                        </a:lnTo>
                        <a:lnTo>
                          <a:pt x="125" y="55"/>
                        </a:lnTo>
                        <a:lnTo>
                          <a:pt x="125" y="56"/>
                        </a:lnTo>
                        <a:lnTo>
                          <a:pt x="124" y="60"/>
                        </a:lnTo>
                        <a:lnTo>
                          <a:pt x="120" y="60"/>
                        </a:lnTo>
                        <a:lnTo>
                          <a:pt x="116" y="61"/>
                        </a:lnTo>
                        <a:lnTo>
                          <a:pt x="114" y="64"/>
                        </a:lnTo>
                        <a:lnTo>
                          <a:pt x="113" y="66"/>
                        </a:lnTo>
                        <a:lnTo>
                          <a:pt x="114" y="68"/>
                        </a:lnTo>
                        <a:lnTo>
                          <a:pt x="114" y="72"/>
                        </a:lnTo>
                        <a:lnTo>
                          <a:pt x="112" y="75"/>
                        </a:lnTo>
                        <a:lnTo>
                          <a:pt x="113" y="78"/>
                        </a:lnTo>
                        <a:lnTo>
                          <a:pt x="110" y="78"/>
                        </a:lnTo>
                        <a:lnTo>
                          <a:pt x="109" y="76"/>
                        </a:lnTo>
                        <a:lnTo>
                          <a:pt x="106" y="75"/>
                        </a:lnTo>
                        <a:lnTo>
                          <a:pt x="103" y="76"/>
                        </a:lnTo>
                        <a:lnTo>
                          <a:pt x="101" y="74"/>
                        </a:lnTo>
                        <a:lnTo>
                          <a:pt x="97" y="72"/>
                        </a:lnTo>
                        <a:lnTo>
                          <a:pt x="93" y="72"/>
                        </a:lnTo>
                        <a:lnTo>
                          <a:pt x="88" y="72"/>
                        </a:lnTo>
                        <a:lnTo>
                          <a:pt x="80" y="76"/>
                        </a:lnTo>
                        <a:lnTo>
                          <a:pt x="79" y="79"/>
                        </a:lnTo>
                        <a:lnTo>
                          <a:pt x="75" y="79"/>
                        </a:lnTo>
                        <a:lnTo>
                          <a:pt x="74" y="80"/>
                        </a:lnTo>
                        <a:lnTo>
                          <a:pt x="68" y="80"/>
                        </a:lnTo>
                        <a:lnTo>
                          <a:pt x="65" y="80"/>
                        </a:lnTo>
                        <a:lnTo>
                          <a:pt x="63" y="79"/>
                        </a:lnTo>
                        <a:lnTo>
                          <a:pt x="60" y="80"/>
                        </a:lnTo>
                        <a:lnTo>
                          <a:pt x="57" y="79"/>
                        </a:lnTo>
                        <a:lnTo>
                          <a:pt x="53" y="82"/>
                        </a:lnTo>
                        <a:lnTo>
                          <a:pt x="49" y="79"/>
                        </a:lnTo>
                        <a:lnTo>
                          <a:pt x="48" y="80"/>
                        </a:lnTo>
                        <a:lnTo>
                          <a:pt x="46" y="78"/>
                        </a:lnTo>
                        <a:lnTo>
                          <a:pt x="42" y="78"/>
                        </a:lnTo>
                        <a:lnTo>
                          <a:pt x="38" y="80"/>
                        </a:lnTo>
                        <a:lnTo>
                          <a:pt x="37" y="78"/>
                        </a:lnTo>
                        <a:lnTo>
                          <a:pt x="38" y="76"/>
                        </a:lnTo>
                        <a:lnTo>
                          <a:pt x="38" y="74"/>
                        </a:lnTo>
                        <a:lnTo>
                          <a:pt x="37" y="72"/>
                        </a:lnTo>
                        <a:lnTo>
                          <a:pt x="33" y="72"/>
                        </a:lnTo>
                        <a:lnTo>
                          <a:pt x="31" y="70"/>
                        </a:lnTo>
                        <a:lnTo>
                          <a:pt x="31" y="67"/>
                        </a:lnTo>
                        <a:lnTo>
                          <a:pt x="34" y="64"/>
                        </a:lnTo>
                        <a:lnTo>
                          <a:pt x="29" y="63"/>
                        </a:lnTo>
                        <a:lnTo>
                          <a:pt x="26" y="67"/>
                        </a:lnTo>
                        <a:lnTo>
                          <a:pt x="25" y="64"/>
                        </a:lnTo>
                        <a:lnTo>
                          <a:pt x="21" y="66"/>
                        </a:lnTo>
                        <a:lnTo>
                          <a:pt x="19" y="63"/>
                        </a:lnTo>
                        <a:lnTo>
                          <a:pt x="15" y="61"/>
                        </a:lnTo>
                        <a:lnTo>
                          <a:pt x="15" y="60"/>
                        </a:lnTo>
                        <a:lnTo>
                          <a:pt x="16" y="57"/>
                        </a:lnTo>
                        <a:lnTo>
                          <a:pt x="12" y="53"/>
                        </a:lnTo>
                        <a:lnTo>
                          <a:pt x="8" y="52"/>
                        </a:lnTo>
                        <a:lnTo>
                          <a:pt x="8" y="49"/>
                        </a:lnTo>
                        <a:lnTo>
                          <a:pt x="3" y="44"/>
                        </a:lnTo>
                        <a:lnTo>
                          <a:pt x="3" y="42"/>
                        </a:lnTo>
                        <a:lnTo>
                          <a:pt x="0" y="41"/>
                        </a:lnTo>
                        <a:lnTo>
                          <a:pt x="3" y="38"/>
                        </a:lnTo>
                        <a:lnTo>
                          <a:pt x="6" y="38"/>
                        </a:lnTo>
                        <a:lnTo>
                          <a:pt x="7" y="36"/>
                        </a:lnTo>
                        <a:lnTo>
                          <a:pt x="10" y="36"/>
                        </a:lnTo>
                        <a:lnTo>
                          <a:pt x="12" y="33"/>
                        </a:lnTo>
                        <a:lnTo>
                          <a:pt x="12" y="30"/>
                        </a:lnTo>
                        <a:lnTo>
                          <a:pt x="18" y="23"/>
                        </a:lnTo>
                        <a:lnTo>
                          <a:pt x="21" y="14"/>
                        </a:lnTo>
                        <a:lnTo>
                          <a:pt x="23" y="8"/>
                        </a:lnTo>
                        <a:lnTo>
                          <a:pt x="27" y="8"/>
                        </a:lnTo>
                        <a:lnTo>
                          <a:pt x="29" y="4"/>
                        </a:lnTo>
                        <a:lnTo>
                          <a:pt x="29" y="4"/>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54" name="Freeform 797">
                    <a:extLst>
                      <a:ext uri="{FF2B5EF4-FFF2-40B4-BE49-F238E27FC236}">
                        <a16:creationId xmlns:a16="http://schemas.microsoft.com/office/drawing/2014/main" id="{99162DC3-2FF3-938C-C5BE-0D91C2190918}"/>
                      </a:ext>
                    </a:extLst>
                  </p:cNvPr>
                  <p:cNvSpPr>
                    <a:spLocks/>
                  </p:cNvSpPr>
                  <p:nvPr/>
                </p:nvSpPr>
                <p:spPr bwMode="auto">
                  <a:xfrm>
                    <a:off x="9440159" y="2323801"/>
                    <a:ext cx="74760" cy="44050"/>
                  </a:xfrm>
                  <a:custGeom>
                    <a:avLst/>
                    <a:gdLst/>
                    <a:ahLst/>
                    <a:cxnLst>
                      <a:cxn ang="0">
                        <a:pos x="53" y="45"/>
                      </a:cxn>
                      <a:cxn ang="0">
                        <a:pos x="56" y="42"/>
                      </a:cxn>
                      <a:cxn ang="0">
                        <a:pos x="59" y="42"/>
                      </a:cxn>
                      <a:cxn ang="0">
                        <a:pos x="60" y="40"/>
                      </a:cxn>
                      <a:cxn ang="0">
                        <a:pos x="63" y="40"/>
                      </a:cxn>
                      <a:cxn ang="0">
                        <a:pos x="65" y="37"/>
                      </a:cxn>
                      <a:cxn ang="0">
                        <a:pos x="65" y="34"/>
                      </a:cxn>
                      <a:cxn ang="0">
                        <a:pos x="71" y="27"/>
                      </a:cxn>
                      <a:cxn ang="0">
                        <a:pos x="74" y="18"/>
                      </a:cxn>
                      <a:cxn ang="0">
                        <a:pos x="76" y="12"/>
                      </a:cxn>
                      <a:cxn ang="0">
                        <a:pos x="80" y="12"/>
                      </a:cxn>
                      <a:cxn ang="0">
                        <a:pos x="82" y="8"/>
                      </a:cxn>
                      <a:cxn ang="0">
                        <a:pos x="80" y="6"/>
                      </a:cxn>
                      <a:cxn ang="0">
                        <a:pos x="76" y="3"/>
                      </a:cxn>
                      <a:cxn ang="0">
                        <a:pos x="74" y="0"/>
                      </a:cxn>
                      <a:cxn ang="0">
                        <a:pos x="69" y="2"/>
                      </a:cxn>
                      <a:cxn ang="0">
                        <a:pos x="65" y="0"/>
                      </a:cxn>
                      <a:cxn ang="0">
                        <a:pos x="60" y="2"/>
                      </a:cxn>
                      <a:cxn ang="0">
                        <a:pos x="56" y="0"/>
                      </a:cxn>
                      <a:cxn ang="0">
                        <a:pos x="52" y="0"/>
                      </a:cxn>
                      <a:cxn ang="0">
                        <a:pos x="49" y="4"/>
                      </a:cxn>
                      <a:cxn ang="0">
                        <a:pos x="46" y="7"/>
                      </a:cxn>
                      <a:cxn ang="0">
                        <a:pos x="46" y="10"/>
                      </a:cxn>
                      <a:cxn ang="0">
                        <a:pos x="42" y="6"/>
                      </a:cxn>
                      <a:cxn ang="0">
                        <a:pos x="38" y="8"/>
                      </a:cxn>
                      <a:cxn ang="0">
                        <a:pos x="34" y="10"/>
                      </a:cxn>
                      <a:cxn ang="0">
                        <a:pos x="33" y="12"/>
                      </a:cxn>
                      <a:cxn ang="0">
                        <a:pos x="26" y="14"/>
                      </a:cxn>
                      <a:cxn ang="0">
                        <a:pos x="21" y="15"/>
                      </a:cxn>
                      <a:cxn ang="0">
                        <a:pos x="16" y="14"/>
                      </a:cxn>
                      <a:cxn ang="0">
                        <a:pos x="7" y="8"/>
                      </a:cxn>
                      <a:cxn ang="0">
                        <a:pos x="7" y="11"/>
                      </a:cxn>
                      <a:cxn ang="0">
                        <a:pos x="7" y="14"/>
                      </a:cxn>
                      <a:cxn ang="0">
                        <a:pos x="7" y="17"/>
                      </a:cxn>
                      <a:cxn ang="0">
                        <a:pos x="0" y="17"/>
                      </a:cxn>
                      <a:cxn ang="0">
                        <a:pos x="0" y="18"/>
                      </a:cxn>
                      <a:cxn ang="0">
                        <a:pos x="3" y="21"/>
                      </a:cxn>
                      <a:cxn ang="0">
                        <a:pos x="2" y="23"/>
                      </a:cxn>
                      <a:cxn ang="0">
                        <a:pos x="2" y="26"/>
                      </a:cxn>
                      <a:cxn ang="0">
                        <a:pos x="3" y="29"/>
                      </a:cxn>
                      <a:cxn ang="0">
                        <a:pos x="0" y="32"/>
                      </a:cxn>
                      <a:cxn ang="0">
                        <a:pos x="0" y="33"/>
                      </a:cxn>
                      <a:cxn ang="0">
                        <a:pos x="3" y="37"/>
                      </a:cxn>
                      <a:cxn ang="0">
                        <a:pos x="4" y="41"/>
                      </a:cxn>
                      <a:cxn ang="0">
                        <a:pos x="6" y="41"/>
                      </a:cxn>
                      <a:cxn ang="0">
                        <a:pos x="12" y="46"/>
                      </a:cxn>
                      <a:cxn ang="0">
                        <a:pos x="15" y="48"/>
                      </a:cxn>
                      <a:cxn ang="0">
                        <a:pos x="18" y="51"/>
                      </a:cxn>
                      <a:cxn ang="0">
                        <a:pos x="25" y="51"/>
                      </a:cxn>
                      <a:cxn ang="0">
                        <a:pos x="30" y="53"/>
                      </a:cxn>
                      <a:cxn ang="0">
                        <a:pos x="33" y="51"/>
                      </a:cxn>
                      <a:cxn ang="0">
                        <a:pos x="34" y="51"/>
                      </a:cxn>
                      <a:cxn ang="0">
                        <a:pos x="35" y="49"/>
                      </a:cxn>
                      <a:cxn ang="0">
                        <a:pos x="40" y="48"/>
                      </a:cxn>
                      <a:cxn ang="0">
                        <a:pos x="41" y="48"/>
                      </a:cxn>
                      <a:cxn ang="0">
                        <a:pos x="42" y="46"/>
                      </a:cxn>
                      <a:cxn ang="0">
                        <a:pos x="45" y="44"/>
                      </a:cxn>
                      <a:cxn ang="0">
                        <a:pos x="48" y="44"/>
                      </a:cxn>
                      <a:cxn ang="0">
                        <a:pos x="50" y="45"/>
                      </a:cxn>
                      <a:cxn ang="0">
                        <a:pos x="53" y="45"/>
                      </a:cxn>
                    </a:cxnLst>
                    <a:rect l="0" t="0" r="r" b="b"/>
                    <a:pathLst>
                      <a:path w="82" h="53">
                        <a:moveTo>
                          <a:pt x="53" y="45"/>
                        </a:moveTo>
                        <a:lnTo>
                          <a:pt x="56" y="42"/>
                        </a:lnTo>
                        <a:lnTo>
                          <a:pt x="59" y="42"/>
                        </a:lnTo>
                        <a:lnTo>
                          <a:pt x="60" y="40"/>
                        </a:lnTo>
                        <a:lnTo>
                          <a:pt x="63" y="40"/>
                        </a:lnTo>
                        <a:lnTo>
                          <a:pt x="65" y="37"/>
                        </a:lnTo>
                        <a:lnTo>
                          <a:pt x="65" y="34"/>
                        </a:lnTo>
                        <a:lnTo>
                          <a:pt x="71" y="27"/>
                        </a:lnTo>
                        <a:lnTo>
                          <a:pt x="74" y="18"/>
                        </a:lnTo>
                        <a:lnTo>
                          <a:pt x="76" y="12"/>
                        </a:lnTo>
                        <a:lnTo>
                          <a:pt x="80" y="12"/>
                        </a:lnTo>
                        <a:lnTo>
                          <a:pt x="82" y="8"/>
                        </a:lnTo>
                        <a:lnTo>
                          <a:pt x="80" y="6"/>
                        </a:lnTo>
                        <a:lnTo>
                          <a:pt x="76" y="3"/>
                        </a:lnTo>
                        <a:lnTo>
                          <a:pt x="74" y="0"/>
                        </a:lnTo>
                        <a:lnTo>
                          <a:pt x="69" y="2"/>
                        </a:lnTo>
                        <a:lnTo>
                          <a:pt x="65" y="0"/>
                        </a:lnTo>
                        <a:lnTo>
                          <a:pt x="60" y="2"/>
                        </a:lnTo>
                        <a:lnTo>
                          <a:pt x="56" y="0"/>
                        </a:lnTo>
                        <a:lnTo>
                          <a:pt x="52" y="0"/>
                        </a:lnTo>
                        <a:lnTo>
                          <a:pt x="49" y="4"/>
                        </a:lnTo>
                        <a:lnTo>
                          <a:pt x="46" y="7"/>
                        </a:lnTo>
                        <a:lnTo>
                          <a:pt x="46" y="10"/>
                        </a:lnTo>
                        <a:lnTo>
                          <a:pt x="42" y="6"/>
                        </a:lnTo>
                        <a:lnTo>
                          <a:pt x="38" y="8"/>
                        </a:lnTo>
                        <a:lnTo>
                          <a:pt x="34" y="10"/>
                        </a:lnTo>
                        <a:lnTo>
                          <a:pt x="33" y="12"/>
                        </a:lnTo>
                        <a:lnTo>
                          <a:pt x="26" y="14"/>
                        </a:lnTo>
                        <a:lnTo>
                          <a:pt x="21" y="15"/>
                        </a:lnTo>
                        <a:lnTo>
                          <a:pt x="16" y="14"/>
                        </a:lnTo>
                        <a:lnTo>
                          <a:pt x="7" y="8"/>
                        </a:lnTo>
                        <a:lnTo>
                          <a:pt x="7" y="11"/>
                        </a:lnTo>
                        <a:lnTo>
                          <a:pt x="7" y="14"/>
                        </a:lnTo>
                        <a:lnTo>
                          <a:pt x="7" y="17"/>
                        </a:lnTo>
                        <a:lnTo>
                          <a:pt x="0" y="17"/>
                        </a:lnTo>
                        <a:lnTo>
                          <a:pt x="0" y="18"/>
                        </a:lnTo>
                        <a:lnTo>
                          <a:pt x="3" y="21"/>
                        </a:lnTo>
                        <a:lnTo>
                          <a:pt x="2" y="23"/>
                        </a:lnTo>
                        <a:lnTo>
                          <a:pt x="2" y="26"/>
                        </a:lnTo>
                        <a:lnTo>
                          <a:pt x="3" y="29"/>
                        </a:lnTo>
                        <a:lnTo>
                          <a:pt x="0" y="32"/>
                        </a:lnTo>
                        <a:lnTo>
                          <a:pt x="0" y="33"/>
                        </a:lnTo>
                        <a:lnTo>
                          <a:pt x="3" y="37"/>
                        </a:lnTo>
                        <a:lnTo>
                          <a:pt x="4" y="41"/>
                        </a:lnTo>
                        <a:lnTo>
                          <a:pt x="6" y="41"/>
                        </a:lnTo>
                        <a:lnTo>
                          <a:pt x="12" y="46"/>
                        </a:lnTo>
                        <a:lnTo>
                          <a:pt x="15" y="48"/>
                        </a:lnTo>
                        <a:lnTo>
                          <a:pt x="18" y="51"/>
                        </a:lnTo>
                        <a:lnTo>
                          <a:pt x="25" y="51"/>
                        </a:lnTo>
                        <a:lnTo>
                          <a:pt x="30" y="53"/>
                        </a:lnTo>
                        <a:lnTo>
                          <a:pt x="33" y="51"/>
                        </a:lnTo>
                        <a:lnTo>
                          <a:pt x="34" y="51"/>
                        </a:lnTo>
                        <a:lnTo>
                          <a:pt x="35" y="49"/>
                        </a:lnTo>
                        <a:lnTo>
                          <a:pt x="40" y="48"/>
                        </a:lnTo>
                        <a:lnTo>
                          <a:pt x="41" y="48"/>
                        </a:lnTo>
                        <a:lnTo>
                          <a:pt x="42" y="46"/>
                        </a:lnTo>
                        <a:lnTo>
                          <a:pt x="45" y="44"/>
                        </a:lnTo>
                        <a:lnTo>
                          <a:pt x="48" y="44"/>
                        </a:lnTo>
                        <a:lnTo>
                          <a:pt x="50" y="45"/>
                        </a:lnTo>
                        <a:lnTo>
                          <a:pt x="53" y="45"/>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55" name="Freeform 799">
                    <a:extLst>
                      <a:ext uri="{FF2B5EF4-FFF2-40B4-BE49-F238E27FC236}">
                        <a16:creationId xmlns:a16="http://schemas.microsoft.com/office/drawing/2014/main" id="{A8FE1528-FD9C-8373-2D19-6A12DAF7929D}"/>
                      </a:ext>
                    </a:extLst>
                  </p:cNvPr>
                  <p:cNvSpPr>
                    <a:spLocks/>
                  </p:cNvSpPr>
                  <p:nvPr/>
                </p:nvSpPr>
                <p:spPr bwMode="auto">
                  <a:xfrm>
                    <a:off x="9445629" y="2310503"/>
                    <a:ext cx="65643" cy="25765"/>
                  </a:xfrm>
                  <a:custGeom>
                    <a:avLst/>
                    <a:gdLst/>
                    <a:ahLst/>
                    <a:cxnLst>
                      <a:cxn ang="0">
                        <a:pos x="1" y="24"/>
                      </a:cxn>
                      <a:cxn ang="0">
                        <a:pos x="10" y="30"/>
                      </a:cxn>
                      <a:cxn ang="0">
                        <a:pos x="15" y="31"/>
                      </a:cxn>
                      <a:cxn ang="0">
                        <a:pos x="20" y="30"/>
                      </a:cxn>
                      <a:cxn ang="0">
                        <a:pos x="27" y="28"/>
                      </a:cxn>
                      <a:cxn ang="0">
                        <a:pos x="28" y="26"/>
                      </a:cxn>
                      <a:cxn ang="0">
                        <a:pos x="32" y="24"/>
                      </a:cxn>
                      <a:cxn ang="0">
                        <a:pos x="36" y="22"/>
                      </a:cxn>
                      <a:cxn ang="0">
                        <a:pos x="40" y="26"/>
                      </a:cxn>
                      <a:cxn ang="0">
                        <a:pos x="40" y="23"/>
                      </a:cxn>
                      <a:cxn ang="0">
                        <a:pos x="43" y="20"/>
                      </a:cxn>
                      <a:cxn ang="0">
                        <a:pos x="46" y="16"/>
                      </a:cxn>
                      <a:cxn ang="0">
                        <a:pos x="50" y="16"/>
                      </a:cxn>
                      <a:cxn ang="0">
                        <a:pos x="54" y="18"/>
                      </a:cxn>
                      <a:cxn ang="0">
                        <a:pos x="59" y="16"/>
                      </a:cxn>
                      <a:cxn ang="0">
                        <a:pos x="63" y="18"/>
                      </a:cxn>
                      <a:cxn ang="0">
                        <a:pos x="68" y="15"/>
                      </a:cxn>
                      <a:cxn ang="0">
                        <a:pos x="69" y="11"/>
                      </a:cxn>
                      <a:cxn ang="0">
                        <a:pos x="72" y="4"/>
                      </a:cxn>
                      <a:cxn ang="0">
                        <a:pos x="70" y="4"/>
                      </a:cxn>
                      <a:cxn ang="0">
                        <a:pos x="65" y="1"/>
                      </a:cxn>
                      <a:cxn ang="0">
                        <a:pos x="59" y="1"/>
                      </a:cxn>
                      <a:cxn ang="0">
                        <a:pos x="58" y="1"/>
                      </a:cxn>
                      <a:cxn ang="0">
                        <a:pos x="55" y="0"/>
                      </a:cxn>
                      <a:cxn ang="0">
                        <a:pos x="54" y="1"/>
                      </a:cxn>
                      <a:cxn ang="0">
                        <a:pos x="51" y="3"/>
                      </a:cxn>
                      <a:cxn ang="0">
                        <a:pos x="50" y="1"/>
                      </a:cxn>
                      <a:cxn ang="0">
                        <a:pos x="46" y="1"/>
                      </a:cxn>
                      <a:cxn ang="0">
                        <a:pos x="44" y="1"/>
                      </a:cxn>
                      <a:cxn ang="0">
                        <a:pos x="42" y="1"/>
                      </a:cxn>
                      <a:cxn ang="0">
                        <a:pos x="40" y="4"/>
                      </a:cxn>
                      <a:cxn ang="0">
                        <a:pos x="38" y="4"/>
                      </a:cxn>
                      <a:cxn ang="0">
                        <a:pos x="36" y="4"/>
                      </a:cxn>
                      <a:cxn ang="0">
                        <a:pos x="36" y="4"/>
                      </a:cxn>
                      <a:cxn ang="0">
                        <a:pos x="29" y="4"/>
                      </a:cxn>
                      <a:cxn ang="0">
                        <a:pos x="27" y="7"/>
                      </a:cxn>
                      <a:cxn ang="0">
                        <a:pos x="23" y="7"/>
                      </a:cxn>
                      <a:cxn ang="0">
                        <a:pos x="20" y="11"/>
                      </a:cxn>
                      <a:cxn ang="0">
                        <a:pos x="15" y="11"/>
                      </a:cxn>
                      <a:cxn ang="0">
                        <a:pos x="9" y="14"/>
                      </a:cxn>
                      <a:cxn ang="0">
                        <a:pos x="8" y="12"/>
                      </a:cxn>
                      <a:cxn ang="0">
                        <a:pos x="4" y="12"/>
                      </a:cxn>
                      <a:cxn ang="0">
                        <a:pos x="1" y="15"/>
                      </a:cxn>
                      <a:cxn ang="0">
                        <a:pos x="0" y="15"/>
                      </a:cxn>
                      <a:cxn ang="0">
                        <a:pos x="0" y="19"/>
                      </a:cxn>
                      <a:cxn ang="0">
                        <a:pos x="1" y="24"/>
                      </a:cxn>
                    </a:cxnLst>
                    <a:rect l="0" t="0" r="r" b="b"/>
                    <a:pathLst>
                      <a:path w="72" h="31">
                        <a:moveTo>
                          <a:pt x="1" y="24"/>
                        </a:moveTo>
                        <a:lnTo>
                          <a:pt x="10" y="30"/>
                        </a:lnTo>
                        <a:lnTo>
                          <a:pt x="15" y="31"/>
                        </a:lnTo>
                        <a:lnTo>
                          <a:pt x="20" y="30"/>
                        </a:lnTo>
                        <a:lnTo>
                          <a:pt x="27" y="28"/>
                        </a:lnTo>
                        <a:lnTo>
                          <a:pt x="28" y="26"/>
                        </a:lnTo>
                        <a:lnTo>
                          <a:pt x="32" y="24"/>
                        </a:lnTo>
                        <a:lnTo>
                          <a:pt x="36" y="22"/>
                        </a:lnTo>
                        <a:lnTo>
                          <a:pt x="40" y="26"/>
                        </a:lnTo>
                        <a:lnTo>
                          <a:pt x="40" y="23"/>
                        </a:lnTo>
                        <a:lnTo>
                          <a:pt x="43" y="20"/>
                        </a:lnTo>
                        <a:lnTo>
                          <a:pt x="46" y="16"/>
                        </a:lnTo>
                        <a:lnTo>
                          <a:pt x="50" y="16"/>
                        </a:lnTo>
                        <a:lnTo>
                          <a:pt x="54" y="18"/>
                        </a:lnTo>
                        <a:lnTo>
                          <a:pt x="59" y="16"/>
                        </a:lnTo>
                        <a:lnTo>
                          <a:pt x="63" y="18"/>
                        </a:lnTo>
                        <a:lnTo>
                          <a:pt x="68" y="15"/>
                        </a:lnTo>
                        <a:lnTo>
                          <a:pt x="69" y="11"/>
                        </a:lnTo>
                        <a:lnTo>
                          <a:pt x="72" y="4"/>
                        </a:lnTo>
                        <a:lnTo>
                          <a:pt x="70" y="4"/>
                        </a:lnTo>
                        <a:lnTo>
                          <a:pt x="65" y="1"/>
                        </a:lnTo>
                        <a:lnTo>
                          <a:pt x="59" y="1"/>
                        </a:lnTo>
                        <a:lnTo>
                          <a:pt x="58" y="1"/>
                        </a:lnTo>
                        <a:lnTo>
                          <a:pt x="55" y="0"/>
                        </a:lnTo>
                        <a:lnTo>
                          <a:pt x="54" y="1"/>
                        </a:lnTo>
                        <a:lnTo>
                          <a:pt x="51" y="3"/>
                        </a:lnTo>
                        <a:lnTo>
                          <a:pt x="50" y="1"/>
                        </a:lnTo>
                        <a:lnTo>
                          <a:pt x="46" y="1"/>
                        </a:lnTo>
                        <a:lnTo>
                          <a:pt x="44" y="1"/>
                        </a:lnTo>
                        <a:lnTo>
                          <a:pt x="42" y="1"/>
                        </a:lnTo>
                        <a:lnTo>
                          <a:pt x="40" y="4"/>
                        </a:lnTo>
                        <a:lnTo>
                          <a:pt x="38" y="4"/>
                        </a:lnTo>
                        <a:lnTo>
                          <a:pt x="36" y="4"/>
                        </a:lnTo>
                        <a:lnTo>
                          <a:pt x="36" y="4"/>
                        </a:lnTo>
                        <a:lnTo>
                          <a:pt x="29" y="4"/>
                        </a:lnTo>
                        <a:lnTo>
                          <a:pt x="27" y="7"/>
                        </a:lnTo>
                        <a:lnTo>
                          <a:pt x="23" y="7"/>
                        </a:lnTo>
                        <a:lnTo>
                          <a:pt x="20" y="11"/>
                        </a:lnTo>
                        <a:lnTo>
                          <a:pt x="15" y="11"/>
                        </a:lnTo>
                        <a:lnTo>
                          <a:pt x="9" y="14"/>
                        </a:lnTo>
                        <a:lnTo>
                          <a:pt x="8" y="12"/>
                        </a:lnTo>
                        <a:lnTo>
                          <a:pt x="4" y="12"/>
                        </a:lnTo>
                        <a:lnTo>
                          <a:pt x="1" y="15"/>
                        </a:lnTo>
                        <a:lnTo>
                          <a:pt x="0" y="15"/>
                        </a:lnTo>
                        <a:lnTo>
                          <a:pt x="0" y="19"/>
                        </a:lnTo>
                        <a:lnTo>
                          <a:pt x="1" y="24"/>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56" name="Freeform 801">
                    <a:extLst>
                      <a:ext uri="{FF2B5EF4-FFF2-40B4-BE49-F238E27FC236}">
                        <a16:creationId xmlns:a16="http://schemas.microsoft.com/office/drawing/2014/main" id="{2C5BAF98-C824-40DE-ABE5-A8E1C6CFBEFB}"/>
                      </a:ext>
                    </a:extLst>
                  </p:cNvPr>
                  <p:cNvSpPr>
                    <a:spLocks/>
                  </p:cNvSpPr>
                  <p:nvPr/>
                </p:nvSpPr>
                <p:spPr bwMode="auto">
                  <a:xfrm>
                    <a:off x="9356282" y="2317152"/>
                    <a:ext cx="90259" cy="39894"/>
                  </a:xfrm>
                  <a:custGeom>
                    <a:avLst/>
                    <a:gdLst/>
                    <a:ahLst/>
                    <a:cxnLst>
                      <a:cxn ang="0">
                        <a:pos x="61" y="46"/>
                      </a:cxn>
                      <a:cxn ang="0">
                        <a:pos x="69" y="48"/>
                      </a:cxn>
                      <a:cxn ang="0">
                        <a:pos x="75" y="46"/>
                      </a:cxn>
                      <a:cxn ang="0">
                        <a:pos x="80" y="45"/>
                      </a:cxn>
                      <a:cxn ang="0">
                        <a:pos x="88" y="41"/>
                      </a:cxn>
                      <a:cxn ang="0">
                        <a:pos x="95" y="37"/>
                      </a:cxn>
                      <a:cxn ang="0">
                        <a:pos x="94" y="31"/>
                      </a:cxn>
                      <a:cxn ang="0">
                        <a:pos x="92" y="26"/>
                      </a:cxn>
                      <a:cxn ang="0">
                        <a:pos x="99" y="25"/>
                      </a:cxn>
                      <a:cxn ang="0">
                        <a:pos x="99" y="19"/>
                      </a:cxn>
                      <a:cxn ang="0">
                        <a:pos x="98" y="7"/>
                      </a:cxn>
                      <a:cxn ang="0">
                        <a:pos x="89" y="3"/>
                      </a:cxn>
                      <a:cxn ang="0">
                        <a:pos x="83" y="4"/>
                      </a:cxn>
                      <a:cxn ang="0">
                        <a:pos x="73" y="1"/>
                      </a:cxn>
                      <a:cxn ang="0">
                        <a:pos x="69" y="3"/>
                      </a:cxn>
                      <a:cxn ang="0">
                        <a:pos x="68" y="6"/>
                      </a:cxn>
                      <a:cxn ang="0">
                        <a:pos x="62" y="8"/>
                      </a:cxn>
                      <a:cxn ang="0">
                        <a:pos x="53" y="4"/>
                      </a:cxn>
                      <a:cxn ang="0">
                        <a:pos x="53" y="10"/>
                      </a:cxn>
                      <a:cxn ang="0">
                        <a:pos x="49" y="12"/>
                      </a:cxn>
                      <a:cxn ang="0">
                        <a:pos x="42" y="18"/>
                      </a:cxn>
                      <a:cxn ang="0">
                        <a:pos x="46" y="22"/>
                      </a:cxn>
                      <a:cxn ang="0">
                        <a:pos x="45" y="26"/>
                      </a:cxn>
                      <a:cxn ang="0">
                        <a:pos x="38" y="25"/>
                      </a:cxn>
                      <a:cxn ang="0">
                        <a:pos x="32" y="25"/>
                      </a:cxn>
                      <a:cxn ang="0">
                        <a:pos x="26" y="27"/>
                      </a:cxn>
                      <a:cxn ang="0">
                        <a:pos x="22" y="27"/>
                      </a:cxn>
                      <a:cxn ang="0">
                        <a:pos x="15" y="26"/>
                      </a:cxn>
                      <a:cxn ang="0">
                        <a:pos x="12" y="27"/>
                      </a:cxn>
                      <a:cxn ang="0">
                        <a:pos x="7" y="29"/>
                      </a:cxn>
                      <a:cxn ang="0">
                        <a:pos x="3" y="27"/>
                      </a:cxn>
                      <a:cxn ang="0">
                        <a:pos x="0" y="27"/>
                      </a:cxn>
                      <a:cxn ang="0">
                        <a:pos x="1" y="31"/>
                      </a:cxn>
                      <a:cxn ang="0">
                        <a:pos x="4" y="35"/>
                      </a:cxn>
                      <a:cxn ang="0">
                        <a:pos x="8" y="34"/>
                      </a:cxn>
                      <a:cxn ang="0">
                        <a:pos x="13" y="35"/>
                      </a:cxn>
                      <a:cxn ang="0">
                        <a:pos x="16" y="37"/>
                      </a:cxn>
                      <a:cxn ang="0">
                        <a:pos x="22" y="40"/>
                      </a:cxn>
                      <a:cxn ang="0">
                        <a:pos x="31" y="35"/>
                      </a:cxn>
                      <a:cxn ang="0">
                        <a:pos x="36" y="38"/>
                      </a:cxn>
                      <a:cxn ang="0">
                        <a:pos x="51" y="44"/>
                      </a:cxn>
                      <a:cxn ang="0">
                        <a:pos x="58" y="45"/>
                      </a:cxn>
                    </a:cxnLst>
                    <a:rect l="0" t="0" r="r" b="b"/>
                    <a:pathLst>
                      <a:path w="99" h="48">
                        <a:moveTo>
                          <a:pt x="58" y="45"/>
                        </a:moveTo>
                        <a:lnTo>
                          <a:pt x="61" y="46"/>
                        </a:lnTo>
                        <a:lnTo>
                          <a:pt x="66" y="45"/>
                        </a:lnTo>
                        <a:lnTo>
                          <a:pt x="69" y="48"/>
                        </a:lnTo>
                        <a:lnTo>
                          <a:pt x="72" y="46"/>
                        </a:lnTo>
                        <a:lnTo>
                          <a:pt x="75" y="46"/>
                        </a:lnTo>
                        <a:lnTo>
                          <a:pt x="79" y="45"/>
                        </a:lnTo>
                        <a:lnTo>
                          <a:pt x="80" y="45"/>
                        </a:lnTo>
                        <a:lnTo>
                          <a:pt x="81" y="45"/>
                        </a:lnTo>
                        <a:lnTo>
                          <a:pt x="88" y="41"/>
                        </a:lnTo>
                        <a:lnTo>
                          <a:pt x="92" y="40"/>
                        </a:lnTo>
                        <a:lnTo>
                          <a:pt x="95" y="37"/>
                        </a:lnTo>
                        <a:lnTo>
                          <a:pt x="94" y="34"/>
                        </a:lnTo>
                        <a:lnTo>
                          <a:pt x="94" y="31"/>
                        </a:lnTo>
                        <a:lnTo>
                          <a:pt x="95" y="29"/>
                        </a:lnTo>
                        <a:lnTo>
                          <a:pt x="92" y="26"/>
                        </a:lnTo>
                        <a:lnTo>
                          <a:pt x="92" y="25"/>
                        </a:lnTo>
                        <a:lnTo>
                          <a:pt x="99" y="25"/>
                        </a:lnTo>
                        <a:lnTo>
                          <a:pt x="99" y="22"/>
                        </a:lnTo>
                        <a:lnTo>
                          <a:pt x="99" y="19"/>
                        </a:lnTo>
                        <a:lnTo>
                          <a:pt x="98" y="11"/>
                        </a:lnTo>
                        <a:lnTo>
                          <a:pt x="98" y="7"/>
                        </a:lnTo>
                        <a:lnTo>
                          <a:pt x="92" y="6"/>
                        </a:lnTo>
                        <a:lnTo>
                          <a:pt x="89" y="3"/>
                        </a:lnTo>
                        <a:lnTo>
                          <a:pt x="87" y="4"/>
                        </a:lnTo>
                        <a:lnTo>
                          <a:pt x="83" y="4"/>
                        </a:lnTo>
                        <a:lnTo>
                          <a:pt x="79" y="1"/>
                        </a:lnTo>
                        <a:lnTo>
                          <a:pt x="73" y="1"/>
                        </a:lnTo>
                        <a:lnTo>
                          <a:pt x="70" y="0"/>
                        </a:lnTo>
                        <a:lnTo>
                          <a:pt x="69" y="3"/>
                        </a:lnTo>
                        <a:lnTo>
                          <a:pt x="68" y="4"/>
                        </a:lnTo>
                        <a:lnTo>
                          <a:pt x="68" y="6"/>
                        </a:lnTo>
                        <a:lnTo>
                          <a:pt x="64" y="7"/>
                        </a:lnTo>
                        <a:lnTo>
                          <a:pt x="62" y="8"/>
                        </a:lnTo>
                        <a:lnTo>
                          <a:pt x="55" y="4"/>
                        </a:lnTo>
                        <a:lnTo>
                          <a:pt x="53" y="4"/>
                        </a:lnTo>
                        <a:lnTo>
                          <a:pt x="53" y="6"/>
                        </a:lnTo>
                        <a:lnTo>
                          <a:pt x="53" y="10"/>
                        </a:lnTo>
                        <a:lnTo>
                          <a:pt x="51" y="10"/>
                        </a:lnTo>
                        <a:lnTo>
                          <a:pt x="49" y="12"/>
                        </a:lnTo>
                        <a:lnTo>
                          <a:pt x="46" y="14"/>
                        </a:lnTo>
                        <a:lnTo>
                          <a:pt x="42" y="18"/>
                        </a:lnTo>
                        <a:lnTo>
                          <a:pt x="42" y="20"/>
                        </a:lnTo>
                        <a:lnTo>
                          <a:pt x="46" y="22"/>
                        </a:lnTo>
                        <a:lnTo>
                          <a:pt x="46" y="25"/>
                        </a:lnTo>
                        <a:lnTo>
                          <a:pt x="45" y="26"/>
                        </a:lnTo>
                        <a:lnTo>
                          <a:pt x="42" y="23"/>
                        </a:lnTo>
                        <a:lnTo>
                          <a:pt x="38" y="25"/>
                        </a:lnTo>
                        <a:lnTo>
                          <a:pt x="35" y="23"/>
                        </a:lnTo>
                        <a:lnTo>
                          <a:pt x="32" y="25"/>
                        </a:lnTo>
                        <a:lnTo>
                          <a:pt x="28" y="27"/>
                        </a:lnTo>
                        <a:lnTo>
                          <a:pt x="26" y="27"/>
                        </a:lnTo>
                        <a:lnTo>
                          <a:pt x="23" y="27"/>
                        </a:lnTo>
                        <a:lnTo>
                          <a:pt x="22" y="27"/>
                        </a:lnTo>
                        <a:lnTo>
                          <a:pt x="19" y="26"/>
                        </a:lnTo>
                        <a:lnTo>
                          <a:pt x="15" y="26"/>
                        </a:lnTo>
                        <a:lnTo>
                          <a:pt x="11" y="26"/>
                        </a:lnTo>
                        <a:lnTo>
                          <a:pt x="12" y="27"/>
                        </a:lnTo>
                        <a:lnTo>
                          <a:pt x="11" y="29"/>
                        </a:lnTo>
                        <a:lnTo>
                          <a:pt x="7" y="29"/>
                        </a:lnTo>
                        <a:lnTo>
                          <a:pt x="5" y="26"/>
                        </a:lnTo>
                        <a:lnTo>
                          <a:pt x="3" y="27"/>
                        </a:lnTo>
                        <a:lnTo>
                          <a:pt x="1" y="27"/>
                        </a:lnTo>
                        <a:lnTo>
                          <a:pt x="0" y="27"/>
                        </a:lnTo>
                        <a:lnTo>
                          <a:pt x="3" y="29"/>
                        </a:lnTo>
                        <a:lnTo>
                          <a:pt x="1" y="31"/>
                        </a:lnTo>
                        <a:lnTo>
                          <a:pt x="4" y="33"/>
                        </a:lnTo>
                        <a:lnTo>
                          <a:pt x="4" y="35"/>
                        </a:lnTo>
                        <a:lnTo>
                          <a:pt x="5" y="35"/>
                        </a:lnTo>
                        <a:lnTo>
                          <a:pt x="8" y="34"/>
                        </a:lnTo>
                        <a:lnTo>
                          <a:pt x="11" y="37"/>
                        </a:lnTo>
                        <a:lnTo>
                          <a:pt x="13" y="35"/>
                        </a:lnTo>
                        <a:lnTo>
                          <a:pt x="15" y="35"/>
                        </a:lnTo>
                        <a:lnTo>
                          <a:pt x="16" y="37"/>
                        </a:lnTo>
                        <a:lnTo>
                          <a:pt x="16" y="37"/>
                        </a:lnTo>
                        <a:lnTo>
                          <a:pt x="22" y="40"/>
                        </a:lnTo>
                        <a:lnTo>
                          <a:pt x="28" y="35"/>
                        </a:lnTo>
                        <a:lnTo>
                          <a:pt x="31" y="35"/>
                        </a:lnTo>
                        <a:lnTo>
                          <a:pt x="36" y="35"/>
                        </a:lnTo>
                        <a:lnTo>
                          <a:pt x="36" y="38"/>
                        </a:lnTo>
                        <a:lnTo>
                          <a:pt x="43" y="42"/>
                        </a:lnTo>
                        <a:lnTo>
                          <a:pt x="51" y="44"/>
                        </a:lnTo>
                        <a:lnTo>
                          <a:pt x="57" y="44"/>
                        </a:lnTo>
                        <a:lnTo>
                          <a:pt x="58" y="45"/>
                        </a:lnTo>
                        <a:lnTo>
                          <a:pt x="58" y="45"/>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57" name="Freeform 803">
                    <a:extLst>
                      <a:ext uri="{FF2B5EF4-FFF2-40B4-BE49-F238E27FC236}">
                        <a16:creationId xmlns:a16="http://schemas.microsoft.com/office/drawing/2014/main" id="{7E22DA3B-9315-4325-36D1-9E2522F4BAFA}"/>
                      </a:ext>
                    </a:extLst>
                  </p:cNvPr>
                  <p:cNvSpPr>
                    <a:spLocks/>
                  </p:cNvSpPr>
                  <p:nvPr/>
                </p:nvSpPr>
                <p:spPr bwMode="auto">
                  <a:xfrm>
                    <a:off x="9406425" y="2222404"/>
                    <a:ext cx="120345" cy="91423"/>
                  </a:xfrm>
                  <a:custGeom>
                    <a:avLst/>
                    <a:gdLst/>
                    <a:ahLst/>
                    <a:cxnLst>
                      <a:cxn ang="0">
                        <a:pos x="81" y="110"/>
                      </a:cxn>
                      <a:cxn ang="0">
                        <a:pos x="85" y="107"/>
                      </a:cxn>
                      <a:cxn ang="0">
                        <a:pos x="89" y="107"/>
                      </a:cxn>
                      <a:cxn ang="0">
                        <a:pos x="94" y="109"/>
                      </a:cxn>
                      <a:cxn ang="0">
                        <a:pos x="98" y="106"/>
                      </a:cxn>
                      <a:cxn ang="0">
                        <a:pos x="102" y="107"/>
                      </a:cxn>
                      <a:cxn ang="0">
                        <a:pos x="113" y="110"/>
                      </a:cxn>
                      <a:cxn ang="0">
                        <a:pos x="117" y="106"/>
                      </a:cxn>
                      <a:cxn ang="0">
                        <a:pos x="125" y="92"/>
                      </a:cxn>
                      <a:cxn ang="0">
                        <a:pos x="128" y="86"/>
                      </a:cxn>
                      <a:cxn ang="0">
                        <a:pos x="132" y="82"/>
                      </a:cxn>
                      <a:cxn ang="0">
                        <a:pos x="131" y="77"/>
                      </a:cxn>
                      <a:cxn ang="0">
                        <a:pos x="128" y="75"/>
                      </a:cxn>
                      <a:cxn ang="0">
                        <a:pos x="124" y="68"/>
                      </a:cxn>
                      <a:cxn ang="0">
                        <a:pos x="125" y="57"/>
                      </a:cxn>
                      <a:cxn ang="0">
                        <a:pos x="121" y="49"/>
                      </a:cxn>
                      <a:cxn ang="0">
                        <a:pos x="125" y="45"/>
                      </a:cxn>
                      <a:cxn ang="0">
                        <a:pos x="124" y="34"/>
                      </a:cxn>
                      <a:cxn ang="0">
                        <a:pos x="121" y="27"/>
                      </a:cxn>
                      <a:cxn ang="0">
                        <a:pos x="117" y="18"/>
                      </a:cxn>
                      <a:cxn ang="0">
                        <a:pos x="116" y="8"/>
                      </a:cxn>
                      <a:cxn ang="0">
                        <a:pos x="111" y="5"/>
                      </a:cxn>
                      <a:cxn ang="0">
                        <a:pos x="74" y="7"/>
                      </a:cxn>
                      <a:cxn ang="0">
                        <a:pos x="67" y="11"/>
                      </a:cxn>
                      <a:cxn ang="0">
                        <a:pos x="62" y="11"/>
                      </a:cxn>
                      <a:cxn ang="0">
                        <a:pos x="70" y="5"/>
                      </a:cxn>
                      <a:cxn ang="0">
                        <a:pos x="66" y="8"/>
                      </a:cxn>
                      <a:cxn ang="0">
                        <a:pos x="55" y="9"/>
                      </a:cxn>
                      <a:cxn ang="0">
                        <a:pos x="53" y="4"/>
                      </a:cxn>
                      <a:cxn ang="0">
                        <a:pos x="59" y="5"/>
                      </a:cxn>
                      <a:cxn ang="0">
                        <a:pos x="55" y="1"/>
                      </a:cxn>
                      <a:cxn ang="0">
                        <a:pos x="43" y="3"/>
                      </a:cxn>
                      <a:cxn ang="0">
                        <a:pos x="33" y="4"/>
                      </a:cxn>
                      <a:cxn ang="0">
                        <a:pos x="26" y="8"/>
                      </a:cxn>
                      <a:cxn ang="0">
                        <a:pos x="25" y="14"/>
                      </a:cxn>
                      <a:cxn ang="0">
                        <a:pos x="13" y="16"/>
                      </a:cxn>
                      <a:cxn ang="0">
                        <a:pos x="7" y="20"/>
                      </a:cxn>
                      <a:cxn ang="0">
                        <a:pos x="5" y="24"/>
                      </a:cxn>
                      <a:cxn ang="0">
                        <a:pos x="5" y="26"/>
                      </a:cxn>
                      <a:cxn ang="0">
                        <a:pos x="5" y="37"/>
                      </a:cxn>
                      <a:cxn ang="0">
                        <a:pos x="0" y="41"/>
                      </a:cxn>
                      <a:cxn ang="0">
                        <a:pos x="5" y="49"/>
                      </a:cxn>
                      <a:cxn ang="0">
                        <a:pos x="7" y="53"/>
                      </a:cxn>
                      <a:cxn ang="0">
                        <a:pos x="7" y="58"/>
                      </a:cxn>
                      <a:cxn ang="0">
                        <a:pos x="11" y="67"/>
                      </a:cxn>
                      <a:cxn ang="0">
                        <a:pos x="14" y="76"/>
                      </a:cxn>
                      <a:cxn ang="0">
                        <a:pos x="14" y="79"/>
                      </a:cxn>
                      <a:cxn ang="0">
                        <a:pos x="17" y="79"/>
                      </a:cxn>
                      <a:cxn ang="0">
                        <a:pos x="25" y="79"/>
                      </a:cxn>
                      <a:cxn ang="0">
                        <a:pos x="26" y="83"/>
                      </a:cxn>
                      <a:cxn ang="0">
                        <a:pos x="32" y="84"/>
                      </a:cxn>
                      <a:cxn ang="0">
                        <a:pos x="30" y="88"/>
                      </a:cxn>
                      <a:cxn ang="0">
                        <a:pos x="32" y="92"/>
                      </a:cxn>
                      <a:cxn ang="0">
                        <a:pos x="36" y="91"/>
                      </a:cxn>
                      <a:cxn ang="0">
                        <a:pos x="33" y="87"/>
                      </a:cxn>
                      <a:cxn ang="0">
                        <a:pos x="41" y="90"/>
                      </a:cxn>
                      <a:cxn ang="0">
                        <a:pos x="45" y="92"/>
                      </a:cxn>
                      <a:cxn ang="0">
                        <a:pos x="53" y="94"/>
                      </a:cxn>
                      <a:cxn ang="0">
                        <a:pos x="67" y="101"/>
                      </a:cxn>
                      <a:cxn ang="0">
                        <a:pos x="71" y="106"/>
                      </a:cxn>
                      <a:cxn ang="0">
                        <a:pos x="77" y="105"/>
                      </a:cxn>
                      <a:cxn ang="0">
                        <a:pos x="79" y="110"/>
                      </a:cxn>
                    </a:cxnLst>
                    <a:rect l="0" t="0" r="r" b="b"/>
                    <a:pathLst>
                      <a:path w="132" h="110">
                        <a:moveTo>
                          <a:pt x="79" y="110"/>
                        </a:moveTo>
                        <a:lnTo>
                          <a:pt x="81" y="110"/>
                        </a:lnTo>
                        <a:lnTo>
                          <a:pt x="83" y="110"/>
                        </a:lnTo>
                        <a:lnTo>
                          <a:pt x="85" y="107"/>
                        </a:lnTo>
                        <a:lnTo>
                          <a:pt x="87" y="107"/>
                        </a:lnTo>
                        <a:lnTo>
                          <a:pt x="89" y="107"/>
                        </a:lnTo>
                        <a:lnTo>
                          <a:pt x="93" y="107"/>
                        </a:lnTo>
                        <a:lnTo>
                          <a:pt x="94" y="109"/>
                        </a:lnTo>
                        <a:lnTo>
                          <a:pt x="97" y="107"/>
                        </a:lnTo>
                        <a:lnTo>
                          <a:pt x="98" y="106"/>
                        </a:lnTo>
                        <a:lnTo>
                          <a:pt x="101" y="107"/>
                        </a:lnTo>
                        <a:lnTo>
                          <a:pt x="102" y="107"/>
                        </a:lnTo>
                        <a:lnTo>
                          <a:pt x="108" y="107"/>
                        </a:lnTo>
                        <a:lnTo>
                          <a:pt x="113" y="110"/>
                        </a:lnTo>
                        <a:lnTo>
                          <a:pt x="117" y="110"/>
                        </a:lnTo>
                        <a:lnTo>
                          <a:pt x="117" y="106"/>
                        </a:lnTo>
                        <a:lnTo>
                          <a:pt x="116" y="102"/>
                        </a:lnTo>
                        <a:lnTo>
                          <a:pt x="125" y="92"/>
                        </a:lnTo>
                        <a:lnTo>
                          <a:pt x="127" y="88"/>
                        </a:lnTo>
                        <a:lnTo>
                          <a:pt x="128" y="86"/>
                        </a:lnTo>
                        <a:lnTo>
                          <a:pt x="131" y="86"/>
                        </a:lnTo>
                        <a:lnTo>
                          <a:pt x="132" y="82"/>
                        </a:lnTo>
                        <a:lnTo>
                          <a:pt x="131" y="80"/>
                        </a:lnTo>
                        <a:lnTo>
                          <a:pt x="131" y="77"/>
                        </a:lnTo>
                        <a:lnTo>
                          <a:pt x="131" y="76"/>
                        </a:lnTo>
                        <a:lnTo>
                          <a:pt x="128" y="75"/>
                        </a:lnTo>
                        <a:lnTo>
                          <a:pt x="127" y="69"/>
                        </a:lnTo>
                        <a:lnTo>
                          <a:pt x="124" y="68"/>
                        </a:lnTo>
                        <a:lnTo>
                          <a:pt x="124" y="61"/>
                        </a:lnTo>
                        <a:lnTo>
                          <a:pt x="125" y="57"/>
                        </a:lnTo>
                        <a:lnTo>
                          <a:pt x="121" y="53"/>
                        </a:lnTo>
                        <a:lnTo>
                          <a:pt x="121" y="49"/>
                        </a:lnTo>
                        <a:lnTo>
                          <a:pt x="123" y="45"/>
                        </a:lnTo>
                        <a:lnTo>
                          <a:pt x="125" y="45"/>
                        </a:lnTo>
                        <a:lnTo>
                          <a:pt x="125" y="35"/>
                        </a:lnTo>
                        <a:lnTo>
                          <a:pt x="124" y="34"/>
                        </a:lnTo>
                        <a:lnTo>
                          <a:pt x="124" y="31"/>
                        </a:lnTo>
                        <a:lnTo>
                          <a:pt x="121" y="27"/>
                        </a:lnTo>
                        <a:lnTo>
                          <a:pt x="120" y="20"/>
                        </a:lnTo>
                        <a:lnTo>
                          <a:pt x="117" y="18"/>
                        </a:lnTo>
                        <a:lnTo>
                          <a:pt x="117" y="14"/>
                        </a:lnTo>
                        <a:lnTo>
                          <a:pt x="116" y="8"/>
                        </a:lnTo>
                        <a:lnTo>
                          <a:pt x="113" y="8"/>
                        </a:lnTo>
                        <a:lnTo>
                          <a:pt x="111" y="5"/>
                        </a:lnTo>
                        <a:lnTo>
                          <a:pt x="92" y="8"/>
                        </a:lnTo>
                        <a:lnTo>
                          <a:pt x="74" y="7"/>
                        </a:lnTo>
                        <a:lnTo>
                          <a:pt x="72" y="7"/>
                        </a:lnTo>
                        <a:lnTo>
                          <a:pt x="67" y="11"/>
                        </a:lnTo>
                        <a:lnTo>
                          <a:pt x="63" y="12"/>
                        </a:lnTo>
                        <a:lnTo>
                          <a:pt x="62" y="11"/>
                        </a:lnTo>
                        <a:lnTo>
                          <a:pt x="66" y="9"/>
                        </a:lnTo>
                        <a:lnTo>
                          <a:pt x="70" y="5"/>
                        </a:lnTo>
                        <a:lnTo>
                          <a:pt x="68" y="5"/>
                        </a:lnTo>
                        <a:lnTo>
                          <a:pt x="66" y="8"/>
                        </a:lnTo>
                        <a:lnTo>
                          <a:pt x="60" y="11"/>
                        </a:lnTo>
                        <a:lnTo>
                          <a:pt x="55" y="9"/>
                        </a:lnTo>
                        <a:lnTo>
                          <a:pt x="53" y="5"/>
                        </a:lnTo>
                        <a:lnTo>
                          <a:pt x="53" y="4"/>
                        </a:lnTo>
                        <a:lnTo>
                          <a:pt x="58" y="4"/>
                        </a:lnTo>
                        <a:lnTo>
                          <a:pt x="59" y="5"/>
                        </a:lnTo>
                        <a:lnTo>
                          <a:pt x="59" y="4"/>
                        </a:lnTo>
                        <a:lnTo>
                          <a:pt x="55" y="1"/>
                        </a:lnTo>
                        <a:lnTo>
                          <a:pt x="48" y="0"/>
                        </a:lnTo>
                        <a:lnTo>
                          <a:pt x="43" y="3"/>
                        </a:lnTo>
                        <a:lnTo>
                          <a:pt x="37" y="3"/>
                        </a:lnTo>
                        <a:lnTo>
                          <a:pt x="33" y="4"/>
                        </a:lnTo>
                        <a:lnTo>
                          <a:pt x="32" y="8"/>
                        </a:lnTo>
                        <a:lnTo>
                          <a:pt x="26" y="8"/>
                        </a:lnTo>
                        <a:lnTo>
                          <a:pt x="25" y="11"/>
                        </a:lnTo>
                        <a:lnTo>
                          <a:pt x="25" y="14"/>
                        </a:lnTo>
                        <a:lnTo>
                          <a:pt x="20" y="14"/>
                        </a:lnTo>
                        <a:lnTo>
                          <a:pt x="13" y="16"/>
                        </a:lnTo>
                        <a:lnTo>
                          <a:pt x="9" y="18"/>
                        </a:lnTo>
                        <a:lnTo>
                          <a:pt x="7" y="20"/>
                        </a:lnTo>
                        <a:lnTo>
                          <a:pt x="6" y="24"/>
                        </a:lnTo>
                        <a:lnTo>
                          <a:pt x="5" y="24"/>
                        </a:lnTo>
                        <a:lnTo>
                          <a:pt x="6" y="26"/>
                        </a:lnTo>
                        <a:lnTo>
                          <a:pt x="5" y="26"/>
                        </a:lnTo>
                        <a:lnTo>
                          <a:pt x="6" y="33"/>
                        </a:lnTo>
                        <a:lnTo>
                          <a:pt x="5" y="37"/>
                        </a:lnTo>
                        <a:lnTo>
                          <a:pt x="0" y="39"/>
                        </a:lnTo>
                        <a:lnTo>
                          <a:pt x="0" y="41"/>
                        </a:lnTo>
                        <a:lnTo>
                          <a:pt x="6" y="46"/>
                        </a:lnTo>
                        <a:lnTo>
                          <a:pt x="5" y="49"/>
                        </a:lnTo>
                        <a:lnTo>
                          <a:pt x="7" y="52"/>
                        </a:lnTo>
                        <a:lnTo>
                          <a:pt x="7" y="53"/>
                        </a:lnTo>
                        <a:lnTo>
                          <a:pt x="9" y="57"/>
                        </a:lnTo>
                        <a:lnTo>
                          <a:pt x="7" y="58"/>
                        </a:lnTo>
                        <a:lnTo>
                          <a:pt x="10" y="65"/>
                        </a:lnTo>
                        <a:lnTo>
                          <a:pt x="11" y="67"/>
                        </a:lnTo>
                        <a:lnTo>
                          <a:pt x="13" y="68"/>
                        </a:lnTo>
                        <a:lnTo>
                          <a:pt x="14" y="76"/>
                        </a:lnTo>
                        <a:lnTo>
                          <a:pt x="13" y="77"/>
                        </a:lnTo>
                        <a:lnTo>
                          <a:pt x="14" y="79"/>
                        </a:lnTo>
                        <a:lnTo>
                          <a:pt x="15" y="77"/>
                        </a:lnTo>
                        <a:lnTo>
                          <a:pt x="17" y="79"/>
                        </a:lnTo>
                        <a:lnTo>
                          <a:pt x="18" y="77"/>
                        </a:lnTo>
                        <a:lnTo>
                          <a:pt x="25" y="79"/>
                        </a:lnTo>
                        <a:lnTo>
                          <a:pt x="25" y="80"/>
                        </a:lnTo>
                        <a:lnTo>
                          <a:pt x="26" y="83"/>
                        </a:lnTo>
                        <a:lnTo>
                          <a:pt x="29" y="83"/>
                        </a:lnTo>
                        <a:lnTo>
                          <a:pt x="32" y="84"/>
                        </a:lnTo>
                        <a:lnTo>
                          <a:pt x="30" y="87"/>
                        </a:lnTo>
                        <a:lnTo>
                          <a:pt x="30" y="88"/>
                        </a:lnTo>
                        <a:lnTo>
                          <a:pt x="32" y="90"/>
                        </a:lnTo>
                        <a:lnTo>
                          <a:pt x="32" y="92"/>
                        </a:lnTo>
                        <a:lnTo>
                          <a:pt x="34" y="92"/>
                        </a:lnTo>
                        <a:lnTo>
                          <a:pt x="36" y="91"/>
                        </a:lnTo>
                        <a:lnTo>
                          <a:pt x="37" y="91"/>
                        </a:lnTo>
                        <a:lnTo>
                          <a:pt x="33" y="87"/>
                        </a:lnTo>
                        <a:lnTo>
                          <a:pt x="34" y="87"/>
                        </a:lnTo>
                        <a:lnTo>
                          <a:pt x="41" y="90"/>
                        </a:lnTo>
                        <a:lnTo>
                          <a:pt x="45" y="90"/>
                        </a:lnTo>
                        <a:lnTo>
                          <a:pt x="45" y="92"/>
                        </a:lnTo>
                        <a:lnTo>
                          <a:pt x="48" y="94"/>
                        </a:lnTo>
                        <a:lnTo>
                          <a:pt x="53" y="94"/>
                        </a:lnTo>
                        <a:lnTo>
                          <a:pt x="58" y="95"/>
                        </a:lnTo>
                        <a:lnTo>
                          <a:pt x="67" y="101"/>
                        </a:lnTo>
                        <a:lnTo>
                          <a:pt x="70" y="106"/>
                        </a:lnTo>
                        <a:lnTo>
                          <a:pt x="71" y="106"/>
                        </a:lnTo>
                        <a:lnTo>
                          <a:pt x="72" y="105"/>
                        </a:lnTo>
                        <a:lnTo>
                          <a:pt x="77" y="105"/>
                        </a:lnTo>
                        <a:lnTo>
                          <a:pt x="79" y="106"/>
                        </a:lnTo>
                        <a:lnTo>
                          <a:pt x="79" y="110"/>
                        </a:lnTo>
                        <a:close/>
                      </a:path>
                    </a:pathLst>
                  </a:custGeom>
                  <a:solidFill>
                    <a:srgbClr val="D4D4D4"/>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78177"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58" name="Freeform 805">
                    <a:extLst>
                      <a:ext uri="{FF2B5EF4-FFF2-40B4-BE49-F238E27FC236}">
                        <a16:creationId xmlns:a16="http://schemas.microsoft.com/office/drawing/2014/main" id="{4C88F474-ACFC-F3B7-DC21-569192E757D1}"/>
                      </a:ext>
                    </a:extLst>
                  </p:cNvPr>
                  <p:cNvSpPr>
                    <a:spLocks/>
                  </p:cNvSpPr>
                  <p:nvPr/>
                </p:nvSpPr>
                <p:spPr bwMode="auto">
                  <a:xfrm>
                    <a:off x="9383633" y="2286400"/>
                    <a:ext cx="94817" cy="37401"/>
                  </a:xfrm>
                  <a:custGeom>
                    <a:avLst/>
                    <a:gdLst/>
                    <a:ahLst/>
                    <a:cxnLst>
                      <a:cxn ang="0">
                        <a:pos x="39" y="2"/>
                      </a:cxn>
                      <a:cxn ang="0">
                        <a:pos x="42" y="2"/>
                      </a:cxn>
                      <a:cxn ang="0">
                        <a:pos x="50" y="2"/>
                      </a:cxn>
                      <a:cxn ang="0">
                        <a:pos x="51" y="6"/>
                      </a:cxn>
                      <a:cxn ang="0">
                        <a:pos x="57" y="7"/>
                      </a:cxn>
                      <a:cxn ang="0">
                        <a:pos x="55" y="11"/>
                      </a:cxn>
                      <a:cxn ang="0">
                        <a:pos x="57" y="15"/>
                      </a:cxn>
                      <a:cxn ang="0">
                        <a:pos x="61" y="14"/>
                      </a:cxn>
                      <a:cxn ang="0">
                        <a:pos x="58" y="10"/>
                      </a:cxn>
                      <a:cxn ang="0">
                        <a:pos x="66" y="13"/>
                      </a:cxn>
                      <a:cxn ang="0">
                        <a:pos x="70" y="15"/>
                      </a:cxn>
                      <a:cxn ang="0">
                        <a:pos x="78" y="17"/>
                      </a:cxn>
                      <a:cxn ang="0">
                        <a:pos x="92" y="24"/>
                      </a:cxn>
                      <a:cxn ang="0">
                        <a:pos x="96" y="29"/>
                      </a:cxn>
                      <a:cxn ang="0">
                        <a:pos x="102" y="28"/>
                      </a:cxn>
                      <a:cxn ang="0">
                        <a:pos x="104" y="33"/>
                      </a:cxn>
                      <a:cxn ang="0">
                        <a:pos x="95" y="36"/>
                      </a:cxn>
                      <a:cxn ang="0">
                        <a:pos x="88" y="40"/>
                      </a:cxn>
                      <a:cxn ang="0">
                        <a:pos x="77" y="43"/>
                      </a:cxn>
                      <a:cxn ang="0">
                        <a:pos x="72" y="41"/>
                      </a:cxn>
                      <a:cxn ang="0">
                        <a:pos x="62" y="43"/>
                      </a:cxn>
                      <a:cxn ang="0">
                        <a:pos x="57" y="41"/>
                      </a:cxn>
                      <a:cxn ang="0">
                        <a:pos x="49" y="38"/>
                      </a:cxn>
                      <a:cxn ang="0">
                        <a:pos x="40" y="37"/>
                      </a:cxn>
                      <a:cxn ang="0">
                        <a:pos x="38" y="41"/>
                      </a:cxn>
                      <a:cxn ang="0">
                        <a:pos x="34" y="44"/>
                      </a:cxn>
                      <a:cxn ang="0">
                        <a:pos x="25" y="41"/>
                      </a:cxn>
                      <a:cxn ang="0">
                        <a:pos x="24" y="41"/>
                      </a:cxn>
                      <a:cxn ang="0">
                        <a:pos x="15" y="32"/>
                      </a:cxn>
                      <a:cxn ang="0">
                        <a:pos x="8" y="28"/>
                      </a:cxn>
                      <a:cxn ang="0">
                        <a:pos x="6" y="22"/>
                      </a:cxn>
                      <a:cxn ang="0">
                        <a:pos x="0" y="15"/>
                      </a:cxn>
                      <a:cxn ang="0">
                        <a:pos x="1" y="11"/>
                      </a:cxn>
                      <a:cxn ang="0">
                        <a:pos x="5" y="14"/>
                      </a:cxn>
                      <a:cxn ang="0">
                        <a:pos x="12" y="9"/>
                      </a:cxn>
                      <a:cxn ang="0">
                        <a:pos x="19" y="6"/>
                      </a:cxn>
                      <a:cxn ang="0">
                        <a:pos x="24" y="3"/>
                      </a:cxn>
                      <a:cxn ang="0">
                        <a:pos x="28" y="3"/>
                      </a:cxn>
                      <a:cxn ang="0">
                        <a:pos x="34" y="0"/>
                      </a:cxn>
                      <a:cxn ang="0">
                        <a:pos x="38" y="0"/>
                      </a:cxn>
                    </a:cxnLst>
                    <a:rect l="0" t="0" r="r" b="b"/>
                    <a:pathLst>
                      <a:path w="104" h="45">
                        <a:moveTo>
                          <a:pt x="38" y="0"/>
                        </a:moveTo>
                        <a:lnTo>
                          <a:pt x="39" y="2"/>
                        </a:lnTo>
                        <a:lnTo>
                          <a:pt x="40" y="0"/>
                        </a:lnTo>
                        <a:lnTo>
                          <a:pt x="42" y="2"/>
                        </a:lnTo>
                        <a:lnTo>
                          <a:pt x="43" y="0"/>
                        </a:lnTo>
                        <a:lnTo>
                          <a:pt x="50" y="2"/>
                        </a:lnTo>
                        <a:lnTo>
                          <a:pt x="50" y="3"/>
                        </a:lnTo>
                        <a:lnTo>
                          <a:pt x="51" y="6"/>
                        </a:lnTo>
                        <a:lnTo>
                          <a:pt x="54" y="6"/>
                        </a:lnTo>
                        <a:lnTo>
                          <a:pt x="57" y="7"/>
                        </a:lnTo>
                        <a:lnTo>
                          <a:pt x="55" y="10"/>
                        </a:lnTo>
                        <a:lnTo>
                          <a:pt x="55" y="11"/>
                        </a:lnTo>
                        <a:lnTo>
                          <a:pt x="57" y="13"/>
                        </a:lnTo>
                        <a:lnTo>
                          <a:pt x="57" y="15"/>
                        </a:lnTo>
                        <a:lnTo>
                          <a:pt x="59" y="15"/>
                        </a:lnTo>
                        <a:lnTo>
                          <a:pt x="61" y="14"/>
                        </a:lnTo>
                        <a:lnTo>
                          <a:pt x="62" y="14"/>
                        </a:lnTo>
                        <a:lnTo>
                          <a:pt x="58" y="10"/>
                        </a:lnTo>
                        <a:lnTo>
                          <a:pt x="59" y="10"/>
                        </a:lnTo>
                        <a:lnTo>
                          <a:pt x="66" y="13"/>
                        </a:lnTo>
                        <a:lnTo>
                          <a:pt x="70" y="13"/>
                        </a:lnTo>
                        <a:lnTo>
                          <a:pt x="70" y="15"/>
                        </a:lnTo>
                        <a:lnTo>
                          <a:pt x="73" y="17"/>
                        </a:lnTo>
                        <a:lnTo>
                          <a:pt x="78" y="17"/>
                        </a:lnTo>
                        <a:lnTo>
                          <a:pt x="83" y="18"/>
                        </a:lnTo>
                        <a:lnTo>
                          <a:pt x="92" y="24"/>
                        </a:lnTo>
                        <a:lnTo>
                          <a:pt x="95" y="29"/>
                        </a:lnTo>
                        <a:lnTo>
                          <a:pt x="96" y="29"/>
                        </a:lnTo>
                        <a:lnTo>
                          <a:pt x="97" y="28"/>
                        </a:lnTo>
                        <a:lnTo>
                          <a:pt x="102" y="28"/>
                        </a:lnTo>
                        <a:lnTo>
                          <a:pt x="104" y="29"/>
                        </a:lnTo>
                        <a:lnTo>
                          <a:pt x="104" y="33"/>
                        </a:lnTo>
                        <a:lnTo>
                          <a:pt x="97" y="33"/>
                        </a:lnTo>
                        <a:lnTo>
                          <a:pt x="95" y="36"/>
                        </a:lnTo>
                        <a:lnTo>
                          <a:pt x="91" y="36"/>
                        </a:lnTo>
                        <a:lnTo>
                          <a:pt x="88" y="40"/>
                        </a:lnTo>
                        <a:lnTo>
                          <a:pt x="83" y="40"/>
                        </a:lnTo>
                        <a:lnTo>
                          <a:pt x="77" y="43"/>
                        </a:lnTo>
                        <a:lnTo>
                          <a:pt x="76" y="41"/>
                        </a:lnTo>
                        <a:lnTo>
                          <a:pt x="72" y="41"/>
                        </a:lnTo>
                        <a:lnTo>
                          <a:pt x="69" y="44"/>
                        </a:lnTo>
                        <a:lnTo>
                          <a:pt x="62" y="43"/>
                        </a:lnTo>
                        <a:lnTo>
                          <a:pt x="59" y="40"/>
                        </a:lnTo>
                        <a:lnTo>
                          <a:pt x="57" y="41"/>
                        </a:lnTo>
                        <a:lnTo>
                          <a:pt x="53" y="41"/>
                        </a:lnTo>
                        <a:lnTo>
                          <a:pt x="49" y="38"/>
                        </a:lnTo>
                        <a:lnTo>
                          <a:pt x="43" y="38"/>
                        </a:lnTo>
                        <a:lnTo>
                          <a:pt x="40" y="37"/>
                        </a:lnTo>
                        <a:lnTo>
                          <a:pt x="39" y="40"/>
                        </a:lnTo>
                        <a:lnTo>
                          <a:pt x="38" y="41"/>
                        </a:lnTo>
                        <a:lnTo>
                          <a:pt x="38" y="43"/>
                        </a:lnTo>
                        <a:lnTo>
                          <a:pt x="34" y="44"/>
                        </a:lnTo>
                        <a:lnTo>
                          <a:pt x="32" y="45"/>
                        </a:lnTo>
                        <a:lnTo>
                          <a:pt x="25" y="41"/>
                        </a:lnTo>
                        <a:lnTo>
                          <a:pt x="23" y="41"/>
                        </a:lnTo>
                        <a:lnTo>
                          <a:pt x="24" y="41"/>
                        </a:lnTo>
                        <a:lnTo>
                          <a:pt x="17" y="34"/>
                        </a:lnTo>
                        <a:lnTo>
                          <a:pt x="15" y="32"/>
                        </a:lnTo>
                        <a:lnTo>
                          <a:pt x="11" y="29"/>
                        </a:lnTo>
                        <a:lnTo>
                          <a:pt x="8" y="28"/>
                        </a:lnTo>
                        <a:lnTo>
                          <a:pt x="6" y="25"/>
                        </a:lnTo>
                        <a:lnTo>
                          <a:pt x="6" y="22"/>
                        </a:lnTo>
                        <a:lnTo>
                          <a:pt x="4" y="17"/>
                        </a:lnTo>
                        <a:lnTo>
                          <a:pt x="0" y="15"/>
                        </a:lnTo>
                        <a:lnTo>
                          <a:pt x="0" y="13"/>
                        </a:lnTo>
                        <a:lnTo>
                          <a:pt x="1" y="11"/>
                        </a:lnTo>
                        <a:lnTo>
                          <a:pt x="2" y="13"/>
                        </a:lnTo>
                        <a:lnTo>
                          <a:pt x="5" y="14"/>
                        </a:lnTo>
                        <a:lnTo>
                          <a:pt x="11" y="10"/>
                        </a:lnTo>
                        <a:lnTo>
                          <a:pt x="12" y="9"/>
                        </a:lnTo>
                        <a:lnTo>
                          <a:pt x="15" y="6"/>
                        </a:lnTo>
                        <a:lnTo>
                          <a:pt x="19" y="6"/>
                        </a:lnTo>
                        <a:lnTo>
                          <a:pt x="20" y="3"/>
                        </a:lnTo>
                        <a:lnTo>
                          <a:pt x="24" y="3"/>
                        </a:lnTo>
                        <a:lnTo>
                          <a:pt x="27" y="5"/>
                        </a:lnTo>
                        <a:lnTo>
                          <a:pt x="28" y="3"/>
                        </a:lnTo>
                        <a:lnTo>
                          <a:pt x="28" y="0"/>
                        </a:lnTo>
                        <a:lnTo>
                          <a:pt x="34" y="0"/>
                        </a:lnTo>
                        <a:lnTo>
                          <a:pt x="35" y="0"/>
                        </a:lnTo>
                        <a:lnTo>
                          <a:pt x="38" y="0"/>
                        </a:lnTo>
                        <a:lnTo>
                          <a:pt x="38" y="0"/>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59" name="Freeform 807">
                    <a:extLst>
                      <a:ext uri="{FF2B5EF4-FFF2-40B4-BE49-F238E27FC236}">
                        <a16:creationId xmlns:a16="http://schemas.microsoft.com/office/drawing/2014/main" id="{F9FA91D5-9AC6-D4A8-8321-164C169911F6}"/>
                      </a:ext>
                    </a:extLst>
                  </p:cNvPr>
                  <p:cNvSpPr>
                    <a:spLocks/>
                  </p:cNvSpPr>
                  <p:nvPr/>
                </p:nvSpPr>
                <p:spPr bwMode="auto">
                  <a:xfrm>
                    <a:off x="9312520" y="2335436"/>
                    <a:ext cx="58349" cy="30752"/>
                  </a:xfrm>
                  <a:custGeom>
                    <a:avLst/>
                    <a:gdLst/>
                    <a:ahLst/>
                    <a:cxnLst>
                      <a:cxn ang="0">
                        <a:pos x="27" y="5"/>
                      </a:cxn>
                      <a:cxn ang="0">
                        <a:pos x="33" y="4"/>
                      </a:cxn>
                      <a:cxn ang="0">
                        <a:pos x="34" y="1"/>
                      </a:cxn>
                      <a:cxn ang="0">
                        <a:pos x="38" y="3"/>
                      </a:cxn>
                      <a:cxn ang="0">
                        <a:pos x="41" y="1"/>
                      </a:cxn>
                      <a:cxn ang="0">
                        <a:pos x="46" y="5"/>
                      </a:cxn>
                      <a:cxn ang="0">
                        <a:pos x="49" y="9"/>
                      </a:cxn>
                      <a:cxn ang="0">
                        <a:pos x="51" y="13"/>
                      </a:cxn>
                      <a:cxn ang="0">
                        <a:pos x="56" y="12"/>
                      </a:cxn>
                      <a:cxn ang="0">
                        <a:pos x="61" y="13"/>
                      </a:cxn>
                      <a:cxn ang="0">
                        <a:pos x="64" y="15"/>
                      </a:cxn>
                      <a:cxn ang="0">
                        <a:pos x="63" y="23"/>
                      </a:cxn>
                      <a:cxn ang="0">
                        <a:pos x="56" y="30"/>
                      </a:cxn>
                      <a:cxn ang="0">
                        <a:pos x="52" y="28"/>
                      </a:cxn>
                      <a:cxn ang="0">
                        <a:pos x="45" y="30"/>
                      </a:cxn>
                      <a:cxn ang="0">
                        <a:pos x="41" y="32"/>
                      </a:cxn>
                      <a:cxn ang="0">
                        <a:pos x="37" y="27"/>
                      </a:cxn>
                      <a:cxn ang="0">
                        <a:pos x="29" y="34"/>
                      </a:cxn>
                      <a:cxn ang="0">
                        <a:pos x="19" y="37"/>
                      </a:cxn>
                      <a:cxn ang="0">
                        <a:pos x="17" y="32"/>
                      </a:cxn>
                      <a:cxn ang="0">
                        <a:pos x="14" y="28"/>
                      </a:cxn>
                      <a:cxn ang="0">
                        <a:pos x="7" y="24"/>
                      </a:cxn>
                      <a:cxn ang="0">
                        <a:pos x="7" y="30"/>
                      </a:cxn>
                      <a:cxn ang="0">
                        <a:pos x="0" y="31"/>
                      </a:cxn>
                      <a:cxn ang="0">
                        <a:pos x="2" y="28"/>
                      </a:cxn>
                      <a:cxn ang="0">
                        <a:pos x="3" y="26"/>
                      </a:cxn>
                      <a:cxn ang="0">
                        <a:pos x="8" y="15"/>
                      </a:cxn>
                      <a:cxn ang="0">
                        <a:pos x="12" y="11"/>
                      </a:cxn>
                      <a:cxn ang="0">
                        <a:pos x="15" y="7"/>
                      </a:cxn>
                      <a:cxn ang="0">
                        <a:pos x="14" y="4"/>
                      </a:cxn>
                      <a:cxn ang="0">
                        <a:pos x="18" y="5"/>
                      </a:cxn>
                      <a:cxn ang="0">
                        <a:pos x="25" y="4"/>
                      </a:cxn>
                    </a:cxnLst>
                    <a:rect l="0" t="0" r="r" b="b"/>
                    <a:pathLst>
                      <a:path w="64" h="37">
                        <a:moveTo>
                          <a:pt x="25" y="4"/>
                        </a:moveTo>
                        <a:lnTo>
                          <a:pt x="27" y="5"/>
                        </a:lnTo>
                        <a:lnTo>
                          <a:pt x="30" y="3"/>
                        </a:lnTo>
                        <a:lnTo>
                          <a:pt x="33" y="4"/>
                        </a:lnTo>
                        <a:lnTo>
                          <a:pt x="34" y="3"/>
                        </a:lnTo>
                        <a:lnTo>
                          <a:pt x="34" y="1"/>
                        </a:lnTo>
                        <a:lnTo>
                          <a:pt x="37" y="0"/>
                        </a:lnTo>
                        <a:lnTo>
                          <a:pt x="38" y="3"/>
                        </a:lnTo>
                        <a:lnTo>
                          <a:pt x="40" y="3"/>
                        </a:lnTo>
                        <a:lnTo>
                          <a:pt x="41" y="1"/>
                        </a:lnTo>
                        <a:lnTo>
                          <a:pt x="42" y="3"/>
                        </a:lnTo>
                        <a:lnTo>
                          <a:pt x="46" y="5"/>
                        </a:lnTo>
                        <a:lnTo>
                          <a:pt x="51" y="7"/>
                        </a:lnTo>
                        <a:lnTo>
                          <a:pt x="49" y="9"/>
                        </a:lnTo>
                        <a:lnTo>
                          <a:pt x="49" y="11"/>
                        </a:lnTo>
                        <a:lnTo>
                          <a:pt x="51" y="13"/>
                        </a:lnTo>
                        <a:lnTo>
                          <a:pt x="53" y="13"/>
                        </a:lnTo>
                        <a:lnTo>
                          <a:pt x="56" y="12"/>
                        </a:lnTo>
                        <a:lnTo>
                          <a:pt x="59" y="15"/>
                        </a:lnTo>
                        <a:lnTo>
                          <a:pt x="61" y="13"/>
                        </a:lnTo>
                        <a:lnTo>
                          <a:pt x="63" y="13"/>
                        </a:lnTo>
                        <a:lnTo>
                          <a:pt x="64" y="15"/>
                        </a:lnTo>
                        <a:lnTo>
                          <a:pt x="61" y="19"/>
                        </a:lnTo>
                        <a:lnTo>
                          <a:pt x="63" y="23"/>
                        </a:lnTo>
                        <a:lnTo>
                          <a:pt x="57" y="24"/>
                        </a:lnTo>
                        <a:lnTo>
                          <a:pt x="56" y="30"/>
                        </a:lnTo>
                        <a:lnTo>
                          <a:pt x="55" y="27"/>
                        </a:lnTo>
                        <a:lnTo>
                          <a:pt x="52" y="28"/>
                        </a:lnTo>
                        <a:lnTo>
                          <a:pt x="45" y="26"/>
                        </a:lnTo>
                        <a:lnTo>
                          <a:pt x="45" y="30"/>
                        </a:lnTo>
                        <a:lnTo>
                          <a:pt x="42" y="35"/>
                        </a:lnTo>
                        <a:lnTo>
                          <a:pt x="41" y="32"/>
                        </a:lnTo>
                        <a:lnTo>
                          <a:pt x="37" y="30"/>
                        </a:lnTo>
                        <a:lnTo>
                          <a:pt x="37" y="27"/>
                        </a:lnTo>
                        <a:lnTo>
                          <a:pt x="34" y="24"/>
                        </a:lnTo>
                        <a:lnTo>
                          <a:pt x="29" y="34"/>
                        </a:lnTo>
                        <a:lnTo>
                          <a:pt x="25" y="32"/>
                        </a:lnTo>
                        <a:lnTo>
                          <a:pt x="19" y="37"/>
                        </a:lnTo>
                        <a:lnTo>
                          <a:pt x="17" y="35"/>
                        </a:lnTo>
                        <a:lnTo>
                          <a:pt x="17" y="32"/>
                        </a:lnTo>
                        <a:lnTo>
                          <a:pt x="14" y="31"/>
                        </a:lnTo>
                        <a:lnTo>
                          <a:pt x="14" y="28"/>
                        </a:lnTo>
                        <a:lnTo>
                          <a:pt x="12" y="26"/>
                        </a:lnTo>
                        <a:lnTo>
                          <a:pt x="7" y="24"/>
                        </a:lnTo>
                        <a:lnTo>
                          <a:pt x="6" y="27"/>
                        </a:lnTo>
                        <a:lnTo>
                          <a:pt x="7" y="30"/>
                        </a:lnTo>
                        <a:lnTo>
                          <a:pt x="3" y="31"/>
                        </a:lnTo>
                        <a:lnTo>
                          <a:pt x="0" y="31"/>
                        </a:lnTo>
                        <a:lnTo>
                          <a:pt x="0" y="28"/>
                        </a:lnTo>
                        <a:lnTo>
                          <a:pt x="2" y="28"/>
                        </a:lnTo>
                        <a:lnTo>
                          <a:pt x="3" y="28"/>
                        </a:lnTo>
                        <a:lnTo>
                          <a:pt x="3" y="26"/>
                        </a:lnTo>
                        <a:lnTo>
                          <a:pt x="4" y="22"/>
                        </a:lnTo>
                        <a:lnTo>
                          <a:pt x="8" y="15"/>
                        </a:lnTo>
                        <a:lnTo>
                          <a:pt x="10" y="15"/>
                        </a:lnTo>
                        <a:lnTo>
                          <a:pt x="12" y="11"/>
                        </a:lnTo>
                        <a:lnTo>
                          <a:pt x="15" y="9"/>
                        </a:lnTo>
                        <a:lnTo>
                          <a:pt x="15" y="7"/>
                        </a:lnTo>
                        <a:lnTo>
                          <a:pt x="11" y="5"/>
                        </a:lnTo>
                        <a:lnTo>
                          <a:pt x="14" y="4"/>
                        </a:lnTo>
                        <a:lnTo>
                          <a:pt x="17" y="3"/>
                        </a:lnTo>
                        <a:lnTo>
                          <a:pt x="18" y="5"/>
                        </a:lnTo>
                        <a:lnTo>
                          <a:pt x="21" y="5"/>
                        </a:lnTo>
                        <a:lnTo>
                          <a:pt x="25" y="4"/>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60" name="Freeform 809">
                    <a:extLst>
                      <a:ext uri="{FF2B5EF4-FFF2-40B4-BE49-F238E27FC236}">
                        <a16:creationId xmlns:a16="http://schemas.microsoft.com/office/drawing/2014/main" id="{C644D201-7A23-795F-B3E2-18D9DCE22584}"/>
                      </a:ext>
                    </a:extLst>
                  </p:cNvPr>
                  <p:cNvSpPr>
                    <a:spLocks noEditPoints="1"/>
                  </p:cNvSpPr>
                  <p:nvPr/>
                </p:nvSpPr>
                <p:spPr bwMode="auto">
                  <a:xfrm>
                    <a:off x="9281522" y="2249831"/>
                    <a:ext cx="46497" cy="38231"/>
                  </a:xfrm>
                  <a:custGeom>
                    <a:avLst/>
                    <a:gdLst/>
                    <a:ahLst/>
                    <a:cxnLst>
                      <a:cxn ang="0">
                        <a:pos x="33" y="43"/>
                      </a:cxn>
                      <a:cxn ang="0">
                        <a:pos x="33" y="34"/>
                      </a:cxn>
                      <a:cxn ang="0">
                        <a:pos x="37" y="28"/>
                      </a:cxn>
                      <a:cxn ang="0">
                        <a:pos x="44" y="28"/>
                      </a:cxn>
                      <a:cxn ang="0">
                        <a:pos x="45" y="24"/>
                      </a:cxn>
                      <a:cxn ang="0">
                        <a:pos x="46" y="20"/>
                      </a:cxn>
                      <a:cxn ang="0">
                        <a:pos x="46" y="17"/>
                      </a:cxn>
                      <a:cxn ang="0">
                        <a:pos x="42" y="16"/>
                      </a:cxn>
                      <a:cxn ang="0">
                        <a:pos x="46" y="15"/>
                      </a:cxn>
                      <a:cxn ang="0">
                        <a:pos x="49" y="9"/>
                      </a:cxn>
                      <a:cxn ang="0">
                        <a:pos x="51" y="5"/>
                      </a:cxn>
                      <a:cxn ang="0">
                        <a:pos x="51" y="4"/>
                      </a:cxn>
                      <a:cxn ang="0">
                        <a:pos x="46" y="1"/>
                      </a:cxn>
                      <a:cxn ang="0">
                        <a:pos x="38" y="0"/>
                      </a:cxn>
                      <a:cxn ang="0">
                        <a:pos x="33" y="1"/>
                      </a:cxn>
                      <a:cxn ang="0">
                        <a:pos x="27" y="2"/>
                      </a:cxn>
                      <a:cxn ang="0">
                        <a:pos x="19" y="9"/>
                      </a:cxn>
                      <a:cxn ang="0">
                        <a:pos x="15" y="9"/>
                      </a:cxn>
                      <a:cxn ang="0">
                        <a:pos x="13" y="15"/>
                      </a:cxn>
                      <a:cxn ang="0">
                        <a:pos x="13" y="21"/>
                      </a:cxn>
                      <a:cxn ang="0">
                        <a:pos x="11" y="25"/>
                      </a:cxn>
                      <a:cxn ang="0">
                        <a:pos x="8" y="28"/>
                      </a:cxn>
                      <a:cxn ang="0">
                        <a:pos x="15" y="32"/>
                      </a:cxn>
                      <a:cxn ang="0">
                        <a:pos x="10" y="34"/>
                      </a:cxn>
                      <a:cxn ang="0">
                        <a:pos x="10" y="36"/>
                      </a:cxn>
                      <a:cxn ang="0">
                        <a:pos x="13" y="38"/>
                      </a:cxn>
                      <a:cxn ang="0">
                        <a:pos x="7" y="35"/>
                      </a:cxn>
                      <a:cxn ang="0">
                        <a:pos x="2" y="35"/>
                      </a:cxn>
                      <a:cxn ang="0">
                        <a:pos x="6" y="36"/>
                      </a:cxn>
                      <a:cxn ang="0">
                        <a:pos x="8" y="39"/>
                      </a:cxn>
                      <a:cxn ang="0">
                        <a:pos x="8" y="39"/>
                      </a:cxn>
                      <a:cxn ang="0">
                        <a:pos x="3" y="38"/>
                      </a:cxn>
                      <a:cxn ang="0">
                        <a:pos x="0" y="38"/>
                      </a:cxn>
                      <a:cxn ang="0">
                        <a:pos x="3" y="40"/>
                      </a:cxn>
                      <a:cxn ang="0">
                        <a:pos x="7" y="43"/>
                      </a:cxn>
                      <a:cxn ang="0">
                        <a:pos x="11" y="40"/>
                      </a:cxn>
                      <a:cxn ang="0">
                        <a:pos x="14" y="39"/>
                      </a:cxn>
                      <a:cxn ang="0">
                        <a:pos x="19" y="38"/>
                      </a:cxn>
                      <a:cxn ang="0">
                        <a:pos x="23" y="39"/>
                      </a:cxn>
                      <a:cxn ang="0">
                        <a:pos x="29" y="40"/>
                      </a:cxn>
                      <a:cxn ang="0">
                        <a:pos x="30" y="44"/>
                      </a:cxn>
                      <a:cxn ang="0">
                        <a:pos x="32" y="46"/>
                      </a:cxn>
                      <a:cxn ang="0">
                        <a:pos x="7" y="32"/>
                      </a:cxn>
                      <a:cxn ang="0">
                        <a:pos x="7" y="35"/>
                      </a:cxn>
                      <a:cxn ang="0">
                        <a:pos x="4" y="34"/>
                      </a:cxn>
                      <a:cxn ang="0">
                        <a:pos x="6" y="31"/>
                      </a:cxn>
                      <a:cxn ang="0">
                        <a:pos x="11" y="32"/>
                      </a:cxn>
                      <a:cxn ang="0">
                        <a:pos x="8" y="32"/>
                      </a:cxn>
                      <a:cxn ang="0">
                        <a:pos x="7" y="32"/>
                      </a:cxn>
                    </a:cxnLst>
                    <a:rect l="0" t="0" r="r" b="b"/>
                    <a:pathLst>
                      <a:path w="51" h="46">
                        <a:moveTo>
                          <a:pt x="32" y="46"/>
                        </a:moveTo>
                        <a:lnTo>
                          <a:pt x="33" y="43"/>
                        </a:lnTo>
                        <a:lnTo>
                          <a:pt x="34" y="38"/>
                        </a:lnTo>
                        <a:lnTo>
                          <a:pt x="33" y="34"/>
                        </a:lnTo>
                        <a:lnTo>
                          <a:pt x="36" y="31"/>
                        </a:lnTo>
                        <a:lnTo>
                          <a:pt x="37" y="28"/>
                        </a:lnTo>
                        <a:lnTo>
                          <a:pt x="41" y="28"/>
                        </a:lnTo>
                        <a:lnTo>
                          <a:pt x="44" y="28"/>
                        </a:lnTo>
                        <a:lnTo>
                          <a:pt x="46" y="27"/>
                        </a:lnTo>
                        <a:lnTo>
                          <a:pt x="45" y="24"/>
                        </a:lnTo>
                        <a:lnTo>
                          <a:pt x="46" y="24"/>
                        </a:lnTo>
                        <a:lnTo>
                          <a:pt x="46" y="20"/>
                        </a:lnTo>
                        <a:lnTo>
                          <a:pt x="48" y="19"/>
                        </a:lnTo>
                        <a:lnTo>
                          <a:pt x="46" y="17"/>
                        </a:lnTo>
                        <a:lnTo>
                          <a:pt x="42" y="17"/>
                        </a:lnTo>
                        <a:lnTo>
                          <a:pt x="42" y="16"/>
                        </a:lnTo>
                        <a:lnTo>
                          <a:pt x="44" y="13"/>
                        </a:lnTo>
                        <a:lnTo>
                          <a:pt x="46" y="15"/>
                        </a:lnTo>
                        <a:lnTo>
                          <a:pt x="49" y="13"/>
                        </a:lnTo>
                        <a:lnTo>
                          <a:pt x="49" y="9"/>
                        </a:lnTo>
                        <a:lnTo>
                          <a:pt x="49" y="8"/>
                        </a:lnTo>
                        <a:lnTo>
                          <a:pt x="51" y="5"/>
                        </a:lnTo>
                        <a:lnTo>
                          <a:pt x="51" y="5"/>
                        </a:lnTo>
                        <a:lnTo>
                          <a:pt x="51" y="4"/>
                        </a:lnTo>
                        <a:lnTo>
                          <a:pt x="48" y="4"/>
                        </a:lnTo>
                        <a:lnTo>
                          <a:pt x="46" y="1"/>
                        </a:lnTo>
                        <a:lnTo>
                          <a:pt x="42" y="0"/>
                        </a:lnTo>
                        <a:lnTo>
                          <a:pt x="38" y="0"/>
                        </a:lnTo>
                        <a:lnTo>
                          <a:pt x="36" y="2"/>
                        </a:lnTo>
                        <a:lnTo>
                          <a:pt x="33" y="1"/>
                        </a:lnTo>
                        <a:lnTo>
                          <a:pt x="32" y="2"/>
                        </a:lnTo>
                        <a:lnTo>
                          <a:pt x="27" y="2"/>
                        </a:lnTo>
                        <a:lnTo>
                          <a:pt x="25" y="5"/>
                        </a:lnTo>
                        <a:lnTo>
                          <a:pt x="19" y="9"/>
                        </a:lnTo>
                        <a:lnTo>
                          <a:pt x="18" y="8"/>
                        </a:lnTo>
                        <a:lnTo>
                          <a:pt x="15" y="9"/>
                        </a:lnTo>
                        <a:lnTo>
                          <a:pt x="15" y="12"/>
                        </a:lnTo>
                        <a:lnTo>
                          <a:pt x="13" y="15"/>
                        </a:lnTo>
                        <a:lnTo>
                          <a:pt x="14" y="17"/>
                        </a:lnTo>
                        <a:lnTo>
                          <a:pt x="13" y="21"/>
                        </a:lnTo>
                        <a:lnTo>
                          <a:pt x="11" y="23"/>
                        </a:lnTo>
                        <a:lnTo>
                          <a:pt x="11" y="25"/>
                        </a:lnTo>
                        <a:lnTo>
                          <a:pt x="8" y="27"/>
                        </a:lnTo>
                        <a:lnTo>
                          <a:pt x="8" y="28"/>
                        </a:lnTo>
                        <a:lnTo>
                          <a:pt x="11" y="32"/>
                        </a:lnTo>
                        <a:lnTo>
                          <a:pt x="15" y="32"/>
                        </a:lnTo>
                        <a:lnTo>
                          <a:pt x="11" y="32"/>
                        </a:lnTo>
                        <a:lnTo>
                          <a:pt x="10" y="34"/>
                        </a:lnTo>
                        <a:lnTo>
                          <a:pt x="8" y="35"/>
                        </a:lnTo>
                        <a:lnTo>
                          <a:pt x="10" y="36"/>
                        </a:lnTo>
                        <a:lnTo>
                          <a:pt x="13" y="36"/>
                        </a:lnTo>
                        <a:lnTo>
                          <a:pt x="13" y="38"/>
                        </a:lnTo>
                        <a:lnTo>
                          <a:pt x="10" y="38"/>
                        </a:lnTo>
                        <a:lnTo>
                          <a:pt x="7" y="35"/>
                        </a:lnTo>
                        <a:lnTo>
                          <a:pt x="4" y="35"/>
                        </a:lnTo>
                        <a:lnTo>
                          <a:pt x="2" y="35"/>
                        </a:lnTo>
                        <a:lnTo>
                          <a:pt x="3" y="36"/>
                        </a:lnTo>
                        <a:lnTo>
                          <a:pt x="6" y="36"/>
                        </a:lnTo>
                        <a:lnTo>
                          <a:pt x="7" y="39"/>
                        </a:lnTo>
                        <a:lnTo>
                          <a:pt x="8" y="39"/>
                        </a:lnTo>
                        <a:lnTo>
                          <a:pt x="11" y="40"/>
                        </a:lnTo>
                        <a:lnTo>
                          <a:pt x="8" y="39"/>
                        </a:lnTo>
                        <a:lnTo>
                          <a:pt x="7" y="39"/>
                        </a:lnTo>
                        <a:lnTo>
                          <a:pt x="3" y="38"/>
                        </a:lnTo>
                        <a:lnTo>
                          <a:pt x="0" y="38"/>
                        </a:lnTo>
                        <a:lnTo>
                          <a:pt x="0" y="38"/>
                        </a:lnTo>
                        <a:lnTo>
                          <a:pt x="2" y="39"/>
                        </a:lnTo>
                        <a:lnTo>
                          <a:pt x="3" y="40"/>
                        </a:lnTo>
                        <a:lnTo>
                          <a:pt x="6" y="40"/>
                        </a:lnTo>
                        <a:lnTo>
                          <a:pt x="7" y="43"/>
                        </a:lnTo>
                        <a:lnTo>
                          <a:pt x="8" y="40"/>
                        </a:lnTo>
                        <a:lnTo>
                          <a:pt x="11" y="40"/>
                        </a:lnTo>
                        <a:lnTo>
                          <a:pt x="11" y="39"/>
                        </a:lnTo>
                        <a:lnTo>
                          <a:pt x="14" y="39"/>
                        </a:lnTo>
                        <a:lnTo>
                          <a:pt x="14" y="38"/>
                        </a:lnTo>
                        <a:lnTo>
                          <a:pt x="19" y="38"/>
                        </a:lnTo>
                        <a:lnTo>
                          <a:pt x="21" y="39"/>
                        </a:lnTo>
                        <a:lnTo>
                          <a:pt x="23" y="39"/>
                        </a:lnTo>
                        <a:lnTo>
                          <a:pt x="25" y="40"/>
                        </a:lnTo>
                        <a:lnTo>
                          <a:pt x="29" y="40"/>
                        </a:lnTo>
                        <a:lnTo>
                          <a:pt x="30" y="43"/>
                        </a:lnTo>
                        <a:lnTo>
                          <a:pt x="30" y="44"/>
                        </a:lnTo>
                        <a:lnTo>
                          <a:pt x="32" y="46"/>
                        </a:lnTo>
                        <a:lnTo>
                          <a:pt x="32" y="46"/>
                        </a:lnTo>
                        <a:close/>
                        <a:moveTo>
                          <a:pt x="4" y="34"/>
                        </a:moveTo>
                        <a:lnTo>
                          <a:pt x="7" y="32"/>
                        </a:lnTo>
                        <a:lnTo>
                          <a:pt x="8" y="34"/>
                        </a:lnTo>
                        <a:lnTo>
                          <a:pt x="7" y="35"/>
                        </a:lnTo>
                        <a:lnTo>
                          <a:pt x="7" y="34"/>
                        </a:lnTo>
                        <a:lnTo>
                          <a:pt x="4" y="34"/>
                        </a:lnTo>
                        <a:lnTo>
                          <a:pt x="4" y="34"/>
                        </a:lnTo>
                        <a:close/>
                        <a:moveTo>
                          <a:pt x="6" y="31"/>
                        </a:moveTo>
                        <a:lnTo>
                          <a:pt x="8" y="31"/>
                        </a:lnTo>
                        <a:lnTo>
                          <a:pt x="11" y="32"/>
                        </a:lnTo>
                        <a:lnTo>
                          <a:pt x="10" y="32"/>
                        </a:lnTo>
                        <a:lnTo>
                          <a:pt x="8" y="32"/>
                        </a:lnTo>
                        <a:lnTo>
                          <a:pt x="8" y="31"/>
                        </a:lnTo>
                        <a:lnTo>
                          <a:pt x="7" y="32"/>
                        </a:lnTo>
                        <a:lnTo>
                          <a:pt x="6" y="31"/>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61" name="Freeform 811">
                    <a:extLst>
                      <a:ext uri="{FF2B5EF4-FFF2-40B4-BE49-F238E27FC236}">
                        <a16:creationId xmlns:a16="http://schemas.microsoft.com/office/drawing/2014/main" id="{45EFF88C-1DE7-4C3B-E01C-B140F110BD17}"/>
                      </a:ext>
                    </a:extLst>
                  </p:cNvPr>
                  <p:cNvSpPr>
                    <a:spLocks/>
                  </p:cNvSpPr>
                  <p:nvPr/>
                </p:nvSpPr>
                <p:spPr bwMode="auto">
                  <a:xfrm>
                    <a:off x="9276963" y="2281414"/>
                    <a:ext cx="37380" cy="28258"/>
                  </a:xfrm>
                  <a:custGeom>
                    <a:avLst/>
                    <a:gdLst/>
                    <a:ahLst/>
                    <a:cxnLst>
                      <a:cxn ang="0">
                        <a:pos x="39" y="23"/>
                      </a:cxn>
                      <a:cxn ang="0">
                        <a:pos x="41" y="19"/>
                      </a:cxn>
                      <a:cxn ang="0">
                        <a:pos x="38" y="16"/>
                      </a:cxn>
                      <a:cxn ang="0">
                        <a:pos x="39" y="15"/>
                      </a:cxn>
                      <a:cxn ang="0">
                        <a:pos x="37" y="11"/>
                      </a:cxn>
                      <a:cxn ang="0">
                        <a:pos x="38" y="8"/>
                      </a:cxn>
                      <a:cxn ang="0">
                        <a:pos x="35" y="6"/>
                      </a:cxn>
                      <a:cxn ang="0">
                        <a:pos x="35" y="5"/>
                      </a:cxn>
                      <a:cxn ang="0">
                        <a:pos x="34" y="2"/>
                      </a:cxn>
                      <a:cxn ang="0">
                        <a:pos x="30" y="2"/>
                      </a:cxn>
                      <a:cxn ang="0">
                        <a:pos x="28" y="1"/>
                      </a:cxn>
                      <a:cxn ang="0">
                        <a:pos x="26" y="1"/>
                      </a:cxn>
                      <a:cxn ang="0">
                        <a:pos x="24" y="0"/>
                      </a:cxn>
                      <a:cxn ang="0">
                        <a:pos x="19" y="0"/>
                      </a:cxn>
                      <a:cxn ang="0">
                        <a:pos x="19" y="1"/>
                      </a:cxn>
                      <a:cxn ang="0">
                        <a:pos x="16" y="1"/>
                      </a:cxn>
                      <a:cxn ang="0">
                        <a:pos x="16" y="2"/>
                      </a:cxn>
                      <a:cxn ang="0">
                        <a:pos x="13" y="2"/>
                      </a:cxn>
                      <a:cxn ang="0">
                        <a:pos x="12" y="5"/>
                      </a:cxn>
                      <a:cxn ang="0">
                        <a:pos x="11" y="2"/>
                      </a:cxn>
                      <a:cxn ang="0">
                        <a:pos x="8" y="2"/>
                      </a:cxn>
                      <a:cxn ang="0">
                        <a:pos x="7" y="1"/>
                      </a:cxn>
                      <a:cxn ang="0">
                        <a:pos x="5" y="0"/>
                      </a:cxn>
                      <a:cxn ang="0">
                        <a:pos x="3" y="2"/>
                      </a:cxn>
                      <a:cxn ang="0">
                        <a:pos x="0" y="6"/>
                      </a:cxn>
                      <a:cxn ang="0">
                        <a:pos x="3" y="8"/>
                      </a:cxn>
                      <a:cxn ang="0">
                        <a:pos x="3" y="12"/>
                      </a:cxn>
                      <a:cxn ang="0">
                        <a:pos x="5" y="13"/>
                      </a:cxn>
                      <a:cxn ang="0">
                        <a:pos x="7" y="16"/>
                      </a:cxn>
                      <a:cxn ang="0">
                        <a:pos x="11" y="19"/>
                      </a:cxn>
                      <a:cxn ang="0">
                        <a:pos x="12" y="19"/>
                      </a:cxn>
                      <a:cxn ang="0">
                        <a:pos x="13" y="20"/>
                      </a:cxn>
                      <a:cxn ang="0">
                        <a:pos x="16" y="21"/>
                      </a:cxn>
                      <a:cxn ang="0">
                        <a:pos x="16" y="25"/>
                      </a:cxn>
                      <a:cxn ang="0">
                        <a:pos x="19" y="27"/>
                      </a:cxn>
                      <a:cxn ang="0">
                        <a:pos x="20" y="25"/>
                      </a:cxn>
                      <a:cxn ang="0">
                        <a:pos x="23" y="25"/>
                      </a:cxn>
                      <a:cxn ang="0">
                        <a:pos x="23" y="27"/>
                      </a:cxn>
                      <a:cxn ang="0">
                        <a:pos x="26" y="28"/>
                      </a:cxn>
                      <a:cxn ang="0">
                        <a:pos x="28" y="32"/>
                      </a:cxn>
                      <a:cxn ang="0">
                        <a:pos x="31" y="32"/>
                      </a:cxn>
                      <a:cxn ang="0">
                        <a:pos x="34" y="34"/>
                      </a:cxn>
                      <a:cxn ang="0">
                        <a:pos x="35" y="32"/>
                      </a:cxn>
                      <a:cxn ang="0">
                        <a:pos x="38" y="32"/>
                      </a:cxn>
                      <a:cxn ang="0">
                        <a:pos x="38" y="31"/>
                      </a:cxn>
                      <a:cxn ang="0">
                        <a:pos x="37" y="31"/>
                      </a:cxn>
                      <a:cxn ang="0">
                        <a:pos x="37" y="28"/>
                      </a:cxn>
                      <a:cxn ang="0">
                        <a:pos x="35" y="27"/>
                      </a:cxn>
                      <a:cxn ang="0">
                        <a:pos x="37" y="25"/>
                      </a:cxn>
                      <a:cxn ang="0">
                        <a:pos x="38" y="23"/>
                      </a:cxn>
                      <a:cxn ang="0">
                        <a:pos x="39" y="23"/>
                      </a:cxn>
                    </a:cxnLst>
                    <a:rect l="0" t="0" r="r" b="b"/>
                    <a:pathLst>
                      <a:path w="41" h="34">
                        <a:moveTo>
                          <a:pt x="39" y="23"/>
                        </a:moveTo>
                        <a:lnTo>
                          <a:pt x="41" y="19"/>
                        </a:lnTo>
                        <a:lnTo>
                          <a:pt x="38" y="16"/>
                        </a:lnTo>
                        <a:lnTo>
                          <a:pt x="39" y="15"/>
                        </a:lnTo>
                        <a:lnTo>
                          <a:pt x="37" y="11"/>
                        </a:lnTo>
                        <a:lnTo>
                          <a:pt x="38" y="8"/>
                        </a:lnTo>
                        <a:lnTo>
                          <a:pt x="35" y="6"/>
                        </a:lnTo>
                        <a:lnTo>
                          <a:pt x="35" y="5"/>
                        </a:lnTo>
                        <a:lnTo>
                          <a:pt x="34" y="2"/>
                        </a:lnTo>
                        <a:lnTo>
                          <a:pt x="30" y="2"/>
                        </a:lnTo>
                        <a:lnTo>
                          <a:pt x="28" y="1"/>
                        </a:lnTo>
                        <a:lnTo>
                          <a:pt x="26" y="1"/>
                        </a:lnTo>
                        <a:lnTo>
                          <a:pt x="24" y="0"/>
                        </a:lnTo>
                        <a:lnTo>
                          <a:pt x="19" y="0"/>
                        </a:lnTo>
                        <a:lnTo>
                          <a:pt x="19" y="1"/>
                        </a:lnTo>
                        <a:lnTo>
                          <a:pt x="16" y="1"/>
                        </a:lnTo>
                        <a:lnTo>
                          <a:pt x="16" y="2"/>
                        </a:lnTo>
                        <a:lnTo>
                          <a:pt x="13" y="2"/>
                        </a:lnTo>
                        <a:lnTo>
                          <a:pt x="12" y="5"/>
                        </a:lnTo>
                        <a:lnTo>
                          <a:pt x="11" y="2"/>
                        </a:lnTo>
                        <a:lnTo>
                          <a:pt x="8" y="2"/>
                        </a:lnTo>
                        <a:lnTo>
                          <a:pt x="7" y="1"/>
                        </a:lnTo>
                        <a:lnTo>
                          <a:pt x="5" y="0"/>
                        </a:lnTo>
                        <a:lnTo>
                          <a:pt x="3" y="2"/>
                        </a:lnTo>
                        <a:lnTo>
                          <a:pt x="0" y="6"/>
                        </a:lnTo>
                        <a:lnTo>
                          <a:pt x="3" y="8"/>
                        </a:lnTo>
                        <a:lnTo>
                          <a:pt x="3" y="12"/>
                        </a:lnTo>
                        <a:lnTo>
                          <a:pt x="5" y="13"/>
                        </a:lnTo>
                        <a:lnTo>
                          <a:pt x="7" y="16"/>
                        </a:lnTo>
                        <a:lnTo>
                          <a:pt x="11" y="19"/>
                        </a:lnTo>
                        <a:lnTo>
                          <a:pt x="12" y="19"/>
                        </a:lnTo>
                        <a:lnTo>
                          <a:pt x="13" y="20"/>
                        </a:lnTo>
                        <a:lnTo>
                          <a:pt x="16" y="21"/>
                        </a:lnTo>
                        <a:lnTo>
                          <a:pt x="16" y="25"/>
                        </a:lnTo>
                        <a:lnTo>
                          <a:pt x="19" y="27"/>
                        </a:lnTo>
                        <a:lnTo>
                          <a:pt x="20" y="25"/>
                        </a:lnTo>
                        <a:lnTo>
                          <a:pt x="23" y="25"/>
                        </a:lnTo>
                        <a:lnTo>
                          <a:pt x="23" y="27"/>
                        </a:lnTo>
                        <a:lnTo>
                          <a:pt x="26" y="28"/>
                        </a:lnTo>
                        <a:lnTo>
                          <a:pt x="28" y="32"/>
                        </a:lnTo>
                        <a:lnTo>
                          <a:pt x="31" y="32"/>
                        </a:lnTo>
                        <a:lnTo>
                          <a:pt x="34" y="34"/>
                        </a:lnTo>
                        <a:lnTo>
                          <a:pt x="35" y="32"/>
                        </a:lnTo>
                        <a:lnTo>
                          <a:pt x="38" y="32"/>
                        </a:lnTo>
                        <a:lnTo>
                          <a:pt x="38" y="31"/>
                        </a:lnTo>
                        <a:lnTo>
                          <a:pt x="37" y="31"/>
                        </a:lnTo>
                        <a:lnTo>
                          <a:pt x="37" y="28"/>
                        </a:lnTo>
                        <a:lnTo>
                          <a:pt x="35" y="27"/>
                        </a:lnTo>
                        <a:lnTo>
                          <a:pt x="37" y="25"/>
                        </a:lnTo>
                        <a:lnTo>
                          <a:pt x="38" y="23"/>
                        </a:lnTo>
                        <a:lnTo>
                          <a:pt x="39" y="23"/>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62" name="Freeform 813">
                    <a:extLst>
                      <a:ext uri="{FF2B5EF4-FFF2-40B4-BE49-F238E27FC236}">
                        <a16:creationId xmlns:a16="http://schemas.microsoft.com/office/drawing/2014/main" id="{0EAD265A-1FA7-F891-1ED5-CD55D320914A}"/>
                      </a:ext>
                    </a:extLst>
                  </p:cNvPr>
                  <p:cNvSpPr>
                    <a:spLocks/>
                  </p:cNvSpPr>
                  <p:nvPr/>
                </p:nvSpPr>
                <p:spPr bwMode="auto">
                  <a:xfrm>
                    <a:off x="9308873" y="2300529"/>
                    <a:ext cx="9117" cy="10805"/>
                  </a:xfrm>
                  <a:custGeom>
                    <a:avLst/>
                    <a:gdLst/>
                    <a:ahLst/>
                    <a:cxnLst>
                      <a:cxn ang="0">
                        <a:pos x="3" y="9"/>
                      </a:cxn>
                      <a:cxn ang="0">
                        <a:pos x="3" y="8"/>
                      </a:cxn>
                      <a:cxn ang="0">
                        <a:pos x="2" y="8"/>
                      </a:cxn>
                      <a:cxn ang="0">
                        <a:pos x="2" y="5"/>
                      </a:cxn>
                      <a:cxn ang="0">
                        <a:pos x="0" y="4"/>
                      </a:cxn>
                      <a:cxn ang="0">
                        <a:pos x="2" y="2"/>
                      </a:cxn>
                      <a:cxn ang="0">
                        <a:pos x="3" y="0"/>
                      </a:cxn>
                      <a:cxn ang="0">
                        <a:pos x="4" y="0"/>
                      </a:cxn>
                      <a:cxn ang="0">
                        <a:pos x="8" y="4"/>
                      </a:cxn>
                      <a:cxn ang="0">
                        <a:pos x="8" y="7"/>
                      </a:cxn>
                      <a:cxn ang="0">
                        <a:pos x="10" y="8"/>
                      </a:cxn>
                      <a:cxn ang="0">
                        <a:pos x="10" y="13"/>
                      </a:cxn>
                      <a:cxn ang="0">
                        <a:pos x="8" y="13"/>
                      </a:cxn>
                      <a:cxn ang="0">
                        <a:pos x="4" y="12"/>
                      </a:cxn>
                      <a:cxn ang="0">
                        <a:pos x="3" y="9"/>
                      </a:cxn>
                      <a:cxn ang="0">
                        <a:pos x="3" y="9"/>
                      </a:cxn>
                    </a:cxnLst>
                    <a:rect l="0" t="0" r="r" b="b"/>
                    <a:pathLst>
                      <a:path w="10" h="13">
                        <a:moveTo>
                          <a:pt x="3" y="9"/>
                        </a:moveTo>
                        <a:lnTo>
                          <a:pt x="3" y="8"/>
                        </a:lnTo>
                        <a:lnTo>
                          <a:pt x="2" y="8"/>
                        </a:lnTo>
                        <a:lnTo>
                          <a:pt x="2" y="5"/>
                        </a:lnTo>
                        <a:lnTo>
                          <a:pt x="0" y="4"/>
                        </a:lnTo>
                        <a:lnTo>
                          <a:pt x="2" y="2"/>
                        </a:lnTo>
                        <a:lnTo>
                          <a:pt x="3" y="0"/>
                        </a:lnTo>
                        <a:lnTo>
                          <a:pt x="4" y="0"/>
                        </a:lnTo>
                        <a:lnTo>
                          <a:pt x="8" y="4"/>
                        </a:lnTo>
                        <a:lnTo>
                          <a:pt x="8" y="7"/>
                        </a:lnTo>
                        <a:lnTo>
                          <a:pt x="10" y="8"/>
                        </a:lnTo>
                        <a:lnTo>
                          <a:pt x="10" y="13"/>
                        </a:lnTo>
                        <a:lnTo>
                          <a:pt x="8" y="13"/>
                        </a:lnTo>
                        <a:lnTo>
                          <a:pt x="4" y="12"/>
                        </a:lnTo>
                        <a:lnTo>
                          <a:pt x="3" y="9"/>
                        </a:lnTo>
                        <a:lnTo>
                          <a:pt x="3" y="9"/>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63" name="Freeform 815">
                    <a:extLst>
                      <a:ext uri="{FF2B5EF4-FFF2-40B4-BE49-F238E27FC236}">
                        <a16:creationId xmlns:a16="http://schemas.microsoft.com/office/drawing/2014/main" id="{01958BF7-3604-98C4-B231-2C2C7583FC50}"/>
                      </a:ext>
                    </a:extLst>
                  </p:cNvPr>
                  <p:cNvSpPr>
                    <a:spLocks/>
                  </p:cNvSpPr>
                  <p:nvPr/>
                </p:nvSpPr>
                <p:spPr bwMode="auto">
                  <a:xfrm>
                    <a:off x="9124708" y="2215755"/>
                    <a:ext cx="51968" cy="63165"/>
                  </a:xfrm>
                  <a:custGeom>
                    <a:avLst/>
                    <a:gdLst/>
                    <a:ahLst/>
                    <a:cxnLst>
                      <a:cxn ang="0">
                        <a:pos x="23" y="73"/>
                      </a:cxn>
                      <a:cxn ang="0">
                        <a:pos x="28" y="69"/>
                      </a:cxn>
                      <a:cxn ang="0">
                        <a:pos x="32" y="68"/>
                      </a:cxn>
                      <a:cxn ang="0">
                        <a:pos x="43" y="64"/>
                      </a:cxn>
                      <a:cxn ang="0">
                        <a:pos x="47" y="62"/>
                      </a:cxn>
                      <a:cxn ang="0">
                        <a:pos x="50" y="60"/>
                      </a:cxn>
                      <a:cxn ang="0">
                        <a:pos x="54" y="54"/>
                      </a:cxn>
                      <a:cxn ang="0">
                        <a:pos x="55" y="42"/>
                      </a:cxn>
                      <a:cxn ang="0">
                        <a:pos x="55" y="37"/>
                      </a:cxn>
                      <a:cxn ang="0">
                        <a:pos x="53" y="30"/>
                      </a:cxn>
                      <a:cxn ang="0">
                        <a:pos x="53" y="26"/>
                      </a:cxn>
                      <a:cxn ang="0">
                        <a:pos x="43" y="19"/>
                      </a:cxn>
                      <a:cxn ang="0">
                        <a:pos x="39" y="24"/>
                      </a:cxn>
                      <a:cxn ang="0">
                        <a:pos x="39" y="12"/>
                      </a:cxn>
                      <a:cxn ang="0">
                        <a:pos x="43" y="7"/>
                      </a:cxn>
                      <a:cxn ang="0">
                        <a:pos x="47" y="4"/>
                      </a:cxn>
                      <a:cxn ang="0">
                        <a:pos x="43" y="1"/>
                      </a:cxn>
                      <a:cxn ang="0">
                        <a:pos x="38" y="8"/>
                      </a:cxn>
                      <a:cxn ang="0">
                        <a:pos x="38" y="3"/>
                      </a:cxn>
                      <a:cxn ang="0">
                        <a:pos x="35" y="4"/>
                      </a:cxn>
                      <a:cxn ang="0">
                        <a:pos x="30" y="5"/>
                      </a:cxn>
                      <a:cxn ang="0">
                        <a:pos x="30" y="9"/>
                      </a:cxn>
                      <a:cxn ang="0">
                        <a:pos x="28" y="11"/>
                      </a:cxn>
                      <a:cxn ang="0">
                        <a:pos x="28" y="15"/>
                      </a:cxn>
                      <a:cxn ang="0">
                        <a:pos x="32" y="15"/>
                      </a:cxn>
                      <a:cxn ang="0">
                        <a:pos x="27" y="20"/>
                      </a:cxn>
                      <a:cxn ang="0">
                        <a:pos x="19" y="23"/>
                      </a:cxn>
                      <a:cxn ang="0">
                        <a:pos x="11" y="20"/>
                      </a:cxn>
                      <a:cxn ang="0">
                        <a:pos x="9" y="22"/>
                      </a:cxn>
                      <a:cxn ang="0">
                        <a:pos x="11" y="26"/>
                      </a:cxn>
                      <a:cxn ang="0">
                        <a:pos x="5" y="26"/>
                      </a:cxn>
                      <a:cxn ang="0">
                        <a:pos x="13" y="30"/>
                      </a:cxn>
                      <a:cxn ang="0">
                        <a:pos x="11" y="34"/>
                      </a:cxn>
                      <a:cxn ang="0">
                        <a:pos x="5" y="37"/>
                      </a:cxn>
                      <a:cxn ang="0">
                        <a:pos x="8" y="38"/>
                      </a:cxn>
                      <a:cxn ang="0">
                        <a:pos x="20" y="41"/>
                      </a:cxn>
                      <a:cxn ang="0">
                        <a:pos x="13" y="47"/>
                      </a:cxn>
                      <a:cxn ang="0">
                        <a:pos x="7" y="54"/>
                      </a:cxn>
                      <a:cxn ang="0">
                        <a:pos x="13" y="53"/>
                      </a:cxn>
                      <a:cxn ang="0">
                        <a:pos x="19" y="51"/>
                      </a:cxn>
                      <a:cxn ang="0">
                        <a:pos x="11" y="54"/>
                      </a:cxn>
                      <a:cxn ang="0">
                        <a:pos x="8" y="58"/>
                      </a:cxn>
                      <a:cxn ang="0">
                        <a:pos x="7" y="61"/>
                      </a:cxn>
                      <a:cxn ang="0">
                        <a:pos x="2" y="60"/>
                      </a:cxn>
                      <a:cxn ang="0">
                        <a:pos x="8" y="62"/>
                      </a:cxn>
                      <a:cxn ang="0">
                        <a:pos x="1" y="68"/>
                      </a:cxn>
                      <a:cxn ang="0">
                        <a:pos x="11" y="68"/>
                      </a:cxn>
                      <a:cxn ang="0">
                        <a:pos x="7" y="73"/>
                      </a:cxn>
                      <a:cxn ang="0">
                        <a:pos x="7" y="73"/>
                      </a:cxn>
                      <a:cxn ang="0">
                        <a:pos x="12" y="75"/>
                      </a:cxn>
                    </a:cxnLst>
                    <a:rect l="0" t="0" r="r" b="b"/>
                    <a:pathLst>
                      <a:path w="57" h="76">
                        <a:moveTo>
                          <a:pt x="13" y="76"/>
                        </a:moveTo>
                        <a:lnTo>
                          <a:pt x="19" y="75"/>
                        </a:lnTo>
                        <a:lnTo>
                          <a:pt x="23" y="73"/>
                        </a:lnTo>
                        <a:lnTo>
                          <a:pt x="27" y="70"/>
                        </a:lnTo>
                        <a:lnTo>
                          <a:pt x="26" y="68"/>
                        </a:lnTo>
                        <a:lnTo>
                          <a:pt x="28" y="69"/>
                        </a:lnTo>
                        <a:lnTo>
                          <a:pt x="27" y="70"/>
                        </a:lnTo>
                        <a:lnTo>
                          <a:pt x="30" y="70"/>
                        </a:lnTo>
                        <a:lnTo>
                          <a:pt x="32" y="68"/>
                        </a:lnTo>
                        <a:lnTo>
                          <a:pt x="35" y="68"/>
                        </a:lnTo>
                        <a:lnTo>
                          <a:pt x="35" y="65"/>
                        </a:lnTo>
                        <a:lnTo>
                          <a:pt x="43" y="64"/>
                        </a:lnTo>
                        <a:lnTo>
                          <a:pt x="45" y="62"/>
                        </a:lnTo>
                        <a:lnTo>
                          <a:pt x="45" y="64"/>
                        </a:lnTo>
                        <a:lnTo>
                          <a:pt x="47" y="62"/>
                        </a:lnTo>
                        <a:lnTo>
                          <a:pt x="49" y="64"/>
                        </a:lnTo>
                        <a:lnTo>
                          <a:pt x="53" y="64"/>
                        </a:lnTo>
                        <a:lnTo>
                          <a:pt x="50" y="60"/>
                        </a:lnTo>
                        <a:lnTo>
                          <a:pt x="51" y="58"/>
                        </a:lnTo>
                        <a:lnTo>
                          <a:pt x="54" y="56"/>
                        </a:lnTo>
                        <a:lnTo>
                          <a:pt x="54" y="54"/>
                        </a:lnTo>
                        <a:lnTo>
                          <a:pt x="55" y="51"/>
                        </a:lnTo>
                        <a:lnTo>
                          <a:pt x="57" y="49"/>
                        </a:lnTo>
                        <a:lnTo>
                          <a:pt x="55" y="42"/>
                        </a:lnTo>
                        <a:lnTo>
                          <a:pt x="54" y="41"/>
                        </a:lnTo>
                        <a:lnTo>
                          <a:pt x="55" y="39"/>
                        </a:lnTo>
                        <a:lnTo>
                          <a:pt x="55" y="37"/>
                        </a:lnTo>
                        <a:lnTo>
                          <a:pt x="54" y="34"/>
                        </a:lnTo>
                        <a:lnTo>
                          <a:pt x="54" y="31"/>
                        </a:lnTo>
                        <a:lnTo>
                          <a:pt x="53" y="30"/>
                        </a:lnTo>
                        <a:lnTo>
                          <a:pt x="54" y="28"/>
                        </a:lnTo>
                        <a:lnTo>
                          <a:pt x="55" y="28"/>
                        </a:lnTo>
                        <a:lnTo>
                          <a:pt x="53" y="26"/>
                        </a:lnTo>
                        <a:lnTo>
                          <a:pt x="50" y="26"/>
                        </a:lnTo>
                        <a:lnTo>
                          <a:pt x="47" y="20"/>
                        </a:lnTo>
                        <a:lnTo>
                          <a:pt x="43" y="19"/>
                        </a:lnTo>
                        <a:lnTo>
                          <a:pt x="42" y="20"/>
                        </a:lnTo>
                        <a:lnTo>
                          <a:pt x="40" y="23"/>
                        </a:lnTo>
                        <a:lnTo>
                          <a:pt x="39" y="24"/>
                        </a:lnTo>
                        <a:lnTo>
                          <a:pt x="32" y="19"/>
                        </a:lnTo>
                        <a:lnTo>
                          <a:pt x="36" y="12"/>
                        </a:lnTo>
                        <a:lnTo>
                          <a:pt x="39" y="12"/>
                        </a:lnTo>
                        <a:lnTo>
                          <a:pt x="39" y="9"/>
                        </a:lnTo>
                        <a:lnTo>
                          <a:pt x="42" y="8"/>
                        </a:lnTo>
                        <a:lnTo>
                          <a:pt x="43" y="7"/>
                        </a:lnTo>
                        <a:lnTo>
                          <a:pt x="42" y="7"/>
                        </a:lnTo>
                        <a:lnTo>
                          <a:pt x="45" y="5"/>
                        </a:lnTo>
                        <a:lnTo>
                          <a:pt x="47" y="4"/>
                        </a:lnTo>
                        <a:lnTo>
                          <a:pt x="43" y="1"/>
                        </a:lnTo>
                        <a:lnTo>
                          <a:pt x="42" y="0"/>
                        </a:lnTo>
                        <a:lnTo>
                          <a:pt x="43" y="1"/>
                        </a:lnTo>
                        <a:lnTo>
                          <a:pt x="40" y="1"/>
                        </a:lnTo>
                        <a:lnTo>
                          <a:pt x="40" y="5"/>
                        </a:lnTo>
                        <a:lnTo>
                          <a:pt x="38" y="8"/>
                        </a:lnTo>
                        <a:lnTo>
                          <a:pt x="39" y="7"/>
                        </a:lnTo>
                        <a:lnTo>
                          <a:pt x="39" y="5"/>
                        </a:lnTo>
                        <a:lnTo>
                          <a:pt x="38" y="3"/>
                        </a:lnTo>
                        <a:lnTo>
                          <a:pt x="36" y="3"/>
                        </a:lnTo>
                        <a:lnTo>
                          <a:pt x="38" y="4"/>
                        </a:lnTo>
                        <a:lnTo>
                          <a:pt x="35" y="4"/>
                        </a:lnTo>
                        <a:lnTo>
                          <a:pt x="34" y="3"/>
                        </a:lnTo>
                        <a:lnTo>
                          <a:pt x="30" y="4"/>
                        </a:lnTo>
                        <a:lnTo>
                          <a:pt x="30" y="5"/>
                        </a:lnTo>
                        <a:lnTo>
                          <a:pt x="30" y="7"/>
                        </a:lnTo>
                        <a:lnTo>
                          <a:pt x="28" y="8"/>
                        </a:lnTo>
                        <a:lnTo>
                          <a:pt x="30" y="9"/>
                        </a:lnTo>
                        <a:lnTo>
                          <a:pt x="30" y="11"/>
                        </a:lnTo>
                        <a:lnTo>
                          <a:pt x="27" y="11"/>
                        </a:lnTo>
                        <a:lnTo>
                          <a:pt x="28" y="11"/>
                        </a:lnTo>
                        <a:lnTo>
                          <a:pt x="26" y="12"/>
                        </a:lnTo>
                        <a:lnTo>
                          <a:pt x="26" y="15"/>
                        </a:lnTo>
                        <a:lnTo>
                          <a:pt x="28" y="15"/>
                        </a:lnTo>
                        <a:lnTo>
                          <a:pt x="28" y="15"/>
                        </a:lnTo>
                        <a:lnTo>
                          <a:pt x="31" y="15"/>
                        </a:lnTo>
                        <a:lnTo>
                          <a:pt x="32" y="15"/>
                        </a:lnTo>
                        <a:lnTo>
                          <a:pt x="30" y="17"/>
                        </a:lnTo>
                        <a:lnTo>
                          <a:pt x="26" y="19"/>
                        </a:lnTo>
                        <a:lnTo>
                          <a:pt x="27" y="20"/>
                        </a:lnTo>
                        <a:lnTo>
                          <a:pt x="23" y="22"/>
                        </a:lnTo>
                        <a:lnTo>
                          <a:pt x="20" y="20"/>
                        </a:lnTo>
                        <a:lnTo>
                          <a:pt x="19" y="23"/>
                        </a:lnTo>
                        <a:lnTo>
                          <a:pt x="17" y="20"/>
                        </a:lnTo>
                        <a:lnTo>
                          <a:pt x="11" y="19"/>
                        </a:lnTo>
                        <a:lnTo>
                          <a:pt x="11" y="20"/>
                        </a:lnTo>
                        <a:lnTo>
                          <a:pt x="8" y="19"/>
                        </a:lnTo>
                        <a:lnTo>
                          <a:pt x="7" y="23"/>
                        </a:lnTo>
                        <a:lnTo>
                          <a:pt x="9" y="22"/>
                        </a:lnTo>
                        <a:lnTo>
                          <a:pt x="9" y="23"/>
                        </a:lnTo>
                        <a:lnTo>
                          <a:pt x="11" y="24"/>
                        </a:lnTo>
                        <a:lnTo>
                          <a:pt x="11" y="26"/>
                        </a:lnTo>
                        <a:lnTo>
                          <a:pt x="9" y="27"/>
                        </a:lnTo>
                        <a:lnTo>
                          <a:pt x="9" y="26"/>
                        </a:lnTo>
                        <a:lnTo>
                          <a:pt x="5" y="26"/>
                        </a:lnTo>
                        <a:lnTo>
                          <a:pt x="9" y="28"/>
                        </a:lnTo>
                        <a:lnTo>
                          <a:pt x="12" y="27"/>
                        </a:lnTo>
                        <a:lnTo>
                          <a:pt x="13" y="30"/>
                        </a:lnTo>
                        <a:lnTo>
                          <a:pt x="9" y="30"/>
                        </a:lnTo>
                        <a:lnTo>
                          <a:pt x="9" y="32"/>
                        </a:lnTo>
                        <a:lnTo>
                          <a:pt x="11" y="34"/>
                        </a:lnTo>
                        <a:lnTo>
                          <a:pt x="7" y="34"/>
                        </a:lnTo>
                        <a:lnTo>
                          <a:pt x="7" y="35"/>
                        </a:lnTo>
                        <a:lnTo>
                          <a:pt x="5" y="37"/>
                        </a:lnTo>
                        <a:lnTo>
                          <a:pt x="8" y="38"/>
                        </a:lnTo>
                        <a:lnTo>
                          <a:pt x="9" y="37"/>
                        </a:lnTo>
                        <a:lnTo>
                          <a:pt x="8" y="38"/>
                        </a:lnTo>
                        <a:lnTo>
                          <a:pt x="12" y="38"/>
                        </a:lnTo>
                        <a:lnTo>
                          <a:pt x="12" y="41"/>
                        </a:lnTo>
                        <a:lnTo>
                          <a:pt x="20" y="41"/>
                        </a:lnTo>
                        <a:lnTo>
                          <a:pt x="17" y="43"/>
                        </a:lnTo>
                        <a:lnTo>
                          <a:pt x="16" y="42"/>
                        </a:lnTo>
                        <a:lnTo>
                          <a:pt x="13" y="47"/>
                        </a:lnTo>
                        <a:lnTo>
                          <a:pt x="15" y="47"/>
                        </a:lnTo>
                        <a:lnTo>
                          <a:pt x="12" y="50"/>
                        </a:lnTo>
                        <a:lnTo>
                          <a:pt x="7" y="54"/>
                        </a:lnTo>
                        <a:lnTo>
                          <a:pt x="9" y="54"/>
                        </a:lnTo>
                        <a:lnTo>
                          <a:pt x="12" y="51"/>
                        </a:lnTo>
                        <a:lnTo>
                          <a:pt x="13" y="53"/>
                        </a:lnTo>
                        <a:lnTo>
                          <a:pt x="17" y="53"/>
                        </a:lnTo>
                        <a:lnTo>
                          <a:pt x="19" y="51"/>
                        </a:lnTo>
                        <a:lnTo>
                          <a:pt x="19" y="51"/>
                        </a:lnTo>
                        <a:lnTo>
                          <a:pt x="21" y="53"/>
                        </a:lnTo>
                        <a:lnTo>
                          <a:pt x="16" y="54"/>
                        </a:lnTo>
                        <a:lnTo>
                          <a:pt x="11" y="54"/>
                        </a:lnTo>
                        <a:lnTo>
                          <a:pt x="11" y="56"/>
                        </a:lnTo>
                        <a:lnTo>
                          <a:pt x="7" y="57"/>
                        </a:lnTo>
                        <a:lnTo>
                          <a:pt x="8" y="58"/>
                        </a:lnTo>
                        <a:lnTo>
                          <a:pt x="8" y="60"/>
                        </a:lnTo>
                        <a:lnTo>
                          <a:pt x="9" y="60"/>
                        </a:lnTo>
                        <a:lnTo>
                          <a:pt x="7" y="61"/>
                        </a:lnTo>
                        <a:lnTo>
                          <a:pt x="4" y="58"/>
                        </a:lnTo>
                        <a:lnTo>
                          <a:pt x="4" y="60"/>
                        </a:lnTo>
                        <a:lnTo>
                          <a:pt x="2" y="60"/>
                        </a:lnTo>
                        <a:lnTo>
                          <a:pt x="0" y="61"/>
                        </a:lnTo>
                        <a:lnTo>
                          <a:pt x="0" y="62"/>
                        </a:lnTo>
                        <a:lnTo>
                          <a:pt x="8" y="62"/>
                        </a:lnTo>
                        <a:lnTo>
                          <a:pt x="5" y="64"/>
                        </a:lnTo>
                        <a:lnTo>
                          <a:pt x="2" y="65"/>
                        </a:lnTo>
                        <a:lnTo>
                          <a:pt x="1" y="68"/>
                        </a:lnTo>
                        <a:lnTo>
                          <a:pt x="2" y="68"/>
                        </a:lnTo>
                        <a:lnTo>
                          <a:pt x="4" y="69"/>
                        </a:lnTo>
                        <a:lnTo>
                          <a:pt x="11" y="68"/>
                        </a:lnTo>
                        <a:lnTo>
                          <a:pt x="5" y="70"/>
                        </a:lnTo>
                        <a:lnTo>
                          <a:pt x="2" y="73"/>
                        </a:lnTo>
                        <a:lnTo>
                          <a:pt x="7" y="73"/>
                        </a:lnTo>
                        <a:lnTo>
                          <a:pt x="11" y="70"/>
                        </a:lnTo>
                        <a:lnTo>
                          <a:pt x="11" y="72"/>
                        </a:lnTo>
                        <a:lnTo>
                          <a:pt x="7" y="73"/>
                        </a:lnTo>
                        <a:lnTo>
                          <a:pt x="9" y="73"/>
                        </a:lnTo>
                        <a:lnTo>
                          <a:pt x="8" y="75"/>
                        </a:lnTo>
                        <a:lnTo>
                          <a:pt x="12" y="75"/>
                        </a:lnTo>
                        <a:lnTo>
                          <a:pt x="13" y="76"/>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64" name="Freeform 817">
                    <a:extLst>
                      <a:ext uri="{FF2B5EF4-FFF2-40B4-BE49-F238E27FC236}">
                        <a16:creationId xmlns:a16="http://schemas.microsoft.com/office/drawing/2014/main" id="{456BEE54-FAE6-4DA4-8202-BF3C83688B8C}"/>
                      </a:ext>
                    </a:extLst>
                  </p:cNvPr>
                  <p:cNvSpPr>
                    <a:spLocks noEditPoints="1"/>
                  </p:cNvSpPr>
                  <p:nvPr/>
                </p:nvSpPr>
                <p:spPr bwMode="auto">
                  <a:xfrm>
                    <a:off x="9153883" y="2118514"/>
                    <a:ext cx="113052" cy="187833"/>
                  </a:xfrm>
                  <a:custGeom>
                    <a:avLst/>
                    <a:gdLst/>
                    <a:ahLst/>
                    <a:cxnLst>
                      <a:cxn ang="0">
                        <a:pos x="7" y="129"/>
                      </a:cxn>
                      <a:cxn ang="0">
                        <a:pos x="29" y="130"/>
                      </a:cxn>
                      <a:cxn ang="0">
                        <a:pos x="28" y="141"/>
                      </a:cxn>
                      <a:cxn ang="0">
                        <a:pos x="89" y="4"/>
                      </a:cxn>
                      <a:cxn ang="0">
                        <a:pos x="82" y="10"/>
                      </a:cxn>
                      <a:cxn ang="0">
                        <a:pos x="79" y="14"/>
                      </a:cxn>
                      <a:cxn ang="0">
                        <a:pos x="85" y="15"/>
                      </a:cxn>
                      <a:cxn ang="0">
                        <a:pos x="82" y="211"/>
                      </a:cxn>
                      <a:cxn ang="0">
                        <a:pos x="36" y="110"/>
                      </a:cxn>
                      <a:cxn ang="0">
                        <a:pos x="15" y="95"/>
                      </a:cxn>
                      <a:cxn ang="0">
                        <a:pos x="25" y="87"/>
                      </a:cxn>
                      <a:cxn ang="0">
                        <a:pos x="60" y="42"/>
                      </a:cxn>
                      <a:cxn ang="0">
                        <a:pos x="57" y="45"/>
                      </a:cxn>
                      <a:cxn ang="0">
                        <a:pos x="15" y="65"/>
                      </a:cxn>
                      <a:cxn ang="0">
                        <a:pos x="21" y="67"/>
                      </a:cxn>
                      <a:cxn ang="0">
                        <a:pos x="15" y="69"/>
                      </a:cxn>
                      <a:cxn ang="0">
                        <a:pos x="11" y="75"/>
                      </a:cxn>
                      <a:cxn ang="0">
                        <a:pos x="13" y="80"/>
                      </a:cxn>
                      <a:cxn ang="0">
                        <a:pos x="23" y="82"/>
                      </a:cxn>
                      <a:cxn ang="0">
                        <a:pos x="23" y="72"/>
                      </a:cxn>
                      <a:cxn ang="0">
                        <a:pos x="28" y="99"/>
                      </a:cxn>
                      <a:cxn ang="0">
                        <a:pos x="22" y="99"/>
                      </a:cxn>
                      <a:cxn ang="0">
                        <a:pos x="21" y="113"/>
                      </a:cxn>
                      <a:cxn ang="0">
                        <a:pos x="42" y="159"/>
                      </a:cxn>
                      <a:cxn ang="0">
                        <a:pos x="45" y="137"/>
                      </a:cxn>
                      <a:cxn ang="0">
                        <a:pos x="38" y="220"/>
                      </a:cxn>
                      <a:cxn ang="0">
                        <a:pos x="55" y="219"/>
                      </a:cxn>
                      <a:cxn ang="0">
                        <a:pos x="75" y="212"/>
                      </a:cxn>
                      <a:cxn ang="0">
                        <a:pos x="95" y="208"/>
                      </a:cxn>
                      <a:cxn ang="0">
                        <a:pos x="119" y="201"/>
                      </a:cxn>
                      <a:cxn ang="0">
                        <a:pos x="112" y="194"/>
                      </a:cxn>
                      <a:cxn ang="0">
                        <a:pos x="116" y="187"/>
                      </a:cxn>
                      <a:cxn ang="0">
                        <a:pos x="123" y="177"/>
                      </a:cxn>
                      <a:cxn ang="0">
                        <a:pos x="105" y="162"/>
                      </a:cxn>
                      <a:cxn ang="0">
                        <a:pos x="94" y="149"/>
                      </a:cxn>
                      <a:cxn ang="0">
                        <a:pos x="95" y="140"/>
                      </a:cxn>
                      <a:cxn ang="0">
                        <a:pos x="75" y="113"/>
                      </a:cxn>
                      <a:cxn ang="0">
                        <a:pos x="53" y="105"/>
                      </a:cxn>
                      <a:cxn ang="0">
                        <a:pos x="60" y="95"/>
                      </a:cxn>
                      <a:cxn ang="0">
                        <a:pos x="75" y="76"/>
                      </a:cxn>
                      <a:cxn ang="0">
                        <a:pos x="52" y="73"/>
                      </a:cxn>
                      <a:cxn ang="0">
                        <a:pos x="55" y="62"/>
                      </a:cxn>
                      <a:cxn ang="0">
                        <a:pos x="49" y="54"/>
                      </a:cxn>
                      <a:cxn ang="0">
                        <a:pos x="37" y="58"/>
                      </a:cxn>
                      <a:cxn ang="0">
                        <a:pos x="32" y="67"/>
                      </a:cxn>
                      <a:cxn ang="0">
                        <a:pos x="29" y="75"/>
                      </a:cxn>
                      <a:cxn ang="0">
                        <a:pos x="32" y="80"/>
                      </a:cxn>
                      <a:cxn ang="0">
                        <a:pos x="28" y="90"/>
                      </a:cxn>
                      <a:cxn ang="0">
                        <a:pos x="36" y="90"/>
                      </a:cxn>
                      <a:cxn ang="0">
                        <a:pos x="30" y="110"/>
                      </a:cxn>
                      <a:cxn ang="0">
                        <a:pos x="33" y="105"/>
                      </a:cxn>
                      <a:cxn ang="0">
                        <a:pos x="40" y="102"/>
                      </a:cxn>
                      <a:cxn ang="0">
                        <a:pos x="36" y="125"/>
                      </a:cxn>
                      <a:cxn ang="0">
                        <a:pos x="52" y="128"/>
                      </a:cxn>
                      <a:cxn ang="0">
                        <a:pos x="63" y="144"/>
                      </a:cxn>
                      <a:cxn ang="0">
                        <a:pos x="60" y="158"/>
                      </a:cxn>
                      <a:cxn ang="0">
                        <a:pos x="42" y="168"/>
                      </a:cxn>
                      <a:cxn ang="0">
                        <a:pos x="42" y="183"/>
                      </a:cxn>
                      <a:cxn ang="0">
                        <a:pos x="40" y="192"/>
                      </a:cxn>
                      <a:cxn ang="0">
                        <a:pos x="56" y="197"/>
                      </a:cxn>
                      <a:cxn ang="0">
                        <a:pos x="60" y="202"/>
                      </a:cxn>
                      <a:cxn ang="0">
                        <a:pos x="37" y="217"/>
                      </a:cxn>
                    </a:cxnLst>
                    <a:rect l="0" t="0" r="r" b="b"/>
                    <a:pathLst>
                      <a:path w="124" h="226">
                        <a:moveTo>
                          <a:pt x="23" y="145"/>
                        </a:moveTo>
                        <a:lnTo>
                          <a:pt x="21" y="143"/>
                        </a:lnTo>
                        <a:lnTo>
                          <a:pt x="18" y="143"/>
                        </a:lnTo>
                        <a:lnTo>
                          <a:pt x="15" y="137"/>
                        </a:lnTo>
                        <a:lnTo>
                          <a:pt x="11" y="136"/>
                        </a:lnTo>
                        <a:lnTo>
                          <a:pt x="10" y="137"/>
                        </a:lnTo>
                        <a:lnTo>
                          <a:pt x="8" y="140"/>
                        </a:lnTo>
                        <a:lnTo>
                          <a:pt x="7" y="141"/>
                        </a:lnTo>
                        <a:lnTo>
                          <a:pt x="0" y="136"/>
                        </a:lnTo>
                        <a:lnTo>
                          <a:pt x="4" y="129"/>
                        </a:lnTo>
                        <a:lnTo>
                          <a:pt x="7" y="129"/>
                        </a:lnTo>
                        <a:lnTo>
                          <a:pt x="7" y="126"/>
                        </a:lnTo>
                        <a:lnTo>
                          <a:pt x="10" y="125"/>
                        </a:lnTo>
                        <a:lnTo>
                          <a:pt x="11" y="124"/>
                        </a:lnTo>
                        <a:lnTo>
                          <a:pt x="14" y="124"/>
                        </a:lnTo>
                        <a:lnTo>
                          <a:pt x="14" y="122"/>
                        </a:lnTo>
                        <a:lnTo>
                          <a:pt x="15" y="122"/>
                        </a:lnTo>
                        <a:lnTo>
                          <a:pt x="18" y="121"/>
                        </a:lnTo>
                        <a:lnTo>
                          <a:pt x="23" y="121"/>
                        </a:lnTo>
                        <a:lnTo>
                          <a:pt x="25" y="122"/>
                        </a:lnTo>
                        <a:lnTo>
                          <a:pt x="25" y="125"/>
                        </a:lnTo>
                        <a:lnTo>
                          <a:pt x="29" y="130"/>
                        </a:lnTo>
                        <a:lnTo>
                          <a:pt x="28" y="132"/>
                        </a:lnTo>
                        <a:lnTo>
                          <a:pt x="32" y="132"/>
                        </a:lnTo>
                        <a:lnTo>
                          <a:pt x="32" y="139"/>
                        </a:lnTo>
                        <a:lnTo>
                          <a:pt x="30" y="133"/>
                        </a:lnTo>
                        <a:lnTo>
                          <a:pt x="29" y="133"/>
                        </a:lnTo>
                        <a:lnTo>
                          <a:pt x="30" y="136"/>
                        </a:lnTo>
                        <a:lnTo>
                          <a:pt x="29" y="137"/>
                        </a:lnTo>
                        <a:lnTo>
                          <a:pt x="32" y="139"/>
                        </a:lnTo>
                        <a:lnTo>
                          <a:pt x="30" y="140"/>
                        </a:lnTo>
                        <a:lnTo>
                          <a:pt x="28" y="140"/>
                        </a:lnTo>
                        <a:lnTo>
                          <a:pt x="28" y="141"/>
                        </a:lnTo>
                        <a:lnTo>
                          <a:pt x="25" y="144"/>
                        </a:lnTo>
                        <a:lnTo>
                          <a:pt x="23" y="143"/>
                        </a:lnTo>
                        <a:lnTo>
                          <a:pt x="23" y="145"/>
                        </a:lnTo>
                        <a:lnTo>
                          <a:pt x="23" y="145"/>
                        </a:lnTo>
                        <a:lnTo>
                          <a:pt x="23" y="145"/>
                        </a:lnTo>
                        <a:close/>
                        <a:moveTo>
                          <a:pt x="83" y="20"/>
                        </a:moveTo>
                        <a:lnTo>
                          <a:pt x="85" y="18"/>
                        </a:lnTo>
                        <a:lnTo>
                          <a:pt x="85" y="19"/>
                        </a:lnTo>
                        <a:lnTo>
                          <a:pt x="83" y="20"/>
                        </a:lnTo>
                        <a:lnTo>
                          <a:pt x="83" y="20"/>
                        </a:lnTo>
                        <a:close/>
                        <a:moveTo>
                          <a:pt x="89" y="4"/>
                        </a:moveTo>
                        <a:lnTo>
                          <a:pt x="87" y="3"/>
                        </a:lnTo>
                        <a:lnTo>
                          <a:pt x="89" y="0"/>
                        </a:lnTo>
                        <a:lnTo>
                          <a:pt x="89" y="4"/>
                        </a:lnTo>
                        <a:lnTo>
                          <a:pt x="89" y="4"/>
                        </a:lnTo>
                        <a:close/>
                        <a:moveTo>
                          <a:pt x="82" y="10"/>
                        </a:moveTo>
                        <a:lnTo>
                          <a:pt x="82" y="7"/>
                        </a:lnTo>
                        <a:lnTo>
                          <a:pt x="80" y="7"/>
                        </a:lnTo>
                        <a:lnTo>
                          <a:pt x="80" y="10"/>
                        </a:lnTo>
                        <a:lnTo>
                          <a:pt x="80" y="10"/>
                        </a:lnTo>
                        <a:lnTo>
                          <a:pt x="82" y="10"/>
                        </a:lnTo>
                        <a:lnTo>
                          <a:pt x="82" y="10"/>
                        </a:lnTo>
                        <a:close/>
                        <a:moveTo>
                          <a:pt x="86" y="8"/>
                        </a:moveTo>
                        <a:lnTo>
                          <a:pt x="83" y="7"/>
                        </a:lnTo>
                        <a:lnTo>
                          <a:pt x="85" y="5"/>
                        </a:lnTo>
                        <a:lnTo>
                          <a:pt x="85" y="3"/>
                        </a:lnTo>
                        <a:lnTo>
                          <a:pt x="86" y="4"/>
                        </a:lnTo>
                        <a:lnTo>
                          <a:pt x="86" y="7"/>
                        </a:lnTo>
                        <a:lnTo>
                          <a:pt x="86" y="8"/>
                        </a:lnTo>
                        <a:lnTo>
                          <a:pt x="86" y="8"/>
                        </a:lnTo>
                        <a:close/>
                        <a:moveTo>
                          <a:pt x="85" y="16"/>
                        </a:moveTo>
                        <a:lnTo>
                          <a:pt x="83" y="15"/>
                        </a:lnTo>
                        <a:lnTo>
                          <a:pt x="79" y="14"/>
                        </a:lnTo>
                        <a:lnTo>
                          <a:pt x="78" y="12"/>
                        </a:lnTo>
                        <a:lnTo>
                          <a:pt x="80" y="12"/>
                        </a:lnTo>
                        <a:lnTo>
                          <a:pt x="83" y="12"/>
                        </a:lnTo>
                        <a:lnTo>
                          <a:pt x="83" y="11"/>
                        </a:lnTo>
                        <a:lnTo>
                          <a:pt x="83" y="10"/>
                        </a:lnTo>
                        <a:lnTo>
                          <a:pt x="83" y="10"/>
                        </a:lnTo>
                        <a:lnTo>
                          <a:pt x="85" y="10"/>
                        </a:lnTo>
                        <a:lnTo>
                          <a:pt x="87" y="11"/>
                        </a:lnTo>
                        <a:lnTo>
                          <a:pt x="86" y="12"/>
                        </a:lnTo>
                        <a:lnTo>
                          <a:pt x="86" y="14"/>
                        </a:lnTo>
                        <a:lnTo>
                          <a:pt x="85" y="15"/>
                        </a:lnTo>
                        <a:lnTo>
                          <a:pt x="86" y="18"/>
                        </a:lnTo>
                        <a:lnTo>
                          <a:pt x="85" y="16"/>
                        </a:lnTo>
                        <a:lnTo>
                          <a:pt x="85" y="16"/>
                        </a:lnTo>
                        <a:close/>
                        <a:moveTo>
                          <a:pt x="112" y="196"/>
                        </a:moveTo>
                        <a:lnTo>
                          <a:pt x="113" y="196"/>
                        </a:lnTo>
                        <a:lnTo>
                          <a:pt x="114" y="196"/>
                        </a:lnTo>
                        <a:lnTo>
                          <a:pt x="114" y="194"/>
                        </a:lnTo>
                        <a:lnTo>
                          <a:pt x="113" y="194"/>
                        </a:lnTo>
                        <a:lnTo>
                          <a:pt x="112" y="196"/>
                        </a:lnTo>
                        <a:lnTo>
                          <a:pt x="112" y="196"/>
                        </a:lnTo>
                        <a:close/>
                        <a:moveTo>
                          <a:pt x="82" y="211"/>
                        </a:moveTo>
                        <a:lnTo>
                          <a:pt x="86" y="209"/>
                        </a:lnTo>
                        <a:lnTo>
                          <a:pt x="87" y="211"/>
                        </a:lnTo>
                        <a:lnTo>
                          <a:pt x="89" y="211"/>
                        </a:lnTo>
                        <a:lnTo>
                          <a:pt x="89" y="212"/>
                        </a:lnTo>
                        <a:lnTo>
                          <a:pt x="89" y="213"/>
                        </a:lnTo>
                        <a:lnTo>
                          <a:pt x="86" y="213"/>
                        </a:lnTo>
                        <a:lnTo>
                          <a:pt x="85" y="212"/>
                        </a:lnTo>
                        <a:lnTo>
                          <a:pt x="82" y="211"/>
                        </a:lnTo>
                        <a:lnTo>
                          <a:pt x="82" y="211"/>
                        </a:lnTo>
                        <a:close/>
                        <a:moveTo>
                          <a:pt x="36" y="107"/>
                        </a:moveTo>
                        <a:lnTo>
                          <a:pt x="36" y="110"/>
                        </a:lnTo>
                        <a:lnTo>
                          <a:pt x="37" y="111"/>
                        </a:lnTo>
                        <a:lnTo>
                          <a:pt x="37" y="109"/>
                        </a:lnTo>
                        <a:lnTo>
                          <a:pt x="36" y="107"/>
                        </a:lnTo>
                        <a:lnTo>
                          <a:pt x="36" y="107"/>
                        </a:lnTo>
                        <a:close/>
                        <a:moveTo>
                          <a:pt x="23" y="106"/>
                        </a:moveTo>
                        <a:lnTo>
                          <a:pt x="23" y="103"/>
                        </a:lnTo>
                        <a:lnTo>
                          <a:pt x="25" y="105"/>
                        </a:lnTo>
                        <a:lnTo>
                          <a:pt x="23" y="106"/>
                        </a:lnTo>
                        <a:lnTo>
                          <a:pt x="23" y="106"/>
                        </a:lnTo>
                        <a:close/>
                        <a:moveTo>
                          <a:pt x="15" y="96"/>
                        </a:moveTo>
                        <a:lnTo>
                          <a:pt x="15" y="95"/>
                        </a:lnTo>
                        <a:lnTo>
                          <a:pt x="18" y="95"/>
                        </a:lnTo>
                        <a:lnTo>
                          <a:pt x="15" y="96"/>
                        </a:lnTo>
                        <a:lnTo>
                          <a:pt x="15" y="96"/>
                        </a:lnTo>
                        <a:close/>
                        <a:moveTo>
                          <a:pt x="18" y="94"/>
                        </a:moveTo>
                        <a:lnTo>
                          <a:pt x="21" y="91"/>
                        </a:lnTo>
                        <a:lnTo>
                          <a:pt x="21" y="92"/>
                        </a:lnTo>
                        <a:lnTo>
                          <a:pt x="18" y="94"/>
                        </a:lnTo>
                        <a:lnTo>
                          <a:pt x="18" y="94"/>
                        </a:lnTo>
                        <a:close/>
                        <a:moveTo>
                          <a:pt x="25" y="88"/>
                        </a:moveTo>
                        <a:lnTo>
                          <a:pt x="26" y="87"/>
                        </a:lnTo>
                        <a:lnTo>
                          <a:pt x="25" y="87"/>
                        </a:lnTo>
                        <a:lnTo>
                          <a:pt x="25" y="88"/>
                        </a:lnTo>
                        <a:lnTo>
                          <a:pt x="25" y="88"/>
                        </a:lnTo>
                        <a:close/>
                        <a:moveTo>
                          <a:pt x="22" y="84"/>
                        </a:moveTo>
                        <a:lnTo>
                          <a:pt x="23" y="87"/>
                        </a:lnTo>
                        <a:lnTo>
                          <a:pt x="23" y="86"/>
                        </a:lnTo>
                        <a:lnTo>
                          <a:pt x="23" y="84"/>
                        </a:lnTo>
                        <a:lnTo>
                          <a:pt x="22" y="84"/>
                        </a:lnTo>
                        <a:lnTo>
                          <a:pt x="22" y="84"/>
                        </a:lnTo>
                        <a:close/>
                        <a:moveTo>
                          <a:pt x="59" y="42"/>
                        </a:moveTo>
                        <a:lnTo>
                          <a:pt x="60" y="43"/>
                        </a:lnTo>
                        <a:lnTo>
                          <a:pt x="60" y="42"/>
                        </a:lnTo>
                        <a:lnTo>
                          <a:pt x="59" y="42"/>
                        </a:lnTo>
                        <a:lnTo>
                          <a:pt x="59" y="42"/>
                        </a:lnTo>
                        <a:close/>
                        <a:moveTo>
                          <a:pt x="56" y="43"/>
                        </a:moveTo>
                        <a:lnTo>
                          <a:pt x="57" y="43"/>
                        </a:lnTo>
                        <a:lnTo>
                          <a:pt x="60" y="45"/>
                        </a:lnTo>
                        <a:lnTo>
                          <a:pt x="59" y="46"/>
                        </a:lnTo>
                        <a:lnTo>
                          <a:pt x="61" y="46"/>
                        </a:lnTo>
                        <a:lnTo>
                          <a:pt x="61" y="48"/>
                        </a:lnTo>
                        <a:lnTo>
                          <a:pt x="60" y="48"/>
                        </a:lnTo>
                        <a:lnTo>
                          <a:pt x="57" y="48"/>
                        </a:lnTo>
                        <a:lnTo>
                          <a:pt x="57" y="45"/>
                        </a:lnTo>
                        <a:lnTo>
                          <a:pt x="56" y="48"/>
                        </a:lnTo>
                        <a:lnTo>
                          <a:pt x="56" y="46"/>
                        </a:lnTo>
                        <a:lnTo>
                          <a:pt x="56" y="43"/>
                        </a:lnTo>
                        <a:lnTo>
                          <a:pt x="56" y="43"/>
                        </a:lnTo>
                        <a:close/>
                        <a:moveTo>
                          <a:pt x="56" y="48"/>
                        </a:moveTo>
                        <a:lnTo>
                          <a:pt x="57" y="50"/>
                        </a:lnTo>
                        <a:lnTo>
                          <a:pt x="57" y="49"/>
                        </a:lnTo>
                        <a:lnTo>
                          <a:pt x="57" y="48"/>
                        </a:lnTo>
                        <a:lnTo>
                          <a:pt x="56" y="48"/>
                        </a:lnTo>
                        <a:lnTo>
                          <a:pt x="56" y="48"/>
                        </a:lnTo>
                        <a:close/>
                        <a:moveTo>
                          <a:pt x="15" y="65"/>
                        </a:moveTo>
                        <a:lnTo>
                          <a:pt x="17" y="64"/>
                        </a:lnTo>
                        <a:lnTo>
                          <a:pt x="15" y="62"/>
                        </a:lnTo>
                        <a:lnTo>
                          <a:pt x="17" y="61"/>
                        </a:lnTo>
                        <a:lnTo>
                          <a:pt x="19" y="62"/>
                        </a:lnTo>
                        <a:lnTo>
                          <a:pt x="18" y="60"/>
                        </a:lnTo>
                        <a:lnTo>
                          <a:pt x="25" y="56"/>
                        </a:lnTo>
                        <a:lnTo>
                          <a:pt x="25" y="58"/>
                        </a:lnTo>
                        <a:lnTo>
                          <a:pt x="23" y="61"/>
                        </a:lnTo>
                        <a:lnTo>
                          <a:pt x="22" y="64"/>
                        </a:lnTo>
                        <a:lnTo>
                          <a:pt x="23" y="64"/>
                        </a:lnTo>
                        <a:lnTo>
                          <a:pt x="21" y="67"/>
                        </a:lnTo>
                        <a:lnTo>
                          <a:pt x="18" y="65"/>
                        </a:lnTo>
                        <a:lnTo>
                          <a:pt x="17" y="67"/>
                        </a:lnTo>
                        <a:lnTo>
                          <a:pt x="15" y="65"/>
                        </a:lnTo>
                        <a:lnTo>
                          <a:pt x="15" y="65"/>
                        </a:lnTo>
                        <a:close/>
                        <a:moveTo>
                          <a:pt x="15" y="69"/>
                        </a:moveTo>
                        <a:lnTo>
                          <a:pt x="17" y="71"/>
                        </a:lnTo>
                        <a:lnTo>
                          <a:pt x="19" y="68"/>
                        </a:lnTo>
                        <a:lnTo>
                          <a:pt x="18" y="67"/>
                        </a:lnTo>
                        <a:lnTo>
                          <a:pt x="17" y="68"/>
                        </a:lnTo>
                        <a:lnTo>
                          <a:pt x="15" y="68"/>
                        </a:lnTo>
                        <a:lnTo>
                          <a:pt x="15" y="69"/>
                        </a:lnTo>
                        <a:lnTo>
                          <a:pt x="15" y="69"/>
                        </a:lnTo>
                        <a:close/>
                        <a:moveTo>
                          <a:pt x="14" y="73"/>
                        </a:moveTo>
                        <a:lnTo>
                          <a:pt x="11" y="75"/>
                        </a:lnTo>
                        <a:lnTo>
                          <a:pt x="10" y="72"/>
                        </a:lnTo>
                        <a:lnTo>
                          <a:pt x="11" y="72"/>
                        </a:lnTo>
                        <a:lnTo>
                          <a:pt x="14" y="72"/>
                        </a:lnTo>
                        <a:lnTo>
                          <a:pt x="14" y="73"/>
                        </a:lnTo>
                        <a:lnTo>
                          <a:pt x="14" y="73"/>
                        </a:lnTo>
                        <a:close/>
                        <a:moveTo>
                          <a:pt x="13" y="77"/>
                        </a:moveTo>
                        <a:lnTo>
                          <a:pt x="11" y="76"/>
                        </a:lnTo>
                        <a:lnTo>
                          <a:pt x="11" y="75"/>
                        </a:lnTo>
                        <a:lnTo>
                          <a:pt x="14" y="75"/>
                        </a:lnTo>
                        <a:lnTo>
                          <a:pt x="13" y="77"/>
                        </a:lnTo>
                        <a:lnTo>
                          <a:pt x="13" y="77"/>
                        </a:lnTo>
                        <a:close/>
                        <a:moveTo>
                          <a:pt x="10" y="84"/>
                        </a:moveTo>
                        <a:lnTo>
                          <a:pt x="11" y="86"/>
                        </a:lnTo>
                        <a:lnTo>
                          <a:pt x="8" y="87"/>
                        </a:lnTo>
                        <a:lnTo>
                          <a:pt x="8" y="86"/>
                        </a:lnTo>
                        <a:lnTo>
                          <a:pt x="10" y="84"/>
                        </a:lnTo>
                        <a:lnTo>
                          <a:pt x="10" y="84"/>
                        </a:lnTo>
                        <a:close/>
                        <a:moveTo>
                          <a:pt x="13" y="83"/>
                        </a:moveTo>
                        <a:lnTo>
                          <a:pt x="13" y="80"/>
                        </a:lnTo>
                        <a:lnTo>
                          <a:pt x="13" y="79"/>
                        </a:lnTo>
                        <a:lnTo>
                          <a:pt x="13" y="77"/>
                        </a:lnTo>
                        <a:lnTo>
                          <a:pt x="11" y="77"/>
                        </a:lnTo>
                        <a:lnTo>
                          <a:pt x="11" y="79"/>
                        </a:lnTo>
                        <a:lnTo>
                          <a:pt x="10" y="80"/>
                        </a:lnTo>
                        <a:lnTo>
                          <a:pt x="11" y="83"/>
                        </a:lnTo>
                        <a:lnTo>
                          <a:pt x="13" y="83"/>
                        </a:lnTo>
                        <a:lnTo>
                          <a:pt x="13" y="83"/>
                        </a:lnTo>
                        <a:close/>
                        <a:moveTo>
                          <a:pt x="26" y="84"/>
                        </a:moveTo>
                        <a:lnTo>
                          <a:pt x="26" y="82"/>
                        </a:lnTo>
                        <a:lnTo>
                          <a:pt x="23" y="82"/>
                        </a:lnTo>
                        <a:lnTo>
                          <a:pt x="21" y="79"/>
                        </a:lnTo>
                        <a:lnTo>
                          <a:pt x="22" y="77"/>
                        </a:lnTo>
                        <a:lnTo>
                          <a:pt x="21" y="77"/>
                        </a:lnTo>
                        <a:lnTo>
                          <a:pt x="21" y="79"/>
                        </a:lnTo>
                        <a:lnTo>
                          <a:pt x="18" y="76"/>
                        </a:lnTo>
                        <a:lnTo>
                          <a:pt x="19" y="75"/>
                        </a:lnTo>
                        <a:lnTo>
                          <a:pt x="19" y="76"/>
                        </a:lnTo>
                        <a:lnTo>
                          <a:pt x="19" y="73"/>
                        </a:lnTo>
                        <a:lnTo>
                          <a:pt x="23" y="76"/>
                        </a:lnTo>
                        <a:lnTo>
                          <a:pt x="22" y="72"/>
                        </a:lnTo>
                        <a:lnTo>
                          <a:pt x="23" y="72"/>
                        </a:lnTo>
                        <a:lnTo>
                          <a:pt x="25" y="75"/>
                        </a:lnTo>
                        <a:lnTo>
                          <a:pt x="25" y="79"/>
                        </a:lnTo>
                        <a:lnTo>
                          <a:pt x="28" y="80"/>
                        </a:lnTo>
                        <a:lnTo>
                          <a:pt x="29" y="80"/>
                        </a:lnTo>
                        <a:lnTo>
                          <a:pt x="30" y="80"/>
                        </a:lnTo>
                        <a:lnTo>
                          <a:pt x="29" y="82"/>
                        </a:lnTo>
                        <a:lnTo>
                          <a:pt x="28" y="84"/>
                        </a:lnTo>
                        <a:lnTo>
                          <a:pt x="26" y="84"/>
                        </a:lnTo>
                        <a:lnTo>
                          <a:pt x="26" y="84"/>
                        </a:lnTo>
                        <a:close/>
                        <a:moveTo>
                          <a:pt x="22" y="99"/>
                        </a:moveTo>
                        <a:lnTo>
                          <a:pt x="28" y="99"/>
                        </a:lnTo>
                        <a:lnTo>
                          <a:pt x="28" y="99"/>
                        </a:lnTo>
                        <a:lnTo>
                          <a:pt x="30" y="98"/>
                        </a:lnTo>
                        <a:lnTo>
                          <a:pt x="29" y="95"/>
                        </a:lnTo>
                        <a:lnTo>
                          <a:pt x="28" y="95"/>
                        </a:lnTo>
                        <a:lnTo>
                          <a:pt x="25" y="92"/>
                        </a:lnTo>
                        <a:lnTo>
                          <a:pt x="22" y="94"/>
                        </a:lnTo>
                        <a:lnTo>
                          <a:pt x="26" y="96"/>
                        </a:lnTo>
                        <a:lnTo>
                          <a:pt x="23" y="96"/>
                        </a:lnTo>
                        <a:lnTo>
                          <a:pt x="25" y="98"/>
                        </a:lnTo>
                        <a:lnTo>
                          <a:pt x="22" y="99"/>
                        </a:lnTo>
                        <a:lnTo>
                          <a:pt x="22" y="99"/>
                        </a:lnTo>
                        <a:close/>
                        <a:moveTo>
                          <a:pt x="26" y="110"/>
                        </a:moveTo>
                        <a:lnTo>
                          <a:pt x="25" y="107"/>
                        </a:lnTo>
                        <a:lnTo>
                          <a:pt x="30" y="102"/>
                        </a:lnTo>
                        <a:lnTo>
                          <a:pt x="28" y="107"/>
                        </a:lnTo>
                        <a:lnTo>
                          <a:pt x="26" y="110"/>
                        </a:lnTo>
                        <a:lnTo>
                          <a:pt x="26" y="110"/>
                        </a:lnTo>
                        <a:close/>
                        <a:moveTo>
                          <a:pt x="22" y="113"/>
                        </a:moveTo>
                        <a:lnTo>
                          <a:pt x="25" y="111"/>
                        </a:lnTo>
                        <a:lnTo>
                          <a:pt x="25" y="107"/>
                        </a:lnTo>
                        <a:lnTo>
                          <a:pt x="21" y="109"/>
                        </a:lnTo>
                        <a:lnTo>
                          <a:pt x="21" y="113"/>
                        </a:lnTo>
                        <a:lnTo>
                          <a:pt x="23" y="110"/>
                        </a:lnTo>
                        <a:lnTo>
                          <a:pt x="22" y="113"/>
                        </a:lnTo>
                        <a:lnTo>
                          <a:pt x="22" y="113"/>
                        </a:lnTo>
                        <a:close/>
                        <a:moveTo>
                          <a:pt x="33" y="113"/>
                        </a:moveTo>
                        <a:lnTo>
                          <a:pt x="34" y="117"/>
                        </a:lnTo>
                        <a:lnTo>
                          <a:pt x="37" y="118"/>
                        </a:lnTo>
                        <a:lnTo>
                          <a:pt x="37" y="115"/>
                        </a:lnTo>
                        <a:lnTo>
                          <a:pt x="36" y="111"/>
                        </a:lnTo>
                        <a:lnTo>
                          <a:pt x="33" y="113"/>
                        </a:lnTo>
                        <a:lnTo>
                          <a:pt x="33" y="113"/>
                        </a:lnTo>
                        <a:close/>
                        <a:moveTo>
                          <a:pt x="42" y="159"/>
                        </a:moveTo>
                        <a:lnTo>
                          <a:pt x="47" y="162"/>
                        </a:lnTo>
                        <a:lnTo>
                          <a:pt x="49" y="159"/>
                        </a:lnTo>
                        <a:lnTo>
                          <a:pt x="47" y="159"/>
                        </a:lnTo>
                        <a:lnTo>
                          <a:pt x="47" y="156"/>
                        </a:lnTo>
                        <a:lnTo>
                          <a:pt x="42" y="158"/>
                        </a:lnTo>
                        <a:lnTo>
                          <a:pt x="42" y="158"/>
                        </a:lnTo>
                        <a:lnTo>
                          <a:pt x="42" y="159"/>
                        </a:lnTo>
                        <a:lnTo>
                          <a:pt x="42" y="159"/>
                        </a:lnTo>
                        <a:close/>
                        <a:moveTo>
                          <a:pt x="40" y="144"/>
                        </a:moveTo>
                        <a:lnTo>
                          <a:pt x="41" y="141"/>
                        </a:lnTo>
                        <a:lnTo>
                          <a:pt x="45" y="137"/>
                        </a:lnTo>
                        <a:lnTo>
                          <a:pt x="45" y="139"/>
                        </a:lnTo>
                        <a:lnTo>
                          <a:pt x="45" y="140"/>
                        </a:lnTo>
                        <a:lnTo>
                          <a:pt x="42" y="144"/>
                        </a:lnTo>
                        <a:lnTo>
                          <a:pt x="40" y="144"/>
                        </a:lnTo>
                        <a:lnTo>
                          <a:pt x="40" y="144"/>
                        </a:lnTo>
                        <a:close/>
                        <a:moveTo>
                          <a:pt x="34" y="226"/>
                        </a:moveTo>
                        <a:lnTo>
                          <a:pt x="36" y="224"/>
                        </a:lnTo>
                        <a:lnTo>
                          <a:pt x="36" y="223"/>
                        </a:lnTo>
                        <a:lnTo>
                          <a:pt x="37" y="221"/>
                        </a:lnTo>
                        <a:lnTo>
                          <a:pt x="37" y="221"/>
                        </a:lnTo>
                        <a:lnTo>
                          <a:pt x="38" y="220"/>
                        </a:lnTo>
                        <a:lnTo>
                          <a:pt x="40" y="220"/>
                        </a:lnTo>
                        <a:lnTo>
                          <a:pt x="41" y="217"/>
                        </a:lnTo>
                        <a:lnTo>
                          <a:pt x="44" y="219"/>
                        </a:lnTo>
                        <a:lnTo>
                          <a:pt x="45" y="217"/>
                        </a:lnTo>
                        <a:lnTo>
                          <a:pt x="48" y="217"/>
                        </a:lnTo>
                        <a:lnTo>
                          <a:pt x="48" y="217"/>
                        </a:lnTo>
                        <a:lnTo>
                          <a:pt x="49" y="219"/>
                        </a:lnTo>
                        <a:lnTo>
                          <a:pt x="51" y="219"/>
                        </a:lnTo>
                        <a:lnTo>
                          <a:pt x="53" y="220"/>
                        </a:lnTo>
                        <a:lnTo>
                          <a:pt x="55" y="220"/>
                        </a:lnTo>
                        <a:lnTo>
                          <a:pt x="55" y="219"/>
                        </a:lnTo>
                        <a:lnTo>
                          <a:pt x="56" y="219"/>
                        </a:lnTo>
                        <a:lnTo>
                          <a:pt x="57" y="216"/>
                        </a:lnTo>
                        <a:lnTo>
                          <a:pt x="56" y="215"/>
                        </a:lnTo>
                        <a:lnTo>
                          <a:pt x="59" y="213"/>
                        </a:lnTo>
                        <a:lnTo>
                          <a:pt x="60" y="212"/>
                        </a:lnTo>
                        <a:lnTo>
                          <a:pt x="60" y="212"/>
                        </a:lnTo>
                        <a:lnTo>
                          <a:pt x="66" y="211"/>
                        </a:lnTo>
                        <a:lnTo>
                          <a:pt x="68" y="211"/>
                        </a:lnTo>
                        <a:lnTo>
                          <a:pt x="71" y="213"/>
                        </a:lnTo>
                        <a:lnTo>
                          <a:pt x="72" y="212"/>
                        </a:lnTo>
                        <a:lnTo>
                          <a:pt x="75" y="212"/>
                        </a:lnTo>
                        <a:lnTo>
                          <a:pt x="76" y="213"/>
                        </a:lnTo>
                        <a:lnTo>
                          <a:pt x="78" y="211"/>
                        </a:lnTo>
                        <a:lnTo>
                          <a:pt x="80" y="209"/>
                        </a:lnTo>
                        <a:lnTo>
                          <a:pt x="83" y="211"/>
                        </a:lnTo>
                        <a:lnTo>
                          <a:pt x="86" y="208"/>
                        </a:lnTo>
                        <a:lnTo>
                          <a:pt x="89" y="208"/>
                        </a:lnTo>
                        <a:lnTo>
                          <a:pt x="89" y="208"/>
                        </a:lnTo>
                        <a:lnTo>
                          <a:pt x="90" y="208"/>
                        </a:lnTo>
                        <a:lnTo>
                          <a:pt x="91" y="208"/>
                        </a:lnTo>
                        <a:lnTo>
                          <a:pt x="93" y="209"/>
                        </a:lnTo>
                        <a:lnTo>
                          <a:pt x="95" y="208"/>
                        </a:lnTo>
                        <a:lnTo>
                          <a:pt x="100" y="208"/>
                        </a:lnTo>
                        <a:lnTo>
                          <a:pt x="102" y="208"/>
                        </a:lnTo>
                        <a:lnTo>
                          <a:pt x="105" y="208"/>
                        </a:lnTo>
                        <a:lnTo>
                          <a:pt x="106" y="208"/>
                        </a:lnTo>
                        <a:lnTo>
                          <a:pt x="109" y="207"/>
                        </a:lnTo>
                        <a:lnTo>
                          <a:pt x="110" y="207"/>
                        </a:lnTo>
                        <a:lnTo>
                          <a:pt x="113" y="204"/>
                        </a:lnTo>
                        <a:lnTo>
                          <a:pt x="114" y="204"/>
                        </a:lnTo>
                        <a:lnTo>
                          <a:pt x="116" y="205"/>
                        </a:lnTo>
                        <a:lnTo>
                          <a:pt x="116" y="202"/>
                        </a:lnTo>
                        <a:lnTo>
                          <a:pt x="119" y="201"/>
                        </a:lnTo>
                        <a:lnTo>
                          <a:pt x="121" y="200"/>
                        </a:lnTo>
                        <a:lnTo>
                          <a:pt x="121" y="198"/>
                        </a:lnTo>
                        <a:lnTo>
                          <a:pt x="120" y="197"/>
                        </a:lnTo>
                        <a:lnTo>
                          <a:pt x="121" y="196"/>
                        </a:lnTo>
                        <a:lnTo>
                          <a:pt x="117" y="196"/>
                        </a:lnTo>
                        <a:lnTo>
                          <a:pt x="114" y="196"/>
                        </a:lnTo>
                        <a:lnTo>
                          <a:pt x="113" y="197"/>
                        </a:lnTo>
                        <a:lnTo>
                          <a:pt x="110" y="196"/>
                        </a:lnTo>
                        <a:lnTo>
                          <a:pt x="110" y="196"/>
                        </a:lnTo>
                        <a:lnTo>
                          <a:pt x="110" y="194"/>
                        </a:lnTo>
                        <a:lnTo>
                          <a:pt x="112" y="194"/>
                        </a:lnTo>
                        <a:lnTo>
                          <a:pt x="112" y="194"/>
                        </a:lnTo>
                        <a:lnTo>
                          <a:pt x="109" y="193"/>
                        </a:lnTo>
                        <a:lnTo>
                          <a:pt x="108" y="194"/>
                        </a:lnTo>
                        <a:lnTo>
                          <a:pt x="110" y="192"/>
                        </a:lnTo>
                        <a:lnTo>
                          <a:pt x="112" y="193"/>
                        </a:lnTo>
                        <a:lnTo>
                          <a:pt x="114" y="192"/>
                        </a:lnTo>
                        <a:lnTo>
                          <a:pt x="113" y="189"/>
                        </a:lnTo>
                        <a:lnTo>
                          <a:pt x="112" y="189"/>
                        </a:lnTo>
                        <a:lnTo>
                          <a:pt x="113" y="187"/>
                        </a:lnTo>
                        <a:lnTo>
                          <a:pt x="114" y="187"/>
                        </a:lnTo>
                        <a:lnTo>
                          <a:pt x="116" y="187"/>
                        </a:lnTo>
                        <a:lnTo>
                          <a:pt x="117" y="186"/>
                        </a:lnTo>
                        <a:lnTo>
                          <a:pt x="119" y="185"/>
                        </a:lnTo>
                        <a:lnTo>
                          <a:pt x="117" y="185"/>
                        </a:lnTo>
                        <a:lnTo>
                          <a:pt x="119" y="185"/>
                        </a:lnTo>
                        <a:lnTo>
                          <a:pt x="116" y="183"/>
                        </a:lnTo>
                        <a:lnTo>
                          <a:pt x="117" y="182"/>
                        </a:lnTo>
                        <a:lnTo>
                          <a:pt x="119" y="182"/>
                        </a:lnTo>
                        <a:lnTo>
                          <a:pt x="119" y="183"/>
                        </a:lnTo>
                        <a:lnTo>
                          <a:pt x="120" y="182"/>
                        </a:lnTo>
                        <a:lnTo>
                          <a:pt x="121" y="181"/>
                        </a:lnTo>
                        <a:lnTo>
                          <a:pt x="123" y="177"/>
                        </a:lnTo>
                        <a:lnTo>
                          <a:pt x="124" y="173"/>
                        </a:lnTo>
                        <a:lnTo>
                          <a:pt x="123" y="171"/>
                        </a:lnTo>
                        <a:lnTo>
                          <a:pt x="121" y="168"/>
                        </a:lnTo>
                        <a:lnTo>
                          <a:pt x="117" y="164"/>
                        </a:lnTo>
                        <a:lnTo>
                          <a:pt x="110" y="164"/>
                        </a:lnTo>
                        <a:lnTo>
                          <a:pt x="106" y="164"/>
                        </a:lnTo>
                        <a:lnTo>
                          <a:pt x="106" y="167"/>
                        </a:lnTo>
                        <a:lnTo>
                          <a:pt x="105" y="168"/>
                        </a:lnTo>
                        <a:lnTo>
                          <a:pt x="102" y="167"/>
                        </a:lnTo>
                        <a:lnTo>
                          <a:pt x="100" y="166"/>
                        </a:lnTo>
                        <a:lnTo>
                          <a:pt x="105" y="162"/>
                        </a:lnTo>
                        <a:lnTo>
                          <a:pt x="105" y="159"/>
                        </a:lnTo>
                        <a:lnTo>
                          <a:pt x="101" y="154"/>
                        </a:lnTo>
                        <a:lnTo>
                          <a:pt x="100" y="154"/>
                        </a:lnTo>
                        <a:lnTo>
                          <a:pt x="97" y="152"/>
                        </a:lnTo>
                        <a:lnTo>
                          <a:pt x="95" y="149"/>
                        </a:lnTo>
                        <a:lnTo>
                          <a:pt x="94" y="151"/>
                        </a:lnTo>
                        <a:lnTo>
                          <a:pt x="93" y="151"/>
                        </a:lnTo>
                        <a:lnTo>
                          <a:pt x="91" y="149"/>
                        </a:lnTo>
                        <a:lnTo>
                          <a:pt x="90" y="149"/>
                        </a:lnTo>
                        <a:lnTo>
                          <a:pt x="93" y="149"/>
                        </a:lnTo>
                        <a:lnTo>
                          <a:pt x="94" y="149"/>
                        </a:lnTo>
                        <a:lnTo>
                          <a:pt x="95" y="149"/>
                        </a:lnTo>
                        <a:lnTo>
                          <a:pt x="97" y="149"/>
                        </a:lnTo>
                        <a:lnTo>
                          <a:pt x="98" y="151"/>
                        </a:lnTo>
                        <a:lnTo>
                          <a:pt x="100" y="151"/>
                        </a:lnTo>
                        <a:lnTo>
                          <a:pt x="101" y="151"/>
                        </a:lnTo>
                        <a:lnTo>
                          <a:pt x="97" y="147"/>
                        </a:lnTo>
                        <a:lnTo>
                          <a:pt x="95" y="144"/>
                        </a:lnTo>
                        <a:lnTo>
                          <a:pt x="97" y="143"/>
                        </a:lnTo>
                        <a:lnTo>
                          <a:pt x="98" y="143"/>
                        </a:lnTo>
                        <a:lnTo>
                          <a:pt x="95" y="141"/>
                        </a:lnTo>
                        <a:lnTo>
                          <a:pt x="95" y="140"/>
                        </a:lnTo>
                        <a:lnTo>
                          <a:pt x="94" y="140"/>
                        </a:lnTo>
                        <a:lnTo>
                          <a:pt x="91" y="136"/>
                        </a:lnTo>
                        <a:lnTo>
                          <a:pt x="89" y="133"/>
                        </a:lnTo>
                        <a:lnTo>
                          <a:pt x="83" y="133"/>
                        </a:lnTo>
                        <a:lnTo>
                          <a:pt x="83" y="130"/>
                        </a:lnTo>
                        <a:lnTo>
                          <a:pt x="82" y="130"/>
                        </a:lnTo>
                        <a:lnTo>
                          <a:pt x="80" y="125"/>
                        </a:lnTo>
                        <a:lnTo>
                          <a:pt x="79" y="122"/>
                        </a:lnTo>
                        <a:lnTo>
                          <a:pt x="78" y="115"/>
                        </a:lnTo>
                        <a:lnTo>
                          <a:pt x="76" y="113"/>
                        </a:lnTo>
                        <a:lnTo>
                          <a:pt x="75" y="113"/>
                        </a:lnTo>
                        <a:lnTo>
                          <a:pt x="71" y="107"/>
                        </a:lnTo>
                        <a:lnTo>
                          <a:pt x="70" y="107"/>
                        </a:lnTo>
                        <a:lnTo>
                          <a:pt x="67" y="106"/>
                        </a:lnTo>
                        <a:lnTo>
                          <a:pt x="64" y="105"/>
                        </a:lnTo>
                        <a:lnTo>
                          <a:pt x="63" y="105"/>
                        </a:lnTo>
                        <a:lnTo>
                          <a:pt x="60" y="107"/>
                        </a:lnTo>
                        <a:lnTo>
                          <a:pt x="57" y="106"/>
                        </a:lnTo>
                        <a:lnTo>
                          <a:pt x="56" y="106"/>
                        </a:lnTo>
                        <a:lnTo>
                          <a:pt x="53" y="105"/>
                        </a:lnTo>
                        <a:lnTo>
                          <a:pt x="52" y="103"/>
                        </a:lnTo>
                        <a:lnTo>
                          <a:pt x="53" y="105"/>
                        </a:lnTo>
                        <a:lnTo>
                          <a:pt x="57" y="105"/>
                        </a:lnTo>
                        <a:lnTo>
                          <a:pt x="60" y="103"/>
                        </a:lnTo>
                        <a:lnTo>
                          <a:pt x="60" y="102"/>
                        </a:lnTo>
                        <a:lnTo>
                          <a:pt x="63" y="102"/>
                        </a:lnTo>
                        <a:lnTo>
                          <a:pt x="66" y="101"/>
                        </a:lnTo>
                        <a:lnTo>
                          <a:pt x="63" y="99"/>
                        </a:lnTo>
                        <a:lnTo>
                          <a:pt x="63" y="98"/>
                        </a:lnTo>
                        <a:lnTo>
                          <a:pt x="61" y="96"/>
                        </a:lnTo>
                        <a:lnTo>
                          <a:pt x="59" y="98"/>
                        </a:lnTo>
                        <a:lnTo>
                          <a:pt x="57" y="98"/>
                        </a:lnTo>
                        <a:lnTo>
                          <a:pt x="60" y="95"/>
                        </a:lnTo>
                        <a:lnTo>
                          <a:pt x="64" y="96"/>
                        </a:lnTo>
                        <a:lnTo>
                          <a:pt x="66" y="94"/>
                        </a:lnTo>
                        <a:lnTo>
                          <a:pt x="66" y="92"/>
                        </a:lnTo>
                        <a:lnTo>
                          <a:pt x="67" y="92"/>
                        </a:lnTo>
                        <a:lnTo>
                          <a:pt x="70" y="88"/>
                        </a:lnTo>
                        <a:lnTo>
                          <a:pt x="71" y="87"/>
                        </a:lnTo>
                        <a:lnTo>
                          <a:pt x="70" y="86"/>
                        </a:lnTo>
                        <a:lnTo>
                          <a:pt x="71" y="83"/>
                        </a:lnTo>
                        <a:lnTo>
                          <a:pt x="71" y="82"/>
                        </a:lnTo>
                        <a:lnTo>
                          <a:pt x="72" y="79"/>
                        </a:lnTo>
                        <a:lnTo>
                          <a:pt x="75" y="76"/>
                        </a:lnTo>
                        <a:lnTo>
                          <a:pt x="75" y="75"/>
                        </a:lnTo>
                        <a:lnTo>
                          <a:pt x="71" y="72"/>
                        </a:lnTo>
                        <a:lnTo>
                          <a:pt x="71" y="72"/>
                        </a:lnTo>
                        <a:lnTo>
                          <a:pt x="64" y="72"/>
                        </a:lnTo>
                        <a:lnTo>
                          <a:pt x="61" y="72"/>
                        </a:lnTo>
                        <a:lnTo>
                          <a:pt x="60" y="72"/>
                        </a:lnTo>
                        <a:lnTo>
                          <a:pt x="59" y="72"/>
                        </a:lnTo>
                        <a:lnTo>
                          <a:pt x="56" y="72"/>
                        </a:lnTo>
                        <a:lnTo>
                          <a:pt x="55" y="72"/>
                        </a:lnTo>
                        <a:lnTo>
                          <a:pt x="55" y="72"/>
                        </a:lnTo>
                        <a:lnTo>
                          <a:pt x="52" y="73"/>
                        </a:lnTo>
                        <a:lnTo>
                          <a:pt x="51" y="75"/>
                        </a:lnTo>
                        <a:lnTo>
                          <a:pt x="49" y="75"/>
                        </a:lnTo>
                        <a:lnTo>
                          <a:pt x="48" y="76"/>
                        </a:lnTo>
                        <a:lnTo>
                          <a:pt x="48" y="75"/>
                        </a:lnTo>
                        <a:lnTo>
                          <a:pt x="49" y="72"/>
                        </a:lnTo>
                        <a:lnTo>
                          <a:pt x="52" y="69"/>
                        </a:lnTo>
                        <a:lnTo>
                          <a:pt x="51" y="69"/>
                        </a:lnTo>
                        <a:lnTo>
                          <a:pt x="48" y="69"/>
                        </a:lnTo>
                        <a:lnTo>
                          <a:pt x="49" y="68"/>
                        </a:lnTo>
                        <a:lnTo>
                          <a:pt x="49" y="67"/>
                        </a:lnTo>
                        <a:lnTo>
                          <a:pt x="55" y="62"/>
                        </a:lnTo>
                        <a:lnTo>
                          <a:pt x="57" y="60"/>
                        </a:lnTo>
                        <a:lnTo>
                          <a:pt x="59" y="60"/>
                        </a:lnTo>
                        <a:lnTo>
                          <a:pt x="60" y="57"/>
                        </a:lnTo>
                        <a:lnTo>
                          <a:pt x="59" y="56"/>
                        </a:lnTo>
                        <a:lnTo>
                          <a:pt x="60" y="54"/>
                        </a:lnTo>
                        <a:lnTo>
                          <a:pt x="60" y="53"/>
                        </a:lnTo>
                        <a:lnTo>
                          <a:pt x="57" y="53"/>
                        </a:lnTo>
                        <a:lnTo>
                          <a:pt x="56" y="54"/>
                        </a:lnTo>
                        <a:lnTo>
                          <a:pt x="53" y="53"/>
                        </a:lnTo>
                        <a:lnTo>
                          <a:pt x="51" y="54"/>
                        </a:lnTo>
                        <a:lnTo>
                          <a:pt x="49" y="54"/>
                        </a:lnTo>
                        <a:lnTo>
                          <a:pt x="47" y="56"/>
                        </a:lnTo>
                        <a:lnTo>
                          <a:pt x="45" y="56"/>
                        </a:lnTo>
                        <a:lnTo>
                          <a:pt x="44" y="57"/>
                        </a:lnTo>
                        <a:lnTo>
                          <a:pt x="44" y="56"/>
                        </a:lnTo>
                        <a:lnTo>
                          <a:pt x="44" y="54"/>
                        </a:lnTo>
                        <a:lnTo>
                          <a:pt x="41" y="57"/>
                        </a:lnTo>
                        <a:lnTo>
                          <a:pt x="41" y="54"/>
                        </a:lnTo>
                        <a:lnTo>
                          <a:pt x="38" y="53"/>
                        </a:lnTo>
                        <a:lnTo>
                          <a:pt x="38" y="56"/>
                        </a:lnTo>
                        <a:lnTo>
                          <a:pt x="37" y="56"/>
                        </a:lnTo>
                        <a:lnTo>
                          <a:pt x="37" y="58"/>
                        </a:lnTo>
                        <a:lnTo>
                          <a:pt x="37" y="58"/>
                        </a:lnTo>
                        <a:lnTo>
                          <a:pt x="37" y="60"/>
                        </a:lnTo>
                        <a:lnTo>
                          <a:pt x="34" y="61"/>
                        </a:lnTo>
                        <a:lnTo>
                          <a:pt x="36" y="62"/>
                        </a:lnTo>
                        <a:lnTo>
                          <a:pt x="34" y="65"/>
                        </a:lnTo>
                        <a:lnTo>
                          <a:pt x="33" y="65"/>
                        </a:lnTo>
                        <a:lnTo>
                          <a:pt x="36" y="67"/>
                        </a:lnTo>
                        <a:lnTo>
                          <a:pt x="37" y="69"/>
                        </a:lnTo>
                        <a:lnTo>
                          <a:pt x="34" y="68"/>
                        </a:lnTo>
                        <a:lnTo>
                          <a:pt x="33" y="68"/>
                        </a:lnTo>
                        <a:lnTo>
                          <a:pt x="32" y="67"/>
                        </a:lnTo>
                        <a:lnTo>
                          <a:pt x="32" y="68"/>
                        </a:lnTo>
                        <a:lnTo>
                          <a:pt x="32" y="69"/>
                        </a:lnTo>
                        <a:lnTo>
                          <a:pt x="32" y="71"/>
                        </a:lnTo>
                        <a:lnTo>
                          <a:pt x="30" y="68"/>
                        </a:lnTo>
                        <a:lnTo>
                          <a:pt x="29" y="71"/>
                        </a:lnTo>
                        <a:lnTo>
                          <a:pt x="30" y="72"/>
                        </a:lnTo>
                        <a:lnTo>
                          <a:pt x="29" y="73"/>
                        </a:lnTo>
                        <a:lnTo>
                          <a:pt x="30" y="75"/>
                        </a:lnTo>
                        <a:lnTo>
                          <a:pt x="33" y="75"/>
                        </a:lnTo>
                        <a:lnTo>
                          <a:pt x="30" y="76"/>
                        </a:lnTo>
                        <a:lnTo>
                          <a:pt x="29" y="75"/>
                        </a:lnTo>
                        <a:lnTo>
                          <a:pt x="29" y="77"/>
                        </a:lnTo>
                        <a:lnTo>
                          <a:pt x="29" y="79"/>
                        </a:lnTo>
                        <a:lnTo>
                          <a:pt x="33" y="77"/>
                        </a:lnTo>
                        <a:lnTo>
                          <a:pt x="30" y="79"/>
                        </a:lnTo>
                        <a:lnTo>
                          <a:pt x="30" y="80"/>
                        </a:lnTo>
                        <a:lnTo>
                          <a:pt x="30" y="80"/>
                        </a:lnTo>
                        <a:lnTo>
                          <a:pt x="33" y="79"/>
                        </a:lnTo>
                        <a:lnTo>
                          <a:pt x="33" y="80"/>
                        </a:lnTo>
                        <a:lnTo>
                          <a:pt x="33" y="82"/>
                        </a:lnTo>
                        <a:lnTo>
                          <a:pt x="32" y="80"/>
                        </a:lnTo>
                        <a:lnTo>
                          <a:pt x="32" y="80"/>
                        </a:lnTo>
                        <a:lnTo>
                          <a:pt x="30" y="83"/>
                        </a:lnTo>
                        <a:lnTo>
                          <a:pt x="32" y="83"/>
                        </a:lnTo>
                        <a:lnTo>
                          <a:pt x="30" y="83"/>
                        </a:lnTo>
                        <a:lnTo>
                          <a:pt x="29" y="84"/>
                        </a:lnTo>
                        <a:lnTo>
                          <a:pt x="30" y="86"/>
                        </a:lnTo>
                        <a:lnTo>
                          <a:pt x="32" y="86"/>
                        </a:lnTo>
                        <a:lnTo>
                          <a:pt x="29" y="86"/>
                        </a:lnTo>
                        <a:lnTo>
                          <a:pt x="28" y="87"/>
                        </a:lnTo>
                        <a:lnTo>
                          <a:pt x="29" y="88"/>
                        </a:lnTo>
                        <a:lnTo>
                          <a:pt x="29" y="88"/>
                        </a:lnTo>
                        <a:lnTo>
                          <a:pt x="28" y="90"/>
                        </a:lnTo>
                        <a:lnTo>
                          <a:pt x="25" y="90"/>
                        </a:lnTo>
                        <a:lnTo>
                          <a:pt x="23" y="91"/>
                        </a:lnTo>
                        <a:lnTo>
                          <a:pt x="25" y="91"/>
                        </a:lnTo>
                        <a:lnTo>
                          <a:pt x="28" y="91"/>
                        </a:lnTo>
                        <a:lnTo>
                          <a:pt x="29" y="92"/>
                        </a:lnTo>
                        <a:lnTo>
                          <a:pt x="28" y="92"/>
                        </a:lnTo>
                        <a:lnTo>
                          <a:pt x="26" y="92"/>
                        </a:lnTo>
                        <a:lnTo>
                          <a:pt x="29" y="95"/>
                        </a:lnTo>
                        <a:lnTo>
                          <a:pt x="29" y="94"/>
                        </a:lnTo>
                        <a:lnTo>
                          <a:pt x="30" y="95"/>
                        </a:lnTo>
                        <a:lnTo>
                          <a:pt x="36" y="90"/>
                        </a:lnTo>
                        <a:lnTo>
                          <a:pt x="36" y="91"/>
                        </a:lnTo>
                        <a:lnTo>
                          <a:pt x="36" y="92"/>
                        </a:lnTo>
                        <a:lnTo>
                          <a:pt x="34" y="92"/>
                        </a:lnTo>
                        <a:lnTo>
                          <a:pt x="33" y="95"/>
                        </a:lnTo>
                        <a:lnTo>
                          <a:pt x="33" y="96"/>
                        </a:lnTo>
                        <a:lnTo>
                          <a:pt x="32" y="101"/>
                        </a:lnTo>
                        <a:lnTo>
                          <a:pt x="32" y="101"/>
                        </a:lnTo>
                        <a:lnTo>
                          <a:pt x="30" y="105"/>
                        </a:lnTo>
                        <a:lnTo>
                          <a:pt x="32" y="107"/>
                        </a:lnTo>
                        <a:lnTo>
                          <a:pt x="30" y="109"/>
                        </a:lnTo>
                        <a:lnTo>
                          <a:pt x="30" y="110"/>
                        </a:lnTo>
                        <a:lnTo>
                          <a:pt x="32" y="110"/>
                        </a:lnTo>
                        <a:lnTo>
                          <a:pt x="30" y="113"/>
                        </a:lnTo>
                        <a:lnTo>
                          <a:pt x="30" y="117"/>
                        </a:lnTo>
                        <a:lnTo>
                          <a:pt x="29" y="118"/>
                        </a:lnTo>
                        <a:lnTo>
                          <a:pt x="29" y="118"/>
                        </a:lnTo>
                        <a:lnTo>
                          <a:pt x="32" y="118"/>
                        </a:lnTo>
                        <a:lnTo>
                          <a:pt x="30" y="117"/>
                        </a:lnTo>
                        <a:lnTo>
                          <a:pt x="32" y="114"/>
                        </a:lnTo>
                        <a:lnTo>
                          <a:pt x="32" y="111"/>
                        </a:lnTo>
                        <a:lnTo>
                          <a:pt x="34" y="110"/>
                        </a:lnTo>
                        <a:lnTo>
                          <a:pt x="33" y="105"/>
                        </a:lnTo>
                        <a:lnTo>
                          <a:pt x="33" y="105"/>
                        </a:lnTo>
                        <a:lnTo>
                          <a:pt x="37" y="101"/>
                        </a:lnTo>
                        <a:lnTo>
                          <a:pt x="34" y="105"/>
                        </a:lnTo>
                        <a:lnTo>
                          <a:pt x="34" y="107"/>
                        </a:lnTo>
                        <a:lnTo>
                          <a:pt x="36" y="109"/>
                        </a:lnTo>
                        <a:lnTo>
                          <a:pt x="36" y="106"/>
                        </a:lnTo>
                        <a:lnTo>
                          <a:pt x="37" y="105"/>
                        </a:lnTo>
                        <a:lnTo>
                          <a:pt x="38" y="107"/>
                        </a:lnTo>
                        <a:lnTo>
                          <a:pt x="40" y="105"/>
                        </a:lnTo>
                        <a:lnTo>
                          <a:pt x="40" y="102"/>
                        </a:lnTo>
                        <a:lnTo>
                          <a:pt x="40" y="102"/>
                        </a:lnTo>
                        <a:lnTo>
                          <a:pt x="40" y="105"/>
                        </a:lnTo>
                        <a:lnTo>
                          <a:pt x="42" y="107"/>
                        </a:lnTo>
                        <a:lnTo>
                          <a:pt x="40" y="106"/>
                        </a:lnTo>
                        <a:lnTo>
                          <a:pt x="40" y="110"/>
                        </a:lnTo>
                        <a:lnTo>
                          <a:pt x="40" y="113"/>
                        </a:lnTo>
                        <a:lnTo>
                          <a:pt x="41" y="113"/>
                        </a:lnTo>
                        <a:lnTo>
                          <a:pt x="42" y="115"/>
                        </a:lnTo>
                        <a:lnTo>
                          <a:pt x="40" y="118"/>
                        </a:lnTo>
                        <a:lnTo>
                          <a:pt x="38" y="124"/>
                        </a:lnTo>
                        <a:lnTo>
                          <a:pt x="38" y="126"/>
                        </a:lnTo>
                        <a:lnTo>
                          <a:pt x="36" y="125"/>
                        </a:lnTo>
                        <a:lnTo>
                          <a:pt x="36" y="129"/>
                        </a:lnTo>
                        <a:lnTo>
                          <a:pt x="40" y="132"/>
                        </a:lnTo>
                        <a:lnTo>
                          <a:pt x="38" y="129"/>
                        </a:lnTo>
                        <a:lnTo>
                          <a:pt x="40" y="128"/>
                        </a:lnTo>
                        <a:lnTo>
                          <a:pt x="45" y="132"/>
                        </a:lnTo>
                        <a:lnTo>
                          <a:pt x="45" y="129"/>
                        </a:lnTo>
                        <a:lnTo>
                          <a:pt x="44" y="128"/>
                        </a:lnTo>
                        <a:lnTo>
                          <a:pt x="45" y="126"/>
                        </a:lnTo>
                        <a:lnTo>
                          <a:pt x="48" y="129"/>
                        </a:lnTo>
                        <a:lnTo>
                          <a:pt x="52" y="129"/>
                        </a:lnTo>
                        <a:lnTo>
                          <a:pt x="52" y="128"/>
                        </a:lnTo>
                        <a:lnTo>
                          <a:pt x="53" y="128"/>
                        </a:lnTo>
                        <a:lnTo>
                          <a:pt x="55" y="125"/>
                        </a:lnTo>
                        <a:lnTo>
                          <a:pt x="61" y="126"/>
                        </a:lnTo>
                        <a:lnTo>
                          <a:pt x="57" y="126"/>
                        </a:lnTo>
                        <a:lnTo>
                          <a:pt x="55" y="134"/>
                        </a:lnTo>
                        <a:lnTo>
                          <a:pt x="57" y="141"/>
                        </a:lnTo>
                        <a:lnTo>
                          <a:pt x="59" y="140"/>
                        </a:lnTo>
                        <a:lnTo>
                          <a:pt x="59" y="144"/>
                        </a:lnTo>
                        <a:lnTo>
                          <a:pt x="61" y="141"/>
                        </a:lnTo>
                        <a:lnTo>
                          <a:pt x="64" y="141"/>
                        </a:lnTo>
                        <a:lnTo>
                          <a:pt x="63" y="144"/>
                        </a:lnTo>
                        <a:lnTo>
                          <a:pt x="64" y="145"/>
                        </a:lnTo>
                        <a:lnTo>
                          <a:pt x="61" y="147"/>
                        </a:lnTo>
                        <a:lnTo>
                          <a:pt x="63" y="151"/>
                        </a:lnTo>
                        <a:lnTo>
                          <a:pt x="61" y="154"/>
                        </a:lnTo>
                        <a:lnTo>
                          <a:pt x="63" y="156"/>
                        </a:lnTo>
                        <a:lnTo>
                          <a:pt x="64" y="158"/>
                        </a:lnTo>
                        <a:lnTo>
                          <a:pt x="67" y="158"/>
                        </a:lnTo>
                        <a:lnTo>
                          <a:pt x="66" y="159"/>
                        </a:lnTo>
                        <a:lnTo>
                          <a:pt x="63" y="159"/>
                        </a:lnTo>
                        <a:lnTo>
                          <a:pt x="61" y="156"/>
                        </a:lnTo>
                        <a:lnTo>
                          <a:pt x="60" y="158"/>
                        </a:lnTo>
                        <a:lnTo>
                          <a:pt x="61" y="160"/>
                        </a:lnTo>
                        <a:lnTo>
                          <a:pt x="63" y="160"/>
                        </a:lnTo>
                        <a:lnTo>
                          <a:pt x="60" y="160"/>
                        </a:lnTo>
                        <a:lnTo>
                          <a:pt x="59" y="159"/>
                        </a:lnTo>
                        <a:lnTo>
                          <a:pt x="55" y="160"/>
                        </a:lnTo>
                        <a:lnTo>
                          <a:pt x="52" y="159"/>
                        </a:lnTo>
                        <a:lnTo>
                          <a:pt x="48" y="162"/>
                        </a:lnTo>
                        <a:lnTo>
                          <a:pt x="45" y="166"/>
                        </a:lnTo>
                        <a:lnTo>
                          <a:pt x="42" y="167"/>
                        </a:lnTo>
                        <a:lnTo>
                          <a:pt x="40" y="170"/>
                        </a:lnTo>
                        <a:lnTo>
                          <a:pt x="42" y="168"/>
                        </a:lnTo>
                        <a:lnTo>
                          <a:pt x="44" y="170"/>
                        </a:lnTo>
                        <a:lnTo>
                          <a:pt x="44" y="168"/>
                        </a:lnTo>
                        <a:lnTo>
                          <a:pt x="49" y="167"/>
                        </a:lnTo>
                        <a:lnTo>
                          <a:pt x="48" y="170"/>
                        </a:lnTo>
                        <a:lnTo>
                          <a:pt x="51" y="171"/>
                        </a:lnTo>
                        <a:lnTo>
                          <a:pt x="48" y="173"/>
                        </a:lnTo>
                        <a:lnTo>
                          <a:pt x="49" y="174"/>
                        </a:lnTo>
                        <a:lnTo>
                          <a:pt x="51" y="175"/>
                        </a:lnTo>
                        <a:lnTo>
                          <a:pt x="47" y="181"/>
                        </a:lnTo>
                        <a:lnTo>
                          <a:pt x="45" y="181"/>
                        </a:lnTo>
                        <a:lnTo>
                          <a:pt x="42" y="183"/>
                        </a:lnTo>
                        <a:lnTo>
                          <a:pt x="41" y="183"/>
                        </a:lnTo>
                        <a:lnTo>
                          <a:pt x="38" y="185"/>
                        </a:lnTo>
                        <a:lnTo>
                          <a:pt x="37" y="185"/>
                        </a:lnTo>
                        <a:lnTo>
                          <a:pt x="33" y="187"/>
                        </a:lnTo>
                        <a:lnTo>
                          <a:pt x="36" y="187"/>
                        </a:lnTo>
                        <a:lnTo>
                          <a:pt x="36" y="189"/>
                        </a:lnTo>
                        <a:lnTo>
                          <a:pt x="34" y="190"/>
                        </a:lnTo>
                        <a:lnTo>
                          <a:pt x="37" y="192"/>
                        </a:lnTo>
                        <a:lnTo>
                          <a:pt x="37" y="192"/>
                        </a:lnTo>
                        <a:lnTo>
                          <a:pt x="38" y="193"/>
                        </a:lnTo>
                        <a:lnTo>
                          <a:pt x="40" y="192"/>
                        </a:lnTo>
                        <a:lnTo>
                          <a:pt x="42" y="190"/>
                        </a:lnTo>
                        <a:lnTo>
                          <a:pt x="47" y="189"/>
                        </a:lnTo>
                        <a:lnTo>
                          <a:pt x="47" y="192"/>
                        </a:lnTo>
                        <a:lnTo>
                          <a:pt x="49" y="192"/>
                        </a:lnTo>
                        <a:lnTo>
                          <a:pt x="47" y="193"/>
                        </a:lnTo>
                        <a:lnTo>
                          <a:pt x="47" y="194"/>
                        </a:lnTo>
                        <a:lnTo>
                          <a:pt x="51" y="194"/>
                        </a:lnTo>
                        <a:lnTo>
                          <a:pt x="51" y="193"/>
                        </a:lnTo>
                        <a:lnTo>
                          <a:pt x="52" y="193"/>
                        </a:lnTo>
                        <a:lnTo>
                          <a:pt x="55" y="194"/>
                        </a:lnTo>
                        <a:lnTo>
                          <a:pt x="56" y="197"/>
                        </a:lnTo>
                        <a:lnTo>
                          <a:pt x="61" y="197"/>
                        </a:lnTo>
                        <a:lnTo>
                          <a:pt x="61" y="196"/>
                        </a:lnTo>
                        <a:lnTo>
                          <a:pt x="64" y="194"/>
                        </a:lnTo>
                        <a:lnTo>
                          <a:pt x="67" y="193"/>
                        </a:lnTo>
                        <a:lnTo>
                          <a:pt x="68" y="192"/>
                        </a:lnTo>
                        <a:lnTo>
                          <a:pt x="71" y="190"/>
                        </a:lnTo>
                        <a:lnTo>
                          <a:pt x="67" y="194"/>
                        </a:lnTo>
                        <a:lnTo>
                          <a:pt x="64" y="197"/>
                        </a:lnTo>
                        <a:lnTo>
                          <a:pt x="64" y="201"/>
                        </a:lnTo>
                        <a:lnTo>
                          <a:pt x="61" y="201"/>
                        </a:lnTo>
                        <a:lnTo>
                          <a:pt x="60" y="202"/>
                        </a:lnTo>
                        <a:lnTo>
                          <a:pt x="57" y="201"/>
                        </a:lnTo>
                        <a:lnTo>
                          <a:pt x="52" y="200"/>
                        </a:lnTo>
                        <a:lnTo>
                          <a:pt x="48" y="201"/>
                        </a:lnTo>
                        <a:lnTo>
                          <a:pt x="48" y="204"/>
                        </a:lnTo>
                        <a:lnTo>
                          <a:pt x="45" y="205"/>
                        </a:lnTo>
                        <a:lnTo>
                          <a:pt x="44" y="205"/>
                        </a:lnTo>
                        <a:lnTo>
                          <a:pt x="42" y="211"/>
                        </a:lnTo>
                        <a:lnTo>
                          <a:pt x="41" y="212"/>
                        </a:lnTo>
                        <a:lnTo>
                          <a:pt x="40" y="213"/>
                        </a:lnTo>
                        <a:lnTo>
                          <a:pt x="37" y="215"/>
                        </a:lnTo>
                        <a:lnTo>
                          <a:pt x="37" y="217"/>
                        </a:lnTo>
                        <a:lnTo>
                          <a:pt x="36" y="217"/>
                        </a:lnTo>
                        <a:lnTo>
                          <a:pt x="34" y="219"/>
                        </a:lnTo>
                        <a:lnTo>
                          <a:pt x="32" y="220"/>
                        </a:lnTo>
                        <a:lnTo>
                          <a:pt x="30" y="220"/>
                        </a:lnTo>
                        <a:lnTo>
                          <a:pt x="28" y="221"/>
                        </a:lnTo>
                        <a:lnTo>
                          <a:pt x="28" y="224"/>
                        </a:lnTo>
                        <a:lnTo>
                          <a:pt x="30" y="224"/>
                        </a:lnTo>
                        <a:lnTo>
                          <a:pt x="30" y="223"/>
                        </a:lnTo>
                        <a:lnTo>
                          <a:pt x="33" y="223"/>
                        </a:lnTo>
                        <a:lnTo>
                          <a:pt x="34" y="226"/>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65" name="Freeform 819">
                    <a:extLst>
                      <a:ext uri="{FF2B5EF4-FFF2-40B4-BE49-F238E27FC236}">
                        <a16:creationId xmlns:a16="http://schemas.microsoft.com/office/drawing/2014/main" id="{38397D9A-7FE2-679C-7350-ADF8B90A4985}"/>
                      </a:ext>
                    </a:extLst>
                  </p:cNvPr>
                  <p:cNvSpPr>
                    <a:spLocks noEditPoints="1"/>
                  </p:cNvSpPr>
                  <p:nvPr/>
                </p:nvSpPr>
                <p:spPr bwMode="auto">
                  <a:xfrm>
                    <a:off x="9191262" y="2286400"/>
                    <a:ext cx="168666" cy="142953"/>
                  </a:xfrm>
                  <a:custGeom>
                    <a:avLst/>
                    <a:gdLst/>
                    <a:ahLst/>
                    <a:cxnLst>
                      <a:cxn ang="0">
                        <a:pos x="145" y="85"/>
                      </a:cxn>
                      <a:cxn ang="0">
                        <a:pos x="133" y="90"/>
                      </a:cxn>
                      <a:cxn ang="0">
                        <a:pos x="137" y="81"/>
                      </a:cxn>
                      <a:cxn ang="0">
                        <a:pos x="148" y="66"/>
                      </a:cxn>
                      <a:cxn ang="0">
                        <a:pos x="154" y="64"/>
                      </a:cxn>
                      <a:cxn ang="0">
                        <a:pos x="155" y="49"/>
                      </a:cxn>
                      <a:cxn ang="0">
                        <a:pos x="159" y="36"/>
                      </a:cxn>
                      <a:cxn ang="0">
                        <a:pos x="147" y="34"/>
                      </a:cxn>
                      <a:cxn ang="0">
                        <a:pos x="137" y="30"/>
                      </a:cxn>
                      <a:cxn ang="0">
                        <a:pos x="125" y="26"/>
                      </a:cxn>
                      <a:cxn ang="0">
                        <a:pos x="114" y="19"/>
                      </a:cxn>
                      <a:cxn ang="0">
                        <a:pos x="106" y="13"/>
                      </a:cxn>
                      <a:cxn ang="0">
                        <a:pos x="97" y="2"/>
                      </a:cxn>
                      <a:cxn ang="0">
                        <a:pos x="83" y="5"/>
                      </a:cxn>
                      <a:cxn ang="0">
                        <a:pos x="79" y="21"/>
                      </a:cxn>
                      <a:cxn ang="0">
                        <a:pos x="63" y="26"/>
                      </a:cxn>
                      <a:cxn ang="0">
                        <a:pos x="53" y="32"/>
                      </a:cxn>
                      <a:cxn ang="0">
                        <a:pos x="46" y="26"/>
                      </a:cxn>
                      <a:cxn ang="0">
                        <a:pos x="38" y="29"/>
                      </a:cxn>
                      <a:cxn ang="0">
                        <a:pos x="41" y="40"/>
                      </a:cxn>
                      <a:cxn ang="0">
                        <a:pos x="34" y="44"/>
                      </a:cxn>
                      <a:cxn ang="0">
                        <a:pos x="20" y="40"/>
                      </a:cxn>
                      <a:cxn ang="0">
                        <a:pos x="11" y="44"/>
                      </a:cxn>
                      <a:cxn ang="0">
                        <a:pos x="1" y="49"/>
                      </a:cxn>
                      <a:cxn ang="0">
                        <a:pos x="1" y="51"/>
                      </a:cxn>
                      <a:cxn ang="0">
                        <a:pos x="4" y="55"/>
                      </a:cxn>
                      <a:cxn ang="0">
                        <a:pos x="6" y="60"/>
                      </a:cxn>
                      <a:cxn ang="0">
                        <a:pos x="18" y="63"/>
                      </a:cxn>
                      <a:cxn ang="0">
                        <a:pos x="26" y="64"/>
                      </a:cxn>
                      <a:cxn ang="0">
                        <a:pos x="30" y="70"/>
                      </a:cxn>
                      <a:cxn ang="0">
                        <a:pos x="37" y="70"/>
                      </a:cxn>
                      <a:cxn ang="0">
                        <a:pos x="34" y="78"/>
                      </a:cxn>
                      <a:cxn ang="0">
                        <a:pos x="46" y="87"/>
                      </a:cxn>
                      <a:cxn ang="0">
                        <a:pos x="46" y="97"/>
                      </a:cxn>
                      <a:cxn ang="0">
                        <a:pos x="50" y="102"/>
                      </a:cxn>
                      <a:cxn ang="0">
                        <a:pos x="48" y="116"/>
                      </a:cxn>
                      <a:cxn ang="0">
                        <a:pos x="42" y="138"/>
                      </a:cxn>
                      <a:cxn ang="0">
                        <a:pos x="48" y="144"/>
                      </a:cxn>
                      <a:cxn ang="0">
                        <a:pos x="67" y="151"/>
                      </a:cxn>
                      <a:cxn ang="0">
                        <a:pos x="83" y="150"/>
                      </a:cxn>
                      <a:cxn ang="0">
                        <a:pos x="101" y="154"/>
                      </a:cxn>
                      <a:cxn ang="0">
                        <a:pos x="109" y="135"/>
                      </a:cxn>
                      <a:cxn ang="0">
                        <a:pos x="121" y="138"/>
                      </a:cxn>
                      <a:cxn ang="0">
                        <a:pos x="143" y="143"/>
                      </a:cxn>
                      <a:cxn ang="0">
                        <a:pos x="156" y="131"/>
                      </a:cxn>
                      <a:cxn ang="0">
                        <a:pos x="148" y="112"/>
                      </a:cxn>
                      <a:cxn ang="0">
                        <a:pos x="148" y="98"/>
                      </a:cxn>
                      <a:cxn ang="0">
                        <a:pos x="179" y="172"/>
                      </a:cxn>
                      <a:cxn ang="0">
                        <a:pos x="175" y="166"/>
                      </a:cxn>
                      <a:cxn ang="0">
                        <a:pos x="173" y="161"/>
                      </a:cxn>
                      <a:cxn ang="0">
                        <a:pos x="173" y="155"/>
                      </a:cxn>
                      <a:cxn ang="0">
                        <a:pos x="181" y="150"/>
                      </a:cxn>
                      <a:cxn ang="0">
                        <a:pos x="184" y="143"/>
                      </a:cxn>
                      <a:cxn ang="0">
                        <a:pos x="184" y="166"/>
                      </a:cxn>
                    </a:cxnLst>
                    <a:rect l="0" t="0" r="r" b="b"/>
                    <a:pathLst>
                      <a:path w="185" h="172">
                        <a:moveTo>
                          <a:pt x="150" y="94"/>
                        </a:moveTo>
                        <a:lnTo>
                          <a:pt x="150" y="91"/>
                        </a:lnTo>
                        <a:lnTo>
                          <a:pt x="147" y="90"/>
                        </a:lnTo>
                        <a:lnTo>
                          <a:pt x="147" y="87"/>
                        </a:lnTo>
                        <a:lnTo>
                          <a:pt x="145" y="85"/>
                        </a:lnTo>
                        <a:lnTo>
                          <a:pt x="140" y="83"/>
                        </a:lnTo>
                        <a:lnTo>
                          <a:pt x="139" y="86"/>
                        </a:lnTo>
                        <a:lnTo>
                          <a:pt x="140" y="89"/>
                        </a:lnTo>
                        <a:lnTo>
                          <a:pt x="136" y="90"/>
                        </a:lnTo>
                        <a:lnTo>
                          <a:pt x="133" y="90"/>
                        </a:lnTo>
                        <a:lnTo>
                          <a:pt x="133" y="87"/>
                        </a:lnTo>
                        <a:lnTo>
                          <a:pt x="135" y="87"/>
                        </a:lnTo>
                        <a:lnTo>
                          <a:pt x="136" y="87"/>
                        </a:lnTo>
                        <a:lnTo>
                          <a:pt x="136" y="85"/>
                        </a:lnTo>
                        <a:lnTo>
                          <a:pt x="137" y="81"/>
                        </a:lnTo>
                        <a:lnTo>
                          <a:pt x="141" y="74"/>
                        </a:lnTo>
                        <a:lnTo>
                          <a:pt x="143" y="74"/>
                        </a:lnTo>
                        <a:lnTo>
                          <a:pt x="145" y="70"/>
                        </a:lnTo>
                        <a:lnTo>
                          <a:pt x="148" y="68"/>
                        </a:lnTo>
                        <a:lnTo>
                          <a:pt x="148" y="66"/>
                        </a:lnTo>
                        <a:lnTo>
                          <a:pt x="144" y="64"/>
                        </a:lnTo>
                        <a:lnTo>
                          <a:pt x="147" y="63"/>
                        </a:lnTo>
                        <a:lnTo>
                          <a:pt x="150" y="62"/>
                        </a:lnTo>
                        <a:lnTo>
                          <a:pt x="151" y="64"/>
                        </a:lnTo>
                        <a:lnTo>
                          <a:pt x="154" y="64"/>
                        </a:lnTo>
                        <a:lnTo>
                          <a:pt x="158" y="63"/>
                        </a:lnTo>
                        <a:lnTo>
                          <a:pt x="156" y="60"/>
                        </a:lnTo>
                        <a:lnTo>
                          <a:pt x="154" y="59"/>
                        </a:lnTo>
                        <a:lnTo>
                          <a:pt x="154" y="55"/>
                        </a:lnTo>
                        <a:lnTo>
                          <a:pt x="155" y="49"/>
                        </a:lnTo>
                        <a:lnTo>
                          <a:pt x="158" y="48"/>
                        </a:lnTo>
                        <a:lnTo>
                          <a:pt x="158" y="45"/>
                        </a:lnTo>
                        <a:lnTo>
                          <a:pt x="159" y="41"/>
                        </a:lnTo>
                        <a:lnTo>
                          <a:pt x="162" y="38"/>
                        </a:lnTo>
                        <a:lnTo>
                          <a:pt x="159" y="36"/>
                        </a:lnTo>
                        <a:lnTo>
                          <a:pt x="156" y="36"/>
                        </a:lnTo>
                        <a:lnTo>
                          <a:pt x="154" y="34"/>
                        </a:lnTo>
                        <a:lnTo>
                          <a:pt x="151" y="36"/>
                        </a:lnTo>
                        <a:lnTo>
                          <a:pt x="148" y="34"/>
                        </a:lnTo>
                        <a:lnTo>
                          <a:pt x="147" y="34"/>
                        </a:lnTo>
                        <a:lnTo>
                          <a:pt x="144" y="36"/>
                        </a:lnTo>
                        <a:lnTo>
                          <a:pt x="141" y="33"/>
                        </a:lnTo>
                        <a:lnTo>
                          <a:pt x="141" y="32"/>
                        </a:lnTo>
                        <a:lnTo>
                          <a:pt x="139" y="30"/>
                        </a:lnTo>
                        <a:lnTo>
                          <a:pt x="137" y="30"/>
                        </a:lnTo>
                        <a:lnTo>
                          <a:pt x="133" y="29"/>
                        </a:lnTo>
                        <a:lnTo>
                          <a:pt x="132" y="26"/>
                        </a:lnTo>
                        <a:lnTo>
                          <a:pt x="129" y="26"/>
                        </a:lnTo>
                        <a:lnTo>
                          <a:pt x="128" y="28"/>
                        </a:lnTo>
                        <a:lnTo>
                          <a:pt x="125" y="26"/>
                        </a:lnTo>
                        <a:lnTo>
                          <a:pt x="122" y="26"/>
                        </a:lnTo>
                        <a:lnTo>
                          <a:pt x="120" y="22"/>
                        </a:lnTo>
                        <a:lnTo>
                          <a:pt x="117" y="21"/>
                        </a:lnTo>
                        <a:lnTo>
                          <a:pt x="117" y="19"/>
                        </a:lnTo>
                        <a:lnTo>
                          <a:pt x="114" y="19"/>
                        </a:lnTo>
                        <a:lnTo>
                          <a:pt x="113" y="21"/>
                        </a:lnTo>
                        <a:lnTo>
                          <a:pt x="110" y="19"/>
                        </a:lnTo>
                        <a:lnTo>
                          <a:pt x="110" y="15"/>
                        </a:lnTo>
                        <a:lnTo>
                          <a:pt x="107" y="14"/>
                        </a:lnTo>
                        <a:lnTo>
                          <a:pt x="106" y="13"/>
                        </a:lnTo>
                        <a:lnTo>
                          <a:pt x="105" y="13"/>
                        </a:lnTo>
                        <a:lnTo>
                          <a:pt x="101" y="10"/>
                        </a:lnTo>
                        <a:lnTo>
                          <a:pt x="99" y="7"/>
                        </a:lnTo>
                        <a:lnTo>
                          <a:pt x="97" y="6"/>
                        </a:lnTo>
                        <a:lnTo>
                          <a:pt x="97" y="2"/>
                        </a:lnTo>
                        <a:lnTo>
                          <a:pt x="94" y="0"/>
                        </a:lnTo>
                        <a:lnTo>
                          <a:pt x="94" y="0"/>
                        </a:lnTo>
                        <a:lnTo>
                          <a:pt x="88" y="3"/>
                        </a:lnTo>
                        <a:lnTo>
                          <a:pt x="87" y="2"/>
                        </a:lnTo>
                        <a:lnTo>
                          <a:pt x="83" y="5"/>
                        </a:lnTo>
                        <a:lnTo>
                          <a:pt x="83" y="7"/>
                        </a:lnTo>
                        <a:lnTo>
                          <a:pt x="83" y="10"/>
                        </a:lnTo>
                        <a:lnTo>
                          <a:pt x="83" y="15"/>
                        </a:lnTo>
                        <a:lnTo>
                          <a:pt x="79" y="19"/>
                        </a:lnTo>
                        <a:lnTo>
                          <a:pt x="79" y="21"/>
                        </a:lnTo>
                        <a:lnTo>
                          <a:pt x="73" y="22"/>
                        </a:lnTo>
                        <a:lnTo>
                          <a:pt x="72" y="22"/>
                        </a:lnTo>
                        <a:lnTo>
                          <a:pt x="69" y="22"/>
                        </a:lnTo>
                        <a:lnTo>
                          <a:pt x="64" y="25"/>
                        </a:lnTo>
                        <a:lnTo>
                          <a:pt x="63" y="26"/>
                        </a:lnTo>
                        <a:lnTo>
                          <a:pt x="63" y="29"/>
                        </a:lnTo>
                        <a:lnTo>
                          <a:pt x="65" y="29"/>
                        </a:lnTo>
                        <a:lnTo>
                          <a:pt x="63" y="32"/>
                        </a:lnTo>
                        <a:lnTo>
                          <a:pt x="59" y="33"/>
                        </a:lnTo>
                        <a:lnTo>
                          <a:pt x="53" y="32"/>
                        </a:lnTo>
                        <a:lnTo>
                          <a:pt x="50" y="30"/>
                        </a:lnTo>
                        <a:lnTo>
                          <a:pt x="48" y="32"/>
                        </a:lnTo>
                        <a:lnTo>
                          <a:pt x="48" y="30"/>
                        </a:lnTo>
                        <a:lnTo>
                          <a:pt x="45" y="29"/>
                        </a:lnTo>
                        <a:lnTo>
                          <a:pt x="46" y="26"/>
                        </a:lnTo>
                        <a:lnTo>
                          <a:pt x="44" y="25"/>
                        </a:lnTo>
                        <a:lnTo>
                          <a:pt x="42" y="26"/>
                        </a:lnTo>
                        <a:lnTo>
                          <a:pt x="38" y="26"/>
                        </a:lnTo>
                        <a:lnTo>
                          <a:pt x="37" y="25"/>
                        </a:lnTo>
                        <a:lnTo>
                          <a:pt x="38" y="29"/>
                        </a:lnTo>
                        <a:lnTo>
                          <a:pt x="37" y="30"/>
                        </a:lnTo>
                        <a:lnTo>
                          <a:pt x="42" y="34"/>
                        </a:lnTo>
                        <a:lnTo>
                          <a:pt x="41" y="36"/>
                        </a:lnTo>
                        <a:lnTo>
                          <a:pt x="42" y="38"/>
                        </a:lnTo>
                        <a:lnTo>
                          <a:pt x="41" y="40"/>
                        </a:lnTo>
                        <a:lnTo>
                          <a:pt x="42" y="43"/>
                        </a:lnTo>
                        <a:lnTo>
                          <a:pt x="44" y="44"/>
                        </a:lnTo>
                        <a:lnTo>
                          <a:pt x="38" y="44"/>
                        </a:lnTo>
                        <a:lnTo>
                          <a:pt x="35" y="44"/>
                        </a:lnTo>
                        <a:lnTo>
                          <a:pt x="34" y="44"/>
                        </a:lnTo>
                        <a:lnTo>
                          <a:pt x="31" y="45"/>
                        </a:lnTo>
                        <a:lnTo>
                          <a:pt x="30" y="44"/>
                        </a:lnTo>
                        <a:lnTo>
                          <a:pt x="27" y="47"/>
                        </a:lnTo>
                        <a:lnTo>
                          <a:pt x="23" y="41"/>
                        </a:lnTo>
                        <a:lnTo>
                          <a:pt x="20" y="40"/>
                        </a:lnTo>
                        <a:lnTo>
                          <a:pt x="18" y="41"/>
                        </a:lnTo>
                        <a:lnTo>
                          <a:pt x="15" y="44"/>
                        </a:lnTo>
                        <a:lnTo>
                          <a:pt x="14" y="43"/>
                        </a:lnTo>
                        <a:lnTo>
                          <a:pt x="12" y="44"/>
                        </a:lnTo>
                        <a:lnTo>
                          <a:pt x="11" y="44"/>
                        </a:lnTo>
                        <a:lnTo>
                          <a:pt x="8" y="44"/>
                        </a:lnTo>
                        <a:lnTo>
                          <a:pt x="6" y="45"/>
                        </a:lnTo>
                        <a:lnTo>
                          <a:pt x="1" y="45"/>
                        </a:lnTo>
                        <a:lnTo>
                          <a:pt x="0" y="48"/>
                        </a:lnTo>
                        <a:lnTo>
                          <a:pt x="1" y="49"/>
                        </a:lnTo>
                        <a:lnTo>
                          <a:pt x="3" y="49"/>
                        </a:lnTo>
                        <a:lnTo>
                          <a:pt x="6" y="49"/>
                        </a:lnTo>
                        <a:lnTo>
                          <a:pt x="7" y="51"/>
                        </a:lnTo>
                        <a:lnTo>
                          <a:pt x="4" y="51"/>
                        </a:lnTo>
                        <a:lnTo>
                          <a:pt x="1" y="51"/>
                        </a:lnTo>
                        <a:lnTo>
                          <a:pt x="3" y="53"/>
                        </a:lnTo>
                        <a:lnTo>
                          <a:pt x="4" y="51"/>
                        </a:lnTo>
                        <a:lnTo>
                          <a:pt x="6" y="52"/>
                        </a:lnTo>
                        <a:lnTo>
                          <a:pt x="6" y="53"/>
                        </a:lnTo>
                        <a:lnTo>
                          <a:pt x="4" y="55"/>
                        </a:lnTo>
                        <a:lnTo>
                          <a:pt x="1" y="55"/>
                        </a:lnTo>
                        <a:lnTo>
                          <a:pt x="1" y="56"/>
                        </a:lnTo>
                        <a:lnTo>
                          <a:pt x="4" y="56"/>
                        </a:lnTo>
                        <a:lnTo>
                          <a:pt x="6" y="59"/>
                        </a:lnTo>
                        <a:lnTo>
                          <a:pt x="6" y="60"/>
                        </a:lnTo>
                        <a:lnTo>
                          <a:pt x="8" y="59"/>
                        </a:lnTo>
                        <a:lnTo>
                          <a:pt x="10" y="59"/>
                        </a:lnTo>
                        <a:lnTo>
                          <a:pt x="12" y="59"/>
                        </a:lnTo>
                        <a:lnTo>
                          <a:pt x="16" y="60"/>
                        </a:lnTo>
                        <a:lnTo>
                          <a:pt x="18" y="63"/>
                        </a:lnTo>
                        <a:lnTo>
                          <a:pt x="19" y="63"/>
                        </a:lnTo>
                        <a:lnTo>
                          <a:pt x="22" y="64"/>
                        </a:lnTo>
                        <a:lnTo>
                          <a:pt x="25" y="63"/>
                        </a:lnTo>
                        <a:lnTo>
                          <a:pt x="26" y="63"/>
                        </a:lnTo>
                        <a:lnTo>
                          <a:pt x="26" y="64"/>
                        </a:lnTo>
                        <a:lnTo>
                          <a:pt x="26" y="66"/>
                        </a:lnTo>
                        <a:lnTo>
                          <a:pt x="29" y="64"/>
                        </a:lnTo>
                        <a:lnTo>
                          <a:pt x="30" y="66"/>
                        </a:lnTo>
                        <a:lnTo>
                          <a:pt x="29" y="68"/>
                        </a:lnTo>
                        <a:lnTo>
                          <a:pt x="30" y="70"/>
                        </a:lnTo>
                        <a:lnTo>
                          <a:pt x="31" y="70"/>
                        </a:lnTo>
                        <a:lnTo>
                          <a:pt x="34" y="68"/>
                        </a:lnTo>
                        <a:lnTo>
                          <a:pt x="38" y="68"/>
                        </a:lnTo>
                        <a:lnTo>
                          <a:pt x="39" y="71"/>
                        </a:lnTo>
                        <a:lnTo>
                          <a:pt x="37" y="70"/>
                        </a:lnTo>
                        <a:lnTo>
                          <a:pt x="34" y="70"/>
                        </a:lnTo>
                        <a:lnTo>
                          <a:pt x="33" y="72"/>
                        </a:lnTo>
                        <a:lnTo>
                          <a:pt x="34" y="72"/>
                        </a:lnTo>
                        <a:lnTo>
                          <a:pt x="35" y="75"/>
                        </a:lnTo>
                        <a:lnTo>
                          <a:pt x="34" y="78"/>
                        </a:lnTo>
                        <a:lnTo>
                          <a:pt x="34" y="81"/>
                        </a:lnTo>
                        <a:lnTo>
                          <a:pt x="37" y="81"/>
                        </a:lnTo>
                        <a:lnTo>
                          <a:pt x="39" y="85"/>
                        </a:lnTo>
                        <a:lnTo>
                          <a:pt x="44" y="85"/>
                        </a:lnTo>
                        <a:lnTo>
                          <a:pt x="46" y="87"/>
                        </a:lnTo>
                        <a:lnTo>
                          <a:pt x="46" y="90"/>
                        </a:lnTo>
                        <a:lnTo>
                          <a:pt x="48" y="91"/>
                        </a:lnTo>
                        <a:lnTo>
                          <a:pt x="46" y="94"/>
                        </a:lnTo>
                        <a:lnTo>
                          <a:pt x="46" y="94"/>
                        </a:lnTo>
                        <a:lnTo>
                          <a:pt x="46" y="97"/>
                        </a:lnTo>
                        <a:lnTo>
                          <a:pt x="48" y="98"/>
                        </a:lnTo>
                        <a:lnTo>
                          <a:pt x="52" y="101"/>
                        </a:lnTo>
                        <a:lnTo>
                          <a:pt x="56" y="109"/>
                        </a:lnTo>
                        <a:lnTo>
                          <a:pt x="52" y="105"/>
                        </a:lnTo>
                        <a:lnTo>
                          <a:pt x="50" y="102"/>
                        </a:lnTo>
                        <a:lnTo>
                          <a:pt x="48" y="101"/>
                        </a:lnTo>
                        <a:lnTo>
                          <a:pt x="46" y="102"/>
                        </a:lnTo>
                        <a:lnTo>
                          <a:pt x="45" y="109"/>
                        </a:lnTo>
                        <a:lnTo>
                          <a:pt x="45" y="115"/>
                        </a:lnTo>
                        <a:lnTo>
                          <a:pt x="48" y="116"/>
                        </a:lnTo>
                        <a:lnTo>
                          <a:pt x="46" y="117"/>
                        </a:lnTo>
                        <a:lnTo>
                          <a:pt x="45" y="127"/>
                        </a:lnTo>
                        <a:lnTo>
                          <a:pt x="42" y="135"/>
                        </a:lnTo>
                        <a:lnTo>
                          <a:pt x="39" y="136"/>
                        </a:lnTo>
                        <a:lnTo>
                          <a:pt x="42" y="138"/>
                        </a:lnTo>
                        <a:lnTo>
                          <a:pt x="42" y="139"/>
                        </a:lnTo>
                        <a:lnTo>
                          <a:pt x="44" y="139"/>
                        </a:lnTo>
                        <a:lnTo>
                          <a:pt x="44" y="142"/>
                        </a:lnTo>
                        <a:lnTo>
                          <a:pt x="44" y="144"/>
                        </a:lnTo>
                        <a:lnTo>
                          <a:pt x="48" y="144"/>
                        </a:lnTo>
                        <a:lnTo>
                          <a:pt x="53" y="146"/>
                        </a:lnTo>
                        <a:lnTo>
                          <a:pt x="56" y="149"/>
                        </a:lnTo>
                        <a:lnTo>
                          <a:pt x="60" y="147"/>
                        </a:lnTo>
                        <a:lnTo>
                          <a:pt x="63" y="151"/>
                        </a:lnTo>
                        <a:lnTo>
                          <a:pt x="67" y="151"/>
                        </a:lnTo>
                        <a:lnTo>
                          <a:pt x="68" y="153"/>
                        </a:lnTo>
                        <a:lnTo>
                          <a:pt x="71" y="150"/>
                        </a:lnTo>
                        <a:lnTo>
                          <a:pt x="78" y="149"/>
                        </a:lnTo>
                        <a:lnTo>
                          <a:pt x="80" y="150"/>
                        </a:lnTo>
                        <a:lnTo>
                          <a:pt x="83" y="150"/>
                        </a:lnTo>
                        <a:lnTo>
                          <a:pt x="87" y="153"/>
                        </a:lnTo>
                        <a:lnTo>
                          <a:pt x="94" y="151"/>
                        </a:lnTo>
                        <a:lnTo>
                          <a:pt x="99" y="154"/>
                        </a:lnTo>
                        <a:lnTo>
                          <a:pt x="101" y="155"/>
                        </a:lnTo>
                        <a:lnTo>
                          <a:pt x="101" y="154"/>
                        </a:lnTo>
                        <a:lnTo>
                          <a:pt x="99" y="150"/>
                        </a:lnTo>
                        <a:lnTo>
                          <a:pt x="101" y="144"/>
                        </a:lnTo>
                        <a:lnTo>
                          <a:pt x="101" y="143"/>
                        </a:lnTo>
                        <a:lnTo>
                          <a:pt x="105" y="139"/>
                        </a:lnTo>
                        <a:lnTo>
                          <a:pt x="109" y="135"/>
                        </a:lnTo>
                        <a:lnTo>
                          <a:pt x="110" y="134"/>
                        </a:lnTo>
                        <a:lnTo>
                          <a:pt x="113" y="135"/>
                        </a:lnTo>
                        <a:lnTo>
                          <a:pt x="116" y="136"/>
                        </a:lnTo>
                        <a:lnTo>
                          <a:pt x="120" y="138"/>
                        </a:lnTo>
                        <a:lnTo>
                          <a:pt x="121" y="138"/>
                        </a:lnTo>
                        <a:lnTo>
                          <a:pt x="124" y="136"/>
                        </a:lnTo>
                        <a:lnTo>
                          <a:pt x="125" y="136"/>
                        </a:lnTo>
                        <a:lnTo>
                          <a:pt x="135" y="142"/>
                        </a:lnTo>
                        <a:lnTo>
                          <a:pt x="136" y="143"/>
                        </a:lnTo>
                        <a:lnTo>
                          <a:pt x="143" y="143"/>
                        </a:lnTo>
                        <a:lnTo>
                          <a:pt x="145" y="142"/>
                        </a:lnTo>
                        <a:lnTo>
                          <a:pt x="145" y="140"/>
                        </a:lnTo>
                        <a:lnTo>
                          <a:pt x="147" y="136"/>
                        </a:lnTo>
                        <a:lnTo>
                          <a:pt x="156" y="131"/>
                        </a:lnTo>
                        <a:lnTo>
                          <a:pt x="156" y="131"/>
                        </a:lnTo>
                        <a:lnTo>
                          <a:pt x="156" y="127"/>
                        </a:lnTo>
                        <a:lnTo>
                          <a:pt x="158" y="123"/>
                        </a:lnTo>
                        <a:lnTo>
                          <a:pt x="154" y="123"/>
                        </a:lnTo>
                        <a:lnTo>
                          <a:pt x="150" y="120"/>
                        </a:lnTo>
                        <a:lnTo>
                          <a:pt x="148" y="112"/>
                        </a:lnTo>
                        <a:lnTo>
                          <a:pt x="145" y="109"/>
                        </a:lnTo>
                        <a:lnTo>
                          <a:pt x="147" y="106"/>
                        </a:lnTo>
                        <a:lnTo>
                          <a:pt x="150" y="106"/>
                        </a:lnTo>
                        <a:lnTo>
                          <a:pt x="151" y="101"/>
                        </a:lnTo>
                        <a:lnTo>
                          <a:pt x="148" y="98"/>
                        </a:lnTo>
                        <a:lnTo>
                          <a:pt x="148" y="96"/>
                        </a:lnTo>
                        <a:lnTo>
                          <a:pt x="150" y="94"/>
                        </a:lnTo>
                        <a:lnTo>
                          <a:pt x="150" y="94"/>
                        </a:lnTo>
                        <a:lnTo>
                          <a:pt x="150" y="94"/>
                        </a:lnTo>
                        <a:close/>
                        <a:moveTo>
                          <a:pt x="179" y="172"/>
                        </a:moveTo>
                        <a:lnTo>
                          <a:pt x="175" y="170"/>
                        </a:lnTo>
                        <a:lnTo>
                          <a:pt x="174" y="169"/>
                        </a:lnTo>
                        <a:lnTo>
                          <a:pt x="175" y="168"/>
                        </a:lnTo>
                        <a:lnTo>
                          <a:pt x="177" y="168"/>
                        </a:lnTo>
                        <a:lnTo>
                          <a:pt x="175" y="166"/>
                        </a:lnTo>
                        <a:lnTo>
                          <a:pt x="174" y="166"/>
                        </a:lnTo>
                        <a:lnTo>
                          <a:pt x="174" y="165"/>
                        </a:lnTo>
                        <a:lnTo>
                          <a:pt x="173" y="163"/>
                        </a:lnTo>
                        <a:lnTo>
                          <a:pt x="171" y="162"/>
                        </a:lnTo>
                        <a:lnTo>
                          <a:pt x="173" y="161"/>
                        </a:lnTo>
                        <a:lnTo>
                          <a:pt x="173" y="161"/>
                        </a:lnTo>
                        <a:lnTo>
                          <a:pt x="171" y="159"/>
                        </a:lnTo>
                        <a:lnTo>
                          <a:pt x="170" y="157"/>
                        </a:lnTo>
                        <a:lnTo>
                          <a:pt x="171" y="157"/>
                        </a:lnTo>
                        <a:lnTo>
                          <a:pt x="173" y="155"/>
                        </a:lnTo>
                        <a:lnTo>
                          <a:pt x="171" y="154"/>
                        </a:lnTo>
                        <a:lnTo>
                          <a:pt x="173" y="151"/>
                        </a:lnTo>
                        <a:lnTo>
                          <a:pt x="177" y="150"/>
                        </a:lnTo>
                        <a:lnTo>
                          <a:pt x="178" y="147"/>
                        </a:lnTo>
                        <a:lnTo>
                          <a:pt x="181" y="150"/>
                        </a:lnTo>
                        <a:lnTo>
                          <a:pt x="182" y="150"/>
                        </a:lnTo>
                        <a:lnTo>
                          <a:pt x="182" y="147"/>
                        </a:lnTo>
                        <a:lnTo>
                          <a:pt x="181" y="144"/>
                        </a:lnTo>
                        <a:lnTo>
                          <a:pt x="182" y="143"/>
                        </a:lnTo>
                        <a:lnTo>
                          <a:pt x="184" y="143"/>
                        </a:lnTo>
                        <a:lnTo>
                          <a:pt x="184" y="147"/>
                        </a:lnTo>
                        <a:lnTo>
                          <a:pt x="184" y="150"/>
                        </a:lnTo>
                        <a:lnTo>
                          <a:pt x="185" y="157"/>
                        </a:lnTo>
                        <a:lnTo>
                          <a:pt x="184" y="162"/>
                        </a:lnTo>
                        <a:lnTo>
                          <a:pt x="184" y="166"/>
                        </a:lnTo>
                        <a:lnTo>
                          <a:pt x="182" y="170"/>
                        </a:lnTo>
                        <a:lnTo>
                          <a:pt x="179" y="172"/>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66" name="Freeform 821">
                    <a:extLst>
                      <a:ext uri="{FF2B5EF4-FFF2-40B4-BE49-F238E27FC236}">
                        <a16:creationId xmlns:a16="http://schemas.microsoft.com/office/drawing/2014/main" id="{4186B487-8AEE-AD0C-06B8-DE02D8FC0AAF}"/>
                      </a:ext>
                    </a:extLst>
                  </p:cNvPr>
                  <p:cNvSpPr>
                    <a:spLocks noEditPoints="1"/>
                  </p:cNvSpPr>
                  <p:nvPr/>
                </p:nvSpPr>
                <p:spPr bwMode="auto">
                  <a:xfrm>
                    <a:off x="9323460" y="2346241"/>
                    <a:ext cx="147696" cy="151264"/>
                  </a:xfrm>
                  <a:custGeom>
                    <a:avLst/>
                    <a:gdLst/>
                    <a:ahLst/>
                    <a:cxnLst>
                      <a:cxn ang="0">
                        <a:pos x="5" y="48"/>
                      </a:cxn>
                      <a:cxn ang="0">
                        <a:pos x="6" y="29"/>
                      </a:cxn>
                      <a:cxn ang="0">
                        <a:pos x="13" y="19"/>
                      </a:cxn>
                      <a:cxn ang="0">
                        <a:pos x="29" y="19"/>
                      </a:cxn>
                      <a:cxn ang="0">
                        <a:pos x="43" y="14"/>
                      </a:cxn>
                      <a:cxn ang="0">
                        <a:pos x="52" y="2"/>
                      </a:cxn>
                      <a:cxn ang="0">
                        <a:pos x="72" y="3"/>
                      </a:cxn>
                      <a:cxn ang="0">
                        <a:pos x="91" y="15"/>
                      </a:cxn>
                      <a:cxn ang="0">
                        <a:pos x="86" y="25"/>
                      </a:cxn>
                      <a:cxn ang="0">
                        <a:pos x="74" y="33"/>
                      </a:cxn>
                      <a:cxn ang="0">
                        <a:pos x="75" y="45"/>
                      </a:cxn>
                      <a:cxn ang="0">
                        <a:pos x="89" y="60"/>
                      </a:cxn>
                      <a:cxn ang="0">
                        <a:pos x="101" y="78"/>
                      </a:cxn>
                      <a:cxn ang="0">
                        <a:pos x="115" y="89"/>
                      </a:cxn>
                      <a:cxn ang="0">
                        <a:pos x="130" y="91"/>
                      </a:cxn>
                      <a:cxn ang="0">
                        <a:pos x="130" y="100"/>
                      </a:cxn>
                      <a:cxn ang="0">
                        <a:pos x="158" y="115"/>
                      </a:cxn>
                      <a:cxn ang="0">
                        <a:pos x="161" y="125"/>
                      </a:cxn>
                      <a:cxn ang="0">
                        <a:pos x="154" y="121"/>
                      </a:cxn>
                      <a:cxn ang="0">
                        <a:pos x="144" y="116"/>
                      </a:cxn>
                      <a:cxn ang="0">
                        <a:pos x="139" y="123"/>
                      </a:cxn>
                      <a:cxn ang="0">
                        <a:pos x="139" y="131"/>
                      </a:cxn>
                      <a:cxn ang="0">
                        <a:pos x="143" y="143"/>
                      </a:cxn>
                      <a:cxn ang="0">
                        <a:pos x="134" y="159"/>
                      </a:cxn>
                      <a:cxn ang="0">
                        <a:pos x="125" y="155"/>
                      </a:cxn>
                      <a:cxn ang="0">
                        <a:pos x="130" y="147"/>
                      </a:cxn>
                      <a:cxn ang="0">
                        <a:pos x="130" y="135"/>
                      </a:cxn>
                      <a:cxn ang="0">
                        <a:pos x="123" y="124"/>
                      </a:cxn>
                      <a:cxn ang="0">
                        <a:pos x="115" y="117"/>
                      </a:cxn>
                      <a:cxn ang="0">
                        <a:pos x="108" y="110"/>
                      </a:cxn>
                      <a:cxn ang="0">
                        <a:pos x="96" y="104"/>
                      </a:cxn>
                      <a:cxn ang="0">
                        <a:pos x="86" y="100"/>
                      </a:cxn>
                      <a:cxn ang="0">
                        <a:pos x="70" y="85"/>
                      </a:cxn>
                      <a:cxn ang="0">
                        <a:pos x="56" y="72"/>
                      </a:cxn>
                      <a:cxn ang="0">
                        <a:pos x="48" y="59"/>
                      </a:cxn>
                      <a:cxn ang="0">
                        <a:pos x="39" y="49"/>
                      </a:cxn>
                      <a:cxn ang="0">
                        <a:pos x="11" y="59"/>
                      </a:cxn>
                      <a:cxn ang="0">
                        <a:pos x="25" y="104"/>
                      </a:cxn>
                      <a:cxn ang="0">
                        <a:pos x="22" y="106"/>
                      </a:cxn>
                      <a:cxn ang="0">
                        <a:pos x="59" y="83"/>
                      </a:cxn>
                      <a:cxn ang="0">
                        <a:pos x="52" y="75"/>
                      </a:cxn>
                      <a:cxn ang="0">
                        <a:pos x="47" y="75"/>
                      </a:cxn>
                      <a:cxn ang="0">
                        <a:pos x="34" y="140"/>
                      </a:cxn>
                      <a:cxn ang="0">
                        <a:pos x="43" y="138"/>
                      </a:cxn>
                      <a:cxn ang="0">
                        <a:pos x="40" y="117"/>
                      </a:cxn>
                      <a:cxn ang="0">
                        <a:pos x="39" y="104"/>
                      </a:cxn>
                      <a:cxn ang="0">
                        <a:pos x="25" y="109"/>
                      </a:cxn>
                      <a:cxn ang="0">
                        <a:pos x="25" y="117"/>
                      </a:cxn>
                      <a:cxn ang="0">
                        <a:pos x="28" y="127"/>
                      </a:cxn>
                      <a:cxn ang="0">
                        <a:pos x="28" y="142"/>
                      </a:cxn>
                      <a:cxn ang="0">
                        <a:pos x="121" y="177"/>
                      </a:cxn>
                      <a:cxn ang="0">
                        <a:pos x="124" y="157"/>
                      </a:cxn>
                      <a:cxn ang="0">
                        <a:pos x="111" y="159"/>
                      </a:cxn>
                      <a:cxn ang="0">
                        <a:pos x="89" y="158"/>
                      </a:cxn>
                      <a:cxn ang="0">
                        <a:pos x="86" y="168"/>
                      </a:cxn>
                      <a:cxn ang="0">
                        <a:pos x="106" y="176"/>
                      </a:cxn>
                      <a:cxn ang="0">
                        <a:pos x="120" y="182"/>
                      </a:cxn>
                    </a:cxnLst>
                    <a:rect l="0" t="0" r="r" b="b"/>
                    <a:pathLst>
                      <a:path w="162" h="182">
                        <a:moveTo>
                          <a:pt x="11" y="59"/>
                        </a:moveTo>
                        <a:lnTo>
                          <a:pt x="11" y="55"/>
                        </a:lnTo>
                        <a:lnTo>
                          <a:pt x="13" y="51"/>
                        </a:lnTo>
                        <a:lnTo>
                          <a:pt x="9" y="51"/>
                        </a:lnTo>
                        <a:lnTo>
                          <a:pt x="5" y="48"/>
                        </a:lnTo>
                        <a:lnTo>
                          <a:pt x="3" y="40"/>
                        </a:lnTo>
                        <a:lnTo>
                          <a:pt x="0" y="37"/>
                        </a:lnTo>
                        <a:lnTo>
                          <a:pt x="2" y="34"/>
                        </a:lnTo>
                        <a:lnTo>
                          <a:pt x="5" y="34"/>
                        </a:lnTo>
                        <a:lnTo>
                          <a:pt x="6" y="29"/>
                        </a:lnTo>
                        <a:lnTo>
                          <a:pt x="3" y="26"/>
                        </a:lnTo>
                        <a:lnTo>
                          <a:pt x="3" y="24"/>
                        </a:lnTo>
                        <a:lnTo>
                          <a:pt x="5" y="22"/>
                        </a:lnTo>
                        <a:lnTo>
                          <a:pt x="7" y="24"/>
                        </a:lnTo>
                        <a:lnTo>
                          <a:pt x="13" y="19"/>
                        </a:lnTo>
                        <a:lnTo>
                          <a:pt x="17" y="21"/>
                        </a:lnTo>
                        <a:lnTo>
                          <a:pt x="22" y="11"/>
                        </a:lnTo>
                        <a:lnTo>
                          <a:pt x="25" y="14"/>
                        </a:lnTo>
                        <a:lnTo>
                          <a:pt x="25" y="17"/>
                        </a:lnTo>
                        <a:lnTo>
                          <a:pt x="29" y="19"/>
                        </a:lnTo>
                        <a:lnTo>
                          <a:pt x="30" y="22"/>
                        </a:lnTo>
                        <a:lnTo>
                          <a:pt x="33" y="17"/>
                        </a:lnTo>
                        <a:lnTo>
                          <a:pt x="33" y="13"/>
                        </a:lnTo>
                        <a:lnTo>
                          <a:pt x="40" y="15"/>
                        </a:lnTo>
                        <a:lnTo>
                          <a:pt x="43" y="14"/>
                        </a:lnTo>
                        <a:lnTo>
                          <a:pt x="44" y="17"/>
                        </a:lnTo>
                        <a:lnTo>
                          <a:pt x="45" y="11"/>
                        </a:lnTo>
                        <a:lnTo>
                          <a:pt x="51" y="10"/>
                        </a:lnTo>
                        <a:lnTo>
                          <a:pt x="49" y="6"/>
                        </a:lnTo>
                        <a:lnTo>
                          <a:pt x="52" y="2"/>
                        </a:lnTo>
                        <a:lnTo>
                          <a:pt x="58" y="5"/>
                        </a:lnTo>
                        <a:lnTo>
                          <a:pt x="64" y="0"/>
                        </a:lnTo>
                        <a:lnTo>
                          <a:pt x="67" y="0"/>
                        </a:lnTo>
                        <a:lnTo>
                          <a:pt x="72" y="0"/>
                        </a:lnTo>
                        <a:lnTo>
                          <a:pt x="72" y="3"/>
                        </a:lnTo>
                        <a:lnTo>
                          <a:pt x="79" y="7"/>
                        </a:lnTo>
                        <a:lnTo>
                          <a:pt x="87" y="9"/>
                        </a:lnTo>
                        <a:lnTo>
                          <a:pt x="93" y="9"/>
                        </a:lnTo>
                        <a:lnTo>
                          <a:pt x="94" y="10"/>
                        </a:lnTo>
                        <a:lnTo>
                          <a:pt x="91" y="15"/>
                        </a:lnTo>
                        <a:lnTo>
                          <a:pt x="91" y="17"/>
                        </a:lnTo>
                        <a:lnTo>
                          <a:pt x="90" y="21"/>
                        </a:lnTo>
                        <a:lnTo>
                          <a:pt x="91" y="25"/>
                        </a:lnTo>
                        <a:lnTo>
                          <a:pt x="87" y="25"/>
                        </a:lnTo>
                        <a:lnTo>
                          <a:pt x="86" y="25"/>
                        </a:lnTo>
                        <a:lnTo>
                          <a:pt x="83" y="28"/>
                        </a:lnTo>
                        <a:lnTo>
                          <a:pt x="81" y="28"/>
                        </a:lnTo>
                        <a:lnTo>
                          <a:pt x="78" y="30"/>
                        </a:lnTo>
                        <a:lnTo>
                          <a:pt x="75" y="30"/>
                        </a:lnTo>
                        <a:lnTo>
                          <a:pt x="74" y="33"/>
                        </a:lnTo>
                        <a:lnTo>
                          <a:pt x="75" y="36"/>
                        </a:lnTo>
                        <a:lnTo>
                          <a:pt x="77" y="38"/>
                        </a:lnTo>
                        <a:lnTo>
                          <a:pt x="75" y="41"/>
                        </a:lnTo>
                        <a:lnTo>
                          <a:pt x="74" y="43"/>
                        </a:lnTo>
                        <a:lnTo>
                          <a:pt x="75" y="45"/>
                        </a:lnTo>
                        <a:lnTo>
                          <a:pt x="75" y="49"/>
                        </a:lnTo>
                        <a:lnTo>
                          <a:pt x="77" y="52"/>
                        </a:lnTo>
                        <a:lnTo>
                          <a:pt x="83" y="55"/>
                        </a:lnTo>
                        <a:lnTo>
                          <a:pt x="86" y="57"/>
                        </a:lnTo>
                        <a:lnTo>
                          <a:pt x="89" y="60"/>
                        </a:lnTo>
                        <a:lnTo>
                          <a:pt x="98" y="68"/>
                        </a:lnTo>
                        <a:lnTo>
                          <a:pt x="98" y="71"/>
                        </a:lnTo>
                        <a:lnTo>
                          <a:pt x="100" y="72"/>
                        </a:lnTo>
                        <a:lnTo>
                          <a:pt x="100" y="75"/>
                        </a:lnTo>
                        <a:lnTo>
                          <a:pt x="101" y="78"/>
                        </a:lnTo>
                        <a:lnTo>
                          <a:pt x="104" y="81"/>
                        </a:lnTo>
                        <a:lnTo>
                          <a:pt x="105" y="83"/>
                        </a:lnTo>
                        <a:lnTo>
                          <a:pt x="111" y="87"/>
                        </a:lnTo>
                        <a:lnTo>
                          <a:pt x="112" y="89"/>
                        </a:lnTo>
                        <a:lnTo>
                          <a:pt x="115" y="89"/>
                        </a:lnTo>
                        <a:lnTo>
                          <a:pt x="116" y="90"/>
                        </a:lnTo>
                        <a:lnTo>
                          <a:pt x="121" y="90"/>
                        </a:lnTo>
                        <a:lnTo>
                          <a:pt x="124" y="91"/>
                        </a:lnTo>
                        <a:lnTo>
                          <a:pt x="127" y="90"/>
                        </a:lnTo>
                        <a:lnTo>
                          <a:pt x="130" y="91"/>
                        </a:lnTo>
                        <a:lnTo>
                          <a:pt x="130" y="94"/>
                        </a:lnTo>
                        <a:lnTo>
                          <a:pt x="125" y="97"/>
                        </a:lnTo>
                        <a:lnTo>
                          <a:pt x="125" y="97"/>
                        </a:lnTo>
                        <a:lnTo>
                          <a:pt x="127" y="100"/>
                        </a:lnTo>
                        <a:lnTo>
                          <a:pt x="130" y="100"/>
                        </a:lnTo>
                        <a:lnTo>
                          <a:pt x="135" y="101"/>
                        </a:lnTo>
                        <a:lnTo>
                          <a:pt x="147" y="108"/>
                        </a:lnTo>
                        <a:lnTo>
                          <a:pt x="151" y="110"/>
                        </a:lnTo>
                        <a:lnTo>
                          <a:pt x="154" y="113"/>
                        </a:lnTo>
                        <a:lnTo>
                          <a:pt x="158" y="115"/>
                        </a:lnTo>
                        <a:lnTo>
                          <a:pt x="161" y="116"/>
                        </a:lnTo>
                        <a:lnTo>
                          <a:pt x="162" y="119"/>
                        </a:lnTo>
                        <a:lnTo>
                          <a:pt x="161" y="121"/>
                        </a:lnTo>
                        <a:lnTo>
                          <a:pt x="161" y="124"/>
                        </a:lnTo>
                        <a:lnTo>
                          <a:pt x="161" y="125"/>
                        </a:lnTo>
                        <a:lnTo>
                          <a:pt x="159" y="127"/>
                        </a:lnTo>
                        <a:lnTo>
                          <a:pt x="159" y="127"/>
                        </a:lnTo>
                        <a:lnTo>
                          <a:pt x="157" y="127"/>
                        </a:lnTo>
                        <a:lnTo>
                          <a:pt x="155" y="124"/>
                        </a:lnTo>
                        <a:lnTo>
                          <a:pt x="154" y="121"/>
                        </a:lnTo>
                        <a:lnTo>
                          <a:pt x="154" y="119"/>
                        </a:lnTo>
                        <a:lnTo>
                          <a:pt x="153" y="119"/>
                        </a:lnTo>
                        <a:lnTo>
                          <a:pt x="149" y="119"/>
                        </a:lnTo>
                        <a:lnTo>
                          <a:pt x="147" y="117"/>
                        </a:lnTo>
                        <a:lnTo>
                          <a:pt x="144" y="116"/>
                        </a:lnTo>
                        <a:lnTo>
                          <a:pt x="143" y="116"/>
                        </a:lnTo>
                        <a:lnTo>
                          <a:pt x="142" y="116"/>
                        </a:lnTo>
                        <a:lnTo>
                          <a:pt x="140" y="120"/>
                        </a:lnTo>
                        <a:lnTo>
                          <a:pt x="139" y="121"/>
                        </a:lnTo>
                        <a:lnTo>
                          <a:pt x="139" y="123"/>
                        </a:lnTo>
                        <a:lnTo>
                          <a:pt x="139" y="125"/>
                        </a:lnTo>
                        <a:lnTo>
                          <a:pt x="136" y="127"/>
                        </a:lnTo>
                        <a:lnTo>
                          <a:pt x="136" y="129"/>
                        </a:lnTo>
                        <a:lnTo>
                          <a:pt x="138" y="131"/>
                        </a:lnTo>
                        <a:lnTo>
                          <a:pt x="139" y="131"/>
                        </a:lnTo>
                        <a:lnTo>
                          <a:pt x="143" y="135"/>
                        </a:lnTo>
                        <a:lnTo>
                          <a:pt x="144" y="136"/>
                        </a:lnTo>
                        <a:lnTo>
                          <a:pt x="144" y="140"/>
                        </a:lnTo>
                        <a:lnTo>
                          <a:pt x="144" y="142"/>
                        </a:lnTo>
                        <a:lnTo>
                          <a:pt x="143" y="143"/>
                        </a:lnTo>
                        <a:lnTo>
                          <a:pt x="142" y="144"/>
                        </a:lnTo>
                        <a:lnTo>
                          <a:pt x="139" y="146"/>
                        </a:lnTo>
                        <a:lnTo>
                          <a:pt x="139" y="153"/>
                        </a:lnTo>
                        <a:lnTo>
                          <a:pt x="135" y="155"/>
                        </a:lnTo>
                        <a:lnTo>
                          <a:pt x="134" y="159"/>
                        </a:lnTo>
                        <a:lnTo>
                          <a:pt x="132" y="162"/>
                        </a:lnTo>
                        <a:lnTo>
                          <a:pt x="128" y="162"/>
                        </a:lnTo>
                        <a:lnTo>
                          <a:pt x="125" y="159"/>
                        </a:lnTo>
                        <a:lnTo>
                          <a:pt x="125" y="157"/>
                        </a:lnTo>
                        <a:lnTo>
                          <a:pt x="125" y="155"/>
                        </a:lnTo>
                        <a:lnTo>
                          <a:pt x="127" y="155"/>
                        </a:lnTo>
                        <a:lnTo>
                          <a:pt x="130" y="153"/>
                        </a:lnTo>
                        <a:lnTo>
                          <a:pt x="130" y="150"/>
                        </a:lnTo>
                        <a:lnTo>
                          <a:pt x="130" y="147"/>
                        </a:lnTo>
                        <a:lnTo>
                          <a:pt x="130" y="147"/>
                        </a:lnTo>
                        <a:lnTo>
                          <a:pt x="131" y="147"/>
                        </a:lnTo>
                        <a:lnTo>
                          <a:pt x="132" y="144"/>
                        </a:lnTo>
                        <a:lnTo>
                          <a:pt x="132" y="142"/>
                        </a:lnTo>
                        <a:lnTo>
                          <a:pt x="131" y="140"/>
                        </a:lnTo>
                        <a:lnTo>
                          <a:pt x="130" y="135"/>
                        </a:lnTo>
                        <a:lnTo>
                          <a:pt x="128" y="134"/>
                        </a:lnTo>
                        <a:lnTo>
                          <a:pt x="128" y="128"/>
                        </a:lnTo>
                        <a:lnTo>
                          <a:pt x="127" y="124"/>
                        </a:lnTo>
                        <a:lnTo>
                          <a:pt x="124" y="123"/>
                        </a:lnTo>
                        <a:lnTo>
                          <a:pt x="123" y="124"/>
                        </a:lnTo>
                        <a:lnTo>
                          <a:pt x="119" y="123"/>
                        </a:lnTo>
                        <a:lnTo>
                          <a:pt x="117" y="120"/>
                        </a:lnTo>
                        <a:lnTo>
                          <a:pt x="115" y="120"/>
                        </a:lnTo>
                        <a:lnTo>
                          <a:pt x="113" y="119"/>
                        </a:lnTo>
                        <a:lnTo>
                          <a:pt x="115" y="117"/>
                        </a:lnTo>
                        <a:lnTo>
                          <a:pt x="115" y="115"/>
                        </a:lnTo>
                        <a:lnTo>
                          <a:pt x="113" y="113"/>
                        </a:lnTo>
                        <a:lnTo>
                          <a:pt x="111" y="112"/>
                        </a:lnTo>
                        <a:lnTo>
                          <a:pt x="108" y="113"/>
                        </a:lnTo>
                        <a:lnTo>
                          <a:pt x="108" y="110"/>
                        </a:lnTo>
                        <a:lnTo>
                          <a:pt x="105" y="109"/>
                        </a:lnTo>
                        <a:lnTo>
                          <a:pt x="104" y="110"/>
                        </a:lnTo>
                        <a:lnTo>
                          <a:pt x="102" y="109"/>
                        </a:lnTo>
                        <a:lnTo>
                          <a:pt x="98" y="104"/>
                        </a:lnTo>
                        <a:lnTo>
                          <a:pt x="96" y="104"/>
                        </a:lnTo>
                        <a:lnTo>
                          <a:pt x="93" y="102"/>
                        </a:lnTo>
                        <a:lnTo>
                          <a:pt x="91" y="104"/>
                        </a:lnTo>
                        <a:lnTo>
                          <a:pt x="89" y="104"/>
                        </a:lnTo>
                        <a:lnTo>
                          <a:pt x="89" y="101"/>
                        </a:lnTo>
                        <a:lnTo>
                          <a:pt x="86" y="100"/>
                        </a:lnTo>
                        <a:lnTo>
                          <a:pt x="83" y="100"/>
                        </a:lnTo>
                        <a:lnTo>
                          <a:pt x="78" y="96"/>
                        </a:lnTo>
                        <a:lnTo>
                          <a:pt x="72" y="87"/>
                        </a:lnTo>
                        <a:lnTo>
                          <a:pt x="70" y="87"/>
                        </a:lnTo>
                        <a:lnTo>
                          <a:pt x="70" y="85"/>
                        </a:lnTo>
                        <a:lnTo>
                          <a:pt x="67" y="82"/>
                        </a:lnTo>
                        <a:lnTo>
                          <a:pt x="63" y="82"/>
                        </a:lnTo>
                        <a:lnTo>
                          <a:pt x="63" y="79"/>
                        </a:lnTo>
                        <a:lnTo>
                          <a:pt x="59" y="75"/>
                        </a:lnTo>
                        <a:lnTo>
                          <a:pt x="56" y="72"/>
                        </a:lnTo>
                        <a:lnTo>
                          <a:pt x="53" y="71"/>
                        </a:lnTo>
                        <a:lnTo>
                          <a:pt x="53" y="67"/>
                        </a:lnTo>
                        <a:lnTo>
                          <a:pt x="51" y="66"/>
                        </a:lnTo>
                        <a:lnTo>
                          <a:pt x="51" y="63"/>
                        </a:lnTo>
                        <a:lnTo>
                          <a:pt x="48" y="59"/>
                        </a:lnTo>
                        <a:lnTo>
                          <a:pt x="47" y="56"/>
                        </a:lnTo>
                        <a:lnTo>
                          <a:pt x="47" y="55"/>
                        </a:lnTo>
                        <a:lnTo>
                          <a:pt x="45" y="53"/>
                        </a:lnTo>
                        <a:lnTo>
                          <a:pt x="41" y="52"/>
                        </a:lnTo>
                        <a:lnTo>
                          <a:pt x="39" y="49"/>
                        </a:lnTo>
                        <a:lnTo>
                          <a:pt x="29" y="48"/>
                        </a:lnTo>
                        <a:lnTo>
                          <a:pt x="21" y="52"/>
                        </a:lnTo>
                        <a:lnTo>
                          <a:pt x="21" y="53"/>
                        </a:lnTo>
                        <a:lnTo>
                          <a:pt x="18" y="57"/>
                        </a:lnTo>
                        <a:lnTo>
                          <a:pt x="11" y="59"/>
                        </a:lnTo>
                        <a:lnTo>
                          <a:pt x="11" y="59"/>
                        </a:lnTo>
                        <a:close/>
                        <a:moveTo>
                          <a:pt x="22" y="106"/>
                        </a:moveTo>
                        <a:lnTo>
                          <a:pt x="24" y="106"/>
                        </a:lnTo>
                        <a:lnTo>
                          <a:pt x="24" y="105"/>
                        </a:lnTo>
                        <a:lnTo>
                          <a:pt x="25" y="104"/>
                        </a:lnTo>
                        <a:lnTo>
                          <a:pt x="24" y="102"/>
                        </a:lnTo>
                        <a:lnTo>
                          <a:pt x="24" y="104"/>
                        </a:lnTo>
                        <a:lnTo>
                          <a:pt x="22" y="104"/>
                        </a:lnTo>
                        <a:lnTo>
                          <a:pt x="22" y="106"/>
                        </a:lnTo>
                        <a:lnTo>
                          <a:pt x="22" y="106"/>
                        </a:lnTo>
                        <a:close/>
                        <a:moveTo>
                          <a:pt x="59" y="83"/>
                        </a:moveTo>
                        <a:lnTo>
                          <a:pt x="60" y="83"/>
                        </a:lnTo>
                        <a:lnTo>
                          <a:pt x="60" y="82"/>
                        </a:lnTo>
                        <a:lnTo>
                          <a:pt x="59" y="83"/>
                        </a:lnTo>
                        <a:lnTo>
                          <a:pt x="59" y="83"/>
                        </a:lnTo>
                        <a:close/>
                        <a:moveTo>
                          <a:pt x="47" y="75"/>
                        </a:moveTo>
                        <a:lnTo>
                          <a:pt x="47" y="77"/>
                        </a:lnTo>
                        <a:lnTo>
                          <a:pt x="48" y="77"/>
                        </a:lnTo>
                        <a:lnTo>
                          <a:pt x="51" y="75"/>
                        </a:lnTo>
                        <a:lnTo>
                          <a:pt x="52" y="75"/>
                        </a:lnTo>
                        <a:lnTo>
                          <a:pt x="52" y="74"/>
                        </a:lnTo>
                        <a:lnTo>
                          <a:pt x="51" y="72"/>
                        </a:lnTo>
                        <a:lnTo>
                          <a:pt x="51" y="74"/>
                        </a:lnTo>
                        <a:lnTo>
                          <a:pt x="47" y="75"/>
                        </a:lnTo>
                        <a:lnTo>
                          <a:pt x="47" y="75"/>
                        </a:lnTo>
                        <a:close/>
                        <a:moveTo>
                          <a:pt x="30" y="144"/>
                        </a:moveTo>
                        <a:lnTo>
                          <a:pt x="30" y="144"/>
                        </a:lnTo>
                        <a:lnTo>
                          <a:pt x="32" y="144"/>
                        </a:lnTo>
                        <a:lnTo>
                          <a:pt x="34" y="143"/>
                        </a:lnTo>
                        <a:lnTo>
                          <a:pt x="34" y="140"/>
                        </a:lnTo>
                        <a:lnTo>
                          <a:pt x="36" y="139"/>
                        </a:lnTo>
                        <a:lnTo>
                          <a:pt x="39" y="139"/>
                        </a:lnTo>
                        <a:lnTo>
                          <a:pt x="40" y="140"/>
                        </a:lnTo>
                        <a:lnTo>
                          <a:pt x="41" y="140"/>
                        </a:lnTo>
                        <a:lnTo>
                          <a:pt x="43" y="138"/>
                        </a:lnTo>
                        <a:lnTo>
                          <a:pt x="43" y="134"/>
                        </a:lnTo>
                        <a:lnTo>
                          <a:pt x="43" y="131"/>
                        </a:lnTo>
                        <a:lnTo>
                          <a:pt x="43" y="125"/>
                        </a:lnTo>
                        <a:lnTo>
                          <a:pt x="44" y="120"/>
                        </a:lnTo>
                        <a:lnTo>
                          <a:pt x="40" y="117"/>
                        </a:lnTo>
                        <a:lnTo>
                          <a:pt x="43" y="116"/>
                        </a:lnTo>
                        <a:lnTo>
                          <a:pt x="43" y="113"/>
                        </a:lnTo>
                        <a:lnTo>
                          <a:pt x="43" y="110"/>
                        </a:lnTo>
                        <a:lnTo>
                          <a:pt x="41" y="108"/>
                        </a:lnTo>
                        <a:lnTo>
                          <a:pt x="39" y="104"/>
                        </a:lnTo>
                        <a:lnTo>
                          <a:pt x="37" y="105"/>
                        </a:lnTo>
                        <a:lnTo>
                          <a:pt x="34" y="104"/>
                        </a:lnTo>
                        <a:lnTo>
                          <a:pt x="33" y="104"/>
                        </a:lnTo>
                        <a:lnTo>
                          <a:pt x="28" y="109"/>
                        </a:lnTo>
                        <a:lnTo>
                          <a:pt x="25" y="109"/>
                        </a:lnTo>
                        <a:lnTo>
                          <a:pt x="22" y="108"/>
                        </a:lnTo>
                        <a:lnTo>
                          <a:pt x="22" y="110"/>
                        </a:lnTo>
                        <a:lnTo>
                          <a:pt x="22" y="113"/>
                        </a:lnTo>
                        <a:lnTo>
                          <a:pt x="24" y="115"/>
                        </a:lnTo>
                        <a:lnTo>
                          <a:pt x="25" y="117"/>
                        </a:lnTo>
                        <a:lnTo>
                          <a:pt x="26" y="119"/>
                        </a:lnTo>
                        <a:lnTo>
                          <a:pt x="26" y="123"/>
                        </a:lnTo>
                        <a:lnTo>
                          <a:pt x="25" y="124"/>
                        </a:lnTo>
                        <a:lnTo>
                          <a:pt x="25" y="127"/>
                        </a:lnTo>
                        <a:lnTo>
                          <a:pt x="28" y="127"/>
                        </a:lnTo>
                        <a:lnTo>
                          <a:pt x="28" y="128"/>
                        </a:lnTo>
                        <a:lnTo>
                          <a:pt x="26" y="129"/>
                        </a:lnTo>
                        <a:lnTo>
                          <a:pt x="25" y="135"/>
                        </a:lnTo>
                        <a:lnTo>
                          <a:pt x="26" y="136"/>
                        </a:lnTo>
                        <a:lnTo>
                          <a:pt x="28" y="142"/>
                        </a:lnTo>
                        <a:lnTo>
                          <a:pt x="30" y="144"/>
                        </a:lnTo>
                        <a:lnTo>
                          <a:pt x="30" y="144"/>
                        </a:lnTo>
                        <a:close/>
                        <a:moveTo>
                          <a:pt x="120" y="182"/>
                        </a:moveTo>
                        <a:lnTo>
                          <a:pt x="120" y="178"/>
                        </a:lnTo>
                        <a:lnTo>
                          <a:pt x="121" y="177"/>
                        </a:lnTo>
                        <a:lnTo>
                          <a:pt x="120" y="173"/>
                        </a:lnTo>
                        <a:lnTo>
                          <a:pt x="117" y="170"/>
                        </a:lnTo>
                        <a:lnTo>
                          <a:pt x="120" y="163"/>
                        </a:lnTo>
                        <a:lnTo>
                          <a:pt x="123" y="161"/>
                        </a:lnTo>
                        <a:lnTo>
                          <a:pt x="124" y="157"/>
                        </a:lnTo>
                        <a:lnTo>
                          <a:pt x="121" y="154"/>
                        </a:lnTo>
                        <a:lnTo>
                          <a:pt x="117" y="158"/>
                        </a:lnTo>
                        <a:lnTo>
                          <a:pt x="116" y="158"/>
                        </a:lnTo>
                        <a:lnTo>
                          <a:pt x="113" y="155"/>
                        </a:lnTo>
                        <a:lnTo>
                          <a:pt x="111" y="159"/>
                        </a:lnTo>
                        <a:lnTo>
                          <a:pt x="104" y="158"/>
                        </a:lnTo>
                        <a:lnTo>
                          <a:pt x="98" y="161"/>
                        </a:lnTo>
                        <a:lnTo>
                          <a:pt x="94" y="159"/>
                        </a:lnTo>
                        <a:lnTo>
                          <a:pt x="93" y="158"/>
                        </a:lnTo>
                        <a:lnTo>
                          <a:pt x="89" y="158"/>
                        </a:lnTo>
                        <a:lnTo>
                          <a:pt x="87" y="159"/>
                        </a:lnTo>
                        <a:lnTo>
                          <a:pt x="86" y="158"/>
                        </a:lnTo>
                        <a:lnTo>
                          <a:pt x="83" y="159"/>
                        </a:lnTo>
                        <a:lnTo>
                          <a:pt x="82" y="165"/>
                        </a:lnTo>
                        <a:lnTo>
                          <a:pt x="86" y="168"/>
                        </a:lnTo>
                        <a:lnTo>
                          <a:pt x="89" y="166"/>
                        </a:lnTo>
                        <a:lnTo>
                          <a:pt x="94" y="170"/>
                        </a:lnTo>
                        <a:lnTo>
                          <a:pt x="97" y="172"/>
                        </a:lnTo>
                        <a:lnTo>
                          <a:pt x="100" y="174"/>
                        </a:lnTo>
                        <a:lnTo>
                          <a:pt x="106" y="176"/>
                        </a:lnTo>
                        <a:lnTo>
                          <a:pt x="108" y="176"/>
                        </a:lnTo>
                        <a:lnTo>
                          <a:pt x="111" y="177"/>
                        </a:lnTo>
                        <a:lnTo>
                          <a:pt x="111" y="180"/>
                        </a:lnTo>
                        <a:lnTo>
                          <a:pt x="117" y="182"/>
                        </a:lnTo>
                        <a:lnTo>
                          <a:pt x="120" y="182"/>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67" name="Freeform 823">
                    <a:extLst>
                      <a:ext uri="{FF2B5EF4-FFF2-40B4-BE49-F238E27FC236}">
                        <a16:creationId xmlns:a16="http://schemas.microsoft.com/office/drawing/2014/main" id="{FFE68B94-1CDF-140D-BEC4-68A8AD31702F}"/>
                      </a:ext>
                    </a:extLst>
                  </p:cNvPr>
                  <p:cNvSpPr>
                    <a:spLocks noEditPoints="1"/>
                  </p:cNvSpPr>
                  <p:nvPr/>
                </p:nvSpPr>
                <p:spPr bwMode="auto">
                  <a:xfrm>
                    <a:off x="9135649" y="2395277"/>
                    <a:ext cx="161372" cy="109708"/>
                  </a:xfrm>
                  <a:custGeom>
                    <a:avLst/>
                    <a:gdLst/>
                    <a:ahLst/>
                    <a:cxnLst>
                      <a:cxn ang="0">
                        <a:pos x="103" y="8"/>
                      </a:cxn>
                      <a:cxn ang="0">
                        <a:pos x="105" y="13"/>
                      </a:cxn>
                      <a:cxn ang="0">
                        <a:pos x="117" y="18"/>
                      </a:cxn>
                      <a:cxn ang="0">
                        <a:pos x="128" y="20"/>
                      </a:cxn>
                      <a:cxn ang="0">
                        <a:pos x="139" y="18"/>
                      </a:cxn>
                      <a:cxn ang="0">
                        <a:pos x="148" y="22"/>
                      </a:cxn>
                      <a:cxn ang="0">
                        <a:pos x="162" y="24"/>
                      </a:cxn>
                      <a:cxn ang="0">
                        <a:pos x="160" y="31"/>
                      </a:cxn>
                      <a:cxn ang="0">
                        <a:pos x="153" y="41"/>
                      </a:cxn>
                      <a:cxn ang="0">
                        <a:pos x="151" y="45"/>
                      </a:cxn>
                      <a:cxn ang="0">
                        <a:pos x="137" y="49"/>
                      </a:cxn>
                      <a:cxn ang="0">
                        <a:pos x="134" y="54"/>
                      </a:cxn>
                      <a:cxn ang="0">
                        <a:pos x="133" y="56"/>
                      </a:cxn>
                      <a:cxn ang="0">
                        <a:pos x="125" y="62"/>
                      </a:cxn>
                      <a:cxn ang="0">
                        <a:pos x="120" y="79"/>
                      </a:cxn>
                      <a:cxn ang="0">
                        <a:pos x="126" y="87"/>
                      </a:cxn>
                      <a:cxn ang="0">
                        <a:pos x="118" y="95"/>
                      </a:cxn>
                      <a:cxn ang="0">
                        <a:pos x="114" y="106"/>
                      </a:cxn>
                      <a:cxn ang="0">
                        <a:pos x="100" y="113"/>
                      </a:cxn>
                      <a:cxn ang="0">
                        <a:pos x="94" y="119"/>
                      </a:cxn>
                      <a:cxn ang="0">
                        <a:pos x="87" y="121"/>
                      </a:cxn>
                      <a:cxn ang="0">
                        <a:pos x="81" y="121"/>
                      </a:cxn>
                      <a:cxn ang="0">
                        <a:pos x="69" y="119"/>
                      </a:cxn>
                      <a:cxn ang="0">
                        <a:pos x="54" y="126"/>
                      </a:cxn>
                      <a:cxn ang="0">
                        <a:pos x="49" y="132"/>
                      </a:cxn>
                      <a:cxn ang="0">
                        <a:pos x="37" y="119"/>
                      </a:cxn>
                      <a:cxn ang="0">
                        <a:pos x="27" y="113"/>
                      </a:cxn>
                      <a:cxn ang="0">
                        <a:pos x="23" y="106"/>
                      </a:cxn>
                      <a:cxn ang="0">
                        <a:pos x="30" y="94"/>
                      </a:cxn>
                      <a:cxn ang="0">
                        <a:pos x="28" y="85"/>
                      </a:cxn>
                      <a:cxn ang="0">
                        <a:pos x="22" y="70"/>
                      </a:cxn>
                      <a:cxn ang="0">
                        <a:pos x="31" y="65"/>
                      </a:cxn>
                      <a:cxn ang="0">
                        <a:pos x="33" y="50"/>
                      </a:cxn>
                      <a:cxn ang="0">
                        <a:pos x="39" y="42"/>
                      </a:cxn>
                      <a:cxn ang="0">
                        <a:pos x="37" y="31"/>
                      </a:cxn>
                      <a:cxn ang="0">
                        <a:pos x="19" y="31"/>
                      </a:cxn>
                      <a:cxn ang="0">
                        <a:pos x="14" y="28"/>
                      </a:cxn>
                      <a:cxn ang="0">
                        <a:pos x="5" y="28"/>
                      </a:cxn>
                      <a:cxn ang="0">
                        <a:pos x="8" y="23"/>
                      </a:cxn>
                      <a:cxn ang="0">
                        <a:pos x="5" y="22"/>
                      </a:cxn>
                      <a:cxn ang="0">
                        <a:pos x="4" y="16"/>
                      </a:cxn>
                      <a:cxn ang="0">
                        <a:pos x="0" y="12"/>
                      </a:cxn>
                      <a:cxn ang="0">
                        <a:pos x="9" y="8"/>
                      </a:cxn>
                      <a:cxn ang="0">
                        <a:pos x="15" y="5"/>
                      </a:cxn>
                      <a:cxn ang="0">
                        <a:pos x="20" y="1"/>
                      </a:cxn>
                      <a:cxn ang="0">
                        <a:pos x="28" y="4"/>
                      </a:cxn>
                      <a:cxn ang="0">
                        <a:pos x="38" y="3"/>
                      </a:cxn>
                      <a:cxn ang="0">
                        <a:pos x="46" y="1"/>
                      </a:cxn>
                      <a:cxn ang="0">
                        <a:pos x="65" y="7"/>
                      </a:cxn>
                      <a:cxn ang="0">
                        <a:pos x="77" y="7"/>
                      </a:cxn>
                      <a:cxn ang="0">
                        <a:pos x="88" y="4"/>
                      </a:cxn>
                      <a:cxn ang="0">
                        <a:pos x="99" y="7"/>
                      </a:cxn>
                      <a:cxn ang="0">
                        <a:pos x="168" y="68"/>
                      </a:cxn>
                      <a:cxn ang="0">
                        <a:pos x="177" y="68"/>
                      </a:cxn>
                      <a:cxn ang="0">
                        <a:pos x="168" y="68"/>
                      </a:cxn>
                      <a:cxn ang="0">
                        <a:pos x="162" y="75"/>
                      </a:cxn>
                      <a:cxn ang="0">
                        <a:pos x="159" y="70"/>
                      </a:cxn>
                      <a:cxn ang="0">
                        <a:pos x="159" y="76"/>
                      </a:cxn>
                      <a:cxn ang="0">
                        <a:pos x="144" y="87"/>
                      </a:cxn>
                      <a:cxn ang="0">
                        <a:pos x="145" y="81"/>
                      </a:cxn>
                      <a:cxn ang="0">
                        <a:pos x="144" y="87"/>
                      </a:cxn>
                    </a:cxnLst>
                    <a:rect l="0" t="0" r="r" b="b"/>
                    <a:pathLst>
                      <a:path w="177" h="132">
                        <a:moveTo>
                          <a:pt x="100" y="5"/>
                        </a:moveTo>
                        <a:lnTo>
                          <a:pt x="103" y="7"/>
                        </a:lnTo>
                        <a:lnTo>
                          <a:pt x="103" y="8"/>
                        </a:lnTo>
                        <a:lnTo>
                          <a:pt x="105" y="8"/>
                        </a:lnTo>
                        <a:lnTo>
                          <a:pt x="105" y="11"/>
                        </a:lnTo>
                        <a:lnTo>
                          <a:pt x="105" y="13"/>
                        </a:lnTo>
                        <a:lnTo>
                          <a:pt x="109" y="13"/>
                        </a:lnTo>
                        <a:lnTo>
                          <a:pt x="114" y="15"/>
                        </a:lnTo>
                        <a:lnTo>
                          <a:pt x="117" y="18"/>
                        </a:lnTo>
                        <a:lnTo>
                          <a:pt x="121" y="16"/>
                        </a:lnTo>
                        <a:lnTo>
                          <a:pt x="124" y="20"/>
                        </a:lnTo>
                        <a:lnTo>
                          <a:pt x="128" y="20"/>
                        </a:lnTo>
                        <a:lnTo>
                          <a:pt x="129" y="22"/>
                        </a:lnTo>
                        <a:lnTo>
                          <a:pt x="132" y="19"/>
                        </a:lnTo>
                        <a:lnTo>
                          <a:pt x="139" y="18"/>
                        </a:lnTo>
                        <a:lnTo>
                          <a:pt x="141" y="19"/>
                        </a:lnTo>
                        <a:lnTo>
                          <a:pt x="144" y="19"/>
                        </a:lnTo>
                        <a:lnTo>
                          <a:pt x="148" y="22"/>
                        </a:lnTo>
                        <a:lnTo>
                          <a:pt x="155" y="20"/>
                        </a:lnTo>
                        <a:lnTo>
                          <a:pt x="160" y="23"/>
                        </a:lnTo>
                        <a:lnTo>
                          <a:pt x="162" y="24"/>
                        </a:lnTo>
                        <a:lnTo>
                          <a:pt x="162" y="26"/>
                        </a:lnTo>
                        <a:lnTo>
                          <a:pt x="160" y="27"/>
                        </a:lnTo>
                        <a:lnTo>
                          <a:pt x="160" y="31"/>
                        </a:lnTo>
                        <a:lnTo>
                          <a:pt x="160" y="35"/>
                        </a:lnTo>
                        <a:lnTo>
                          <a:pt x="159" y="38"/>
                        </a:lnTo>
                        <a:lnTo>
                          <a:pt x="153" y="41"/>
                        </a:lnTo>
                        <a:lnTo>
                          <a:pt x="153" y="41"/>
                        </a:lnTo>
                        <a:lnTo>
                          <a:pt x="151" y="45"/>
                        </a:lnTo>
                        <a:lnTo>
                          <a:pt x="151" y="45"/>
                        </a:lnTo>
                        <a:lnTo>
                          <a:pt x="147" y="46"/>
                        </a:lnTo>
                        <a:lnTo>
                          <a:pt x="141" y="46"/>
                        </a:lnTo>
                        <a:lnTo>
                          <a:pt x="137" y="49"/>
                        </a:lnTo>
                        <a:lnTo>
                          <a:pt x="134" y="50"/>
                        </a:lnTo>
                        <a:lnTo>
                          <a:pt x="136" y="51"/>
                        </a:lnTo>
                        <a:lnTo>
                          <a:pt x="134" y="54"/>
                        </a:lnTo>
                        <a:lnTo>
                          <a:pt x="133" y="56"/>
                        </a:lnTo>
                        <a:lnTo>
                          <a:pt x="133" y="56"/>
                        </a:lnTo>
                        <a:lnTo>
                          <a:pt x="133" y="56"/>
                        </a:lnTo>
                        <a:lnTo>
                          <a:pt x="132" y="54"/>
                        </a:lnTo>
                        <a:lnTo>
                          <a:pt x="128" y="61"/>
                        </a:lnTo>
                        <a:lnTo>
                          <a:pt x="125" y="62"/>
                        </a:lnTo>
                        <a:lnTo>
                          <a:pt x="120" y="72"/>
                        </a:lnTo>
                        <a:lnTo>
                          <a:pt x="118" y="75"/>
                        </a:lnTo>
                        <a:lnTo>
                          <a:pt x="120" y="79"/>
                        </a:lnTo>
                        <a:lnTo>
                          <a:pt x="121" y="81"/>
                        </a:lnTo>
                        <a:lnTo>
                          <a:pt x="122" y="83"/>
                        </a:lnTo>
                        <a:lnTo>
                          <a:pt x="126" y="87"/>
                        </a:lnTo>
                        <a:lnTo>
                          <a:pt x="124" y="90"/>
                        </a:lnTo>
                        <a:lnTo>
                          <a:pt x="118" y="91"/>
                        </a:lnTo>
                        <a:lnTo>
                          <a:pt x="118" y="95"/>
                        </a:lnTo>
                        <a:lnTo>
                          <a:pt x="114" y="100"/>
                        </a:lnTo>
                        <a:lnTo>
                          <a:pt x="114" y="104"/>
                        </a:lnTo>
                        <a:lnTo>
                          <a:pt x="114" y="106"/>
                        </a:lnTo>
                        <a:lnTo>
                          <a:pt x="114" y="109"/>
                        </a:lnTo>
                        <a:lnTo>
                          <a:pt x="109" y="109"/>
                        </a:lnTo>
                        <a:lnTo>
                          <a:pt x="100" y="113"/>
                        </a:lnTo>
                        <a:lnTo>
                          <a:pt x="100" y="115"/>
                        </a:lnTo>
                        <a:lnTo>
                          <a:pt x="96" y="121"/>
                        </a:lnTo>
                        <a:lnTo>
                          <a:pt x="94" y="119"/>
                        </a:lnTo>
                        <a:lnTo>
                          <a:pt x="91" y="117"/>
                        </a:lnTo>
                        <a:lnTo>
                          <a:pt x="90" y="119"/>
                        </a:lnTo>
                        <a:lnTo>
                          <a:pt x="87" y="121"/>
                        </a:lnTo>
                        <a:lnTo>
                          <a:pt x="86" y="119"/>
                        </a:lnTo>
                        <a:lnTo>
                          <a:pt x="83" y="119"/>
                        </a:lnTo>
                        <a:lnTo>
                          <a:pt x="81" y="121"/>
                        </a:lnTo>
                        <a:lnTo>
                          <a:pt x="77" y="121"/>
                        </a:lnTo>
                        <a:lnTo>
                          <a:pt x="72" y="118"/>
                        </a:lnTo>
                        <a:lnTo>
                          <a:pt x="69" y="119"/>
                        </a:lnTo>
                        <a:lnTo>
                          <a:pt x="64" y="121"/>
                        </a:lnTo>
                        <a:lnTo>
                          <a:pt x="60" y="125"/>
                        </a:lnTo>
                        <a:lnTo>
                          <a:pt x="54" y="126"/>
                        </a:lnTo>
                        <a:lnTo>
                          <a:pt x="53" y="128"/>
                        </a:lnTo>
                        <a:lnTo>
                          <a:pt x="53" y="130"/>
                        </a:lnTo>
                        <a:lnTo>
                          <a:pt x="49" y="132"/>
                        </a:lnTo>
                        <a:lnTo>
                          <a:pt x="43" y="132"/>
                        </a:lnTo>
                        <a:lnTo>
                          <a:pt x="39" y="126"/>
                        </a:lnTo>
                        <a:lnTo>
                          <a:pt x="37" y="119"/>
                        </a:lnTo>
                        <a:lnTo>
                          <a:pt x="37" y="119"/>
                        </a:lnTo>
                        <a:lnTo>
                          <a:pt x="31" y="114"/>
                        </a:lnTo>
                        <a:lnTo>
                          <a:pt x="27" y="113"/>
                        </a:lnTo>
                        <a:lnTo>
                          <a:pt x="24" y="113"/>
                        </a:lnTo>
                        <a:lnTo>
                          <a:pt x="24" y="109"/>
                        </a:lnTo>
                        <a:lnTo>
                          <a:pt x="23" y="106"/>
                        </a:lnTo>
                        <a:lnTo>
                          <a:pt x="26" y="99"/>
                        </a:lnTo>
                        <a:lnTo>
                          <a:pt x="30" y="96"/>
                        </a:lnTo>
                        <a:lnTo>
                          <a:pt x="30" y="94"/>
                        </a:lnTo>
                        <a:lnTo>
                          <a:pt x="27" y="94"/>
                        </a:lnTo>
                        <a:lnTo>
                          <a:pt x="24" y="90"/>
                        </a:lnTo>
                        <a:lnTo>
                          <a:pt x="28" y="85"/>
                        </a:lnTo>
                        <a:lnTo>
                          <a:pt x="28" y="80"/>
                        </a:lnTo>
                        <a:lnTo>
                          <a:pt x="26" y="77"/>
                        </a:lnTo>
                        <a:lnTo>
                          <a:pt x="22" y="70"/>
                        </a:lnTo>
                        <a:lnTo>
                          <a:pt x="26" y="69"/>
                        </a:lnTo>
                        <a:lnTo>
                          <a:pt x="27" y="70"/>
                        </a:lnTo>
                        <a:lnTo>
                          <a:pt x="31" y="65"/>
                        </a:lnTo>
                        <a:lnTo>
                          <a:pt x="28" y="62"/>
                        </a:lnTo>
                        <a:lnTo>
                          <a:pt x="33" y="60"/>
                        </a:lnTo>
                        <a:lnTo>
                          <a:pt x="33" y="50"/>
                        </a:lnTo>
                        <a:lnTo>
                          <a:pt x="31" y="46"/>
                        </a:lnTo>
                        <a:lnTo>
                          <a:pt x="37" y="42"/>
                        </a:lnTo>
                        <a:lnTo>
                          <a:pt x="39" y="42"/>
                        </a:lnTo>
                        <a:lnTo>
                          <a:pt x="41" y="39"/>
                        </a:lnTo>
                        <a:lnTo>
                          <a:pt x="37" y="34"/>
                        </a:lnTo>
                        <a:lnTo>
                          <a:pt x="37" y="31"/>
                        </a:lnTo>
                        <a:lnTo>
                          <a:pt x="30" y="30"/>
                        </a:lnTo>
                        <a:lnTo>
                          <a:pt x="27" y="32"/>
                        </a:lnTo>
                        <a:lnTo>
                          <a:pt x="19" y="31"/>
                        </a:lnTo>
                        <a:lnTo>
                          <a:pt x="15" y="34"/>
                        </a:lnTo>
                        <a:lnTo>
                          <a:pt x="14" y="31"/>
                        </a:lnTo>
                        <a:lnTo>
                          <a:pt x="14" y="28"/>
                        </a:lnTo>
                        <a:lnTo>
                          <a:pt x="12" y="28"/>
                        </a:lnTo>
                        <a:lnTo>
                          <a:pt x="5" y="28"/>
                        </a:lnTo>
                        <a:lnTo>
                          <a:pt x="5" y="28"/>
                        </a:lnTo>
                        <a:lnTo>
                          <a:pt x="8" y="26"/>
                        </a:lnTo>
                        <a:lnTo>
                          <a:pt x="7" y="24"/>
                        </a:lnTo>
                        <a:lnTo>
                          <a:pt x="8" y="23"/>
                        </a:lnTo>
                        <a:lnTo>
                          <a:pt x="7" y="22"/>
                        </a:lnTo>
                        <a:lnTo>
                          <a:pt x="7" y="19"/>
                        </a:lnTo>
                        <a:lnTo>
                          <a:pt x="5" y="22"/>
                        </a:lnTo>
                        <a:lnTo>
                          <a:pt x="4" y="20"/>
                        </a:lnTo>
                        <a:lnTo>
                          <a:pt x="5" y="16"/>
                        </a:lnTo>
                        <a:lnTo>
                          <a:pt x="4" y="16"/>
                        </a:lnTo>
                        <a:lnTo>
                          <a:pt x="4" y="15"/>
                        </a:lnTo>
                        <a:lnTo>
                          <a:pt x="1" y="15"/>
                        </a:lnTo>
                        <a:lnTo>
                          <a:pt x="0" y="12"/>
                        </a:lnTo>
                        <a:lnTo>
                          <a:pt x="3" y="9"/>
                        </a:lnTo>
                        <a:lnTo>
                          <a:pt x="8" y="7"/>
                        </a:lnTo>
                        <a:lnTo>
                          <a:pt x="9" y="8"/>
                        </a:lnTo>
                        <a:lnTo>
                          <a:pt x="14" y="8"/>
                        </a:lnTo>
                        <a:lnTo>
                          <a:pt x="16" y="5"/>
                        </a:lnTo>
                        <a:lnTo>
                          <a:pt x="15" y="5"/>
                        </a:lnTo>
                        <a:lnTo>
                          <a:pt x="14" y="3"/>
                        </a:lnTo>
                        <a:lnTo>
                          <a:pt x="19" y="0"/>
                        </a:lnTo>
                        <a:lnTo>
                          <a:pt x="20" y="1"/>
                        </a:lnTo>
                        <a:lnTo>
                          <a:pt x="22" y="0"/>
                        </a:lnTo>
                        <a:lnTo>
                          <a:pt x="26" y="0"/>
                        </a:lnTo>
                        <a:lnTo>
                          <a:pt x="28" y="4"/>
                        </a:lnTo>
                        <a:lnTo>
                          <a:pt x="31" y="1"/>
                        </a:lnTo>
                        <a:lnTo>
                          <a:pt x="34" y="1"/>
                        </a:lnTo>
                        <a:lnTo>
                          <a:pt x="38" y="3"/>
                        </a:lnTo>
                        <a:lnTo>
                          <a:pt x="41" y="1"/>
                        </a:lnTo>
                        <a:lnTo>
                          <a:pt x="46" y="0"/>
                        </a:lnTo>
                        <a:lnTo>
                          <a:pt x="46" y="1"/>
                        </a:lnTo>
                        <a:lnTo>
                          <a:pt x="50" y="4"/>
                        </a:lnTo>
                        <a:lnTo>
                          <a:pt x="60" y="5"/>
                        </a:lnTo>
                        <a:lnTo>
                          <a:pt x="65" y="7"/>
                        </a:lnTo>
                        <a:lnTo>
                          <a:pt x="72" y="4"/>
                        </a:lnTo>
                        <a:lnTo>
                          <a:pt x="77" y="4"/>
                        </a:lnTo>
                        <a:lnTo>
                          <a:pt x="77" y="7"/>
                        </a:lnTo>
                        <a:lnTo>
                          <a:pt x="83" y="7"/>
                        </a:lnTo>
                        <a:lnTo>
                          <a:pt x="86" y="4"/>
                        </a:lnTo>
                        <a:lnTo>
                          <a:pt x="88" y="4"/>
                        </a:lnTo>
                        <a:lnTo>
                          <a:pt x="95" y="9"/>
                        </a:lnTo>
                        <a:lnTo>
                          <a:pt x="96" y="7"/>
                        </a:lnTo>
                        <a:lnTo>
                          <a:pt x="99" y="7"/>
                        </a:lnTo>
                        <a:lnTo>
                          <a:pt x="100" y="5"/>
                        </a:lnTo>
                        <a:lnTo>
                          <a:pt x="100" y="5"/>
                        </a:lnTo>
                        <a:close/>
                        <a:moveTo>
                          <a:pt x="168" y="68"/>
                        </a:moveTo>
                        <a:lnTo>
                          <a:pt x="174" y="69"/>
                        </a:lnTo>
                        <a:lnTo>
                          <a:pt x="175" y="69"/>
                        </a:lnTo>
                        <a:lnTo>
                          <a:pt x="177" y="68"/>
                        </a:lnTo>
                        <a:lnTo>
                          <a:pt x="174" y="65"/>
                        </a:lnTo>
                        <a:lnTo>
                          <a:pt x="170" y="66"/>
                        </a:lnTo>
                        <a:lnTo>
                          <a:pt x="168" y="68"/>
                        </a:lnTo>
                        <a:lnTo>
                          <a:pt x="168" y="68"/>
                        </a:lnTo>
                        <a:close/>
                        <a:moveTo>
                          <a:pt x="160" y="77"/>
                        </a:moveTo>
                        <a:lnTo>
                          <a:pt x="162" y="75"/>
                        </a:lnTo>
                        <a:lnTo>
                          <a:pt x="166" y="70"/>
                        </a:lnTo>
                        <a:lnTo>
                          <a:pt x="162" y="70"/>
                        </a:lnTo>
                        <a:lnTo>
                          <a:pt x="159" y="70"/>
                        </a:lnTo>
                        <a:lnTo>
                          <a:pt x="156" y="72"/>
                        </a:lnTo>
                        <a:lnTo>
                          <a:pt x="156" y="75"/>
                        </a:lnTo>
                        <a:lnTo>
                          <a:pt x="159" y="76"/>
                        </a:lnTo>
                        <a:lnTo>
                          <a:pt x="160" y="77"/>
                        </a:lnTo>
                        <a:lnTo>
                          <a:pt x="160" y="77"/>
                        </a:lnTo>
                        <a:close/>
                        <a:moveTo>
                          <a:pt x="144" y="87"/>
                        </a:moveTo>
                        <a:lnTo>
                          <a:pt x="145" y="85"/>
                        </a:lnTo>
                        <a:lnTo>
                          <a:pt x="147" y="83"/>
                        </a:lnTo>
                        <a:lnTo>
                          <a:pt x="145" y="81"/>
                        </a:lnTo>
                        <a:lnTo>
                          <a:pt x="141" y="83"/>
                        </a:lnTo>
                        <a:lnTo>
                          <a:pt x="141" y="85"/>
                        </a:lnTo>
                        <a:lnTo>
                          <a:pt x="144" y="87"/>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68" name="Freeform 825">
                    <a:extLst>
                      <a:ext uri="{FF2B5EF4-FFF2-40B4-BE49-F238E27FC236}">
                        <a16:creationId xmlns:a16="http://schemas.microsoft.com/office/drawing/2014/main" id="{632FEEC7-CF94-C360-E650-F1B6A1D30BD4}"/>
                      </a:ext>
                    </a:extLst>
                  </p:cNvPr>
                  <p:cNvSpPr>
                    <a:spLocks/>
                  </p:cNvSpPr>
                  <p:nvPr/>
                </p:nvSpPr>
                <p:spPr bwMode="auto">
                  <a:xfrm>
                    <a:off x="9132002" y="2418548"/>
                    <a:ext cx="41027" cy="73970"/>
                  </a:xfrm>
                  <a:custGeom>
                    <a:avLst/>
                    <a:gdLst/>
                    <a:ahLst/>
                    <a:cxnLst>
                      <a:cxn ang="0">
                        <a:pos x="28" y="81"/>
                      </a:cxn>
                      <a:cxn ang="0">
                        <a:pos x="30" y="71"/>
                      </a:cxn>
                      <a:cxn ang="0">
                        <a:pos x="34" y="66"/>
                      </a:cxn>
                      <a:cxn ang="0">
                        <a:pos x="28" y="62"/>
                      </a:cxn>
                      <a:cxn ang="0">
                        <a:pos x="32" y="52"/>
                      </a:cxn>
                      <a:cxn ang="0">
                        <a:pos x="26" y="42"/>
                      </a:cxn>
                      <a:cxn ang="0">
                        <a:pos x="31" y="42"/>
                      </a:cxn>
                      <a:cxn ang="0">
                        <a:pos x="32" y="34"/>
                      </a:cxn>
                      <a:cxn ang="0">
                        <a:pos x="37" y="22"/>
                      </a:cxn>
                      <a:cxn ang="0">
                        <a:pos x="41" y="14"/>
                      </a:cxn>
                      <a:cxn ang="0">
                        <a:pos x="45" y="11"/>
                      </a:cxn>
                      <a:cxn ang="0">
                        <a:pos x="41" y="3"/>
                      </a:cxn>
                      <a:cxn ang="0">
                        <a:pos x="31" y="4"/>
                      </a:cxn>
                      <a:cxn ang="0">
                        <a:pos x="19" y="6"/>
                      </a:cxn>
                      <a:cxn ang="0">
                        <a:pos x="18" y="0"/>
                      </a:cxn>
                      <a:cxn ang="0">
                        <a:pos x="9" y="0"/>
                      </a:cxn>
                      <a:cxn ang="0">
                        <a:pos x="12" y="9"/>
                      </a:cxn>
                      <a:cxn ang="0">
                        <a:pos x="11" y="19"/>
                      </a:cxn>
                      <a:cxn ang="0">
                        <a:pos x="12" y="25"/>
                      </a:cxn>
                      <a:cxn ang="0">
                        <a:pos x="9" y="32"/>
                      </a:cxn>
                      <a:cxn ang="0">
                        <a:pos x="5" y="40"/>
                      </a:cxn>
                      <a:cxn ang="0">
                        <a:pos x="1" y="48"/>
                      </a:cxn>
                      <a:cxn ang="0">
                        <a:pos x="0" y="59"/>
                      </a:cxn>
                      <a:cxn ang="0">
                        <a:pos x="4" y="56"/>
                      </a:cxn>
                      <a:cxn ang="0">
                        <a:pos x="7" y="56"/>
                      </a:cxn>
                      <a:cxn ang="0">
                        <a:pos x="4" y="60"/>
                      </a:cxn>
                      <a:cxn ang="0">
                        <a:pos x="4" y="64"/>
                      </a:cxn>
                      <a:cxn ang="0">
                        <a:pos x="11" y="63"/>
                      </a:cxn>
                      <a:cxn ang="0">
                        <a:pos x="9" y="68"/>
                      </a:cxn>
                      <a:cxn ang="0">
                        <a:pos x="8" y="79"/>
                      </a:cxn>
                      <a:cxn ang="0">
                        <a:pos x="5" y="86"/>
                      </a:cxn>
                      <a:cxn ang="0">
                        <a:pos x="11" y="85"/>
                      </a:cxn>
                      <a:cxn ang="0">
                        <a:pos x="20" y="89"/>
                      </a:cxn>
                      <a:cxn ang="0">
                        <a:pos x="28" y="86"/>
                      </a:cxn>
                      <a:cxn ang="0">
                        <a:pos x="28" y="85"/>
                      </a:cxn>
                    </a:cxnLst>
                    <a:rect l="0" t="0" r="r" b="b"/>
                    <a:pathLst>
                      <a:path w="45" h="89">
                        <a:moveTo>
                          <a:pt x="28" y="85"/>
                        </a:moveTo>
                        <a:lnTo>
                          <a:pt x="28" y="81"/>
                        </a:lnTo>
                        <a:lnTo>
                          <a:pt x="27" y="78"/>
                        </a:lnTo>
                        <a:lnTo>
                          <a:pt x="30" y="71"/>
                        </a:lnTo>
                        <a:lnTo>
                          <a:pt x="34" y="68"/>
                        </a:lnTo>
                        <a:lnTo>
                          <a:pt x="34" y="66"/>
                        </a:lnTo>
                        <a:lnTo>
                          <a:pt x="31" y="66"/>
                        </a:lnTo>
                        <a:lnTo>
                          <a:pt x="28" y="62"/>
                        </a:lnTo>
                        <a:lnTo>
                          <a:pt x="32" y="57"/>
                        </a:lnTo>
                        <a:lnTo>
                          <a:pt x="32" y="52"/>
                        </a:lnTo>
                        <a:lnTo>
                          <a:pt x="30" y="49"/>
                        </a:lnTo>
                        <a:lnTo>
                          <a:pt x="26" y="42"/>
                        </a:lnTo>
                        <a:lnTo>
                          <a:pt x="30" y="41"/>
                        </a:lnTo>
                        <a:lnTo>
                          <a:pt x="31" y="42"/>
                        </a:lnTo>
                        <a:lnTo>
                          <a:pt x="35" y="37"/>
                        </a:lnTo>
                        <a:lnTo>
                          <a:pt x="32" y="34"/>
                        </a:lnTo>
                        <a:lnTo>
                          <a:pt x="37" y="32"/>
                        </a:lnTo>
                        <a:lnTo>
                          <a:pt x="37" y="22"/>
                        </a:lnTo>
                        <a:lnTo>
                          <a:pt x="35" y="18"/>
                        </a:lnTo>
                        <a:lnTo>
                          <a:pt x="41" y="14"/>
                        </a:lnTo>
                        <a:lnTo>
                          <a:pt x="43" y="14"/>
                        </a:lnTo>
                        <a:lnTo>
                          <a:pt x="45" y="11"/>
                        </a:lnTo>
                        <a:lnTo>
                          <a:pt x="41" y="6"/>
                        </a:lnTo>
                        <a:lnTo>
                          <a:pt x="41" y="3"/>
                        </a:lnTo>
                        <a:lnTo>
                          <a:pt x="34" y="2"/>
                        </a:lnTo>
                        <a:lnTo>
                          <a:pt x="31" y="4"/>
                        </a:lnTo>
                        <a:lnTo>
                          <a:pt x="23" y="3"/>
                        </a:lnTo>
                        <a:lnTo>
                          <a:pt x="19" y="6"/>
                        </a:lnTo>
                        <a:lnTo>
                          <a:pt x="18" y="3"/>
                        </a:lnTo>
                        <a:lnTo>
                          <a:pt x="18" y="0"/>
                        </a:lnTo>
                        <a:lnTo>
                          <a:pt x="16" y="0"/>
                        </a:lnTo>
                        <a:lnTo>
                          <a:pt x="9" y="0"/>
                        </a:lnTo>
                        <a:lnTo>
                          <a:pt x="9" y="4"/>
                        </a:lnTo>
                        <a:lnTo>
                          <a:pt x="12" y="9"/>
                        </a:lnTo>
                        <a:lnTo>
                          <a:pt x="11" y="18"/>
                        </a:lnTo>
                        <a:lnTo>
                          <a:pt x="11" y="19"/>
                        </a:lnTo>
                        <a:lnTo>
                          <a:pt x="11" y="23"/>
                        </a:lnTo>
                        <a:lnTo>
                          <a:pt x="12" y="25"/>
                        </a:lnTo>
                        <a:lnTo>
                          <a:pt x="11" y="28"/>
                        </a:lnTo>
                        <a:lnTo>
                          <a:pt x="9" y="32"/>
                        </a:lnTo>
                        <a:lnTo>
                          <a:pt x="9" y="36"/>
                        </a:lnTo>
                        <a:lnTo>
                          <a:pt x="5" y="40"/>
                        </a:lnTo>
                        <a:lnTo>
                          <a:pt x="5" y="42"/>
                        </a:lnTo>
                        <a:lnTo>
                          <a:pt x="1" y="48"/>
                        </a:lnTo>
                        <a:lnTo>
                          <a:pt x="0" y="56"/>
                        </a:lnTo>
                        <a:lnTo>
                          <a:pt x="0" y="59"/>
                        </a:lnTo>
                        <a:lnTo>
                          <a:pt x="3" y="59"/>
                        </a:lnTo>
                        <a:lnTo>
                          <a:pt x="4" y="56"/>
                        </a:lnTo>
                        <a:lnTo>
                          <a:pt x="7" y="55"/>
                        </a:lnTo>
                        <a:lnTo>
                          <a:pt x="7" y="56"/>
                        </a:lnTo>
                        <a:lnTo>
                          <a:pt x="8" y="59"/>
                        </a:lnTo>
                        <a:lnTo>
                          <a:pt x="4" y="60"/>
                        </a:lnTo>
                        <a:lnTo>
                          <a:pt x="3" y="63"/>
                        </a:lnTo>
                        <a:lnTo>
                          <a:pt x="4" y="64"/>
                        </a:lnTo>
                        <a:lnTo>
                          <a:pt x="7" y="63"/>
                        </a:lnTo>
                        <a:lnTo>
                          <a:pt x="11" y="63"/>
                        </a:lnTo>
                        <a:lnTo>
                          <a:pt x="8" y="64"/>
                        </a:lnTo>
                        <a:lnTo>
                          <a:pt x="9" y="68"/>
                        </a:lnTo>
                        <a:lnTo>
                          <a:pt x="8" y="72"/>
                        </a:lnTo>
                        <a:lnTo>
                          <a:pt x="8" y="79"/>
                        </a:lnTo>
                        <a:lnTo>
                          <a:pt x="7" y="85"/>
                        </a:lnTo>
                        <a:lnTo>
                          <a:pt x="5" y="86"/>
                        </a:lnTo>
                        <a:lnTo>
                          <a:pt x="7" y="87"/>
                        </a:lnTo>
                        <a:lnTo>
                          <a:pt x="11" y="85"/>
                        </a:lnTo>
                        <a:lnTo>
                          <a:pt x="18" y="86"/>
                        </a:lnTo>
                        <a:lnTo>
                          <a:pt x="20" y="89"/>
                        </a:lnTo>
                        <a:lnTo>
                          <a:pt x="24" y="86"/>
                        </a:lnTo>
                        <a:lnTo>
                          <a:pt x="28" y="86"/>
                        </a:lnTo>
                        <a:lnTo>
                          <a:pt x="28" y="85"/>
                        </a:lnTo>
                        <a:lnTo>
                          <a:pt x="28" y="85"/>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grpSp>
                <p:nvGrpSpPr>
                  <p:cNvPr id="169" name="Groupe 1552">
                    <a:extLst>
                      <a:ext uri="{FF2B5EF4-FFF2-40B4-BE49-F238E27FC236}">
                        <a16:creationId xmlns:a16="http://schemas.microsoft.com/office/drawing/2014/main" id="{49DBEFF2-472A-338B-8CDD-3C1F8E00DCC2}"/>
                      </a:ext>
                    </a:extLst>
                  </p:cNvPr>
                  <p:cNvGrpSpPr/>
                  <p:nvPr/>
                </p:nvGrpSpPr>
                <p:grpSpPr>
                  <a:xfrm>
                    <a:off x="9032620" y="2506664"/>
                    <a:ext cx="935409" cy="874346"/>
                    <a:chOff x="4808538" y="3663950"/>
                    <a:chExt cx="1628775" cy="1670050"/>
                  </a:xfrm>
                  <a:solidFill>
                    <a:srgbClr val="ECECEC">
                      <a:lumMod val="90000"/>
                    </a:srgbClr>
                  </a:solidFill>
                </p:grpSpPr>
                <p:sp>
                  <p:nvSpPr>
                    <p:cNvPr id="335" name="Freeform 896">
                      <a:extLst>
                        <a:ext uri="{FF2B5EF4-FFF2-40B4-BE49-F238E27FC236}">
                          <a16:creationId xmlns:a16="http://schemas.microsoft.com/office/drawing/2014/main" id="{82C74061-8AB9-3F9C-C1A4-2D06E2133015}"/>
                        </a:ext>
                      </a:extLst>
                    </p:cNvPr>
                    <p:cNvSpPr>
                      <a:spLocks/>
                    </p:cNvSpPr>
                    <p:nvPr/>
                  </p:nvSpPr>
                  <p:spPr bwMode="auto">
                    <a:xfrm>
                      <a:off x="6329363" y="3903663"/>
                      <a:ext cx="107950" cy="84138"/>
                    </a:xfrm>
                    <a:custGeom>
                      <a:avLst/>
                      <a:gdLst/>
                      <a:ahLst/>
                      <a:cxnLst>
                        <a:cxn ang="0">
                          <a:pos x="0" y="27"/>
                        </a:cxn>
                        <a:cxn ang="0">
                          <a:pos x="0" y="33"/>
                        </a:cxn>
                        <a:cxn ang="0">
                          <a:pos x="3" y="37"/>
                        </a:cxn>
                        <a:cxn ang="0">
                          <a:pos x="5" y="48"/>
                        </a:cxn>
                        <a:cxn ang="0">
                          <a:pos x="48" y="53"/>
                        </a:cxn>
                        <a:cxn ang="0">
                          <a:pos x="53" y="49"/>
                        </a:cxn>
                        <a:cxn ang="0">
                          <a:pos x="65" y="12"/>
                        </a:cxn>
                        <a:cxn ang="0">
                          <a:pos x="68" y="11"/>
                        </a:cxn>
                        <a:cxn ang="0">
                          <a:pos x="67" y="8"/>
                        </a:cxn>
                        <a:cxn ang="0">
                          <a:pos x="67" y="6"/>
                        </a:cxn>
                        <a:cxn ang="0">
                          <a:pos x="65" y="7"/>
                        </a:cxn>
                        <a:cxn ang="0">
                          <a:pos x="65" y="6"/>
                        </a:cxn>
                        <a:cxn ang="0">
                          <a:pos x="65" y="6"/>
                        </a:cxn>
                        <a:cxn ang="0">
                          <a:pos x="64" y="6"/>
                        </a:cxn>
                        <a:cxn ang="0">
                          <a:pos x="63" y="0"/>
                        </a:cxn>
                        <a:cxn ang="0">
                          <a:pos x="61" y="0"/>
                        </a:cxn>
                        <a:cxn ang="0">
                          <a:pos x="61" y="2"/>
                        </a:cxn>
                        <a:cxn ang="0">
                          <a:pos x="60" y="3"/>
                        </a:cxn>
                        <a:cxn ang="0">
                          <a:pos x="52" y="8"/>
                        </a:cxn>
                        <a:cxn ang="0">
                          <a:pos x="52" y="12"/>
                        </a:cxn>
                        <a:cxn ang="0">
                          <a:pos x="43" y="19"/>
                        </a:cxn>
                        <a:cxn ang="0">
                          <a:pos x="42" y="22"/>
                        </a:cxn>
                        <a:cxn ang="0">
                          <a:pos x="43" y="22"/>
                        </a:cxn>
                        <a:cxn ang="0">
                          <a:pos x="43" y="23"/>
                        </a:cxn>
                        <a:cxn ang="0">
                          <a:pos x="41" y="27"/>
                        </a:cxn>
                        <a:cxn ang="0">
                          <a:pos x="39" y="26"/>
                        </a:cxn>
                        <a:cxn ang="0">
                          <a:pos x="38" y="26"/>
                        </a:cxn>
                        <a:cxn ang="0">
                          <a:pos x="35" y="26"/>
                        </a:cxn>
                        <a:cxn ang="0">
                          <a:pos x="37" y="29"/>
                        </a:cxn>
                        <a:cxn ang="0">
                          <a:pos x="35" y="29"/>
                        </a:cxn>
                        <a:cxn ang="0">
                          <a:pos x="35" y="30"/>
                        </a:cxn>
                        <a:cxn ang="0">
                          <a:pos x="30" y="31"/>
                        </a:cxn>
                        <a:cxn ang="0">
                          <a:pos x="27" y="31"/>
                        </a:cxn>
                        <a:cxn ang="0">
                          <a:pos x="26" y="30"/>
                        </a:cxn>
                        <a:cxn ang="0">
                          <a:pos x="23" y="30"/>
                        </a:cxn>
                        <a:cxn ang="0">
                          <a:pos x="22" y="29"/>
                        </a:cxn>
                        <a:cxn ang="0">
                          <a:pos x="20" y="30"/>
                        </a:cxn>
                        <a:cxn ang="0">
                          <a:pos x="15" y="29"/>
                        </a:cxn>
                        <a:cxn ang="0">
                          <a:pos x="10" y="33"/>
                        </a:cxn>
                        <a:cxn ang="0">
                          <a:pos x="7" y="33"/>
                        </a:cxn>
                        <a:cxn ang="0">
                          <a:pos x="5" y="33"/>
                        </a:cxn>
                        <a:cxn ang="0">
                          <a:pos x="3" y="33"/>
                        </a:cxn>
                        <a:cxn ang="0">
                          <a:pos x="1" y="27"/>
                        </a:cxn>
                        <a:cxn ang="0">
                          <a:pos x="1" y="27"/>
                        </a:cxn>
                        <a:cxn ang="0">
                          <a:pos x="0" y="27"/>
                        </a:cxn>
                      </a:cxnLst>
                      <a:rect l="0" t="0" r="r" b="b"/>
                      <a:pathLst>
                        <a:path w="68" h="53">
                          <a:moveTo>
                            <a:pt x="0" y="27"/>
                          </a:moveTo>
                          <a:lnTo>
                            <a:pt x="0" y="33"/>
                          </a:lnTo>
                          <a:lnTo>
                            <a:pt x="3" y="37"/>
                          </a:lnTo>
                          <a:lnTo>
                            <a:pt x="5" y="48"/>
                          </a:lnTo>
                          <a:lnTo>
                            <a:pt x="48" y="53"/>
                          </a:lnTo>
                          <a:lnTo>
                            <a:pt x="53" y="49"/>
                          </a:lnTo>
                          <a:lnTo>
                            <a:pt x="65" y="12"/>
                          </a:lnTo>
                          <a:lnTo>
                            <a:pt x="68" y="11"/>
                          </a:lnTo>
                          <a:lnTo>
                            <a:pt x="67" y="8"/>
                          </a:lnTo>
                          <a:lnTo>
                            <a:pt x="67" y="6"/>
                          </a:lnTo>
                          <a:lnTo>
                            <a:pt x="65" y="7"/>
                          </a:lnTo>
                          <a:lnTo>
                            <a:pt x="65" y="6"/>
                          </a:lnTo>
                          <a:lnTo>
                            <a:pt x="65" y="6"/>
                          </a:lnTo>
                          <a:lnTo>
                            <a:pt x="64" y="6"/>
                          </a:lnTo>
                          <a:lnTo>
                            <a:pt x="63" y="0"/>
                          </a:lnTo>
                          <a:lnTo>
                            <a:pt x="61" y="0"/>
                          </a:lnTo>
                          <a:lnTo>
                            <a:pt x="61" y="2"/>
                          </a:lnTo>
                          <a:lnTo>
                            <a:pt x="60" y="3"/>
                          </a:lnTo>
                          <a:lnTo>
                            <a:pt x="52" y="8"/>
                          </a:lnTo>
                          <a:lnTo>
                            <a:pt x="52" y="12"/>
                          </a:lnTo>
                          <a:lnTo>
                            <a:pt x="43" y="19"/>
                          </a:lnTo>
                          <a:lnTo>
                            <a:pt x="42" y="22"/>
                          </a:lnTo>
                          <a:lnTo>
                            <a:pt x="43" y="22"/>
                          </a:lnTo>
                          <a:lnTo>
                            <a:pt x="43" y="23"/>
                          </a:lnTo>
                          <a:lnTo>
                            <a:pt x="41" y="27"/>
                          </a:lnTo>
                          <a:lnTo>
                            <a:pt x="39" y="26"/>
                          </a:lnTo>
                          <a:lnTo>
                            <a:pt x="38" y="26"/>
                          </a:lnTo>
                          <a:lnTo>
                            <a:pt x="35" y="26"/>
                          </a:lnTo>
                          <a:lnTo>
                            <a:pt x="37" y="29"/>
                          </a:lnTo>
                          <a:lnTo>
                            <a:pt x="35" y="29"/>
                          </a:lnTo>
                          <a:lnTo>
                            <a:pt x="35" y="30"/>
                          </a:lnTo>
                          <a:lnTo>
                            <a:pt x="30" y="31"/>
                          </a:lnTo>
                          <a:lnTo>
                            <a:pt x="27" y="31"/>
                          </a:lnTo>
                          <a:lnTo>
                            <a:pt x="26" y="30"/>
                          </a:lnTo>
                          <a:lnTo>
                            <a:pt x="23" y="30"/>
                          </a:lnTo>
                          <a:lnTo>
                            <a:pt x="22" y="29"/>
                          </a:lnTo>
                          <a:lnTo>
                            <a:pt x="20" y="30"/>
                          </a:lnTo>
                          <a:lnTo>
                            <a:pt x="15" y="29"/>
                          </a:lnTo>
                          <a:lnTo>
                            <a:pt x="10" y="33"/>
                          </a:lnTo>
                          <a:lnTo>
                            <a:pt x="7" y="33"/>
                          </a:lnTo>
                          <a:lnTo>
                            <a:pt x="5" y="33"/>
                          </a:lnTo>
                          <a:lnTo>
                            <a:pt x="3" y="33"/>
                          </a:lnTo>
                          <a:lnTo>
                            <a:pt x="1" y="27"/>
                          </a:lnTo>
                          <a:lnTo>
                            <a:pt x="1" y="27"/>
                          </a:lnTo>
                          <a:lnTo>
                            <a:pt x="0" y="27"/>
                          </a:ln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36" name="Freeform 898">
                      <a:extLst>
                        <a:ext uri="{FF2B5EF4-FFF2-40B4-BE49-F238E27FC236}">
                          <a16:creationId xmlns:a16="http://schemas.microsoft.com/office/drawing/2014/main" id="{47AF47B1-E50B-6944-E6A3-1865E96263FD}"/>
                        </a:ext>
                      </a:extLst>
                    </p:cNvPr>
                    <p:cNvSpPr>
                      <a:spLocks/>
                    </p:cNvSpPr>
                    <p:nvPr/>
                  </p:nvSpPr>
                  <p:spPr bwMode="auto">
                    <a:xfrm>
                      <a:off x="5948363" y="3752850"/>
                      <a:ext cx="469900" cy="396875"/>
                    </a:xfrm>
                    <a:custGeom>
                      <a:avLst/>
                      <a:gdLst/>
                      <a:ahLst/>
                      <a:cxnLst>
                        <a:cxn ang="0">
                          <a:pos x="180" y="53"/>
                        </a:cxn>
                        <a:cxn ang="0">
                          <a:pos x="72" y="3"/>
                        </a:cxn>
                        <a:cxn ang="0">
                          <a:pos x="32" y="12"/>
                        </a:cxn>
                        <a:cxn ang="0">
                          <a:pos x="42" y="41"/>
                        </a:cxn>
                        <a:cxn ang="0">
                          <a:pos x="6" y="49"/>
                        </a:cxn>
                        <a:cxn ang="0">
                          <a:pos x="1" y="60"/>
                        </a:cxn>
                        <a:cxn ang="0">
                          <a:pos x="2" y="65"/>
                        </a:cxn>
                        <a:cxn ang="0">
                          <a:pos x="8" y="67"/>
                        </a:cxn>
                        <a:cxn ang="0">
                          <a:pos x="14" y="77"/>
                        </a:cxn>
                        <a:cxn ang="0">
                          <a:pos x="19" y="83"/>
                        </a:cxn>
                        <a:cxn ang="0">
                          <a:pos x="25" y="92"/>
                        </a:cxn>
                        <a:cxn ang="0">
                          <a:pos x="28" y="99"/>
                        </a:cxn>
                        <a:cxn ang="0">
                          <a:pos x="36" y="109"/>
                        </a:cxn>
                        <a:cxn ang="0">
                          <a:pos x="38" y="117"/>
                        </a:cxn>
                        <a:cxn ang="0">
                          <a:pos x="42" y="124"/>
                        </a:cxn>
                        <a:cxn ang="0">
                          <a:pos x="48" y="125"/>
                        </a:cxn>
                        <a:cxn ang="0">
                          <a:pos x="58" y="133"/>
                        </a:cxn>
                        <a:cxn ang="0">
                          <a:pos x="61" y="139"/>
                        </a:cxn>
                        <a:cxn ang="0">
                          <a:pos x="65" y="151"/>
                        </a:cxn>
                        <a:cxn ang="0">
                          <a:pos x="63" y="158"/>
                        </a:cxn>
                        <a:cxn ang="0">
                          <a:pos x="67" y="171"/>
                        </a:cxn>
                        <a:cxn ang="0">
                          <a:pos x="77" y="183"/>
                        </a:cxn>
                        <a:cxn ang="0">
                          <a:pos x="84" y="188"/>
                        </a:cxn>
                        <a:cxn ang="0">
                          <a:pos x="91" y="193"/>
                        </a:cxn>
                        <a:cxn ang="0">
                          <a:pos x="95" y="196"/>
                        </a:cxn>
                        <a:cxn ang="0">
                          <a:pos x="101" y="213"/>
                        </a:cxn>
                        <a:cxn ang="0">
                          <a:pos x="115" y="231"/>
                        </a:cxn>
                        <a:cxn ang="0">
                          <a:pos x="125" y="239"/>
                        </a:cxn>
                        <a:cxn ang="0">
                          <a:pos x="131" y="235"/>
                        </a:cxn>
                        <a:cxn ang="0">
                          <a:pos x="135" y="222"/>
                        </a:cxn>
                        <a:cxn ang="0">
                          <a:pos x="160" y="231"/>
                        </a:cxn>
                        <a:cxn ang="0">
                          <a:pos x="199" y="215"/>
                        </a:cxn>
                        <a:cxn ang="0">
                          <a:pos x="293" y="144"/>
                        </a:cxn>
                        <a:cxn ang="0">
                          <a:pos x="245" y="143"/>
                        </a:cxn>
                        <a:cxn ang="0">
                          <a:pos x="240" y="122"/>
                        </a:cxn>
                        <a:cxn ang="0">
                          <a:pos x="237" y="120"/>
                        </a:cxn>
                        <a:cxn ang="0">
                          <a:pos x="236" y="117"/>
                        </a:cxn>
                        <a:cxn ang="0">
                          <a:pos x="229" y="114"/>
                        </a:cxn>
                        <a:cxn ang="0">
                          <a:pos x="225" y="110"/>
                        </a:cxn>
                        <a:cxn ang="0">
                          <a:pos x="216" y="94"/>
                        </a:cxn>
                        <a:cxn ang="0">
                          <a:pos x="214" y="86"/>
                        </a:cxn>
                        <a:cxn ang="0">
                          <a:pos x="211" y="82"/>
                        </a:cxn>
                        <a:cxn ang="0">
                          <a:pos x="203" y="72"/>
                        </a:cxn>
                        <a:cxn ang="0">
                          <a:pos x="206" y="72"/>
                        </a:cxn>
                        <a:cxn ang="0">
                          <a:pos x="198" y="69"/>
                        </a:cxn>
                        <a:cxn ang="0">
                          <a:pos x="191" y="57"/>
                        </a:cxn>
                        <a:cxn ang="0">
                          <a:pos x="190" y="54"/>
                        </a:cxn>
                      </a:cxnLst>
                      <a:rect l="0" t="0" r="r" b="b"/>
                      <a:pathLst>
                        <a:path w="296" h="250">
                          <a:moveTo>
                            <a:pt x="190" y="54"/>
                          </a:moveTo>
                          <a:lnTo>
                            <a:pt x="180" y="58"/>
                          </a:lnTo>
                          <a:lnTo>
                            <a:pt x="180" y="53"/>
                          </a:lnTo>
                          <a:lnTo>
                            <a:pt x="167" y="49"/>
                          </a:lnTo>
                          <a:lnTo>
                            <a:pt x="138" y="48"/>
                          </a:lnTo>
                          <a:lnTo>
                            <a:pt x="72" y="3"/>
                          </a:lnTo>
                          <a:lnTo>
                            <a:pt x="58" y="0"/>
                          </a:lnTo>
                          <a:lnTo>
                            <a:pt x="53" y="5"/>
                          </a:lnTo>
                          <a:lnTo>
                            <a:pt x="32" y="12"/>
                          </a:lnTo>
                          <a:lnTo>
                            <a:pt x="48" y="30"/>
                          </a:lnTo>
                          <a:lnTo>
                            <a:pt x="42" y="37"/>
                          </a:lnTo>
                          <a:lnTo>
                            <a:pt x="42" y="41"/>
                          </a:lnTo>
                          <a:lnTo>
                            <a:pt x="31" y="42"/>
                          </a:lnTo>
                          <a:lnTo>
                            <a:pt x="20" y="53"/>
                          </a:lnTo>
                          <a:lnTo>
                            <a:pt x="6" y="49"/>
                          </a:lnTo>
                          <a:lnTo>
                            <a:pt x="1" y="49"/>
                          </a:lnTo>
                          <a:lnTo>
                            <a:pt x="1" y="54"/>
                          </a:lnTo>
                          <a:lnTo>
                            <a:pt x="1" y="60"/>
                          </a:lnTo>
                          <a:lnTo>
                            <a:pt x="0" y="64"/>
                          </a:lnTo>
                          <a:lnTo>
                            <a:pt x="0" y="65"/>
                          </a:lnTo>
                          <a:lnTo>
                            <a:pt x="2" y="65"/>
                          </a:lnTo>
                          <a:lnTo>
                            <a:pt x="2" y="67"/>
                          </a:lnTo>
                          <a:lnTo>
                            <a:pt x="5" y="65"/>
                          </a:lnTo>
                          <a:lnTo>
                            <a:pt x="8" y="67"/>
                          </a:lnTo>
                          <a:lnTo>
                            <a:pt x="8" y="67"/>
                          </a:lnTo>
                          <a:lnTo>
                            <a:pt x="13" y="75"/>
                          </a:lnTo>
                          <a:lnTo>
                            <a:pt x="14" y="77"/>
                          </a:lnTo>
                          <a:lnTo>
                            <a:pt x="16" y="77"/>
                          </a:lnTo>
                          <a:lnTo>
                            <a:pt x="16" y="80"/>
                          </a:lnTo>
                          <a:lnTo>
                            <a:pt x="19" y="83"/>
                          </a:lnTo>
                          <a:lnTo>
                            <a:pt x="20" y="83"/>
                          </a:lnTo>
                          <a:lnTo>
                            <a:pt x="24" y="91"/>
                          </a:lnTo>
                          <a:lnTo>
                            <a:pt x="25" y="92"/>
                          </a:lnTo>
                          <a:lnTo>
                            <a:pt x="25" y="95"/>
                          </a:lnTo>
                          <a:lnTo>
                            <a:pt x="28" y="95"/>
                          </a:lnTo>
                          <a:lnTo>
                            <a:pt x="28" y="99"/>
                          </a:lnTo>
                          <a:lnTo>
                            <a:pt x="31" y="101"/>
                          </a:lnTo>
                          <a:lnTo>
                            <a:pt x="34" y="102"/>
                          </a:lnTo>
                          <a:lnTo>
                            <a:pt x="36" y="109"/>
                          </a:lnTo>
                          <a:lnTo>
                            <a:pt x="38" y="111"/>
                          </a:lnTo>
                          <a:lnTo>
                            <a:pt x="39" y="116"/>
                          </a:lnTo>
                          <a:lnTo>
                            <a:pt x="38" y="117"/>
                          </a:lnTo>
                          <a:lnTo>
                            <a:pt x="38" y="120"/>
                          </a:lnTo>
                          <a:lnTo>
                            <a:pt x="40" y="121"/>
                          </a:lnTo>
                          <a:lnTo>
                            <a:pt x="42" y="124"/>
                          </a:lnTo>
                          <a:lnTo>
                            <a:pt x="43" y="125"/>
                          </a:lnTo>
                          <a:lnTo>
                            <a:pt x="46" y="122"/>
                          </a:lnTo>
                          <a:lnTo>
                            <a:pt x="48" y="125"/>
                          </a:lnTo>
                          <a:lnTo>
                            <a:pt x="53" y="126"/>
                          </a:lnTo>
                          <a:lnTo>
                            <a:pt x="57" y="130"/>
                          </a:lnTo>
                          <a:lnTo>
                            <a:pt x="58" y="133"/>
                          </a:lnTo>
                          <a:lnTo>
                            <a:pt x="58" y="135"/>
                          </a:lnTo>
                          <a:lnTo>
                            <a:pt x="59" y="137"/>
                          </a:lnTo>
                          <a:lnTo>
                            <a:pt x="61" y="139"/>
                          </a:lnTo>
                          <a:lnTo>
                            <a:pt x="62" y="144"/>
                          </a:lnTo>
                          <a:lnTo>
                            <a:pt x="65" y="145"/>
                          </a:lnTo>
                          <a:lnTo>
                            <a:pt x="65" y="151"/>
                          </a:lnTo>
                          <a:lnTo>
                            <a:pt x="66" y="152"/>
                          </a:lnTo>
                          <a:lnTo>
                            <a:pt x="65" y="158"/>
                          </a:lnTo>
                          <a:lnTo>
                            <a:pt x="63" y="158"/>
                          </a:lnTo>
                          <a:lnTo>
                            <a:pt x="65" y="160"/>
                          </a:lnTo>
                          <a:lnTo>
                            <a:pt x="66" y="166"/>
                          </a:lnTo>
                          <a:lnTo>
                            <a:pt x="67" y="171"/>
                          </a:lnTo>
                          <a:lnTo>
                            <a:pt x="69" y="174"/>
                          </a:lnTo>
                          <a:lnTo>
                            <a:pt x="70" y="175"/>
                          </a:lnTo>
                          <a:lnTo>
                            <a:pt x="77" y="183"/>
                          </a:lnTo>
                          <a:lnTo>
                            <a:pt x="80" y="183"/>
                          </a:lnTo>
                          <a:lnTo>
                            <a:pt x="82" y="185"/>
                          </a:lnTo>
                          <a:lnTo>
                            <a:pt x="84" y="188"/>
                          </a:lnTo>
                          <a:lnTo>
                            <a:pt x="85" y="188"/>
                          </a:lnTo>
                          <a:lnTo>
                            <a:pt x="91" y="190"/>
                          </a:lnTo>
                          <a:lnTo>
                            <a:pt x="91" y="193"/>
                          </a:lnTo>
                          <a:lnTo>
                            <a:pt x="93" y="193"/>
                          </a:lnTo>
                          <a:lnTo>
                            <a:pt x="93" y="196"/>
                          </a:lnTo>
                          <a:lnTo>
                            <a:pt x="95" y="196"/>
                          </a:lnTo>
                          <a:lnTo>
                            <a:pt x="99" y="208"/>
                          </a:lnTo>
                          <a:lnTo>
                            <a:pt x="101" y="211"/>
                          </a:lnTo>
                          <a:lnTo>
                            <a:pt x="101" y="213"/>
                          </a:lnTo>
                          <a:lnTo>
                            <a:pt x="112" y="224"/>
                          </a:lnTo>
                          <a:lnTo>
                            <a:pt x="114" y="224"/>
                          </a:lnTo>
                          <a:lnTo>
                            <a:pt x="115" y="231"/>
                          </a:lnTo>
                          <a:lnTo>
                            <a:pt x="119" y="232"/>
                          </a:lnTo>
                          <a:lnTo>
                            <a:pt x="122" y="239"/>
                          </a:lnTo>
                          <a:lnTo>
                            <a:pt x="125" y="239"/>
                          </a:lnTo>
                          <a:lnTo>
                            <a:pt x="127" y="241"/>
                          </a:lnTo>
                          <a:lnTo>
                            <a:pt x="129" y="238"/>
                          </a:lnTo>
                          <a:lnTo>
                            <a:pt x="131" y="235"/>
                          </a:lnTo>
                          <a:lnTo>
                            <a:pt x="130" y="231"/>
                          </a:lnTo>
                          <a:lnTo>
                            <a:pt x="131" y="224"/>
                          </a:lnTo>
                          <a:lnTo>
                            <a:pt x="135" y="222"/>
                          </a:lnTo>
                          <a:lnTo>
                            <a:pt x="139" y="226"/>
                          </a:lnTo>
                          <a:lnTo>
                            <a:pt x="148" y="226"/>
                          </a:lnTo>
                          <a:lnTo>
                            <a:pt x="160" y="231"/>
                          </a:lnTo>
                          <a:lnTo>
                            <a:pt x="173" y="236"/>
                          </a:lnTo>
                          <a:lnTo>
                            <a:pt x="173" y="250"/>
                          </a:lnTo>
                          <a:lnTo>
                            <a:pt x="199" y="215"/>
                          </a:lnTo>
                          <a:lnTo>
                            <a:pt x="294" y="186"/>
                          </a:lnTo>
                          <a:lnTo>
                            <a:pt x="296" y="156"/>
                          </a:lnTo>
                          <a:lnTo>
                            <a:pt x="293" y="144"/>
                          </a:lnTo>
                          <a:lnTo>
                            <a:pt x="293" y="144"/>
                          </a:lnTo>
                          <a:lnTo>
                            <a:pt x="288" y="148"/>
                          </a:lnTo>
                          <a:lnTo>
                            <a:pt x="245" y="143"/>
                          </a:lnTo>
                          <a:lnTo>
                            <a:pt x="243" y="132"/>
                          </a:lnTo>
                          <a:lnTo>
                            <a:pt x="240" y="128"/>
                          </a:lnTo>
                          <a:lnTo>
                            <a:pt x="240" y="122"/>
                          </a:lnTo>
                          <a:lnTo>
                            <a:pt x="240" y="122"/>
                          </a:lnTo>
                          <a:lnTo>
                            <a:pt x="239" y="122"/>
                          </a:lnTo>
                          <a:lnTo>
                            <a:pt x="237" y="120"/>
                          </a:lnTo>
                          <a:lnTo>
                            <a:pt x="237" y="118"/>
                          </a:lnTo>
                          <a:lnTo>
                            <a:pt x="239" y="117"/>
                          </a:lnTo>
                          <a:lnTo>
                            <a:pt x="236" y="117"/>
                          </a:lnTo>
                          <a:lnTo>
                            <a:pt x="236" y="117"/>
                          </a:lnTo>
                          <a:lnTo>
                            <a:pt x="233" y="117"/>
                          </a:lnTo>
                          <a:lnTo>
                            <a:pt x="229" y="114"/>
                          </a:lnTo>
                          <a:lnTo>
                            <a:pt x="229" y="113"/>
                          </a:lnTo>
                          <a:lnTo>
                            <a:pt x="228" y="113"/>
                          </a:lnTo>
                          <a:lnTo>
                            <a:pt x="225" y="110"/>
                          </a:lnTo>
                          <a:lnTo>
                            <a:pt x="225" y="106"/>
                          </a:lnTo>
                          <a:lnTo>
                            <a:pt x="218" y="98"/>
                          </a:lnTo>
                          <a:lnTo>
                            <a:pt x="216" y="94"/>
                          </a:lnTo>
                          <a:lnTo>
                            <a:pt x="217" y="94"/>
                          </a:lnTo>
                          <a:lnTo>
                            <a:pt x="217" y="92"/>
                          </a:lnTo>
                          <a:lnTo>
                            <a:pt x="214" y="86"/>
                          </a:lnTo>
                          <a:lnTo>
                            <a:pt x="214" y="84"/>
                          </a:lnTo>
                          <a:lnTo>
                            <a:pt x="213" y="82"/>
                          </a:lnTo>
                          <a:lnTo>
                            <a:pt x="211" y="82"/>
                          </a:lnTo>
                          <a:lnTo>
                            <a:pt x="207" y="75"/>
                          </a:lnTo>
                          <a:lnTo>
                            <a:pt x="206" y="75"/>
                          </a:lnTo>
                          <a:lnTo>
                            <a:pt x="203" y="72"/>
                          </a:lnTo>
                          <a:lnTo>
                            <a:pt x="203" y="72"/>
                          </a:lnTo>
                          <a:lnTo>
                            <a:pt x="205" y="71"/>
                          </a:lnTo>
                          <a:lnTo>
                            <a:pt x="206" y="72"/>
                          </a:lnTo>
                          <a:lnTo>
                            <a:pt x="205" y="71"/>
                          </a:lnTo>
                          <a:lnTo>
                            <a:pt x="202" y="69"/>
                          </a:lnTo>
                          <a:lnTo>
                            <a:pt x="198" y="69"/>
                          </a:lnTo>
                          <a:lnTo>
                            <a:pt x="195" y="61"/>
                          </a:lnTo>
                          <a:lnTo>
                            <a:pt x="192" y="58"/>
                          </a:lnTo>
                          <a:lnTo>
                            <a:pt x="191" y="57"/>
                          </a:lnTo>
                          <a:lnTo>
                            <a:pt x="191" y="54"/>
                          </a:lnTo>
                          <a:lnTo>
                            <a:pt x="190" y="56"/>
                          </a:lnTo>
                          <a:lnTo>
                            <a:pt x="190" y="54"/>
                          </a:ln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37" name="Freeform 900">
                      <a:extLst>
                        <a:ext uri="{FF2B5EF4-FFF2-40B4-BE49-F238E27FC236}">
                          <a16:creationId xmlns:a16="http://schemas.microsoft.com/office/drawing/2014/main" id="{21C48755-7B85-3476-4B71-2F1D9AD100D8}"/>
                        </a:ext>
                      </a:extLst>
                    </p:cNvPr>
                    <p:cNvSpPr>
                      <a:spLocks noEditPoints="1"/>
                    </p:cNvSpPr>
                    <p:nvPr/>
                  </p:nvSpPr>
                  <p:spPr bwMode="auto">
                    <a:xfrm>
                      <a:off x="5535613" y="5022850"/>
                      <a:ext cx="366713" cy="311150"/>
                    </a:xfrm>
                    <a:custGeom>
                      <a:avLst/>
                      <a:gdLst/>
                      <a:ahLst/>
                      <a:cxnLst>
                        <a:cxn ang="0">
                          <a:pos x="5" y="93"/>
                        </a:cxn>
                        <a:cxn ang="0">
                          <a:pos x="12" y="95"/>
                        </a:cxn>
                        <a:cxn ang="0">
                          <a:pos x="27" y="102"/>
                        </a:cxn>
                        <a:cxn ang="0">
                          <a:pos x="35" y="104"/>
                        </a:cxn>
                        <a:cxn ang="0">
                          <a:pos x="42" y="95"/>
                        </a:cxn>
                        <a:cxn ang="0">
                          <a:pos x="58" y="46"/>
                        </a:cxn>
                        <a:cxn ang="0">
                          <a:pos x="61" y="70"/>
                        </a:cxn>
                        <a:cxn ang="0">
                          <a:pos x="76" y="67"/>
                        </a:cxn>
                        <a:cxn ang="0">
                          <a:pos x="90" y="59"/>
                        </a:cxn>
                        <a:cxn ang="0">
                          <a:pos x="106" y="52"/>
                        </a:cxn>
                        <a:cxn ang="0">
                          <a:pos x="121" y="55"/>
                        </a:cxn>
                        <a:cxn ang="0">
                          <a:pos x="132" y="53"/>
                        </a:cxn>
                        <a:cxn ang="0">
                          <a:pos x="133" y="44"/>
                        </a:cxn>
                        <a:cxn ang="0">
                          <a:pos x="143" y="37"/>
                        </a:cxn>
                        <a:cxn ang="0">
                          <a:pos x="148" y="32"/>
                        </a:cxn>
                        <a:cxn ang="0">
                          <a:pos x="154" y="19"/>
                        </a:cxn>
                        <a:cxn ang="0">
                          <a:pos x="162" y="15"/>
                        </a:cxn>
                        <a:cxn ang="0">
                          <a:pos x="171" y="10"/>
                        </a:cxn>
                        <a:cxn ang="0">
                          <a:pos x="179" y="4"/>
                        </a:cxn>
                        <a:cxn ang="0">
                          <a:pos x="192" y="0"/>
                        </a:cxn>
                        <a:cxn ang="0">
                          <a:pos x="201" y="4"/>
                        </a:cxn>
                        <a:cxn ang="0">
                          <a:pos x="216" y="11"/>
                        </a:cxn>
                        <a:cxn ang="0">
                          <a:pos x="219" y="27"/>
                        </a:cxn>
                        <a:cxn ang="0">
                          <a:pos x="219" y="53"/>
                        </a:cxn>
                        <a:cxn ang="0">
                          <a:pos x="208" y="55"/>
                        </a:cxn>
                        <a:cxn ang="0">
                          <a:pos x="205" y="71"/>
                        </a:cxn>
                        <a:cxn ang="0">
                          <a:pos x="220" y="72"/>
                        </a:cxn>
                        <a:cxn ang="0">
                          <a:pos x="231" y="70"/>
                        </a:cxn>
                        <a:cxn ang="0">
                          <a:pos x="228" y="83"/>
                        </a:cxn>
                        <a:cxn ang="0">
                          <a:pos x="219" y="102"/>
                        </a:cxn>
                        <a:cxn ang="0">
                          <a:pos x="208" y="109"/>
                        </a:cxn>
                        <a:cxn ang="0">
                          <a:pos x="200" y="120"/>
                        </a:cxn>
                        <a:cxn ang="0">
                          <a:pos x="183" y="143"/>
                        </a:cxn>
                        <a:cxn ang="0">
                          <a:pos x="162" y="162"/>
                        </a:cxn>
                        <a:cxn ang="0">
                          <a:pos x="145" y="176"/>
                        </a:cxn>
                        <a:cxn ang="0">
                          <a:pos x="132" y="178"/>
                        </a:cxn>
                        <a:cxn ang="0">
                          <a:pos x="124" y="185"/>
                        </a:cxn>
                        <a:cxn ang="0">
                          <a:pos x="113" y="188"/>
                        </a:cxn>
                        <a:cxn ang="0">
                          <a:pos x="92" y="185"/>
                        </a:cxn>
                        <a:cxn ang="0">
                          <a:pos x="76" y="185"/>
                        </a:cxn>
                        <a:cxn ang="0">
                          <a:pos x="71" y="190"/>
                        </a:cxn>
                        <a:cxn ang="0">
                          <a:pos x="56" y="190"/>
                        </a:cxn>
                        <a:cxn ang="0">
                          <a:pos x="45" y="196"/>
                        </a:cxn>
                        <a:cxn ang="0">
                          <a:pos x="33" y="189"/>
                        </a:cxn>
                        <a:cxn ang="0">
                          <a:pos x="26" y="185"/>
                        </a:cxn>
                        <a:cxn ang="0">
                          <a:pos x="23" y="184"/>
                        </a:cxn>
                        <a:cxn ang="0">
                          <a:pos x="16" y="166"/>
                        </a:cxn>
                        <a:cxn ang="0">
                          <a:pos x="23" y="161"/>
                        </a:cxn>
                        <a:cxn ang="0">
                          <a:pos x="18" y="139"/>
                        </a:cxn>
                        <a:cxn ang="0">
                          <a:pos x="7" y="105"/>
                        </a:cxn>
                        <a:cxn ang="0">
                          <a:pos x="152" y="125"/>
                        </a:cxn>
                        <a:cxn ang="0">
                          <a:pos x="163" y="128"/>
                        </a:cxn>
                        <a:cxn ang="0">
                          <a:pos x="171" y="121"/>
                        </a:cxn>
                        <a:cxn ang="0">
                          <a:pos x="175" y="116"/>
                        </a:cxn>
                        <a:cxn ang="0">
                          <a:pos x="175" y="101"/>
                        </a:cxn>
                        <a:cxn ang="0">
                          <a:pos x="166" y="99"/>
                        </a:cxn>
                        <a:cxn ang="0">
                          <a:pos x="155" y="106"/>
                        </a:cxn>
                        <a:cxn ang="0">
                          <a:pos x="151" y="118"/>
                        </a:cxn>
                      </a:cxnLst>
                      <a:rect l="0" t="0" r="r" b="b"/>
                      <a:pathLst>
                        <a:path w="231" h="196">
                          <a:moveTo>
                            <a:pt x="0" y="97"/>
                          </a:moveTo>
                          <a:lnTo>
                            <a:pt x="3" y="97"/>
                          </a:lnTo>
                          <a:lnTo>
                            <a:pt x="5" y="95"/>
                          </a:lnTo>
                          <a:lnTo>
                            <a:pt x="5" y="94"/>
                          </a:lnTo>
                          <a:lnTo>
                            <a:pt x="5" y="93"/>
                          </a:lnTo>
                          <a:lnTo>
                            <a:pt x="7" y="90"/>
                          </a:lnTo>
                          <a:lnTo>
                            <a:pt x="10" y="89"/>
                          </a:lnTo>
                          <a:lnTo>
                            <a:pt x="11" y="93"/>
                          </a:lnTo>
                          <a:lnTo>
                            <a:pt x="14" y="93"/>
                          </a:lnTo>
                          <a:lnTo>
                            <a:pt x="12" y="95"/>
                          </a:lnTo>
                          <a:lnTo>
                            <a:pt x="15" y="99"/>
                          </a:lnTo>
                          <a:lnTo>
                            <a:pt x="20" y="101"/>
                          </a:lnTo>
                          <a:lnTo>
                            <a:pt x="23" y="102"/>
                          </a:lnTo>
                          <a:lnTo>
                            <a:pt x="24" y="102"/>
                          </a:lnTo>
                          <a:lnTo>
                            <a:pt x="27" y="102"/>
                          </a:lnTo>
                          <a:lnTo>
                            <a:pt x="29" y="102"/>
                          </a:lnTo>
                          <a:lnTo>
                            <a:pt x="30" y="101"/>
                          </a:lnTo>
                          <a:lnTo>
                            <a:pt x="33" y="101"/>
                          </a:lnTo>
                          <a:lnTo>
                            <a:pt x="34" y="104"/>
                          </a:lnTo>
                          <a:lnTo>
                            <a:pt x="35" y="104"/>
                          </a:lnTo>
                          <a:lnTo>
                            <a:pt x="37" y="104"/>
                          </a:lnTo>
                          <a:lnTo>
                            <a:pt x="37" y="101"/>
                          </a:lnTo>
                          <a:lnTo>
                            <a:pt x="38" y="99"/>
                          </a:lnTo>
                          <a:lnTo>
                            <a:pt x="41" y="98"/>
                          </a:lnTo>
                          <a:lnTo>
                            <a:pt x="42" y="95"/>
                          </a:lnTo>
                          <a:lnTo>
                            <a:pt x="45" y="94"/>
                          </a:lnTo>
                          <a:lnTo>
                            <a:pt x="50" y="94"/>
                          </a:lnTo>
                          <a:lnTo>
                            <a:pt x="52" y="94"/>
                          </a:lnTo>
                          <a:lnTo>
                            <a:pt x="53" y="42"/>
                          </a:lnTo>
                          <a:lnTo>
                            <a:pt x="58" y="46"/>
                          </a:lnTo>
                          <a:lnTo>
                            <a:pt x="60" y="51"/>
                          </a:lnTo>
                          <a:lnTo>
                            <a:pt x="63" y="59"/>
                          </a:lnTo>
                          <a:lnTo>
                            <a:pt x="63" y="61"/>
                          </a:lnTo>
                          <a:lnTo>
                            <a:pt x="61" y="67"/>
                          </a:lnTo>
                          <a:lnTo>
                            <a:pt x="61" y="70"/>
                          </a:lnTo>
                          <a:lnTo>
                            <a:pt x="65" y="68"/>
                          </a:lnTo>
                          <a:lnTo>
                            <a:pt x="68" y="70"/>
                          </a:lnTo>
                          <a:lnTo>
                            <a:pt x="71" y="68"/>
                          </a:lnTo>
                          <a:lnTo>
                            <a:pt x="73" y="70"/>
                          </a:lnTo>
                          <a:lnTo>
                            <a:pt x="76" y="67"/>
                          </a:lnTo>
                          <a:lnTo>
                            <a:pt x="79" y="67"/>
                          </a:lnTo>
                          <a:lnTo>
                            <a:pt x="82" y="64"/>
                          </a:lnTo>
                          <a:lnTo>
                            <a:pt x="83" y="63"/>
                          </a:lnTo>
                          <a:lnTo>
                            <a:pt x="88" y="61"/>
                          </a:lnTo>
                          <a:lnTo>
                            <a:pt x="90" y="59"/>
                          </a:lnTo>
                          <a:lnTo>
                            <a:pt x="92" y="52"/>
                          </a:lnTo>
                          <a:lnTo>
                            <a:pt x="97" y="49"/>
                          </a:lnTo>
                          <a:lnTo>
                            <a:pt x="99" y="49"/>
                          </a:lnTo>
                          <a:lnTo>
                            <a:pt x="105" y="49"/>
                          </a:lnTo>
                          <a:lnTo>
                            <a:pt x="106" y="52"/>
                          </a:lnTo>
                          <a:lnTo>
                            <a:pt x="107" y="52"/>
                          </a:lnTo>
                          <a:lnTo>
                            <a:pt x="113" y="55"/>
                          </a:lnTo>
                          <a:lnTo>
                            <a:pt x="116" y="55"/>
                          </a:lnTo>
                          <a:lnTo>
                            <a:pt x="118" y="55"/>
                          </a:lnTo>
                          <a:lnTo>
                            <a:pt x="121" y="55"/>
                          </a:lnTo>
                          <a:lnTo>
                            <a:pt x="124" y="55"/>
                          </a:lnTo>
                          <a:lnTo>
                            <a:pt x="126" y="53"/>
                          </a:lnTo>
                          <a:lnTo>
                            <a:pt x="128" y="55"/>
                          </a:lnTo>
                          <a:lnTo>
                            <a:pt x="129" y="56"/>
                          </a:lnTo>
                          <a:lnTo>
                            <a:pt x="132" y="53"/>
                          </a:lnTo>
                          <a:lnTo>
                            <a:pt x="132" y="53"/>
                          </a:lnTo>
                          <a:lnTo>
                            <a:pt x="132" y="51"/>
                          </a:lnTo>
                          <a:lnTo>
                            <a:pt x="132" y="48"/>
                          </a:lnTo>
                          <a:lnTo>
                            <a:pt x="133" y="46"/>
                          </a:lnTo>
                          <a:lnTo>
                            <a:pt x="133" y="44"/>
                          </a:lnTo>
                          <a:lnTo>
                            <a:pt x="135" y="41"/>
                          </a:lnTo>
                          <a:lnTo>
                            <a:pt x="137" y="40"/>
                          </a:lnTo>
                          <a:lnTo>
                            <a:pt x="140" y="40"/>
                          </a:lnTo>
                          <a:lnTo>
                            <a:pt x="141" y="38"/>
                          </a:lnTo>
                          <a:lnTo>
                            <a:pt x="143" y="37"/>
                          </a:lnTo>
                          <a:lnTo>
                            <a:pt x="143" y="37"/>
                          </a:lnTo>
                          <a:lnTo>
                            <a:pt x="144" y="36"/>
                          </a:lnTo>
                          <a:lnTo>
                            <a:pt x="145" y="33"/>
                          </a:lnTo>
                          <a:lnTo>
                            <a:pt x="148" y="33"/>
                          </a:lnTo>
                          <a:lnTo>
                            <a:pt x="148" y="32"/>
                          </a:lnTo>
                          <a:lnTo>
                            <a:pt x="151" y="32"/>
                          </a:lnTo>
                          <a:lnTo>
                            <a:pt x="151" y="29"/>
                          </a:lnTo>
                          <a:lnTo>
                            <a:pt x="149" y="27"/>
                          </a:lnTo>
                          <a:lnTo>
                            <a:pt x="151" y="25"/>
                          </a:lnTo>
                          <a:lnTo>
                            <a:pt x="154" y="19"/>
                          </a:lnTo>
                          <a:lnTo>
                            <a:pt x="156" y="18"/>
                          </a:lnTo>
                          <a:lnTo>
                            <a:pt x="158" y="18"/>
                          </a:lnTo>
                          <a:lnTo>
                            <a:pt x="159" y="17"/>
                          </a:lnTo>
                          <a:lnTo>
                            <a:pt x="160" y="17"/>
                          </a:lnTo>
                          <a:lnTo>
                            <a:pt x="162" y="15"/>
                          </a:lnTo>
                          <a:lnTo>
                            <a:pt x="163" y="14"/>
                          </a:lnTo>
                          <a:lnTo>
                            <a:pt x="164" y="12"/>
                          </a:lnTo>
                          <a:lnTo>
                            <a:pt x="167" y="10"/>
                          </a:lnTo>
                          <a:lnTo>
                            <a:pt x="170" y="10"/>
                          </a:lnTo>
                          <a:lnTo>
                            <a:pt x="171" y="10"/>
                          </a:lnTo>
                          <a:lnTo>
                            <a:pt x="173" y="10"/>
                          </a:lnTo>
                          <a:lnTo>
                            <a:pt x="175" y="10"/>
                          </a:lnTo>
                          <a:lnTo>
                            <a:pt x="177" y="7"/>
                          </a:lnTo>
                          <a:lnTo>
                            <a:pt x="179" y="7"/>
                          </a:lnTo>
                          <a:lnTo>
                            <a:pt x="179" y="4"/>
                          </a:lnTo>
                          <a:lnTo>
                            <a:pt x="179" y="3"/>
                          </a:lnTo>
                          <a:lnTo>
                            <a:pt x="181" y="2"/>
                          </a:lnTo>
                          <a:lnTo>
                            <a:pt x="183" y="2"/>
                          </a:lnTo>
                          <a:lnTo>
                            <a:pt x="185" y="2"/>
                          </a:lnTo>
                          <a:lnTo>
                            <a:pt x="192" y="0"/>
                          </a:lnTo>
                          <a:lnTo>
                            <a:pt x="194" y="0"/>
                          </a:lnTo>
                          <a:lnTo>
                            <a:pt x="196" y="3"/>
                          </a:lnTo>
                          <a:lnTo>
                            <a:pt x="198" y="3"/>
                          </a:lnTo>
                          <a:lnTo>
                            <a:pt x="201" y="4"/>
                          </a:lnTo>
                          <a:lnTo>
                            <a:pt x="201" y="4"/>
                          </a:lnTo>
                          <a:lnTo>
                            <a:pt x="204" y="4"/>
                          </a:lnTo>
                          <a:lnTo>
                            <a:pt x="208" y="3"/>
                          </a:lnTo>
                          <a:lnTo>
                            <a:pt x="212" y="4"/>
                          </a:lnTo>
                          <a:lnTo>
                            <a:pt x="215" y="7"/>
                          </a:lnTo>
                          <a:lnTo>
                            <a:pt x="216" y="11"/>
                          </a:lnTo>
                          <a:lnTo>
                            <a:pt x="217" y="14"/>
                          </a:lnTo>
                          <a:lnTo>
                            <a:pt x="219" y="18"/>
                          </a:lnTo>
                          <a:lnTo>
                            <a:pt x="219" y="25"/>
                          </a:lnTo>
                          <a:lnTo>
                            <a:pt x="219" y="25"/>
                          </a:lnTo>
                          <a:lnTo>
                            <a:pt x="219" y="27"/>
                          </a:lnTo>
                          <a:lnTo>
                            <a:pt x="219" y="30"/>
                          </a:lnTo>
                          <a:lnTo>
                            <a:pt x="220" y="34"/>
                          </a:lnTo>
                          <a:lnTo>
                            <a:pt x="220" y="45"/>
                          </a:lnTo>
                          <a:lnTo>
                            <a:pt x="219" y="49"/>
                          </a:lnTo>
                          <a:lnTo>
                            <a:pt x="219" y="53"/>
                          </a:lnTo>
                          <a:lnTo>
                            <a:pt x="219" y="59"/>
                          </a:lnTo>
                          <a:lnTo>
                            <a:pt x="216" y="57"/>
                          </a:lnTo>
                          <a:lnTo>
                            <a:pt x="215" y="56"/>
                          </a:lnTo>
                          <a:lnTo>
                            <a:pt x="211" y="53"/>
                          </a:lnTo>
                          <a:lnTo>
                            <a:pt x="208" y="55"/>
                          </a:lnTo>
                          <a:lnTo>
                            <a:pt x="208" y="57"/>
                          </a:lnTo>
                          <a:lnTo>
                            <a:pt x="204" y="64"/>
                          </a:lnTo>
                          <a:lnTo>
                            <a:pt x="202" y="67"/>
                          </a:lnTo>
                          <a:lnTo>
                            <a:pt x="204" y="68"/>
                          </a:lnTo>
                          <a:lnTo>
                            <a:pt x="205" y="71"/>
                          </a:lnTo>
                          <a:lnTo>
                            <a:pt x="207" y="74"/>
                          </a:lnTo>
                          <a:lnTo>
                            <a:pt x="212" y="76"/>
                          </a:lnTo>
                          <a:lnTo>
                            <a:pt x="217" y="76"/>
                          </a:lnTo>
                          <a:lnTo>
                            <a:pt x="219" y="75"/>
                          </a:lnTo>
                          <a:lnTo>
                            <a:pt x="220" y="72"/>
                          </a:lnTo>
                          <a:lnTo>
                            <a:pt x="220" y="71"/>
                          </a:lnTo>
                          <a:lnTo>
                            <a:pt x="221" y="70"/>
                          </a:lnTo>
                          <a:lnTo>
                            <a:pt x="224" y="70"/>
                          </a:lnTo>
                          <a:lnTo>
                            <a:pt x="228" y="70"/>
                          </a:lnTo>
                          <a:lnTo>
                            <a:pt x="231" y="70"/>
                          </a:lnTo>
                          <a:lnTo>
                            <a:pt x="231" y="71"/>
                          </a:lnTo>
                          <a:lnTo>
                            <a:pt x="230" y="74"/>
                          </a:lnTo>
                          <a:lnTo>
                            <a:pt x="231" y="74"/>
                          </a:lnTo>
                          <a:lnTo>
                            <a:pt x="228" y="79"/>
                          </a:lnTo>
                          <a:lnTo>
                            <a:pt x="228" y="83"/>
                          </a:lnTo>
                          <a:lnTo>
                            <a:pt x="226" y="87"/>
                          </a:lnTo>
                          <a:lnTo>
                            <a:pt x="224" y="93"/>
                          </a:lnTo>
                          <a:lnTo>
                            <a:pt x="223" y="95"/>
                          </a:lnTo>
                          <a:lnTo>
                            <a:pt x="221" y="98"/>
                          </a:lnTo>
                          <a:lnTo>
                            <a:pt x="219" y="102"/>
                          </a:lnTo>
                          <a:lnTo>
                            <a:pt x="217" y="102"/>
                          </a:lnTo>
                          <a:lnTo>
                            <a:pt x="216" y="104"/>
                          </a:lnTo>
                          <a:lnTo>
                            <a:pt x="213" y="105"/>
                          </a:lnTo>
                          <a:lnTo>
                            <a:pt x="212" y="106"/>
                          </a:lnTo>
                          <a:lnTo>
                            <a:pt x="208" y="109"/>
                          </a:lnTo>
                          <a:lnTo>
                            <a:pt x="207" y="112"/>
                          </a:lnTo>
                          <a:lnTo>
                            <a:pt x="204" y="116"/>
                          </a:lnTo>
                          <a:lnTo>
                            <a:pt x="204" y="117"/>
                          </a:lnTo>
                          <a:lnTo>
                            <a:pt x="202" y="120"/>
                          </a:lnTo>
                          <a:lnTo>
                            <a:pt x="200" y="120"/>
                          </a:lnTo>
                          <a:lnTo>
                            <a:pt x="197" y="124"/>
                          </a:lnTo>
                          <a:lnTo>
                            <a:pt x="192" y="133"/>
                          </a:lnTo>
                          <a:lnTo>
                            <a:pt x="188" y="139"/>
                          </a:lnTo>
                          <a:lnTo>
                            <a:pt x="186" y="142"/>
                          </a:lnTo>
                          <a:lnTo>
                            <a:pt x="183" y="143"/>
                          </a:lnTo>
                          <a:lnTo>
                            <a:pt x="181" y="147"/>
                          </a:lnTo>
                          <a:lnTo>
                            <a:pt x="179" y="147"/>
                          </a:lnTo>
                          <a:lnTo>
                            <a:pt x="179" y="147"/>
                          </a:lnTo>
                          <a:lnTo>
                            <a:pt x="164" y="162"/>
                          </a:lnTo>
                          <a:lnTo>
                            <a:pt x="162" y="162"/>
                          </a:lnTo>
                          <a:lnTo>
                            <a:pt x="163" y="163"/>
                          </a:lnTo>
                          <a:lnTo>
                            <a:pt x="160" y="166"/>
                          </a:lnTo>
                          <a:lnTo>
                            <a:pt x="151" y="173"/>
                          </a:lnTo>
                          <a:lnTo>
                            <a:pt x="148" y="174"/>
                          </a:lnTo>
                          <a:lnTo>
                            <a:pt x="145" y="176"/>
                          </a:lnTo>
                          <a:lnTo>
                            <a:pt x="145" y="177"/>
                          </a:lnTo>
                          <a:lnTo>
                            <a:pt x="139" y="178"/>
                          </a:lnTo>
                          <a:lnTo>
                            <a:pt x="136" y="180"/>
                          </a:lnTo>
                          <a:lnTo>
                            <a:pt x="133" y="180"/>
                          </a:lnTo>
                          <a:lnTo>
                            <a:pt x="132" y="178"/>
                          </a:lnTo>
                          <a:lnTo>
                            <a:pt x="128" y="180"/>
                          </a:lnTo>
                          <a:lnTo>
                            <a:pt x="124" y="180"/>
                          </a:lnTo>
                          <a:lnTo>
                            <a:pt x="122" y="182"/>
                          </a:lnTo>
                          <a:lnTo>
                            <a:pt x="124" y="185"/>
                          </a:lnTo>
                          <a:lnTo>
                            <a:pt x="124" y="185"/>
                          </a:lnTo>
                          <a:lnTo>
                            <a:pt x="120" y="185"/>
                          </a:lnTo>
                          <a:lnTo>
                            <a:pt x="116" y="184"/>
                          </a:lnTo>
                          <a:lnTo>
                            <a:pt x="114" y="184"/>
                          </a:lnTo>
                          <a:lnTo>
                            <a:pt x="111" y="186"/>
                          </a:lnTo>
                          <a:lnTo>
                            <a:pt x="113" y="188"/>
                          </a:lnTo>
                          <a:lnTo>
                            <a:pt x="111" y="188"/>
                          </a:lnTo>
                          <a:lnTo>
                            <a:pt x="105" y="186"/>
                          </a:lnTo>
                          <a:lnTo>
                            <a:pt x="103" y="185"/>
                          </a:lnTo>
                          <a:lnTo>
                            <a:pt x="97" y="184"/>
                          </a:lnTo>
                          <a:lnTo>
                            <a:pt x="92" y="185"/>
                          </a:lnTo>
                          <a:lnTo>
                            <a:pt x="92" y="185"/>
                          </a:lnTo>
                          <a:lnTo>
                            <a:pt x="90" y="186"/>
                          </a:lnTo>
                          <a:lnTo>
                            <a:pt x="87" y="185"/>
                          </a:lnTo>
                          <a:lnTo>
                            <a:pt x="79" y="185"/>
                          </a:lnTo>
                          <a:lnTo>
                            <a:pt x="76" y="185"/>
                          </a:lnTo>
                          <a:lnTo>
                            <a:pt x="76" y="188"/>
                          </a:lnTo>
                          <a:lnTo>
                            <a:pt x="75" y="188"/>
                          </a:lnTo>
                          <a:lnTo>
                            <a:pt x="72" y="188"/>
                          </a:lnTo>
                          <a:lnTo>
                            <a:pt x="71" y="189"/>
                          </a:lnTo>
                          <a:lnTo>
                            <a:pt x="71" y="190"/>
                          </a:lnTo>
                          <a:lnTo>
                            <a:pt x="67" y="190"/>
                          </a:lnTo>
                          <a:lnTo>
                            <a:pt x="65" y="192"/>
                          </a:lnTo>
                          <a:lnTo>
                            <a:pt x="60" y="190"/>
                          </a:lnTo>
                          <a:lnTo>
                            <a:pt x="57" y="190"/>
                          </a:lnTo>
                          <a:lnTo>
                            <a:pt x="56" y="190"/>
                          </a:lnTo>
                          <a:lnTo>
                            <a:pt x="53" y="190"/>
                          </a:lnTo>
                          <a:lnTo>
                            <a:pt x="50" y="195"/>
                          </a:lnTo>
                          <a:lnTo>
                            <a:pt x="48" y="195"/>
                          </a:lnTo>
                          <a:lnTo>
                            <a:pt x="46" y="196"/>
                          </a:lnTo>
                          <a:lnTo>
                            <a:pt x="45" y="196"/>
                          </a:lnTo>
                          <a:lnTo>
                            <a:pt x="44" y="196"/>
                          </a:lnTo>
                          <a:lnTo>
                            <a:pt x="37" y="193"/>
                          </a:lnTo>
                          <a:lnTo>
                            <a:pt x="35" y="195"/>
                          </a:lnTo>
                          <a:lnTo>
                            <a:pt x="35" y="190"/>
                          </a:lnTo>
                          <a:lnTo>
                            <a:pt x="33" y="189"/>
                          </a:lnTo>
                          <a:lnTo>
                            <a:pt x="30" y="190"/>
                          </a:lnTo>
                          <a:lnTo>
                            <a:pt x="29" y="189"/>
                          </a:lnTo>
                          <a:lnTo>
                            <a:pt x="30" y="189"/>
                          </a:lnTo>
                          <a:lnTo>
                            <a:pt x="29" y="186"/>
                          </a:lnTo>
                          <a:lnTo>
                            <a:pt x="26" y="185"/>
                          </a:lnTo>
                          <a:lnTo>
                            <a:pt x="23" y="188"/>
                          </a:lnTo>
                          <a:lnTo>
                            <a:pt x="23" y="190"/>
                          </a:lnTo>
                          <a:lnTo>
                            <a:pt x="22" y="189"/>
                          </a:lnTo>
                          <a:lnTo>
                            <a:pt x="22" y="185"/>
                          </a:lnTo>
                          <a:lnTo>
                            <a:pt x="23" y="184"/>
                          </a:lnTo>
                          <a:lnTo>
                            <a:pt x="22" y="180"/>
                          </a:lnTo>
                          <a:lnTo>
                            <a:pt x="24" y="177"/>
                          </a:lnTo>
                          <a:lnTo>
                            <a:pt x="22" y="171"/>
                          </a:lnTo>
                          <a:lnTo>
                            <a:pt x="19" y="170"/>
                          </a:lnTo>
                          <a:lnTo>
                            <a:pt x="16" y="166"/>
                          </a:lnTo>
                          <a:lnTo>
                            <a:pt x="16" y="162"/>
                          </a:lnTo>
                          <a:lnTo>
                            <a:pt x="18" y="161"/>
                          </a:lnTo>
                          <a:lnTo>
                            <a:pt x="19" y="162"/>
                          </a:lnTo>
                          <a:lnTo>
                            <a:pt x="20" y="162"/>
                          </a:lnTo>
                          <a:lnTo>
                            <a:pt x="23" y="161"/>
                          </a:lnTo>
                          <a:lnTo>
                            <a:pt x="23" y="156"/>
                          </a:lnTo>
                          <a:lnTo>
                            <a:pt x="22" y="151"/>
                          </a:lnTo>
                          <a:lnTo>
                            <a:pt x="22" y="150"/>
                          </a:lnTo>
                          <a:lnTo>
                            <a:pt x="18" y="143"/>
                          </a:lnTo>
                          <a:lnTo>
                            <a:pt x="18" y="139"/>
                          </a:lnTo>
                          <a:lnTo>
                            <a:pt x="14" y="135"/>
                          </a:lnTo>
                          <a:lnTo>
                            <a:pt x="12" y="125"/>
                          </a:lnTo>
                          <a:lnTo>
                            <a:pt x="10" y="118"/>
                          </a:lnTo>
                          <a:lnTo>
                            <a:pt x="10" y="114"/>
                          </a:lnTo>
                          <a:lnTo>
                            <a:pt x="7" y="105"/>
                          </a:lnTo>
                          <a:lnTo>
                            <a:pt x="1" y="102"/>
                          </a:lnTo>
                          <a:lnTo>
                            <a:pt x="1" y="97"/>
                          </a:lnTo>
                          <a:lnTo>
                            <a:pt x="0" y="97"/>
                          </a:lnTo>
                          <a:lnTo>
                            <a:pt x="0" y="97"/>
                          </a:lnTo>
                          <a:close/>
                          <a:moveTo>
                            <a:pt x="152" y="125"/>
                          </a:moveTo>
                          <a:lnTo>
                            <a:pt x="155" y="127"/>
                          </a:lnTo>
                          <a:lnTo>
                            <a:pt x="156" y="129"/>
                          </a:lnTo>
                          <a:lnTo>
                            <a:pt x="159" y="131"/>
                          </a:lnTo>
                          <a:lnTo>
                            <a:pt x="162" y="129"/>
                          </a:lnTo>
                          <a:lnTo>
                            <a:pt x="163" y="128"/>
                          </a:lnTo>
                          <a:lnTo>
                            <a:pt x="163" y="127"/>
                          </a:lnTo>
                          <a:lnTo>
                            <a:pt x="164" y="124"/>
                          </a:lnTo>
                          <a:lnTo>
                            <a:pt x="167" y="123"/>
                          </a:lnTo>
                          <a:lnTo>
                            <a:pt x="170" y="123"/>
                          </a:lnTo>
                          <a:lnTo>
                            <a:pt x="171" y="121"/>
                          </a:lnTo>
                          <a:lnTo>
                            <a:pt x="174" y="123"/>
                          </a:lnTo>
                          <a:lnTo>
                            <a:pt x="177" y="120"/>
                          </a:lnTo>
                          <a:lnTo>
                            <a:pt x="177" y="118"/>
                          </a:lnTo>
                          <a:lnTo>
                            <a:pt x="175" y="117"/>
                          </a:lnTo>
                          <a:lnTo>
                            <a:pt x="175" y="116"/>
                          </a:lnTo>
                          <a:lnTo>
                            <a:pt x="178" y="114"/>
                          </a:lnTo>
                          <a:lnTo>
                            <a:pt x="181" y="112"/>
                          </a:lnTo>
                          <a:lnTo>
                            <a:pt x="181" y="108"/>
                          </a:lnTo>
                          <a:lnTo>
                            <a:pt x="178" y="102"/>
                          </a:lnTo>
                          <a:lnTo>
                            <a:pt x="175" y="101"/>
                          </a:lnTo>
                          <a:lnTo>
                            <a:pt x="173" y="101"/>
                          </a:lnTo>
                          <a:lnTo>
                            <a:pt x="171" y="99"/>
                          </a:lnTo>
                          <a:lnTo>
                            <a:pt x="170" y="101"/>
                          </a:lnTo>
                          <a:lnTo>
                            <a:pt x="169" y="99"/>
                          </a:lnTo>
                          <a:lnTo>
                            <a:pt x="166" y="99"/>
                          </a:lnTo>
                          <a:lnTo>
                            <a:pt x="166" y="101"/>
                          </a:lnTo>
                          <a:lnTo>
                            <a:pt x="164" y="101"/>
                          </a:lnTo>
                          <a:lnTo>
                            <a:pt x="163" y="102"/>
                          </a:lnTo>
                          <a:lnTo>
                            <a:pt x="158" y="104"/>
                          </a:lnTo>
                          <a:lnTo>
                            <a:pt x="155" y="106"/>
                          </a:lnTo>
                          <a:lnTo>
                            <a:pt x="154" y="110"/>
                          </a:lnTo>
                          <a:lnTo>
                            <a:pt x="149" y="113"/>
                          </a:lnTo>
                          <a:lnTo>
                            <a:pt x="148" y="114"/>
                          </a:lnTo>
                          <a:lnTo>
                            <a:pt x="148" y="117"/>
                          </a:lnTo>
                          <a:lnTo>
                            <a:pt x="151" y="118"/>
                          </a:lnTo>
                          <a:lnTo>
                            <a:pt x="151" y="120"/>
                          </a:lnTo>
                          <a:lnTo>
                            <a:pt x="152" y="123"/>
                          </a:lnTo>
                          <a:lnTo>
                            <a:pt x="152" y="125"/>
                          </a:ln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38" name="Freeform 901">
                      <a:extLst>
                        <a:ext uri="{FF2B5EF4-FFF2-40B4-BE49-F238E27FC236}">
                          <a16:creationId xmlns:a16="http://schemas.microsoft.com/office/drawing/2014/main" id="{A37FB99B-E34B-0DE9-1EB3-EF0DB257F485}"/>
                        </a:ext>
                      </a:extLst>
                    </p:cNvPr>
                    <p:cNvSpPr>
                      <a:spLocks/>
                    </p:cNvSpPr>
                    <p:nvPr/>
                  </p:nvSpPr>
                  <p:spPr bwMode="auto">
                    <a:xfrm>
                      <a:off x="4902201" y="3663950"/>
                      <a:ext cx="261938" cy="209550"/>
                    </a:xfrm>
                    <a:custGeom>
                      <a:avLst/>
                      <a:gdLst/>
                      <a:ahLst/>
                      <a:cxnLst>
                        <a:cxn ang="0">
                          <a:pos x="58" y="120"/>
                        </a:cxn>
                        <a:cxn ang="0">
                          <a:pos x="68" y="110"/>
                        </a:cxn>
                        <a:cxn ang="0">
                          <a:pos x="78" y="106"/>
                        </a:cxn>
                        <a:cxn ang="0">
                          <a:pos x="85" y="106"/>
                        </a:cxn>
                        <a:cxn ang="0">
                          <a:pos x="96" y="105"/>
                        </a:cxn>
                        <a:cxn ang="0">
                          <a:pos x="123" y="89"/>
                        </a:cxn>
                        <a:cxn ang="0">
                          <a:pos x="134" y="79"/>
                        </a:cxn>
                        <a:cxn ang="0">
                          <a:pos x="135" y="71"/>
                        </a:cxn>
                        <a:cxn ang="0">
                          <a:pos x="142" y="64"/>
                        </a:cxn>
                        <a:cxn ang="0">
                          <a:pos x="163" y="63"/>
                        </a:cxn>
                        <a:cxn ang="0">
                          <a:pos x="164" y="59"/>
                        </a:cxn>
                        <a:cxn ang="0">
                          <a:pos x="164" y="55"/>
                        </a:cxn>
                        <a:cxn ang="0">
                          <a:pos x="161" y="53"/>
                        </a:cxn>
                        <a:cxn ang="0">
                          <a:pos x="159" y="49"/>
                        </a:cxn>
                        <a:cxn ang="0">
                          <a:pos x="154" y="34"/>
                        </a:cxn>
                        <a:cxn ang="0">
                          <a:pos x="154" y="28"/>
                        </a:cxn>
                        <a:cxn ang="0">
                          <a:pos x="154" y="22"/>
                        </a:cxn>
                        <a:cxn ang="0">
                          <a:pos x="152" y="17"/>
                        </a:cxn>
                        <a:cxn ang="0">
                          <a:pos x="150" y="14"/>
                        </a:cxn>
                        <a:cxn ang="0">
                          <a:pos x="140" y="13"/>
                        </a:cxn>
                        <a:cxn ang="0">
                          <a:pos x="138" y="9"/>
                        </a:cxn>
                        <a:cxn ang="0">
                          <a:pos x="137" y="9"/>
                        </a:cxn>
                        <a:cxn ang="0">
                          <a:pos x="130" y="11"/>
                        </a:cxn>
                        <a:cxn ang="0">
                          <a:pos x="122" y="10"/>
                        </a:cxn>
                        <a:cxn ang="0">
                          <a:pos x="115" y="13"/>
                        </a:cxn>
                        <a:cxn ang="0">
                          <a:pos x="108" y="9"/>
                        </a:cxn>
                        <a:cxn ang="0">
                          <a:pos x="106" y="4"/>
                        </a:cxn>
                        <a:cxn ang="0">
                          <a:pos x="107" y="2"/>
                        </a:cxn>
                        <a:cxn ang="0">
                          <a:pos x="103" y="2"/>
                        </a:cxn>
                        <a:cxn ang="0">
                          <a:pos x="99" y="3"/>
                        </a:cxn>
                        <a:cxn ang="0">
                          <a:pos x="96" y="14"/>
                        </a:cxn>
                        <a:cxn ang="0">
                          <a:pos x="92" y="23"/>
                        </a:cxn>
                        <a:cxn ang="0">
                          <a:pos x="84" y="33"/>
                        </a:cxn>
                        <a:cxn ang="0">
                          <a:pos x="80" y="36"/>
                        </a:cxn>
                        <a:cxn ang="0">
                          <a:pos x="70" y="41"/>
                        </a:cxn>
                        <a:cxn ang="0">
                          <a:pos x="63" y="45"/>
                        </a:cxn>
                        <a:cxn ang="0">
                          <a:pos x="58" y="49"/>
                        </a:cxn>
                        <a:cxn ang="0">
                          <a:pos x="54" y="59"/>
                        </a:cxn>
                        <a:cxn ang="0">
                          <a:pos x="47" y="67"/>
                        </a:cxn>
                        <a:cxn ang="0">
                          <a:pos x="43" y="78"/>
                        </a:cxn>
                        <a:cxn ang="0">
                          <a:pos x="44" y="89"/>
                        </a:cxn>
                        <a:cxn ang="0">
                          <a:pos x="47" y="91"/>
                        </a:cxn>
                        <a:cxn ang="0">
                          <a:pos x="36" y="105"/>
                        </a:cxn>
                        <a:cxn ang="0">
                          <a:pos x="32" y="114"/>
                        </a:cxn>
                        <a:cxn ang="0">
                          <a:pos x="17" y="124"/>
                        </a:cxn>
                        <a:cxn ang="0">
                          <a:pos x="0" y="131"/>
                        </a:cxn>
                        <a:cxn ang="0">
                          <a:pos x="58" y="132"/>
                        </a:cxn>
                      </a:cxnLst>
                      <a:rect l="0" t="0" r="r" b="b"/>
                      <a:pathLst>
                        <a:path w="165" h="132">
                          <a:moveTo>
                            <a:pt x="58" y="131"/>
                          </a:moveTo>
                          <a:lnTo>
                            <a:pt x="58" y="120"/>
                          </a:lnTo>
                          <a:lnTo>
                            <a:pt x="65" y="114"/>
                          </a:lnTo>
                          <a:lnTo>
                            <a:pt x="68" y="110"/>
                          </a:lnTo>
                          <a:lnTo>
                            <a:pt x="72" y="108"/>
                          </a:lnTo>
                          <a:lnTo>
                            <a:pt x="78" y="106"/>
                          </a:lnTo>
                          <a:lnTo>
                            <a:pt x="82" y="106"/>
                          </a:lnTo>
                          <a:lnTo>
                            <a:pt x="85" y="106"/>
                          </a:lnTo>
                          <a:lnTo>
                            <a:pt x="91" y="106"/>
                          </a:lnTo>
                          <a:lnTo>
                            <a:pt x="96" y="105"/>
                          </a:lnTo>
                          <a:lnTo>
                            <a:pt x="108" y="98"/>
                          </a:lnTo>
                          <a:lnTo>
                            <a:pt x="123" y="89"/>
                          </a:lnTo>
                          <a:lnTo>
                            <a:pt x="133" y="82"/>
                          </a:lnTo>
                          <a:lnTo>
                            <a:pt x="134" y="79"/>
                          </a:lnTo>
                          <a:lnTo>
                            <a:pt x="134" y="75"/>
                          </a:lnTo>
                          <a:lnTo>
                            <a:pt x="135" y="71"/>
                          </a:lnTo>
                          <a:lnTo>
                            <a:pt x="138" y="70"/>
                          </a:lnTo>
                          <a:lnTo>
                            <a:pt x="142" y="64"/>
                          </a:lnTo>
                          <a:lnTo>
                            <a:pt x="145" y="63"/>
                          </a:lnTo>
                          <a:lnTo>
                            <a:pt x="163" y="63"/>
                          </a:lnTo>
                          <a:lnTo>
                            <a:pt x="164" y="60"/>
                          </a:lnTo>
                          <a:lnTo>
                            <a:pt x="164" y="59"/>
                          </a:lnTo>
                          <a:lnTo>
                            <a:pt x="165" y="55"/>
                          </a:lnTo>
                          <a:lnTo>
                            <a:pt x="164" y="55"/>
                          </a:lnTo>
                          <a:lnTo>
                            <a:pt x="163" y="55"/>
                          </a:lnTo>
                          <a:lnTo>
                            <a:pt x="161" y="53"/>
                          </a:lnTo>
                          <a:lnTo>
                            <a:pt x="159" y="52"/>
                          </a:lnTo>
                          <a:lnTo>
                            <a:pt x="159" y="49"/>
                          </a:lnTo>
                          <a:lnTo>
                            <a:pt x="156" y="45"/>
                          </a:lnTo>
                          <a:lnTo>
                            <a:pt x="154" y="34"/>
                          </a:lnTo>
                          <a:lnTo>
                            <a:pt x="154" y="33"/>
                          </a:lnTo>
                          <a:lnTo>
                            <a:pt x="154" y="28"/>
                          </a:lnTo>
                          <a:lnTo>
                            <a:pt x="154" y="22"/>
                          </a:lnTo>
                          <a:lnTo>
                            <a:pt x="154" y="22"/>
                          </a:lnTo>
                          <a:lnTo>
                            <a:pt x="153" y="19"/>
                          </a:lnTo>
                          <a:lnTo>
                            <a:pt x="152" y="17"/>
                          </a:lnTo>
                          <a:lnTo>
                            <a:pt x="152" y="15"/>
                          </a:lnTo>
                          <a:lnTo>
                            <a:pt x="150" y="14"/>
                          </a:lnTo>
                          <a:lnTo>
                            <a:pt x="148" y="14"/>
                          </a:lnTo>
                          <a:lnTo>
                            <a:pt x="140" y="13"/>
                          </a:lnTo>
                          <a:lnTo>
                            <a:pt x="138" y="11"/>
                          </a:lnTo>
                          <a:lnTo>
                            <a:pt x="138" y="9"/>
                          </a:lnTo>
                          <a:lnTo>
                            <a:pt x="137" y="9"/>
                          </a:lnTo>
                          <a:lnTo>
                            <a:pt x="137" y="9"/>
                          </a:lnTo>
                          <a:lnTo>
                            <a:pt x="134" y="11"/>
                          </a:lnTo>
                          <a:lnTo>
                            <a:pt x="130" y="11"/>
                          </a:lnTo>
                          <a:lnTo>
                            <a:pt x="125" y="11"/>
                          </a:lnTo>
                          <a:lnTo>
                            <a:pt x="122" y="10"/>
                          </a:lnTo>
                          <a:lnTo>
                            <a:pt x="119" y="13"/>
                          </a:lnTo>
                          <a:lnTo>
                            <a:pt x="115" y="13"/>
                          </a:lnTo>
                          <a:lnTo>
                            <a:pt x="112" y="13"/>
                          </a:lnTo>
                          <a:lnTo>
                            <a:pt x="108" y="9"/>
                          </a:lnTo>
                          <a:lnTo>
                            <a:pt x="107" y="7"/>
                          </a:lnTo>
                          <a:lnTo>
                            <a:pt x="106" y="4"/>
                          </a:lnTo>
                          <a:lnTo>
                            <a:pt x="106" y="3"/>
                          </a:lnTo>
                          <a:lnTo>
                            <a:pt x="107" y="2"/>
                          </a:lnTo>
                          <a:lnTo>
                            <a:pt x="106" y="0"/>
                          </a:lnTo>
                          <a:lnTo>
                            <a:pt x="103" y="2"/>
                          </a:lnTo>
                          <a:lnTo>
                            <a:pt x="102" y="3"/>
                          </a:lnTo>
                          <a:lnTo>
                            <a:pt x="99" y="3"/>
                          </a:lnTo>
                          <a:lnTo>
                            <a:pt x="96" y="6"/>
                          </a:lnTo>
                          <a:lnTo>
                            <a:pt x="96" y="14"/>
                          </a:lnTo>
                          <a:lnTo>
                            <a:pt x="93" y="18"/>
                          </a:lnTo>
                          <a:lnTo>
                            <a:pt x="92" y="23"/>
                          </a:lnTo>
                          <a:lnTo>
                            <a:pt x="91" y="28"/>
                          </a:lnTo>
                          <a:lnTo>
                            <a:pt x="84" y="33"/>
                          </a:lnTo>
                          <a:lnTo>
                            <a:pt x="82" y="33"/>
                          </a:lnTo>
                          <a:lnTo>
                            <a:pt x="80" y="36"/>
                          </a:lnTo>
                          <a:lnTo>
                            <a:pt x="74" y="37"/>
                          </a:lnTo>
                          <a:lnTo>
                            <a:pt x="70" y="41"/>
                          </a:lnTo>
                          <a:lnTo>
                            <a:pt x="69" y="41"/>
                          </a:lnTo>
                          <a:lnTo>
                            <a:pt x="63" y="45"/>
                          </a:lnTo>
                          <a:lnTo>
                            <a:pt x="59" y="47"/>
                          </a:lnTo>
                          <a:lnTo>
                            <a:pt x="58" y="49"/>
                          </a:lnTo>
                          <a:lnTo>
                            <a:pt x="51" y="53"/>
                          </a:lnTo>
                          <a:lnTo>
                            <a:pt x="54" y="59"/>
                          </a:lnTo>
                          <a:lnTo>
                            <a:pt x="53" y="63"/>
                          </a:lnTo>
                          <a:lnTo>
                            <a:pt x="47" y="67"/>
                          </a:lnTo>
                          <a:lnTo>
                            <a:pt x="43" y="75"/>
                          </a:lnTo>
                          <a:lnTo>
                            <a:pt x="43" y="78"/>
                          </a:lnTo>
                          <a:lnTo>
                            <a:pt x="46" y="83"/>
                          </a:lnTo>
                          <a:lnTo>
                            <a:pt x="44" y="89"/>
                          </a:lnTo>
                          <a:lnTo>
                            <a:pt x="46" y="90"/>
                          </a:lnTo>
                          <a:lnTo>
                            <a:pt x="47" y="91"/>
                          </a:lnTo>
                          <a:lnTo>
                            <a:pt x="46" y="95"/>
                          </a:lnTo>
                          <a:lnTo>
                            <a:pt x="36" y="105"/>
                          </a:lnTo>
                          <a:lnTo>
                            <a:pt x="36" y="109"/>
                          </a:lnTo>
                          <a:lnTo>
                            <a:pt x="32" y="114"/>
                          </a:lnTo>
                          <a:lnTo>
                            <a:pt x="27" y="114"/>
                          </a:lnTo>
                          <a:lnTo>
                            <a:pt x="17" y="124"/>
                          </a:lnTo>
                          <a:lnTo>
                            <a:pt x="4" y="125"/>
                          </a:lnTo>
                          <a:lnTo>
                            <a:pt x="0" y="131"/>
                          </a:lnTo>
                          <a:lnTo>
                            <a:pt x="58" y="131"/>
                          </a:lnTo>
                          <a:lnTo>
                            <a:pt x="58" y="132"/>
                          </a:lnTo>
                          <a:lnTo>
                            <a:pt x="58" y="131"/>
                          </a:lnTo>
                          <a:close/>
                        </a:path>
                      </a:pathLst>
                    </a:custGeom>
                    <a:solidFill>
                      <a:srgbClr val="D4D4D4"/>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39" name="Freeform 902">
                      <a:extLst>
                        <a:ext uri="{FF2B5EF4-FFF2-40B4-BE49-F238E27FC236}">
                          <a16:creationId xmlns:a16="http://schemas.microsoft.com/office/drawing/2014/main" id="{2B9C567F-8141-15B8-BE83-A81C54810BB1}"/>
                        </a:ext>
                      </a:extLst>
                    </p:cNvPr>
                    <p:cNvSpPr>
                      <a:spLocks/>
                    </p:cNvSpPr>
                    <p:nvPr/>
                  </p:nvSpPr>
                  <p:spPr bwMode="auto">
                    <a:xfrm>
                      <a:off x="4808538" y="3871913"/>
                      <a:ext cx="185738" cy="150813"/>
                    </a:xfrm>
                    <a:custGeom>
                      <a:avLst/>
                      <a:gdLst/>
                      <a:ahLst/>
                      <a:cxnLst>
                        <a:cxn ang="0">
                          <a:pos x="117" y="4"/>
                        </a:cxn>
                        <a:cxn ang="0">
                          <a:pos x="117" y="0"/>
                        </a:cxn>
                        <a:cxn ang="0">
                          <a:pos x="59" y="0"/>
                        </a:cxn>
                        <a:cxn ang="0">
                          <a:pos x="53" y="8"/>
                        </a:cxn>
                        <a:cxn ang="0">
                          <a:pos x="53" y="13"/>
                        </a:cxn>
                        <a:cxn ang="0">
                          <a:pos x="50" y="13"/>
                        </a:cxn>
                        <a:cxn ang="0">
                          <a:pos x="41" y="19"/>
                        </a:cxn>
                        <a:cxn ang="0">
                          <a:pos x="40" y="22"/>
                        </a:cxn>
                        <a:cxn ang="0">
                          <a:pos x="37" y="23"/>
                        </a:cxn>
                        <a:cxn ang="0">
                          <a:pos x="37" y="27"/>
                        </a:cxn>
                        <a:cxn ang="0">
                          <a:pos x="29" y="39"/>
                        </a:cxn>
                        <a:cxn ang="0">
                          <a:pos x="29" y="43"/>
                        </a:cxn>
                        <a:cxn ang="0">
                          <a:pos x="22" y="50"/>
                        </a:cxn>
                        <a:cxn ang="0">
                          <a:pos x="19" y="51"/>
                        </a:cxn>
                        <a:cxn ang="0">
                          <a:pos x="17" y="58"/>
                        </a:cxn>
                        <a:cxn ang="0">
                          <a:pos x="17" y="61"/>
                        </a:cxn>
                        <a:cxn ang="0">
                          <a:pos x="11" y="69"/>
                        </a:cxn>
                        <a:cxn ang="0">
                          <a:pos x="11" y="70"/>
                        </a:cxn>
                        <a:cxn ang="0">
                          <a:pos x="12" y="72"/>
                        </a:cxn>
                        <a:cxn ang="0">
                          <a:pos x="10" y="72"/>
                        </a:cxn>
                        <a:cxn ang="0">
                          <a:pos x="6" y="80"/>
                        </a:cxn>
                        <a:cxn ang="0">
                          <a:pos x="3" y="81"/>
                        </a:cxn>
                        <a:cxn ang="0">
                          <a:pos x="2" y="83"/>
                        </a:cxn>
                        <a:cxn ang="0">
                          <a:pos x="2" y="87"/>
                        </a:cxn>
                        <a:cxn ang="0">
                          <a:pos x="0" y="89"/>
                        </a:cxn>
                        <a:cxn ang="0">
                          <a:pos x="0" y="95"/>
                        </a:cxn>
                        <a:cxn ang="0">
                          <a:pos x="57" y="94"/>
                        </a:cxn>
                        <a:cxn ang="0">
                          <a:pos x="57" y="68"/>
                        </a:cxn>
                        <a:cxn ang="0">
                          <a:pos x="59" y="64"/>
                        </a:cxn>
                        <a:cxn ang="0">
                          <a:pos x="61" y="62"/>
                        </a:cxn>
                        <a:cxn ang="0">
                          <a:pos x="65" y="61"/>
                        </a:cxn>
                        <a:cxn ang="0">
                          <a:pos x="71" y="61"/>
                        </a:cxn>
                        <a:cxn ang="0">
                          <a:pos x="71" y="24"/>
                        </a:cxn>
                        <a:cxn ang="0">
                          <a:pos x="116" y="24"/>
                        </a:cxn>
                        <a:cxn ang="0">
                          <a:pos x="117" y="5"/>
                        </a:cxn>
                        <a:cxn ang="0">
                          <a:pos x="117" y="4"/>
                        </a:cxn>
                      </a:cxnLst>
                      <a:rect l="0" t="0" r="r" b="b"/>
                      <a:pathLst>
                        <a:path w="117" h="95">
                          <a:moveTo>
                            <a:pt x="117" y="4"/>
                          </a:moveTo>
                          <a:lnTo>
                            <a:pt x="117" y="0"/>
                          </a:lnTo>
                          <a:lnTo>
                            <a:pt x="59" y="0"/>
                          </a:lnTo>
                          <a:lnTo>
                            <a:pt x="53" y="8"/>
                          </a:lnTo>
                          <a:lnTo>
                            <a:pt x="53" y="13"/>
                          </a:lnTo>
                          <a:lnTo>
                            <a:pt x="50" y="13"/>
                          </a:lnTo>
                          <a:lnTo>
                            <a:pt x="41" y="19"/>
                          </a:lnTo>
                          <a:lnTo>
                            <a:pt x="40" y="22"/>
                          </a:lnTo>
                          <a:lnTo>
                            <a:pt x="37" y="23"/>
                          </a:lnTo>
                          <a:lnTo>
                            <a:pt x="37" y="27"/>
                          </a:lnTo>
                          <a:lnTo>
                            <a:pt x="29" y="39"/>
                          </a:lnTo>
                          <a:lnTo>
                            <a:pt x="29" y="43"/>
                          </a:lnTo>
                          <a:lnTo>
                            <a:pt x="22" y="50"/>
                          </a:lnTo>
                          <a:lnTo>
                            <a:pt x="19" y="51"/>
                          </a:lnTo>
                          <a:lnTo>
                            <a:pt x="17" y="58"/>
                          </a:lnTo>
                          <a:lnTo>
                            <a:pt x="17" y="61"/>
                          </a:lnTo>
                          <a:lnTo>
                            <a:pt x="11" y="69"/>
                          </a:lnTo>
                          <a:lnTo>
                            <a:pt x="11" y="70"/>
                          </a:lnTo>
                          <a:lnTo>
                            <a:pt x="12" y="72"/>
                          </a:lnTo>
                          <a:lnTo>
                            <a:pt x="10" y="72"/>
                          </a:lnTo>
                          <a:lnTo>
                            <a:pt x="6" y="80"/>
                          </a:lnTo>
                          <a:lnTo>
                            <a:pt x="3" y="81"/>
                          </a:lnTo>
                          <a:lnTo>
                            <a:pt x="2" y="83"/>
                          </a:lnTo>
                          <a:lnTo>
                            <a:pt x="2" y="87"/>
                          </a:lnTo>
                          <a:lnTo>
                            <a:pt x="0" y="89"/>
                          </a:lnTo>
                          <a:lnTo>
                            <a:pt x="0" y="95"/>
                          </a:lnTo>
                          <a:lnTo>
                            <a:pt x="57" y="94"/>
                          </a:lnTo>
                          <a:lnTo>
                            <a:pt x="57" y="68"/>
                          </a:lnTo>
                          <a:lnTo>
                            <a:pt x="59" y="64"/>
                          </a:lnTo>
                          <a:lnTo>
                            <a:pt x="61" y="62"/>
                          </a:lnTo>
                          <a:lnTo>
                            <a:pt x="65" y="61"/>
                          </a:lnTo>
                          <a:lnTo>
                            <a:pt x="71" y="61"/>
                          </a:lnTo>
                          <a:lnTo>
                            <a:pt x="71" y="24"/>
                          </a:lnTo>
                          <a:lnTo>
                            <a:pt x="116" y="24"/>
                          </a:lnTo>
                          <a:lnTo>
                            <a:pt x="117" y="5"/>
                          </a:lnTo>
                          <a:lnTo>
                            <a:pt x="117" y="4"/>
                          </a:ln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grpSp>
              <p:sp>
                <p:nvSpPr>
                  <p:cNvPr id="170" name="Freeform 976">
                    <a:extLst>
                      <a:ext uri="{FF2B5EF4-FFF2-40B4-BE49-F238E27FC236}">
                        <a16:creationId xmlns:a16="http://schemas.microsoft.com/office/drawing/2014/main" id="{71A1F09F-A634-4BDA-24DE-AA7662A8847C}"/>
                      </a:ext>
                    </a:extLst>
                  </p:cNvPr>
                  <p:cNvSpPr>
                    <a:spLocks noEditPoints="1"/>
                  </p:cNvSpPr>
                  <p:nvPr/>
                </p:nvSpPr>
                <p:spPr bwMode="auto">
                  <a:xfrm>
                    <a:off x="7657772" y="1447800"/>
                    <a:ext cx="1126869" cy="953295"/>
                  </a:xfrm>
                  <a:custGeom>
                    <a:avLst/>
                    <a:gdLst/>
                    <a:ahLst/>
                    <a:cxnLst>
                      <a:cxn ang="0">
                        <a:pos x="900" y="83"/>
                      </a:cxn>
                      <a:cxn ang="0">
                        <a:pos x="906" y="197"/>
                      </a:cxn>
                      <a:cxn ang="0">
                        <a:pos x="902" y="215"/>
                      </a:cxn>
                      <a:cxn ang="0">
                        <a:pos x="967" y="134"/>
                      </a:cxn>
                      <a:cxn ang="0">
                        <a:pos x="991" y="79"/>
                      </a:cxn>
                      <a:cxn ang="0">
                        <a:pos x="1059" y="27"/>
                      </a:cxn>
                      <a:cxn ang="0">
                        <a:pos x="1228" y="42"/>
                      </a:cxn>
                      <a:cxn ang="0">
                        <a:pos x="1050" y="177"/>
                      </a:cxn>
                      <a:cxn ang="0">
                        <a:pos x="951" y="254"/>
                      </a:cxn>
                      <a:cxn ang="0">
                        <a:pos x="988" y="579"/>
                      </a:cxn>
                      <a:cxn ang="0">
                        <a:pos x="863" y="219"/>
                      </a:cxn>
                      <a:cxn ang="0">
                        <a:pos x="773" y="154"/>
                      </a:cxn>
                      <a:cxn ang="0">
                        <a:pos x="644" y="130"/>
                      </a:cxn>
                      <a:cxn ang="0">
                        <a:pos x="844" y="259"/>
                      </a:cxn>
                      <a:cxn ang="0">
                        <a:pos x="879" y="346"/>
                      </a:cxn>
                      <a:cxn ang="0">
                        <a:pos x="512" y="175"/>
                      </a:cxn>
                      <a:cxn ang="0">
                        <a:pos x="802" y="348"/>
                      </a:cxn>
                      <a:cxn ang="0">
                        <a:pos x="742" y="266"/>
                      </a:cxn>
                      <a:cxn ang="0">
                        <a:pos x="564" y="198"/>
                      </a:cxn>
                      <a:cxn ang="0">
                        <a:pos x="621" y="238"/>
                      </a:cxn>
                      <a:cxn ang="0">
                        <a:pos x="424" y="285"/>
                      </a:cxn>
                      <a:cxn ang="0">
                        <a:pos x="645" y="379"/>
                      </a:cxn>
                      <a:cxn ang="0">
                        <a:pos x="719" y="357"/>
                      </a:cxn>
                      <a:cxn ang="0">
                        <a:pos x="738" y="397"/>
                      </a:cxn>
                      <a:cxn ang="0">
                        <a:pos x="852" y="554"/>
                      </a:cxn>
                      <a:cxn ang="0">
                        <a:pos x="761" y="610"/>
                      </a:cxn>
                      <a:cxn ang="0">
                        <a:pos x="602" y="461"/>
                      </a:cxn>
                      <a:cxn ang="0">
                        <a:pos x="548" y="348"/>
                      </a:cxn>
                      <a:cxn ang="0">
                        <a:pos x="492" y="420"/>
                      </a:cxn>
                      <a:cxn ang="0">
                        <a:pos x="864" y="569"/>
                      </a:cxn>
                      <a:cxn ang="0">
                        <a:pos x="957" y="486"/>
                      </a:cxn>
                      <a:cxn ang="0">
                        <a:pos x="901" y="611"/>
                      </a:cxn>
                      <a:cxn ang="0">
                        <a:pos x="821" y="489"/>
                      </a:cxn>
                      <a:cxn ang="0">
                        <a:pos x="811" y="446"/>
                      </a:cxn>
                      <a:cxn ang="0">
                        <a:pos x="886" y="432"/>
                      </a:cxn>
                      <a:cxn ang="0">
                        <a:pos x="959" y="485"/>
                      </a:cxn>
                      <a:cxn ang="0">
                        <a:pos x="993" y="550"/>
                      </a:cxn>
                      <a:cxn ang="0">
                        <a:pos x="1014" y="618"/>
                      </a:cxn>
                      <a:cxn ang="0">
                        <a:pos x="982" y="651"/>
                      </a:cxn>
                      <a:cxn ang="0">
                        <a:pos x="976" y="701"/>
                      </a:cxn>
                      <a:cxn ang="0">
                        <a:pos x="777" y="683"/>
                      </a:cxn>
                      <a:cxn ang="0">
                        <a:pos x="957" y="759"/>
                      </a:cxn>
                      <a:cxn ang="0">
                        <a:pos x="750" y="864"/>
                      </a:cxn>
                      <a:cxn ang="0">
                        <a:pos x="999" y="1005"/>
                      </a:cxn>
                      <a:cxn ang="0">
                        <a:pos x="1037" y="1068"/>
                      </a:cxn>
                      <a:cxn ang="0">
                        <a:pos x="1015" y="1016"/>
                      </a:cxn>
                      <a:cxn ang="0">
                        <a:pos x="953" y="1079"/>
                      </a:cxn>
                      <a:cxn ang="0">
                        <a:pos x="78" y="887"/>
                      </a:cxn>
                      <a:cxn ang="0">
                        <a:pos x="330" y="359"/>
                      </a:cxn>
                      <a:cxn ang="0">
                        <a:pos x="87" y="910"/>
                      </a:cxn>
                      <a:cxn ang="0">
                        <a:pos x="74" y="751"/>
                      </a:cxn>
                      <a:cxn ang="0">
                        <a:pos x="273" y="393"/>
                      </a:cxn>
                      <a:cxn ang="0">
                        <a:pos x="488" y="515"/>
                      </a:cxn>
                      <a:cxn ang="0">
                        <a:pos x="625" y="535"/>
                      </a:cxn>
                      <a:cxn ang="0">
                        <a:pos x="670" y="459"/>
                      </a:cxn>
                      <a:cxn ang="0">
                        <a:pos x="757" y="554"/>
                      </a:cxn>
                      <a:cxn ang="0">
                        <a:pos x="742" y="592"/>
                      </a:cxn>
                      <a:cxn ang="0">
                        <a:pos x="609" y="711"/>
                      </a:cxn>
                      <a:cxn ang="0">
                        <a:pos x="734" y="908"/>
                      </a:cxn>
                      <a:cxn ang="0">
                        <a:pos x="890" y="814"/>
                      </a:cxn>
                      <a:cxn ang="0">
                        <a:pos x="973" y="889"/>
                      </a:cxn>
                      <a:cxn ang="0">
                        <a:pos x="988" y="985"/>
                      </a:cxn>
                      <a:cxn ang="0">
                        <a:pos x="913" y="1103"/>
                      </a:cxn>
                    </a:cxnLst>
                    <a:rect l="0" t="0" r="r" b="b"/>
                    <a:pathLst>
                      <a:path w="1236" h="1147">
                        <a:moveTo>
                          <a:pt x="894" y="201"/>
                        </a:moveTo>
                        <a:lnTo>
                          <a:pt x="895" y="200"/>
                        </a:lnTo>
                        <a:lnTo>
                          <a:pt x="898" y="197"/>
                        </a:lnTo>
                        <a:lnTo>
                          <a:pt x="902" y="192"/>
                        </a:lnTo>
                        <a:lnTo>
                          <a:pt x="904" y="185"/>
                        </a:lnTo>
                        <a:lnTo>
                          <a:pt x="906" y="183"/>
                        </a:lnTo>
                        <a:lnTo>
                          <a:pt x="906" y="186"/>
                        </a:lnTo>
                        <a:lnTo>
                          <a:pt x="905" y="190"/>
                        </a:lnTo>
                        <a:lnTo>
                          <a:pt x="905" y="192"/>
                        </a:lnTo>
                        <a:lnTo>
                          <a:pt x="908" y="192"/>
                        </a:lnTo>
                        <a:lnTo>
                          <a:pt x="910" y="189"/>
                        </a:lnTo>
                        <a:lnTo>
                          <a:pt x="913" y="187"/>
                        </a:lnTo>
                        <a:lnTo>
                          <a:pt x="912" y="185"/>
                        </a:lnTo>
                        <a:lnTo>
                          <a:pt x="909" y="183"/>
                        </a:lnTo>
                        <a:lnTo>
                          <a:pt x="909" y="183"/>
                        </a:lnTo>
                        <a:lnTo>
                          <a:pt x="913" y="182"/>
                        </a:lnTo>
                        <a:lnTo>
                          <a:pt x="913" y="178"/>
                        </a:lnTo>
                        <a:lnTo>
                          <a:pt x="912" y="177"/>
                        </a:lnTo>
                        <a:lnTo>
                          <a:pt x="912" y="174"/>
                        </a:lnTo>
                        <a:lnTo>
                          <a:pt x="916" y="171"/>
                        </a:lnTo>
                        <a:lnTo>
                          <a:pt x="917" y="166"/>
                        </a:lnTo>
                        <a:lnTo>
                          <a:pt x="920" y="166"/>
                        </a:lnTo>
                        <a:lnTo>
                          <a:pt x="921" y="163"/>
                        </a:lnTo>
                        <a:lnTo>
                          <a:pt x="920" y="166"/>
                        </a:lnTo>
                        <a:lnTo>
                          <a:pt x="921" y="167"/>
                        </a:lnTo>
                        <a:lnTo>
                          <a:pt x="919" y="167"/>
                        </a:lnTo>
                        <a:lnTo>
                          <a:pt x="917" y="173"/>
                        </a:lnTo>
                        <a:lnTo>
                          <a:pt x="914" y="175"/>
                        </a:lnTo>
                        <a:lnTo>
                          <a:pt x="914" y="179"/>
                        </a:lnTo>
                        <a:lnTo>
                          <a:pt x="916" y="182"/>
                        </a:lnTo>
                        <a:lnTo>
                          <a:pt x="916" y="185"/>
                        </a:lnTo>
                        <a:lnTo>
                          <a:pt x="917" y="183"/>
                        </a:lnTo>
                        <a:lnTo>
                          <a:pt x="920" y="179"/>
                        </a:lnTo>
                        <a:lnTo>
                          <a:pt x="925" y="175"/>
                        </a:lnTo>
                        <a:lnTo>
                          <a:pt x="927" y="171"/>
                        </a:lnTo>
                        <a:lnTo>
                          <a:pt x="927" y="168"/>
                        </a:lnTo>
                        <a:lnTo>
                          <a:pt x="929" y="164"/>
                        </a:lnTo>
                        <a:lnTo>
                          <a:pt x="931" y="164"/>
                        </a:lnTo>
                        <a:lnTo>
                          <a:pt x="931" y="166"/>
                        </a:lnTo>
                        <a:lnTo>
                          <a:pt x="931" y="167"/>
                        </a:lnTo>
                        <a:lnTo>
                          <a:pt x="931" y="170"/>
                        </a:lnTo>
                        <a:lnTo>
                          <a:pt x="932" y="170"/>
                        </a:lnTo>
                        <a:lnTo>
                          <a:pt x="935" y="166"/>
                        </a:lnTo>
                        <a:lnTo>
                          <a:pt x="938" y="166"/>
                        </a:lnTo>
                        <a:lnTo>
                          <a:pt x="942" y="166"/>
                        </a:lnTo>
                        <a:lnTo>
                          <a:pt x="947" y="164"/>
                        </a:lnTo>
                        <a:lnTo>
                          <a:pt x="950" y="164"/>
                        </a:lnTo>
                        <a:lnTo>
                          <a:pt x="951" y="162"/>
                        </a:lnTo>
                        <a:lnTo>
                          <a:pt x="954" y="162"/>
                        </a:lnTo>
                        <a:lnTo>
                          <a:pt x="955" y="159"/>
                        </a:lnTo>
                        <a:lnTo>
                          <a:pt x="955" y="156"/>
                        </a:lnTo>
                        <a:lnTo>
                          <a:pt x="955" y="155"/>
                        </a:lnTo>
                        <a:lnTo>
                          <a:pt x="954" y="152"/>
                        </a:lnTo>
                        <a:lnTo>
                          <a:pt x="955" y="149"/>
                        </a:lnTo>
                        <a:lnTo>
                          <a:pt x="955" y="143"/>
                        </a:lnTo>
                        <a:lnTo>
                          <a:pt x="954" y="143"/>
                        </a:lnTo>
                        <a:lnTo>
                          <a:pt x="953" y="147"/>
                        </a:lnTo>
                        <a:lnTo>
                          <a:pt x="948" y="151"/>
                        </a:lnTo>
                        <a:lnTo>
                          <a:pt x="947" y="151"/>
                        </a:lnTo>
                        <a:lnTo>
                          <a:pt x="947" y="148"/>
                        </a:lnTo>
                        <a:lnTo>
                          <a:pt x="950" y="145"/>
                        </a:lnTo>
                        <a:lnTo>
                          <a:pt x="953" y="144"/>
                        </a:lnTo>
                        <a:lnTo>
                          <a:pt x="953" y="141"/>
                        </a:lnTo>
                        <a:lnTo>
                          <a:pt x="950" y="139"/>
                        </a:lnTo>
                        <a:lnTo>
                          <a:pt x="948" y="137"/>
                        </a:lnTo>
                        <a:lnTo>
                          <a:pt x="947" y="137"/>
                        </a:lnTo>
                        <a:lnTo>
                          <a:pt x="946" y="137"/>
                        </a:lnTo>
                        <a:lnTo>
                          <a:pt x="946" y="140"/>
                        </a:lnTo>
                        <a:lnTo>
                          <a:pt x="943" y="139"/>
                        </a:lnTo>
                        <a:lnTo>
                          <a:pt x="940" y="139"/>
                        </a:lnTo>
                        <a:lnTo>
                          <a:pt x="939" y="140"/>
                        </a:lnTo>
                        <a:lnTo>
                          <a:pt x="936" y="140"/>
                        </a:lnTo>
                        <a:lnTo>
                          <a:pt x="938" y="139"/>
                        </a:lnTo>
                        <a:lnTo>
                          <a:pt x="944" y="136"/>
                        </a:lnTo>
                        <a:lnTo>
                          <a:pt x="947" y="134"/>
                        </a:lnTo>
                        <a:lnTo>
                          <a:pt x="951" y="129"/>
                        </a:lnTo>
                        <a:lnTo>
                          <a:pt x="953" y="129"/>
                        </a:lnTo>
                        <a:lnTo>
                          <a:pt x="957" y="122"/>
                        </a:lnTo>
                        <a:lnTo>
                          <a:pt x="958" y="118"/>
                        </a:lnTo>
                        <a:lnTo>
                          <a:pt x="957" y="117"/>
                        </a:lnTo>
                        <a:lnTo>
                          <a:pt x="954" y="118"/>
                        </a:lnTo>
                        <a:lnTo>
                          <a:pt x="953" y="120"/>
                        </a:lnTo>
                        <a:lnTo>
                          <a:pt x="951" y="118"/>
                        </a:lnTo>
                        <a:lnTo>
                          <a:pt x="953" y="115"/>
                        </a:lnTo>
                        <a:lnTo>
                          <a:pt x="954" y="115"/>
                        </a:lnTo>
                        <a:lnTo>
                          <a:pt x="957" y="115"/>
                        </a:lnTo>
                        <a:lnTo>
                          <a:pt x="958" y="114"/>
                        </a:lnTo>
                        <a:lnTo>
                          <a:pt x="958" y="110"/>
                        </a:lnTo>
                        <a:lnTo>
                          <a:pt x="961" y="107"/>
                        </a:lnTo>
                        <a:lnTo>
                          <a:pt x="961" y="105"/>
                        </a:lnTo>
                        <a:lnTo>
                          <a:pt x="959" y="103"/>
                        </a:lnTo>
                        <a:lnTo>
                          <a:pt x="959" y="101"/>
                        </a:lnTo>
                        <a:lnTo>
                          <a:pt x="957" y="101"/>
                        </a:lnTo>
                        <a:lnTo>
                          <a:pt x="954" y="102"/>
                        </a:lnTo>
                        <a:lnTo>
                          <a:pt x="951" y="107"/>
                        </a:lnTo>
                        <a:lnTo>
                          <a:pt x="951" y="111"/>
                        </a:lnTo>
                        <a:lnTo>
                          <a:pt x="953" y="113"/>
                        </a:lnTo>
                        <a:lnTo>
                          <a:pt x="950" y="115"/>
                        </a:lnTo>
                        <a:lnTo>
                          <a:pt x="948" y="115"/>
                        </a:lnTo>
                        <a:lnTo>
                          <a:pt x="948" y="115"/>
                        </a:lnTo>
                        <a:lnTo>
                          <a:pt x="948" y="114"/>
                        </a:lnTo>
                        <a:lnTo>
                          <a:pt x="947" y="113"/>
                        </a:lnTo>
                        <a:lnTo>
                          <a:pt x="947" y="110"/>
                        </a:lnTo>
                        <a:lnTo>
                          <a:pt x="950" y="106"/>
                        </a:lnTo>
                        <a:lnTo>
                          <a:pt x="948" y="103"/>
                        </a:lnTo>
                        <a:lnTo>
                          <a:pt x="950" y="102"/>
                        </a:lnTo>
                        <a:lnTo>
                          <a:pt x="951" y="102"/>
                        </a:lnTo>
                        <a:lnTo>
                          <a:pt x="953" y="101"/>
                        </a:lnTo>
                        <a:lnTo>
                          <a:pt x="951" y="98"/>
                        </a:lnTo>
                        <a:lnTo>
                          <a:pt x="950" y="95"/>
                        </a:lnTo>
                        <a:lnTo>
                          <a:pt x="947" y="95"/>
                        </a:lnTo>
                        <a:lnTo>
                          <a:pt x="944" y="95"/>
                        </a:lnTo>
                        <a:lnTo>
                          <a:pt x="943" y="98"/>
                        </a:lnTo>
                        <a:lnTo>
                          <a:pt x="942" y="96"/>
                        </a:lnTo>
                        <a:lnTo>
                          <a:pt x="942" y="95"/>
                        </a:lnTo>
                        <a:lnTo>
                          <a:pt x="942" y="91"/>
                        </a:lnTo>
                        <a:lnTo>
                          <a:pt x="940" y="88"/>
                        </a:lnTo>
                        <a:lnTo>
                          <a:pt x="940" y="82"/>
                        </a:lnTo>
                        <a:lnTo>
                          <a:pt x="940" y="77"/>
                        </a:lnTo>
                        <a:lnTo>
                          <a:pt x="942" y="73"/>
                        </a:lnTo>
                        <a:lnTo>
                          <a:pt x="943" y="69"/>
                        </a:lnTo>
                        <a:lnTo>
                          <a:pt x="942" y="67"/>
                        </a:lnTo>
                        <a:lnTo>
                          <a:pt x="944" y="61"/>
                        </a:lnTo>
                        <a:lnTo>
                          <a:pt x="944" y="57"/>
                        </a:lnTo>
                        <a:lnTo>
                          <a:pt x="942" y="54"/>
                        </a:lnTo>
                        <a:lnTo>
                          <a:pt x="942" y="52"/>
                        </a:lnTo>
                        <a:lnTo>
                          <a:pt x="938" y="49"/>
                        </a:lnTo>
                        <a:lnTo>
                          <a:pt x="936" y="46"/>
                        </a:lnTo>
                        <a:lnTo>
                          <a:pt x="932" y="45"/>
                        </a:lnTo>
                        <a:lnTo>
                          <a:pt x="931" y="45"/>
                        </a:lnTo>
                        <a:lnTo>
                          <a:pt x="931" y="48"/>
                        </a:lnTo>
                        <a:lnTo>
                          <a:pt x="931" y="48"/>
                        </a:lnTo>
                        <a:lnTo>
                          <a:pt x="927" y="45"/>
                        </a:lnTo>
                        <a:lnTo>
                          <a:pt x="924" y="45"/>
                        </a:lnTo>
                        <a:lnTo>
                          <a:pt x="924" y="48"/>
                        </a:lnTo>
                        <a:lnTo>
                          <a:pt x="921" y="52"/>
                        </a:lnTo>
                        <a:lnTo>
                          <a:pt x="923" y="53"/>
                        </a:lnTo>
                        <a:lnTo>
                          <a:pt x="927" y="53"/>
                        </a:lnTo>
                        <a:lnTo>
                          <a:pt x="928" y="53"/>
                        </a:lnTo>
                        <a:lnTo>
                          <a:pt x="932" y="54"/>
                        </a:lnTo>
                        <a:lnTo>
                          <a:pt x="934" y="56"/>
                        </a:lnTo>
                        <a:lnTo>
                          <a:pt x="935" y="57"/>
                        </a:lnTo>
                        <a:lnTo>
                          <a:pt x="935" y="58"/>
                        </a:lnTo>
                        <a:lnTo>
                          <a:pt x="931" y="62"/>
                        </a:lnTo>
                        <a:lnTo>
                          <a:pt x="929" y="62"/>
                        </a:lnTo>
                        <a:lnTo>
                          <a:pt x="927" y="61"/>
                        </a:lnTo>
                        <a:lnTo>
                          <a:pt x="924" y="61"/>
                        </a:lnTo>
                        <a:lnTo>
                          <a:pt x="921" y="60"/>
                        </a:lnTo>
                        <a:lnTo>
                          <a:pt x="923" y="62"/>
                        </a:lnTo>
                        <a:lnTo>
                          <a:pt x="924" y="62"/>
                        </a:lnTo>
                        <a:lnTo>
                          <a:pt x="921" y="65"/>
                        </a:lnTo>
                        <a:lnTo>
                          <a:pt x="920" y="67"/>
                        </a:lnTo>
                        <a:lnTo>
                          <a:pt x="916" y="62"/>
                        </a:lnTo>
                        <a:lnTo>
                          <a:pt x="912" y="64"/>
                        </a:lnTo>
                        <a:lnTo>
                          <a:pt x="910" y="68"/>
                        </a:lnTo>
                        <a:lnTo>
                          <a:pt x="908" y="69"/>
                        </a:lnTo>
                        <a:lnTo>
                          <a:pt x="909" y="72"/>
                        </a:lnTo>
                        <a:lnTo>
                          <a:pt x="910" y="72"/>
                        </a:lnTo>
                        <a:lnTo>
                          <a:pt x="912" y="76"/>
                        </a:lnTo>
                        <a:lnTo>
                          <a:pt x="914" y="77"/>
                        </a:lnTo>
                        <a:lnTo>
                          <a:pt x="914" y="79"/>
                        </a:lnTo>
                        <a:lnTo>
                          <a:pt x="913" y="79"/>
                        </a:lnTo>
                        <a:lnTo>
                          <a:pt x="912" y="80"/>
                        </a:lnTo>
                        <a:lnTo>
                          <a:pt x="913" y="83"/>
                        </a:lnTo>
                        <a:lnTo>
                          <a:pt x="913" y="84"/>
                        </a:lnTo>
                        <a:lnTo>
                          <a:pt x="912" y="84"/>
                        </a:lnTo>
                        <a:lnTo>
                          <a:pt x="909" y="83"/>
                        </a:lnTo>
                        <a:lnTo>
                          <a:pt x="906" y="82"/>
                        </a:lnTo>
                        <a:lnTo>
                          <a:pt x="904" y="80"/>
                        </a:lnTo>
                        <a:lnTo>
                          <a:pt x="902" y="80"/>
                        </a:lnTo>
                        <a:lnTo>
                          <a:pt x="900" y="82"/>
                        </a:lnTo>
                        <a:lnTo>
                          <a:pt x="900" y="83"/>
                        </a:lnTo>
                        <a:lnTo>
                          <a:pt x="901" y="86"/>
                        </a:lnTo>
                        <a:lnTo>
                          <a:pt x="900" y="88"/>
                        </a:lnTo>
                        <a:lnTo>
                          <a:pt x="898" y="87"/>
                        </a:lnTo>
                        <a:lnTo>
                          <a:pt x="898" y="86"/>
                        </a:lnTo>
                        <a:lnTo>
                          <a:pt x="895" y="84"/>
                        </a:lnTo>
                        <a:lnTo>
                          <a:pt x="893" y="83"/>
                        </a:lnTo>
                        <a:lnTo>
                          <a:pt x="891" y="83"/>
                        </a:lnTo>
                        <a:lnTo>
                          <a:pt x="890" y="82"/>
                        </a:lnTo>
                        <a:lnTo>
                          <a:pt x="889" y="80"/>
                        </a:lnTo>
                        <a:lnTo>
                          <a:pt x="887" y="83"/>
                        </a:lnTo>
                        <a:lnTo>
                          <a:pt x="889" y="86"/>
                        </a:lnTo>
                        <a:lnTo>
                          <a:pt x="889" y="88"/>
                        </a:lnTo>
                        <a:lnTo>
                          <a:pt x="890" y="92"/>
                        </a:lnTo>
                        <a:lnTo>
                          <a:pt x="891" y="94"/>
                        </a:lnTo>
                        <a:lnTo>
                          <a:pt x="895" y="95"/>
                        </a:lnTo>
                        <a:lnTo>
                          <a:pt x="897" y="96"/>
                        </a:lnTo>
                        <a:lnTo>
                          <a:pt x="895" y="96"/>
                        </a:lnTo>
                        <a:lnTo>
                          <a:pt x="893" y="96"/>
                        </a:lnTo>
                        <a:lnTo>
                          <a:pt x="895" y="99"/>
                        </a:lnTo>
                        <a:lnTo>
                          <a:pt x="897" y="101"/>
                        </a:lnTo>
                        <a:lnTo>
                          <a:pt x="900" y="103"/>
                        </a:lnTo>
                        <a:lnTo>
                          <a:pt x="904" y="102"/>
                        </a:lnTo>
                        <a:lnTo>
                          <a:pt x="905" y="101"/>
                        </a:lnTo>
                        <a:lnTo>
                          <a:pt x="906" y="101"/>
                        </a:lnTo>
                        <a:lnTo>
                          <a:pt x="906" y="103"/>
                        </a:lnTo>
                        <a:lnTo>
                          <a:pt x="904" y="105"/>
                        </a:lnTo>
                        <a:lnTo>
                          <a:pt x="902" y="109"/>
                        </a:lnTo>
                        <a:lnTo>
                          <a:pt x="901" y="109"/>
                        </a:lnTo>
                        <a:lnTo>
                          <a:pt x="898" y="106"/>
                        </a:lnTo>
                        <a:lnTo>
                          <a:pt x="890" y="105"/>
                        </a:lnTo>
                        <a:lnTo>
                          <a:pt x="887" y="101"/>
                        </a:lnTo>
                        <a:lnTo>
                          <a:pt x="885" y="99"/>
                        </a:lnTo>
                        <a:lnTo>
                          <a:pt x="885" y="98"/>
                        </a:lnTo>
                        <a:lnTo>
                          <a:pt x="883" y="98"/>
                        </a:lnTo>
                        <a:lnTo>
                          <a:pt x="882" y="102"/>
                        </a:lnTo>
                        <a:lnTo>
                          <a:pt x="882" y="103"/>
                        </a:lnTo>
                        <a:lnTo>
                          <a:pt x="881" y="105"/>
                        </a:lnTo>
                        <a:lnTo>
                          <a:pt x="882" y="109"/>
                        </a:lnTo>
                        <a:lnTo>
                          <a:pt x="881" y="110"/>
                        </a:lnTo>
                        <a:lnTo>
                          <a:pt x="878" y="109"/>
                        </a:lnTo>
                        <a:lnTo>
                          <a:pt x="878" y="113"/>
                        </a:lnTo>
                        <a:lnTo>
                          <a:pt x="876" y="114"/>
                        </a:lnTo>
                        <a:lnTo>
                          <a:pt x="876" y="120"/>
                        </a:lnTo>
                        <a:lnTo>
                          <a:pt x="879" y="121"/>
                        </a:lnTo>
                        <a:lnTo>
                          <a:pt x="883" y="121"/>
                        </a:lnTo>
                        <a:lnTo>
                          <a:pt x="886" y="122"/>
                        </a:lnTo>
                        <a:lnTo>
                          <a:pt x="889" y="122"/>
                        </a:lnTo>
                        <a:lnTo>
                          <a:pt x="889" y="124"/>
                        </a:lnTo>
                        <a:lnTo>
                          <a:pt x="886" y="125"/>
                        </a:lnTo>
                        <a:lnTo>
                          <a:pt x="883" y="124"/>
                        </a:lnTo>
                        <a:lnTo>
                          <a:pt x="879" y="124"/>
                        </a:lnTo>
                        <a:lnTo>
                          <a:pt x="878" y="122"/>
                        </a:lnTo>
                        <a:lnTo>
                          <a:pt x="875" y="124"/>
                        </a:lnTo>
                        <a:lnTo>
                          <a:pt x="871" y="128"/>
                        </a:lnTo>
                        <a:lnTo>
                          <a:pt x="871" y="130"/>
                        </a:lnTo>
                        <a:lnTo>
                          <a:pt x="872" y="132"/>
                        </a:lnTo>
                        <a:lnTo>
                          <a:pt x="872" y="133"/>
                        </a:lnTo>
                        <a:lnTo>
                          <a:pt x="870" y="134"/>
                        </a:lnTo>
                        <a:lnTo>
                          <a:pt x="870" y="136"/>
                        </a:lnTo>
                        <a:lnTo>
                          <a:pt x="871" y="139"/>
                        </a:lnTo>
                        <a:lnTo>
                          <a:pt x="874" y="137"/>
                        </a:lnTo>
                        <a:lnTo>
                          <a:pt x="876" y="137"/>
                        </a:lnTo>
                        <a:lnTo>
                          <a:pt x="879" y="134"/>
                        </a:lnTo>
                        <a:lnTo>
                          <a:pt x="881" y="136"/>
                        </a:lnTo>
                        <a:lnTo>
                          <a:pt x="881" y="139"/>
                        </a:lnTo>
                        <a:lnTo>
                          <a:pt x="878" y="139"/>
                        </a:lnTo>
                        <a:lnTo>
                          <a:pt x="876" y="141"/>
                        </a:lnTo>
                        <a:lnTo>
                          <a:pt x="876" y="143"/>
                        </a:lnTo>
                        <a:lnTo>
                          <a:pt x="879" y="143"/>
                        </a:lnTo>
                        <a:lnTo>
                          <a:pt x="882" y="140"/>
                        </a:lnTo>
                        <a:lnTo>
                          <a:pt x="883" y="140"/>
                        </a:lnTo>
                        <a:lnTo>
                          <a:pt x="886" y="139"/>
                        </a:lnTo>
                        <a:lnTo>
                          <a:pt x="886" y="140"/>
                        </a:lnTo>
                        <a:lnTo>
                          <a:pt x="885" y="141"/>
                        </a:lnTo>
                        <a:lnTo>
                          <a:pt x="886" y="143"/>
                        </a:lnTo>
                        <a:lnTo>
                          <a:pt x="890" y="143"/>
                        </a:lnTo>
                        <a:lnTo>
                          <a:pt x="891" y="144"/>
                        </a:lnTo>
                        <a:lnTo>
                          <a:pt x="889" y="144"/>
                        </a:lnTo>
                        <a:lnTo>
                          <a:pt x="889" y="147"/>
                        </a:lnTo>
                        <a:lnTo>
                          <a:pt x="891" y="147"/>
                        </a:lnTo>
                        <a:lnTo>
                          <a:pt x="894" y="147"/>
                        </a:lnTo>
                        <a:lnTo>
                          <a:pt x="897" y="148"/>
                        </a:lnTo>
                        <a:lnTo>
                          <a:pt x="904" y="151"/>
                        </a:lnTo>
                        <a:lnTo>
                          <a:pt x="905" y="151"/>
                        </a:lnTo>
                        <a:lnTo>
                          <a:pt x="898" y="151"/>
                        </a:lnTo>
                        <a:lnTo>
                          <a:pt x="895" y="152"/>
                        </a:lnTo>
                        <a:lnTo>
                          <a:pt x="893" y="149"/>
                        </a:lnTo>
                        <a:lnTo>
                          <a:pt x="889" y="151"/>
                        </a:lnTo>
                        <a:lnTo>
                          <a:pt x="889" y="152"/>
                        </a:lnTo>
                        <a:lnTo>
                          <a:pt x="893" y="154"/>
                        </a:lnTo>
                        <a:lnTo>
                          <a:pt x="898" y="155"/>
                        </a:lnTo>
                        <a:lnTo>
                          <a:pt x="904" y="155"/>
                        </a:lnTo>
                        <a:lnTo>
                          <a:pt x="905" y="156"/>
                        </a:lnTo>
                        <a:lnTo>
                          <a:pt x="900" y="156"/>
                        </a:lnTo>
                        <a:lnTo>
                          <a:pt x="897" y="156"/>
                        </a:lnTo>
                        <a:lnTo>
                          <a:pt x="891" y="155"/>
                        </a:lnTo>
                        <a:lnTo>
                          <a:pt x="889" y="155"/>
                        </a:lnTo>
                        <a:lnTo>
                          <a:pt x="886" y="154"/>
                        </a:lnTo>
                        <a:lnTo>
                          <a:pt x="883" y="152"/>
                        </a:lnTo>
                        <a:lnTo>
                          <a:pt x="879" y="148"/>
                        </a:lnTo>
                        <a:lnTo>
                          <a:pt x="878" y="149"/>
                        </a:lnTo>
                        <a:lnTo>
                          <a:pt x="876" y="152"/>
                        </a:lnTo>
                        <a:lnTo>
                          <a:pt x="872" y="152"/>
                        </a:lnTo>
                        <a:lnTo>
                          <a:pt x="870" y="154"/>
                        </a:lnTo>
                        <a:lnTo>
                          <a:pt x="870" y="159"/>
                        </a:lnTo>
                        <a:lnTo>
                          <a:pt x="872" y="162"/>
                        </a:lnTo>
                        <a:lnTo>
                          <a:pt x="872" y="164"/>
                        </a:lnTo>
                        <a:lnTo>
                          <a:pt x="871" y="166"/>
                        </a:lnTo>
                        <a:lnTo>
                          <a:pt x="870" y="162"/>
                        </a:lnTo>
                        <a:lnTo>
                          <a:pt x="868" y="162"/>
                        </a:lnTo>
                        <a:lnTo>
                          <a:pt x="866" y="167"/>
                        </a:lnTo>
                        <a:lnTo>
                          <a:pt x="867" y="171"/>
                        </a:lnTo>
                        <a:lnTo>
                          <a:pt x="868" y="171"/>
                        </a:lnTo>
                        <a:lnTo>
                          <a:pt x="870" y="171"/>
                        </a:lnTo>
                        <a:lnTo>
                          <a:pt x="871" y="171"/>
                        </a:lnTo>
                        <a:lnTo>
                          <a:pt x="872" y="174"/>
                        </a:lnTo>
                        <a:lnTo>
                          <a:pt x="875" y="175"/>
                        </a:lnTo>
                        <a:lnTo>
                          <a:pt x="872" y="175"/>
                        </a:lnTo>
                        <a:lnTo>
                          <a:pt x="871" y="177"/>
                        </a:lnTo>
                        <a:lnTo>
                          <a:pt x="868" y="174"/>
                        </a:lnTo>
                        <a:lnTo>
                          <a:pt x="866" y="174"/>
                        </a:lnTo>
                        <a:lnTo>
                          <a:pt x="864" y="179"/>
                        </a:lnTo>
                        <a:lnTo>
                          <a:pt x="866" y="181"/>
                        </a:lnTo>
                        <a:lnTo>
                          <a:pt x="868" y="179"/>
                        </a:lnTo>
                        <a:lnTo>
                          <a:pt x="867" y="182"/>
                        </a:lnTo>
                        <a:lnTo>
                          <a:pt x="867" y="189"/>
                        </a:lnTo>
                        <a:lnTo>
                          <a:pt x="868" y="186"/>
                        </a:lnTo>
                        <a:lnTo>
                          <a:pt x="871" y="187"/>
                        </a:lnTo>
                        <a:lnTo>
                          <a:pt x="871" y="192"/>
                        </a:lnTo>
                        <a:lnTo>
                          <a:pt x="875" y="193"/>
                        </a:lnTo>
                        <a:lnTo>
                          <a:pt x="881" y="197"/>
                        </a:lnTo>
                        <a:lnTo>
                          <a:pt x="883" y="196"/>
                        </a:lnTo>
                        <a:lnTo>
                          <a:pt x="883" y="193"/>
                        </a:lnTo>
                        <a:lnTo>
                          <a:pt x="883" y="190"/>
                        </a:lnTo>
                        <a:lnTo>
                          <a:pt x="887" y="192"/>
                        </a:lnTo>
                        <a:lnTo>
                          <a:pt x="887" y="193"/>
                        </a:lnTo>
                        <a:lnTo>
                          <a:pt x="887" y="196"/>
                        </a:lnTo>
                        <a:lnTo>
                          <a:pt x="887" y="198"/>
                        </a:lnTo>
                        <a:lnTo>
                          <a:pt x="889" y="198"/>
                        </a:lnTo>
                        <a:lnTo>
                          <a:pt x="891" y="192"/>
                        </a:lnTo>
                        <a:lnTo>
                          <a:pt x="891" y="186"/>
                        </a:lnTo>
                        <a:lnTo>
                          <a:pt x="893" y="182"/>
                        </a:lnTo>
                        <a:lnTo>
                          <a:pt x="895" y="178"/>
                        </a:lnTo>
                        <a:lnTo>
                          <a:pt x="897" y="175"/>
                        </a:lnTo>
                        <a:lnTo>
                          <a:pt x="897" y="179"/>
                        </a:lnTo>
                        <a:lnTo>
                          <a:pt x="893" y="185"/>
                        </a:lnTo>
                        <a:lnTo>
                          <a:pt x="893" y="189"/>
                        </a:lnTo>
                        <a:lnTo>
                          <a:pt x="894" y="190"/>
                        </a:lnTo>
                        <a:lnTo>
                          <a:pt x="893" y="196"/>
                        </a:lnTo>
                        <a:lnTo>
                          <a:pt x="894" y="198"/>
                        </a:lnTo>
                        <a:lnTo>
                          <a:pt x="893" y="201"/>
                        </a:lnTo>
                        <a:lnTo>
                          <a:pt x="894" y="201"/>
                        </a:lnTo>
                        <a:lnTo>
                          <a:pt x="894" y="201"/>
                        </a:lnTo>
                        <a:close/>
                        <a:moveTo>
                          <a:pt x="901" y="76"/>
                        </a:moveTo>
                        <a:lnTo>
                          <a:pt x="902" y="76"/>
                        </a:lnTo>
                        <a:lnTo>
                          <a:pt x="904" y="76"/>
                        </a:lnTo>
                        <a:lnTo>
                          <a:pt x="905" y="76"/>
                        </a:lnTo>
                        <a:lnTo>
                          <a:pt x="908" y="76"/>
                        </a:lnTo>
                        <a:lnTo>
                          <a:pt x="908" y="79"/>
                        </a:lnTo>
                        <a:lnTo>
                          <a:pt x="906" y="79"/>
                        </a:lnTo>
                        <a:lnTo>
                          <a:pt x="905" y="77"/>
                        </a:lnTo>
                        <a:lnTo>
                          <a:pt x="902" y="77"/>
                        </a:lnTo>
                        <a:lnTo>
                          <a:pt x="901" y="76"/>
                        </a:lnTo>
                        <a:lnTo>
                          <a:pt x="901" y="76"/>
                        </a:lnTo>
                        <a:close/>
                        <a:moveTo>
                          <a:pt x="904" y="200"/>
                        </a:moveTo>
                        <a:lnTo>
                          <a:pt x="904" y="198"/>
                        </a:lnTo>
                        <a:lnTo>
                          <a:pt x="905" y="196"/>
                        </a:lnTo>
                        <a:lnTo>
                          <a:pt x="905" y="194"/>
                        </a:lnTo>
                        <a:lnTo>
                          <a:pt x="908" y="193"/>
                        </a:lnTo>
                        <a:lnTo>
                          <a:pt x="908" y="194"/>
                        </a:lnTo>
                        <a:lnTo>
                          <a:pt x="908" y="196"/>
                        </a:lnTo>
                        <a:lnTo>
                          <a:pt x="906" y="197"/>
                        </a:lnTo>
                        <a:lnTo>
                          <a:pt x="904" y="200"/>
                        </a:lnTo>
                        <a:lnTo>
                          <a:pt x="904" y="200"/>
                        </a:lnTo>
                        <a:lnTo>
                          <a:pt x="904" y="200"/>
                        </a:lnTo>
                        <a:close/>
                        <a:moveTo>
                          <a:pt x="932" y="173"/>
                        </a:moveTo>
                        <a:lnTo>
                          <a:pt x="936" y="168"/>
                        </a:lnTo>
                        <a:lnTo>
                          <a:pt x="938" y="168"/>
                        </a:lnTo>
                        <a:lnTo>
                          <a:pt x="940" y="167"/>
                        </a:lnTo>
                        <a:lnTo>
                          <a:pt x="943" y="168"/>
                        </a:lnTo>
                        <a:lnTo>
                          <a:pt x="946" y="171"/>
                        </a:lnTo>
                        <a:lnTo>
                          <a:pt x="944" y="173"/>
                        </a:lnTo>
                        <a:lnTo>
                          <a:pt x="942" y="173"/>
                        </a:lnTo>
                        <a:lnTo>
                          <a:pt x="939" y="175"/>
                        </a:lnTo>
                        <a:lnTo>
                          <a:pt x="935" y="175"/>
                        </a:lnTo>
                        <a:lnTo>
                          <a:pt x="934" y="175"/>
                        </a:lnTo>
                        <a:lnTo>
                          <a:pt x="932" y="173"/>
                        </a:lnTo>
                        <a:lnTo>
                          <a:pt x="932" y="173"/>
                        </a:lnTo>
                        <a:close/>
                        <a:moveTo>
                          <a:pt x="1147" y="5"/>
                        </a:moveTo>
                        <a:lnTo>
                          <a:pt x="1148" y="3"/>
                        </a:lnTo>
                        <a:lnTo>
                          <a:pt x="1150" y="3"/>
                        </a:lnTo>
                        <a:lnTo>
                          <a:pt x="1151" y="5"/>
                        </a:lnTo>
                        <a:lnTo>
                          <a:pt x="1148" y="7"/>
                        </a:lnTo>
                        <a:lnTo>
                          <a:pt x="1147" y="5"/>
                        </a:lnTo>
                        <a:lnTo>
                          <a:pt x="1147" y="5"/>
                        </a:lnTo>
                        <a:close/>
                        <a:moveTo>
                          <a:pt x="1044" y="207"/>
                        </a:moveTo>
                        <a:lnTo>
                          <a:pt x="1042" y="208"/>
                        </a:lnTo>
                        <a:lnTo>
                          <a:pt x="1044" y="209"/>
                        </a:lnTo>
                        <a:lnTo>
                          <a:pt x="1046" y="209"/>
                        </a:lnTo>
                        <a:lnTo>
                          <a:pt x="1046" y="208"/>
                        </a:lnTo>
                        <a:lnTo>
                          <a:pt x="1045" y="207"/>
                        </a:lnTo>
                        <a:lnTo>
                          <a:pt x="1045" y="207"/>
                        </a:lnTo>
                        <a:lnTo>
                          <a:pt x="1044" y="207"/>
                        </a:lnTo>
                        <a:lnTo>
                          <a:pt x="1044" y="207"/>
                        </a:lnTo>
                        <a:close/>
                        <a:moveTo>
                          <a:pt x="992" y="238"/>
                        </a:moveTo>
                        <a:lnTo>
                          <a:pt x="993" y="239"/>
                        </a:lnTo>
                        <a:lnTo>
                          <a:pt x="996" y="239"/>
                        </a:lnTo>
                        <a:lnTo>
                          <a:pt x="995" y="238"/>
                        </a:lnTo>
                        <a:lnTo>
                          <a:pt x="992" y="238"/>
                        </a:lnTo>
                        <a:lnTo>
                          <a:pt x="992" y="238"/>
                        </a:lnTo>
                        <a:close/>
                        <a:moveTo>
                          <a:pt x="920" y="236"/>
                        </a:moveTo>
                        <a:lnTo>
                          <a:pt x="919" y="234"/>
                        </a:lnTo>
                        <a:lnTo>
                          <a:pt x="919" y="231"/>
                        </a:lnTo>
                        <a:lnTo>
                          <a:pt x="921" y="231"/>
                        </a:lnTo>
                        <a:lnTo>
                          <a:pt x="923" y="232"/>
                        </a:lnTo>
                        <a:lnTo>
                          <a:pt x="923" y="235"/>
                        </a:lnTo>
                        <a:lnTo>
                          <a:pt x="921" y="236"/>
                        </a:lnTo>
                        <a:lnTo>
                          <a:pt x="920" y="236"/>
                        </a:lnTo>
                        <a:lnTo>
                          <a:pt x="920" y="236"/>
                        </a:lnTo>
                        <a:close/>
                        <a:moveTo>
                          <a:pt x="900" y="280"/>
                        </a:moveTo>
                        <a:lnTo>
                          <a:pt x="900" y="279"/>
                        </a:lnTo>
                        <a:lnTo>
                          <a:pt x="900" y="276"/>
                        </a:lnTo>
                        <a:lnTo>
                          <a:pt x="898" y="272"/>
                        </a:lnTo>
                        <a:lnTo>
                          <a:pt x="898" y="272"/>
                        </a:lnTo>
                        <a:lnTo>
                          <a:pt x="897" y="272"/>
                        </a:lnTo>
                        <a:lnTo>
                          <a:pt x="895" y="276"/>
                        </a:lnTo>
                        <a:lnTo>
                          <a:pt x="897" y="280"/>
                        </a:lnTo>
                        <a:lnTo>
                          <a:pt x="898" y="284"/>
                        </a:lnTo>
                        <a:lnTo>
                          <a:pt x="898" y="285"/>
                        </a:lnTo>
                        <a:lnTo>
                          <a:pt x="897" y="285"/>
                        </a:lnTo>
                        <a:lnTo>
                          <a:pt x="894" y="284"/>
                        </a:lnTo>
                        <a:lnTo>
                          <a:pt x="889" y="284"/>
                        </a:lnTo>
                        <a:lnTo>
                          <a:pt x="889" y="283"/>
                        </a:lnTo>
                        <a:lnTo>
                          <a:pt x="887" y="281"/>
                        </a:lnTo>
                        <a:lnTo>
                          <a:pt x="883" y="279"/>
                        </a:lnTo>
                        <a:lnTo>
                          <a:pt x="882" y="280"/>
                        </a:lnTo>
                        <a:lnTo>
                          <a:pt x="881" y="279"/>
                        </a:lnTo>
                        <a:lnTo>
                          <a:pt x="881" y="277"/>
                        </a:lnTo>
                        <a:lnTo>
                          <a:pt x="879" y="277"/>
                        </a:lnTo>
                        <a:lnTo>
                          <a:pt x="878" y="276"/>
                        </a:lnTo>
                        <a:lnTo>
                          <a:pt x="879" y="273"/>
                        </a:lnTo>
                        <a:lnTo>
                          <a:pt x="881" y="273"/>
                        </a:lnTo>
                        <a:lnTo>
                          <a:pt x="882" y="272"/>
                        </a:lnTo>
                        <a:lnTo>
                          <a:pt x="882" y="269"/>
                        </a:lnTo>
                        <a:lnTo>
                          <a:pt x="881" y="265"/>
                        </a:lnTo>
                        <a:lnTo>
                          <a:pt x="879" y="265"/>
                        </a:lnTo>
                        <a:lnTo>
                          <a:pt x="879" y="266"/>
                        </a:lnTo>
                        <a:lnTo>
                          <a:pt x="881" y="268"/>
                        </a:lnTo>
                        <a:lnTo>
                          <a:pt x="881" y="270"/>
                        </a:lnTo>
                        <a:lnTo>
                          <a:pt x="879" y="272"/>
                        </a:lnTo>
                        <a:lnTo>
                          <a:pt x="878" y="272"/>
                        </a:lnTo>
                        <a:lnTo>
                          <a:pt x="876" y="272"/>
                        </a:lnTo>
                        <a:lnTo>
                          <a:pt x="876" y="273"/>
                        </a:lnTo>
                        <a:lnTo>
                          <a:pt x="878" y="274"/>
                        </a:lnTo>
                        <a:lnTo>
                          <a:pt x="875" y="277"/>
                        </a:lnTo>
                        <a:lnTo>
                          <a:pt x="874" y="276"/>
                        </a:lnTo>
                        <a:lnTo>
                          <a:pt x="872" y="273"/>
                        </a:lnTo>
                        <a:lnTo>
                          <a:pt x="872" y="272"/>
                        </a:lnTo>
                        <a:lnTo>
                          <a:pt x="872" y="270"/>
                        </a:lnTo>
                        <a:lnTo>
                          <a:pt x="874" y="266"/>
                        </a:lnTo>
                        <a:lnTo>
                          <a:pt x="872" y="265"/>
                        </a:lnTo>
                        <a:lnTo>
                          <a:pt x="874" y="264"/>
                        </a:lnTo>
                        <a:lnTo>
                          <a:pt x="872" y="265"/>
                        </a:lnTo>
                        <a:lnTo>
                          <a:pt x="871" y="268"/>
                        </a:lnTo>
                        <a:lnTo>
                          <a:pt x="870" y="269"/>
                        </a:lnTo>
                        <a:lnTo>
                          <a:pt x="870" y="270"/>
                        </a:lnTo>
                        <a:lnTo>
                          <a:pt x="870" y="273"/>
                        </a:lnTo>
                        <a:lnTo>
                          <a:pt x="867" y="273"/>
                        </a:lnTo>
                        <a:lnTo>
                          <a:pt x="866" y="272"/>
                        </a:lnTo>
                        <a:lnTo>
                          <a:pt x="864" y="272"/>
                        </a:lnTo>
                        <a:lnTo>
                          <a:pt x="863" y="270"/>
                        </a:lnTo>
                        <a:lnTo>
                          <a:pt x="864" y="268"/>
                        </a:lnTo>
                        <a:lnTo>
                          <a:pt x="864" y="264"/>
                        </a:lnTo>
                        <a:lnTo>
                          <a:pt x="866" y="264"/>
                        </a:lnTo>
                        <a:lnTo>
                          <a:pt x="866" y="261"/>
                        </a:lnTo>
                        <a:lnTo>
                          <a:pt x="868" y="255"/>
                        </a:lnTo>
                        <a:lnTo>
                          <a:pt x="867" y="257"/>
                        </a:lnTo>
                        <a:lnTo>
                          <a:pt x="864" y="257"/>
                        </a:lnTo>
                        <a:lnTo>
                          <a:pt x="863" y="262"/>
                        </a:lnTo>
                        <a:lnTo>
                          <a:pt x="863" y="266"/>
                        </a:lnTo>
                        <a:lnTo>
                          <a:pt x="862" y="269"/>
                        </a:lnTo>
                        <a:lnTo>
                          <a:pt x="860" y="268"/>
                        </a:lnTo>
                        <a:lnTo>
                          <a:pt x="862" y="265"/>
                        </a:lnTo>
                        <a:lnTo>
                          <a:pt x="862" y="265"/>
                        </a:lnTo>
                        <a:lnTo>
                          <a:pt x="862" y="264"/>
                        </a:lnTo>
                        <a:lnTo>
                          <a:pt x="859" y="268"/>
                        </a:lnTo>
                        <a:lnTo>
                          <a:pt x="856" y="268"/>
                        </a:lnTo>
                        <a:lnTo>
                          <a:pt x="855" y="266"/>
                        </a:lnTo>
                        <a:lnTo>
                          <a:pt x="856" y="262"/>
                        </a:lnTo>
                        <a:lnTo>
                          <a:pt x="855" y="261"/>
                        </a:lnTo>
                        <a:lnTo>
                          <a:pt x="855" y="259"/>
                        </a:lnTo>
                        <a:lnTo>
                          <a:pt x="859" y="257"/>
                        </a:lnTo>
                        <a:lnTo>
                          <a:pt x="859" y="255"/>
                        </a:lnTo>
                        <a:lnTo>
                          <a:pt x="859" y="254"/>
                        </a:lnTo>
                        <a:lnTo>
                          <a:pt x="860" y="251"/>
                        </a:lnTo>
                        <a:lnTo>
                          <a:pt x="862" y="250"/>
                        </a:lnTo>
                        <a:lnTo>
                          <a:pt x="864" y="249"/>
                        </a:lnTo>
                        <a:lnTo>
                          <a:pt x="866" y="249"/>
                        </a:lnTo>
                        <a:lnTo>
                          <a:pt x="870" y="247"/>
                        </a:lnTo>
                        <a:lnTo>
                          <a:pt x="871" y="246"/>
                        </a:lnTo>
                        <a:lnTo>
                          <a:pt x="872" y="245"/>
                        </a:lnTo>
                        <a:lnTo>
                          <a:pt x="875" y="245"/>
                        </a:lnTo>
                        <a:lnTo>
                          <a:pt x="875" y="243"/>
                        </a:lnTo>
                        <a:lnTo>
                          <a:pt x="876" y="242"/>
                        </a:lnTo>
                        <a:lnTo>
                          <a:pt x="879" y="242"/>
                        </a:lnTo>
                        <a:lnTo>
                          <a:pt x="882" y="243"/>
                        </a:lnTo>
                        <a:lnTo>
                          <a:pt x="887" y="243"/>
                        </a:lnTo>
                        <a:lnTo>
                          <a:pt x="889" y="242"/>
                        </a:lnTo>
                        <a:lnTo>
                          <a:pt x="891" y="243"/>
                        </a:lnTo>
                        <a:lnTo>
                          <a:pt x="891" y="246"/>
                        </a:lnTo>
                        <a:lnTo>
                          <a:pt x="894" y="246"/>
                        </a:lnTo>
                        <a:lnTo>
                          <a:pt x="894" y="243"/>
                        </a:lnTo>
                        <a:lnTo>
                          <a:pt x="895" y="243"/>
                        </a:lnTo>
                        <a:lnTo>
                          <a:pt x="898" y="246"/>
                        </a:lnTo>
                        <a:lnTo>
                          <a:pt x="900" y="245"/>
                        </a:lnTo>
                        <a:lnTo>
                          <a:pt x="902" y="246"/>
                        </a:lnTo>
                        <a:lnTo>
                          <a:pt x="904" y="245"/>
                        </a:lnTo>
                        <a:lnTo>
                          <a:pt x="902" y="243"/>
                        </a:lnTo>
                        <a:lnTo>
                          <a:pt x="901" y="243"/>
                        </a:lnTo>
                        <a:lnTo>
                          <a:pt x="898" y="242"/>
                        </a:lnTo>
                        <a:lnTo>
                          <a:pt x="897" y="242"/>
                        </a:lnTo>
                        <a:lnTo>
                          <a:pt x="897" y="240"/>
                        </a:lnTo>
                        <a:lnTo>
                          <a:pt x="900" y="239"/>
                        </a:lnTo>
                        <a:lnTo>
                          <a:pt x="900" y="238"/>
                        </a:lnTo>
                        <a:lnTo>
                          <a:pt x="897" y="236"/>
                        </a:lnTo>
                        <a:lnTo>
                          <a:pt x="898" y="236"/>
                        </a:lnTo>
                        <a:lnTo>
                          <a:pt x="901" y="236"/>
                        </a:lnTo>
                        <a:lnTo>
                          <a:pt x="901" y="235"/>
                        </a:lnTo>
                        <a:lnTo>
                          <a:pt x="898" y="235"/>
                        </a:lnTo>
                        <a:lnTo>
                          <a:pt x="897" y="235"/>
                        </a:lnTo>
                        <a:lnTo>
                          <a:pt x="895" y="235"/>
                        </a:lnTo>
                        <a:lnTo>
                          <a:pt x="894" y="234"/>
                        </a:lnTo>
                        <a:lnTo>
                          <a:pt x="894" y="231"/>
                        </a:lnTo>
                        <a:lnTo>
                          <a:pt x="897" y="230"/>
                        </a:lnTo>
                        <a:lnTo>
                          <a:pt x="897" y="228"/>
                        </a:lnTo>
                        <a:lnTo>
                          <a:pt x="895" y="228"/>
                        </a:lnTo>
                        <a:lnTo>
                          <a:pt x="894" y="226"/>
                        </a:lnTo>
                        <a:lnTo>
                          <a:pt x="894" y="221"/>
                        </a:lnTo>
                        <a:lnTo>
                          <a:pt x="895" y="220"/>
                        </a:lnTo>
                        <a:lnTo>
                          <a:pt x="895" y="217"/>
                        </a:lnTo>
                        <a:lnTo>
                          <a:pt x="895" y="215"/>
                        </a:lnTo>
                        <a:lnTo>
                          <a:pt x="897" y="215"/>
                        </a:lnTo>
                        <a:lnTo>
                          <a:pt x="900" y="215"/>
                        </a:lnTo>
                        <a:lnTo>
                          <a:pt x="902" y="215"/>
                        </a:lnTo>
                        <a:lnTo>
                          <a:pt x="905" y="213"/>
                        </a:lnTo>
                        <a:lnTo>
                          <a:pt x="908" y="215"/>
                        </a:lnTo>
                        <a:lnTo>
                          <a:pt x="910" y="215"/>
                        </a:lnTo>
                        <a:lnTo>
                          <a:pt x="913" y="219"/>
                        </a:lnTo>
                        <a:lnTo>
                          <a:pt x="914" y="224"/>
                        </a:lnTo>
                        <a:lnTo>
                          <a:pt x="914" y="232"/>
                        </a:lnTo>
                        <a:lnTo>
                          <a:pt x="913" y="236"/>
                        </a:lnTo>
                        <a:lnTo>
                          <a:pt x="914" y="236"/>
                        </a:lnTo>
                        <a:lnTo>
                          <a:pt x="916" y="236"/>
                        </a:lnTo>
                        <a:lnTo>
                          <a:pt x="921" y="239"/>
                        </a:lnTo>
                        <a:lnTo>
                          <a:pt x="923" y="242"/>
                        </a:lnTo>
                        <a:lnTo>
                          <a:pt x="925" y="243"/>
                        </a:lnTo>
                        <a:lnTo>
                          <a:pt x="925" y="240"/>
                        </a:lnTo>
                        <a:lnTo>
                          <a:pt x="931" y="240"/>
                        </a:lnTo>
                        <a:lnTo>
                          <a:pt x="935" y="245"/>
                        </a:lnTo>
                        <a:lnTo>
                          <a:pt x="936" y="243"/>
                        </a:lnTo>
                        <a:lnTo>
                          <a:pt x="934" y="242"/>
                        </a:lnTo>
                        <a:lnTo>
                          <a:pt x="936" y="239"/>
                        </a:lnTo>
                        <a:lnTo>
                          <a:pt x="940" y="238"/>
                        </a:lnTo>
                        <a:lnTo>
                          <a:pt x="943" y="234"/>
                        </a:lnTo>
                        <a:lnTo>
                          <a:pt x="948" y="230"/>
                        </a:lnTo>
                        <a:lnTo>
                          <a:pt x="954" y="226"/>
                        </a:lnTo>
                        <a:lnTo>
                          <a:pt x="954" y="223"/>
                        </a:lnTo>
                        <a:lnTo>
                          <a:pt x="955" y="221"/>
                        </a:lnTo>
                        <a:lnTo>
                          <a:pt x="954" y="221"/>
                        </a:lnTo>
                        <a:lnTo>
                          <a:pt x="951" y="223"/>
                        </a:lnTo>
                        <a:lnTo>
                          <a:pt x="951" y="224"/>
                        </a:lnTo>
                        <a:lnTo>
                          <a:pt x="947" y="230"/>
                        </a:lnTo>
                        <a:lnTo>
                          <a:pt x="943" y="231"/>
                        </a:lnTo>
                        <a:lnTo>
                          <a:pt x="943" y="232"/>
                        </a:lnTo>
                        <a:lnTo>
                          <a:pt x="939" y="236"/>
                        </a:lnTo>
                        <a:lnTo>
                          <a:pt x="935" y="238"/>
                        </a:lnTo>
                        <a:lnTo>
                          <a:pt x="934" y="236"/>
                        </a:lnTo>
                        <a:lnTo>
                          <a:pt x="932" y="236"/>
                        </a:lnTo>
                        <a:lnTo>
                          <a:pt x="931" y="238"/>
                        </a:lnTo>
                        <a:lnTo>
                          <a:pt x="928" y="238"/>
                        </a:lnTo>
                        <a:lnTo>
                          <a:pt x="924" y="235"/>
                        </a:lnTo>
                        <a:lnTo>
                          <a:pt x="924" y="234"/>
                        </a:lnTo>
                        <a:lnTo>
                          <a:pt x="927" y="232"/>
                        </a:lnTo>
                        <a:lnTo>
                          <a:pt x="929" y="230"/>
                        </a:lnTo>
                        <a:lnTo>
                          <a:pt x="929" y="227"/>
                        </a:lnTo>
                        <a:lnTo>
                          <a:pt x="927" y="230"/>
                        </a:lnTo>
                        <a:lnTo>
                          <a:pt x="925" y="231"/>
                        </a:lnTo>
                        <a:lnTo>
                          <a:pt x="923" y="231"/>
                        </a:lnTo>
                        <a:lnTo>
                          <a:pt x="921" y="228"/>
                        </a:lnTo>
                        <a:lnTo>
                          <a:pt x="921" y="227"/>
                        </a:lnTo>
                        <a:lnTo>
                          <a:pt x="923" y="227"/>
                        </a:lnTo>
                        <a:lnTo>
                          <a:pt x="925" y="226"/>
                        </a:lnTo>
                        <a:lnTo>
                          <a:pt x="925" y="224"/>
                        </a:lnTo>
                        <a:lnTo>
                          <a:pt x="924" y="224"/>
                        </a:lnTo>
                        <a:lnTo>
                          <a:pt x="924" y="223"/>
                        </a:lnTo>
                        <a:lnTo>
                          <a:pt x="925" y="221"/>
                        </a:lnTo>
                        <a:lnTo>
                          <a:pt x="927" y="223"/>
                        </a:lnTo>
                        <a:lnTo>
                          <a:pt x="929" y="223"/>
                        </a:lnTo>
                        <a:lnTo>
                          <a:pt x="929" y="221"/>
                        </a:lnTo>
                        <a:lnTo>
                          <a:pt x="927" y="221"/>
                        </a:lnTo>
                        <a:lnTo>
                          <a:pt x="925" y="220"/>
                        </a:lnTo>
                        <a:lnTo>
                          <a:pt x="924" y="221"/>
                        </a:lnTo>
                        <a:lnTo>
                          <a:pt x="921" y="221"/>
                        </a:lnTo>
                        <a:lnTo>
                          <a:pt x="921" y="219"/>
                        </a:lnTo>
                        <a:lnTo>
                          <a:pt x="921" y="217"/>
                        </a:lnTo>
                        <a:lnTo>
                          <a:pt x="924" y="217"/>
                        </a:lnTo>
                        <a:lnTo>
                          <a:pt x="925" y="216"/>
                        </a:lnTo>
                        <a:lnTo>
                          <a:pt x="929" y="216"/>
                        </a:lnTo>
                        <a:lnTo>
                          <a:pt x="932" y="217"/>
                        </a:lnTo>
                        <a:lnTo>
                          <a:pt x="934" y="216"/>
                        </a:lnTo>
                        <a:lnTo>
                          <a:pt x="931" y="216"/>
                        </a:lnTo>
                        <a:lnTo>
                          <a:pt x="929" y="215"/>
                        </a:lnTo>
                        <a:lnTo>
                          <a:pt x="932" y="212"/>
                        </a:lnTo>
                        <a:lnTo>
                          <a:pt x="935" y="212"/>
                        </a:lnTo>
                        <a:lnTo>
                          <a:pt x="935" y="211"/>
                        </a:lnTo>
                        <a:lnTo>
                          <a:pt x="934" y="211"/>
                        </a:lnTo>
                        <a:lnTo>
                          <a:pt x="934" y="209"/>
                        </a:lnTo>
                        <a:lnTo>
                          <a:pt x="935" y="207"/>
                        </a:lnTo>
                        <a:lnTo>
                          <a:pt x="938" y="205"/>
                        </a:lnTo>
                        <a:lnTo>
                          <a:pt x="936" y="204"/>
                        </a:lnTo>
                        <a:lnTo>
                          <a:pt x="940" y="198"/>
                        </a:lnTo>
                        <a:lnTo>
                          <a:pt x="942" y="197"/>
                        </a:lnTo>
                        <a:lnTo>
                          <a:pt x="943" y="194"/>
                        </a:lnTo>
                        <a:lnTo>
                          <a:pt x="940" y="196"/>
                        </a:lnTo>
                        <a:lnTo>
                          <a:pt x="936" y="200"/>
                        </a:lnTo>
                        <a:lnTo>
                          <a:pt x="934" y="207"/>
                        </a:lnTo>
                        <a:lnTo>
                          <a:pt x="929" y="209"/>
                        </a:lnTo>
                        <a:lnTo>
                          <a:pt x="925" y="213"/>
                        </a:lnTo>
                        <a:lnTo>
                          <a:pt x="924" y="212"/>
                        </a:lnTo>
                        <a:lnTo>
                          <a:pt x="920" y="212"/>
                        </a:lnTo>
                        <a:lnTo>
                          <a:pt x="920" y="211"/>
                        </a:lnTo>
                        <a:lnTo>
                          <a:pt x="921" y="208"/>
                        </a:lnTo>
                        <a:lnTo>
                          <a:pt x="924" y="207"/>
                        </a:lnTo>
                        <a:lnTo>
                          <a:pt x="924" y="204"/>
                        </a:lnTo>
                        <a:lnTo>
                          <a:pt x="920" y="207"/>
                        </a:lnTo>
                        <a:lnTo>
                          <a:pt x="916" y="207"/>
                        </a:lnTo>
                        <a:lnTo>
                          <a:pt x="917" y="208"/>
                        </a:lnTo>
                        <a:lnTo>
                          <a:pt x="914" y="209"/>
                        </a:lnTo>
                        <a:lnTo>
                          <a:pt x="910" y="209"/>
                        </a:lnTo>
                        <a:lnTo>
                          <a:pt x="906" y="207"/>
                        </a:lnTo>
                        <a:lnTo>
                          <a:pt x="909" y="205"/>
                        </a:lnTo>
                        <a:lnTo>
                          <a:pt x="912" y="204"/>
                        </a:lnTo>
                        <a:lnTo>
                          <a:pt x="910" y="202"/>
                        </a:lnTo>
                        <a:lnTo>
                          <a:pt x="909" y="202"/>
                        </a:lnTo>
                        <a:lnTo>
                          <a:pt x="909" y="200"/>
                        </a:lnTo>
                        <a:lnTo>
                          <a:pt x="913" y="197"/>
                        </a:lnTo>
                        <a:lnTo>
                          <a:pt x="913" y="194"/>
                        </a:lnTo>
                        <a:lnTo>
                          <a:pt x="916" y="193"/>
                        </a:lnTo>
                        <a:lnTo>
                          <a:pt x="919" y="192"/>
                        </a:lnTo>
                        <a:lnTo>
                          <a:pt x="921" y="192"/>
                        </a:lnTo>
                        <a:lnTo>
                          <a:pt x="921" y="187"/>
                        </a:lnTo>
                        <a:lnTo>
                          <a:pt x="924" y="185"/>
                        </a:lnTo>
                        <a:lnTo>
                          <a:pt x="928" y="179"/>
                        </a:lnTo>
                        <a:lnTo>
                          <a:pt x="929" y="181"/>
                        </a:lnTo>
                        <a:lnTo>
                          <a:pt x="935" y="179"/>
                        </a:lnTo>
                        <a:lnTo>
                          <a:pt x="939" y="181"/>
                        </a:lnTo>
                        <a:lnTo>
                          <a:pt x="942" y="179"/>
                        </a:lnTo>
                        <a:lnTo>
                          <a:pt x="944" y="179"/>
                        </a:lnTo>
                        <a:lnTo>
                          <a:pt x="947" y="177"/>
                        </a:lnTo>
                        <a:lnTo>
                          <a:pt x="948" y="177"/>
                        </a:lnTo>
                        <a:lnTo>
                          <a:pt x="950" y="178"/>
                        </a:lnTo>
                        <a:lnTo>
                          <a:pt x="953" y="181"/>
                        </a:lnTo>
                        <a:lnTo>
                          <a:pt x="955" y="182"/>
                        </a:lnTo>
                        <a:lnTo>
                          <a:pt x="961" y="186"/>
                        </a:lnTo>
                        <a:lnTo>
                          <a:pt x="962" y="187"/>
                        </a:lnTo>
                        <a:lnTo>
                          <a:pt x="963" y="190"/>
                        </a:lnTo>
                        <a:lnTo>
                          <a:pt x="965" y="190"/>
                        </a:lnTo>
                        <a:lnTo>
                          <a:pt x="969" y="196"/>
                        </a:lnTo>
                        <a:lnTo>
                          <a:pt x="969" y="192"/>
                        </a:lnTo>
                        <a:lnTo>
                          <a:pt x="972" y="192"/>
                        </a:lnTo>
                        <a:lnTo>
                          <a:pt x="972" y="190"/>
                        </a:lnTo>
                        <a:lnTo>
                          <a:pt x="967" y="190"/>
                        </a:lnTo>
                        <a:lnTo>
                          <a:pt x="966" y="189"/>
                        </a:lnTo>
                        <a:lnTo>
                          <a:pt x="966" y="186"/>
                        </a:lnTo>
                        <a:lnTo>
                          <a:pt x="969" y="186"/>
                        </a:lnTo>
                        <a:lnTo>
                          <a:pt x="974" y="186"/>
                        </a:lnTo>
                        <a:lnTo>
                          <a:pt x="977" y="187"/>
                        </a:lnTo>
                        <a:lnTo>
                          <a:pt x="978" y="186"/>
                        </a:lnTo>
                        <a:lnTo>
                          <a:pt x="978" y="182"/>
                        </a:lnTo>
                        <a:lnTo>
                          <a:pt x="980" y="179"/>
                        </a:lnTo>
                        <a:lnTo>
                          <a:pt x="980" y="178"/>
                        </a:lnTo>
                        <a:lnTo>
                          <a:pt x="978" y="179"/>
                        </a:lnTo>
                        <a:lnTo>
                          <a:pt x="978" y="181"/>
                        </a:lnTo>
                        <a:lnTo>
                          <a:pt x="976" y="183"/>
                        </a:lnTo>
                        <a:lnTo>
                          <a:pt x="973" y="185"/>
                        </a:lnTo>
                        <a:lnTo>
                          <a:pt x="967" y="183"/>
                        </a:lnTo>
                        <a:lnTo>
                          <a:pt x="963" y="183"/>
                        </a:lnTo>
                        <a:lnTo>
                          <a:pt x="962" y="181"/>
                        </a:lnTo>
                        <a:lnTo>
                          <a:pt x="959" y="179"/>
                        </a:lnTo>
                        <a:lnTo>
                          <a:pt x="955" y="179"/>
                        </a:lnTo>
                        <a:lnTo>
                          <a:pt x="953" y="174"/>
                        </a:lnTo>
                        <a:lnTo>
                          <a:pt x="953" y="168"/>
                        </a:lnTo>
                        <a:lnTo>
                          <a:pt x="954" y="167"/>
                        </a:lnTo>
                        <a:lnTo>
                          <a:pt x="957" y="168"/>
                        </a:lnTo>
                        <a:lnTo>
                          <a:pt x="957" y="171"/>
                        </a:lnTo>
                        <a:lnTo>
                          <a:pt x="958" y="174"/>
                        </a:lnTo>
                        <a:lnTo>
                          <a:pt x="961" y="170"/>
                        </a:lnTo>
                        <a:lnTo>
                          <a:pt x="961" y="167"/>
                        </a:lnTo>
                        <a:lnTo>
                          <a:pt x="959" y="167"/>
                        </a:lnTo>
                        <a:lnTo>
                          <a:pt x="958" y="166"/>
                        </a:lnTo>
                        <a:lnTo>
                          <a:pt x="958" y="163"/>
                        </a:lnTo>
                        <a:lnTo>
                          <a:pt x="961" y="159"/>
                        </a:lnTo>
                        <a:lnTo>
                          <a:pt x="961" y="155"/>
                        </a:lnTo>
                        <a:lnTo>
                          <a:pt x="962" y="151"/>
                        </a:lnTo>
                        <a:lnTo>
                          <a:pt x="961" y="143"/>
                        </a:lnTo>
                        <a:lnTo>
                          <a:pt x="959" y="139"/>
                        </a:lnTo>
                        <a:lnTo>
                          <a:pt x="958" y="137"/>
                        </a:lnTo>
                        <a:lnTo>
                          <a:pt x="957" y="134"/>
                        </a:lnTo>
                        <a:lnTo>
                          <a:pt x="958" y="133"/>
                        </a:lnTo>
                        <a:lnTo>
                          <a:pt x="959" y="132"/>
                        </a:lnTo>
                        <a:lnTo>
                          <a:pt x="961" y="132"/>
                        </a:lnTo>
                        <a:lnTo>
                          <a:pt x="962" y="133"/>
                        </a:lnTo>
                        <a:lnTo>
                          <a:pt x="965" y="133"/>
                        </a:lnTo>
                        <a:lnTo>
                          <a:pt x="966" y="137"/>
                        </a:lnTo>
                        <a:lnTo>
                          <a:pt x="967" y="136"/>
                        </a:lnTo>
                        <a:lnTo>
                          <a:pt x="967" y="134"/>
                        </a:lnTo>
                        <a:lnTo>
                          <a:pt x="966" y="130"/>
                        </a:lnTo>
                        <a:lnTo>
                          <a:pt x="963" y="130"/>
                        </a:lnTo>
                        <a:lnTo>
                          <a:pt x="961" y="128"/>
                        </a:lnTo>
                        <a:lnTo>
                          <a:pt x="961" y="126"/>
                        </a:lnTo>
                        <a:lnTo>
                          <a:pt x="962" y="122"/>
                        </a:lnTo>
                        <a:lnTo>
                          <a:pt x="970" y="113"/>
                        </a:lnTo>
                        <a:lnTo>
                          <a:pt x="974" y="111"/>
                        </a:lnTo>
                        <a:lnTo>
                          <a:pt x="977" y="113"/>
                        </a:lnTo>
                        <a:lnTo>
                          <a:pt x="978" y="115"/>
                        </a:lnTo>
                        <a:lnTo>
                          <a:pt x="982" y="118"/>
                        </a:lnTo>
                        <a:lnTo>
                          <a:pt x="984" y="118"/>
                        </a:lnTo>
                        <a:lnTo>
                          <a:pt x="991" y="122"/>
                        </a:lnTo>
                        <a:lnTo>
                          <a:pt x="991" y="125"/>
                        </a:lnTo>
                        <a:lnTo>
                          <a:pt x="993" y="129"/>
                        </a:lnTo>
                        <a:lnTo>
                          <a:pt x="995" y="136"/>
                        </a:lnTo>
                        <a:lnTo>
                          <a:pt x="995" y="141"/>
                        </a:lnTo>
                        <a:lnTo>
                          <a:pt x="996" y="145"/>
                        </a:lnTo>
                        <a:lnTo>
                          <a:pt x="997" y="148"/>
                        </a:lnTo>
                        <a:lnTo>
                          <a:pt x="999" y="147"/>
                        </a:lnTo>
                        <a:lnTo>
                          <a:pt x="1000" y="147"/>
                        </a:lnTo>
                        <a:lnTo>
                          <a:pt x="1003" y="149"/>
                        </a:lnTo>
                        <a:lnTo>
                          <a:pt x="1003" y="152"/>
                        </a:lnTo>
                        <a:lnTo>
                          <a:pt x="1003" y="151"/>
                        </a:lnTo>
                        <a:lnTo>
                          <a:pt x="1006" y="149"/>
                        </a:lnTo>
                        <a:lnTo>
                          <a:pt x="1008" y="149"/>
                        </a:lnTo>
                        <a:lnTo>
                          <a:pt x="1006" y="148"/>
                        </a:lnTo>
                        <a:lnTo>
                          <a:pt x="1003" y="148"/>
                        </a:lnTo>
                        <a:lnTo>
                          <a:pt x="1000" y="145"/>
                        </a:lnTo>
                        <a:lnTo>
                          <a:pt x="999" y="144"/>
                        </a:lnTo>
                        <a:lnTo>
                          <a:pt x="999" y="141"/>
                        </a:lnTo>
                        <a:lnTo>
                          <a:pt x="1001" y="139"/>
                        </a:lnTo>
                        <a:lnTo>
                          <a:pt x="1001" y="137"/>
                        </a:lnTo>
                        <a:lnTo>
                          <a:pt x="1000" y="126"/>
                        </a:lnTo>
                        <a:lnTo>
                          <a:pt x="1000" y="124"/>
                        </a:lnTo>
                        <a:lnTo>
                          <a:pt x="1000" y="121"/>
                        </a:lnTo>
                        <a:lnTo>
                          <a:pt x="1006" y="121"/>
                        </a:lnTo>
                        <a:lnTo>
                          <a:pt x="1008" y="122"/>
                        </a:lnTo>
                        <a:lnTo>
                          <a:pt x="1012" y="124"/>
                        </a:lnTo>
                        <a:lnTo>
                          <a:pt x="1016" y="124"/>
                        </a:lnTo>
                        <a:lnTo>
                          <a:pt x="1020" y="125"/>
                        </a:lnTo>
                        <a:lnTo>
                          <a:pt x="1026" y="125"/>
                        </a:lnTo>
                        <a:lnTo>
                          <a:pt x="1030" y="122"/>
                        </a:lnTo>
                        <a:lnTo>
                          <a:pt x="1033" y="124"/>
                        </a:lnTo>
                        <a:lnTo>
                          <a:pt x="1035" y="125"/>
                        </a:lnTo>
                        <a:lnTo>
                          <a:pt x="1041" y="126"/>
                        </a:lnTo>
                        <a:lnTo>
                          <a:pt x="1044" y="128"/>
                        </a:lnTo>
                        <a:lnTo>
                          <a:pt x="1046" y="126"/>
                        </a:lnTo>
                        <a:lnTo>
                          <a:pt x="1046" y="125"/>
                        </a:lnTo>
                        <a:lnTo>
                          <a:pt x="1044" y="124"/>
                        </a:lnTo>
                        <a:lnTo>
                          <a:pt x="1041" y="124"/>
                        </a:lnTo>
                        <a:lnTo>
                          <a:pt x="1035" y="122"/>
                        </a:lnTo>
                        <a:lnTo>
                          <a:pt x="1035" y="121"/>
                        </a:lnTo>
                        <a:lnTo>
                          <a:pt x="1035" y="121"/>
                        </a:lnTo>
                        <a:lnTo>
                          <a:pt x="1037" y="120"/>
                        </a:lnTo>
                        <a:lnTo>
                          <a:pt x="1041" y="118"/>
                        </a:lnTo>
                        <a:lnTo>
                          <a:pt x="1052" y="118"/>
                        </a:lnTo>
                        <a:lnTo>
                          <a:pt x="1057" y="117"/>
                        </a:lnTo>
                        <a:lnTo>
                          <a:pt x="1063" y="118"/>
                        </a:lnTo>
                        <a:lnTo>
                          <a:pt x="1067" y="121"/>
                        </a:lnTo>
                        <a:lnTo>
                          <a:pt x="1068" y="121"/>
                        </a:lnTo>
                        <a:lnTo>
                          <a:pt x="1072" y="120"/>
                        </a:lnTo>
                        <a:lnTo>
                          <a:pt x="1071" y="118"/>
                        </a:lnTo>
                        <a:lnTo>
                          <a:pt x="1069" y="118"/>
                        </a:lnTo>
                        <a:lnTo>
                          <a:pt x="1067" y="117"/>
                        </a:lnTo>
                        <a:lnTo>
                          <a:pt x="1067" y="115"/>
                        </a:lnTo>
                        <a:lnTo>
                          <a:pt x="1064" y="114"/>
                        </a:lnTo>
                        <a:lnTo>
                          <a:pt x="1060" y="114"/>
                        </a:lnTo>
                        <a:lnTo>
                          <a:pt x="1059" y="113"/>
                        </a:lnTo>
                        <a:lnTo>
                          <a:pt x="1050" y="113"/>
                        </a:lnTo>
                        <a:lnTo>
                          <a:pt x="1050" y="111"/>
                        </a:lnTo>
                        <a:lnTo>
                          <a:pt x="1052" y="110"/>
                        </a:lnTo>
                        <a:lnTo>
                          <a:pt x="1054" y="107"/>
                        </a:lnTo>
                        <a:lnTo>
                          <a:pt x="1057" y="106"/>
                        </a:lnTo>
                        <a:lnTo>
                          <a:pt x="1060" y="103"/>
                        </a:lnTo>
                        <a:lnTo>
                          <a:pt x="1061" y="101"/>
                        </a:lnTo>
                        <a:lnTo>
                          <a:pt x="1069" y="95"/>
                        </a:lnTo>
                        <a:lnTo>
                          <a:pt x="1073" y="95"/>
                        </a:lnTo>
                        <a:lnTo>
                          <a:pt x="1080" y="92"/>
                        </a:lnTo>
                        <a:lnTo>
                          <a:pt x="1080" y="90"/>
                        </a:lnTo>
                        <a:lnTo>
                          <a:pt x="1072" y="94"/>
                        </a:lnTo>
                        <a:lnTo>
                          <a:pt x="1067" y="94"/>
                        </a:lnTo>
                        <a:lnTo>
                          <a:pt x="1059" y="99"/>
                        </a:lnTo>
                        <a:lnTo>
                          <a:pt x="1059" y="103"/>
                        </a:lnTo>
                        <a:lnTo>
                          <a:pt x="1057" y="103"/>
                        </a:lnTo>
                        <a:lnTo>
                          <a:pt x="1057" y="99"/>
                        </a:lnTo>
                        <a:lnTo>
                          <a:pt x="1056" y="99"/>
                        </a:lnTo>
                        <a:lnTo>
                          <a:pt x="1053" y="102"/>
                        </a:lnTo>
                        <a:lnTo>
                          <a:pt x="1050" y="103"/>
                        </a:lnTo>
                        <a:lnTo>
                          <a:pt x="1048" y="107"/>
                        </a:lnTo>
                        <a:lnTo>
                          <a:pt x="1049" y="107"/>
                        </a:lnTo>
                        <a:lnTo>
                          <a:pt x="1049" y="109"/>
                        </a:lnTo>
                        <a:lnTo>
                          <a:pt x="1045" y="113"/>
                        </a:lnTo>
                        <a:lnTo>
                          <a:pt x="1041" y="113"/>
                        </a:lnTo>
                        <a:lnTo>
                          <a:pt x="1031" y="117"/>
                        </a:lnTo>
                        <a:lnTo>
                          <a:pt x="1029" y="118"/>
                        </a:lnTo>
                        <a:lnTo>
                          <a:pt x="1026" y="117"/>
                        </a:lnTo>
                        <a:lnTo>
                          <a:pt x="1018" y="117"/>
                        </a:lnTo>
                        <a:lnTo>
                          <a:pt x="1014" y="114"/>
                        </a:lnTo>
                        <a:lnTo>
                          <a:pt x="1010" y="114"/>
                        </a:lnTo>
                        <a:lnTo>
                          <a:pt x="1007" y="114"/>
                        </a:lnTo>
                        <a:lnTo>
                          <a:pt x="1007" y="111"/>
                        </a:lnTo>
                        <a:lnTo>
                          <a:pt x="1011" y="107"/>
                        </a:lnTo>
                        <a:lnTo>
                          <a:pt x="1014" y="107"/>
                        </a:lnTo>
                        <a:lnTo>
                          <a:pt x="1016" y="107"/>
                        </a:lnTo>
                        <a:lnTo>
                          <a:pt x="1022" y="106"/>
                        </a:lnTo>
                        <a:lnTo>
                          <a:pt x="1025" y="103"/>
                        </a:lnTo>
                        <a:lnTo>
                          <a:pt x="1022" y="103"/>
                        </a:lnTo>
                        <a:lnTo>
                          <a:pt x="1019" y="105"/>
                        </a:lnTo>
                        <a:lnTo>
                          <a:pt x="1015" y="105"/>
                        </a:lnTo>
                        <a:lnTo>
                          <a:pt x="1012" y="106"/>
                        </a:lnTo>
                        <a:lnTo>
                          <a:pt x="1010" y="105"/>
                        </a:lnTo>
                        <a:lnTo>
                          <a:pt x="1010" y="103"/>
                        </a:lnTo>
                        <a:lnTo>
                          <a:pt x="1012" y="101"/>
                        </a:lnTo>
                        <a:lnTo>
                          <a:pt x="1010" y="101"/>
                        </a:lnTo>
                        <a:lnTo>
                          <a:pt x="1006" y="102"/>
                        </a:lnTo>
                        <a:lnTo>
                          <a:pt x="1006" y="106"/>
                        </a:lnTo>
                        <a:lnTo>
                          <a:pt x="1001" y="110"/>
                        </a:lnTo>
                        <a:lnTo>
                          <a:pt x="997" y="110"/>
                        </a:lnTo>
                        <a:lnTo>
                          <a:pt x="991" y="109"/>
                        </a:lnTo>
                        <a:lnTo>
                          <a:pt x="985" y="109"/>
                        </a:lnTo>
                        <a:lnTo>
                          <a:pt x="982" y="106"/>
                        </a:lnTo>
                        <a:lnTo>
                          <a:pt x="982" y="103"/>
                        </a:lnTo>
                        <a:lnTo>
                          <a:pt x="980" y="103"/>
                        </a:lnTo>
                        <a:lnTo>
                          <a:pt x="977" y="102"/>
                        </a:lnTo>
                        <a:lnTo>
                          <a:pt x="977" y="99"/>
                        </a:lnTo>
                        <a:lnTo>
                          <a:pt x="978" y="98"/>
                        </a:lnTo>
                        <a:lnTo>
                          <a:pt x="981" y="94"/>
                        </a:lnTo>
                        <a:lnTo>
                          <a:pt x="985" y="92"/>
                        </a:lnTo>
                        <a:lnTo>
                          <a:pt x="988" y="88"/>
                        </a:lnTo>
                        <a:lnTo>
                          <a:pt x="992" y="87"/>
                        </a:lnTo>
                        <a:lnTo>
                          <a:pt x="993" y="84"/>
                        </a:lnTo>
                        <a:lnTo>
                          <a:pt x="996" y="86"/>
                        </a:lnTo>
                        <a:lnTo>
                          <a:pt x="1001" y="86"/>
                        </a:lnTo>
                        <a:lnTo>
                          <a:pt x="1004" y="84"/>
                        </a:lnTo>
                        <a:lnTo>
                          <a:pt x="1007" y="86"/>
                        </a:lnTo>
                        <a:lnTo>
                          <a:pt x="1012" y="88"/>
                        </a:lnTo>
                        <a:lnTo>
                          <a:pt x="1016" y="88"/>
                        </a:lnTo>
                        <a:lnTo>
                          <a:pt x="1019" y="90"/>
                        </a:lnTo>
                        <a:lnTo>
                          <a:pt x="1023" y="88"/>
                        </a:lnTo>
                        <a:lnTo>
                          <a:pt x="1025" y="87"/>
                        </a:lnTo>
                        <a:lnTo>
                          <a:pt x="1022" y="86"/>
                        </a:lnTo>
                        <a:lnTo>
                          <a:pt x="1016" y="87"/>
                        </a:lnTo>
                        <a:lnTo>
                          <a:pt x="1011" y="86"/>
                        </a:lnTo>
                        <a:lnTo>
                          <a:pt x="1007" y="83"/>
                        </a:lnTo>
                        <a:lnTo>
                          <a:pt x="1003" y="83"/>
                        </a:lnTo>
                        <a:lnTo>
                          <a:pt x="997" y="84"/>
                        </a:lnTo>
                        <a:lnTo>
                          <a:pt x="992" y="83"/>
                        </a:lnTo>
                        <a:lnTo>
                          <a:pt x="991" y="83"/>
                        </a:lnTo>
                        <a:lnTo>
                          <a:pt x="989" y="84"/>
                        </a:lnTo>
                        <a:lnTo>
                          <a:pt x="987" y="87"/>
                        </a:lnTo>
                        <a:lnTo>
                          <a:pt x="981" y="91"/>
                        </a:lnTo>
                        <a:lnTo>
                          <a:pt x="976" y="92"/>
                        </a:lnTo>
                        <a:lnTo>
                          <a:pt x="973" y="98"/>
                        </a:lnTo>
                        <a:lnTo>
                          <a:pt x="972" y="98"/>
                        </a:lnTo>
                        <a:lnTo>
                          <a:pt x="969" y="96"/>
                        </a:lnTo>
                        <a:lnTo>
                          <a:pt x="965" y="92"/>
                        </a:lnTo>
                        <a:lnTo>
                          <a:pt x="963" y="91"/>
                        </a:lnTo>
                        <a:lnTo>
                          <a:pt x="962" y="90"/>
                        </a:lnTo>
                        <a:lnTo>
                          <a:pt x="961" y="86"/>
                        </a:lnTo>
                        <a:lnTo>
                          <a:pt x="961" y="82"/>
                        </a:lnTo>
                        <a:lnTo>
                          <a:pt x="959" y="80"/>
                        </a:lnTo>
                        <a:lnTo>
                          <a:pt x="959" y="77"/>
                        </a:lnTo>
                        <a:lnTo>
                          <a:pt x="961" y="76"/>
                        </a:lnTo>
                        <a:lnTo>
                          <a:pt x="963" y="76"/>
                        </a:lnTo>
                        <a:lnTo>
                          <a:pt x="966" y="76"/>
                        </a:lnTo>
                        <a:lnTo>
                          <a:pt x="967" y="77"/>
                        </a:lnTo>
                        <a:lnTo>
                          <a:pt x="976" y="76"/>
                        </a:lnTo>
                        <a:lnTo>
                          <a:pt x="980" y="80"/>
                        </a:lnTo>
                        <a:lnTo>
                          <a:pt x="982" y="80"/>
                        </a:lnTo>
                        <a:lnTo>
                          <a:pt x="984" y="80"/>
                        </a:lnTo>
                        <a:lnTo>
                          <a:pt x="987" y="80"/>
                        </a:lnTo>
                        <a:lnTo>
                          <a:pt x="991" y="79"/>
                        </a:lnTo>
                        <a:lnTo>
                          <a:pt x="993" y="80"/>
                        </a:lnTo>
                        <a:lnTo>
                          <a:pt x="995" y="79"/>
                        </a:lnTo>
                        <a:lnTo>
                          <a:pt x="997" y="79"/>
                        </a:lnTo>
                        <a:lnTo>
                          <a:pt x="999" y="77"/>
                        </a:lnTo>
                        <a:lnTo>
                          <a:pt x="1004" y="76"/>
                        </a:lnTo>
                        <a:lnTo>
                          <a:pt x="1010" y="75"/>
                        </a:lnTo>
                        <a:lnTo>
                          <a:pt x="1011" y="73"/>
                        </a:lnTo>
                        <a:lnTo>
                          <a:pt x="1011" y="72"/>
                        </a:lnTo>
                        <a:lnTo>
                          <a:pt x="1008" y="72"/>
                        </a:lnTo>
                        <a:lnTo>
                          <a:pt x="1007" y="73"/>
                        </a:lnTo>
                        <a:lnTo>
                          <a:pt x="1006" y="75"/>
                        </a:lnTo>
                        <a:lnTo>
                          <a:pt x="1001" y="75"/>
                        </a:lnTo>
                        <a:lnTo>
                          <a:pt x="996" y="75"/>
                        </a:lnTo>
                        <a:lnTo>
                          <a:pt x="992" y="77"/>
                        </a:lnTo>
                        <a:lnTo>
                          <a:pt x="989" y="77"/>
                        </a:lnTo>
                        <a:lnTo>
                          <a:pt x="985" y="77"/>
                        </a:lnTo>
                        <a:lnTo>
                          <a:pt x="984" y="77"/>
                        </a:lnTo>
                        <a:lnTo>
                          <a:pt x="982" y="77"/>
                        </a:lnTo>
                        <a:lnTo>
                          <a:pt x="978" y="75"/>
                        </a:lnTo>
                        <a:lnTo>
                          <a:pt x="977" y="75"/>
                        </a:lnTo>
                        <a:lnTo>
                          <a:pt x="976" y="73"/>
                        </a:lnTo>
                        <a:lnTo>
                          <a:pt x="972" y="73"/>
                        </a:lnTo>
                        <a:lnTo>
                          <a:pt x="967" y="72"/>
                        </a:lnTo>
                        <a:lnTo>
                          <a:pt x="965" y="73"/>
                        </a:lnTo>
                        <a:lnTo>
                          <a:pt x="961" y="72"/>
                        </a:lnTo>
                        <a:lnTo>
                          <a:pt x="961" y="69"/>
                        </a:lnTo>
                        <a:lnTo>
                          <a:pt x="962" y="68"/>
                        </a:lnTo>
                        <a:lnTo>
                          <a:pt x="962" y="64"/>
                        </a:lnTo>
                        <a:lnTo>
                          <a:pt x="963" y="62"/>
                        </a:lnTo>
                        <a:lnTo>
                          <a:pt x="965" y="62"/>
                        </a:lnTo>
                        <a:lnTo>
                          <a:pt x="967" y="65"/>
                        </a:lnTo>
                        <a:lnTo>
                          <a:pt x="972" y="65"/>
                        </a:lnTo>
                        <a:lnTo>
                          <a:pt x="973" y="64"/>
                        </a:lnTo>
                        <a:lnTo>
                          <a:pt x="972" y="62"/>
                        </a:lnTo>
                        <a:lnTo>
                          <a:pt x="969" y="62"/>
                        </a:lnTo>
                        <a:lnTo>
                          <a:pt x="966" y="60"/>
                        </a:lnTo>
                        <a:lnTo>
                          <a:pt x="967" y="58"/>
                        </a:lnTo>
                        <a:lnTo>
                          <a:pt x="972" y="58"/>
                        </a:lnTo>
                        <a:lnTo>
                          <a:pt x="976" y="56"/>
                        </a:lnTo>
                        <a:lnTo>
                          <a:pt x="980" y="56"/>
                        </a:lnTo>
                        <a:lnTo>
                          <a:pt x="982" y="54"/>
                        </a:lnTo>
                        <a:lnTo>
                          <a:pt x="985" y="54"/>
                        </a:lnTo>
                        <a:lnTo>
                          <a:pt x="987" y="54"/>
                        </a:lnTo>
                        <a:lnTo>
                          <a:pt x="989" y="54"/>
                        </a:lnTo>
                        <a:lnTo>
                          <a:pt x="989" y="53"/>
                        </a:lnTo>
                        <a:lnTo>
                          <a:pt x="988" y="52"/>
                        </a:lnTo>
                        <a:lnTo>
                          <a:pt x="981" y="52"/>
                        </a:lnTo>
                        <a:lnTo>
                          <a:pt x="977" y="53"/>
                        </a:lnTo>
                        <a:lnTo>
                          <a:pt x="973" y="54"/>
                        </a:lnTo>
                        <a:lnTo>
                          <a:pt x="970" y="54"/>
                        </a:lnTo>
                        <a:lnTo>
                          <a:pt x="969" y="56"/>
                        </a:lnTo>
                        <a:lnTo>
                          <a:pt x="966" y="56"/>
                        </a:lnTo>
                        <a:lnTo>
                          <a:pt x="966" y="54"/>
                        </a:lnTo>
                        <a:lnTo>
                          <a:pt x="965" y="52"/>
                        </a:lnTo>
                        <a:lnTo>
                          <a:pt x="969" y="50"/>
                        </a:lnTo>
                        <a:lnTo>
                          <a:pt x="973" y="48"/>
                        </a:lnTo>
                        <a:lnTo>
                          <a:pt x="977" y="46"/>
                        </a:lnTo>
                        <a:lnTo>
                          <a:pt x="980" y="45"/>
                        </a:lnTo>
                        <a:lnTo>
                          <a:pt x="976" y="45"/>
                        </a:lnTo>
                        <a:lnTo>
                          <a:pt x="976" y="43"/>
                        </a:lnTo>
                        <a:lnTo>
                          <a:pt x="976" y="39"/>
                        </a:lnTo>
                        <a:lnTo>
                          <a:pt x="974" y="41"/>
                        </a:lnTo>
                        <a:lnTo>
                          <a:pt x="973" y="43"/>
                        </a:lnTo>
                        <a:lnTo>
                          <a:pt x="972" y="45"/>
                        </a:lnTo>
                        <a:lnTo>
                          <a:pt x="972" y="42"/>
                        </a:lnTo>
                        <a:lnTo>
                          <a:pt x="970" y="42"/>
                        </a:lnTo>
                        <a:lnTo>
                          <a:pt x="969" y="43"/>
                        </a:lnTo>
                        <a:lnTo>
                          <a:pt x="965" y="43"/>
                        </a:lnTo>
                        <a:lnTo>
                          <a:pt x="965" y="46"/>
                        </a:lnTo>
                        <a:lnTo>
                          <a:pt x="965" y="48"/>
                        </a:lnTo>
                        <a:lnTo>
                          <a:pt x="961" y="49"/>
                        </a:lnTo>
                        <a:lnTo>
                          <a:pt x="961" y="46"/>
                        </a:lnTo>
                        <a:lnTo>
                          <a:pt x="961" y="43"/>
                        </a:lnTo>
                        <a:lnTo>
                          <a:pt x="959" y="42"/>
                        </a:lnTo>
                        <a:lnTo>
                          <a:pt x="959" y="41"/>
                        </a:lnTo>
                        <a:lnTo>
                          <a:pt x="959" y="39"/>
                        </a:lnTo>
                        <a:lnTo>
                          <a:pt x="962" y="41"/>
                        </a:lnTo>
                        <a:lnTo>
                          <a:pt x="962" y="37"/>
                        </a:lnTo>
                        <a:lnTo>
                          <a:pt x="965" y="37"/>
                        </a:lnTo>
                        <a:lnTo>
                          <a:pt x="967" y="37"/>
                        </a:lnTo>
                        <a:lnTo>
                          <a:pt x="969" y="34"/>
                        </a:lnTo>
                        <a:lnTo>
                          <a:pt x="973" y="31"/>
                        </a:lnTo>
                        <a:lnTo>
                          <a:pt x="974" y="33"/>
                        </a:lnTo>
                        <a:lnTo>
                          <a:pt x="978" y="30"/>
                        </a:lnTo>
                        <a:lnTo>
                          <a:pt x="985" y="30"/>
                        </a:lnTo>
                        <a:lnTo>
                          <a:pt x="987" y="29"/>
                        </a:lnTo>
                        <a:lnTo>
                          <a:pt x="988" y="30"/>
                        </a:lnTo>
                        <a:lnTo>
                          <a:pt x="989" y="31"/>
                        </a:lnTo>
                        <a:lnTo>
                          <a:pt x="988" y="33"/>
                        </a:lnTo>
                        <a:lnTo>
                          <a:pt x="988" y="39"/>
                        </a:lnTo>
                        <a:lnTo>
                          <a:pt x="989" y="39"/>
                        </a:lnTo>
                        <a:lnTo>
                          <a:pt x="991" y="34"/>
                        </a:lnTo>
                        <a:lnTo>
                          <a:pt x="993" y="33"/>
                        </a:lnTo>
                        <a:lnTo>
                          <a:pt x="993" y="34"/>
                        </a:lnTo>
                        <a:lnTo>
                          <a:pt x="993" y="35"/>
                        </a:lnTo>
                        <a:lnTo>
                          <a:pt x="993" y="38"/>
                        </a:lnTo>
                        <a:lnTo>
                          <a:pt x="995" y="37"/>
                        </a:lnTo>
                        <a:lnTo>
                          <a:pt x="995" y="34"/>
                        </a:lnTo>
                        <a:lnTo>
                          <a:pt x="996" y="33"/>
                        </a:lnTo>
                        <a:lnTo>
                          <a:pt x="995" y="31"/>
                        </a:lnTo>
                        <a:lnTo>
                          <a:pt x="996" y="27"/>
                        </a:lnTo>
                        <a:lnTo>
                          <a:pt x="997" y="27"/>
                        </a:lnTo>
                        <a:lnTo>
                          <a:pt x="1001" y="24"/>
                        </a:lnTo>
                        <a:lnTo>
                          <a:pt x="1003" y="24"/>
                        </a:lnTo>
                        <a:lnTo>
                          <a:pt x="1003" y="27"/>
                        </a:lnTo>
                        <a:lnTo>
                          <a:pt x="1003" y="30"/>
                        </a:lnTo>
                        <a:lnTo>
                          <a:pt x="1006" y="31"/>
                        </a:lnTo>
                        <a:lnTo>
                          <a:pt x="1006" y="35"/>
                        </a:lnTo>
                        <a:lnTo>
                          <a:pt x="1006" y="37"/>
                        </a:lnTo>
                        <a:lnTo>
                          <a:pt x="1007" y="39"/>
                        </a:lnTo>
                        <a:lnTo>
                          <a:pt x="1006" y="42"/>
                        </a:lnTo>
                        <a:lnTo>
                          <a:pt x="1008" y="43"/>
                        </a:lnTo>
                        <a:lnTo>
                          <a:pt x="1010" y="42"/>
                        </a:lnTo>
                        <a:lnTo>
                          <a:pt x="1008" y="39"/>
                        </a:lnTo>
                        <a:lnTo>
                          <a:pt x="1008" y="37"/>
                        </a:lnTo>
                        <a:lnTo>
                          <a:pt x="1010" y="35"/>
                        </a:lnTo>
                        <a:lnTo>
                          <a:pt x="1012" y="31"/>
                        </a:lnTo>
                        <a:lnTo>
                          <a:pt x="1014" y="31"/>
                        </a:lnTo>
                        <a:lnTo>
                          <a:pt x="1016" y="35"/>
                        </a:lnTo>
                        <a:lnTo>
                          <a:pt x="1016" y="38"/>
                        </a:lnTo>
                        <a:lnTo>
                          <a:pt x="1015" y="42"/>
                        </a:lnTo>
                        <a:lnTo>
                          <a:pt x="1018" y="43"/>
                        </a:lnTo>
                        <a:lnTo>
                          <a:pt x="1018" y="45"/>
                        </a:lnTo>
                        <a:lnTo>
                          <a:pt x="1019" y="43"/>
                        </a:lnTo>
                        <a:lnTo>
                          <a:pt x="1019" y="39"/>
                        </a:lnTo>
                        <a:lnTo>
                          <a:pt x="1020" y="39"/>
                        </a:lnTo>
                        <a:lnTo>
                          <a:pt x="1022" y="38"/>
                        </a:lnTo>
                        <a:lnTo>
                          <a:pt x="1023" y="39"/>
                        </a:lnTo>
                        <a:lnTo>
                          <a:pt x="1022" y="41"/>
                        </a:lnTo>
                        <a:lnTo>
                          <a:pt x="1022" y="43"/>
                        </a:lnTo>
                        <a:lnTo>
                          <a:pt x="1023" y="45"/>
                        </a:lnTo>
                        <a:lnTo>
                          <a:pt x="1026" y="42"/>
                        </a:lnTo>
                        <a:lnTo>
                          <a:pt x="1027" y="42"/>
                        </a:lnTo>
                        <a:lnTo>
                          <a:pt x="1027" y="45"/>
                        </a:lnTo>
                        <a:lnTo>
                          <a:pt x="1029" y="43"/>
                        </a:lnTo>
                        <a:lnTo>
                          <a:pt x="1029" y="41"/>
                        </a:lnTo>
                        <a:lnTo>
                          <a:pt x="1026" y="37"/>
                        </a:lnTo>
                        <a:lnTo>
                          <a:pt x="1025" y="37"/>
                        </a:lnTo>
                        <a:lnTo>
                          <a:pt x="1023" y="34"/>
                        </a:lnTo>
                        <a:lnTo>
                          <a:pt x="1023" y="31"/>
                        </a:lnTo>
                        <a:lnTo>
                          <a:pt x="1020" y="29"/>
                        </a:lnTo>
                        <a:lnTo>
                          <a:pt x="1019" y="27"/>
                        </a:lnTo>
                        <a:lnTo>
                          <a:pt x="1018" y="26"/>
                        </a:lnTo>
                        <a:lnTo>
                          <a:pt x="1019" y="22"/>
                        </a:lnTo>
                        <a:lnTo>
                          <a:pt x="1022" y="22"/>
                        </a:lnTo>
                        <a:lnTo>
                          <a:pt x="1023" y="24"/>
                        </a:lnTo>
                        <a:lnTo>
                          <a:pt x="1027" y="23"/>
                        </a:lnTo>
                        <a:lnTo>
                          <a:pt x="1029" y="24"/>
                        </a:lnTo>
                        <a:lnTo>
                          <a:pt x="1030" y="23"/>
                        </a:lnTo>
                        <a:lnTo>
                          <a:pt x="1030" y="18"/>
                        </a:lnTo>
                        <a:lnTo>
                          <a:pt x="1029" y="15"/>
                        </a:lnTo>
                        <a:lnTo>
                          <a:pt x="1030" y="12"/>
                        </a:lnTo>
                        <a:lnTo>
                          <a:pt x="1033" y="12"/>
                        </a:lnTo>
                        <a:lnTo>
                          <a:pt x="1034" y="12"/>
                        </a:lnTo>
                        <a:lnTo>
                          <a:pt x="1039" y="14"/>
                        </a:lnTo>
                        <a:lnTo>
                          <a:pt x="1041" y="15"/>
                        </a:lnTo>
                        <a:lnTo>
                          <a:pt x="1041" y="16"/>
                        </a:lnTo>
                        <a:lnTo>
                          <a:pt x="1039" y="19"/>
                        </a:lnTo>
                        <a:lnTo>
                          <a:pt x="1039" y="20"/>
                        </a:lnTo>
                        <a:lnTo>
                          <a:pt x="1045" y="22"/>
                        </a:lnTo>
                        <a:lnTo>
                          <a:pt x="1045" y="24"/>
                        </a:lnTo>
                        <a:lnTo>
                          <a:pt x="1044" y="29"/>
                        </a:lnTo>
                        <a:lnTo>
                          <a:pt x="1045" y="34"/>
                        </a:lnTo>
                        <a:lnTo>
                          <a:pt x="1046" y="33"/>
                        </a:lnTo>
                        <a:lnTo>
                          <a:pt x="1049" y="30"/>
                        </a:lnTo>
                        <a:lnTo>
                          <a:pt x="1049" y="30"/>
                        </a:lnTo>
                        <a:lnTo>
                          <a:pt x="1050" y="33"/>
                        </a:lnTo>
                        <a:lnTo>
                          <a:pt x="1050" y="34"/>
                        </a:lnTo>
                        <a:lnTo>
                          <a:pt x="1053" y="33"/>
                        </a:lnTo>
                        <a:lnTo>
                          <a:pt x="1054" y="31"/>
                        </a:lnTo>
                        <a:lnTo>
                          <a:pt x="1057" y="30"/>
                        </a:lnTo>
                        <a:lnTo>
                          <a:pt x="1059" y="27"/>
                        </a:lnTo>
                        <a:lnTo>
                          <a:pt x="1056" y="23"/>
                        </a:lnTo>
                        <a:lnTo>
                          <a:pt x="1059" y="20"/>
                        </a:lnTo>
                        <a:lnTo>
                          <a:pt x="1060" y="20"/>
                        </a:lnTo>
                        <a:lnTo>
                          <a:pt x="1061" y="22"/>
                        </a:lnTo>
                        <a:lnTo>
                          <a:pt x="1067" y="22"/>
                        </a:lnTo>
                        <a:lnTo>
                          <a:pt x="1065" y="19"/>
                        </a:lnTo>
                        <a:lnTo>
                          <a:pt x="1061" y="16"/>
                        </a:lnTo>
                        <a:lnTo>
                          <a:pt x="1061" y="12"/>
                        </a:lnTo>
                        <a:lnTo>
                          <a:pt x="1061" y="11"/>
                        </a:lnTo>
                        <a:lnTo>
                          <a:pt x="1063" y="8"/>
                        </a:lnTo>
                        <a:lnTo>
                          <a:pt x="1064" y="8"/>
                        </a:lnTo>
                        <a:lnTo>
                          <a:pt x="1069" y="11"/>
                        </a:lnTo>
                        <a:lnTo>
                          <a:pt x="1069" y="15"/>
                        </a:lnTo>
                        <a:lnTo>
                          <a:pt x="1071" y="19"/>
                        </a:lnTo>
                        <a:lnTo>
                          <a:pt x="1071" y="22"/>
                        </a:lnTo>
                        <a:lnTo>
                          <a:pt x="1072" y="24"/>
                        </a:lnTo>
                        <a:lnTo>
                          <a:pt x="1072" y="27"/>
                        </a:lnTo>
                        <a:lnTo>
                          <a:pt x="1073" y="30"/>
                        </a:lnTo>
                        <a:lnTo>
                          <a:pt x="1075" y="29"/>
                        </a:lnTo>
                        <a:lnTo>
                          <a:pt x="1075" y="26"/>
                        </a:lnTo>
                        <a:lnTo>
                          <a:pt x="1075" y="23"/>
                        </a:lnTo>
                        <a:lnTo>
                          <a:pt x="1075" y="20"/>
                        </a:lnTo>
                        <a:lnTo>
                          <a:pt x="1073" y="16"/>
                        </a:lnTo>
                        <a:lnTo>
                          <a:pt x="1073" y="11"/>
                        </a:lnTo>
                        <a:lnTo>
                          <a:pt x="1073" y="5"/>
                        </a:lnTo>
                        <a:lnTo>
                          <a:pt x="1073" y="3"/>
                        </a:lnTo>
                        <a:lnTo>
                          <a:pt x="1076" y="3"/>
                        </a:lnTo>
                        <a:lnTo>
                          <a:pt x="1079" y="5"/>
                        </a:lnTo>
                        <a:lnTo>
                          <a:pt x="1080" y="5"/>
                        </a:lnTo>
                        <a:lnTo>
                          <a:pt x="1082" y="7"/>
                        </a:lnTo>
                        <a:lnTo>
                          <a:pt x="1082" y="11"/>
                        </a:lnTo>
                        <a:lnTo>
                          <a:pt x="1083" y="14"/>
                        </a:lnTo>
                        <a:lnTo>
                          <a:pt x="1083" y="16"/>
                        </a:lnTo>
                        <a:lnTo>
                          <a:pt x="1083" y="22"/>
                        </a:lnTo>
                        <a:lnTo>
                          <a:pt x="1084" y="22"/>
                        </a:lnTo>
                        <a:lnTo>
                          <a:pt x="1084" y="19"/>
                        </a:lnTo>
                        <a:lnTo>
                          <a:pt x="1086" y="18"/>
                        </a:lnTo>
                        <a:lnTo>
                          <a:pt x="1087" y="18"/>
                        </a:lnTo>
                        <a:lnTo>
                          <a:pt x="1091" y="23"/>
                        </a:lnTo>
                        <a:lnTo>
                          <a:pt x="1092" y="22"/>
                        </a:lnTo>
                        <a:lnTo>
                          <a:pt x="1094" y="22"/>
                        </a:lnTo>
                        <a:lnTo>
                          <a:pt x="1094" y="20"/>
                        </a:lnTo>
                        <a:lnTo>
                          <a:pt x="1092" y="19"/>
                        </a:lnTo>
                        <a:lnTo>
                          <a:pt x="1090" y="16"/>
                        </a:lnTo>
                        <a:lnTo>
                          <a:pt x="1091" y="15"/>
                        </a:lnTo>
                        <a:lnTo>
                          <a:pt x="1091" y="14"/>
                        </a:lnTo>
                        <a:lnTo>
                          <a:pt x="1088" y="11"/>
                        </a:lnTo>
                        <a:lnTo>
                          <a:pt x="1087" y="10"/>
                        </a:lnTo>
                        <a:lnTo>
                          <a:pt x="1088" y="8"/>
                        </a:lnTo>
                        <a:lnTo>
                          <a:pt x="1091" y="8"/>
                        </a:lnTo>
                        <a:lnTo>
                          <a:pt x="1090" y="7"/>
                        </a:lnTo>
                        <a:lnTo>
                          <a:pt x="1087" y="5"/>
                        </a:lnTo>
                        <a:lnTo>
                          <a:pt x="1086" y="4"/>
                        </a:lnTo>
                        <a:lnTo>
                          <a:pt x="1087" y="3"/>
                        </a:lnTo>
                        <a:lnTo>
                          <a:pt x="1090" y="3"/>
                        </a:lnTo>
                        <a:lnTo>
                          <a:pt x="1092" y="0"/>
                        </a:lnTo>
                        <a:lnTo>
                          <a:pt x="1099" y="1"/>
                        </a:lnTo>
                        <a:lnTo>
                          <a:pt x="1099" y="3"/>
                        </a:lnTo>
                        <a:lnTo>
                          <a:pt x="1099" y="5"/>
                        </a:lnTo>
                        <a:lnTo>
                          <a:pt x="1098" y="8"/>
                        </a:lnTo>
                        <a:lnTo>
                          <a:pt x="1099" y="10"/>
                        </a:lnTo>
                        <a:lnTo>
                          <a:pt x="1101" y="10"/>
                        </a:lnTo>
                        <a:lnTo>
                          <a:pt x="1102" y="5"/>
                        </a:lnTo>
                        <a:lnTo>
                          <a:pt x="1103" y="5"/>
                        </a:lnTo>
                        <a:lnTo>
                          <a:pt x="1105" y="7"/>
                        </a:lnTo>
                        <a:lnTo>
                          <a:pt x="1103" y="11"/>
                        </a:lnTo>
                        <a:lnTo>
                          <a:pt x="1105" y="11"/>
                        </a:lnTo>
                        <a:lnTo>
                          <a:pt x="1107" y="11"/>
                        </a:lnTo>
                        <a:lnTo>
                          <a:pt x="1107" y="10"/>
                        </a:lnTo>
                        <a:lnTo>
                          <a:pt x="1111" y="7"/>
                        </a:lnTo>
                        <a:lnTo>
                          <a:pt x="1111" y="8"/>
                        </a:lnTo>
                        <a:lnTo>
                          <a:pt x="1111" y="11"/>
                        </a:lnTo>
                        <a:lnTo>
                          <a:pt x="1110" y="14"/>
                        </a:lnTo>
                        <a:lnTo>
                          <a:pt x="1111" y="18"/>
                        </a:lnTo>
                        <a:lnTo>
                          <a:pt x="1110" y="20"/>
                        </a:lnTo>
                        <a:lnTo>
                          <a:pt x="1111" y="22"/>
                        </a:lnTo>
                        <a:lnTo>
                          <a:pt x="1114" y="20"/>
                        </a:lnTo>
                        <a:lnTo>
                          <a:pt x="1116" y="22"/>
                        </a:lnTo>
                        <a:lnTo>
                          <a:pt x="1117" y="20"/>
                        </a:lnTo>
                        <a:lnTo>
                          <a:pt x="1117" y="16"/>
                        </a:lnTo>
                        <a:lnTo>
                          <a:pt x="1120" y="11"/>
                        </a:lnTo>
                        <a:lnTo>
                          <a:pt x="1117" y="5"/>
                        </a:lnTo>
                        <a:lnTo>
                          <a:pt x="1118" y="1"/>
                        </a:lnTo>
                        <a:lnTo>
                          <a:pt x="1120" y="0"/>
                        </a:lnTo>
                        <a:lnTo>
                          <a:pt x="1121" y="1"/>
                        </a:lnTo>
                        <a:lnTo>
                          <a:pt x="1124" y="1"/>
                        </a:lnTo>
                        <a:lnTo>
                          <a:pt x="1126" y="3"/>
                        </a:lnTo>
                        <a:lnTo>
                          <a:pt x="1129" y="1"/>
                        </a:lnTo>
                        <a:lnTo>
                          <a:pt x="1133" y="1"/>
                        </a:lnTo>
                        <a:lnTo>
                          <a:pt x="1135" y="4"/>
                        </a:lnTo>
                        <a:lnTo>
                          <a:pt x="1137" y="5"/>
                        </a:lnTo>
                        <a:lnTo>
                          <a:pt x="1141" y="4"/>
                        </a:lnTo>
                        <a:lnTo>
                          <a:pt x="1144" y="7"/>
                        </a:lnTo>
                        <a:lnTo>
                          <a:pt x="1145" y="10"/>
                        </a:lnTo>
                        <a:lnTo>
                          <a:pt x="1147" y="11"/>
                        </a:lnTo>
                        <a:lnTo>
                          <a:pt x="1147" y="14"/>
                        </a:lnTo>
                        <a:lnTo>
                          <a:pt x="1145" y="18"/>
                        </a:lnTo>
                        <a:lnTo>
                          <a:pt x="1145" y="19"/>
                        </a:lnTo>
                        <a:lnTo>
                          <a:pt x="1148" y="18"/>
                        </a:lnTo>
                        <a:lnTo>
                          <a:pt x="1151" y="15"/>
                        </a:lnTo>
                        <a:lnTo>
                          <a:pt x="1155" y="12"/>
                        </a:lnTo>
                        <a:lnTo>
                          <a:pt x="1158" y="10"/>
                        </a:lnTo>
                        <a:lnTo>
                          <a:pt x="1160" y="10"/>
                        </a:lnTo>
                        <a:lnTo>
                          <a:pt x="1163" y="11"/>
                        </a:lnTo>
                        <a:lnTo>
                          <a:pt x="1167" y="11"/>
                        </a:lnTo>
                        <a:lnTo>
                          <a:pt x="1167" y="14"/>
                        </a:lnTo>
                        <a:lnTo>
                          <a:pt x="1163" y="16"/>
                        </a:lnTo>
                        <a:lnTo>
                          <a:pt x="1166" y="19"/>
                        </a:lnTo>
                        <a:lnTo>
                          <a:pt x="1167" y="18"/>
                        </a:lnTo>
                        <a:lnTo>
                          <a:pt x="1167" y="15"/>
                        </a:lnTo>
                        <a:lnTo>
                          <a:pt x="1170" y="14"/>
                        </a:lnTo>
                        <a:lnTo>
                          <a:pt x="1173" y="12"/>
                        </a:lnTo>
                        <a:lnTo>
                          <a:pt x="1178" y="14"/>
                        </a:lnTo>
                        <a:lnTo>
                          <a:pt x="1183" y="15"/>
                        </a:lnTo>
                        <a:lnTo>
                          <a:pt x="1185" y="16"/>
                        </a:lnTo>
                        <a:lnTo>
                          <a:pt x="1183" y="19"/>
                        </a:lnTo>
                        <a:lnTo>
                          <a:pt x="1182" y="19"/>
                        </a:lnTo>
                        <a:lnTo>
                          <a:pt x="1182" y="20"/>
                        </a:lnTo>
                        <a:lnTo>
                          <a:pt x="1181" y="23"/>
                        </a:lnTo>
                        <a:lnTo>
                          <a:pt x="1182" y="24"/>
                        </a:lnTo>
                        <a:lnTo>
                          <a:pt x="1183" y="23"/>
                        </a:lnTo>
                        <a:lnTo>
                          <a:pt x="1186" y="22"/>
                        </a:lnTo>
                        <a:lnTo>
                          <a:pt x="1186" y="24"/>
                        </a:lnTo>
                        <a:lnTo>
                          <a:pt x="1189" y="26"/>
                        </a:lnTo>
                        <a:lnTo>
                          <a:pt x="1190" y="23"/>
                        </a:lnTo>
                        <a:lnTo>
                          <a:pt x="1194" y="23"/>
                        </a:lnTo>
                        <a:lnTo>
                          <a:pt x="1194" y="24"/>
                        </a:lnTo>
                        <a:lnTo>
                          <a:pt x="1193" y="26"/>
                        </a:lnTo>
                        <a:lnTo>
                          <a:pt x="1194" y="29"/>
                        </a:lnTo>
                        <a:lnTo>
                          <a:pt x="1196" y="29"/>
                        </a:lnTo>
                        <a:lnTo>
                          <a:pt x="1197" y="27"/>
                        </a:lnTo>
                        <a:lnTo>
                          <a:pt x="1200" y="26"/>
                        </a:lnTo>
                        <a:lnTo>
                          <a:pt x="1201" y="26"/>
                        </a:lnTo>
                        <a:lnTo>
                          <a:pt x="1201" y="29"/>
                        </a:lnTo>
                        <a:lnTo>
                          <a:pt x="1207" y="31"/>
                        </a:lnTo>
                        <a:lnTo>
                          <a:pt x="1209" y="31"/>
                        </a:lnTo>
                        <a:lnTo>
                          <a:pt x="1211" y="33"/>
                        </a:lnTo>
                        <a:lnTo>
                          <a:pt x="1209" y="34"/>
                        </a:lnTo>
                        <a:lnTo>
                          <a:pt x="1204" y="37"/>
                        </a:lnTo>
                        <a:lnTo>
                          <a:pt x="1201" y="39"/>
                        </a:lnTo>
                        <a:lnTo>
                          <a:pt x="1197" y="41"/>
                        </a:lnTo>
                        <a:lnTo>
                          <a:pt x="1193" y="42"/>
                        </a:lnTo>
                        <a:lnTo>
                          <a:pt x="1192" y="42"/>
                        </a:lnTo>
                        <a:lnTo>
                          <a:pt x="1189" y="42"/>
                        </a:lnTo>
                        <a:lnTo>
                          <a:pt x="1188" y="43"/>
                        </a:lnTo>
                        <a:lnTo>
                          <a:pt x="1183" y="45"/>
                        </a:lnTo>
                        <a:lnTo>
                          <a:pt x="1190" y="45"/>
                        </a:lnTo>
                        <a:lnTo>
                          <a:pt x="1196" y="45"/>
                        </a:lnTo>
                        <a:lnTo>
                          <a:pt x="1197" y="46"/>
                        </a:lnTo>
                        <a:lnTo>
                          <a:pt x="1200" y="46"/>
                        </a:lnTo>
                        <a:lnTo>
                          <a:pt x="1201" y="43"/>
                        </a:lnTo>
                        <a:lnTo>
                          <a:pt x="1203" y="42"/>
                        </a:lnTo>
                        <a:lnTo>
                          <a:pt x="1205" y="42"/>
                        </a:lnTo>
                        <a:lnTo>
                          <a:pt x="1207" y="39"/>
                        </a:lnTo>
                        <a:lnTo>
                          <a:pt x="1211" y="38"/>
                        </a:lnTo>
                        <a:lnTo>
                          <a:pt x="1213" y="38"/>
                        </a:lnTo>
                        <a:lnTo>
                          <a:pt x="1215" y="39"/>
                        </a:lnTo>
                        <a:lnTo>
                          <a:pt x="1213" y="43"/>
                        </a:lnTo>
                        <a:lnTo>
                          <a:pt x="1215" y="45"/>
                        </a:lnTo>
                        <a:lnTo>
                          <a:pt x="1216" y="43"/>
                        </a:lnTo>
                        <a:lnTo>
                          <a:pt x="1217" y="41"/>
                        </a:lnTo>
                        <a:lnTo>
                          <a:pt x="1220" y="38"/>
                        </a:lnTo>
                        <a:lnTo>
                          <a:pt x="1222" y="39"/>
                        </a:lnTo>
                        <a:lnTo>
                          <a:pt x="1220" y="42"/>
                        </a:lnTo>
                        <a:lnTo>
                          <a:pt x="1220" y="43"/>
                        </a:lnTo>
                        <a:lnTo>
                          <a:pt x="1219" y="46"/>
                        </a:lnTo>
                        <a:lnTo>
                          <a:pt x="1219" y="48"/>
                        </a:lnTo>
                        <a:lnTo>
                          <a:pt x="1222" y="46"/>
                        </a:lnTo>
                        <a:lnTo>
                          <a:pt x="1223" y="45"/>
                        </a:lnTo>
                        <a:lnTo>
                          <a:pt x="1223" y="42"/>
                        </a:lnTo>
                        <a:lnTo>
                          <a:pt x="1227" y="42"/>
                        </a:lnTo>
                        <a:lnTo>
                          <a:pt x="1228" y="42"/>
                        </a:lnTo>
                        <a:lnTo>
                          <a:pt x="1227" y="49"/>
                        </a:lnTo>
                        <a:lnTo>
                          <a:pt x="1226" y="49"/>
                        </a:lnTo>
                        <a:lnTo>
                          <a:pt x="1227" y="50"/>
                        </a:lnTo>
                        <a:lnTo>
                          <a:pt x="1228" y="53"/>
                        </a:lnTo>
                        <a:lnTo>
                          <a:pt x="1227" y="57"/>
                        </a:lnTo>
                        <a:lnTo>
                          <a:pt x="1224" y="58"/>
                        </a:lnTo>
                        <a:lnTo>
                          <a:pt x="1224" y="61"/>
                        </a:lnTo>
                        <a:lnTo>
                          <a:pt x="1220" y="65"/>
                        </a:lnTo>
                        <a:lnTo>
                          <a:pt x="1222" y="67"/>
                        </a:lnTo>
                        <a:lnTo>
                          <a:pt x="1224" y="65"/>
                        </a:lnTo>
                        <a:lnTo>
                          <a:pt x="1226" y="62"/>
                        </a:lnTo>
                        <a:lnTo>
                          <a:pt x="1228" y="62"/>
                        </a:lnTo>
                        <a:lnTo>
                          <a:pt x="1228" y="61"/>
                        </a:lnTo>
                        <a:lnTo>
                          <a:pt x="1231" y="61"/>
                        </a:lnTo>
                        <a:lnTo>
                          <a:pt x="1234" y="64"/>
                        </a:lnTo>
                        <a:lnTo>
                          <a:pt x="1235" y="68"/>
                        </a:lnTo>
                        <a:lnTo>
                          <a:pt x="1236" y="72"/>
                        </a:lnTo>
                        <a:lnTo>
                          <a:pt x="1235" y="79"/>
                        </a:lnTo>
                        <a:lnTo>
                          <a:pt x="1231" y="84"/>
                        </a:lnTo>
                        <a:lnTo>
                          <a:pt x="1226" y="87"/>
                        </a:lnTo>
                        <a:lnTo>
                          <a:pt x="1224" y="88"/>
                        </a:lnTo>
                        <a:lnTo>
                          <a:pt x="1222" y="88"/>
                        </a:lnTo>
                        <a:lnTo>
                          <a:pt x="1220" y="90"/>
                        </a:lnTo>
                        <a:lnTo>
                          <a:pt x="1220" y="91"/>
                        </a:lnTo>
                        <a:lnTo>
                          <a:pt x="1217" y="92"/>
                        </a:lnTo>
                        <a:lnTo>
                          <a:pt x="1209" y="96"/>
                        </a:lnTo>
                        <a:lnTo>
                          <a:pt x="1207" y="99"/>
                        </a:lnTo>
                        <a:lnTo>
                          <a:pt x="1204" y="99"/>
                        </a:lnTo>
                        <a:lnTo>
                          <a:pt x="1200" y="101"/>
                        </a:lnTo>
                        <a:lnTo>
                          <a:pt x="1196" y="101"/>
                        </a:lnTo>
                        <a:lnTo>
                          <a:pt x="1193" y="99"/>
                        </a:lnTo>
                        <a:lnTo>
                          <a:pt x="1192" y="102"/>
                        </a:lnTo>
                        <a:lnTo>
                          <a:pt x="1190" y="102"/>
                        </a:lnTo>
                        <a:lnTo>
                          <a:pt x="1188" y="101"/>
                        </a:lnTo>
                        <a:lnTo>
                          <a:pt x="1183" y="99"/>
                        </a:lnTo>
                        <a:lnTo>
                          <a:pt x="1179" y="98"/>
                        </a:lnTo>
                        <a:lnTo>
                          <a:pt x="1179" y="101"/>
                        </a:lnTo>
                        <a:lnTo>
                          <a:pt x="1183" y="101"/>
                        </a:lnTo>
                        <a:lnTo>
                          <a:pt x="1185" y="102"/>
                        </a:lnTo>
                        <a:lnTo>
                          <a:pt x="1182" y="103"/>
                        </a:lnTo>
                        <a:lnTo>
                          <a:pt x="1179" y="102"/>
                        </a:lnTo>
                        <a:lnTo>
                          <a:pt x="1177" y="102"/>
                        </a:lnTo>
                        <a:lnTo>
                          <a:pt x="1175" y="101"/>
                        </a:lnTo>
                        <a:lnTo>
                          <a:pt x="1170" y="101"/>
                        </a:lnTo>
                        <a:lnTo>
                          <a:pt x="1169" y="99"/>
                        </a:lnTo>
                        <a:lnTo>
                          <a:pt x="1167" y="99"/>
                        </a:lnTo>
                        <a:lnTo>
                          <a:pt x="1166" y="99"/>
                        </a:lnTo>
                        <a:lnTo>
                          <a:pt x="1160" y="95"/>
                        </a:lnTo>
                        <a:lnTo>
                          <a:pt x="1158" y="92"/>
                        </a:lnTo>
                        <a:lnTo>
                          <a:pt x="1159" y="95"/>
                        </a:lnTo>
                        <a:lnTo>
                          <a:pt x="1162" y="98"/>
                        </a:lnTo>
                        <a:lnTo>
                          <a:pt x="1162" y="99"/>
                        </a:lnTo>
                        <a:lnTo>
                          <a:pt x="1160" y="99"/>
                        </a:lnTo>
                        <a:lnTo>
                          <a:pt x="1156" y="98"/>
                        </a:lnTo>
                        <a:lnTo>
                          <a:pt x="1158" y="101"/>
                        </a:lnTo>
                        <a:lnTo>
                          <a:pt x="1167" y="102"/>
                        </a:lnTo>
                        <a:lnTo>
                          <a:pt x="1173" y="103"/>
                        </a:lnTo>
                        <a:lnTo>
                          <a:pt x="1174" y="105"/>
                        </a:lnTo>
                        <a:lnTo>
                          <a:pt x="1171" y="106"/>
                        </a:lnTo>
                        <a:lnTo>
                          <a:pt x="1159" y="111"/>
                        </a:lnTo>
                        <a:lnTo>
                          <a:pt x="1151" y="113"/>
                        </a:lnTo>
                        <a:lnTo>
                          <a:pt x="1148" y="113"/>
                        </a:lnTo>
                        <a:lnTo>
                          <a:pt x="1144" y="114"/>
                        </a:lnTo>
                        <a:lnTo>
                          <a:pt x="1140" y="113"/>
                        </a:lnTo>
                        <a:lnTo>
                          <a:pt x="1140" y="111"/>
                        </a:lnTo>
                        <a:lnTo>
                          <a:pt x="1137" y="113"/>
                        </a:lnTo>
                        <a:lnTo>
                          <a:pt x="1135" y="111"/>
                        </a:lnTo>
                        <a:lnTo>
                          <a:pt x="1132" y="113"/>
                        </a:lnTo>
                        <a:lnTo>
                          <a:pt x="1131" y="115"/>
                        </a:lnTo>
                        <a:lnTo>
                          <a:pt x="1133" y="115"/>
                        </a:lnTo>
                        <a:lnTo>
                          <a:pt x="1135" y="118"/>
                        </a:lnTo>
                        <a:lnTo>
                          <a:pt x="1137" y="115"/>
                        </a:lnTo>
                        <a:lnTo>
                          <a:pt x="1145" y="115"/>
                        </a:lnTo>
                        <a:lnTo>
                          <a:pt x="1150" y="115"/>
                        </a:lnTo>
                        <a:lnTo>
                          <a:pt x="1160" y="115"/>
                        </a:lnTo>
                        <a:lnTo>
                          <a:pt x="1167" y="114"/>
                        </a:lnTo>
                        <a:lnTo>
                          <a:pt x="1171" y="110"/>
                        </a:lnTo>
                        <a:lnTo>
                          <a:pt x="1175" y="109"/>
                        </a:lnTo>
                        <a:lnTo>
                          <a:pt x="1177" y="110"/>
                        </a:lnTo>
                        <a:lnTo>
                          <a:pt x="1181" y="110"/>
                        </a:lnTo>
                        <a:lnTo>
                          <a:pt x="1185" y="110"/>
                        </a:lnTo>
                        <a:lnTo>
                          <a:pt x="1183" y="114"/>
                        </a:lnTo>
                        <a:lnTo>
                          <a:pt x="1181" y="118"/>
                        </a:lnTo>
                        <a:lnTo>
                          <a:pt x="1177" y="120"/>
                        </a:lnTo>
                        <a:lnTo>
                          <a:pt x="1175" y="121"/>
                        </a:lnTo>
                        <a:lnTo>
                          <a:pt x="1169" y="122"/>
                        </a:lnTo>
                        <a:lnTo>
                          <a:pt x="1167" y="125"/>
                        </a:lnTo>
                        <a:lnTo>
                          <a:pt x="1164" y="125"/>
                        </a:lnTo>
                        <a:lnTo>
                          <a:pt x="1162" y="129"/>
                        </a:lnTo>
                        <a:lnTo>
                          <a:pt x="1158" y="130"/>
                        </a:lnTo>
                        <a:lnTo>
                          <a:pt x="1155" y="130"/>
                        </a:lnTo>
                        <a:lnTo>
                          <a:pt x="1152" y="132"/>
                        </a:lnTo>
                        <a:lnTo>
                          <a:pt x="1150" y="132"/>
                        </a:lnTo>
                        <a:lnTo>
                          <a:pt x="1147" y="133"/>
                        </a:lnTo>
                        <a:lnTo>
                          <a:pt x="1141" y="134"/>
                        </a:lnTo>
                        <a:lnTo>
                          <a:pt x="1140" y="137"/>
                        </a:lnTo>
                        <a:lnTo>
                          <a:pt x="1135" y="139"/>
                        </a:lnTo>
                        <a:lnTo>
                          <a:pt x="1132" y="140"/>
                        </a:lnTo>
                        <a:lnTo>
                          <a:pt x="1129" y="140"/>
                        </a:lnTo>
                        <a:lnTo>
                          <a:pt x="1126" y="141"/>
                        </a:lnTo>
                        <a:lnTo>
                          <a:pt x="1125" y="141"/>
                        </a:lnTo>
                        <a:lnTo>
                          <a:pt x="1124" y="143"/>
                        </a:lnTo>
                        <a:lnTo>
                          <a:pt x="1124" y="145"/>
                        </a:lnTo>
                        <a:lnTo>
                          <a:pt x="1121" y="148"/>
                        </a:lnTo>
                        <a:lnTo>
                          <a:pt x="1120" y="151"/>
                        </a:lnTo>
                        <a:lnTo>
                          <a:pt x="1113" y="151"/>
                        </a:lnTo>
                        <a:lnTo>
                          <a:pt x="1110" y="152"/>
                        </a:lnTo>
                        <a:lnTo>
                          <a:pt x="1109" y="151"/>
                        </a:lnTo>
                        <a:lnTo>
                          <a:pt x="1107" y="149"/>
                        </a:lnTo>
                        <a:lnTo>
                          <a:pt x="1109" y="148"/>
                        </a:lnTo>
                        <a:lnTo>
                          <a:pt x="1109" y="145"/>
                        </a:lnTo>
                        <a:lnTo>
                          <a:pt x="1107" y="144"/>
                        </a:lnTo>
                        <a:lnTo>
                          <a:pt x="1107" y="148"/>
                        </a:lnTo>
                        <a:lnTo>
                          <a:pt x="1106" y="149"/>
                        </a:lnTo>
                        <a:lnTo>
                          <a:pt x="1106" y="151"/>
                        </a:lnTo>
                        <a:lnTo>
                          <a:pt x="1109" y="154"/>
                        </a:lnTo>
                        <a:lnTo>
                          <a:pt x="1110" y="156"/>
                        </a:lnTo>
                        <a:lnTo>
                          <a:pt x="1106" y="159"/>
                        </a:lnTo>
                        <a:lnTo>
                          <a:pt x="1105" y="159"/>
                        </a:lnTo>
                        <a:lnTo>
                          <a:pt x="1102" y="156"/>
                        </a:lnTo>
                        <a:lnTo>
                          <a:pt x="1101" y="158"/>
                        </a:lnTo>
                        <a:lnTo>
                          <a:pt x="1095" y="156"/>
                        </a:lnTo>
                        <a:lnTo>
                          <a:pt x="1094" y="158"/>
                        </a:lnTo>
                        <a:lnTo>
                          <a:pt x="1092" y="158"/>
                        </a:lnTo>
                        <a:lnTo>
                          <a:pt x="1092" y="155"/>
                        </a:lnTo>
                        <a:lnTo>
                          <a:pt x="1091" y="154"/>
                        </a:lnTo>
                        <a:lnTo>
                          <a:pt x="1090" y="156"/>
                        </a:lnTo>
                        <a:lnTo>
                          <a:pt x="1087" y="156"/>
                        </a:lnTo>
                        <a:lnTo>
                          <a:pt x="1087" y="159"/>
                        </a:lnTo>
                        <a:lnTo>
                          <a:pt x="1092" y="159"/>
                        </a:lnTo>
                        <a:lnTo>
                          <a:pt x="1099" y="159"/>
                        </a:lnTo>
                        <a:lnTo>
                          <a:pt x="1102" y="162"/>
                        </a:lnTo>
                        <a:lnTo>
                          <a:pt x="1101" y="164"/>
                        </a:lnTo>
                        <a:lnTo>
                          <a:pt x="1098" y="166"/>
                        </a:lnTo>
                        <a:lnTo>
                          <a:pt x="1094" y="166"/>
                        </a:lnTo>
                        <a:lnTo>
                          <a:pt x="1091" y="166"/>
                        </a:lnTo>
                        <a:lnTo>
                          <a:pt x="1090" y="167"/>
                        </a:lnTo>
                        <a:lnTo>
                          <a:pt x="1091" y="168"/>
                        </a:lnTo>
                        <a:lnTo>
                          <a:pt x="1092" y="167"/>
                        </a:lnTo>
                        <a:lnTo>
                          <a:pt x="1094" y="168"/>
                        </a:lnTo>
                        <a:lnTo>
                          <a:pt x="1094" y="171"/>
                        </a:lnTo>
                        <a:lnTo>
                          <a:pt x="1090" y="175"/>
                        </a:lnTo>
                        <a:lnTo>
                          <a:pt x="1086" y="175"/>
                        </a:lnTo>
                        <a:lnTo>
                          <a:pt x="1078" y="175"/>
                        </a:lnTo>
                        <a:lnTo>
                          <a:pt x="1078" y="174"/>
                        </a:lnTo>
                        <a:lnTo>
                          <a:pt x="1075" y="174"/>
                        </a:lnTo>
                        <a:lnTo>
                          <a:pt x="1073" y="173"/>
                        </a:lnTo>
                        <a:lnTo>
                          <a:pt x="1073" y="167"/>
                        </a:lnTo>
                        <a:lnTo>
                          <a:pt x="1069" y="167"/>
                        </a:lnTo>
                        <a:lnTo>
                          <a:pt x="1068" y="166"/>
                        </a:lnTo>
                        <a:lnTo>
                          <a:pt x="1068" y="163"/>
                        </a:lnTo>
                        <a:lnTo>
                          <a:pt x="1067" y="162"/>
                        </a:lnTo>
                        <a:lnTo>
                          <a:pt x="1064" y="162"/>
                        </a:lnTo>
                        <a:lnTo>
                          <a:pt x="1063" y="162"/>
                        </a:lnTo>
                        <a:lnTo>
                          <a:pt x="1059" y="162"/>
                        </a:lnTo>
                        <a:lnTo>
                          <a:pt x="1057" y="163"/>
                        </a:lnTo>
                        <a:lnTo>
                          <a:pt x="1060" y="164"/>
                        </a:lnTo>
                        <a:lnTo>
                          <a:pt x="1061" y="163"/>
                        </a:lnTo>
                        <a:lnTo>
                          <a:pt x="1063" y="163"/>
                        </a:lnTo>
                        <a:lnTo>
                          <a:pt x="1069" y="170"/>
                        </a:lnTo>
                        <a:lnTo>
                          <a:pt x="1069" y="178"/>
                        </a:lnTo>
                        <a:lnTo>
                          <a:pt x="1068" y="179"/>
                        </a:lnTo>
                        <a:lnTo>
                          <a:pt x="1065" y="178"/>
                        </a:lnTo>
                        <a:lnTo>
                          <a:pt x="1063" y="177"/>
                        </a:lnTo>
                        <a:lnTo>
                          <a:pt x="1061" y="177"/>
                        </a:lnTo>
                        <a:lnTo>
                          <a:pt x="1061" y="179"/>
                        </a:lnTo>
                        <a:lnTo>
                          <a:pt x="1060" y="179"/>
                        </a:lnTo>
                        <a:lnTo>
                          <a:pt x="1057" y="177"/>
                        </a:lnTo>
                        <a:lnTo>
                          <a:pt x="1054" y="177"/>
                        </a:lnTo>
                        <a:lnTo>
                          <a:pt x="1053" y="179"/>
                        </a:lnTo>
                        <a:lnTo>
                          <a:pt x="1052" y="179"/>
                        </a:lnTo>
                        <a:lnTo>
                          <a:pt x="1050" y="177"/>
                        </a:lnTo>
                        <a:lnTo>
                          <a:pt x="1048" y="177"/>
                        </a:lnTo>
                        <a:lnTo>
                          <a:pt x="1045" y="174"/>
                        </a:lnTo>
                        <a:lnTo>
                          <a:pt x="1044" y="174"/>
                        </a:lnTo>
                        <a:lnTo>
                          <a:pt x="1044" y="171"/>
                        </a:lnTo>
                        <a:lnTo>
                          <a:pt x="1041" y="170"/>
                        </a:lnTo>
                        <a:lnTo>
                          <a:pt x="1037" y="170"/>
                        </a:lnTo>
                        <a:lnTo>
                          <a:pt x="1035" y="167"/>
                        </a:lnTo>
                        <a:lnTo>
                          <a:pt x="1034" y="168"/>
                        </a:lnTo>
                        <a:lnTo>
                          <a:pt x="1035" y="171"/>
                        </a:lnTo>
                        <a:lnTo>
                          <a:pt x="1038" y="173"/>
                        </a:lnTo>
                        <a:lnTo>
                          <a:pt x="1041" y="174"/>
                        </a:lnTo>
                        <a:lnTo>
                          <a:pt x="1045" y="178"/>
                        </a:lnTo>
                        <a:lnTo>
                          <a:pt x="1044" y="181"/>
                        </a:lnTo>
                        <a:lnTo>
                          <a:pt x="1035" y="178"/>
                        </a:lnTo>
                        <a:lnTo>
                          <a:pt x="1033" y="177"/>
                        </a:lnTo>
                        <a:lnTo>
                          <a:pt x="1033" y="174"/>
                        </a:lnTo>
                        <a:lnTo>
                          <a:pt x="1031" y="171"/>
                        </a:lnTo>
                        <a:lnTo>
                          <a:pt x="1030" y="173"/>
                        </a:lnTo>
                        <a:lnTo>
                          <a:pt x="1031" y="174"/>
                        </a:lnTo>
                        <a:lnTo>
                          <a:pt x="1030" y="177"/>
                        </a:lnTo>
                        <a:lnTo>
                          <a:pt x="1027" y="175"/>
                        </a:lnTo>
                        <a:lnTo>
                          <a:pt x="1026" y="174"/>
                        </a:lnTo>
                        <a:lnTo>
                          <a:pt x="1023" y="175"/>
                        </a:lnTo>
                        <a:lnTo>
                          <a:pt x="1023" y="177"/>
                        </a:lnTo>
                        <a:lnTo>
                          <a:pt x="1027" y="178"/>
                        </a:lnTo>
                        <a:lnTo>
                          <a:pt x="1027" y="181"/>
                        </a:lnTo>
                        <a:lnTo>
                          <a:pt x="1029" y="181"/>
                        </a:lnTo>
                        <a:lnTo>
                          <a:pt x="1030" y="179"/>
                        </a:lnTo>
                        <a:lnTo>
                          <a:pt x="1033" y="179"/>
                        </a:lnTo>
                        <a:lnTo>
                          <a:pt x="1034" y="182"/>
                        </a:lnTo>
                        <a:lnTo>
                          <a:pt x="1038" y="182"/>
                        </a:lnTo>
                        <a:lnTo>
                          <a:pt x="1039" y="185"/>
                        </a:lnTo>
                        <a:lnTo>
                          <a:pt x="1042" y="185"/>
                        </a:lnTo>
                        <a:lnTo>
                          <a:pt x="1044" y="185"/>
                        </a:lnTo>
                        <a:lnTo>
                          <a:pt x="1052" y="186"/>
                        </a:lnTo>
                        <a:lnTo>
                          <a:pt x="1053" y="187"/>
                        </a:lnTo>
                        <a:lnTo>
                          <a:pt x="1050" y="190"/>
                        </a:lnTo>
                        <a:lnTo>
                          <a:pt x="1052" y="192"/>
                        </a:lnTo>
                        <a:lnTo>
                          <a:pt x="1052" y="194"/>
                        </a:lnTo>
                        <a:lnTo>
                          <a:pt x="1052" y="197"/>
                        </a:lnTo>
                        <a:lnTo>
                          <a:pt x="1050" y="198"/>
                        </a:lnTo>
                        <a:lnTo>
                          <a:pt x="1049" y="198"/>
                        </a:lnTo>
                        <a:lnTo>
                          <a:pt x="1048" y="196"/>
                        </a:lnTo>
                        <a:lnTo>
                          <a:pt x="1044" y="196"/>
                        </a:lnTo>
                        <a:lnTo>
                          <a:pt x="1039" y="193"/>
                        </a:lnTo>
                        <a:lnTo>
                          <a:pt x="1038" y="190"/>
                        </a:lnTo>
                        <a:lnTo>
                          <a:pt x="1039" y="187"/>
                        </a:lnTo>
                        <a:lnTo>
                          <a:pt x="1038" y="185"/>
                        </a:lnTo>
                        <a:lnTo>
                          <a:pt x="1033" y="185"/>
                        </a:lnTo>
                        <a:lnTo>
                          <a:pt x="1027" y="183"/>
                        </a:lnTo>
                        <a:lnTo>
                          <a:pt x="1025" y="182"/>
                        </a:lnTo>
                        <a:lnTo>
                          <a:pt x="1022" y="182"/>
                        </a:lnTo>
                        <a:lnTo>
                          <a:pt x="1022" y="183"/>
                        </a:lnTo>
                        <a:lnTo>
                          <a:pt x="1025" y="185"/>
                        </a:lnTo>
                        <a:lnTo>
                          <a:pt x="1031" y="185"/>
                        </a:lnTo>
                        <a:lnTo>
                          <a:pt x="1037" y="187"/>
                        </a:lnTo>
                        <a:lnTo>
                          <a:pt x="1037" y="190"/>
                        </a:lnTo>
                        <a:lnTo>
                          <a:pt x="1035" y="190"/>
                        </a:lnTo>
                        <a:lnTo>
                          <a:pt x="1033" y="189"/>
                        </a:lnTo>
                        <a:lnTo>
                          <a:pt x="1027" y="189"/>
                        </a:lnTo>
                        <a:lnTo>
                          <a:pt x="1023" y="190"/>
                        </a:lnTo>
                        <a:lnTo>
                          <a:pt x="1023" y="187"/>
                        </a:lnTo>
                        <a:lnTo>
                          <a:pt x="1022" y="186"/>
                        </a:lnTo>
                        <a:lnTo>
                          <a:pt x="1016" y="186"/>
                        </a:lnTo>
                        <a:lnTo>
                          <a:pt x="1015" y="185"/>
                        </a:lnTo>
                        <a:lnTo>
                          <a:pt x="1015" y="186"/>
                        </a:lnTo>
                        <a:lnTo>
                          <a:pt x="1020" y="189"/>
                        </a:lnTo>
                        <a:lnTo>
                          <a:pt x="1019" y="189"/>
                        </a:lnTo>
                        <a:lnTo>
                          <a:pt x="1019" y="192"/>
                        </a:lnTo>
                        <a:lnTo>
                          <a:pt x="1022" y="192"/>
                        </a:lnTo>
                        <a:lnTo>
                          <a:pt x="1022" y="192"/>
                        </a:lnTo>
                        <a:lnTo>
                          <a:pt x="1023" y="192"/>
                        </a:lnTo>
                        <a:lnTo>
                          <a:pt x="1026" y="192"/>
                        </a:lnTo>
                        <a:lnTo>
                          <a:pt x="1026" y="190"/>
                        </a:lnTo>
                        <a:lnTo>
                          <a:pt x="1027" y="192"/>
                        </a:lnTo>
                        <a:lnTo>
                          <a:pt x="1030" y="190"/>
                        </a:lnTo>
                        <a:lnTo>
                          <a:pt x="1033" y="192"/>
                        </a:lnTo>
                        <a:lnTo>
                          <a:pt x="1037" y="196"/>
                        </a:lnTo>
                        <a:lnTo>
                          <a:pt x="1037" y="197"/>
                        </a:lnTo>
                        <a:lnTo>
                          <a:pt x="1033" y="197"/>
                        </a:lnTo>
                        <a:lnTo>
                          <a:pt x="1030" y="198"/>
                        </a:lnTo>
                        <a:lnTo>
                          <a:pt x="1030" y="200"/>
                        </a:lnTo>
                        <a:lnTo>
                          <a:pt x="1033" y="198"/>
                        </a:lnTo>
                        <a:lnTo>
                          <a:pt x="1035" y="198"/>
                        </a:lnTo>
                        <a:lnTo>
                          <a:pt x="1037" y="198"/>
                        </a:lnTo>
                        <a:lnTo>
                          <a:pt x="1039" y="201"/>
                        </a:lnTo>
                        <a:lnTo>
                          <a:pt x="1042" y="202"/>
                        </a:lnTo>
                        <a:lnTo>
                          <a:pt x="1042" y="205"/>
                        </a:lnTo>
                        <a:lnTo>
                          <a:pt x="1039" y="211"/>
                        </a:lnTo>
                        <a:lnTo>
                          <a:pt x="1038" y="215"/>
                        </a:lnTo>
                        <a:lnTo>
                          <a:pt x="1037" y="215"/>
                        </a:lnTo>
                        <a:lnTo>
                          <a:pt x="1033" y="217"/>
                        </a:lnTo>
                        <a:lnTo>
                          <a:pt x="1031" y="217"/>
                        </a:lnTo>
                        <a:lnTo>
                          <a:pt x="1029" y="217"/>
                        </a:lnTo>
                        <a:lnTo>
                          <a:pt x="1026" y="216"/>
                        </a:lnTo>
                        <a:lnTo>
                          <a:pt x="1026" y="215"/>
                        </a:lnTo>
                        <a:lnTo>
                          <a:pt x="1023" y="213"/>
                        </a:lnTo>
                        <a:lnTo>
                          <a:pt x="1020" y="213"/>
                        </a:lnTo>
                        <a:lnTo>
                          <a:pt x="1020" y="215"/>
                        </a:lnTo>
                        <a:lnTo>
                          <a:pt x="1025" y="216"/>
                        </a:lnTo>
                        <a:lnTo>
                          <a:pt x="1025" y="217"/>
                        </a:lnTo>
                        <a:lnTo>
                          <a:pt x="1026" y="217"/>
                        </a:lnTo>
                        <a:lnTo>
                          <a:pt x="1030" y="220"/>
                        </a:lnTo>
                        <a:lnTo>
                          <a:pt x="1030" y="224"/>
                        </a:lnTo>
                        <a:lnTo>
                          <a:pt x="1030" y="226"/>
                        </a:lnTo>
                        <a:lnTo>
                          <a:pt x="1027" y="226"/>
                        </a:lnTo>
                        <a:lnTo>
                          <a:pt x="1025" y="228"/>
                        </a:lnTo>
                        <a:lnTo>
                          <a:pt x="1022" y="228"/>
                        </a:lnTo>
                        <a:lnTo>
                          <a:pt x="1018" y="226"/>
                        </a:lnTo>
                        <a:lnTo>
                          <a:pt x="1015" y="226"/>
                        </a:lnTo>
                        <a:lnTo>
                          <a:pt x="1014" y="224"/>
                        </a:lnTo>
                        <a:lnTo>
                          <a:pt x="1011" y="224"/>
                        </a:lnTo>
                        <a:lnTo>
                          <a:pt x="1010" y="226"/>
                        </a:lnTo>
                        <a:lnTo>
                          <a:pt x="1010" y="227"/>
                        </a:lnTo>
                        <a:lnTo>
                          <a:pt x="1018" y="231"/>
                        </a:lnTo>
                        <a:lnTo>
                          <a:pt x="1022" y="232"/>
                        </a:lnTo>
                        <a:lnTo>
                          <a:pt x="1022" y="234"/>
                        </a:lnTo>
                        <a:lnTo>
                          <a:pt x="1019" y="235"/>
                        </a:lnTo>
                        <a:lnTo>
                          <a:pt x="1016" y="238"/>
                        </a:lnTo>
                        <a:lnTo>
                          <a:pt x="1015" y="238"/>
                        </a:lnTo>
                        <a:lnTo>
                          <a:pt x="1012" y="235"/>
                        </a:lnTo>
                        <a:lnTo>
                          <a:pt x="1010" y="235"/>
                        </a:lnTo>
                        <a:lnTo>
                          <a:pt x="1007" y="238"/>
                        </a:lnTo>
                        <a:lnTo>
                          <a:pt x="1003" y="238"/>
                        </a:lnTo>
                        <a:lnTo>
                          <a:pt x="1001" y="235"/>
                        </a:lnTo>
                        <a:lnTo>
                          <a:pt x="996" y="234"/>
                        </a:lnTo>
                        <a:lnTo>
                          <a:pt x="992" y="235"/>
                        </a:lnTo>
                        <a:lnTo>
                          <a:pt x="991" y="240"/>
                        </a:lnTo>
                        <a:lnTo>
                          <a:pt x="988" y="243"/>
                        </a:lnTo>
                        <a:lnTo>
                          <a:pt x="991" y="242"/>
                        </a:lnTo>
                        <a:lnTo>
                          <a:pt x="992" y="243"/>
                        </a:lnTo>
                        <a:lnTo>
                          <a:pt x="992" y="246"/>
                        </a:lnTo>
                        <a:lnTo>
                          <a:pt x="988" y="249"/>
                        </a:lnTo>
                        <a:lnTo>
                          <a:pt x="988" y="251"/>
                        </a:lnTo>
                        <a:lnTo>
                          <a:pt x="985" y="253"/>
                        </a:lnTo>
                        <a:lnTo>
                          <a:pt x="984" y="251"/>
                        </a:lnTo>
                        <a:lnTo>
                          <a:pt x="982" y="253"/>
                        </a:lnTo>
                        <a:lnTo>
                          <a:pt x="982" y="255"/>
                        </a:lnTo>
                        <a:lnTo>
                          <a:pt x="980" y="255"/>
                        </a:lnTo>
                        <a:lnTo>
                          <a:pt x="977" y="255"/>
                        </a:lnTo>
                        <a:lnTo>
                          <a:pt x="978" y="254"/>
                        </a:lnTo>
                        <a:lnTo>
                          <a:pt x="977" y="254"/>
                        </a:lnTo>
                        <a:lnTo>
                          <a:pt x="976" y="255"/>
                        </a:lnTo>
                        <a:lnTo>
                          <a:pt x="974" y="259"/>
                        </a:lnTo>
                        <a:lnTo>
                          <a:pt x="972" y="261"/>
                        </a:lnTo>
                        <a:lnTo>
                          <a:pt x="966" y="257"/>
                        </a:lnTo>
                        <a:lnTo>
                          <a:pt x="962" y="257"/>
                        </a:lnTo>
                        <a:lnTo>
                          <a:pt x="961" y="258"/>
                        </a:lnTo>
                        <a:lnTo>
                          <a:pt x="958" y="257"/>
                        </a:lnTo>
                        <a:lnTo>
                          <a:pt x="951" y="250"/>
                        </a:lnTo>
                        <a:lnTo>
                          <a:pt x="950" y="243"/>
                        </a:lnTo>
                        <a:lnTo>
                          <a:pt x="953" y="242"/>
                        </a:lnTo>
                        <a:lnTo>
                          <a:pt x="953" y="240"/>
                        </a:lnTo>
                        <a:lnTo>
                          <a:pt x="951" y="238"/>
                        </a:lnTo>
                        <a:lnTo>
                          <a:pt x="953" y="236"/>
                        </a:lnTo>
                        <a:lnTo>
                          <a:pt x="950" y="239"/>
                        </a:lnTo>
                        <a:lnTo>
                          <a:pt x="950" y="242"/>
                        </a:lnTo>
                        <a:lnTo>
                          <a:pt x="948" y="246"/>
                        </a:lnTo>
                        <a:lnTo>
                          <a:pt x="947" y="247"/>
                        </a:lnTo>
                        <a:lnTo>
                          <a:pt x="950" y="251"/>
                        </a:lnTo>
                        <a:lnTo>
                          <a:pt x="948" y="253"/>
                        </a:lnTo>
                        <a:lnTo>
                          <a:pt x="947" y="253"/>
                        </a:lnTo>
                        <a:lnTo>
                          <a:pt x="943" y="253"/>
                        </a:lnTo>
                        <a:lnTo>
                          <a:pt x="943" y="253"/>
                        </a:lnTo>
                        <a:lnTo>
                          <a:pt x="940" y="253"/>
                        </a:lnTo>
                        <a:lnTo>
                          <a:pt x="943" y="254"/>
                        </a:lnTo>
                        <a:lnTo>
                          <a:pt x="942" y="259"/>
                        </a:lnTo>
                        <a:lnTo>
                          <a:pt x="943" y="259"/>
                        </a:lnTo>
                        <a:lnTo>
                          <a:pt x="946" y="255"/>
                        </a:lnTo>
                        <a:lnTo>
                          <a:pt x="948" y="255"/>
                        </a:lnTo>
                        <a:lnTo>
                          <a:pt x="948" y="254"/>
                        </a:lnTo>
                        <a:lnTo>
                          <a:pt x="951" y="254"/>
                        </a:lnTo>
                        <a:lnTo>
                          <a:pt x="954" y="255"/>
                        </a:lnTo>
                        <a:lnTo>
                          <a:pt x="957" y="259"/>
                        </a:lnTo>
                        <a:lnTo>
                          <a:pt x="955" y="262"/>
                        </a:lnTo>
                        <a:lnTo>
                          <a:pt x="958" y="259"/>
                        </a:lnTo>
                        <a:lnTo>
                          <a:pt x="963" y="258"/>
                        </a:lnTo>
                        <a:lnTo>
                          <a:pt x="967" y="259"/>
                        </a:lnTo>
                        <a:lnTo>
                          <a:pt x="967" y="262"/>
                        </a:lnTo>
                        <a:lnTo>
                          <a:pt x="966" y="265"/>
                        </a:lnTo>
                        <a:lnTo>
                          <a:pt x="965" y="269"/>
                        </a:lnTo>
                        <a:lnTo>
                          <a:pt x="963" y="269"/>
                        </a:lnTo>
                        <a:lnTo>
                          <a:pt x="962" y="272"/>
                        </a:lnTo>
                        <a:lnTo>
                          <a:pt x="963" y="272"/>
                        </a:lnTo>
                        <a:lnTo>
                          <a:pt x="965" y="272"/>
                        </a:lnTo>
                        <a:lnTo>
                          <a:pt x="965" y="273"/>
                        </a:lnTo>
                        <a:lnTo>
                          <a:pt x="962" y="276"/>
                        </a:lnTo>
                        <a:lnTo>
                          <a:pt x="965" y="276"/>
                        </a:lnTo>
                        <a:lnTo>
                          <a:pt x="966" y="274"/>
                        </a:lnTo>
                        <a:lnTo>
                          <a:pt x="970" y="272"/>
                        </a:lnTo>
                        <a:lnTo>
                          <a:pt x="972" y="272"/>
                        </a:lnTo>
                        <a:lnTo>
                          <a:pt x="973" y="272"/>
                        </a:lnTo>
                        <a:lnTo>
                          <a:pt x="974" y="272"/>
                        </a:lnTo>
                        <a:lnTo>
                          <a:pt x="974" y="274"/>
                        </a:lnTo>
                        <a:lnTo>
                          <a:pt x="974" y="277"/>
                        </a:lnTo>
                        <a:lnTo>
                          <a:pt x="974" y="281"/>
                        </a:lnTo>
                        <a:lnTo>
                          <a:pt x="970" y="287"/>
                        </a:lnTo>
                        <a:lnTo>
                          <a:pt x="967" y="287"/>
                        </a:lnTo>
                        <a:lnTo>
                          <a:pt x="965" y="289"/>
                        </a:lnTo>
                        <a:lnTo>
                          <a:pt x="963" y="292"/>
                        </a:lnTo>
                        <a:lnTo>
                          <a:pt x="961" y="295"/>
                        </a:lnTo>
                        <a:lnTo>
                          <a:pt x="959" y="293"/>
                        </a:lnTo>
                        <a:lnTo>
                          <a:pt x="961" y="289"/>
                        </a:lnTo>
                        <a:lnTo>
                          <a:pt x="961" y="287"/>
                        </a:lnTo>
                        <a:lnTo>
                          <a:pt x="961" y="287"/>
                        </a:lnTo>
                        <a:lnTo>
                          <a:pt x="958" y="287"/>
                        </a:lnTo>
                        <a:lnTo>
                          <a:pt x="957" y="291"/>
                        </a:lnTo>
                        <a:lnTo>
                          <a:pt x="954" y="292"/>
                        </a:lnTo>
                        <a:lnTo>
                          <a:pt x="950" y="295"/>
                        </a:lnTo>
                        <a:lnTo>
                          <a:pt x="950" y="295"/>
                        </a:lnTo>
                        <a:lnTo>
                          <a:pt x="947" y="295"/>
                        </a:lnTo>
                        <a:lnTo>
                          <a:pt x="942" y="298"/>
                        </a:lnTo>
                        <a:lnTo>
                          <a:pt x="940" y="298"/>
                        </a:lnTo>
                        <a:lnTo>
                          <a:pt x="938" y="299"/>
                        </a:lnTo>
                        <a:lnTo>
                          <a:pt x="935" y="299"/>
                        </a:lnTo>
                        <a:lnTo>
                          <a:pt x="935" y="296"/>
                        </a:lnTo>
                        <a:lnTo>
                          <a:pt x="934" y="295"/>
                        </a:lnTo>
                        <a:lnTo>
                          <a:pt x="936" y="293"/>
                        </a:lnTo>
                        <a:lnTo>
                          <a:pt x="938" y="291"/>
                        </a:lnTo>
                        <a:lnTo>
                          <a:pt x="938" y="288"/>
                        </a:lnTo>
                        <a:lnTo>
                          <a:pt x="935" y="284"/>
                        </a:lnTo>
                        <a:lnTo>
                          <a:pt x="932" y="287"/>
                        </a:lnTo>
                        <a:lnTo>
                          <a:pt x="929" y="285"/>
                        </a:lnTo>
                        <a:lnTo>
                          <a:pt x="928" y="283"/>
                        </a:lnTo>
                        <a:lnTo>
                          <a:pt x="929" y="280"/>
                        </a:lnTo>
                        <a:lnTo>
                          <a:pt x="932" y="279"/>
                        </a:lnTo>
                        <a:lnTo>
                          <a:pt x="931" y="279"/>
                        </a:lnTo>
                        <a:lnTo>
                          <a:pt x="928" y="277"/>
                        </a:lnTo>
                        <a:lnTo>
                          <a:pt x="927" y="273"/>
                        </a:lnTo>
                        <a:lnTo>
                          <a:pt x="928" y="272"/>
                        </a:lnTo>
                        <a:lnTo>
                          <a:pt x="928" y="269"/>
                        </a:lnTo>
                        <a:lnTo>
                          <a:pt x="927" y="266"/>
                        </a:lnTo>
                        <a:lnTo>
                          <a:pt x="927" y="269"/>
                        </a:lnTo>
                        <a:lnTo>
                          <a:pt x="924" y="274"/>
                        </a:lnTo>
                        <a:lnTo>
                          <a:pt x="927" y="279"/>
                        </a:lnTo>
                        <a:lnTo>
                          <a:pt x="927" y="280"/>
                        </a:lnTo>
                        <a:lnTo>
                          <a:pt x="925" y="281"/>
                        </a:lnTo>
                        <a:lnTo>
                          <a:pt x="925" y="285"/>
                        </a:lnTo>
                        <a:lnTo>
                          <a:pt x="924" y="287"/>
                        </a:lnTo>
                        <a:lnTo>
                          <a:pt x="921" y="285"/>
                        </a:lnTo>
                        <a:lnTo>
                          <a:pt x="919" y="285"/>
                        </a:lnTo>
                        <a:lnTo>
                          <a:pt x="917" y="284"/>
                        </a:lnTo>
                        <a:lnTo>
                          <a:pt x="917" y="283"/>
                        </a:lnTo>
                        <a:lnTo>
                          <a:pt x="919" y="277"/>
                        </a:lnTo>
                        <a:lnTo>
                          <a:pt x="917" y="274"/>
                        </a:lnTo>
                        <a:lnTo>
                          <a:pt x="919" y="272"/>
                        </a:lnTo>
                        <a:lnTo>
                          <a:pt x="921" y="269"/>
                        </a:lnTo>
                        <a:lnTo>
                          <a:pt x="917" y="269"/>
                        </a:lnTo>
                        <a:lnTo>
                          <a:pt x="916" y="272"/>
                        </a:lnTo>
                        <a:lnTo>
                          <a:pt x="916" y="276"/>
                        </a:lnTo>
                        <a:lnTo>
                          <a:pt x="916" y="279"/>
                        </a:lnTo>
                        <a:lnTo>
                          <a:pt x="914" y="283"/>
                        </a:lnTo>
                        <a:lnTo>
                          <a:pt x="912" y="283"/>
                        </a:lnTo>
                        <a:lnTo>
                          <a:pt x="909" y="281"/>
                        </a:lnTo>
                        <a:lnTo>
                          <a:pt x="909" y="279"/>
                        </a:lnTo>
                        <a:lnTo>
                          <a:pt x="908" y="279"/>
                        </a:lnTo>
                        <a:lnTo>
                          <a:pt x="908" y="276"/>
                        </a:lnTo>
                        <a:lnTo>
                          <a:pt x="909" y="274"/>
                        </a:lnTo>
                        <a:lnTo>
                          <a:pt x="910" y="272"/>
                        </a:lnTo>
                        <a:lnTo>
                          <a:pt x="909" y="269"/>
                        </a:lnTo>
                        <a:lnTo>
                          <a:pt x="908" y="269"/>
                        </a:lnTo>
                        <a:lnTo>
                          <a:pt x="908" y="270"/>
                        </a:lnTo>
                        <a:lnTo>
                          <a:pt x="908" y="273"/>
                        </a:lnTo>
                        <a:lnTo>
                          <a:pt x="906" y="274"/>
                        </a:lnTo>
                        <a:lnTo>
                          <a:pt x="905" y="277"/>
                        </a:lnTo>
                        <a:lnTo>
                          <a:pt x="905" y="279"/>
                        </a:lnTo>
                        <a:lnTo>
                          <a:pt x="902" y="279"/>
                        </a:lnTo>
                        <a:lnTo>
                          <a:pt x="902" y="279"/>
                        </a:lnTo>
                        <a:lnTo>
                          <a:pt x="900" y="280"/>
                        </a:lnTo>
                        <a:lnTo>
                          <a:pt x="900" y="280"/>
                        </a:lnTo>
                        <a:close/>
                        <a:moveTo>
                          <a:pt x="977" y="701"/>
                        </a:moveTo>
                        <a:lnTo>
                          <a:pt x="977" y="706"/>
                        </a:lnTo>
                        <a:lnTo>
                          <a:pt x="976" y="709"/>
                        </a:lnTo>
                        <a:lnTo>
                          <a:pt x="977" y="712"/>
                        </a:lnTo>
                        <a:lnTo>
                          <a:pt x="978" y="711"/>
                        </a:lnTo>
                        <a:lnTo>
                          <a:pt x="977" y="708"/>
                        </a:lnTo>
                        <a:lnTo>
                          <a:pt x="978" y="705"/>
                        </a:lnTo>
                        <a:lnTo>
                          <a:pt x="978" y="702"/>
                        </a:lnTo>
                        <a:lnTo>
                          <a:pt x="977" y="701"/>
                        </a:lnTo>
                        <a:lnTo>
                          <a:pt x="977" y="701"/>
                        </a:lnTo>
                        <a:close/>
                        <a:moveTo>
                          <a:pt x="974" y="686"/>
                        </a:moveTo>
                        <a:lnTo>
                          <a:pt x="973" y="685"/>
                        </a:lnTo>
                        <a:lnTo>
                          <a:pt x="974" y="683"/>
                        </a:lnTo>
                        <a:lnTo>
                          <a:pt x="976" y="685"/>
                        </a:lnTo>
                        <a:lnTo>
                          <a:pt x="976" y="686"/>
                        </a:lnTo>
                        <a:lnTo>
                          <a:pt x="974" y="686"/>
                        </a:lnTo>
                        <a:lnTo>
                          <a:pt x="974" y="686"/>
                        </a:lnTo>
                        <a:close/>
                        <a:moveTo>
                          <a:pt x="970" y="677"/>
                        </a:moveTo>
                        <a:lnTo>
                          <a:pt x="972" y="674"/>
                        </a:lnTo>
                        <a:lnTo>
                          <a:pt x="974" y="674"/>
                        </a:lnTo>
                        <a:lnTo>
                          <a:pt x="974" y="675"/>
                        </a:lnTo>
                        <a:lnTo>
                          <a:pt x="973" y="677"/>
                        </a:lnTo>
                        <a:lnTo>
                          <a:pt x="972" y="678"/>
                        </a:lnTo>
                        <a:lnTo>
                          <a:pt x="970" y="677"/>
                        </a:lnTo>
                        <a:lnTo>
                          <a:pt x="970" y="677"/>
                        </a:lnTo>
                        <a:close/>
                        <a:moveTo>
                          <a:pt x="947" y="465"/>
                        </a:moveTo>
                        <a:lnTo>
                          <a:pt x="947" y="463"/>
                        </a:lnTo>
                        <a:lnTo>
                          <a:pt x="948" y="462"/>
                        </a:lnTo>
                        <a:lnTo>
                          <a:pt x="948" y="465"/>
                        </a:lnTo>
                        <a:lnTo>
                          <a:pt x="947" y="465"/>
                        </a:lnTo>
                        <a:lnTo>
                          <a:pt x="947" y="465"/>
                        </a:lnTo>
                        <a:close/>
                        <a:moveTo>
                          <a:pt x="951" y="467"/>
                        </a:moveTo>
                        <a:lnTo>
                          <a:pt x="951" y="466"/>
                        </a:lnTo>
                        <a:lnTo>
                          <a:pt x="951" y="463"/>
                        </a:lnTo>
                        <a:lnTo>
                          <a:pt x="953" y="463"/>
                        </a:lnTo>
                        <a:lnTo>
                          <a:pt x="954" y="465"/>
                        </a:lnTo>
                        <a:lnTo>
                          <a:pt x="953" y="467"/>
                        </a:lnTo>
                        <a:lnTo>
                          <a:pt x="951" y="467"/>
                        </a:lnTo>
                        <a:lnTo>
                          <a:pt x="951" y="467"/>
                        </a:lnTo>
                        <a:close/>
                        <a:moveTo>
                          <a:pt x="947" y="474"/>
                        </a:moveTo>
                        <a:lnTo>
                          <a:pt x="946" y="473"/>
                        </a:lnTo>
                        <a:lnTo>
                          <a:pt x="946" y="471"/>
                        </a:lnTo>
                        <a:lnTo>
                          <a:pt x="946" y="469"/>
                        </a:lnTo>
                        <a:lnTo>
                          <a:pt x="947" y="467"/>
                        </a:lnTo>
                        <a:lnTo>
                          <a:pt x="948" y="469"/>
                        </a:lnTo>
                        <a:lnTo>
                          <a:pt x="950" y="469"/>
                        </a:lnTo>
                        <a:lnTo>
                          <a:pt x="951" y="470"/>
                        </a:lnTo>
                        <a:lnTo>
                          <a:pt x="948" y="471"/>
                        </a:lnTo>
                        <a:lnTo>
                          <a:pt x="947" y="474"/>
                        </a:lnTo>
                        <a:lnTo>
                          <a:pt x="947" y="474"/>
                        </a:lnTo>
                        <a:lnTo>
                          <a:pt x="947" y="474"/>
                        </a:lnTo>
                        <a:close/>
                        <a:moveTo>
                          <a:pt x="989" y="538"/>
                        </a:moveTo>
                        <a:lnTo>
                          <a:pt x="991" y="537"/>
                        </a:lnTo>
                        <a:lnTo>
                          <a:pt x="993" y="537"/>
                        </a:lnTo>
                        <a:lnTo>
                          <a:pt x="992" y="538"/>
                        </a:lnTo>
                        <a:lnTo>
                          <a:pt x="991" y="538"/>
                        </a:lnTo>
                        <a:lnTo>
                          <a:pt x="989" y="538"/>
                        </a:lnTo>
                        <a:lnTo>
                          <a:pt x="989" y="538"/>
                        </a:lnTo>
                        <a:close/>
                        <a:moveTo>
                          <a:pt x="984" y="537"/>
                        </a:moveTo>
                        <a:lnTo>
                          <a:pt x="984" y="535"/>
                        </a:lnTo>
                        <a:lnTo>
                          <a:pt x="988" y="535"/>
                        </a:lnTo>
                        <a:lnTo>
                          <a:pt x="988" y="534"/>
                        </a:lnTo>
                        <a:lnTo>
                          <a:pt x="989" y="535"/>
                        </a:lnTo>
                        <a:lnTo>
                          <a:pt x="987" y="538"/>
                        </a:lnTo>
                        <a:lnTo>
                          <a:pt x="985" y="538"/>
                        </a:lnTo>
                        <a:lnTo>
                          <a:pt x="984" y="537"/>
                        </a:lnTo>
                        <a:lnTo>
                          <a:pt x="984" y="537"/>
                        </a:lnTo>
                        <a:close/>
                        <a:moveTo>
                          <a:pt x="976" y="567"/>
                        </a:moveTo>
                        <a:lnTo>
                          <a:pt x="978" y="568"/>
                        </a:lnTo>
                        <a:lnTo>
                          <a:pt x="980" y="567"/>
                        </a:lnTo>
                        <a:lnTo>
                          <a:pt x="978" y="567"/>
                        </a:lnTo>
                        <a:lnTo>
                          <a:pt x="976" y="567"/>
                        </a:lnTo>
                        <a:lnTo>
                          <a:pt x="976" y="567"/>
                        </a:lnTo>
                        <a:close/>
                        <a:moveTo>
                          <a:pt x="988" y="579"/>
                        </a:moveTo>
                        <a:lnTo>
                          <a:pt x="991" y="581"/>
                        </a:lnTo>
                        <a:lnTo>
                          <a:pt x="992" y="580"/>
                        </a:lnTo>
                        <a:lnTo>
                          <a:pt x="991" y="579"/>
                        </a:lnTo>
                        <a:lnTo>
                          <a:pt x="989" y="579"/>
                        </a:lnTo>
                        <a:lnTo>
                          <a:pt x="989" y="579"/>
                        </a:lnTo>
                        <a:lnTo>
                          <a:pt x="988" y="579"/>
                        </a:lnTo>
                        <a:lnTo>
                          <a:pt x="988" y="579"/>
                        </a:lnTo>
                        <a:close/>
                        <a:moveTo>
                          <a:pt x="1010" y="600"/>
                        </a:moveTo>
                        <a:lnTo>
                          <a:pt x="1010" y="598"/>
                        </a:lnTo>
                        <a:lnTo>
                          <a:pt x="1011" y="596"/>
                        </a:lnTo>
                        <a:lnTo>
                          <a:pt x="1012" y="598"/>
                        </a:lnTo>
                        <a:lnTo>
                          <a:pt x="1012" y="600"/>
                        </a:lnTo>
                        <a:lnTo>
                          <a:pt x="1011" y="600"/>
                        </a:lnTo>
                        <a:lnTo>
                          <a:pt x="1010" y="600"/>
                        </a:lnTo>
                        <a:lnTo>
                          <a:pt x="1010" y="600"/>
                        </a:lnTo>
                        <a:close/>
                        <a:moveTo>
                          <a:pt x="1020" y="614"/>
                        </a:moveTo>
                        <a:lnTo>
                          <a:pt x="1020" y="611"/>
                        </a:lnTo>
                        <a:lnTo>
                          <a:pt x="1023" y="610"/>
                        </a:lnTo>
                        <a:lnTo>
                          <a:pt x="1025" y="610"/>
                        </a:lnTo>
                        <a:lnTo>
                          <a:pt x="1026" y="610"/>
                        </a:lnTo>
                        <a:lnTo>
                          <a:pt x="1023" y="613"/>
                        </a:lnTo>
                        <a:lnTo>
                          <a:pt x="1022" y="614"/>
                        </a:lnTo>
                        <a:lnTo>
                          <a:pt x="1022" y="614"/>
                        </a:lnTo>
                        <a:lnTo>
                          <a:pt x="1020" y="614"/>
                        </a:lnTo>
                        <a:lnTo>
                          <a:pt x="1020" y="614"/>
                        </a:lnTo>
                        <a:close/>
                        <a:moveTo>
                          <a:pt x="942" y="311"/>
                        </a:moveTo>
                        <a:lnTo>
                          <a:pt x="942" y="307"/>
                        </a:lnTo>
                        <a:lnTo>
                          <a:pt x="943" y="307"/>
                        </a:lnTo>
                        <a:lnTo>
                          <a:pt x="946" y="304"/>
                        </a:lnTo>
                        <a:lnTo>
                          <a:pt x="951" y="300"/>
                        </a:lnTo>
                        <a:lnTo>
                          <a:pt x="954" y="299"/>
                        </a:lnTo>
                        <a:lnTo>
                          <a:pt x="953" y="303"/>
                        </a:lnTo>
                        <a:lnTo>
                          <a:pt x="948" y="306"/>
                        </a:lnTo>
                        <a:lnTo>
                          <a:pt x="947" y="308"/>
                        </a:lnTo>
                        <a:lnTo>
                          <a:pt x="948" y="310"/>
                        </a:lnTo>
                        <a:lnTo>
                          <a:pt x="948" y="311"/>
                        </a:lnTo>
                        <a:lnTo>
                          <a:pt x="947" y="311"/>
                        </a:lnTo>
                        <a:lnTo>
                          <a:pt x="946" y="308"/>
                        </a:lnTo>
                        <a:lnTo>
                          <a:pt x="944" y="310"/>
                        </a:lnTo>
                        <a:lnTo>
                          <a:pt x="943" y="311"/>
                        </a:lnTo>
                        <a:lnTo>
                          <a:pt x="942" y="311"/>
                        </a:lnTo>
                        <a:lnTo>
                          <a:pt x="942" y="311"/>
                        </a:lnTo>
                        <a:close/>
                        <a:moveTo>
                          <a:pt x="928" y="298"/>
                        </a:moveTo>
                        <a:lnTo>
                          <a:pt x="928" y="298"/>
                        </a:lnTo>
                        <a:lnTo>
                          <a:pt x="929" y="299"/>
                        </a:lnTo>
                        <a:lnTo>
                          <a:pt x="931" y="299"/>
                        </a:lnTo>
                        <a:lnTo>
                          <a:pt x="932" y="298"/>
                        </a:lnTo>
                        <a:lnTo>
                          <a:pt x="931" y="296"/>
                        </a:lnTo>
                        <a:lnTo>
                          <a:pt x="928" y="298"/>
                        </a:lnTo>
                        <a:lnTo>
                          <a:pt x="928" y="298"/>
                        </a:lnTo>
                        <a:close/>
                        <a:moveTo>
                          <a:pt x="852" y="264"/>
                        </a:moveTo>
                        <a:lnTo>
                          <a:pt x="848" y="262"/>
                        </a:lnTo>
                        <a:lnTo>
                          <a:pt x="848" y="259"/>
                        </a:lnTo>
                        <a:lnTo>
                          <a:pt x="848" y="254"/>
                        </a:lnTo>
                        <a:lnTo>
                          <a:pt x="847" y="253"/>
                        </a:lnTo>
                        <a:lnTo>
                          <a:pt x="847" y="250"/>
                        </a:lnTo>
                        <a:lnTo>
                          <a:pt x="847" y="249"/>
                        </a:lnTo>
                        <a:lnTo>
                          <a:pt x="849" y="247"/>
                        </a:lnTo>
                        <a:lnTo>
                          <a:pt x="853" y="250"/>
                        </a:lnTo>
                        <a:lnTo>
                          <a:pt x="855" y="253"/>
                        </a:lnTo>
                        <a:lnTo>
                          <a:pt x="852" y="258"/>
                        </a:lnTo>
                        <a:lnTo>
                          <a:pt x="852" y="259"/>
                        </a:lnTo>
                        <a:lnTo>
                          <a:pt x="852" y="261"/>
                        </a:lnTo>
                        <a:lnTo>
                          <a:pt x="853" y="264"/>
                        </a:lnTo>
                        <a:lnTo>
                          <a:pt x="852" y="264"/>
                        </a:lnTo>
                        <a:lnTo>
                          <a:pt x="852" y="264"/>
                        </a:lnTo>
                        <a:close/>
                        <a:moveTo>
                          <a:pt x="851" y="106"/>
                        </a:moveTo>
                        <a:lnTo>
                          <a:pt x="853" y="103"/>
                        </a:lnTo>
                        <a:lnTo>
                          <a:pt x="856" y="99"/>
                        </a:lnTo>
                        <a:lnTo>
                          <a:pt x="856" y="96"/>
                        </a:lnTo>
                        <a:lnTo>
                          <a:pt x="859" y="95"/>
                        </a:lnTo>
                        <a:lnTo>
                          <a:pt x="862" y="91"/>
                        </a:lnTo>
                        <a:lnTo>
                          <a:pt x="860" y="88"/>
                        </a:lnTo>
                        <a:lnTo>
                          <a:pt x="857" y="88"/>
                        </a:lnTo>
                        <a:lnTo>
                          <a:pt x="855" y="88"/>
                        </a:lnTo>
                        <a:lnTo>
                          <a:pt x="856" y="86"/>
                        </a:lnTo>
                        <a:lnTo>
                          <a:pt x="855" y="86"/>
                        </a:lnTo>
                        <a:lnTo>
                          <a:pt x="852" y="88"/>
                        </a:lnTo>
                        <a:lnTo>
                          <a:pt x="848" y="90"/>
                        </a:lnTo>
                        <a:lnTo>
                          <a:pt x="847" y="91"/>
                        </a:lnTo>
                        <a:lnTo>
                          <a:pt x="845" y="94"/>
                        </a:lnTo>
                        <a:lnTo>
                          <a:pt x="845" y="95"/>
                        </a:lnTo>
                        <a:lnTo>
                          <a:pt x="848" y="96"/>
                        </a:lnTo>
                        <a:lnTo>
                          <a:pt x="851" y="95"/>
                        </a:lnTo>
                        <a:lnTo>
                          <a:pt x="851" y="98"/>
                        </a:lnTo>
                        <a:lnTo>
                          <a:pt x="848" y="101"/>
                        </a:lnTo>
                        <a:lnTo>
                          <a:pt x="848" y="103"/>
                        </a:lnTo>
                        <a:lnTo>
                          <a:pt x="849" y="103"/>
                        </a:lnTo>
                        <a:lnTo>
                          <a:pt x="851" y="106"/>
                        </a:lnTo>
                        <a:lnTo>
                          <a:pt x="851" y="106"/>
                        </a:lnTo>
                        <a:close/>
                        <a:moveTo>
                          <a:pt x="814" y="192"/>
                        </a:moveTo>
                        <a:lnTo>
                          <a:pt x="814" y="189"/>
                        </a:lnTo>
                        <a:lnTo>
                          <a:pt x="815" y="186"/>
                        </a:lnTo>
                        <a:lnTo>
                          <a:pt x="814" y="185"/>
                        </a:lnTo>
                        <a:lnTo>
                          <a:pt x="814" y="181"/>
                        </a:lnTo>
                        <a:lnTo>
                          <a:pt x="811" y="179"/>
                        </a:lnTo>
                        <a:lnTo>
                          <a:pt x="813" y="178"/>
                        </a:lnTo>
                        <a:lnTo>
                          <a:pt x="813" y="175"/>
                        </a:lnTo>
                        <a:lnTo>
                          <a:pt x="817" y="177"/>
                        </a:lnTo>
                        <a:lnTo>
                          <a:pt x="819" y="178"/>
                        </a:lnTo>
                        <a:lnTo>
                          <a:pt x="821" y="179"/>
                        </a:lnTo>
                        <a:lnTo>
                          <a:pt x="821" y="177"/>
                        </a:lnTo>
                        <a:lnTo>
                          <a:pt x="818" y="173"/>
                        </a:lnTo>
                        <a:lnTo>
                          <a:pt x="815" y="170"/>
                        </a:lnTo>
                        <a:lnTo>
                          <a:pt x="814" y="168"/>
                        </a:lnTo>
                        <a:lnTo>
                          <a:pt x="817" y="168"/>
                        </a:lnTo>
                        <a:lnTo>
                          <a:pt x="815" y="166"/>
                        </a:lnTo>
                        <a:lnTo>
                          <a:pt x="818" y="163"/>
                        </a:lnTo>
                        <a:lnTo>
                          <a:pt x="818" y="159"/>
                        </a:lnTo>
                        <a:lnTo>
                          <a:pt x="819" y="155"/>
                        </a:lnTo>
                        <a:lnTo>
                          <a:pt x="821" y="155"/>
                        </a:lnTo>
                        <a:lnTo>
                          <a:pt x="823" y="154"/>
                        </a:lnTo>
                        <a:lnTo>
                          <a:pt x="823" y="149"/>
                        </a:lnTo>
                        <a:lnTo>
                          <a:pt x="825" y="148"/>
                        </a:lnTo>
                        <a:lnTo>
                          <a:pt x="829" y="145"/>
                        </a:lnTo>
                        <a:lnTo>
                          <a:pt x="832" y="145"/>
                        </a:lnTo>
                        <a:lnTo>
                          <a:pt x="834" y="149"/>
                        </a:lnTo>
                        <a:lnTo>
                          <a:pt x="836" y="152"/>
                        </a:lnTo>
                        <a:lnTo>
                          <a:pt x="836" y="155"/>
                        </a:lnTo>
                        <a:lnTo>
                          <a:pt x="837" y="156"/>
                        </a:lnTo>
                        <a:lnTo>
                          <a:pt x="838" y="158"/>
                        </a:lnTo>
                        <a:lnTo>
                          <a:pt x="838" y="160"/>
                        </a:lnTo>
                        <a:lnTo>
                          <a:pt x="840" y="162"/>
                        </a:lnTo>
                        <a:lnTo>
                          <a:pt x="840" y="163"/>
                        </a:lnTo>
                        <a:lnTo>
                          <a:pt x="841" y="166"/>
                        </a:lnTo>
                        <a:lnTo>
                          <a:pt x="844" y="166"/>
                        </a:lnTo>
                        <a:lnTo>
                          <a:pt x="844" y="167"/>
                        </a:lnTo>
                        <a:lnTo>
                          <a:pt x="845" y="170"/>
                        </a:lnTo>
                        <a:lnTo>
                          <a:pt x="847" y="175"/>
                        </a:lnTo>
                        <a:lnTo>
                          <a:pt x="844" y="178"/>
                        </a:lnTo>
                        <a:lnTo>
                          <a:pt x="842" y="179"/>
                        </a:lnTo>
                        <a:lnTo>
                          <a:pt x="840" y="179"/>
                        </a:lnTo>
                        <a:lnTo>
                          <a:pt x="838" y="179"/>
                        </a:lnTo>
                        <a:lnTo>
                          <a:pt x="840" y="181"/>
                        </a:lnTo>
                        <a:lnTo>
                          <a:pt x="841" y="181"/>
                        </a:lnTo>
                        <a:lnTo>
                          <a:pt x="841" y="186"/>
                        </a:lnTo>
                        <a:lnTo>
                          <a:pt x="841" y="189"/>
                        </a:lnTo>
                        <a:lnTo>
                          <a:pt x="836" y="192"/>
                        </a:lnTo>
                        <a:lnTo>
                          <a:pt x="834" y="193"/>
                        </a:lnTo>
                        <a:lnTo>
                          <a:pt x="833" y="193"/>
                        </a:lnTo>
                        <a:lnTo>
                          <a:pt x="833" y="190"/>
                        </a:lnTo>
                        <a:lnTo>
                          <a:pt x="832" y="189"/>
                        </a:lnTo>
                        <a:lnTo>
                          <a:pt x="829" y="192"/>
                        </a:lnTo>
                        <a:lnTo>
                          <a:pt x="826" y="190"/>
                        </a:lnTo>
                        <a:lnTo>
                          <a:pt x="822" y="192"/>
                        </a:lnTo>
                        <a:lnTo>
                          <a:pt x="819" y="192"/>
                        </a:lnTo>
                        <a:lnTo>
                          <a:pt x="819" y="189"/>
                        </a:lnTo>
                        <a:lnTo>
                          <a:pt x="817" y="189"/>
                        </a:lnTo>
                        <a:lnTo>
                          <a:pt x="817" y="190"/>
                        </a:lnTo>
                        <a:lnTo>
                          <a:pt x="814" y="192"/>
                        </a:lnTo>
                        <a:lnTo>
                          <a:pt x="814" y="192"/>
                        </a:lnTo>
                        <a:close/>
                        <a:moveTo>
                          <a:pt x="847" y="187"/>
                        </a:moveTo>
                        <a:lnTo>
                          <a:pt x="848" y="186"/>
                        </a:lnTo>
                        <a:lnTo>
                          <a:pt x="848" y="185"/>
                        </a:lnTo>
                        <a:lnTo>
                          <a:pt x="848" y="179"/>
                        </a:lnTo>
                        <a:lnTo>
                          <a:pt x="847" y="179"/>
                        </a:lnTo>
                        <a:lnTo>
                          <a:pt x="845" y="182"/>
                        </a:lnTo>
                        <a:lnTo>
                          <a:pt x="845" y="185"/>
                        </a:lnTo>
                        <a:lnTo>
                          <a:pt x="847" y="187"/>
                        </a:lnTo>
                        <a:lnTo>
                          <a:pt x="847" y="187"/>
                        </a:lnTo>
                        <a:close/>
                        <a:moveTo>
                          <a:pt x="857" y="230"/>
                        </a:moveTo>
                        <a:lnTo>
                          <a:pt x="857" y="232"/>
                        </a:lnTo>
                        <a:lnTo>
                          <a:pt x="859" y="235"/>
                        </a:lnTo>
                        <a:lnTo>
                          <a:pt x="863" y="235"/>
                        </a:lnTo>
                        <a:lnTo>
                          <a:pt x="866" y="234"/>
                        </a:lnTo>
                        <a:lnTo>
                          <a:pt x="868" y="228"/>
                        </a:lnTo>
                        <a:lnTo>
                          <a:pt x="868" y="227"/>
                        </a:lnTo>
                        <a:lnTo>
                          <a:pt x="867" y="226"/>
                        </a:lnTo>
                        <a:lnTo>
                          <a:pt x="868" y="224"/>
                        </a:lnTo>
                        <a:lnTo>
                          <a:pt x="867" y="223"/>
                        </a:lnTo>
                        <a:lnTo>
                          <a:pt x="864" y="223"/>
                        </a:lnTo>
                        <a:lnTo>
                          <a:pt x="863" y="219"/>
                        </a:lnTo>
                        <a:lnTo>
                          <a:pt x="860" y="219"/>
                        </a:lnTo>
                        <a:lnTo>
                          <a:pt x="857" y="221"/>
                        </a:lnTo>
                        <a:lnTo>
                          <a:pt x="857" y="224"/>
                        </a:lnTo>
                        <a:lnTo>
                          <a:pt x="856" y="227"/>
                        </a:lnTo>
                        <a:lnTo>
                          <a:pt x="857" y="230"/>
                        </a:lnTo>
                        <a:lnTo>
                          <a:pt x="857" y="230"/>
                        </a:lnTo>
                        <a:close/>
                        <a:moveTo>
                          <a:pt x="853" y="231"/>
                        </a:moveTo>
                        <a:lnTo>
                          <a:pt x="853" y="232"/>
                        </a:lnTo>
                        <a:lnTo>
                          <a:pt x="853" y="235"/>
                        </a:lnTo>
                        <a:lnTo>
                          <a:pt x="855" y="236"/>
                        </a:lnTo>
                        <a:lnTo>
                          <a:pt x="856" y="235"/>
                        </a:lnTo>
                        <a:lnTo>
                          <a:pt x="856" y="234"/>
                        </a:lnTo>
                        <a:lnTo>
                          <a:pt x="855" y="232"/>
                        </a:lnTo>
                        <a:lnTo>
                          <a:pt x="855" y="231"/>
                        </a:lnTo>
                        <a:lnTo>
                          <a:pt x="853" y="231"/>
                        </a:lnTo>
                        <a:lnTo>
                          <a:pt x="853" y="231"/>
                        </a:lnTo>
                        <a:close/>
                        <a:moveTo>
                          <a:pt x="811" y="209"/>
                        </a:moveTo>
                        <a:lnTo>
                          <a:pt x="811" y="205"/>
                        </a:lnTo>
                        <a:lnTo>
                          <a:pt x="813" y="201"/>
                        </a:lnTo>
                        <a:lnTo>
                          <a:pt x="815" y="198"/>
                        </a:lnTo>
                        <a:lnTo>
                          <a:pt x="818" y="198"/>
                        </a:lnTo>
                        <a:lnTo>
                          <a:pt x="819" y="198"/>
                        </a:lnTo>
                        <a:lnTo>
                          <a:pt x="822" y="198"/>
                        </a:lnTo>
                        <a:lnTo>
                          <a:pt x="823" y="198"/>
                        </a:lnTo>
                        <a:lnTo>
                          <a:pt x="826" y="198"/>
                        </a:lnTo>
                        <a:lnTo>
                          <a:pt x="826" y="200"/>
                        </a:lnTo>
                        <a:lnTo>
                          <a:pt x="829" y="201"/>
                        </a:lnTo>
                        <a:lnTo>
                          <a:pt x="829" y="200"/>
                        </a:lnTo>
                        <a:lnTo>
                          <a:pt x="832" y="201"/>
                        </a:lnTo>
                        <a:lnTo>
                          <a:pt x="833" y="201"/>
                        </a:lnTo>
                        <a:lnTo>
                          <a:pt x="837" y="205"/>
                        </a:lnTo>
                        <a:lnTo>
                          <a:pt x="838" y="205"/>
                        </a:lnTo>
                        <a:lnTo>
                          <a:pt x="837" y="207"/>
                        </a:lnTo>
                        <a:lnTo>
                          <a:pt x="838" y="208"/>
                        </a:lnTo>
                        <a:lnTo>
                          <a:pt x="840" y="208"/>
                        </a:lnTo>
                        <a:lnTo>
                          <a:pt x="842" y="207"/>
                        </a:lnTo>
                        <a:lnTo>
                          <a:pt x="844" y="209"/>
                        </a:lnTo>
                        <a:lnTo>
                          <a:pt x="845" y="211"/>
                        </a:lnTo>
                        <a:lnTo>
                          <a:pt x="845" y="212"/>
                        </a:lnTo>
                        <a:lnTo>
                          <a:pt x="847" y="213"/>
                        </a:lnTo>
                        <a:lnTo>
                          <a:pt x="845" y="215"/>
                        </a:lnTo>
                        <a:lnTo>
                          <a:pt x="841" y="215"/>
                        </a:lnTo>
                        <a:lnTo>
                          <a:pt x="838" y="217"/>
                        </a:lnTo>
                        <a:lnTo>
                          <a:pt x="836" y="219"/>
                        </a:lnTo>
                        <a:lnTo>
                          <a:pt x="832" y="216"/>
                        </a:lnTo>
                        <a:lnTo>
                          <a:pt x="828" y="216"/>
                        </a:lnTo>
                        <a:lnTo>
                          <a:pt x="823" y="213"/>
                        </a:lnTo>
                        <a:lnTo>
                          <a:pt x="821" y="213"/>
                        </a:lnTo>
                        <a:lnTo>
                          <a:pt x="818" y="212"/>
                        </a:lnTo>
                        <a:lnTo>
                          <a:pt x="817" y="209"/>
                        </a:lnTo>
                        <a:lnTo>
                          <a:pt x="814" y="209"/>
                        </a:lnTo>
                        <a:lnTo>
                          <a:pt x="811" y="209"/>
                        </a:lnTo>
                        <a:lnTo>
                          <a:pt x="811" y="209"/>
                        </a:lnTo>
                        <a:close/>
                        <a:moveTo>
                          <a:pt x="777" y="162"/>
                        </a:moveTo>
                        <a:lnTo>
                          <a:pt x="777" y="160"/>
                        </a:lnTo>
                        <a:lnTo>
                          <a:pt x="779" y="160"/>
                        </a:lnTo>
                        <a:lnTo>
                          <a:pt x="780" y="160"/>
                        </a:lnTo>
                        <a:lnTo>
                          <a:pt x="779" y="163"/>
                        </a:lnTo>
                        <a:lnTo>
                          <a:pt x="777" y="163"/>
                        </a:lnTo>
                        <a:lnTo>
                          <a:pt x="777" y="162"/>
                        </a:lnTo>
                        <a:lnTo>
                          <a:pt x="777" y="162"/>
                        </a:lnTo>
                        <a:close/>
                        <a:moveTo>
                          <a:pt x="779" y="178"/>
                        </a:moveTo>
                        <a:lnTo>
                          <a:pt x="780" y="182"/>
                        </a:lnTo>
                        <a:lnTo>
                          <a:pt x="783" y="185"/>
                        </a:lnTo>
                        <a:lnTo>
                          <a:pt x="784" y="185"/>
                        </a:lnTo>
                        <a:lnTo>
                          <a:pt x="787" y="185"/>
                        </a:lnTo>
                        <a:lnTo>
                          <a:pt x="788" y="186"/>
                        </a:lnTo>
                        <a:lnTo>
                          <a:pt x="790" y="186"/>
                        </a:lnTo>
                        <a:lnTo>
                          <a:pt x="794" y="183"/>
                        </a:lnTo>
                        <a:lnTo>
                          <a:pt x="794" y="182"/>
                        </a:lnTo>
                        <a:lnTo>
                          <a:pt x="796" y="181"/>
                        </a:lnTo>
                        <a:lnTo>
                          <a:pt x="799" y="177"/>
                        </a:lnTo>
                        <a:lnTo>
                          <a:pt x="799" y="174"/>
                        </a:lnTo>
                        <a:lnTo>
                          <a:pt x="800" y="168"/>
                        </a:lnTo>
                        <a:lnTo>
                          <a:pt x="802" y="166"/>
                        </a:lnTo>
                        <a:lnTo>
                          <a:pt x="800" y="164"/>
                        </a:lnTo>
                        <a:lnTo>
                          <a:pt x="800" y="163"/>
                        </a:lnTo>
                        <a:lnTo>
                          <a:pt x="802" y="162"/>
                        </a:lnTo>
                        <a:lnTo>
                          <a:pt x="804" y="158"/>
                        </a:lnTo>
                        <a:lnTo>
                          <a:pt x="806" y="158"/>
                        </a:lnTo>
                        <a:lnTo>
                          <a:pt x="809" y="155"/>
                        </a:lnTo>
                        <a:lnTo>
                          <a:pt x="811" y="152"/>
                        </a:lnTo>
                        <a:lnTo>
                          <a:pt x="811" y="149"/>
                        </a:lnTo>
                        <a:lnTo>
                          <a:pt x="811" y="147"/>
                        </a:lnTo>
                        <a:lnTo>
                          <a:pt x="814" y="145"/>
                        </a:lnTo>
                        <a:lnTo>
                          <a:pt x="814" y="143"/>
                        </a:lnTo>
                        <a:lnTo>
                          <a:pt x="813" y="140"/>
                        </a:lnTo>
                        <a:lnTo>
                          <a:pt x="813" y="137"/>
                        </a:lnTo>
                        <a:lnTo>
                          <a:pt x="811" y="137"/>
                        </a:lnTo>
                        <a:lnTo>
                          <a:pt x="809" y="136"/>
                        </a:lnTo>
                        <a:lnTo>
                          <a:pt x="806" y="136"/>
                        </a:lnTo>
                        <a:lnTo>
                          <a:pt x="804" y="134"/>
                        </a:lnTo>
                        <a:lnTo>
                          <a:pt x="806" y="132"/>
                        </a:lnTo>
                        <a:lnTo>
                          <a:pt x="810" y="130"/>
                        </a:lnTo>
                        <a:lnTo>
                          <a:pt x="810" y="129"/>
                        </a:lnTo>
                        <a:lnTo>
                          <a:pt x="809" y="126"/>
                        </a:lnTo>
                        <a:lnTo>
                          <a:pt x="809" y="124"/>
                        </a:lnTo>
                        <a:lnTo>
                          <a:pt x="809" y="121"/>
                        </a:lnTo>
                        <a:lnTo>
                          <a:pt x="806" y="118"/>
                        </a:lnTo>
                        <a:lnTo>
                          <a:pt x="804" y="118"/>
                        </a:lnTo>
                        <a:lnTo>
                          <a:pt x="802" y="121"/>
                        </a:lnTo>
                        <a:lnTo>
                          <a:pt x="798" y="121"/>
                        </a:lnTo>
                        <a:lnTo>
                          <a:pt x="796" y="124"/>
                        </a:lnTo>
                        <a:lnTo>
                          <a:pt x="795" y="125"/>
                        </a:lnTo>
                        <a:lnTo>
                          <a:pt x="792" y="125"/>
                        </a:lnTo>
                        <a:lnTo>
                          <a:pt x="792" y="122"/>
                        </a:lnTo>
                        <a:lnTo>
                          <a:pt x="795" y="121"/>
                        </a:lnTo>
                        <a:lnTo>
                          <a:pt x="796" y="120"/>
                        </a:lnTo>
                        <a:lnTo>
                          <a:pt x="796" y="115"/>
                        </a:lnTo>
                        <a:lnTo>
                          <a:pt x="798" y="110"/>
                        </a:lnTo>
                        <a:lnTo>
                          <a:pt x="796" y="107"/>
                        </a:lnTo>
                        <a:lnTo>
                          <a:pt x="795" y="106"/>
                        </a:lnTo>
                        <a:lnTo>
                          <a:pt x="794" y="103"/>
                        </a:lnTo>
                        <a:lnTo>
                          <a:pt x="791" y="102"/>
                        </a:lnTo>
                        <a:lnTo>
                          <a:pt x="788" y="102"/>
                        </a:lnTo>
                        <a:lnTo>
                          <a:pt x="784" y="102"/>
                        </a:lnTo>
                        <a:lnTo>
                          <a:pt x="781" y="105"/>
                        </a:lnTo>
                        <a:lnTo>
                          <a:pt x="779" y="103"/>
                        </a:lnTo>
                        <a:lnTo>
                          <a:pt x="779" y="99"/>
                        </a:lnTo>
                        <a:lnTo>
                          <a:pt x="779" y="98"/>
                        </a:lnTo>
                        <a:lnTo>
                          <a:pt x="776" y="101"/>
                        </a:lnTo>
                        <a:lnTo>
                          <a:pt x="775" y="103"/>
                        </a:lnTo>
                        <a:lnTo>
                          <a:pt x="772" y="105"/>
                        </a:lnTo>
                        <a:lnTo>
                          <a:pt x="770" y="107"/>
                        </a:lnTo>
                        <a:lnTo>
                          <a:pt x="768" y="111"/>
                        </a:lnTo>
                        <a:lnTo>
                          <a:pt x="768" y="114"/>
                        </a:lnTo>
                        <a:lnTo>
                          <a:pt x="770" y="115"/>
                        </a:lnTo>
                        <a:lnTo>
                          <a:pt x="772" y="114"/>
                        </a:lnTo>
                        <a:lnTo>
                          <a:pt x="775" y="113"/>
                        </a:lnTo>
                        <a:lnTo>
                          <a:pt x="776" y="114"/>
                        </a:lnTo>
                        <a:lnTo>
                          <a:pt x="773" y="117"/>
                        </a:lnTo>
                        <a:lnTo>
                          <a:pt x="769" y="120"/>
                        </a:lnTo>
                        <a:lnTo>
                          <a:pt x="766" y="124"/>
                        </a:lnTo>
                        <a:lnTo>
                          <a:pt x="766" y="125"/>
                        </a:lnTo>
                        <a:lnTo>
                          <a:pt x="770" y="122"/>
                        </a:lnTo>
                        <a:lnTo>
                          <a:pt x="775" y="120"/>
                        </a:lnTo>
                        <a:lnTo>
                          <a:pt x="776" y="120"/>
                        </a:lnTo>
                        <a:lnTo>
                          <a:pt x="779" y="118"/>
                        </a:lnTo>
                        <a:lnTo>
                          <a:pt x="780" y="121"/>
                        </a:lnTo>
                        <a:lnTo>
                          <a:pt x="779" y="124"/>
                        </a:lnTo>
                        <a:lnTo>
                          <a:pt x="777" y="124"/>
                        </a:lnTo>
                        <a:lnTo>
                          <a:pt x="773" y="126"/>
                        </a:lnTo>
                        <a:lnTo>
                          <a:pt x="773" y="129"/>
                        </a:lnTo>
                        <a:lnTo>
                          <a:pt x="773" y="130"/>
                        </a:lnTo>
                        <a:lnTo>
                          <a:pt x="777" y="129"/>
                        </a:lnTo>
                        <a:lnTo>
                          <a:pt x="780" y="130"/>
                        </a:lnTo>
                        <a:lnTo>
                          <a:pt x="777" y="133"/>
                        </a:lnTo>
                        <a:lnTo>
                          <a:pt x="773" y="134"/>
                        </a:lnTo>
                        <a:lnTo>
                          <a:pt x="770" y="134"/>
                        </a:lnTo>
                        <a:lnTo>
                          <a:pt x="770" y="136"/>
                        </a:lnTo>
                        <a:lnTo>
                          <a:pt x="773" y="136"/>
                        </a:lnTo>
                        <a:lnTo>
                          <a:pt x="773" y="139"/>
                        </a:lnTo>
                        <a:lnTo>
                          <a:pt x="769" y="143"/>
                        </a:lnTo>
                        <a:lnTo>
                          <a:pt x="768" y="143"/>
                        </a:lnTo>
                        <a:lnTo>
                          <a:pt x="766" y="139"/>
                        </a:lnTo>
                        <a:lnTo>
                          <a:pt x="764" y="137"/>
                        </a:lnTo>
                        <a:lnTo>
                          <a:pt x="762" y="134"/>
                        </a:lnTo>
                        <a:lnTo>
                          <a:pt x="756" y="137"/>
                        </a:lnTo>
                        <a:lnTo>
                          <a:pt x="756" y="139"/>
                        </a:lnTo>
                        <a:lnTo>
                          <a:pt x="753" y="143"/>
                        </a:lnTo>
                        <a:lnTo>
                          <a:pt x="756" y="147"/>
                        </a:lnTo>
                        <a:lnTo>
                          <a:pt x="756" y="149"/>
                        </a:lnTo>
                        <a:lnTo>
                          <a:pt x="758" y="151"/>
                        </a:lnTo>
                        <a:lnTo>
                          <a:pt x="760" y="148"/>
                        </a:lnTo>
                        <a:lnTo>
                          <a:pt x="762" y="148"/>
                        </a:lnTo>
                        <a:lnTo>
                          <a:pt x="766" y="149"/>
                        </a:lnTo>
                        <a:lnTo>
                          <a:pt x="770" y="149"/>
                        </a:lnTo>
                        <a:lnTo>
                          <a:pt x="772" y="151"/>
                        </a:lnTo>
                        <a:lnTo>
                          <a:pt x="776" y="149"/>
                        </a:lnTo>
                        <a:lnTo>
                          <a:pt x="776" y="152"/>
                        </a:lnTo>
                        <a:lnTo>
                          <a:pt x="773" y="152"/>
                        </a:lnTo>
                        <a:lnTo>
                          <a:pt x="773" y="154"/>
                        </a:lnTo>
                        <a:lnTo>
                          <a:pt x="773" y="156"/>
                        </a:lnTo>
                        <a:lnTo>
                          <a:pt x="777" y="156"/>
                        </a:lnTo>
                        <a:lnTo>
                          <a:pt x="780" y="159"/>
                        </a:lnTo>
                        <a:lnTo>
                          <a:pt x="781" y="163"/>
                        </a:lnTo>
                        <a:lnTo>
                          <a:pt x="784" y="163"/>
                        </a:lnTo>
                        <a:lnTo>
                          <a:pt x="785" y="164"/>
                        </a:lnTo>
                        <a:lnTo>
                          <a:pt x="784" y="166"/>
                        </a:lnTo>
                        <a:lnTo>
                          <a:pt x="784" y="170"/>
                        </a:lnTo>
                        <a:lnTo>
                          <a:pt x="779" y="178"/>
                        </a:lnTo>
                        <a:lnTo>
                          <a:pt x="779" y="178"/>
                        </a:lnTo>
                        <a:close/>
                        <a:moveTo>
                          <a:pt x="764" y="158"/>
                        </a:moveTo>
                        <a:lnTo>
                          <a:pt x="765" y="155"/>
                        </a:lnTo>
                        <a:lnTo>
                          <a:pt x="768" y="154"/>
                        </a:lnTo>
                        <a:lnTo>
                          <a:pt x="770" y="154"/>
                        </a:lnTo>
                        <a:lnTo>
                          <a:pt x="769" y="154"/>
                        </a:lnTo>
                        <a:lnTo>
                          <a:pt x="769" y="156"/>
                        </a:lnTo>
                        <a:lnTo>
                          <a:pt x="766" y="158"/>
                        </a:lnTo>
                        <a:lnTo>
                          <a:pt x="764" y="158"/>
                        </a:lnTo>
                        <a:lnTo>
                          <a:pt x="764" y="158"/>
                        </a:lnTo>
                        <a:close/>
                        <a:moveTo>
                          <a:pt x="758" y="173"/>
                        </a:moveTo>
                        <a:lnTo>
                          <a:pt x="760" y="170"/>
                        </a:lnTo>
                        <a:lnTo>
                          <a:pt x="765" y="170"/>
                        </a:lnTo>
                        <a:lnTo>
                          <a:pt x="768" y="171"/>
                        </a:lnTo>
                        <a:lnTo>
                          <a:pt x="773" y="175"/>
                        </a:lnTo>
                        <a:lnTo>
                          <a:pt x="772" y="178"/>
                        </a:lnTo>
                        <a:lnTo>
                          <a:pt x="773" y="183"/>
                        </a:lnTo>
                        <a:lnTo>
                          <a:pt x="770" y="183"/>
                        </a:lnTo>
                        <a:lnTo>
                          <a:pt x="768" y="182"/>
                        </a:lnTo>
                        <a:lnTo>
                          <a:pt x="765" y="183"/>
                        </a:lnTo>
                        <a:lnTo>
                          <a:pt x="764" y="183"/>
                        </a:lnTo>
                        <a:lnTo>
                          <a:pt x="761" y="179"/>
                        </a:lnTo>
                        <a:lnTo>
                          <a:pt x="758" y="177"/>
                        </a:lnTo>
                        <a:lnTo>
                          <a:pt x="758" y="173"/>
                        </a:lnTo>
                        <a:lnTo>
                          <a:pt x="758" y="173"/>
                        </a:lnTo>
                        <a:close/>
                        <a:moveTo>
                          <a:pt x="723" y="197"/>
                        </a:moveTo>
                        <a:lnTo>
                          <a:pt x="724" y="196"/>
                        </a:lnTo>
                        <a:lnTo>
                          <a:pt x="728" y="196"/>
                        </a:lnTo>
                        <a:lnTo>
                          <a:pt x="727" y="197"/>
                        </a:lnTo>
                        <a:lnTo>
                          <a:pt x="724" y="198"/>
                        </a:lnTo>
                        <a:lnTo>
                          <a:pt x="723" y="197"/>
                        </a:lnTo>
                        <a:lnTo>
                          <a:pt x="723" y="197"/>
                        </a:lnTo>
                        <a:close/>
                        <a:moveTo>
                          <a:pt x="720" y="193"/>
                        </a:moveTo>
                        <a:lnTo>
                          <a:pt x="719" y="190"/>
                        </a:lnTo>
                        <a:lnTo>
                          <a:pt x="720" y="187"/>
                        </a:lnTo>
                        <a:lnTo>
                          <a:pt x="722" y="183"/>
                        </a:lnTo>
                        <a:lnTo>
                          <a:pt x="722" y="181"/>
                        </a:lnTo>
                        <a:lnTo>
                          <a:pt x="724" y="178"/>
                        </a:lnTo>
                        <a:lnTo>
                          <a:pt x="724" y="177"/>
                        </a:lnTo>
                        <a:lnTo>
                          <a:pt x="726" y="175"/>
                        </a:lnTo>
                        <a:lnTo>
                          <a:pt x="726" y="174"/>
                        </a:lnTo>
                        <a:lnTo>
                          <a:pt x="727" y="170"/>
                        </a:lnTo>
                        <a:lnTo>
                          <a:pt x="727" y="167"/>
                        </a:lnTo>
                        <a:lnTo>
                          <a:pt x="728" y="166"/>
                        </a:lnTo>
                        <a:lnTo>
                          <a:pt x="731" y="167"/>
                        </a:lnTo>
                        <a:lnTo>
                          <a:pt x="731" y="171"/>
                        </a:lnTo>
                        <a:lnTo>
                          <a:pt x="732" y="173"/>
                        </a:lnTo>
                        <a:lnTo>
                          <a:pt x="730" y="178"/>
                        </a:lnTo>
                        <a:lnTo>
                          <a:pt x="730" y="181"/>
                        </a:lnTo>
                        <a:lnTo>
                          <a:pt x="728" y="183"/>
                        </a:lnTo>
                        <a:lnTo>
                          <a:pt x="730" y="185"/>
                        </a:lnTo>
                        <a:lnTo>
                          <a:pt x="727" y="192"/>
                        </a:lnTo>
                        <a:lnTo>
                          <a:pt x="724" y="194"/>
                        </a:lnTo>
                        <a:lnTo>
                          <a:pt x="720" y="193"/>
                        </a:lnTo>
                        <a:lnTo>
                          <a:pt x="720" y="193"/>
                        </a:lnTo>
                        <a:close/>
                        <a:moveTo>
                          <a:pt x="689" y="128"/>
                        </a:moveTo>
                        <a:lnTo>
                          <a:pt x="686" y="125"/>
                        </a:lnTo>
                        <a:lnTo>
                          <a:pt x="685" y="122"/>
                        </a:lnTo>
                        <a:lnTo>
                          <a:pt x="688" y="121"/>
                        </a:lnTo>
                        <a:lnTo>
                          <a:pt x="685" y="120"/>
                        </a:lnTo>
                        <a:lnTo>
                          <a:pt x="682" y="120"/>
                        </a:lnTo>
                        <a:lnTo>
                          <a:pt x="681" y="118"/>
                        </a:lnTo>
                        <a:lnTo>
                          <a:pt x="679" y="120"/>
                        </a:lnTo>
                        <a:lnTo>
                          <a:pt x="675" y="120"/>
                        </a:lnTo>
                        <a:lnTo>
                          <a:pt x="673" y="120"/>
                        </a:lnTo>
                        <a:lnTo>
                          <a:pt x="673" y="118"/>
                        </a:lnTo>
                        <a:lnTo>
                          <a:pt x="675" y="115"/>
                        </a:lnTo>
                        <a:lnTo>
                          <a:pt x="677" y="113"/>
                        </a:lnTo>
                        <a:lnTo>
                          <a:pt x="679" y="113"/>
                        </a:lnTo>
                        <a:lnTo>
                          <a:pt x="682" y="113"/>
                        </a:lnTo>
                        <a:lnTo>
                          <a:pt x="690" y="110"/>
                        </a:lnTo>
                        <a:lnTo>
                          <a:pt x="693" y="111"/>
                        </a:lnTo>
                        <a:lnTo>
                          <a:pt x="696" y="113"/>
                        </a:lnTo>
                        <a:lnTo>
                          <a:pt x="697" y="113"/>
                        </a:lnTo>
                        <a:lnTo>
                          <a:pt x="700" y="113"/>
                        </a:lnTo>
                        <a:lnTo>
                          <a:pt x="704" y="110"/>
                        </a:lnTo>
                        <a:lnTo>
                          <a:pt x="708" y="110"/>
                        </a:lnTo>
                        <a:lnTo>
                          <a:pt x="709" y="110"/>
                        </a:lnTo>
                        <a:lnTo>
                          <a:pt x="711" y="109"/>
                        </a:lnTo>
                        <a:lnTo>
                          <a:pt x="713" y="110"/>
                        </a:lnTo>
                        <a:lnTo>
                          <a:pt x="713" y="111"/>
                        </a:lnTo>
                        <a:lnTo>
                          <a:pt x="715" y="114"/>
                        </a:lnTo>
                        <a:lnTo>
                          <a:pt x="715" y="117"/>
                        </a:lnTo>
                        <a:lnTo>
                          <a:pt x="712" y="121"/>
                        </a:lnTo>
                        <a:lnTo>
                          <a:pt x="715" y="125"/>
                        </a:lnTo>
                        <a:lnTo>
                          <a:pt x="712" y="130"/>
                        </a:lnTo>
                        <a:lnTo>
                          <a:pt x="709" y="132"/>
                        </a:lnTo>
                        <a:lnTo>
                          <a:pt x="707" y="134"/>
                        </a:lnTo>
                        <a:lnTo>
                          <a:pt x="704" y="134"/>
                        </a:lnTo>
                        <a:lnTo>
                          <a:pt x="701" y="134"/>
                        </a:lnTo>
                        <a:lnTo>
                          <a:pt x="700" y="132"/>
                        </a:lnTo>
                        <a:lnTo>
                          <a:pt x="697" y="133"/>
                        </a:lnTo>
                        <a:lnTo>
                          <a:pt x="694" y="129"/>
                        </a:lnTo>
                        <a:lnTo>
                          <a:pt x="694" y="125"/>
                        </a:lnTo>
                        <a:lnTo>
                          <a:pt x="692" y="122"/>
                        </a:lnTo>
                        <a:lnTo>
                          <a:pt x="690" y="124"/>
                        </a:lnTo>
                        <a:lnTo>
                          <a:pt x="690" y="126"/>
                        </a:lnTo>
                        <a:lnTo>
                          <a:pt x="689" y="128"/>
                        </a:lnTo>
                        <a:lnTo>
                          <a:pt x="689" y="128"/>
                        </a:lnTo>
                        <a:close/>
                        <a:moveTo>
                          <a:pt x="648" y="151"/>
                        </a:moveTo>
                        <a:lnTo>
                          <a:pt x="651" y="148"/>
                        </a:lnTo>
                        <a:lnTo>
                          <a:pt x="651" y="145"/>
                        </a:lnTo>
                        <a:lnTo>
                          <a:pt x="655" y="143"/>
                        </a:lnTo>
                        <a:lnTo>
                          <a:pt x="655" y="140"/>
                        </a:lnTo>
                        <a:lnTo>
                          <a:pt x="658" y="139"/>
                        </a:lnTo>
                        <a:lnTo>
                          <a:pt x="660" y="136"/>
                        </a:lnTo>
                        <a:lnTo>
                          <a:pt x="662" y="136"/>
                        </a:lnTo>
                        <a:lnTo>
                          <a:pt x="669" y="134"/>
                        </a:lnTo>
                        <a:lnTo>
                          <a:pt x="670" y="136"/>
                        </a:lnTo>
                        <a:lnTo>
                          <a:pt x="673" y="136"/>
                        </a:lnTo>
                        <a:lnTo>
                          <a:pt x="675" y="137"/>
                        </a:lnTo>
                        <a:lnTo>
                          <a:pt x="678" y="137"/>
                        </a:lnTo>
                        <a:lnTo>
                          <a:pt x="679" y="136"/>
                        </a:lnTo>
                        <a:lnTo>
                          <a:pt x="685" y="137"/>
                        </a:lnTo>
                        <a:lnTo>
                          <a:pt x="685" y="139"/>
                        </a:lnTo>
                        <a:lnTo>
                          <a:pt x="689" y="139"/>
                        </a:lnTo>
                        <a:lnTo>
                          <a:pt x="692" y="139"/>
                        </a:lnTo>
                        <a:lnTo>
                          <a:pt x="693" y="140"/>
                        </a:lnTo>
                        <a:lnTo>
                          <a:pt x="696" y="140"/>
                        </a:lnTo>
                        <a:lnTo>
                          <a:pt x="697" y="141"/>
                        </a:lnTo>
                        <a:lnTo>
                          <a:pt x="694" y="147"/>
                        </a:lnTo>
                        <a:lnTo>
                          <a:pt x="692" y="145"/>
                        </a:lnTo>
                        <a:lnTo>
                          <a:pt x="685" y="148"/>
                        </a:lnTo>
                        <a:lnTo>
                          <a:pt x="682" y="148"/>
                        </a:lnTo>
                        <a:lnTo>
                          <a:pt x="679" y="152"/>
                        </a:lnTo>
                        <a:lnTo>
                          <a:pt x="679" y="154"/>
                        </a:lnTo>
                        <a:lnTo>
                          <a:pt x="682" y="154"/>
                        </a:lnTo>
                        <a:lnTo>
                          <a:pt x="684" y="154"/>
                        </a:lnTo>
                        <a:lnTo>
                          <a:pt x="684" y="155"/>
                        </a:lnTo>
                        <a:lnTo>
                          <a:pt x="681" y="159"/>
                        </a:lnTo>
                        <a:lnTo>
                          <a:pt x="679" y="162"/>
                        </a:lnTo>
                        <a:lnTo>
                          <a:pt x="677" y="162"/>
                        </a:lnTo>
                        <a:lnTo>
                          <a:pt x="677" y="163"/>
                        </a:lnTo>
                        <a:lnTo>
                          <a:pt x="675" y="166"/>
                        </a:lnTo>
                        <a:lnTo>
                          <a:pt x="673" y="166"/>
                        </a:lnTo>
                        <a:lnTo>
                          <a:pt x="670" y="167"/>
                        </a:lnTo>
                        <a:lnTo>
                          <a:pt x="666" y="167"/>
                        </a:lnTo>
                        <a:lnTo>
                          <a:pt x="663" y="164"/>
                        </a:lnTo>
                        <a:lnTo>
                          <a:pt x="662" y="166"/>
                        </a:lnTo>
                        <a:lnTo>
                          <a:pt x="659" y="166"/>
                        </a:lnTo>
                        <a:lnTo>
                          <a:pt x="656" y="166"/>
                        </a:lnTo>
                        <a:lnTo>
                          <a:pt x="655" y="164"/>
                        </a:lnTo>
                        <a:lnTo>
                          <a:pt x="656" y="163"/>
                        </a:lnTo>
                        <a:lnTo>
                          <a:pt x="655" y="159"/>
                        </a:lnTo>
                        <a:lnTo>
                          <a:pt x="652" y="158"/>
                        </a:lnTo>
                        <a:lnTo>
                          <a:pt x="650" y="156"/>
                        </a:lnTo>
                        <a:lnTo>
                          <a:pt x="650" y="154"/>
                        </a:lnTo>
                        <a:lnTo>
                          <a:pt x="648" y="151"/>
                        </a:lnTo>
                        <a:lnTo>
                          <a:pt x="648" y="151"/>
                        </a:lnTo>
                        <a:close/>
                        <a:moveTo>
                          <a:pt x="645" y="140"/>
                        </a:moveTo>
                        <a:lnTo>
                          <a:pt x="647" y="141"/>
                        </a:lnTo>
                        <a:lnTo>
                          <a:pt x="651" y="140"/>
                        </a:lnTo>
                        <a:lnTo>
                          <a:pt x="654" y="137"/>
                        </a:lnTo>
                        <a:lnTo>
                          <a:pt x="654" y="133"/>
                        </a:lnTo>
                        <a:lnTo>
                          <a:pt x="654" y="132"/>
                        </a:lnTo>
                        <a:lnTo>
                          <a:pt x="654" y="129"/>
                        </a:lnTo>
                        <a:lnTo>
                          <a:pt x="655" y="126"/>
                        </a:lnTo>
                        <a:lnTo>
                          <a:pt x="652" y="126"/>
                        </a:lnTo>
                        <a:lnTo>
                          <a:pt x="651" y="126"/>
                        </a:lnTo>
                        <a:lnTo>
                          <a:pt x="648" y="125"/>
                        </a:lnTo>
                        <a:lnTo>
                          <a:pt x="647" y="128"/>
                        </a:lnTo>
                        <a:lnTo>
                          <a:pt x="644" y="128"/>
                        </a:lnTo>
                        <a:lnTo>
                          <a:pt x="644" y="130"/>
                        </a:lnTo>
                        <a:lnTo>
                          <a:pt x="644" y="133"/>
                        </a:lnTo>
                        <a:lnTo>
                          <a:pt x="643" y="136"/>
                        </a:lnTo>
                        <a:lnTo>
                          <a:pt x="645" y="140"/>
                        </a:lnTo>
                        <a:lnTo>
                          <a:pt x="645" y="140"/>
                        </a:lnTo>
                        <a:close/>
                        <a:moveTo>
                          <a:pt x="885" y="349"/>
                        </a:moveTo>
                        <a:lnTo>
                          <a:pt x="885" y="349"/>
                        </a:lnTo>
                        <a:lnTo>
                          <a:pt x="889" y="351"/>
                        </a:lnTo>
                        <a:lnTo>
                          <a:pt x="891" y="349"/>
                        </a:lnTo>
                        <a:lnTo>
                          <a:pt x="891" y="352"/>
                        </a:lnTo>
                        <a:lnTo>
                          <a:pt x="894" y="352"/>
                        </a:lnTo>
                        <a:lnTo>
                          <a:pt x="894" y="353"/>
                        </a:lnTo>
                        <a:lnTo>
                          <a:pt x="897" y="353"/>
                        </a:lnTo>
                        <a:lnTo>
                          <a:pt x="902" y="351"/>
                        </a:lnTo>
                        <a:lnTo>
                          <a:pt x="905" y="351"/>
                        </a:lnTo>
                        <a:lnTo>
                          <a:pt x="909" y="352"/>
                        </a:lnTo>
                        <a:lnTo>
                          <a:pt x="912" y="352"/>
                        </a:lnTo>
                        <a:lnTo>
                          <a:pt x="913" y="353"/>
                        </a:lnTo>
                        <a:lnTo>
                          <a:pt x="914" y="352"/>
                        </a:lnTo>
                        <a:lnTo>
                          <a:pt x="914" y="349"/>
                        </a:lnTo>
                        <a:lnTo>
                          <a:pt x="916" y="346"/>
                        </a:lnTo>
                        <a:lnTo>
                          <a:pt x="919" y="346"/>
                        </a:lnTo>
                        <a:lnTo>
                          <a:pt x="919" y="345"/>
                        </a:lnTo>
                        <a:lnTo>
                          <a:pt x="917" y="341"/>
                        </a:lnTo>
                        <a:lnTo>
                          <a:pt x="917" y="338"/>
                        </a:lnTo>
                        <a:lnTo>
                          <a:pt x="919" y="340"/>
                        </a:lnTo>
                        <a:lnTo>
                          <a:pt x="919" y="342"/>
                        </a:lnTo>
                        <a:lnTo>
                          <a:pt x="920" y="345"/>
                        </a:lnTo>
                        <a:lnTo>
                          <a:pt x="921" y="344"/>
                        </a:lnTo>
                        <a:lnTo>
                          <a:pt x="924" y="344"/>
                        </a:lnTo>
                        <a:lnTo>
                          <a:pt x="925" y="342"/>
                        </a:lnTo>
                        <a:lnTo>
                          <a:pt x="927" y="344"/>
                        </a:lnTo>
                        <a:lnTo>
                          <a:pt x="927" y="342"/>
                        </a:lnTo>
                        <a:lnTo>
                          <a:pt x="927" y="340"/>
                        </a:lnTo>
                        <a:lnTo>
                          <a:pt x="927" y="337"/>
                        </a:lnTo>
                        <a:lnTo>
                          <a:pt x="925" y="336"/>
                        </a:lnTo>
                        <a:lnTo>
                          <a:pt x="921" y="337"/>
                        </a:lnTo>
                        <a:lnTo>
                          <a:pt x="919" y="337"/>
                        </a:lnTo>
                        <a:lnTo>
                          <a:pt x="919" y="334"/>
                        </a:lnTo>
                        <a:lnTo>
                          <a:pt x="920" y="334"/>
                        </a:lnTo>
                        <a:lnTo>
                          <a:pt x="921" y="334"/>
                        </a:lnTo>
                        <a:lnTo>
                          <a:pt x="924" y="334"/>
                        </a:lnTo>
                        <a:lnTo>
                          <a:pt x="925" y="331"/>
                        </a:lnTo>
                        <a:lnTo>
                          <a:pt x="927" y="333"/>
                        </a:lnTo>
                        <a:lnTo>
                          <a:pt x="929" y="333"/>
                        </a:lnTo>
                        <a:lnTo>
                          <a:pt x="931" y="330"/>
                        </a:lnTo>
                        <a:lnTo>
                          <a:pt x="929" y="327"/>
                        </a:lnTo>
                        <a:lnTo>
                          <a:pt x="931" y="325"/>
                        </a:lnTo>
                        <a:lnTo>
                          <a:pt x="931" y="323"/>
                        </a:lnTo>
                        <a:lnTo>
                          <a:pt x="932" y="323"/>
                        </a:lnTo>
                        <a:lnTo>
                          <a:pt x="934" y="322"/>
                        </a:lnTo>
                        <a:lnTo>
                          <a:pt x="929" y="321"/>
                        </a:lnTo>
                        <a:lnTo>
                          <a:pt x="927" y="322"/>
                        </a:lnTo>
                        <a:lnTo>
                          <a:pt x="928" y="319"/>
                        </a:lnTo>
                        <a:lnTo>
                          <a:pt x="929" y="319"/>
                        </a:lnTo>
                        <a:lnTo>
                          <a:pt x="929" y="317"/>
                        </a:lnTo>
                        <a:lnTo>
                          <a:pt x="927" y="314"/>
                        </a:lnTo>
                        <a:lnTo>
                          <a:pt x="921" y="314"/>
                        </a:lnTo>
                        <a:lnTo>
                          <a:pt x="920" y="312"/>
                        </a:lnTo>
                        <a:lnTo>
                          <a:pt x="921" y="311"/>
                        </a:lnTo>
                        <a:lnTo>
                          <a:pt x="923" y="311"/>
                        </a:lnTo>
                        <a:lnTo>
                          <a:pt x="921" y="308"/>
                        </a:lnTo>
                        <a:lnTo>
                          <a:pt x="917" y="304"/>
                        </a:lnTo>
                        <a:lnTo>
                          <a:pt x="914" y="304"/>
                        </a:lnTo>
                        <a:lnTo>
                          <a:pt x="913" y="306"/>
                        </a:lnTo>
                        <a:lnTo>
                          <a:pt x="909" y="306"/>
                        </a:lnTo>
                        <a:lnTo>
                          <a:pt x="905" y="307"/>
                        </a:lnTo>
                        <a:lnTo>
                          <a:pt x="900" y="303"/>
                        </a:lnTo>
                        <a:lnTo>
                          <a:pt x="900" y="302"/>
                        </a:lnTo>
                        <a:lnTo>
                          <a:pt x="897" y="300"/>
                        </a:lnTo>
                        <a:lnTo>
                          <a:pt x="895" y="302"/>
                        </a:lnTo>
                        <a:lnTo>
                          <a:pt x="893" y="302"/>
                        </a:lnTo>
                        <a:lnTo>
                          <a:pt x="891" y="303"/>
                        </a:lnTo>
                        <a:lnTo>
                          <a:pt x="889" y="303"/>
                        </a:lnTo>
                        <a:lnTo>
                          <a:pt x="887" y="306"/>
                        </a:lnTo>
                        <a:lnTo>
                          <a:pt x="886" y="303"/>
                        </a:lnTo>
                        <a:lnTo>
                          <a:pt x="883" y="302"/>
                        </a:lnTo>
                        <a:lnTo>
                          <a:pt x="881" y="303"/>
                        </a:lnTo>
                        <a:lnTo>
                          <a:pt x="878" y="304"/>
                        </a:lnTo>
                        <a:lnTo>
                          <a:pt x="878" y="306"/>
                        </a:lnTo>
                        <a:lnTo>
                          <a:pt x="876" y="307"/>
                        </a:lnTo>
                        <a:lnTo>
                          <a:pt x="876" y="304"/>
                        </a:lnTo>
                        <a:lnTo>
                          <a:pt x="875" y="303"/>
                        </a:lnTo>
                        <a:lnTo>
                          <a:pt x="872" y="304"/>
                        </a:lnTo>
                        <a:lnTo>
                          <a:pt x="867" y="303"/>
                        </a:lnTo>
                        <a:lnTo>
                          <a:pt x="866" y="304"/>
                        </a:lnTo>
                        <a:lnTo>
                          <a:pt x="867" y="306"/>
                        </a:lnTo>
                        <a:lnTo>
                          <a:pt x="867" y="308"/>
                        </a:lnTo>
                        <a:lnTo>
                          <a:pt x="870" y="310"/>
                        </a:lnTo>
                        <a:lnTo>
                          <a:pt x="867" y="310"/>
                        </a:lnTo>
                        <a:lnTo>
                          <a:pt x="866" y="307"/>
                        </a:lnTo>
                        <a:lnTo>
                          <a:pt x="864" y="307"/>
                        </a:lnTo>
                        <a:lnTo>
                          <a:pt x="860" y="308"/>
                        </a:lnTo>
                        <a:lnTo>
                          <a:pt x="859" y="307"/>
                        </a:lnTo>
                        <a:lnTo>
                          <a:pt x="862" y="306"/>
                        </a:lnTo>
                        <a:lnTo>
                          <a:pt x="862" y="304"/>
                        </a:lnTo>
                        <a:lnTo>
                          <a:pt x="859" y="300"/>
                        </a:lnTo>
                        <a:lnTo>
                          <a:pt x="859" y="299"/>
                        </a:lnTo>
                        <a:lnTo>
                          <a:pt x="857" y="298"/>
                        </a:lnTo>
                        <a:lnTo>
                          <a:pt x="855" y="299"/>
                        </a:lnTo>
                        <a:lnTo>
                          <a:pt x="855" y="302"/>
                        </a:lnTo>
                        <a:lnTo>
                          <a:pt x="855" y="303"/>
                        </a:lnTo>
                        <a:lnTo>
                          <a:pt x="852" y="302"/>
                        </a:lnTo>
                        <a:lnTo>
                          <a:pt x="853" y="300"/>
                        </a:lnTo>
                        <a:lnTo>
                          <a:pt x="852" y="299"/>
                        </a:lnTo>
                        <a:lnTo>
                          <a:pt x="851" y="298"/>
                        </a:lnTo>
                        <a:lnTo>
                          <a:pt x="848" y="299"/>
                        </a:lnTo>
                        <a:lnTo>
                          <a:pt x="847" y="299"/>
                        </a:lnTo>
                        <a:lnTo>
                          <a:pt x="847" y="296"/>
                        </a:lnTo>
                        <a:lnTo>
                          <a:pt x="847" y="295"/>
                        </a:lnTo>
                        <a:lnTo>
                          <a:pt x="847" y="292"/>
                        </a:lnTo>
                        <a:lnTo>
                          <a:pt x="844" y="293"/>
                        </a:lnTo>
                        <a:lnTo>
                          <a:pt x="841" y="296"/>
                        </a:lnTo>
                        <a:lnTo>
                          <a:pt x="841" y="299"/>
                        </a:lnTo>
                        <a:lnTo>
                          <a:pt x="840" y="300"/>
                        </a:lnTo>
                        <a:lnTo>
                          <a:pt x="838" y="298"/>
                        </a:lnTo>
                        <a:lnTo>
                          <a:pt x="840" y="295"/>
                        </a:lnTo>
                        <a:lnTo>
                          <a:pt x="840" y="293"/>
                        </a:lnTo>
                        <a:lnTo>
                          <a:pt x="841" y="289"/>
                        </a:lnTo>
                        <a:lnTo>
                          <a:pt x="838" y="287"/>
                        </a:lnTo>
                        <a:lnTo>
                          <a:pt x="836" y="288"/>
                        </a:lnTo>
                        <a:lnTo>
                          <a:pt x="836" y="287"/>
                        </a:lnTo>
                        <a:lnTo>
                          <a:pt x="838" y="285"/>
                        </a:lnTo>
                        <a:lnTo>
                          <a:pt x="840" y="283"/>
                        </a:lnTo>
                        <a:lnTo>
                          <a:pt x="838" y="280"/>
                        </a:lnTo>
                        <a:lnTo>
                          <a:pt x="837" y="281"/>
                        </a:lnTo>
                        <a:lnTo>
                          <a:pt x="834" y="280"/>
                        </a:lnTo>
                        <a:lnTo>
                          <a:pt x="833" y="281"/>
                        </a:lnTo>
                        <a:lnTo>
                          <a:pt x="832" y="281"/>
                        </a:lnTo>
                        <a:lnTo>
                          <a:pt x="833" y="280"/>
                        </a:lnTo>
                        <a:lnTo>
                          <a:pt x="832" y="279"/>
                        </a:lnTo>
                        <a:lnTo>
                          <a:pt x="830" y="279"/>
                        </a:lnTo>
                        <a:lnTo>
                          <a:pt x="829" y="280"/>
                        </a:lnTo>
                        <a:lnTo>
                          <a:pt x="825" y="281"/>
                        </a:lnTo>
                        <a:lnTo>
                          <a:pt x="825" y="280"/>
                        </a:lnTo>
                        <a:lnTo>
                          <a:pt x="826" y="279"/>
                        </a:lnTo>
                        <a:lnTo>
                          <a:pt x="828" y="276"/>
                        </a:lnTo>
                        <a:lnTo>
                          <a:pt x="829" y="274"/>
                        </a:lnTo>
                        <a:lnTo>
                          <a:pt x="830" y="274"/>
                        </a:lnTo>
                        <a:lnTo>
                          <a:pt x="833" y="277"/>
                        </a:lnTo>
                        <a:lnTo>
                          <a:pt x="837" y="277"/>
                        </a:lnTo>
                        <a:lnTo>
                          <a:pt x="836" y="276"/>
                        </a:lnTo>
                        <a:lnTo>
                          <a:pt x="834" y="273"/>
                        </a:lnTo>
                        <a:lnTo>
                          <a:pt x="832" y="272"/>
                        </a:lnTo>
                        <a:lnTo>
                          <a:pt x="833" y="272"/>
                        </a:lnTo>
                        <a:lnTo>
                          <a:pt x="829" y="268"/>
                        </a:lnTo>
                        <a:lnTo>
                          <a:pt x="826" y="266"/>
                        </a:lnTo>
                        <a:lnTo>
                          <a:pt x="828" y="266"/>
                        </a:lnTo>
                        <a:lnTo>
                          <a:pt x="829" y="264"/>
                        </a:lnTo>
                        <a:lnTo>
                          <a:pt x="830" y="264"/>
                        </a:lnTo>
                        <a:lnTo>
                          <a:pt x="832" y="266"/>
                        </a:lnTo>
                        <a:lnTo>
                          <a:pt x="834" y="269"/>
                        </a:lnTo>
                        <a:lnTo>
                          <a:pt x="837" y="270"/>
                        </a:lnTo>
                        <a:lnTo>
                          <a:pt x="840" y="273"/>
                        </a:lnTo>
                        <a:lnTo>
                          <a:pt x="841" y="272"/>
                        </a:lnTo>
                        <a:lnTo>
                          <a:pt x="842" y="273"/>
                        </a:lnTo>
                        <a:lnTo>
                          <a:pt x="847" y="274"/>
                        </a:lnTo>
                        <a:lnTo>
                          <a:pt x="851" y="274"/>
                        </a:lnTo>
                        <a:lnTo>
                          <a:pt x="851" y="272"/>
                        </a:lnTo>
                        <a:lnTo>
                          <a:pt x="851" y="269"/>
                        </a:lnTo>
                        <a:lnTo>
                          <a:pt x="844" y="265"/>
                        </a:lnTo>
                        <a:lnTo>
                          <a:pt x="842" y="262"/>
                        </a:lnTo>
                        <a:lnTo>
                          <a:pt x="840" y="262"/>
                        </a:lnTo>
                        <a:lnTo>
                          <a:pt x="840" y="259"/>
                        </a:lnTo>
                        <a:lnTo>
                          <a:pt x="837" y="257"/>
                        </a:lnTo>
                        <a:lnTo>
                          <a:pt x="836" y="257"/>
                        </a:lnTo>
                        <a:lnTo>
                          <a:pt x="834" y="255"/>
                        </a:lnTo>
                        <a:lnTo>
                          <a:pt x="836" y="254"/>
                        </a:lnTo>
                        <a:lnTo>
                          <a:pt x="837" y="254"/>
                        </a:lnTo>
                        <a:lnTo>
                          <a:pt x="840" y="257"/>
                        </a:lnTo>
                        <a:lnTo>
                          <a:pt x="841" y="257"/>
                        </a:lnTo>
                        <a:lnTo>
                          <a:pt x="842" y="259"/>
                        </a:lnTo>
                        <a:lnTo>
                          <a:pt x="844" y="259"/>
                        </a:lnTo>
                        <a:lnTo>
                          <a:pt x="845" y="258"/>
                        </a:lnTo>
                        <a:lnTo>
                          <a:pt x="844" y="253"/>
                        </a:lnTo>
                        <a:lnTo>
                          <a:pt x="840" y="249"/>
                        </a:lnTo>
                        <a:lnTo>
                          <a:pt x="838" y="249"/>
                        </a:lnTo>
                        <a:lnTo>
                          <a:pt x="837" y="249"/>
                        </a:lnTo>
                        <a:lnTo>
                          <a:pt x="834" y="249"/>
                        </a:lnTo>
                        <a:lnTo>
                          <a:pt x="832" y="250"/>
                        </a:lnTo>
                        <a:lnTo>
                          <a:pt x="829" y="250"/>
                        </a:lnTo>
                        <a:lnTo>
                          <a:pt x="826" y="249"/>
                        </a:lnTo>
                        <a:lnTo>
                          <a:pt x="825" y="249"/>
                        </a:lnTo>
                        <a:lnTo>
                          <a:pt x="822" y="247"/>
                        </a:lnTo>
                        <a:lnTo>
                          <a:pt x="819" y="251"/>
                        </a:lnTo>
                        <a:lnTo>
                          <a:pt x="815" y="253"/>
                        </a:lnTo>
                        <a:lnTo>
                          <a:pt x="815" y="255"/>
                        </a:lnTo>
                        <a:lnTo>
                          <a:pt x="813" y="257"/>
                        </a:lnTo>
                        <a:lnTo>
                          <a:pt x="813" y="254"/>
                        </a:lnTo>
                        <a:lnTo>
                          <a:pt x="815" y="251"/>
                        </a:lnTo>
                        <a:lnTo>
                          <a:pt x="817" y="251"/>
                        </a:lnTo>
                        <a:lnTo>
                          <a:pt x="822" y="246"/>
                        </a:lnTo>
                        <a:lnTo>
                          <a:pt x="822" y="245"/>
                        </a:lnTo>
                        <a:lnTo>
                          <a:pt x="821" y="242"/>
                        </a:lnTo>
                        <a:lnTo>
                          <a:pt x="822" y="235"/>
                        </a:lnTo>
                        <a:lnTo>
                          <a:pt x="822" y="234"/>
                        </a:lnTo>
                        <a:lnTo>
                          <a:pt x="821" y="232"/>
                        </a:lnTo>
                        <a:lnTo>
                          <a:pt x="819" y="234"/>
                        </a:lnTo>
                        <a:lnTo>
                          <a:pt x="815" y="234"/>
                        </a:lnTo>
                        <a:lnTo>
                          <a:pt x="814" y="231"/>
                        </a:lnTo>
                        <a:lnTo>
                          <a:pt x="814" y="230"/>
                        </a:lnTo>
                        <a:lnTo>
                          <a:pt x="814" y="227"/>
                        </a:lnTo>
                        <a:lnTo>
                          <a:pt x="810" y="226"/>
                        </a:lnTo>
                        <a:lnTo>
                          <a:pt x="807" y="223"/>
                        </a:lnTo>
                        <a:lnTo>
                          <a:pt x="804" y="223"/>
                        </a:lnTo>
                        <a:lnTo>
                          <a:pt x="802" y="221"/>
                        </a:lnTo>
                        <a:lnTo>
                          <a:pt x="800" y="223"/>
                        </a:lnTo>
                        <a:lnTo>
                          <a:pt x="795" y="224"/>
                        </a:lnTo>
                        <a:lnTo>
                          <a:pt x="795" y="224"/>
                        </a:lnTo>
                        <a:lnTo>
                          <a:pt x="792" y="224"/>
                        </a:lnTo>
                        <a:lnTo>
                          <a:pt x="792" y="227"/>
                        </a:lnTo>
                        <a:lnTo>
                          <a:pt x="794" y="230"/>
                        </a:lnTo>
                        <a:lnTo>
                          <a:pt x="795" y="232"/>
                        </a:lnTo>
                        <a:lnTo>
                          <a:pt x="792" y="232"/>
                        </a:lnTo>
                        <a:lnTo>
                          <a:pt x="790" y="228"/>
                        </a:lnTo>
                        <a:lnTo>
                          <a:pt x="790" y="231"/>
                        </a:lnTo>
                        <a:lnTo>
                          <a:pt x="790" y="234"/>
                        </a:lnTo>
                        <a:lnTo>
                          <a:pt x="792" y="235"/>
                        </a:lnTo>
                        <a:lnTo>
                          <a:pt x="795" y="239"/>
                        </a:lnTo>
                        <a:lnTo>
                          <a:pt x="798" y="239"/>
                        </a:lnTo>
                        <a:lnTo>
                          <a:pt x="796" y="240"/>
                        </a:lnTo>
                        <a:lnTo>
                          <a:pt x="794" y="240"/>
                        </a:lnTo>
                        <a:lnTo>
                          <a:pt x="794" y="243"/>
                        </a:lnTo>
                        <a:lnTo>
                          <a:pt x="798" y="249"/>
                        </a:lnTo>
                        <a:lnTo>
                          <a:pt x="800" y="250"/>
                        </a:lnTo>
                        <a:lnTo>
                          <a:pt x="800" y="251"/>
                        </a:lnTo>
                        <a:lnTo>
                          <a:pt x="799" y="250"/>
                        </a:lnTo>
                        <a:lnTo>
                          <a:pt x="795" y="250"/>
                        </a:lnTo>
                        <a:lnTo>
                          <a:pt x="795" y="251"/>
                        </a:lnTo>
                        <a:lnTo>
                          <a:pt x="792" y="253"/>
                        </a:lnTo>
                        <a:lnTo>
                          <a:pt x="792" y="254"/>
                        </a:lnTo>
                        <a:lnTo>
                          <a:pt x="796" y="253"/>
                        </a:lnTo>
                        <a:lnTo>
                          <a:pt x="798" y="254"/>
                        </a:lnTo>
                        <a:lnTo>
                          <a:pt x="802" y="253"/>
                        </a:lnTo>
                        <a:lnTo>
                          <a:pt x="803" y="255"/>
                        </a:lnTo>
                        <a:lnTo>
                          <a:pt x="806" y="255"/>
                        </a:lnTo>
                        <a:lnTo>
                          <a:pt x="806" y="257"/>
                        </a:lnTo>
                        <a:lnTo>
                          <a:pt x="810" y="261"/>
                        </a:lnTo>
                        <a:lnTo>
                          <a:pt x="811" y="261"/>
                        </a:lnTo>
                        <a:lnTo>
                          <a:pt x="811" y="258"/>
                        </a:lnTo>
                        <a:lnTo>
                          <a:pt x="813" y="259"/>
                        </a:lnTo>
                        <a:lnTo>
                          <a:pt x="815" y="258"/>
                        </a:lnTo>
                        <a:lnTo>
                          <a:pt x="817" y="258"/>
                        </a:lnTo>
                        <a:lnTo>
                          <a:pt x="818" y="261"/>
                        </a:lnTo>
                        <a:lnTo>
                          <a:pt x="817" y="264"/>
                        </a:lnTo>
                        <a:lnTo>
                          <a:pt x="817" y="268"/>
                        </a:lnTo>
                        <a:lnTo>
                          <a:pt x="815" y="272"/>
                        </a:lnTo>
                        <a:lnTo>
                          <a:pt x="815" y="274"/>
                        </a:lnTo>
                        <a:lnTo>
                          <a:pt x="817" y="277"/>
                        </a:lnTo>
                        <a:lnTo>
                          <a:pt x="817" y="280"/>
                        </a:lnTo>
                        <a:lnTo>
                          <a:pt x="817" y="283"/>
                        </a:lnTo>
                        <a:lnTo>
                          <a:pt x="815" y="285"/>
                        </a:lnTo>
                        <a:lnTo>
                          <a:pt x="811" y="288"/>
                        </a:lnTo>
                        <a:lnTo>
                          <a:pt x="809" y="289"/>
                        </a:lnTo>
                        <a:lnTo>
                          <a:pt x="807" y="291"/>
                        </a:lnTo>
                        <a:lnTo>
                          <a:pt x="804" y="295"/>
                        </a:lnTo>
                        <a:lnTo>
                          <a:pt x="804" y="296"/>
                        </a:lnTo>
                        <a:lnTo>
                          <a:pt x="802" y="299"/>
                        </a:lnTo>
                        <a:lnTo>
                          <a:pt x="800" y="300"/>
                        </a:lnTo>
                        <a:lnTo>
                          <a:pt x="800" y="304"/>
                        </a:lnTo>
                        <a:lnTo>
                          <a:pt x="803" y="304"/>
                        </a:lnTo>
                        <a:lnTo>
                          <a:pt x="803" y="306"/>
                        </a:lnTo>
                        <a:lnTo>
                          <a:pt x="800" y="307"/>
                        </a:lnTo>
                        <a:lnTo>
                          <a:pt x="799" y="310"/>
                        </a:lnTo>
                        <a:lnTo>
                          <a:pt x="800" y="311"/>
                        </a:lnTo>
                        <a:lnTo>
                          <a:pt x="799" y="314"/>
                        </a:lnTo>
                        <a:lnTo>
                          <a:pt x="798" y="317"/>
                        </a:lnTo>
                        <a:lnTo>
                          <a:pt x="799" y="319"/>
                        </a:lnTo>
                        <a:lnTo>
                          <a:pt x="802" y="319"/>
                        </a:lnTo>
                        <a:lnTo>
                          <a:pt x="802" y="322"/>
                        </a:lnTo>
                        <a:lnTo>
                          <a:pt x="803" y="323"/>
                        </a:lnTo>
                        <a:lnTo>
                          <a:pt x="804" y="323"/>
                        </a:lnTo>
                        <a:lnTo>
                          <a:pt x="806" y="321"/>
                        </a:lnTo>
                        <a:lnTo>
                          <a:pt x="806" y="319"/>
                        </a:lnTo>
                        <a:lnTo>
                          <a:pt x="807" y="321"/>
                        </a:lnTo>
                        <a:lnTo>
                          <a:pt x="809" y="321"/>
                        </a:lnTo>
                        <a:lnTo>
                          <a:pt x="811" y="317"/>
                        </a:lnTo>
                        <a:lnTo>
                          <a:pt x="813" y="318"/>
                        </a:lnTo>
                        <a:lnTo>
                          <a:pt x="811" y="322"/>
                        </a:lnTo>
                        <a:lnTo>
                          <a:pt x="809" y="322"/>
                        </a:lnTo>
                        <a:lnTo>
                          <a:pt x="809" y="323"/>
                        </a:lnTo>
                        <a:lnTo>
                          <a:pt x="809" y="325"/>
                        </a:lnTo>
                        <a:lnTo>
                          <a:pt x="810" y="326"/>
                        </a:lnTo>
                        <a:lnTo>
                          <a:pt x="811" y="330"/>
                        </a:lnTo>
                        <a:lnTo>
                          <a:pt x="814" y="329"/>
                        </a:lnTo>
                        <a:lnTo>
                          <a:pt x="815" y="330"/>
                        </a:lnTo>
                        <a:lnTo>
                          <a:pt x="819" y="330"/>
                        </a:lnTo>
                        <a:lnTo>
                          <a:pt x="821" y="329"/>
                        </a:lnTo>
                        <a:lnTo>
                          <a:pt x="823" y="327"/>
                        </a:lnTo>
                        <a:lnTo>
                          <a:pt x="823" y="325"/>
                        </a:lnTo>
                        <a:lnTo>
                          <a:pt x="825" y="325"/>
                        </a:lnTo>
                        <a:lnTo>
                          <a:pt x="826" y="323"/>
                        </a:lnTo>
                        <a:lnTo>
                          <a:pt x="826" y="325"/>
                        </a:lnTo>
                        <a:lnTo>
                          <a:pt x="826" y="326"/>
                        </a:lnTo>
                        <a:lnTo>
                          <a:pt x="826" y="327"/>
                        </a:lnTo>
                        <a:lnTo>
                          <a:pt x="828" y="327"/>
                        </a:lnTo>
                        <a:lnTo>
                          <a:pt x="829" y="323"/>
                        </a:lnTo>
                        <a:lnTo>
                          <a:pt x="832" y="322"/>
                        </a:lnTo>
                        <a:lnTo>
                          <a:pt x="832" y="323"/>
                        </a:lnTo>
                        <a:lnTo>
                          <a:pt x="832" y="326"/>
                        </a:lnTo>
                        <a:lnTo>
                          <a:pt x="828" y="331"/>
                        </a:lnTo>
                        <a:lnTo>
                          <a:pt x="826" y="333"/>
                        </a:lnTo>
                        <a:lnTo>
                          <a:pt x="826" y="336"/>
                        </a:lnTo>
                        <a:lnTo>
                          <a:pt x="829" y="337"/>
                        </a:lnTo>
                        <a:lnTo>
                          <a:pt x="832" y="338"/>
                        </a:lnTo>
                        <a:lnTo>
                          <a:pt x="834" y="338"/>
                        </a:lnTo>
                        <a:lnTo>
                          <a:pt x="834" y="340"/>
                        </a:lnTo>
                        <a:lnTo>
                          <a:pt x="837" y="340"/>
                        </a:lnTo>
                        <a:lnTo>
                          <a:pt x="838" y="337"/>
                        </a:lnTo>
                        <a:lnTo>
                          <a:pt x="841" y="337"/>
                        </a:lnTo>
                        <a:lnTo>
                          <a:pt x="840" y="338"/>
                        </a:lnTo>
                        <a:lnTo>
                          <a:pt x="841" y="341"/>
                        </a:lnTo>
                        <a:lnTo>
                          <a:pt x="842" y="341"/>
                        </a:lnTo>
                        <a:lnTo>
                          <a:pt x="845" y="342"/>
                        </a:lnTo>
                        <a:lnTo>
                          <a:pt x="847" y="341"/>
                        </a:lnTo>
                        <a:lnTo>
                          <a:pt x="845" y="340"/>
                        </a:lnTo>
                        <a:lnTo>
                          <a:pt x="845" y="337"/>
                        </a:lnTo>
                        <a:lnTo>
                          <a:pt x="848" y="336"/>
                        </a:lnTo>
                        <a:lnTo>
                          <a:pt x="848" y="337"/>
                        </a:lnTo>
                        <a:lnTo>
                          <a:pt x="848" y="340"/>
                        </a:lnTo>
                        <a:lnTo>
                          <a:pt x="848" y="342"/>
                        </a:lnTo>
                        <a:lnTo>
                          <a:pt x="849" y="342"/>
                        </a:lnTo>
                        <a:lnTo>
                          <a:pt x="851" y="340"/>
                        </a:lnTo>
                        <a:lnTo>
                          <a:pt x="852" y="338"/>
                        </a:lnTo>
                        <a:lnTo>
                          <a:pt x="853" y="338"/>
                        </a:lnTo>
                        <a:lnTo>
                          <a:pt x="853" y="340"/>
                        </a:lnTo>
                        <a:lnTo>
                          <a:pt x="852" y="341"/>
                        </a:lnTo>
                        <a:lnTo>
                          <a:pt x="852" y="342"/>
                        </a:lnTo>
                        <a:lnTo>
                          <a:pt x="856" y="342"/>
                        </a:lnTo>
                        <a:lnTo>
                          <a:pt x="857" y="341"/>
                        </a:lnTo>
                        <a:lnTo>
                          <a:pt x="860" y="337"/>
                        </a:lnTo>
                        <a:lnTo>
                          <a:pt x="860" y="340"/>
                        </a:lnTo>
                        <a:lnTo>
                          <a:pt x="859" y="341"/>
                        </a:lnTo>
                        <a:lnTo>
                          <a:pt x="859" y="342"/>
                        </a:lnTo>
                        <a:lnTo>
                          <a:pt x="863" y="342"/>
                        </a:lnTo>
                        <a:lnTo>
                          <a:pt x="864" y="338"/>
                        </a:lnTo>
                        <a:lnTo>
                          <a:pt x="864" y="337"/>
                        </a:lnTo>
                        <a:lnTo>
                          <a:pt x="864" y="342"/>
                        </a:lnTo>
                        <a:lnTo>
                          <a:pt x="864" y="345"/>
                        </a:lnTo>
                        <a:lnTo>
                          <a:pt x="867" y="345"/>
                        </a:lnTo>
                        <a:lnTo>
                          <a:pt x="871" y="346"/>
                        </a:lnTo>
                        <a:lnTo>
                          <a:pt x="874" y="346"/>
                        </a:lnTo>
                        <a:lnTo>
                          <a:pt x="875" y="345"/>
                        </a:lnTo>
                        <a:lnTo>
                          <a:pt x="876" y="348"/>
                        </a:lnTo>
                        <a:lnTo>
                          <a:pt x="879" y="346"/>
                        </a:lnTo>
                        <a:lnTo>
                          <a:pt x="882" y="345"/>
                        </a:lnTo>
                        <a:lnTo>
                          <a:pt x="882" y="342"/>
                        </a:lnTo>
                        <a:lnTo>
                          <a:pt x="885" y="340"/>
                        </a:lnTo>
                        <a:lnTo>
                          <a:pt x="885" y="338"/>
                        </a:lnTo>
                        <a:lnTo>
                          <a:pt x="883" y="336"/>
                        </a:lnTo>
                        <a:lnTo>
                          <a:pt x="885" y="333"/>
                        </a:lnTo>
                        <a:lnTo>
                          <a:pt x="886" y="333"/>
                        </a:lnTo>
                        <a:lnTo>
                          <a:pt x="886" y="337"/>
                        </a:lnTo>
                        <a:lnTo>
                          <a:pt x="887" y="337"/>
                        </a:lnTo>
                        <a:lnTo>
                          <a:pt x="889" y="338"/>
                        </a:lnTo>
                        <a:lnTo>
                          <a:pt x="886" y="340"/>
                        </a:lnTo>
                        <a:lnTo>
                          <a:pt x="885" y="344"/>
                        </a:lnTo>
                        <a:lnTo>
                          <a:pt x="885" y="349"/>
                        </a:lnTo>
                        <a:lnTo>
                          <a:pt x="885" y="349"/>
                        </a:lnTo>
                        <a:close/>
                        <a:moveTo>
                          <a:pt x="788" y="221"/>
                        </a:moveTo>
                        <a:lnTo>
                          <a:pt x="790" y="220"/>
                        </a:lnTo>
                        <a:lnTo>
                          <a:pt x="790" y="219"/>
                        </a:lnTo>
                        <a:lnTo>
                          <a:pt x="788" y="219"/>
                        </a:lnTo>
                        <a:lnTo>
                          <a:pt x="787" y="220"/>
                        </a:lnTo>
                        <a:lnTo>
                          <a:pt x="788" y="221"/>
                        </a:lnTo>
                        <a:lnTo>
                          <a:pt x="788" y="221"/>
                        </a:lnTo>
                        <a:close/>
                        <a:moveTo>
                          <a:pt x="783" y="239"/>
                        </a:moveTo>
                        <a:lnTo>
                          <a:pt x="784" y="236"/>
                        </a:lnTo>
                        <a:lnTo>
                          <a:pt x="785" y="235"/>
                        </a:lnTo>
                        <a:lnTo>
                          <a:pt x="785" y="236"/>
                        </a:lnTo>
                        <a:lnTo>
                          <a:pt x="784" y="238"/>
                        </a:lnTo>
                        <a:lnTo>
                          <a:pt x="783" y="239"/>
                        </a:lnTo>
                        <a:lnTo>
                          <a:pt x="783" y="239"/>
                        </a:lnTo>
                        <a:close/>
                        <a:moveTo>
                          <a:pt x="715" y="264"/>
                        </a:moveTo>
                        <a:lnTo>
                          <a:pt x="713" y="265"/>
                        </a:lnTo>
                        <a:lnTo>
                          <a:pt x="715" y="265"/>
                        </a:lnTo>
                        <a:lnTo>
                          <a:pt x="715" y="264"/>
                        </a:lnTo>
                        <a:lnTo>
                          <a:pt x="715" y="264"/>
                        </a:lnTo>
                        <a:lnTo>
                          <a:pt x="715" y="264"/>
                        </a:lnTo>
                        <a:close/>
                        <a:moveTo>
                          <a:pt x="758" y="220"/>
                        </a:moveTo>
                        <a:lnTo>
                          <a:pt x="758" y="221"/>
                        </a:lnTo>
                        <a:lnTo>
                          <a:pt x="760" y="224"/>
                        </a:lnTo>
                        <a:lnTo>
                          <a:pt x="761" y="226"/>
                        </a:lnTo>
                        <a:lnTo>
                          <a:pt x="762" y="224"/>
                        </a:lnTo>
                        <a:lnTo>
                          <a:pt x="761" y="221"/>
                        </a:lnTo>
                        <a:lnTo>
                          <a:pt x="760" y="220"/>
                        </a:lnTo>
                        <a:lnTo>
                          <a:pt x="758" y="220"/>
                        </a:lnTo>
                        <a:lnTo>
                          <a:pt x="758" y="220"/>
                        </a:lnTo>
                        <a:close/>
                        <a:moveTo>
                          <a:pt x="738" y="221"/>
                        </a:moveTo>
                        <a:lnTo>
                          <a:pt x="738" y="223"/>
                        </a:lnTo>
                        <a:lnTo>
                          <a:pt x="739" y="224"/>
                        </a:lnTo>
                        <a:lnTo>
                          <a:pt x="741" y="223"/>
                        </a:lnTo>
                        <a:lnTo>
                          <a:pt x="743" y="221"/>
                        </a:lnTo>
                        <a:lnTo>
                          <a:pt x="746" y="223"/>
                        </a:lnTo>
                        <a:lnTo>
                          <a:pt x="750" y="220"/>
                        </a:lnTo>
                        <a:lnTo>
                          <a:pt x="751" y="220"/>
                        </a:lnTo>
                        <a:lnTo>
                          <a:pt x="754" y="219"/>
                        </a:lnTo>
                        <a:lnTo>
                          <a:pt x="753" y="217"/>
                        </a:lnTo>
                        <a:lnTo>
                          <a:pt x="749" y="217"/>
                        </a:lnTo>
                        <a:lnTo>
                          <a:pt x="746" y="219"/>
                        </a:lnTo>
                        <a:lnTo>
                          <a:pt x="746" y="219"/>
                        </a:lnTo>
                        <a:lnTo>
                          <a:pt x="743" y="220"/>
                        </a:lnTo>
                        <a:lnTo>
                          <a:pt x="743" y="220"/>
                        </a:lnTo>
                        <a:lnTo>
                          <a:pt x="742" y="219"/>
                        </a:lnTo>
                        <a:lnTo>
                          <a:pt x="739" y="220"/>
                        </a:lnTo>
                        <a:lnTo>
                          <a:pt x="738" y="221"/>
                        </a:lnTo>
                        <a:lnTo>
                          <a:pt x="738" y="221"/>
                        </a:lnTo>
                        <a:close/>
                        <a:moveTo>
                          <a:pt x="715" y="228"/>
                        </a:moveTo>
                        <a:lnTo>
                          <a:pt x="713" y="227"/>
                        </a:lnTo>
                        <a:lnTo>
                          <a:pt x="709" y="227"/>
                        </a:lnTo>
                        <a:lnTo>
                          <a:pt x="707" y="226"/>
                        </a:lnTo>
                        <a:lnTo>
                          <a:pt x="707" y="221"/>
                        </a:lnTo>
                        <a:lnTo>
                          <a:pt x="708" y="220"/>
                        </a:lnTo>
                        <a:lnTo>
                          <a:pt x="709" y="217"/>
                        </a:lnTo>
                        <a:lnTo>
                          <a:pt x="708" y="216"/>
                        </a:lnTo>
                        <a:lnTo>
                          <a:pt x="709" y="213"/>
                        </a:lnTo>
                        <a:lnTo>
                          <a:pt x="711" y="212"/>
                        </a:lnTo>
                        <a:lnTo>
                          <a:pt x="715" y="212"/>
                        </a:lnTo>
                        <a:lnTo>
                          <a:pt x="715" y="213"/>
                        </a:lnTo>
                        <a:lnTo>
                          <a:pt x="716" y="213"/>
                        </a:lnTo>
                        <a:lnTo>
                          <a:pt x="718" y="215"/>
                        </a:lnTo>
                        <a:lnTo>
                          <a:pt x="715" y="216"/>
                        </a:lnTo>
                        <a:lnTo>
                          <a:pt x="715" y="217"/>
                        </a:lnTo>
                        <a:lnTo>
                          <a:pt x="716" y="217"/>
                        </a:lnTo>
                        <a:lnTo>
                          <a:pt x="719" y="217"/>
                        </a:lnTo>
                        <a:lnTo>
                          <a:pt x="718" y="219"/>
                        </a:lnTo>
                        <a:lnTo>
                          <a:pt x="718" y="220"/>
                        </a:lnTo>
                        <a:lnTo>
                          <a:pt x="718" y="223"/>
                        </a:lnTo>
                        <a:lnTo>
                          <a:pt x="719" y="226"/>
                        </a:lnTo>
                        <a:lnTo>
                          <a:pt x="718" y="228"/>
                        </a:lnTo>
                        <a:lnTo>
                          <a:pt x="715" y="228"/>
                        </a:lnTo>
                        <a:lnTo>
                          <a:pt x="715" y="228"/>
                        </a:lnTo>
                        <a:close/>
                        <a:moveTo>
                          <a:pt x="712" y="239"/>
                        </a:moveTo>
                        <a:lnTo>
                          <a:pt x="718" y="239"/>
                        </a:lnTo>
                        <a:lnTo>
                          <a:pt x="719" y="238"/>
                        </a:lnTo>
                        <a:lnTo>
                          <a:pt x="722" y="234"/>
                        </a:lnTo>
                        <a:lnTo>
                          <a:pt x="719" y="231"/>
                        </a:lnTo>
                        <a:lnTo>
                          <a:pt x="716" y="231"/>
                        </a:lnTo>
                        <a:lnTo>
                          <a:pt x="713" y="230"/>
                        </a:lnTo>
                        <a:lnTo>
                          <a:pt x="709" y="230"/>
                        </a:lnTo>
                        <a:lnTo>
                          <a:pt x="707" y="230"/>
                        </a:lnTo>
                        <a:lnTo>
                          <a:pt x="705" y="230"/>
                        </a:lnTo>
                        <a:lnTo>
                          <a:pt x="704" y="231"/>
                        </a:lnTo>
                        <a:lnTo>
                          <a:pt x="703" y="231"/>
                        </a:lnTo>
                        <a:lnTo>
                          <a:pt x="701" y="234"/>
                        </a:lnTo>
                        <a:lnTo>
                          <a:pt x="703" y="235"/>
                        </a:lnTo>
                        <a:lnTo>
                          <a:pt x="703" y="235"/>
                        </a:lnTo>
                        <a:lnTo>
                          <a:pt x="704" y="236"/>
                        </a:lnTo>
                        <a:lnTo>
                          <a:pt x="707" y="238"/>
                        </a:lnTo>
                        <a:lnTo>
                          <a:pt x="708" y="239"/>
                        </a:lnTo>
                        <a:lnTo>
                          <a:pt x="712" y="239"/>
                        </a:lnTo>
                        <a:lnTo>
                          <a:pt x="712" y="239"/>
                        </a:lnTo>
                        <a:close/>
                        <a:moveTo>
                          <a:pt x="701" y="243"/>
                        </a:moveTo>
                        <a:lnTo>
                          <a:pt x="708" y="245"/>
                        </a:lnTo>
                        <a:lnTo>
                          <a:pt x="711" y="243"/>
                        </a:lnTo>
                        <a:lnTo>
                          <a:pt x="713" y="243"/>
                        </a:lnTo>
                        <a:lnTo>
                          <a:pt x="713" y="245"/>
                        </a:lnTo>
                        <a:lnTo>
                          <a:pt x="716" y="243"/>
                        </a:lnTo>
                        <a:lnTo>
                          <a:pt x="719" y="243"/>
                        </a:lnTo>
                        <a:lnTo>
                          <a:pt x="719" y="242"/>
                        </a:lnTo>
                        <a:lnTo>
                          <a:pt x="716" y="240"/>
                        </a:lnTo>
                        <a:lnTo>
                          <a:pt x="711" y="242"/>
                        </a:lnTo>
                        <a:lnTo>
                          <a:pt x="708" y="242"/>
                        </a:lnTo>
                        <a:lnTo>
                          <a:pt x="707" y="240"/>
                        </a:lnTo>
                        <a:lnTo>
                          <a:pt x="703" y="240"/>
                        </a:lnTo>
                        <a:lnTo>
                          <a:pt x="701" y="242"/>
                        </a:lnTo>
                        <a:lnTo>
                          <a:pt x="701" y="243"/>
                        </a:lnTo>
                        <a:lnTo>
                          <a:pt x="701" y="243"/>
                        </a:lnTo>
                        <a:close/>
                        <a:moveTo>
                          <a:pt x="700" y="250"/>
                        </a:moveTo>
                        <a:lnTo>
                          <a:pt x="703" y="250"/>
                        </a:lnTo>
                        <a:lnTo>
                          <a:pt x="704" y="249"/>
                        </a:lnTo>
                        <a:lnTo>
                          <a:pt x="708" y="247"/>
                        </a:lnTo>
                        <a:lnTo>
                          <a:pt x="713" y="246"/>
                        </a:lnTo>
                        <a:lnTo>
                          <a:pt x="715" y="246"/>
                        </a:lnTo>
                        <a:lnTo>
                          <a:pt x="716" y="246"/>
                        </a:lnTo>
                        <a:lnTo>
                          <a:pt x="719" y="246"/>
                        </a:lnTo>
                        <a:lnTo>
                          <a:pt x="719" y="247"/>
                        </a:lnTo>
                        <a:lnTo>
                          <a:pt x="716" y="249"/>
                        </a:lnTo>
                        <a:lnTo>
                          <a:pt x="715" y="249"/>
                        </a:lnTo>
                        <a:lnTo>
                          <a:pt x="711" y="250"/>
                        </a:lnTo>
                        <a:lnTo>
                          <a:pt x="711" y="251"/>
                        </a:lnTo>
                        <a:lnTo>
                          <a:pt x="708" y="253"/>
                        </a:lnTo>
                        <a:lnTo>
                          <a:pt x="705" y="251"/>
                        </a:lnTo>
                        <a:lnTo>
                          <a:pt x="703" y="251"/>
                        </a:lnTo>
                        <a:lnTo>
                          <a:pt x="701" y="251"/>
                        </a:lnTo>
                        <a:lnTo>
                          <a:pt x="700" y="251"/>
                        </a:lnTo>
                        <a:lnTo>
                          <a:pt x="700" y="250"/>
                        </a:lnTo>
                        <a:lnTo>
                          <a:pt x="700" y="250"/>
                        </a:lnTo>
                        <a:close/>
                        <a:moveTo>
                          <a:pt x="633" y="164"/>
                        </a:moveTo>
                        <a:lnTo>
                          <a:pt x="632" y="164"/>
                        </a:lnTo>
                        <a:lnTo>
                          <a:pt x="633" y="162"/>
                        </a:lnTo>
                        <a:lnTo>
                          <a:pt x="636" y="162"/>
                        </a:lnTo>
                        <a:lnTo>
                          <a:pt x="635" y="164"/>
                        </a:lnTo>
                        <a:lnTo>
                          <a:pt x="633" y="164"/>
                        </a:lnTo>
                        <a:lnTo>
                          <a:pt x="633" y="164"/>
                        </a:lnTo>
                        <a:close/>
                        <a:moveTo>
                          <a:pt x="614" y="173"/>
                        </a:moveTo>
                        <a:lnTo>
                          <a:pt x="617" y="173"/>
                        </a:lnTo>
                        <a:lnTo>
                          <a:pt x="618" y="171"/>
                        </a:lnTo>
                        <a:lnTo>
                          <a:pt x="622" y="174"/>
                        </a:lnTo>
                        <a:lnTo>
                          <a:pt x="624" y="173"/>
                        </a:lnTo>
                        <a:lnTo>
                          <a:pt x="626" y="174"/>
                        </a:lnTo>
                        <a:lnTo>
                          <a:pt x="626" y="175"/>
                        </a:lnTo>
                        <a:lnTo>
                          <a:pt x="628" y="177"/>
                        </a:lnTo>
                        <a:lnTo>
                          <a:pt x="626" y="179"/>
                        </a:lnTo>
                        <a:lnTo>
                          <a:pt x="624" y="181"/>
                        </a:lnTo>
                        <a:lnTo>
                          <a:pt x="621" y="179"/>
                        </a:lnTo>
                        <a:lnTo>
                          <a:pt x="620" y="179"/>
                        </a:lnTo>
                        <a:lnTo>
                          <a:pt x="618" y="177"/>
                        </a:lnTo>
                        <a:lnTo>
                          <a:pt x="617" y="174"/>
                        </a:lnTo>
                        <a:lnTo>
                          <a:pt x="614" y="174"/>
                        </a:lnTo>
                        <a:lnTo>
                          <a:pt x="614" y="174"/>
                        </a:lnTo>
                        <a:lnTo>
                          <a:pt x="614" y="173"/>
                        </a:lnTo>
                        <a:lnTo>
                          <a:pt x="614" y="173"/>
                        </a:lnTo>
                        <a:close/>
                        <a:moveTo>
                          <a:pt x="515" y="178"/>
                        </a:moveTo>
                        <a:lnTo>
                          <a:pt x="512" y="178"/>
                        </a:lnTo>
                        <a:lnTo>
                          <a:pt x="511" y="177"/>
                        </a:lnTo>
                        <a:lnTo>
                          <a:pt x="512" y="175"/>
                        </a:lnTo>
                        <a:lnTo>
                          <a:pt x="515" y="177"/>
                        </a:lnTo>
                        <a:lnTo>
                          <a:pt x="515" y="178"/>
                        </a:lnTo>
                        <a:lnTo>
                          <a:pt x="515" y="178"/>
                        </a:lnTo>
                        <a:lnTo>
                          <a:pt x="515" y="178"/>
                        </a:lnTo>
                        <a:close/>
                        <a:moveTo>
                          <a:pt x="525" y="193"/>
                        </a:moveTo>
                        <a:lnTo>
                          <a:pt x="529" y="190"/>
                        </a:lnTo>
                        <a:lnTo>
                          <a:pt x="529" y="192"/>
                        </a:lnTo>
                        <a:lnTo>
                          <a:pt x="525" y="193"/>
                        </a:lnTo>
                        <a:lnTo>
                          <a:pt x="525" y="193"/>
                        </a:lnTo>
                        <a:lnTo>
                          <a:pt x="525" y="193"/>
                        </a:lnTo>
                        <a:lnTo>
                          <a:pt x="525" y="193"/>
                        </a:lnTo>
                        <a:close/>
                        <a:moveTo>
                          <a:pt x="530" y="189"/>
                        </a:moveTo>
                        <a:lnTo>
                          <a:pt x="531" y="187"/>
                        </a:lnTo>
                        <a:lnTo>
                          <a:pt x="531" y="185"/>
                        </a:lnTo>
                        <a:lnTo>
                          <a:pt x="533" y="183"/>
                        </a:lnTo>
                        <a:lnTo>
                          <a:pt x="534" y="181"/>
                        </a:lnTo>
                        <a:lnTo>
                          <a:pt x="535" y="179"/>
                        </a:lnTo>
                        <a:lnTo>
                          <a:pt x="538" y="178"/>
                        </a:lnTo>
                        <a:lnTo>
                          <a:pt x="540" y="179"/>
                        </a:lnTo>
                        <a:lnTo>
                          <a:pt x="540" y="181"/>
                        </a:lnTo>
                        <a:lnTo>
                          <a:pt x="537" y="183"/>
                        </a:lnTo>
                        <a:lnTo>
                          <a:pt x="535" y="186"/>
                        </a:lnTo>
                        <a:lnTo>
                          <a:pt x="537" y="189"/>
                        </a:lnTo>
                        <a:lnTo>
                          <a:pt x="535" y="190"/>
                        </a:lnTo>
                        <a:lnTo>
                          <a:pt x="534" y="193"/>
                        </a:lnTo>
                        <a:lnTo>
                          <a:pt x="535" y="194"/>
                        </a:lnTo>
                        <a:lnTo>
                          <a:pt x="537" y="193"/>
                        </a:lnTo>
                        <a:lnTo>
                          <a:pt x="538" y="193"/>
                        </a:lnTo>
                        <a:lnTo>
                          <a:pt x="538" y="194"/>
                        </a:lnTo>
                        <a:lnTo>
                          <a:pt x="540" y="196"/>
                        </a:lnTo>
                        <a:lnTo>
                          <a:pt x="544" y="193"/>
                        </a:lnTo>
                        <a:lnTo>
                          <a:pt x="546" y="190"/>
                        </a:lnTo>
                        <a:lnTo>
                          <a:pt x="548" y="190"/>
                        </a:lnTo>
                        <a:lnTo>
                          <a:pt x="549" y="187"/>
                        </a:lnTo>
                        <a:lnTo>
                          <a:pt x="549" y="185"/>
                        </a:lnTo>
                        <a:lnTo>
                          <a:pt x="550" y="185"/>
                        </a:lnTo>
                        <a:lnTo>
                          <a:pt x="553" y="182"/>
                        </a:lnTo>
                        <a:lnTo>
                          <a:pt x="553" y="178"/>
                        </a:lnTo>
                        <a:lnTo>
                          <a:pt x="554" y="178"/>
                        </a:lnTo>
                        <a:lnTo>
                          <a:pt x="554" y="178"/>
                        </a:lnTo>
                        <a:lnTo>
                          <a:pt x="554" y="181"/>
                        </a:lnTo>
                        <a:lnTo>
                          <a:pt x="554" y="182"/>
                        </a:lnTo>
                        <a:lnTo>
                          <a:pt x="554" y="186"/>
                        </a:lnTo>
                        <a:lnTo>
                          <a:pt x="556" y="189"/>
                        </a:lnTo>
                        <a:lnTo>
                          <a:pt x="556" y="189"/>
                        </a:lnTo>
                        <a:lnTo>
                          <a:pt x="559" y="186"/>
                        </a:lnTo>
                        <a:lnTo>
                          <a:pt x="559" y="183"/>
                        </a:lnTo>
                        <a:lnTo>
                          <a:pt x="560" y="182"/>
                        </a:lnTo>
                        <a:lnTo>
                          <a:pt x="563" y="181"/>
                        </a:lnTo>
                        <a:lnTo>
                          <a:pt x="565" y="177"/>
                        </a:lnTo>
                        <a:lnTo>
                          <a:pt x="565" y="174"/>
                        </a:lnTo>
                        <a:lnTo>
                          <a:pt x="565" y="171"/>
                        </a:lnTo>
                        <a:lnTo>
                          <a:pt x="567" y="168"/>
                        </a:lnTo>
                        <a:lnTo>
                          <a:pt x="568" y="171"/>
                        </a:lnTo>
                        <a:lnTo>
                          <a:pt x="573" y="168"/>
                        </a:lnTo>
                        <a:lnTo>
                          <a:pt x="575" y="164"/>
                        </a:lnTo>
                        <a:lnTo>
                          <a:pt x="575" y="162"/>
                        </a:lnTo>
                        <a:lnTo>
                          <a:pt x="578" y="162"/>
                        </a:lnTo>
                        <a:lnTo>
                          <a:pt x="579" y="160"/>
                        </a:lnTo>
                        <a:lnTo>
                          <a:pt x="580" y="162"/>
                        </a:lnTo>
                        <a:lnTo>
                          <a:pt x="583" y="160"/>
                        </a:lnTo>
                        <a:lnTo>
                          <a:pt x="584" y="160"/>
                        </a:lnTo>
                        <a:lnTo>
                          <a:pt x="583" y="166"/>
                        </a:lnTo>
                        <a:lnTo>
                          <a:pt x="579" y="170"/>
                        </a:lnTo>
                        <a:lnTo>
                          <a:pt x="579" y="173"/>
                        </a:lnTo>
                        <a:lnTo>
                          <a:pt x="578" y="174"/>
                        </a:lnTo>
                        <a:lnTo>
                          <a:pt x="576" y="175"/>
                        </a:lnTo>
                        <a:lnTo>
                          <a:pt x="575" y="177"/>
                        </a:lnTo>
                        <a:lnTo>
                          <a:pt x="571" y="182"/>
                        </a:lnTo>
                        <a:lnTo>
                          <a:pt x="571" y="185"/>
                        </a:lnTo>
                        <a:lnTo>
                          <a:pt x="572" y="186"/>
                        </a:lnTo>
                        <a:lnTo>
                          <a:pt x="572" y="189"/>
                        </a:lnTo>
                        <a:lnTo>
                          <a:pt x="573" y="190"/>
                        </a:lnTo>
                        <a:lnTo>
                          <a:pt x="576" y="190"/>
                        </a:lnTo>
                        <a:lnTo>
                          <a:pt x="578" y="189"/>
                        </a:lnTo>
                        <a:lnTo>
                          <a:pt x="580" y="187"/>
                        </a:lnTo>
                        <a:lnTo>
                          <a:pt x="582" y="185"/>
                        </a:lnTo>
                        <a:lnTo>
                          <a:pt x="582" y="182"/>
                        </a:lnTo>
                        <a:lnTo>
                          <a:pt x="583" y="181"/>
                        </a:lnTo>
                        <a:lnTo>
                          <a:pt x="584" y="178"/>
                        </a:lnTo>
                        <a:lnTo>
                          <a:pt x="587" y="178"/>
                        </a:lnTo>
                        <a:lnTo>
                          <a:pt x="588" y="178"/>
                        </a:lnTo>
                        <a:lnTo>
                          <a:pt x="590" y="179"/>
                        </a:lnTo>
                        <a:lnTo>
                          <a:pt x="593" y="179"/>
                        </a:lnTo>
                        <a:lnTo>
                          <a:pt x="594" y="178"/>
                        </a:lnTo>
                        <a:lnTo>
                          <a:pt x="598" y="177"/>
                        </a:lnTo>
                        <a:lnTo>
                          <a:pt x="599" y="175"/>
                        </a:lnTo>
                        <a:lnTo>
                          <a:pt x="601" y="170"/>
                        </a:lnTo>
                        <a:lnTo>
                          <a:pt x="603" y="166"/>
                        </a:lnTo>
                        <a:lnTo>
                          <a:pt x="603" y="163"/>
                        </a:lnTo>
                        <a:lnTo>
                          <a:pt x="605" y="162"/>
                        </a:lnTo>
                        <a:lnTo>
                          <a:pt x="607" y="166"/>
                        </a:lnTo>
                        <a:lnTo>
                          <a:pt x="609" y="166"/>
                        </a:lnTo>
                        <a:lnTo>
                          <a:pt x="610" y="164"/>
                        </a:lnTo>
                        <a:lnTo>
                          <a:pt x="610" y="163"/>
                        </a:lnTo>
                        <a:lnTo>
                          <a:pt x="607" y="159"/>
                        </a:lnTo>
                        <a:lnTo>
                          <a:pt x="607" y="156"/>
                        </a:lnTo>
                        <a:lnTo>
                          <a:pt x="610" y="154"/>
                        </a:lnTo>
                        <a:lnTo>
                          <a:pt x="613" y="154"/>
                        </a:lnTo>
                        <a:lnTo>
                          <a:pt x="616" y="152"/>
                        </a:lnTo>
                        <a:lnTo>
                          <a:pt x="617" y="154"/>
                        </a:lnTo>
                        <a:lnTo>
                          <a:pt x="620" y="152"/>
                        </a:lnTo>
                        <a:lnTo>
                          <a:pt x="622" y="149"/>
                        </a:lnTo>
                        <a:lnTo>
                          <a:pt x="621" y="148"/>
                        </a:lnTo>
                        <a:lnTo>
                          <a:pt x="621" y="141"/>
                        </a:lnTo>
                        <a:lnTo>
                          <a:pt x="621" y="140"/>
                        </a:lnTo>
                        <a:lnTo>
                          <a:pt x="621" y="139"/>
                        </a:lnTo>
                        <a:lnTo>
                          <a:pt x="621" y="136"/>
                        </a:lnTo>
                        <a:lnTo>
                          <a:pt x="618" y="134"/>
                        </a:lnTo>
                        <a:lnTo>
                          <a:pt x="617" y="136"/>
                        </a:lnTo>
                        <a:lnTo>
                          <a:pt x="613" y="137"/>
                        </a:lnTo>
                        <a:lnTo>
                          <a:pt x="613" y="141"/>
                        </a:lnTo>
                        <a:lnTo>
                          <a:pt x="613" y="143"/>
                        </a:lnTo>
                        <a:lnTo>
                          <a:pt x="613" y="145"/>
                        </a:lnTo>
                        <a:lnTo>
                          <a:pt x="612" y="145"/>
                        </a:lnTo>
                        <a:lnTo>
                          <a:pt x="610" y="143"/>
                        </a:lnTo>
                        <a:lnTo>
                          <a:pt x="609" y="143"/>
                        </a:lnTo>
                        <a:lnTo>
                          <a:pt x="609" y="144"/>
                        </a:lnTo>
                        <a:lnTo>
                          <a:pt x="607" y="145"/>
                        </a:lnTo>
                        <a:lnTo>
                          <a:pt x="606" y="144"/>
                        </a:lnTo>
                        <a:lnTo>
                          <a:pt x="606" y="140"/>
                        </a:lnTo>
                        <a:lnTo>
                          <a:pt x="603" y="137"/>
                        </a:lnTo>
                        <a:lnTo>
                          <a:pt x="602" y="137"/>
                        </a:lnTo>
                        <a:lnTo>
                          <a:pt x="601" y="139"/>
                        </a:lnTo>
                        <a:lnTo>
                          <a:pt x="598" y="137"/>
                        </a:lnTo>
                        <a:lnTo>
                          <a:pt x="595" y="137"/>
                        </a:lnTo>
                        <a:lnTo>
                          <a:pt x="593" y="137"/>
                        </a:lnTo>
                        <a:lnTo>
                          <a:pt x="587" y="136"/>
                        </a:lnTo>
                        <a:lnTo>
                          <a:pt x="584" y="139"/>
                        </a:lnTo>
                        <a:lnTo>
                          <a:pt x="583" y="141"/>
                        </a:lnTo>
                        <a:lnTo>
                          <a:pt x="582" y="143"/>
                        </a:lnTo>
                        <a:lnTo>
                          <a:pt x="580" y="141"/>
                        </a:lnTo>
                        <a:lnTo>
                          <a:pt x="579" y="141"/>
                        </a:lnTo>
                        <a:lnTo>
                          <a:pt x="572" y="147"/>
                        </a:lnTo>
                        <a:lnTo>
                          <a:pt x="569" y="149"/>
                        </a:lnTo>
                        <a:lnTo>
                          <a:pt x="568" y="149"/>
                        </a:lnTo>
                        <a:lnTo>
                          <a:pt x="564" y="152"/>
                        </a:lnTo>
                        <a:lnTo>
                          <a:pt x="561" y="152"/>
                        </a:lnTo>
                        <a:lnTo>
                          <a:pt x="560" y="154"/>
                        </a:lnTo>
                        <a:lnTo>
                          <a:pt x="559" y="156"/>
                        </a:lnTo>
                        <a:lnTo>
                          <a:pt x="554" y="156"/>
                        </a:lnTo>
                        <a:lnTo>
                          <a:pt x="553" y="156"/>
                        </a:lnTo>
                        <a:lnTo>
                          <a:pt x="550" y="156"/>
                        </a:lnTo>
                        <a:lnTo>
                          <a:pt x="549" y="158"/>
                        </a:lnTo>
                        <a:lnTo>
                          <a:pt x="546" y="158"/>
                        </a:lnTo>
                        <a:lnTo>
                          <a:pt x="542" y="162"/>
                        </a:lnTo>
                        <a:lnTo>
                          <a:pt x="540" y="163"/>
                        </a:lnTo>
                        <a:lnTo>
                          <a:pt x="535" y="162"/>
                        </a:lnTo>
                        <a:lnTo>
                          <a:pt x="533" y="163"/>
                        </a:lnTo>
                        <a:lnTo>
                          <a:pt x="526" y="164"/>
                        </a:lnTo>
                        <a:lnTo>
                          <a:pt x="523" y="168"/>
                        </a:lnTo>
                        <a:lnTo>
                          <a:pt x="522" y="168"/>
                        </a:lnTo>
                        <a:lnTo>
                          <a:pt x="518" y="170"/>
                        </a:lnTo>
                        <a:lnTo>
                          <a:pt x="516" y="173"/>
                        </a:lnTo>
                        <a:lnTo>
                          <a:pt x="519" y="173"/>
                        </a:lnTo>
                        <a:lnTo>
                          <a:pt x="519" y="174"/>
                        </a:lnTo>
                        <a:lnTo>
                          <a:pt x="518" y="174"/>
                        </a:lnTo>
                        <a:lnTo>
                          <a:pt x="516" y="175"/>
                        </a:lnTo>
                        <a:lnTo>
                          <a:pt x="519" y="177"/>
                        </a:lnTo>
                        <a:lnTo>
                          <a:pt x="518" y="179"/>
                        </a:lnTo>
                        <a:lnTo>
                          <a:pt x="514" y="181"/>
                        </a:lnTo>
                        <a:lnTo>
                          <a:pt x="514" y="182"/>
                        </a:lnTo>
                        <a:lnTo>
                          <a:pt x="516" y="182"/>
                        </a:lnTo>
                        <a:lnTo>
                          <a:pt x="519" y="182"/>
                        </a:lnTo>
                        <a:lnTo>
                          <a:pt x="521" y="179"/>
                        </a:lnTo>
                        <a:lnTo>
                          <a:pt x="523" y="179"/>
                        </a:lnTo>
                        <a:lnTo>
                          <a:pt x="526" y="181"/>
                        </a:lnTo>
                        <a:lnTo>
                          <a:pt x="527" y="183"/>
                        </a:lnTo>
                        <a:lnTo>
                          <a:pt x="527" y="187"/>
                        </a:lnTo>
                        <a:lnTo>
                          <a:pt x="530" y="189"/>
                        </a:lnTo>
                        <a:lnTo>
                          <a:pt x="530" y="189"/>
                        </a:lnTo>
                        <a:close/>
                        <a:moveTo>
                          <a:pt x="802" y="348"/>
                        </a:moveTo>
                        <a:lnTo>
                          <a:pt x="802" y="346"/>
                        </a:lnTo>
                        <a:lnTo>
                          <a:pt x="806" y="348"/>
                        </a:lnTo>
                        <a:lnTo>
                          <a:pt x="806" y="349"/>
                        </a:lnTo>
                        <a:lnTo>
                          <a:pt x="804" y="351"/>
                        </a:lnTo>
                        <a:lnTo>
                          <a:pt x="803" y="349"/>
                        </a:lnTo>
                        <a:lnTo>
                          <a:pt x="802" y="348"/>
                        </a:lnTo>
                        <a:lnTo>
                          <a:pt x="802" y="348"/>
                        </a:lnTo>
                        <a:close/>
                        <a:moveTo>
                          <a:pt x="770" y="285"/>
                        </a:moveTo>
                        <a:lnTo>
                          <a:pt x="768" y="284"/>
                        </a:lnTo>
                        <a:lnTo>
                          <a:pt x="765" y="284"/>
                        </a:lnTo>
                        <a:lnTo>
                          <a:pt x="764" y="285"/>
                        </a:lnTo>
                        <a:lnTo>
                          <a:pt x="766" y="285"/>
                        </a:lnTo>
                        <a:lnTo>
                          <a:pt x="768" y="287"/>
                        </a:lnTo>
                        <a:lnTo>
                          <a:pt x="768" y="287"/>
                        </a:lnTo>
                        <a:lnTo>
                          <a:pt x="764" y="288"/>
                        </a:lnTo>
                        <a:lnTo>
                          <a:pt x="762" y="288"/>
                        </a:lnTo>
                        <a:lnTo>
                          <a:pt x="764" y="291"/>
                        </a:lnTo>
                        <a:lnTo>
                          <a:pt x="765" y="292"/>
                        </a:lnTo>
                        <a:lnTo>
                          <a:pt x="765" y="292"/>
                        </a:lnTo>
                        <a:lnTo>
                          <a:pt x="761" y="292"/>
                        </a:lnTo>
                        <a:lnTo>
                          <a:pt x="758" y="292"/>
                        </a:lnTo>
                        <a:lnTo>
                          <a:pt x="756" y="295"/>
                        </a:lnTo>
                        <a:lnTo>
                          <a:pt x="756" y="298"/>
                        </a:lnTo>
                        <a:lnTo>
                          <a:pt x="754" y="298"/>
                        </a:lnTo>
                        <a:lnTo>
                          <a:pt x="754" y="299"/>
                        </a:lnTo>
                        <a:lnTo>
                          <a:pt x="756" y="299"/>
                        </a:lnTo>
                        <a:lnTo>
                          <a:pt x="756" y="300"/>
                        </a:lnTo>
                        <a:lnTo>
                          <a:pt x="756" y="302"/>
                        </a:lnTo>
                        <a:lnTo>
                          <a:pt x="756" y="303"/>
                        </a:lnTo>
                        <a:lnTo>
                          <a:pt x="757" y="300"/>
                        </a:lnTo>
                        <a:lnTo>
                          <a:pt x="758" y="300"/>
                        </a:lnTo>
                        <a:lnTo>
                          <a:pt x="757" y="304"/>
                        </a:lnTo>
                        <a:lnTo>
                          <a:pt x="757" y="304"/>
                        </a:lnTo>
                        <a:lnTo>
                          <a:pt x="760" y="306"/>
                        </a:lnTo>
                        <a:lnTo>
                          <a:pt x="761" y="306"/>
                        </a:lnTo>
                        <a:lnTo>
                          <a:pt x="761" y="306"/>
                        </a:lnTo>
                        <a:lnTo>
                          <a:pt x="762" y="308"/>
                        </a:lnTo>
                        <a:lnTo>
                          <a:pt x="762" y="308"/>
                        </a:lnTo>
                        <a:lnTo>
                          <a:pt x="764" y="307"/>
                        </a:lnTo>
                        <a:lnTo>
                          <a:pt x="765" y="307"/>
                        </a:lnTo>
                        <a:lnTo>
                          <a:pt x="765" y="311"/>
                        </a:lnTo>
                        <a:lnTo>
                          <a:pt x="766" y="312"/>
                        </a:lnTo>
                        <a:lnTo>
                          <a:pt x="769" y="312"/>
                        </a:lnTo>
                        <a:lnTo>
                          <a:pt x="769" y="315"/>
                        </a:lnTo>
                        <a:lnTo>
                          <a:pt x="772" y="315"/>
                        </a:lnTo>
                        <a:lnTo>
                          <a:pt x="775" y="317"/>
                        </a:lnTo>
                        <a:lnTo>
                          <a:pt x="777" y="317"/>
                        </a:lnTo>
                        <a:lnTo>
                          <a:pt x="779" y="318"/>
                        </a:lnTo>
                        <a:lnTo>
                          <a:pt x="780" y="317"/>
                        </a:lnTo>
                        <a:lnTo>
                          <a:pt x="779" y="315"/>
                        </a:lnTo>
                        <a:lnTo>
                          <a:pt x="781" y="314"/>
                        </a:lnTo>
                        <a:lnTo>
                          <a:pt x="783" y="310"/>
                        </a:lnTo>
                        <a:lnTo>
                          <a:pt x="781" y="307"/>
                        </a:lnTo>
                        <a:lnTo>
                          <a:pt x="784" y="303"/>
                        </a:lnTo>
                        <a:lnTo>
                          <a:pt x="785" y="303"/>
                        </a:lnTo>
                        <a:lnTo>
                          <a:pt x="787" y="298"/>
                        </a:lnTo>
                        <a:lnTo>
                          <a:pt x="787" y="293"/>
                        </a:lnTo>
                        <a:lnTo>
                          <a:pt x="787" y="293"/>
                        </a:lnTo>
                        <a:lnTo>
                          <a:pt x="787" y="291"/>
                        </a:lnTo>
                        <a:lnTo>
                          <a:pt x="784" y="288"/>
                        </a:lnTo>
                        <a:lnTo>
                          <a:pt x="784" y="285"/>
                        </a:lnTo>
                        <a:lnTo>
                          <a:pt x="783" y="284"/>
                        </a:lnTo>
                        <a:lnTo>
                          <a:pt x="783" y="281"/>
                        </a:lnTo>
                        <a:lnTo>
                          <a:pt x="779" y="280"/>
                        </a:lnTo>
                        <a:lnTo>
                          <a:pt x="776" y="281"/>
                        </a:lnTo>
                        <a:lnTo>
                          <a:pt x="773" y="280"/>
                        </a:lnTo>
                        <a:lnTo>
                          <a:pt x="770" y="281"/>
                        </a:lnTo>
                        <a:lnTo>
                          <a:pt x="769" y="283"/>
                        </a:lnTo>
                        <a:lnTo>
                          <a:pt x="770" y="284"/>
                        </a:lnTo>
                        <a:lnTo>
                          <a:pt x="770" y="285"/>
                        </a:lnTo>
                        <a:lnTo>
                          <a:pt x="770" y="285"/>
                        </a:lnTo>
                        <a:lnTo>
                          <a:pt x="770" y="285"/>
                        </a:lnTo>
                        <a:close/>
                        <a:moveTo>
                          <a:pt x="788" y="264"/>
                        </a:moveTo>
                        <a:lnTo>
                          <a:pt x="787" y="262"/>
                        </a:lnTo>
                        <a:lnTo>
                          <a:pt x="787" y="261"/>
                        </a:lnTo>
                        <a:lnTo>
                          <a:pt x="790" y="261"/>
                        </a:lnTo>
                        <a:lnTo>
                          <a:pt x="790" y="261"/>
                        </a:lnTo>
                        <a:lnTo>
                          <a:pt x="788" y="264"/>
                        </a:lnTo>
                        <a:lnTo>
                          <a:pt x="788" y="264"/>
                        </a:lnTo>
                        <a:close/>
                        <a:moveTo>
                          <a:pt x="785" y="277"/>
                        </a:moveTo>
                        <a:lnTo>
                          <a:pt x="784" y="276"/>
                        </a:lnTo>
                        <a:lnTo>
                          <a:pt x="783" y="274"/>
                        </a:lnTo>
                        <a:lnTo>
                          <a:pt x="784" y="273"/>
                        </a:lnTo>
                        <a:lnTo>
                          <a:pt x="784" y="272"/>
                        </a:lnTo>
                        <a:lnTo>
                          <a:pt x="784" y="269"/>
                        </a:lnTo>
                        <a:lnTo>
                          <a:pt x="785" y="268"/>
                        </a:lnTo>
                        <a:lnTo>
                          <a:pt x="790" y="268"/>
                        </a:lnTo>
                        <a:lnTo>
                          <a:pt x="787" y="274"/>
                        </a:lnTo>
                        <a:lnTo>
                          <a:pt x="785" y="277"/>
                        </a:lnTo>
                        <a:lnTo>
                          <a:pt x="785" y="277"/>
                        </a:lnTo>
                        <a:lnTo>
                          <a:pt x="785" y="277"/>
                        </a:lnTo>
                        <a:lnTo>
                          <a:pt x="785" y="277"/>
                        </a:lnTo>
                        <a:close/>
                        <a:moveTo>
                          <a:pt x="765" y="272"/>
                        </a:moveTo>
                        <a:lnTo>
                          <a:pt x="764" y="270"/>
                        </a:lnTo>
                        <a:lnTo>
                          <a:pt x="765" y="269"/>
                        </a:lnTo>
                        <a:lnTo>
                          <a:pt x="768" y="268"/>
                        </a:lnTo>
                        <a:lnTo>
                          <a:pt x="769" y="269"/>
                        </a:lnTo>
                        <a:lnTo>
                          <a:pt x="768" y="270"/>
                        </a:lnTo>
                        <a:lnTo>
                          <a:pt x="766" y="270"/>
                        </a:lnTo>
                        <a:lnTo>
                          <a:pt x="765" y="272"/>
                        </a:lnTo>
                        <a:lnTo>
                          <a:pt x="765" y="272"/>
                        </a:lnTo>
                        <a:close/>
                        <a:moveTo>
                          <a:pt x="760" y="274"/>
                        </a:moveTo>
                        <a:lnTo>
                          <a:pt x="760" y="274"/>
                        </a:lnTo>
                        <a:lnTo>
                          <a:pt x="761" y="273"/>
                        </a:lnTo>
                        <a:lnTo>
                          <a:pt x="762" y="273"/>
                        </a:lnTo>
                        <a:lnTo>
                          <a:pt x="761" y="274"/>
                        </a:lnTo>
                        <a:lnTo>
                          <a:pt x="760" y="274"/>
                        </a:lnTo>
                        <a:lnTo>
                          <a:pt x="760" y="274"/>
                        </a:lnTo>
                        <a:close/>
                        <a:moveTo>
                          <a:pt x="764" y="281"/>
                        </a:moveTo>
                        <a:lnTo>
                          <a:pt x="765" y="280"/>
                        </a:lnTo>
                        <a:lnTo>
                          <a:pt x="764" y="279"/>
                        </a:lnTo>
                        <a:lnTo>
                          <a:pt x="764" y="276"/>
                        </a:lnTo>
                        <a:lnTo>
                          <a:pt x="765" y="276"/>
                        </a:lnTo>
                        <a:lnTo>
                          <a:pt x="766" y="277"/>
                        </a:lnTo>
                        <a:lnTo>
                          <a:pt x="768" y="279"/>
                        </a:lnTo>
                        <a:lnTo>
                          <a:pt x="765" y="281"/>
                        </a:lnTo>
                        <a:lnTo>
                          <a:pt x="764" y="281"/>
                        </a:lnTo>
                        <a:lnTo>
                          <a:pt x="764" y="281"/>
                        </a:lnTo>
                        <a:close/>
                        <a:moveTo>
                          <a:pt x="758" y="284"/>
                        </a:moveTo>
                        <a:lnTo>
                          <a:pt x="757" y="283"/>
                        </a:lnTo>
                        <a:lnTo>
                          <a:pt x="757" y="279"/>
                        </a:lnTo>
                        <a:lnTo>
                          <a:pt x="757" y="279"/>
                        </a:lnTo>
                        <a:lnTo>
                          <a:pt x="758" y="277"/>
                        </a:lnTo>
                        <a:lnTo>
                          <a:pt x="760" y="277"/>
                        </a:lnTo>
                        <a:lnTo>
                          <a:pt x="762" y="279"/>
                        </a:lnTo>
                        <a:lnTo>
                          <a:pt x="762" y="279"/>
                        </a:lnTo>
                        <a:lnTo>
                          <a:pt x="762" y="280"/>
                        </a:lnTo>
                        <a:lnTo>
                          <a:pt x="762" y="281"/>
                        </a:lnTo>
                        <a:lnTo>
                          <a:pt x="760" y="283"/>
                        </a:lnTo>
                        <a:lnTo>
                          <a:pt x="760" y="284"/>
                        </a:lnTo>
                        <a:lnTo>
                          <a:pt x="758" y="284"/>
                        </a:lnTo>
                        <a:lnTo>
                          <a:pt x="758" y="284"/>
                        </a:lnTo>
                        <a:close/>
                        <a:moveTo>
                          <a:pt x="751" y="285"/>
                        </a:moveTo>
                        <a:lnTo>
                          <a:pt x="750" y="283"/>
                        </a:lnTo>
                        <a:lnTo>
                          <a:pt x="751" y="283"/>
                        </a:lnTo>
                        <a:lnTo>
                          <a:pt x="753" y="284"/>
                        </a:lnTo>
                        <a:lnTo>
                          <a:pt x="751" y="285"/>
                        </a:lnTo>
                        <a:lnTo>
                          <a:pt x="751" y="285"/>
                        </a:lnTo>
                        <a:lnTo>
                          <a:pt x="751" y="285"/>
                        </a:lnTo>
                        <a:close/>
                        <a:moveTo>
                          <a:pt x="722" y="289"/>
                        </a:moveTo>
                        <a:lnTo>
                          <a:pt x="720" y="288"/>
                        </a:lnTo>
                        <a:lnTo>
                          <a:pt x="718" y="288"/>
                        </a:lnTo>
                        <a:lnTo>
                          <a:pt x="716" y="287"/>
                        </a:lnTo>
                        <a:lnTo>
                          <a:pt x="716" y="284"/>
                        </a:lnTo>
                        <a:lnTo>
                          <a:pt x="718" y="283"/>
                        </a:lnTo>
                        <a:lnTo>
                          <a:pt x="716" y="281"/>
                        </a:lnTo>
                        <a:lnTo>
                          <a:pt x="718" y="279"/>
                        </a:lnTo>
                        <a:lnTo>
                          <a:pt x="719" y="279"/>
                        </a:lnTo>
                        <a:lnTo>
                          <a:pt x="720" y="280"/>
                        </a:lnTo>
                        <a:lnTo>
                          <a:pt x="722" y="280"/>
                        </a:lnTo>
                        <a:lnTo>
                          <a:pt x="720" y="279"/>
                        </a:lnTo>
                        <a:lnTo>
                          <a:pt x="720" y="276"/>
                        </a:lnTo>
                        <a:lnTo>
                          <a:pt x="719" y="276"/>
                        </a:lnTo>
                        <a:lnTo>
                          <a:pt x="718" y="274"/>
                        </a:lnTo>
                        <a:lnTo>
                          <a:pt x="718" y="273"/>
                        </a:lnTo>
                        <a:lnTo>
                          <a:pt x="716" y="272"/>
                        </a:lnTo>
                        <a:lnTo>
                          <a:pt x="718" y="272"/>
                        </a:lnTo>
                        <a:lnTo>
                          <a:pt x="719" y="273"/>
                        </a:lnTo>
                        <a:lnTo>
                          <a:pt x="720" y="272"/>
                        </a:lnTo>
                        <a:lnTo>
                          <a:pt x="719" y="270"/>
                        </a:lnTo>
                        <a:lnTo>
                          <a:pt x="722" y="270"/>
                        </a:lnTo>
                        <a:lnTo>
                          <a:pt x="723" y="270"/>
                        </a:lnTo>
                        <a:lnTo>
                          <a:pt x="727" y="272"/>
                        </a:lnTo>
                        <a:lnTo>
                          <a:pt x="728" y="270"/>
                        </a:lnTo>
                        <a:lnTo>
                          <a:pt x="727" y="269"/>
                        </a:lnTo>
                        <a:lnTo>
                          <a:pt x="726" y="269"/>
                        </a:lnTo>
                        <a:lnTo>
                          <a:pt x="727" y="269"/>
                        </a:lnTo>
                        <a:lnTo>
                          <a:pt x="731" y="269"/>
                        </a:lnTo>
                        <a:lnTo>
                          <a:pt x="734" y="266"/>
                        </a:lnTo>
                        <a:lnTo>
                          <a:pt x="737" y="266"/>
                        </a:lnTo>
                        <a:lnTo>
                          <a:pt x="741" y="268"/>
                        </a:lnTo>
                        <a:lnTo>
                          <a:pt x="742" y="266"/>
                        </a:lnTo>
                        <a:lnTo>
                          <a:pt x="741" y="265"/>
                        </a:lnTo>
                        <a:lnTo>
                          <a:pt x="730" y="262"/>
                        </a:lnTo>
                        <a:lnTo>
                          <a:pt x="727" y="262"/>
                        </a:lnTo>
                        <a:lnTo>
                          <a:pt x="724" y="262"/>
                        </a:lnTo>
                        <a:lnTo>
                          <a:pt x="720" y="262"/>
                        </a:lnTo>
                        <a:lnTo>
                          <a:pt x="718" y="261"/>
                        </a:lnTo>
                        <a:lnTo>
                          <a:pt x="716" y="261"/>
                        </a:lnTo>
                        <a:lnTo>
                          <a:pt x="713" y="261"/>
                        </a:lnTo>
                        <a:lnTo>
                          <a:pt x="711" y="261"/>
                        </a:lnTo>
                        <a:lnTo>
                          <a:pt x="711" y="261"/>
                        </a:lnTo>
                        <a:lnTo>
                          <a:pt x="709" y="261"/>
                        </a:lnTo>
                        <a:lnTo>
                          <a:pt x="707" y="261"/>
                        </a:lnTo>
                        <a:lnTo>
                          <a:pt x="705" y="259"/>
                        </a:lnTo>
                        <a:lnTo>
                          <a:pt x="705" y="257"/>
                        </a:lnTo>
                        <a:lnTo>
                          <a:pt x="708" y="257"/>
                        </a:lnTo>
                        <a:lnTo>
                          <a:pt x="709" y="255"/>
                        </a:lnTo>
                        <a:lnTo>
                          <a:pt x="711" y="257"/>
                        </a:lnTo>
                        <a:lnTo>
                          <a:pt x="713" y="255"/>
                        </a:lnTo>
                        <a:lnTo>
                          <a:pt x="712" y="254"/>
                        </a:lnTo>
                        <a:lnTo>
                          <a:pt x="712" y="253"/>
                        </a:lnTo>
                        <a:lnTo>
                          <a:pt x="715" y="251"/>
                        </a:lnTo>
                        <a:lnTo>
                          <a:pt x="718" y="251"/>
                        </a:lnTo>
                        <a:lnTo>
                          <a:pt x="719" y="250"/>
                        </a:lnTo>
                        <a:lnTo>
                          <a:pt x="719" y="253"/>
                        </a:lnTo>
                        <a:lnTo>
                          <a:pt x="720" y="254"/>
                        </a:lnTo>
                        <a:lnTo>
                          <a:pt x="720" y="258"/>
                        </a:lnTo>
                        <a:lnTo>
                          <a:pt x="722" y="258"/>
                        </a:lnTo>
                        <a:lnTo>
                          <a:pt x="723" y="257"/>
                        </a:lnTo>
                        <a:lnTo>
                          <a:pt x="722" y="254"/>
                        </a:lnTo>
                        <a:lnTo>
                          <a:pt x="720" y="251"/>
                        </a:lnTo>
                        <a:lnTo>
                          <a:pt x="722" y="250"/>
                        </a:lnTo>
                        <a:lnTo>
                          <a:pt x="724" y="249"/>
                        </a:lnTo>
                        <a:lnTo>
                          <a:pt x="724" y="247"/>
                        </a:lnTo>
                        <a:lnTo>
                          <a:pt x="723" y="246"/>
                        </a:lnTo>
                        <a:lnTo>
                          <a:pt x="723" y="242"/>
                        </a:lnTo>
                        <a:lnTo>
                          <a:pt x="726" y="242"/>
                        </a:lnTo>
                        <a:lnTo>
                          <a:pt x="727" y="239"/>
                        </a:lnTo>
                        <a:lnTo>
                          <a:pt x="730" y="239"/>
                        </a:lnTo>
                        <a:lnTo>
                          <a:pt x="728" y="236"/>
                        </a:lnTo>
                        <a:lnTo>
                          <a:pt x="727" y="236"/>
                        </a:lnTo>
                        <a:lnTo>
                          <a:pt x="726" y="236"/>
                        </a:lnTo>
                        <a:lnTo>
                          <a:pt x="726" y="235"/>
                        </a:lnTo>
                        <a:lnTo>
                          <a:pt x="728" y="232"/>
                        </a:lnTo>
                        <a:lnTo>
                          <a:pt x="728" y="231"/>
                        </a:lnTo>
                        <a:lnTo>
                          <a:pt x="731" y="230"/>
                        </a:lnTo>
                        <a:lnTo>
                          <a:pt x="732" y="231"/>
                        </a:lnTo>
                        <a:lnTo>
                          <a:pt x="734" y="234"/>
                        </a:lnTo>
                        <a:lnTo>
                          <a:pt x="735" y="235"/>
                        </a:lnTo>
                        <a:lnTo>
                          <a:pt x="735" y="238"/>
                        </a:lnTo>
                        <a:lnTo>
                          <a:pt x="734" y="238"/>
                        </a:lnTo>
                        <a:lnTo>
                          <a:pt x="735" y="240"/>
                        </a:lnTo>
                        <a:lnTo>
                          <a:pt x="737" y="242"/>
                        </a:lnTo>
                        <a:lnTo>
                          <a:pt x="738" y="250"/>
                        </a:lnTo>
                        <a:lnTo>
                          <a:pt x="737" y="253"/>
                        </a:lnTo>
                        <a:lnTo>
                          <a:pt x="737" y="254"/>
                        </a:lnTo>
                        <a:lnTo>
                          <a:pt x="739" y="255"/>
                        </a:lnTo>
                        <a:lnTo>
                          <a:pt x="742" y="253"/>
                        </a:lnTo>
                        <a:lnTo>
                          <a:pt x="741" y="251"/>
                        </a:lnTo>
                        <a:lnTo>
                          <a:pt x="742" y="247"/>
                        </a:lnTo>
                        <a:lnTo>
                          <a:pt x="743" y="247"/>
                        </a:lnTo>
                        <a:lnTo>
                          <a:pt x="743" y="245"/>
                        </a:lnTo>
                        <a:lnTo>
                          <a:pt x="739" y="242"/>
                        </a:lnTo>
                        <a:lnTo>
                          <a:pt x="741" y="240"/>
                        </a:lnTo>
                        <a:lnTo>
                          <a:pt x="742" y="240"/>
                        </a:lnTo>
                        <a:lnTo>
                          <a:pt x="745" y="242"/>
                        </a:lnTo>
                        <a:lnTo>
                          <a:pt x="745" y="239"/>
                        </a:lnTo>
                        <a:lnTo>
                          <a:pt x="742" y="236"/>
                        </a:lnTo>
                        <a:lnTo>
                          <a:pt x="741" y="234"/>
                        </a:lnTo>
                        <a:lnTo>
                          <a:pt x="742" y="232"/>
                        </a:lnTo>
                        <a:lnTo>
                          <a:pt x="742" y="228"/>
                        </a:lnTo>
                        <a:lnTo>
                          <a:pt x="743" y="227"/>
                        </a:lnTo>
                        <a:lnTo>
                          <a:pt x="746" y="227"/>
                        </a:lnTo>
                        <a:lnTo>
                          <a:pt x="747" y="226"/>
                        </a:lnTo>
                        <a:lnTo>
                          <a:pt x="750" y="226"/>
                        </a:lnTo>
                        <a:lnTo>
                          <a:pt x="750" y="226"/>
                        </a:lnTo>
                        <a:lnTo>
                          <a:pt x="753" y="224"/>
                        </a:lnTo>
                        <a:lnTo>
                          <a:pt x="753" y="224"/>
                        </a:lnTo>
                        <a:lnTo>
                          <a:pt x="754" y="224"/>
                        </a:lnTo>
                        <a:lnTo>
                          <a:pt x="756" y="226"/>
                        </a:lnTo>
                        <a:lnTo>
                          <a:pt x="757" y="227"/>
                        </a:lnTo>
                        <a:lnTo>
                          <a:pt x="760" y="227"/>
                        </a:lnTo>
                        <a:lnTo>
                          <a:pt x="761" y="228"/>
                        </a:lnTo>
                        <a:lnTo>
                          <a:pt x="760" y="234"/>
                        </a:lnTo>
                        <a:lnTo>
                          <a:pt x="758" y="235"/>
                        </a:lnTo>
                        <a:lnTo>
                          <a:pt x="758" y="238"/>
                        </a:lnTo>
                        <a:lnTo>
                          <a:pt x="760" y="238"/>
                        </a:lnTo>
                        <a:lnTo>
                          <a:pt x="761" y="236"/>
                        </a:lnTo>
                        <a:lnTo>
                          <a:pt x="762" y="236"/>
                        </a:lnTo>
                        <a:lnTo>
                          <a:pt x="764" y="235"/>
                        </a:lnTo>
                        <a:lnTo>
                          <a:pt x="764" y="231"/>
                        </a:lnTo>
                        <a:lnTo>
                          <a:pt x="765" y="230"/>
                        </a:lnTo>
                        <a:lnTo>
                          <a:pt x="768" y="231"/>
                        </a:lnTo>
                        <a:lnTo>
                          <a:pt x="770" y="230"/>
                        </a:lnTo>
                        <a:lnTo>
                          <a:pt x="769" y="228"/>
                        </a:lnTo>
                        <a:lnTo>
                          <a:pt x="769" y="227"/>
                        </a:lnTo>
                        <a:lnTo>
                          <a:pt x="770" y="227"/>
                        </a:lnTo>
                        <a:lnTo>
                          <a:pt x="772" y="228"/>
                        </a:lnTo>
                        <a:lnTo>
                          <a:pt x="772" y="231"/>
                        </a:lnTo>
                        <a:lnTo>
                          <a:pt x="772" y="232"/>
                        </a:lnTo>
                        <a:lnTo>
                          <a:pt x="772" y="234"/>
                        </a:lnTo>
                        <a:lnTo>
                          <a:pt x="770" y="232"/>
                        </a:lnTo>
                        <a:lnTo>
                          <a:pt x="772" y="235"/>
                        </a:lnTo>
                        <a:lnTo>
                          <a:pt x="773" y="236"/>
                        </a:lnTo>
                        <a:lnTo>
                          <a:pt x="775" y="239"/>
                        </a:lnTo>
                        <a:lnTo>
                          <a:pt x="775" y="242"/>
                        </a:lnTo>
                        <a:lnTo>
                          <a:pt x="772" y="243"/>
                        </a:lnTo>
                        <a:lnTo>
                          <a:pt x="769" y="247"/>
                        </a:lnTo>
                        <a:lnTo>
                          <a:pt x="769" y="251"/>
                        </a:lnTo>
                        <a:lnTo>
                          <a:pt x="769" y="253"/>
                        </a:lnTo>
                        <a:lnTo>
                          <a:pt x="766" y="254"/>
                        </a:lnTo>
                        <a:lnTo>
                          <a:pt x="764" y="258"/>
                        </a:lnTo>
                        <a:lnTo>
                          <a:pt x="762" y="259"/>
                        </a:lnTo>
                        <a:lnTo>
                          <a:pt x="760" y="262"/>
                        </a:lnTo>
                        <a:lnTo>
                          <a:pt x="760" y="264"/>
                        </a:lnTo>
                        <a:lnTo>
                          <a:pt x="758" y="266"/>
                        </a:lnTo>
                        <a:lnTo>
                          <a:pt x="757" y="266"/>
                        </a:lnTo>
                        <a:lnTo>
                          <a:pt x="756" y="266"/>
                        </a:lnTo>
                        <a:lnTo>
                          <a:pt x="754" y="266"/>
                        </a:lnTo>
                        <a:lnTo>
                          <a:pt x="754" y="268"/>
                        </a:lnTo>
                        <a:lnTo>
                          <a:pt x="757" y="270"/>
                        </a:lnTo>
                        <a:lnTo>
                          <a:pt x="757" y="272"/>
                        </a:lnTo>
                        <a:lnTo>
                          <a:pt x="754" y="276"/>
                        </a:lnTo>
                        <a:lnTo>
                          <a:pt x="753" y="277"/>
                        </a:lnTo>
                        <a:lnTo>
                          <a:pt x="753" y="276"/>
                        </a:lnTo>
                        <a:lnTo>
                          <a:pt x="753" y="274"/>
                        </a:lnTo>
                        <a:lnTo>
                          <a:pt x="750" y="273"/>
                        </a:lnTo>
                        <a:lnTo>
                          <a:pt x="749" y="274"/>
                        </a:lnTo>
                        <a:lnTo>
                          <a:pt x="749" y="276"/>
                        </a:lnTo>
                        <a:lnTo>
                          <a:pt x="747" y="277"/>
                        </a:lnTo>
                        <a:lnTo>
                          <a:pt x="746" y="279"/>
                        </a:lnTo>
                        <a:lnTo>
                          <a:pt x="743" y="280"/>
                        </a:lnTo>
                        <a:lnTo>
                          <a:pt x="742" y="283"/>
                        </a:lnTo>
                        <a:lnTo>
                          <a:pt x="743" y="283"/>
                        </a:lnTo>
                        <a:lnTo>
                          <a:pt x="746" y="283"/>
                        </a:lnTo>
                        <a:lnTo>
                          <a:pt x="746" y="284"/>
                        </a:lnTo>
                        <a:lnTo>
                          <a:pt x="745" y="285"/>
                        </a:lnTo>
                        <a:lnTo>
                          <a:pt x="745" y="287"/>
                        </a:lnTo>
                        <a:lnTo>
                          <a:pt x="745" y="289"/>
                        </a:lnTo>
                        <a:lnTo>
                          <a:pt x="743" y="291"/>
                        </a:lnTo>
                        <a:lnTo>
                          <a:pt x="742" y="288"/>
                        </a:lnTo>
                        <a:lnTo>
                          <a:pt x="742" y="285"/>
                        </a:lnTo>
                        <a:lnTo>
                          <a:pt x="741" y="284"/>
                        </a:lnTo>
                        <a:lnTo>
                          <a:pt x="741" y="285"/>
                        </a:lnTo>
                        <a:lnTo>
                          <a:pt x="739" y="287"/>
                        </a:lnTo>
                        <a:lnTo>
                          <a:pt x="741" y="289"/>
                        </a:lnTo>
                        <a:lnTo>
                          <a:pt x="738" y="292"/>
                        </a:lnTo>
                        <a:lnTo>
                          <a:pt x="731" y="291"/>
                        </a:lnTo>
                        <a:lnTo>
                          <a:pt x="731" y="289"/>
                        </a:lnTo>
                        <a:lnTo>
                          <a:pt x="730" y="288"/>
                        </a:lnTo>
                        <a:lnTo>
                          <a:pt x="728" y="289"/>
                        </a:lnTo>
                        <a:lnTo>
                          <a:pt x="726" y="289"/>
                        </a:lnTo>
                        <a:lnTo>
                          <a:pt x="726" y="288"/>
                        </a:lnTo>
                        <a:lnTo>
                          <a:pt x="727" y="285"/>
                        </a:lnTo>
                        <a:lnTo>
                          <a:pt x="724" y="287"/>
                        </a:lnTo>
                        <a:lnTo>
                          <a:pt x="723" y="288"/>
                        </a:lnTo>
                        <a:lnTo>
                          <a:pt x="722" y="289"/>
                        </a:lnTo>
                        <a:lnTo>
                          <a:pt x="722" y="289"/>
                        </a:lnTo>
                        <a:close/>
                        <a:moveTo>
                          <a:pt x="537" y="211"/>
                        </a:moveTo>
                        <a:lnTo>
                          <a:pt x="535" y="211"/>
                        </a:lnTo>
                        <a:lnTo>
                          <a:pt x="537" y="207"/>
                        </a:lnTo>
                        <a:lnTo>
                          <a:pt x="542" y="202"/>
                        </a:lnTo>
                        <a:lnTo>
                          <a:pt x="546" y="201"/>
                        </a:lnTo>
                        <a:lnTo>
                          <a:pt x="549" y="200"/>
                        </a:lnTo>
                        <a:lnTo>
                          <a:pt x="550" y="198"/>
                        </a:lnTo>
                        <a:lnTo>
                          <a:pt x="554" y="196"/>
                        </a:lnTo>
                        <a:lnTo>
                          <a:pt x="559" y="196"/>
                        </a:lnTo>
                        <a:lnTo>
                          <a:pt x="561" y="194"/>
                        </a:lnTo>
                        <a:lnTo>
                          <a:pt x="563" y="194"/>
                        </a:lnTo>
                        <a:lnTo>
                          <a:pt x="567" y="193"/>
                        </a:lnTo>
                        <a:lnTo>
                          <a:pt x="568" y="194"/>
                        </a:lnTo>
                        <a:lnTo>
                          <a:pt x="568" y="196"/>
                        </a:lnTo>
                        <a:lnTo>
                          <a:pt x="564" y="198"/>
                        </a:lnTo>
                        <a:lnTo>
                          <a:pt x="559" y="201"/>
                        </a:lnTo>
                        <a:lnTo>
                          <a:pt x="550" y="208"/>
                        </a:lnTo>
                        <a:lnTo>
                          <a:pt x="548" y="212"/>
                        </a:lnTo>
                        <a:lnTo>
                          <a:pt x="545" y="212"/>
                        </a:lnTo>
                        <a:lnTo>
                          <a:pt x="544" y="212"/>
                        </a:lnTo>
                        <a:lnTo>
                          <a:pt x="542" y="215"/>
                        </a:lnTo>
                        <a:lnTo>
                          <a:pt x="541" y="215"/>
                        </a:lnTo>
                        <a:lnTo>
                          <a:pt x="540" y="211"/>
                        </a:lnTo>
                        <a:lnTo>
                          <a:pt x="538" y="211"/>
                        </a:lnTo>
                        <a:lnTo>
                          <a:pt x="537" y="211"/>
                        </a:lnTo>
                        <a:lnTo>
                          <a:pt x="537" y="211"/>
                        </a:lnTo>
                        <a:close/>
                        <a:moveTo>
                          <a:pt x="674" y="269"/>
                        </a:moveTo>
                        <a:lnTo>
                          <a:pt x="673" y="268"/>
                        </a:lnTo>
                        <a:lnTo>
                          <a:pt x="674" y="268"/>
                        </a:lnTo>
                        <a:lnTo>
                          <a:pt x="677" y="266"/>
                        </a:lnTo>
                        <a:lnTo>
                          <a:pt x="678" y="264"/>
                        </a:lnTo>
                        <a:lnTo>
                          <a:pt x="678" y="262"/>
                        </a:lnTo>
                        <a:lnTo>
                          <a:pt x="682" y="261"/>
                        </a:lnTo>
                        <a:lnTo>
                          <a:pt x="682" y="259"/>
                        </a:lnTo>
                        <a:lnTo>
                          <a:pt x="685" y="259"/>
                        </a:lnTo>
                        <a:lnTo>
                          <a:pt x="685" y="262"/>
                        </a:lnTo>
                        <a:lnTo>
                          <a:pt x="686" y="264"/>
                        </a:lnTo>
                        <a:lnTo>
                          <a:pt x="686" y="268"/>
                        </a:lnTo>
                        <a:lnTo>
                          <a:pt x="685" y="270"/>
                        </a:lnTo>
                        <a:lnTo>
                          <a:pt x="682" y="272"/>
                        </a:lnTo>
                        <a:lnTo>
                          <a:pt x="681" y="272"/>
                        </a:lnTo>
                        <a:lnTo>
                          <a:pt x="679" y="273"/>
                        </a:lnTo>
                        <a:lnTo>
                          <a:pt x="677" y="273"/>
                        </a:lnTo>
                        <a:lnTo>
                          <a:pt x="675" y="270"/>
                        </a:lnTo>
                        <a:lnTo>
                          <a:pt x="674" y="269"/>
                        </a:lnTo>
                        <a:lnTo>
                          <a:pt x="674" y="269"/>
                        </a:lnTo>
                        <a:close/>
                        <a:moveTo>
                          <a:pt x="564" y="265"/>
                        </a:moveTo>
                        <a:lnTo>
                          <a:pt x="565" y="262"/>
                        </a:lnTo>
                        <a:lnTo>
                          <a:pt x="564" y="259"/>
                        </a:lnTo>
                        <a:lnTo>
                          <a:pt x="565" y="255"/>
                        </a:lnTo>
                        <a:lnTo>
                          <a:pt x="569" y="254"/>
                        </a:lnTo>
                        <a:lnTo>
                          <a:pt x="573" y="255"/>
                        </a:lnTo>
                        <a:lnTo>
                          <a:pt x="576" y="254"/>
                        </a:lnTo>
                        <a:lnTo>
                          <a:pt x="579" y="255"/>
                        </a:lnTo>
                        <a:lnTo>
                          <a:pt x="582" y="254"/>
                        </a:lnTo>
                        <a:lnTo>
                          <a:pt x="586" y="253"/>
                        </a:lnTo>
                        <a:lnTo>
                          <a:pt x="590" y="253"/>
                        </a:lnTo>
                        <a:lnTo>
                          <a:pt x="594" y="254"/>
                        </a:lnTo>
                        <a:lnTo>
                          <a:pt x="598" y="254"/>
                        </a:lnTo>
                        <a:lnTo>
                          <a:pt x="599" y="255"/>
                        </a:lnTo>
                        <a:lnTo>
                          <a:pt x="602" y="253"/>
                        </a:lnTo>
                        <a:lnTo>
                          <a:pt x="609" y="253"/>
                        </a:lnTo>
                        <a:lnTo>
                          <a:pt x="609" y="251"/>
                        </a:lnTo>
                        <a:lnTo>
                          <a:pt x="612" y="250"/>
                        </a:lnTo>
                        <a:lnTo>
                          <a:pt x="610" y="249"/>
                        </a:lnTo>
                        <a:lnTo>
                          <a:pt x="607" y="250"/>
                        </a:lnTo>
                        <a:lnTo>
                          <a:pt x="605" y="250"/>
                        </a:lnTo>
                        <a:lnTo>
                          <a:pt x="603" y="249"/>
                        </a:lnTo>
                        <a:lnTo>
                          <a:pt x="599" y="250"/>
                        </a:lnTo>
                        <a:lnTo>
                          <a:pt x="597" y="250"/>
                        </a:lnTo>
                        <a:lnTo>
                          <a:pt x="597" y="249"/>
                        </a:lnTo>
                        <a:lnTo>
                          <a:pt x="595" y="247"/>
                        </a:lnTo>
                        <a:lnTo>
                          <a:pt x="593" y="249"/>
                        </a:lnTo>
                        <a:lnTo>
                          <a:pt x="590" y="249"/>
                        </a:lnTo>
                        <a:lnTo>
                          <a:pt x="587" y="250"/>
                        </a:lnTo>
                        <a:lnTo>
                          <a:pt x="586" y="249"/>
                        </a:lnTo>
                        <a:lnTo>
                          <a:pt x="583" y="249"/>
                        </a:lnTo>
                        <a:lnTo>
                          <a:pt x="579" y="249"/>
                        </a:lnTo>
                        <a:lnTo>
                          <a:pt x="579" y="246"/>
                        </a:lnTo>
                        <a:lnTo>
                          <a:pt x="583" y="243"/>
                        </a:lnTo>
                        <a:lnTo>
                          <a:pt x="586" y="240"/>
                        </a:lnTo>
                        <a:lnTo>
                          <a:pt x="584" y="240"/>
                        </a:lnTo>
                        <a:lnTo>
                          <a:pt x="582" y="242"/>
                        </a:lnTo>
                        <a:lnTo>
                          <a:pt x="579" y="243"/>
                        </a:lnTo>
                        <a:lnTo>
                          <a:pt x="578" y="240"/>
                        </a:lnTo>
                        <a:lnTo>
                          <a:pt x="576" y="242"/>
                        </a:lnTo>
                        <a:lnTo>
                          <a:pt x="576" y="245"/>
                        </a:lnTo>
                        <a:lnTo>
                          <a:pt x="572" y="247"/>
                        </a:lnTo>
                        <a:lnTo>
                          <a:pt x="571" y="249"/>
                        </a:lnTo>
                        <a:lnTo>
                          <a:pt x="568" y="249"/>
                        </a:lnTo>
                        <a:lnTo>
                          <a:pt x="565" y="247"/>
                        </a:lnTo>
                        <a:lnTo>
                          <a:pt x="565" y="245"/>
                        </a:lnTo>
                        <a:lnTo>
                          <a:pt x="567" y="243"/>
                        </a:lnTo>
                        <a:lnTo>
                          <a:pt x="564" y="243"/>
                        </a:lnTo>
                        <a:lnTo>
                          <a:pt x="563" y="242"/>
                        </a:lnTo>
                        <a:lnTo>
                          <a:pt x="563" y="246"/>
                        </a:lnTo>
                        <a:lnTo>
                          <a:pt x="561" y="247"/>
                        </a:lnTo>
                        <a:lnTo>
                          <a:pt x="559" y="246"/>
                        </a:lnTo>
                        <a:lnTo>
                          <a:pt x="559" y="242"/>
                        </a:lnTo>
                        <a:lnTo>
                          <a:pt x="554" y="240"/>
                        </a:lnTo>
                        <a:lnTo>
                          <a:pt x="556" y="238"/>
                        </a:lnTo>
                        <a:lnTo>
                          <a:pt x="554" y="238"/>
                        </a:lnTo>
                        <a:lnTo>
                          <a:pt x="554" y="240"/>
                        </a:lnTo>
                        <a:lnTo>
                          <a:pt x="552" y="240"/>
                        </a:lnTo>
                        <a:lnTo>
                          <a:pt x="549" y="236"/>
                        </a:lnTo>
                        <a:lnTo>
                          <a:pt x="545" y="232"/>
                        </a:lnTo>
                        <a:lnTo>
                          <a:pt x="545" y="231"/>
                        </a:lnTo>
                        <a:lnTo>
                          <a:pt x="548" y="231"/>
                        </a:lnTo>
                        <a:lnTo>
                          <a:pt x="548" y="228"/>
                        </a:lnTo>
                        <a:lnTo>
                          <a:pt x="546" y="227"/>
                        </a:lnTo>
                        <a:lnTo>
                          <a:pt x="552" y="223"/>
                        </a:lnTo>
                        <a:lnTo>
                          <a:pt x="554" y="223"/>
                        </a:lnTo>
                        <a:lnTo>
                          <a:pt x="557" y="223"/>
                        </a:lnTo>
                        <a:lnTo>
                          <a:pt x="561" y="223"/>
                        </a:lnTo>
                        <a:lnTo>
                          <a:pt x="565" y="226"/>
                        </a:lnTo>
                        <a:lnTo>
                          <a:pt x="568" y="226"/>
                        </a:lnTo>
                        <a:lnTo>
                          <a:pt x="571" y="224"/>
                        </a:lnTo>
                        <a:lnTo>
                          <a:pt x="575" y="224"/>
                        </a:lnTo>
                        <a:lnTo>
                          <a:pt x="578" y="221"/>
                        </a:lnTo>
                        <a:lnTo>
                          <a:pt x="575" y="220"/>
                        </a:lnTo>
                        <a:lnTo>
                          <a:pt x="573" y="219"/>
                        </a:lnTo>
                        <a:lnTo>
                          <a:pt x="571" y="219"/>
                        </a:lnTo>
                        <a:lnTo>
                          <a:pt x="568" y="220"/>
                        </a:lnTo>
                        <a:lnTo>
                          <a:pt x="564" y="217"/>
                        </a:lnTo>
                        <a:lnTo>
                          <a:pt x="560" y="217"/>
                        </a:lnTo>
                        <a:lnTo>
                          <a:pt x="560" y="217"/>
                        </a:lnTo>
                        <a:lnTo>
                          <a:pt x="564" y="213"/>
                        </a:lnTo>
                        <a:lnTo>
                          <a:pt x="567" y="209"/>
                        </a:lnTo>
                        <a:lnTo>
                          <a:pt x="569" y="209"/>
                        </a:lnTo>
                        <a:lnTo>
                          <a:pt x="572" y="209"/>
                        </a:lnTo>
                        <a:lnTo>
                          <a:pt x="578" y="208"/>
                        </a:lnTo>
                        <a:lnTo>
                          <a:pt x="583" y="209"/>
                        </a:lnTo>
                        <a:lnTo>
                          <a:pt x="587" y="209"/>
                        </a:lnTo>
                        <a:lnTo>
                          <a:pt x="588" y="209"/>
                        </a:lnTo>
                        <a:lnTo>
                          <a:pt x="587" y="208"/>
                        </a:lnTo>
                        <a:lnTo>
                          <a:pt x="586" y="208"/>
                        </a:lnTo>
                        <a:lnTo>
                          <a:pt x="583" y="207"/>
                        </a:lnTo>
                        <a:lnTo>
                          <a:pt x="580" y="207"/>
                        </a:lnTo>
                        <a:lnTo>
                          <a:pt x="573" y="204"/>
                        </a:lnTo>
                        <a:lnTo>
                          <a:pt x="572" y="202"/>
                        </a:lnTo>
                        <a:lnTo>
                          <a:pt x="575" y="200"/>
                        </a:lnTo>
                        <a:lnTo>
                          <a:pt x="578" y="197"/>
                        </a:lnTo>
                        <a:lnTo>
                          <a:pt x="579" y="196"/>
                        </a:lnTo>
                        <a:lnTo>
                          <a:pt x="580" y="196"/>
                        </a:lnTo>
                        <a:lnTo>
                          <a:pt x="584" y="194"/>
                        </a:lnTo>
                        <a:lnTo>
                          <a:pt x="587" y="194"/>
                        </a:lnTo>
                        <a:lnTo>
                          <a:pt x="587" y="196"/>
                        </a:lnTo>
                        <a:lnTo>
                          <a:pt x="590" y="196"/>
                        </a:lnTo>
                        <a:lnTo>
                          <a:pt x="593" y="198"/>
                        </a:lnTo>
                        <a:lnTo>
                          <a:pt x="595" y="198"/>
                        </a:lnTo>
                        <a:lnTo>
                          <a:pt x="594" y="196"/>
                        </a:lnTo>
                        <a:lnTo>
                          <a:pt x="591" y="194"/>
                        </a:lnTo>
                        <a:lnTo>
                          <a:pt x="590" y="192"/>
                        </a:lnTo>
                        <a:lnTo>
                          <a:pt x="588" y="190"/>
                        </a:lnTo>
                        <a:lnTo>
                          <a:pt x="591" y="189"/>
                        </a:lnTo>
                        <a:lnTo>
                          <a:pt x="598" y="187"/>
                        </a:lnTo>
                        <a:lnTo>
                          <a:pt x="601" y="187"/>
                        </a:lnTo>
                        <a:lnTo>
                          <a:pt x="605" y="187"/>
                        </a:lnTo>
                        <a:lnTo>
                          <a:pt x="607" y="190"/>
                        </a:lnTo>
                        <a:lnTo>
                          <a:pt x="609" y="194"/>
                        </a:lnTo>
                        <a:lnTo>
                          <a:pt x="607" y="196"/>
                        </a:lnTo>
                        <a:lnTo>
                          <a:pt x="605" y="200"/>
                        </a:lnTo>
                        <a:lnTo>
                          <a:pt x="606" y="201"/>
                        </a:lnTo>
                        <a:lnTo>
                          <a:pt x="612" y="201"/>
                        </a:lnTo>
                        <a:lnTo>
                          <a:pt x="613" y="200"/>
                        </a:lnTo>
                        <a:lnTo>
                          <a:pt x="614" y="201"/>
                        </a:lnTo>
                        <a:lnTo>
                          <a:pt x="617" y="201"/>
                        </a:lnTo>
                        <a:lnTo>
                          <a:pt x="617" y="202"/>
                        </a:lnTo>
                        <a:lnTo>
                          <a:pt x="617" y="205"/>
                        </a:lnTo>
                        <a:lnTo>
                          <a:pt x="620" y="207"/>
                        </a:lnTo>
                        <a:lnTo>
                          <a:pt x="620" y="208"/>
                        </a:lnTo>
                        <a:lnTo>
                          <a:pt x="617" y="209"/>
                        </a:lnTo>
                        <a:lnTo>
                          <a:pt x="617" y="211"/>
                        </a:lnTo>
                        <a:lnTo>
                          <a:pt x="618" y="215"/>
                        </a:lnTo>
                        <a:lnTo>
                          <a:pt x="620" y="220"/>
                        </a:lnTo>
                        <a:lnTo>
                          <a:pt x="618" y="223"/>
                        </a:lnTo>
                        <a:lnTo>
                          <a:pt x="616" y="221"/>
                        </a:lnTo>
                        <a:lnTo>
                          <a:pt x="613" y="223"/>
                        </a:lnTo>
                        <a:lnTo>
                          <a:pt x="613" y="224"/>
                        </a:lnTo>
                        <a:lnTo>
                          <a:pt x="616" y="223"/>
                        </a:lnTo>
                        <a:lnTo>
                          <a:pt x="620" y="224"/>
                        </a:lnTo>
                        <a:lnTo>
                          <a:pt x="621" y="224"/>
                        </a:lnTo>
                        <a:lnTo>
                          <a:pt x="620" y="231"/>
                        </a:lnTo>
                        <a:lnTo>
                          <a:pt x="617" y="232"/>
                        </a:lnTo>
                        <a:lnTo>
                          <a:pt x="617" y="238"/>
                        </a:lnTo>
                        <a:lnTo>
                          <a:pt x="618" y="239"/>
                        </a:lnTo>
                        <a:lnTo>
                          <a:pt x="621" y="238"/>
                        </a:lnTo>
                        <a:lnTo>
                          <a:pt x="624" y="235"/>
                        </a:lnTo>
                        <a:lnTo>
                          <a:pt x="624" y="236"/>
                        </a:lnTo>
                        <a:lnTo>
                          <a:pt x="625" y="239"/>
                        </a:lnTo>
                        <a:lnTo>
                          <a:pt x="628" y="239"/>
                        </a:lnTo>
                        <a:lnTo>
                          <a:pt x="629" y="239"/>
                        </a:lnTo>
                        <a:lnTo>
                          <a:pt x="635" y="240"/>
                        </a:lnTo>
                        <a:lnTo>
                          <a:pt x="637" y="243"/>
                        </a:lnTo>
                        <a:lnTo>
                          <a:pt x="639" y="243"/>
                        </a:lnTo>
                        <a:lnTo>
                          <a:pt x="639" y="240"/>
                        </a:lnTo>
                        <a:lnTo>
                          <a:pt x="637" y="240"/>
                        </a:lnTo>
                        <a:lnTo>
                          <a:pt x="641" y="238"/>
                        </a:lnTo>
                        <a:lnTo>
                          <a:pt x="640" y="234"/>
                        </a:lnTo>
                        <a:lnTo>
                          <a:pt x="639" y="231"/>
                        </a:lnTo>
                        <a:lnTo>
                          <a:pt x="639" y="228"/>
                        </a:lnTo>
                        <a:lnTo>
                          <a:pt x="637" y="226"/>
                        </a:lnTo>
                        <a:lnTo>
                          <a:pt x="637" y="224"/>
                        </a:lnTo>
                        <a:lnTo>
                          <a:pt x="640" y="224"/>
                        </a:lnTo>
                        <a:lnTo>
                          <a:pt x="644" y="223"/>
                        </a:lnTo>
                        <a:lnTo>
                          <a:pt x="647" y="223"/>
                        </a:lnTo>
                        <a:lnTo>
                          <a:pt x="648" y="219"/>
                        </a:lnTo>
                        <a:lnTo>
                          <a:pt x="647" y="215"/>
                        </a:lnTo>
                        <a:lnTo>
                          <a:pt x="645" y="213"/>
                        </a:lnTo>
                        <a:lnTo>
                          <a:pt x="645" y="211"/>
                        </a:lnTo>
                        <a:lnTo>
                          <a:pt x="644" y="207"/>
                        </a:lnTo>
                        <a:lnTo>
                          <a:pt x="647" y="204"/>
                        </a:lnTo>
                        <a:lnTo>
                          <a:pt x="648" y="202"/>
                        </a:lnTo>
                        <a:lnTo>
                          <a:pt x="650" y="202"/>
                        </a:lnTo>
                        <a:lnTo>
                          <a:pt x="654" y="202"/>
                        </a:lnTo>
                        <a:lnTo>
                          <a:pt x="652" y="201"/>
                        </a:lnTo>
                        <a:lnTo>
                          <a:pt x="654" y="198"/>
                        </a:lnTo>
                        <a:lnTo>
                          <a:pt x="656" y="197"/>
                        </a:lnTo>
                        <a:lnTo>
                          <a:pt x="663" y="192"/>
                        </a:lnTo>
                        <a:lnTo>
                          <a:pt x="665" y="192"/>
                        </a:lnTo>
                        <a:lnTo>
                          <a:pt x="669" y="194"/>
                        </a:lnTo>
                        <a:lnTo>
                          <a:pt x="669" y="196"/>
                        </a:lnTo>
                        <a:lnTo>
                          <a:pt x="670" y="197"/>
                        </a:lnTo>
                        <a:lnTo>
                          <a:pt x="669" y="200"/>
                        </a:lnTo>
                        <a:lnTo>
                          <a:pt x="666" y="200"/>
                        </a:lnTo>
                        <a:lnTo>
                          <a:pt x="665" y="201"/>
                        </a:lnTo>
                        <a:lnTo>
                          <a:pt x="665" y="204"/>
                        </a:lnTo>
                        <a:lnTo>
                          <a:pt x="663" y="207"/>
                        </a:lnTo>
                        <a:lnTo>
                          <a:pt x="663" y="209"/>
                        </a:lnTo>
                        <a:lnTo>
                          <a:pt x="665" y="211"/>
                        </a:lnTo>
                        <a:lnTo>
                          <a:pt x="665" y="217"/>
                        </a:lnTo>
                        <a:lnTo>
                          <a:pt x="663" y="219"/>
                        </a:lnTo>
                        <a:lnTo>
                          <a:pt x="662" y="219"/>
                        </a:lnTo>
                        <a:lnTo>
                          <a:pt x="658" y="223"/>
                        </a:lnTo>
                        <a:lnTo>
                          <a:pt x="655" y="224"/>
                        </a:lnTo>
                        <a:lnTo>
                          <a:pt x="655" y="226"/>
                        </a:lnTo>
                        <a:lnTo>
                          <a:pt x="656" y="226"/>
                        </a:lnTo>
                        <a:lnTo>
                          <a:pt x="659" y="224"/>
                        </a:lnTo>
                        <a:lnTo>
                          <a:pt x="663" y="224"/>
                        </a:lnTo>
                        <a:lnTo>
                          <a:pt x="665" y="226"/>
                        </a:lnTo>
                        <a:lnTo>
                          <a:pt x="662" y="230"/>
                        </a:lnTo>
                        <a:lnTo>
                          <a:pt x="658" y="232"/>
                        </a:lnTo>
                        <a:lnTo>
                          <a:pt x="654" y="235"/>
                        </a:lnTo>
                        <a:lnTo>
                          <a:pt x="652" y="238"/>
                        </a:lnTo>
                        <a:lnTo>
                          <a:pt x="654" y="239"/>
                        </a:lnTo>
                        <a:lnTo>
                          <a:pt x="655" y="236"/>
                        </a:lnTo>
                        <a:lnTo>
                          <a:pt x="660" y="234"/>
                        </a:lnTo>
                        <a:lnTo>
                          <a:pt x="662" y="232"/>
                        </a:lnTo>
                        <a:lnTo>
                          <a:pt x="665" y="232"/>
                        </a:lnTo>
                        <a:lnTo>
                          <a:pt x="667" y="234"/>
                        </a:lnTo>
                        <a:lnTo>
                          <a:pt x="667" y="238"/>
                        </a:lnTo>
                        <a:lnTo>
                          <a:pt x="665" y="242"/>
                        </a:lnTo>
                        <a:lnTo>
                          <a:pt x="666" y="243"/>
                        </a:lnTo>
                        <a:lnTo>
                          <a:pt x="669" y="240"/>
                        </a:lnTo>
                        <a:lnTo>
                          <a:pt x="670" y="240"/>
                        </a:lnTo>
                        <a:lnTo>
                          <a:pt x="671" y="239"/>
                        </a:lnTo>
                        <a:lnTo>
                          <a:pt x="670" y="238"/>
                        </a:lnTo>
                        <a:lnTo>
                          <a:pt x="673" y="235"/>
                        </a:lnTo>
                        <a:lnTo>
                          <a:pt x="673" y="232"/>
                        </a:lnTo>
                        <a:lnTo>
                          <a:pt x="677" y="230"/>
                        </a:lnTo>
                        <a:lnTo>
                          <a:pt x="678" y="230"/>
                        </a:lnTo>
                        <a:lnTo>
                          <a:pt x="682" y="231"/>
                        </a:lnTo>
                        <a:lnTo>
                          <a:pt x="684" y="236"/>
                        </a:lnTo>
                        <a:lnTo>
                          <a:pt x="685" y="238"/>
                        </a:lnTo>
                        <a:lnTo>
                          <a:pt x="685" y="242"/>
                        </a:lnTo>
                        <a:lnTo>
                          <a:pt x="681" y="249"/>
                        </a:lnTo>
                        <a:lnTo>
                          <a:pt x="677" y="251"/>
                        </a:lnTo>
                        <a:lnTo>
                          <a:pt x="674" y="253"/>
                        </a:lnTo>
                        <a:lnTo>
                          <a:pt x="673" y="253"/>
                        </a:lnTo>
                        <a:lnTo>
                          <a:pt x="673" y="254"/>
                        </a:lnTo>
                        <a:lnTo>
                          <a:pt x="673" y="257"/>
                        </a:lnTo>
                        <a:lnTo>
                          <a:pt x="670" y="261"/>
                        </a:lnTo>
                        <a:lnTo>
                          <a:pt x="667" y="261"/>
                        </a:lnTo>
                        <a:lnTo>
                          <a:pt x="665" y="262"/>
                        </a:lnTo>
                        <a:lnTo>
                          <a:pt x="665" y="265"/>
                        </a:lnTo>
                        <a:lnTo>
                          <a:pt x="663" y="266"/>
                        </a:lnTo>
                        <a:lnTo>
                          <a:pt x="662" y="266"/>
                        </a:lnTo>
                        <a:lnTo>
                          <a:pt x="660" y="268"/>
                        </a:lnTo>
                        <a:lnTo>
                          <a:pt x="660" y="269"/>
                        </a:lnTo>
                        <a:lnTo>
                          <a:pt x="659" y="269"/>
                        </a:lnTo>
                        <a:lnTo>
                          <a:pt x="658" y="268"/>
                        </a:lnTo>
                        <a:lnTo>
                          <a:pt x="655" y="269"/>
                        </a:lnTo>
                        <a:lnTo>
                          <a:pt x="652" y="268"/>
                        </a:lnTo>
                        <a:lnTo>
                          <a:pt x="648" y="270"/>
                        </a:lnTo>
                        <a:lnTo>
                          <a:pt x="644" y="272"/>
                        </a:lnTo>
                        <a:lnTo>
                          <a:pt x="641" y="270"/>
                        </a:lnTo>
                        <a:lnTo>
                          <a:pt x="640" y="268"/>
                        </a:lnTo>
                        <a:lnTo>
                          <a:pt x="641" y="265"/>
                        </a:lnTo>
                        <a:lnTo>
                          <a:pt x="641" y="264"/>
                        </a:lnTo>
                        <a:lnTo>
                          <a:pt x="640" y="264"/>
                        </a:lnTo>
                        <a:lnTo>
                          <a:pt x="637" y="265"/>
                        </a:lnTo>
                        <a:lnTo>
                          <a:pt x="637" y="266"/>
                        </a:lnTo>
                        <a:lnTo>
                          <a:pt x="635" y="268"/>
                        </a:lnTo>
                        <a:lnTo>
                          <a:pt x="631" y="266"/>
                        </a:lnTo>
                        <a:lnTo>
                          <a:pt x="631" y="265"/>
                        </a:lnTo>
                        <a:lnTo>
                          <a:pt x="632" y="264"/>
                        </a:lnTo>
                        <a:lnTo>
                          <a:pt x="632" y="261"/>
                        </a:lnTo>
                        <a:lnTo>
                          <a:pt x="629" y="261"/>
                        </a:lnTo>
                        <a:lnTo>
                          <a:pt x="629" y="262"/>
                        </a:lnTo>
                        <a:lnTo>
                          <a:pt x="628" y="264"/>
                        </a:lnTo>
                        <a:lnTo>
                          <a:pt x="625" y="264"/>
                        </a:lnTo>
                        <a:lnTo>
                          <a:pt x="621" y="265"/>
                        </a:lnTo>
                        <a:lnTo>
                          <a:pt x="620" y="266"/>
                        </a:lnTo>
                        <a:lnTo>
                          <a:pt x="617" y="266"/>
                        </a:lnTo>
                        <a:lnTo>
                          <a:pt x="616" y="265"/>
                        </a:lnTo>
                        <a:lnTo>
                          <a:pt x="613" y="266"/>
                        </a:lnTo>
                        <a:lnTo>
                          <a:pt x="610" y="265"/>
                        </a:lnTo>
                        <a:lnTo>
                          <a:pt x="609" y="266"/>
                        </a:lnTo>
                        <a:lnTo>
                          <a:pt x="607" y="266"/>
                        </a:lnTo>
                        <a:lnTo>
                          <a:pt x="605" y="268"/>
                        </a:lnTo>
                        <a:lnTo>
                          <a:pt x="605" y="269"/>
                        </a:lnTo>
                        <a:lnTo>
                          <a:pt x="603" y="270"/>
                        </a:lnTo>
                        <a:lnTo>
                          <a:pt x="601" y="270"/>
                        </a:lnTo>
                        <a:lnTo>
                          <a:pt x="599" y="272"/>
                        </a:lnTo>
                        <a:lnTo>
                          <a:pt x="597" y="273"/>
                        </a:lnTo>
                        <a:lnTo>
                          <a:pt x="595" y="273"/>
                        </a:lnTo>
                        <a:lnTo>
                          <a:pt x="593" y="274"/>
                        </a:lnTo>
                        <a:lnTo>
                          <a:pt x="590" y="274"/>
                        </a:lnTo>
                        <a:lnTo>
                          <a:pt x="588" y="272"/>
                        </a:lnTo>
                        <a:lnTo>
                          <a:pt x="584" y="273"/>
                        </a:lnTo>
                        <a:lnTo>
                          <a:pt x="580" y="273"/>
                        </a:lnTo>
                        <a:lnTo>
                          <a:pt x="576" y="273"/>
                        </a:lnTo>
                        <a:lnTo>
                          <a:pt x="572" y="272"/>
                        </a:lnTo>
                        <a:lnTo>
                          <a:pt x="569" y="270"/>
                        </a:lnTo>
                        <a:lnTo>
                          <a:pt x="567" y="268"/>
                        </a:lnTo>
                        <a:lnTo>
                          <a:pt x="564" y="265"/>
                        </a:lnTo>
                        <a:lnTo>
                          <a:pt x="564" y="265"/>
                        </a:lnTo>
                        <a:close/>
                        <a:moveTo>
                          <a:pt x="396" y="355"/>
                        </a:moveTo>
                        <a:lnTo>
                          <a:pt x="396" y="349"/>
                        </a:lnTo>
                        <a:lnTo>
                          <a:pt x="397" y="344"/>
                        </a:lnTo>
                        <a:lnTo>
                          <a:pt x="396" y="341"/>
                        </a:lnTo>
                        <a:lnTo>
                          <a:pt x="397" y="337"/>
                        </a:lnTo>
                        <a:lnTo>
                          <a:pt x="397" y="333"/>
                        </a:lnTo>
                        <a:lnTo>
                          <a:pt x="396" y="331"/>
                        </a:lnTo>
                        <a:lnTo>
                          <a:pt x="393" y="325"/>
                        </a:lnTo>
                        <a:lnTo>
                          <a:pt x="397" y="325"/>
                        </a:lnTo>
                        <a:lnTo>
                          <a:pt x="397" y="323"/>
                        </a:lnTo>
                        <a:lnTo>
                          <a:pt x="391" y="323"/>
                        </a:lnTo>
                        <a:lnTo>
                          <a:pt x="387" y="321"/>
                        </a:lnTo>
                        <a:lnTo>
                          <a:pt x="387" y="319"/>
                        </a:lnTo>
                        <a:lnTo>
                          <a:pt x="389" y="319"/>
                        </a:lnTo>
                        <a:lnTo>
                          <a:pt x="391" y="318"/>
                        </a:lnTo>
                        <a:lnTo>
                          <a:pt x="396" y="315"/>
                        </a:lnTo>
                        <a:lnTo>
                          <a:pt x="396" y="314"/>
                        </a:lnTo>
                        <a:lnTo>
                          <a:pt x="398" y="314"/>
                        </a:lnTo>
                        <a:lnTo>
                          <a:pt x="400" y="311"/>
                        </a:lnTo>
                        <a:lnTo>
                          <a:pt x="402" y="310"/>
                        </a:lnTo>
                        <a:lnTo>
                          <a:pt x="404" y="306"/>
                        </a:lnTo>
                        <a:lnTo>
                          <a:pt x="409" y="304"/>
                        </a:lnTo>
                        <a:lnTo>
                          <a:pt x="409" y="303"/>
                        </a:lnTo>
                        <a:lnTo>
                          <a:pt x="412" y="303"/>
                        </a:lnTo>
                        <a:lnTo>
                          <a:pt x="415" y="299"/>
                        </a:lnTo>
                        <a:lnTo>
                          <a:pt x="415" y="295"/>
                        </a:lnTo>
                        <a:lnTo>
                          <a:pt x="415" y="296"/>
                        </a:lnTo>
                        <a:lnTo>
                          <a:pt x="423" y="298"/>
                        </a:lnTo>
                        <a:lnTo>
                          <a:pt x="423" y="293"/>
                        </a:lnTo>
                        <a:lnTo>
                          <a:pt x="421" y="289"/>
                        </a:lnTo>
                        <a:lnTo>
                          <a:pt x="421" y="287"/>
                        </a:lnTo>
                        <a:lnTo>
                          <a:pt x="424" y="285"/>
                        </a:lnTo>
                        <a:lnTo>
                          <a:pt x="431" y="281"/>
                        </a:lnTo>
                        <a:lnTo>
                          <a:pt x="434" y="277"/>
                        </a:lnTo>
                        <a:lnTo>
                          <a:pt x="439" y="276"/>
                        </a:lnTo>
                        <a:lnTo>
                          <a:pt x="440" y="273"/>
                        </a:lnTo>
                        <a:lnTo>
                          <a:pt x="444" y="269"/>
                        </a:lnTo>
                        <a:lnTo>
                          <a:pt x="447" y="269"/>
                        </a:lnTo>
                        <a:lnTo>
                          <a:pt x="450" y="266"/>
                        </a:lnTo>
                        <a:lnTo>
                          <a:pt x="447" y="264"/>
                        </a:lnTo>
                        <a:lnTo>
                          <a:pt x="449" y="258"/>
                        </a:lnTo>
                        <a:lnTo>
                          <a:pt x="449" y="254"/>
                        </a:lnTo>
                        <a:lnTo>
                          <a:pt x="450" y="251"/>
                        </a:lnTo>
                        <a:lnTo>
                          <a:pt x="449" y="250"/>
                        </a:lnTo>
                        <a:lnTo>
                          <a:pt x="450" y="249"/>
                        </a:lnTo>
                        <a:lnTo>
                          <a:pt x="454" y="247"/>
                        </a:lnTo>
                        <a:lnTo>
                          <a:pt x="457" y="247"/>
                        </a:lnTo>
                        <a:lnTo>
                          <a:pt x="465" y="247"/>
                        </a:lnTo>
                        <a:lnTo>
                          <a:pt x="466" y="247"/>
                        </a:lnTo>
                        <a:lnTo>
                          <a:pt x="476" y="247"/>
                        </a:lnTo>
                        <a:lnTo>
                          <a:pt x="482" y="245"/>
                        </a:lnTo>
                        <a:lnTo>
                          <a:pt x="491" y="247"/>
                        </a:lnTo>
                        <a:lnTo>
                          <a:pt x="489" y="250"/>
                        </a:lnTo>
                        <a:lnTo>
                          <a:pt x="492" y="251"/>
                        </a:lnTo>
                        <a:lnTo>
                          <a:pt x="493" y="255"/>
                        </a:lnTo>
                        <a:lnTo>
                          <a:pt x="500" y="259"/>
                        </a:lnTo>
                        <a:lnTo>
                          <a:pt x="501" y="261"/>
                        </a:lnTo>
                        <a:lnTo>
                          <a:pt x="499" y="264"/>
                        </a:lnTo>
                        <a:lnTo>
                          <a:pt x="501" y="262"/>
                        </a:lnTo>
                        <a:lnTo>
                          <a:pt x="504" y="261"/>
                        </a:lnTo>
                        <a:lnTo>
                          <a:pt x="507" y="264"/>
                        </a:lnTo>
                        <a:lnTo>
                          <a:pt x="506" y="266"/>
                        </a:lnTo>
                        <a:lnTo>
                          <a:pt x="501" y="270"/>
                        </a:lnTo>
                        <a:lnTo>
                          <a:pt x="503" y="272"/>
                        </a:lnTo>
                        <a:lnTo>
                          <a:pt x="508" y="269"/>
                        </a:lnTo>
                        <a:lnTo>
                          <a:pt x="508" y="266"/>
                        </a:lnTo>
                        <a:lnTo>
                          <a:pt x="510" y="264"/>
                        </a:lnTo>
                        <a:lnTo>
                          <a:pt x="514" y="264"/>
                        </a:lnTo>
                        <a:lnTo>
                          <a:pt x="518" y="264"/>
                        </a:lnTo>
                        <a:lnTo>
                          <a:pt x="519" y="264"/>
                        </a:lnTo>
                        <a:lnTo>
                          <a:pt x="521" y="266"/>
                        </a:lnTo>
                        <a:lnTo>
                          <a:pt x="525" y="272"/>
                        </a:lnTo>
                        <a:lnTo>
                          <a:pt x="526" y="279"/>
                        </a:lnTo>
                        <a:lnTo>
                          <a:pt x="525" y="281"/>
                        </a:lnTo>
                        <a:lnTo>
                          <a:pt x="527" y="287"/>
                        </a:lnTo>
                        <a:lnTo>
                          <a:pt x="526" y="291"/>
                        </a:lnTo>
                        <a:lnTo>
                          <a:pt x="526" y="292"/>
                        </a:lnTo>
                        <a:lnTo>
                          <a:pt x="527" y="293"/>
                        </a:lnTo>
                        <a:lnTo>
                          <a:pt x="527" y="296"/>
                        </a:lnTo>
                        <a:lnTo>
                          <a:pt x="527" y="299"/>
                        </a:lnTo>
                        <a:lnTo>
                          <a:pt x="525" y="303"/>
                        </a:lnTo>
                        <a:lnTo>
                          <a:pt x="519" y="303"/>
                        </a:lnTo>
                        <a:lnTo>
                          <a:pt x="518" y="306"/>
                        </a:lnTo>
                        <a:lnTo>
                          <a:pt x="511" y="306"/>
                        </a:lnTo>
                        <a:lnTo>
                          <a:pt x="507" y="306"/>
                        </a:lnTo>
                        <a:lnTo>
                          <a:pt x="500" y="308"/>
                        </a:lnTo>
                        <a:lnTo>
                          <a:pt x="495" y="310"/>
                        </a:lnTo>
                        <a:lnTo>
                          <a:pt x="488" y="312"/>
                        </a:lnTo>
                        <a:lnTo>
                          <a:pt x="487" y="312"/>
                        </a:lnTo>
                        <a:lnTo>
                          <a:pt x="482" y="314"/>
                        </a:lnTo>
                        <a:lnTo>
                          <a:pt x="478" y="314"/>
                        </a:lnTo>
                        <a:lnTo>
                          <a:pt x="476" y="315"/>
                        </a:lnTo>
                        <a:lnTo>
                          <a:pt x="474" y="314"/>
                        </a:lnTo>
                        <a:lnTo>
                          <a:pt x="473" y="315"/>
                        </a:lnTo>
                        <a:lnTo>
                          <a:pt x="468" y="317"/>
                        </a:lnTo>
                        <a:lnTo>
                          <a:pt x="466" y="319"/>
                        </a:lnTo>
                        <a:lnTo>
                          <a:pt x="463" y="322"/>
                        </a:lnTo>
                        <a:lnTo>
                          <a:pt x="462" y="322"/>
                        </a:lnTo>
                        <a:lnTo>
                          <a:pt x="461" y="326"/>
                        </a:lnTo>
                        <a:lnTo>
                          <a:pt x="458" y="327"/>
                        </a:lnTo>
                        <a:lnTo>
                          <a:pt x="454" y="330"/>
                        </a:lnTo>
                        <a:lnTo>
                          <a:pt x="451" y="330"/>
                        </a:lnTo>
                        <a:lnTo>
                          <a:pt x="449" y="326"/>
                        </a:lnTo>
                        <a:lnTo>
                          <a:pt x="447" y="330"/>
                        </a:lnTo>
                        <a:lnTo>
                          <a:pt x="446" y="333"/>
                        </a:lnTo>
                        <a:lnTo>
                          <a:pt x="443" y="334"/>
                        </a:lnTo>
                        <a:lnTo>
                          <a:pt x="439" y="338"/>
                        </a:lnTo>
                        <a:lnTo>
                          <a:pt x="439" y="340"/>
                        </a:lnTo>
                        <a:lnTo>
                          <a:pt x="435" y="344"/>
                        </a:lnTo>
                        <a:lnTo>
                          <a:pt x="436" y="345"/>
                        </a:lnTo>
                        <a:lnTo>
                          <a:pt x="432" y="349"/>
                        </a:lnTo>
                        <a:lnTo>
                          <a:pt x="429" y="352"/>
                        </a:lnTo>
                        <a:lnTo>
                          <a:pt x="425" y="352"/>
                        </a:lnTo>
                        <a:lnTo>
                          <a:pt x="421" y="353"/>
                        </a:lnTo>
                        <a:lnTo>
                          <a:pt x="419" y="353"/>
                        </a:lnTo>
                        <a:lnTo>
                          <a:pt x="417" y="352"/>
                        </a:lnTo>
                        <a:lnTo>
                          <a:pt x="420" y="349"/>
                        </a:lnTo>
                        <a:lnTo>
                          <a:pt x="419" y="346"/>
                        </a:lnTo>
                        <a:lnTo>
                          <a:pt x="417" y="345"/>
                        </a:lnTo>
                        <a:lnTo>
                          <a:pt x="416" y="346"/>
                        </a:lnTo>
                        <a:lnTo>
                          <a:pt x="416" y="348"/>
                        </a:lnTo>
                        <a:lnTo>
                          <a:pt x="413" y="349"/>
                        </a:lnTo>
                        <a:lnTo>
                          <a:pt x="409" y="353"/>
                        </a:lnTo>
                        <a:lnTo>
                          <a:pt x="406" y="353"/>
                        </a:lnTo>
                        <a:lnTo>
                          <a:pt x="404" y="353"/>
                        </a:lnTo>
                        <a:lnTo>
                          <a:pt x="401" y="353"/>
                        </a:lnTo>
                        <a:lnTo>
                          <a:pt x="398" y="356"/>
                        </a:lnTo>
                        <a:lnTo>
                          <a:pt x="397" y="356"/>
                        </a:lnTo>
                        <a:lnTo>
                          <a:pt x="394" y="356"/>
                        </a:lnTo>
                        <a:lnTo>
                          <a:pt x="396" y="355"/>
                        </a:lnTo>
                        <a:lnTo>
                          <a:pt x="396" y="355"/>
                        </a:lnTo>
                        <a:close/>
                        <a:moveTo>
                          <a:pt x="757" y="311"/>
                        </a:moveTo>
                        <a:lnTo>
                          <a:pt x="758" y="312"/>
                        </a:lnTo>
                        <a:lnTo>
                          <a:pt x="758" y="314"/>
                        </a:lnTo>
                        <a:lnTo>
                          <a:pt x="758" y="317"/>
                        </a:lnTo>
                        <a:lnTo>
                          <a:pt x="757" y="318"/>
                        </a:lnTo>
                        <a:lnTo>
                          <a:pt x="756" y="317"/>
                        </a:lnTo>
                        <a:lnTo>
                          <a:pt x="756" y="312"/>
                        </a:lnTo>
                        <a:lnTo>
                          <a:pt x="757" y="311"/>
                        </a:lnTo>
                        <a:lnTo>
                          <a:pt x="757" y="311"/>
                        </a:lnTo>
                        <a:close/>
                        <a:moveTo>
                          <a:pt x="728" y="312"/>
                        </a:moveTo>
                        <a:lnTo>
                          <a:pt x="731" y="308"/>
                        </a:lnTo>
                        <a:lnTo>
                          <a:pt x="734" y="307"/>
                        </a:lnTo>
                        <a:lnTo>
                          <a:pt x="735" y="308"/>
                        </a:lnTo>
                        <a:lnTo>
                          <a:pt x="735" y="311"/>
                        </a:lnTo>
                        <a:lnTo>
                          <a:pt x="732" y="311"/>
                        </a:lnTo>
                        <a:lnTo>
                          <a:pt x="731" y="312"/>
                        </a:lnTo>
                        <a:lnTo>
                          <a:pt x="728" y="312"/>
                        </a:lnTo>
                        <a:lnTo>
                          <a:pt x="728" y="312"/>
                        </a:lnTo>
                        <a:close/>
                        <a:moveTo>
                          <a:pt x="701" y="327"/>
                        </a:moveTo>
                        <a:lnTo>
                          <a:pt x="703" y="329"/>
                        </a:lnTo>
                        <a:lnTo>
                          <a:pt x="707" y="330"/>
                        </a:lnTo>
                        <a:lnTo>
                          <a:pt x="711" y="333"/>
                        </a:lnTo>
                        <a:lnTo>
                          <a:pt x="711" y="331"/>
                        </a:lnTo>
                        <a:lnTo>
                          <a:pt x="713" y="333"/>
                        </a:lnTo>
                        <a:lnTo>
                          <a:pt x="718" y="330"/>
                        </a:lnTo>
                        <a:lnTo>
                          <a:pt x="719" y="331"/>
                        </a:lnTo>
                        <a:lnTo>
                          <a:pt x="722" y="331"/>
                        </a:lnTo>
                        <a:lnTo>
                          <a:pt x="723" y="329"/>
                        </a:lnTo>
                        <a:lnTo>
                          <a:pt x="727" y="329"/>
                        </a:lnTo>
                        <a:lnTo>
                          <a:pt x="727" y="327"/>
                        </a:lnTo>
                        <a:lnTo>
                          <a:pt x="723" y="325"/>
                        </a:lnTo>
                        <a:lnTo>
                          <a:pt x="720" y="326"/>
                        </a:lnTo>
                        <a:lnTo>
                          <a:pt x="718" y="326"/>
                        </a:lnTo>
                        <a:lnTo>
                          <a:pt x="716" y="326"/>
                        </a:lnTo>
                        <a:lnTo>
                          <a:pt x="712" y="327"/>
                        </a:lnTo>
                        <a:lnTo>
                          <a:pt x="709" y="325"/>
                        </a:lnTo>
                        <a:lnTo>
                          <a:pt x="707" y="327"/>
                        </a:lnTo>
                        <a:lnTo>
                          <a:pt x="703" y="327"/>
                        </a:lnTo>
                        <a:lnTo>
                          <a:pt x="701" y="327"/>
                        </a:lnTo>
                        <a:lnTo>
                          <a:pt x="701" y="327"/>
                        </a:lnTo>
                        <a:close/>
                        <a:moveTo>
                          <a:pt x="686" y="427"/>
                        </a:moveTo>
                        <a:lnTo>
                          <a:pt x="685" y="425"/>
                        </a:lnTo>
                        <a:lnTo>
                          <a:pt x="686" y="424"/>
                        </a:lnTo>
                        <a:lnTo>
                          <a:pt x="686" y="424"/>
                        </a:lnTo>
                        <a:lnTo>
                          <a:pt x="686" y="427"/>
                        </a:lnTo>
                        <a:lnTo>
                          <a:pt x="686" y="427"/>
                        </a:lnTo>
                        <a:lnTo>
                          <a:pt x="686" y="427"/>
                        </a:lnTo>
                        <a:close/>
                        <a:moveTo>
                          <a:pt x="669" y="424"/>
                        </a:moveTo>
                        <a:lnTo>
                          <a:pt x="667" y="423"/>
                        </a:lnTo>
                        <a:lnTo>
                          <a:pt x="667" y="420"/>
                        </a:lnTo>
                        <a:lnTo>
                          <a:pt x="666" y="418"/>
                        </a:lnTo>
                        <a:lnTo>
                          <a:pt x="665" y="420"/>
                        </a:lnTo>
                        <a:lnTo>
                          <a:pt x="663" y="418"/>
                        </a:lnTo>
                        <a:lnTo>
                          <a:pt x="665" y="416"/>
                        </a:lnTo>
                        <a:lnTo>
                          <a:pt x="663" y="412"/>
                        </a:lnTo>
                        <a:lnTo>
                          <a:pt x="662" y="410"/>
                        </a:lnTo>
                        <a:lnTo>
                          <a:pt x="663" y="408"/>
                        </a:lnTo>
                        <a:lnTo>
                          <a:pt x="663" y="403"/>
                        </a:lnTo>
                        <a:lnTo>
                          <a:pt x="663" y="401"/>
                        </a:lnTo>
                        <a:lnTo>
                          <a:pt x="662" y="401"/>
                        </a:lnTo>
                        <a:lnTo>
                          <a:pt x="660" y="398"/>
                        </a:lnTo>
                        <a:lnTo>
                          <a:pt x="660" y="395"/>
                        </a:lnTo>
                        <a:lnTo>
                          <a:pt x="658" y="393"/>
                        </a:lnTo>
                        <a:lnTo>
                          <a:pt x="658" y="389"/>
                        </a:lnTo>
                        <a:lnTo>
                          <a:pt x="656" y="384"/>
                        </a:lnTo>
                        <a:lnTo>
                          <a:pt x="655" y="384"/>
                        </a:lnTo>
                        <a:lnTo>
                          <a:pt x="654" y="383"/>
                        </a:lnTo>
                        <a:lnTo>
                          <a:pt x="654" y="380"/>
                        </a:lnTo>
                        <a:lnTo>
                          <a:pt x="652" y="379"/>
                        </a:lnTo>
                        <a:lnTo>
                          <a:pt x="651" y="380"/>
                        </a:lnTo>
                        <a:lnTo>
                          <a:pt x="650" y="379"/>
                        </a:lnTo>
                        <a:lnTo>
                          <a:pt x="647" y="380"/>
                        </a:lnTo>
                        <a:lnTo>
                          <a:pt x="645" y="379"/>
                        </a:lnTo>
                        <a:lnTo>
                          <a:pt x="645" y="375"/>
                        </a:lnTo>
                        <a:lnTo>
                          <a:pt x="648" y="374"/>
                        </a:lnTo>
                        <a:lnTo>
                          <a:pt x="650" y="370"/>
                        </a:lnTo>
                        <a:lnTo>
                          <a:pt x="648" y="368"/>
                        </a:lnTo>
                        <a:lnTo>
                          <a:pt x="648" y="367"/>
                        </a:lnTo>
                        <a:lnTo>
                          <a:pt x="648" y="361"/>
                        </a:lnTo>
                        <a:lnTo>
                          <a:pt x="648" y="360"/>
                        </a:lnTo>
                        <a:lnTo>
                          <a:pt x="651" y="356"/>
                        </a:lnTo>
                        <a:lnTo>
                          <a:pt x="654" y="355"/>
                        </a:lnTo>
                        <a:lnTo>
                          <a:pt x="655" y="353"/>
                        </a:lnTo>
                        <a:lnTo>
                          <a:pt x="656" y="352"/>
                        </a:lnTo>
                        <a:lnTo>
                          <a:pt x="658" y="353"/>
                        </a:lnTo>
                        <a:lnTo>
                          <a:pt x="662" y="352"/>
                        </a:lnTo>
                        <a:lnTo>
                          <a:pt x="665" y="353"/>
                        </a:lnTo>
                        <a:lnTo>
                          <a:pt x="665" y="355"/>
                        </a:lnTo>
                        <a:lnTo>
                          <a:pt x="665" y="356"/>
                        </a:lnTo>
                        <a:lnTo>
                          <a:pt x="663" y="356"/>
                        </a:lnTo>
                        <a:lnTo>
                          <a:pt x="663" y="357"/>
                        </a:lnTo>
                        <a:lnTo>
                          <a:pt x="665" y="359"/>
                        </a:lnTo>
                        <a:lnTo>
                          <a:pt x="666" y="360"/>
                        </a:lnTo>
                        <a:lnTo>
                          <a:pt x="665" y="363"/>
                        </a:lnTo>
                        <a:lnTo>
                          <a:pt x="669" y="365"/>
                        </a:lnTo>
                        <a:lnTo>
                          <a:pt x="669" y="368"/>
                        </a:lnTo>
                        <a:lnTo>
                          <a:pt x="670" y="371"/>
                        </a:lnTo>
                        <a:lnTo>
                          <a:pt x="673" y="371"/>
                        </a:lnTo>
                        <a:lnTo>
                          <a:pt x="674" y="371"/>
                        </a:lnTo>
                        <a:lnTo>
                          <a:pt x="674" y="368"/>
                        </a:lnTo>
                        <a:lnTo>
                          <a:pt x="675" y="367"/>
                        </a:lnTo>
                        <a:lnTo>
                          <a:pt x="677" y="364"/>
                        </a:lnTo>
                        <a:lnTo>
                          <a:pt x="677" y="361"/>
                        </a:lnTo>
                        <a:lnTo>
                          <a:pt x="678" y="360"/>
                        </a:lnTo>
                        <a:lnTo>
                          <a:pt x="679" y="359"/>
                        </a:lnTo>
                        <a:lnTo>
                          <a:pt x="678" y="356"/>
                        </a:lnTo>
                        <a:lnTo>
                          <a:pt x="679" y="355"/>
                        </a:lnTo>
                        <a:lnTo>
                          <a:pt x="682" y="353"/>
                        </a:lnTo>
                        <a:lnTo>
                          <a:pt x="684" y="355"/>
                        </a:lnTo>
                        <a:lnTo>
                          <a:pt x="685" y="357"/>
                        </a:lnTo>
                        <a:lnTo>
                          <a:pt x="686" y="357"/>
                        </a:lnTo>
                        <a:lnTo>
                          <a:pt x="686" y="356"/>
                        </a:lnTo>
                        <a:lnTo>
                          <a:pt x="685" y="352"/>
                        </a:lnTo>
                        <a:lnTo>
                          <a:pt x="684" y="349"/>
                        </a:lnTo>
                        <a:lnTo>
                          <a:pt x="684" y="349"/>
                        </a:lnTo>
                        <a:lnTo>
                          <a:pt x="682" y="352"/>
                        </a:lnTo>
                        <a:lnTo>
                          <a:pt x="678" y="352"/>
                        </a:lnTo>
                        <a:lnTo>
                          <a:pt x="675" y="349"/>
                        </a:lnTo>
                        <a:lnTo>
                          <a:pt x="675" y="346"/>
                        </a:lnTo>
                        <a:lnTo>
                          <a:pt x="674" y="344"/>
                        </a:lnTo>
                        <a:lnTo>
                          <a:pt x="674" y="341"/>
                        </a:lnTo>
                        <a:lnTo>
                          <a:pt x="675" y="340"/>
                        </a:lnTo>
                        <a:lnTo>
                          <a:pt x="678" y="340"/>
                        </a:lnTo>
                        <a:lnTo>
                          <a:pt x="678" y="337"/>
                        </a:lnTo>
                        <a:lnTo>
                          <a:pt x="681" y="338"/>
                        </a:lnTo>
                        <a:lnTo>
                          <a:pt x="682" y="341"/>
                        </a:lnTo>
                        <a:lnTo>
                          <a:pt x="682" y="346"/>
                        </a:lnTo>
                        <a:lnTo>
                          <a:pt x="684" y="346"/>
                        </a:lnTo>
                        <a:lnTo>
                          <a:pt x="684" y="344"/>
                        </a:lnTo>
                        <a:lnTo>
                          <a:pt x="685" y="342"/>
                        </a:lnTo>
                        <a:lnTo>
                          <a:pt x="685" y="340"/>
                        </a:lnTo>
                        <a:lnTo>
                          <a:pt x="682" y="338"/>
                        </a:lnTo>
                        <a:lnTo>
                          <a:pt x="682" y="336"/>
                        </a:lnTo>
                        <a:lnTo>
                          <a:pt x="682" y="333"/>
                        </a:lnTo>
                        <a:lnTo>
                          <a:pt x="684" y="331"/>
                        </a:lnTo>
                        <a:lnTo>
                          <a:pt x="684" y="329"/>
                        </a:lnTo>
                        <a:lnTo>
                          <a:pt x="686" y="327"/>
                        </a:lnTo>
                        <a:lnTo>
                          <a:pt x="688" y="329"/>
                        </a:lnTo>
                        <a:lnTo>
                          <a:pt x="689" y="329"/>
                        </a:lnTo>
                        <a:lnTo>
                          <a:pt x="692" y="331"/>
                        </a:lnTo>
                        <a:lnTo>
                          <a:pt x="694" y="333"/>
                        </a:lnTo>
                        <a:lnTo>
                          <a:pt x="696" y="330"/>
                        </a:lnTo>
                        <a:lnTo>
                          <a:pt x="693" y="330"/>
                        </a:lnTo>
                        <a:lnTo>
                          <a:pt x="692" y="329"/>
                        </a:lnTo>
                        <a:lnTo>
                          <a:pt x="693" y="327"/>
                        </a:lnTo>
                        <a:lnTo>
                          <a:pt x="696" y="326"/>
                        </a:lnTo>
                        <a:lnTo>
                          <a:pt x="698" y="326"/>
                        </a:lnTo>
                        <a:lnTo>
                          <a:pt x="700" y="327"/>
                        </a:lnTo>
                        <a:lnTo>
                          <a:pt x="698" y="329"/>
                        </a:lnTo>
                        <a:lnTo>
                          <a:pt x="698" y="330"/>
                        </a:lnTo>
                        <a:lnTo>
                          <a:pt x="701" y="331"/>
                        </a:lnTo>
                        <a:lnTo>
                          <a:pt x="703" y="334"/>
                        </a:lnTo>
                        <a:lnTo>
                          <a:pt x="705" y="334"/>
                        </a:lnTo>
                        <a:lnTo>
                          <a:pt x="708" y="336"/>
                        </a:lnTo>
                        <a:lnTo>
                          <a:pt x="711" y="336"/>
                        </a:lnTo>
                        <a:lnTo>
                          <a:pt x="712" y="334"/>
                        </a:lnTo>
                        <a:lnTo>
                          <a:pt x="715" y="334"/>
                        </a:lnTo>
                        <a:lnTo>
                          <a:pt x="722" y="334"/>
                        </a:lnTo>
                        <a:lnTo>
                          <a:pt x="724" y="337"/>
                        </a:lnTo>
                        <a:lnTo>
                          <a:pt x="726" y="337"/>
                        </a:lnTo>
                        <a:lnTo>
                          <a:pt x="726" y="338"/>
                        </a:lnTo>
                        <a:lnTo>
                          <a:pt x="726" y="340"/>
                        </a:lnTo>
                        <a:lnTo>
                          <a:pt x="726" y="342"/>
                        </a:lnTo>
                        <a:lnTo>
                          <a:pt x="724" y="344"/>
                        </a:lnTo>
                        <a:lnTo>
                          <a:pt x="722" y="346"/>
                        </a:lnTo>
                        <a:lnTo>
                          <a:pt x="719" y="345"/>
                        </a:lnTo>
                        <a:lnTo>
                          <a:pt x="719" y="344"/>
                        </a:lnTo>
                        <a:lnTo>
                          <a:pt x="718" y="345"/>
                        </a:lnTo>
                        <a:lnTo>
                          <a:pt x="716" y="346"/>
                        </a:lnTo>
                        <a:lnTo>
                          <a:pt x="716" y="348"/>
                        </a:lnTo>
                        <a:lnTo>
                          <a:pt x="719" y="349"/>
                        </a:lnTo>
                        <a:lnTo>
                          <a:pt x="718" y="352"/>
                        </a:lnTo>
                        <a:lnTo>
                          <a:pt x="718" y="355"/>
                        </a:lnTo>
                        <a:lnTo>
                          <a:pt x="716" y="356"/>
                        </a:lnTo>
                        <a:lnTo>
                          <a:pt x="715" y="355"/>
                        </a:lnTo>
                        <a:lnTo>
                          <a:pt x="713" y="355"/>
                        </a:lnTo>
                        <a:lnTo>
                          <a:pt x="711" y="356"/>
                        </a:lnTo>
                        <a:lnTo>
                          <a:pt x="709" y="357"/>
                        </a:lnTo>
                        <a:lnTo>
                          <a:pt x="704" y="359"/>
                        </a:lnTo>
                        <a:lnTo>
                          <a:pt x="700" y="361"/>
                        </a:lnTo>
                        <a:lnTo>
                          <a:pt x="698" y="361"/>
                        </a:lnTo>
                        <a:lnTo>
                          <a:pt x="697" y="364"/>
                        </a:lnTo>
                        <a:lnTo>
                          <a:pt x="697" y="367"/>
                        </a:lnTo>
                        <a:lnTo>
                          <a:pt x="698" y="365"/>
                        </a:lnTo>
                        <a:lnTo>
                          <a:pt x="700" y="365"/>
                        </a:lnTo>
                        <a:lnTo>
                          <a:pt x="704" y="364"/>
                        </a:lnTo>
                        <a:lnTo>
                          <a:pt x="705" y="363"/>
                        </a:lnTo>
                        <a:lnTo>
                          <a:pt x="709" y="365"/>
                        </a:lnTo>
                        <a:lnTo>
                          <a:pt x="711" y="368"/>
                        </a:lnTo>
                        <a:lnTo>
                          <a:pt x="709" y="370"/>
                        </a:lnTo>
                        <a:lnTo>
                          <a:pt x="707" y="370"/>
                        </a:lnTo>
                        <a:lnTo>
                          <a:pt x="709" y="371"/>
                        </a:lnTo>
                        <a:lnTo>
                          <a:pt x="709" y="374"/>
                        </a:lnTo>
                        <a:lnTo>
                          <a:pt x="709" y="376"/>
                        </a:lnTo>
                        <a:lnTo>
                          <a:pt x="707" y="378"/>
                        </a:lnTo>
                        <a:lnTo>
                          <a:pt x="707" y="380"/>
                        </a:lnTo>
                        <a:lnTo>
                          <a:pt x="708" y="382"/>
                        </a:lnTo>
                        <a:lnTo>
                          <a:pt x="709" y="378"/>
                        </a:lnTo>
                        <a:lnTo>
                          <a:pt x="712" y="378"/>
                        </a:lnTo>
                        <a:lnTo>
                          <a:pt x="713" y="376"/>
                        </a:lnTo>
                        <a:lnTo>
                          <a:pt x="715" y="376"/>
                        </a:lnTo>
                        <a:lnTo>
                          <a:pt x="713" y="378"/>
                        </a:lnTo>
                        <a:lnTo>
                          <a:pt x="713" y="382"/>
                        </a:lnTo>
                        <a:lnTo>
                          <a:pt x="712" y="386"/>
                        </a:lnTo>
                        <a:lnTo>
                          <a:pt x="712" y="389"/>
                        </a:lnTo>
                        <a:lnTo>
                          <a:pt x="708" y="391"/>
                        </a:lnTo>
                        <a:lnTo>
                          <a:pt x="705" y="391"/>
                        </a:lnTo>
                        <a:lnTo>
                          <a:pt x="705" y="393"/>
                        </a:lnTo>
                        <a:lnTo>
                          <a:pt x="705" y="394"/>
                        </a:lnTo>
                        <a:lnTo>
                          <a:pt x="704" y="398"/>
                        </a:lnTo>
                        <a:lnTo>
                          <a:pt x="703" y="398"/>
                        </a:lnTo>
                        <a:lnTo>
                          <a:pt x="703" y="398"/>
                        </a:lnTo>
                        <a:lnTo>
                          <a:pt x="700" y="398"/>
                        </a:lnTo>
                        <a:lnTo>
                          <a:pt x="700" y="399"/>
                        </a:lnTo>
                        <a:lnTo>
                          <a:pt x="704" y="402"/>
                        </a:lnTo>
                        <a:lnTo>
                          <a:pt x="703" y="403"/>
                        </a:lnTo>
                        <a:lnTo>
                          <a:pt x="700" y="403"/>
                        </a:lnTo>
                        <a:lnTo>
                          <a:pt x="703" y="406"/>
                        </a:lnTo>
                        <a:lnTo>
                          <a:pt x="698" y="409"/>
                        </a:lnTo>
                        <a:lnTo>
                          <a:pt x="697" y="408"/>
                        </a:lnTo>
                        <a:lnTo>
                          <a:pt x="696" y="409"/>
                        </a:lnTo>
                        <a:lnTo>
                          <a:pt x="693" y="409"/>
                        </a:lnTo>
                        <a:lnTo>
                          <a:pt x="690" y="410"/>
                        </a:lnTo>
                        <a:lnTo>
                          <a:pt x="690" y="413"/>
                        </a:lnTo>
                        <a:lnTo>
                          <a:pt x="686" y="413"/>
                        </a:lnTo>
                        <a:lnTo>
                          <a:pt x="682" y="412"/>
                        </a:lnTo>
                        <a:lnTo>
                          <a:pt x="679" y="413"/>
                        </a:lnTo>
                        <a:lnTo>
                          <a:pt x="678" y="412"/>
                        </a:lnTo>
                        <a:lnTo>
                          <a:pt x="677" y="406"/>
                        </a:lnTo>
                        <a:lnTo>
                          <a:pt x="679" y="403"/>
                        </a:lnTo>
                        <a:lnTo>
                          <a:pt x="679" y="401"/>
                        </a:lnTo>
                        <a:lnTo>
                          <a:pt x="675" y="406"/>
                        </a:lnTo>
                        <a:lnTo>
                          <a:pt x="674" y="409"/>
                        </a:lnTo>
                        <a:lnTo>
                          <a:pt x="677" y="414"/>
                        </a:lnTo>
                        <a:lnTo>
                          <a:pt x="678" y="416"/>
                        </a:lnTo>
                        <a:lnTo>
                          <a:pt x="677" y="417"/>
                        </a:lnTo>
                        <a:lnTo>
                          <a:pt x="674" y="420"/>
                        </a:lnTo>
                        <a:lnTo>
                          <a:pt x="673" y="423"/>
                        </a:lnTo>
                        <a:lnTo>
                          <a:pt x="673" y="423"/>
                        </a:lnTo>
                        <a:lnTo>
                          <a:pt x="669" y="424"/>
                        </a:lnTo>
                        <a:lnTo>
                          <a:pt x="669" y="424"/>
                        </a:lnTo>
                        <a:close/>
                        <a:moveTo>
                          <a:pt x="716" y="357"/>
                        </a:moveTo>
                        <a:lnTo>
                          <a:pt x="716" y="359"/>
                        </a:lnTo>
                        <a:lnTo>
                          <a:pt x="718" y="359"/>
                        </a:lnTo>
                        <a:lnTo>
                          <a:pt x="719" y="357"/>
                        </a:lnTo>
                        <a:lnTo>
                          <a:pt x="716" y="357"/>
                        </a:lnTo>
                        <a:lnTo>
                          <a:pt x="716" y="357"/>
                        </a:lnTo>
                        <a:close/>
                        <a:moveTo>
                          <a:pt x="715" y="370"/>
                        </a:moveTo>
                        <a:lnTo>
                          <a:pt x="716" y="370"/>
                        </a:lnTo>
                        <a:lnTo>
                          <a:pt x="719" y="365"/>
                        </a:lnTo>
                        <a:lnTo>
                          <a:pt x="719" y="364"/>
                        </a:lnTo>
                        <a:lnTo>
                          <a:pt x="718" y="363"/>
                        </a:lnTo>
                        <a:lnTo>
                          <a:pt x="718" y="360"/>
                        </a:lnTo>
                        <a:lnTo>
                          <a:pt x="715" y="361"/>
                        </a:lnTo>
                        <a:lnTo>
                          <a:pt x="715" y="364"/>
                        </a:lnTo>
                        <a:lnTo>
                          <a:pt x="713" y="364"/>
                        </a:lnTo>
                        <a:lnTo>
                          <a:pt x="713" y="368"/>
                        </a:lnTo>
                        <a:lnTo>
                          <a:pt x="715" y="370"/>
                        </a:lnTo>
                        <a:lnTo>
                          <a:pt x="715" y="370"/>
                        </a:lnTo>
                        <a:close/>
                        <a:moveTo>
                          <a:pt x="713" y="375"/>
                        </a:moveTo>
                        <a:lnTo>
                          <a:pt x="715" y="375"/>
                        </a:lnTo>
                        <a:lnTo>
                          <a:pt x="715" y="371"/>
                        </a:lnTo>
                        <a:lnTo>
                          <a:pt x="713" y="371"/>
                        </a:lnTo>
                        <a:lnTo>
                          <a:pt x="711" y="372"/>
                        </a:lnTo>
                        <a:lnTo>
                          <a:pt x="711" y="375"/>
                        </a:lnTo>
                        <a:lnTo>
                          <a:pt x="713" y="375"/>
                        </a:lnTo>
                        <a:lnTo>
                          <a:pt x="713" y="375"/>
                        </a:lnTo>
                        <a:close/>
                        <a:moveTo>
                          <a:pt x="605" y="315"/>
                        </a:moveTo>
                        <a:lnTo>
                          <a:pt x="605" y="317"/>
                        </a:lnTo>
                        <a:lnTo>
                          <a:pt x="605" y="317"/>
                        </a:lnTo>
                        <a:lnTo>
                          <a:pt x="607" y="317"/>
                        </a:lnTo>
                        <a:lnTo>
                          <a:pt x="609" y="318"/>
                        </a:lnTo>
                        <a:lnTo>
                          <a:pt x="610" y="317"/>
                        </a:lnTo>
                        <a:lnTo>
                          <a:pt x="609" y="315"/>
                        </a:lnTo>
                        <a:lnTo>
                          <a:pt x="605" y="314"/>
                        </a:lnTo>
                        <a:lnTo>
                          <a:pt x="605" y="315"/>
                        </a:lnTo>
                        <a:lnTo>
                          <a:pt x="605" y="315"/>
                        </a:lnTo>
                        <a:close/>
                        <a:moveTo>
                          <a:pt x="622" y="351"/>
                        </a:moveTo>
                        <a:lnTo>
                          <a:pt x="621" y="348"/>
                        </a:lnTo>
                        <a:lnTo>
                          <a:pt x="620" y="342"/>
                        </a:lnTo>
                        <a:lnTo>
                          <a:pt x="618" y="338"/>
                        </a:lnTo>
                        <a:lnTo>
                          <a:pt x="618" y="337"/>
                        </a:lnTo>
                        <a:lnTo>
                          <a:pt x="620" y="336"/>
                        </a:lnTo>
                        <a:lnTo>
                          <a:pt x="618" y="331"/>
                        </a:lnTo>
                        <a:lnTo>
                          <a:pt x="618" y="329"/>
                        </a:lnTo>
                        <a:lnTo>
                          <a:pt x="616" y="325"/>
                        </a:lnTo>
                        <a:lnTo>
                          <a:pt x="613" y="323"/>
                        </a:lnTo>
                        <a:lnTo>
                          <a:pt x="614" y="322"/>
                        </a:lnTo>
                        <a:lnTo>
                          <a:pt x="618" y="318"/>
                        </a:lnTo>
                        <a:lnTo>
                          <a:pt x="620" y="317"/>
                        </a:lnTo>
                        <a:lnTo>
                          <a:pt x="622" y="315"/>
                        </a:lnTo>
                        <a:lnTo>
                          <a:pt x="626" y="314"/>
                        </a:lnTo>
                        <a:lnTo>
                          <a:pt x="629" y="317"/>
                        </a:lnTo>
                        <a:lnTo>
                          <a:pt x="631" y="317"/>
                        </a:lnTo>
                        <a:lnTo>
                          <a:pt x="633" y="318"/>
                        </a:lnTo>
                        <a:lnTo>
                          <a:pt x="635" y="317"/>
                        </a:lnTo>
                        <a:lnTo>
                          <a:pt x="637" y="318"/>
                        </a:lnTo>
                        <a:lnTo>
                          <a:pt x="639" y="318"/>
                        </a:lnTo>
                        <a:lnTo>
                          <a:pt x="641" y="318"/>
                        </a:lnTo>
                        <a:lnTo>
                          <a:pt x="644" y="322"/>
                        </a:lnTo>
                        <a:lnTo>
                          <a:pt x="644" y="323"/>
                        </a:lnTo>
                        <a:lnTo>
                          <a:pt x="643" y="325"/>
                        </a:lnTo>
                        <a:lnTo>
                          <a:pt x="644" y="327"/>
                        </a:lnTo>
                        <a:lnTo>
                          <a:pt x="644" y="329"/>
                        </a:lnTo>
                        <a:lnTo>
                          <a:pt x="643" y="330"/>
                        </a:lnTo>
                        <a:lnTo>
                          <a:pt x="643" y="333"/>
                        </a:lnTo>
                        <a:lnTo>
                          <a:pt x="640" y="336"/>
                        </a:lnTo>
                        <a:lnTo>
                          <a:pt x="639" y="336"/>
                        </a:lnTo>
                        <a:lnTo>
                          <a:pt x="635" y="340"/>
                        </a:lnTo>
                        <a:lnTo>
                          <a:pt x="631" y="342"/>
                        </a:lnTo>
                        <a:lnTo>
                          <a:pt x="628" y="346"/>
                        </a:lnTo>
                        <a:lnTo>
                          <a:pt x="625" y="346"/>
                        </a:lnTo>
                        <a:lnTo>
                          <a:pt x="624" y="348"/>
                        </a:lnTo>
                        <a:lnTo>
                          <a:pt x="624" y="349"/>
                        </a:lnTo>
                        <a:lnTo>
                          <a:pt x="622" y="351"/>
                        </a:lnTo>
                        <a:lnTo>
                          <a:pt x="622" y="351"/>
                        </a:lnTo>
                        <a:close/>
                        <a:moveTo>
                          <a:pt x="724" y="409"/>
                        </a:moveTo>
                        <a:lnTo>
                          <a:pt x="720" y="405"/>
                        </a:lnTo>
                        <a:lnTo>
                          <a:pt x="719" y="406"/>
                        </a:lnTo>
                        <a:lnTo>
                          <a:pt x="713" y="405"/>
                        </a:lnTo>
                        <a:lnTo>
                          <a:pt x="715" y="402"/>
                        </a:lnTo>
                        <a:lnTo>
                          <a:pt x="718" y="401"/>
                        </a:lnTo>
                        <a:lnTo>
                          <a:pt x="719" y="402"/>
                        </a:lnTo>
                        <a:lnTo>
                          <a:pt x="720" y="401"/>
                        </a:lnTo>
                        <a:lnTo>
                          <a:pt x="720" y="399"/>
                        </a:lnTo>
                        <a:lnTo>
                          <a:pt x="718" y="399"/>
                        </a:lnTo>
                        <a:lnTo>
                          <a:pt x="716" y="398"/>
                        </a:lnTo>
                        <a:lnTo>
                          <a:pt x="720" y="394"/>
                        </a:lnTo>
                        <a:lnTo>
                          <a:pt x="722" y="389"/>
                        </a:lnTo>
                        <a:lnTo>
                          <a:pt x="722" y="387"/>
                        </a:lnTo>
                        <a:lnTo>
                          <a:pt x="723" y="386"/>
                        </a:lnTo>
                        <a:lnTo>
                          <a:pt x="723" y="384"/>
                        </a:lnTo>
                        <a:lnTo>
                          <a:pt x="720" y="382"/>
                        </a:lnTo>
                        <a:lnTo>
                          <a:pt x="722" y="380"/>
                        </a:lnTo>
                        <a:lnTo>
                          <a:pt x="722" y="378"/>
                        </a:lnTo>
                        <a:lnTo>
                          <a:pt x="724" y="371"/>
                        </a:lnTo>
                        <a:lnTo>
                          <a:pt x="727" y="370"/>
                        </a:lnTo>
                        <a:lnTo>
                          <a:pt x="727" y="368"/>
                        </a:lnTo>
                        <a:lnTo>
                          <a:pt x="728" y="365"/>
                        </a:lnTo>
                        <a:lnTo>
                          <a:pt x="730" y="363"/>
                        </a:lnTo>
                        <a:lnTo>
                          <a:pt x="731" y="361"/>
                        </a:lnTo>
                        <a:lnTo>
                          <a:pt x="731" y="357"/>
                        </a:lnTo>
                        <a:lnTo>
                          <a:pt x="735" y="355"/>
                        </a:lnTo>
                        <a:lnTo>
                          <a:pt x="737" y="351"/>
                        </a:lnTo>
                        <a:lnTo>
                          <a:pt x="738" y="349"/>
                        </a:lnTo>
                        <a:lnTo>
                          <a:pt x="739" y="348"/>
                        </a:lnTo>
                        <a:lnTo>
                          <a:pt x="738" y="346"/>
                        </a:lnTo>
                        <a:lnTo>
                          <a:pt x="741" y="344"/>
                        </a:lnTo>
                        <a:lnTo>
                          <a:pt x="742" y="344"/>
                        </a:lnTo>
                        <a:lnTo>
                          <a:pt x="745" y="348"/>
                        </a:lnTo>
                        <a:lnTo>
                          <a:pt x="745" y="351"/>
                        </a:lnTo>
                        <a:lnTo>
                          <a:pt x="747" y="351"/>
                        </a:lnTo>
                        <a:lnTo>
                          <a:pt x="747" y="348"/>
                        </a:lnTo>
                        <a:lnTo>
                          <a:pt x="745" y="345"/>
                        </a:lnTo>
                        <a:lnTo>
                          <a:pt x="746" y="344"/>
                        </a:lnTo>
                        <a:lnTo>
                          <a:pt x="747" y="342"/>
                        </a:lnTo>
                        <a:lnTo>
                          <a:pt x="745" y="340"/>
                        </a:lnTo>
                        <a:lnTo>
                          <a:pt x="747" y="336"/>
                        </a:lnTo>
                        <a:lnTo>
                          <a:pt x="754" y="334"/>
                        </a:lnTo>
                        <a:lnTo>
                          <a:pt x="758" y="334"/>
                        </a:lnTo>
                        <a:lnTo>
                          <a:pt x="761" y="334"/>
                        </a:lnTo>
                        <a:lnTo>
                          <a:pt x="762" y="336"/>
                        </a:lnTo>
                        <a:lnTo>
                          <a:pt x="765" y="334"/>
                        </a:lnTo>
                        <a:lnTo>
                          <a:pt x="765" y="337"/>
                        </a:lnTo>
                        <a:lnTo>
                          <a:pt x="768" y="336"/>
                        </a:lnTo>
                        <a:lnTo>
                          <a:pt x="770" y="336"/>
                        </a:lnTo>
                        <a:lnTo>
                          <a:pt x="773" y="338"/>
                        </a:lnTo>
                        <a:lnTo>
                          <a:pt x="776" y="340"/>
                        </a:lnTo>
                        <a:lnTo>
                          <a:pt x="776" y="340"/>
                        </a:lnTo>
                        <a:lnTo>
                          <a:pt x="777" y="340"/>
                        </a:lnTo>
                        <a:lnTo>
                          <a:pt x="779" y="342"/>
                        </a:lnTo>
                        <a:lnTo>
                          <a:pt x="779" y="345"/>
                        </a:lnTo>
                        <a:lnTo>
                          <a:pt x="780" y="345"/>
                        </a:lnTo>
                        <a:lnTo>
                          <a:pt x="781" y="345"/>
                        </a:lnTo>
                        <a:lnTo>
                          <a:pt x="785" y="345"/>
                        </a:lnTo>
                        <a:lnTo>
                          <a:pt x="792" y="346"/>
                        </a:lnTo>
                        <a:lnTo>
                          <a:pt x="796" y="348"/>
                        </a:lnTo>
                        <a:lnTo>
                          <a:pt x="796" y="351"/>
                        </a:lnTo>
                        <a:lnTo>
                          <a:pt x="798" y="352"/>
                        </a:lnTo>
                        <a:lnTo>
                          <a:pt x="799" y="355"/>
                        </a:lnTo>
                        <a:lnTo>
                          <a:pt x="798" y="353"/>
                        </a:lnTo>
                        <a:lnTo>
                          <a:pt x="796" y="353"/>
                        </a:lnTo>
                        <a:lnTo>
                          <a:pt x="795" y="357"/>
                        </a:lnTo>
                        <a:lnTo>
                          <a:pt x="791" y="360"/>
                        </a:lnTo>
                        <a:lnTo>
                          <a:pt x="788" y="364"/>
                        </a:lnTo>
                        <a:lnTo>
                          <a:pt x="785" y="364"/>
                        </a:lnTo>
                        <a:lnTo>
                          <a:pt x="785" y="365"/>
                        </a:lnTo>
                        <a:lnTo>
                          <a:pt x="780" y="370"/>
                        </a:lnTo>
                        <a:lnTo>
                          <a:pt x="777" y="374"/>
                        </a:lnTo>
                        <a:lnTo>
                          <a:pt x="775" y="374"/>
                        </a:lnTo>
                        <a:lnTo>
                          <a:pt x="773" y="375"/>
                        </a:lnTo>
                        <a:lnTo>
                          <a:pt x="775" y="376"/>
                        </a:lnTo>
                        <a:lnTo>
                          <a:pt x="773" y="379"/>
                        </a:lnTo>
                        <a:lnTo>
                          <a:pt x="769" y="382"/>
                        </a:lnTo>
                        <a:lnTo>
                          <a:pt x="765" y="384"/>
                        </a:lnTo>
                        <a:lnTo>
                          <a:pt x="760" y="389"/>
                        </a:lnTo>
                        <a:lnTo>
                          <a:pt x="757" y="390"/>
                        </a:lnTo>
                        <a:lnTo>
                          <a:pt x="756" y="389"/>
                        </a:lnTo>
                        <a:lnTo>
                          <a:pt x="754" y="389"/>
                        </a:lnTo>
                        <a:lnTo>
                          <a:pt x="753" y="389"/>
                        </a:lnTo>
                        <a:lnTo>
                          <a:pt x="749" y="384"/>
                        </a:lnTo>
                        <a:lnTo>
                          <a:pt x="749" y="383"/>
                        </a:lnTo>
                        <a:lnTo>
                          <a:pt x="747" y="382"/>
                        </a:lnTo>
                        <a:lnTo>
                          <a:pt x="745" y="383"/>
                        </a:lnTo>
                        <a:lnTo>
                          <a:pt x="742" y="382"/>
                        </a:lnTo>
                        <a:lnTo>
                          <a:pt x="739" y="382"/>
                        </a:lnTo>
                        <a:lnTo>
                          <a:pt x="738" y="382"/>
                        </a:lnTo>
                        <a:lnTo>
                          <a:pt x="735" y="382"/>
                        </a:lnTo>
                        <a:lnTo>
                          <a:pt x="735" y="383"/>
                        </a:lnTo>
                        <a:lnTo>
                          <a:pt x="737" y="384"/>
                        </a:lnTo>
                        <a:lnTo>
                          <a:pt x="742" y="384"/>
                        </a:lnTo>
                        <a:lnTo>
                          <a:pt x="741" y="386"/>
                        </a:lnTo>
                        <a:lnTo>
                          <a:pt x="739" y="389"/>
                        </a:lnTo>
                        <a:lnTo>
                          <a:pt x="741" y="390"/>
                        </a:lnTo>
                        <a:lnTo>
                          <a:pt x="741" y="393"/>
                        </a:lnTo>
                        <a:lnTo>
                          <a:pt x="739" y="395"/>
                        </a:lnTo>
                        <a:lnTo>
                          <a:pt x="738" y="397"/>
                        </a:lnTo>
                        <a:lnTo>
                          <a:pt x="735" y="399"/>
                        </a:lnTo>
                        <a:lnTo>
                          <a:pt x="732" y="398"/>
                        </a:lnTo>
                        <a:lnTo>
                          <a:pt x="731" y="401"/>
                        </a:lnTo>
                        <a:lnTo>
                          <a:pt x="730" y="403"/>
                        </a:lnTo>
                        <a:lnTo>
                          <a:pt x="727" y="405"/>
                        </a:lnTo>
                        <a:lnTo>
                          <a:pt x="726" y="405"/>
                        </a:lnTo>
                        <a:lnTo>
                          <a:pt x="726" y="408"/>
                        </a:lnTo>
                        <a:lnTo>
                          <a:pt x="726" y="408"/>
                        </a:lnTo>
                        <a:lnTo>
                          <a:pt x="724" y="409"/>
                        </a:lnTo>
                        <a:lnTo>
                          <a:pt x="724" y="409"/>
                        </a:lnTo>
                        <a:close/>
                        <a:moveTo>
                          <a:pt x="900" y="420"/>
                        </a:moveTo>
                        <a:lnTo>
                          <a:pt x="895" y="418"/>
                        </a:lnTo>
                        <a:lnTo>
                          <a:pt x="893" y="417"/>
                        </a:lnTo>
                        <a:lnTo>
                          <a:pt x="891" y="414"/>
                        </a:lnTo>
                        <a:lnTo>
                          <a:pt x="890" y="413"/>
                        </a:lnTo>
                        <a:lnTo>
                          <a:pt x="889" y="410"/>
                        </a:lnTo>
                        <a:lnTo>
                          <a:pt x="890" y="408"/>
                        </a:lnTo>
                        <a:lnTo>
                          <a:pt x="893" y="405"/>
                        </a:lnTo>
                        <a:lnTo>
                          <a:pt x="893" y="403"/>
                        </a:lnTo>
                        <a:lnTo>
                          <a:pt x="894" y="401"/>
                        </a:lnTo>
                        <a:lnTo>
                          <a:pt x="893" y="399"/>
                        </a:lnTo>
                        <a:lnTo>
                          <a:pt x="890" y="398"/>
                        </a:lnTo>
                        <a:lnTo>
                          <a:pt x="889" y="397"/>
                        </a:lnTo>
                        <a:lnTo>
                          <a:pt x="890" y="390"/>
                        </a:lnTo>
                        <a:lnTo>
                          <a:pt x="893" y="391"/>
                        </a:lnTo>
                        <a:lnTo>
                          <a:pt x="893" y="389"/>
                        </a:lnTo>
                        <a:lnTo>
                          <a:pt x="893" y="386"/>
                        </a:lnTo>
                        <a:lnTo>
                          <a:pt x="894" y="384"/>
                        </a:lnTo>
                        <a:lnTo>
                          <a:pt x="895" y="380"/>
                        </a:lnTo>
                        <a:lnTo>
                          <a:pt x="898" y="379"/>
                        </a:lnTo>
                        <a:lnTo>
                          <a:pt x="900" y="382"/>
                        </a:lnTo>
                        <a:lnTo>
                          <a:pt x="901" y="383"/>
                        </a:lnTo>
                        <a:lnTo>
                          <a:pt x="906" y="386"/>
                        </a:lnTo>
                        <a:lnTo>
                          <a:pt x="908" y="387"/>
                        </a:lnTo>
                        <a:lnTo>
                          <a:pt x="910" y="389"/>
                        </a:lnTo>
                        <a:lnTo>
                          <a:pt x="912" y="387"/>
                        </a:lnTo>
                        <a:lnTo>
                          <a:pt x="917" y="389"/>
                        </a:lnTo>
                        <a:lnTo>
                          <a:pt x="921" y="389"/>
                        </a:lnTo>
                        <a:lnTo>
                          <a:pt x="923" y="390"/>
                        </a:lnTo>
                        <a:lnTo>
                          <a:pt x="924" y="393"/>
                        </a:lnTo>
                        <a:lnTo>
                          <a:pt x="928" y="395"/>
                        </a:lnTo>
                        <a:lnTo>
                          <a:pt x="929" y="398"/>
                        </a:lnTo>
                        <a:lnTo>
                          <a:pt x="928" y="401"/>
                        </a:lnTo>
                        <a:lnTo>
                          <a:pt x="928" y="403"/>
                        </a:lnTo>
                        <a:lnTo>
                          <a:pt x="931" y="405"/>
                        </a:lnTo>
                        <a:lnTo>
                          <a:pt x="929" y="406"/>
                        </a:lnTo>
                        <a:lnTo>
                          <a:pt x="931" y="409"/>
                        </a:lnTo>
                        <a:lnTo>
                          <a:pt x="931" y="410"/>
                        </a:lnTo>
                        <a:lnTo>
                          <a:pt x="932" y="413"/>
                        </a:lnTo>
                        <a:lnTo>
                          <a:pt x="931" y="416"/>
                        </a:lnTo>
                        <a:lnTo>
                          <a:pt x="929" y="417"/>
                        </a:lnTo>
                        <a:lnTo>
                          <a:pt x="934" y="418"/>
                        </a:lnTo>
                        <a:lnTo>
                          <a:pt x="934" y="420"/>
                        </a:lnTo>
                        <a:lnTo>
                          <a:pt x="932" y="421"/>
                        </a:lnTo>
                        <a:lnTo>
                          <a:pt x="931" y="423"/>
                        </a:lnTo>
                        <a:lnTo>
                          <a:pt x="925" y="421"/>
                        </a:lnTo>
                        <a:lnTo>
                          <a:pt x="924" y="421"/>
                        </a:lnTo>
                        <a:lnTo>
                          <a:pt x="920" y="420"/>
                        </a:lnTo>
                        <a:lnTo>
                          <a:pt x="917" y="418"/>
                        </a:lnTo>
                        <a:lnTo>
                          <a:pt x="914" y="417"/>
                        </a:lnTo>
                        <a:lnTo>
                          <a:pt x="913" y="417"/>
                        </a:lnTo>
                        <a:lnTo>
                          <a:pt x="910" y="416"/>
                        </a:lnTo>
                        <a:lnTo>
                          <a:pt x="906" y="417"/>
                        </a:lnTo>
                        <a:lnTo>
                          <a:pt x="904" y="417"/>
                        </a:lnTo>
                        <a:lnTo>
                          <a:pt x="901" y="420"/>
                        </a:lnTo>
                        <a:lnTo>
                          <a:pt x="900" y="420"/>
                        </a:lnTo>
                        <a:lnTo>
                          <a:pt x="900" y="420"/>
                        </a:lnTo>
                        <a:close/>
                        <a:moveTo>
                          <a:pt x="883" y="425"/>
                        </a:moveTo>
                        <a:lnTo>
                          <a:pt x="883" y="423"/>
                        </a:lnTo>
                        <a:lnTo>
                          <a:pt x="885" y="420"/>
                        </a:lnTo>
                        <a:lnTo>
                          <a:pt x="885" y="421"/>
                        </a:lnTo>
                        <a:lnTo>
                          <a:pt x="885" y="424"/>
                        </a:lnTo>
                        <a:lnTo>
                          <a:pt x="883" y="425"/>
                        </a:lnTo>
                        <a:lnTo>
                          <a:pt x="883" y="425"/>
                        </a:lnTo>
                        <a:close/>
                        <a:moveTo>
                          <a:pt x="887" y="428"/>
                        </a:moveTo>
                        <a:lnTo>
                          <a:pt x="886" y="425"/>
                        </a:lnTo>
                        <a:lnTo>
                          <a:pt x="887" y="424"/>
                        </a:lnTo>
                        <a:lnTo>
                          <a:pt x="889" y="425"/>
                        </a:lnTo>
                        <a:lnTo>
                          <a:pt x="889" y="427"/>
                        </a:lnTo>
                        <a:lnTo>
                          <a:pt x="887" y="428"/>
                        </a:lnTo>
                        <a:lnTo>
                          <a:pt x="887" y="428"/>
                        </a:lnTo>
                        <a:close/>
                        <a:moveTo>
                          <a:pt x="895" y="428"/>
                        </a:moveTo>
                        <a:lnTo>
                          <a:pt x="893" y="427"/>
                        </a:lnTo>
                        <a:lnTo>
                          <a:pt x="893" y="425"/>
                        </a:lnTo>
                        <a:lnTo>
                          <a:pt x="894" y="425"/>
                        </a:lnTo>
                        <a:lnTo>
                          <a:pt x="895" y="427"/>
                        </a:lnTo>
                        <a:lnTo>
                          <a:pt x="895" y="428"/>
                        </a:lnTo>
                        <a:lnTo>
                          <a:pt x="895" y="428"/>
                        </a:lnTo>
                        <a:close/>
                        <a:moveTo>
                          <a:pt x="719" y="488"/>
                        </a:moveTo>
                        <a:lnTo>
                          <a:pt x="718" y="486"/>
                        </a:lnTo>
                        <a:lnTo>
                          <a:pt x="719" y="485"/>
                        </a:lnTo>
                        <a:lnTo>
                          <a:pt x="720" y="485"/>
                        </a:lnTo>
                        <a:lnTo>
                          <a:pt x="722" y="485"/>
                        </a:lnTo>
                        <a:lnTo>
                          <a:pt x="722" y="486"/>
                        </a:lnTo>
                        <a:lnTo>
                          <a:pt x="720" y="488"/>
                        </a:lnTo>
                        <a:lnTo>
                          <a:pt x="719" y="488"/>
                        </a:lnTo>
                        <a:lnTo>
                          <a:pt x="719" y="488"/>
                        </a:lnTo>
                        <a:close/>
                        <a:moveTo>
                          <a:pt x="727" y="501"/>
                        </a:moveTo>
                        <a:lnTo>
                          <a:pt x="727" y="505"/>
                        </a:lnTo>
                        <a:lnTo>
                          <a:pt x="728" y="504"/>
                        </a:lnTo>
                        <a:lnTo>
                          <a:pt x="730" y="504"/>
                        </a:lnTo>
                        <a:lnTo>
                          <a:pt x="730" y="501"/>
                        </a:lnTo>
                        <a:lnTo>
                          <a:pt x="728" y="500"/>
                        </a:lnTo>
                        <a:lnTo>
                          <a:pt x="727" y="501"/>
                        </a:lnTo>
                        <a:lnTo>
                          <a:pt x="727" y="501"/>
                        </a:lnTo>
                        <a:close/>
                        <a:moveTo>
                          <a:pt x="724" y="503"/>
                        </a:moveTo>
                        <a:lnTo>
                          <a:pt x="723" y="504"/>
                        </a:lnTo>
                        <a:lnTo>
                          <a:pt x="724" y="505"/>
                        </a:lnTo>
                        <a:lnTo>
                          <a:pt x="724" y="507"/>
                        </a:lnTo>
                        <a:lnTo>
                          <a:pt x="726" y="508"/>
                        </a:lnTo>
                        <a:lnTo>
                          <a:pt x="726" y="507"/>
                        </a:lnTo>
                        <a:lnTo>
                          <a:pt x="726" y="503"/>
                        </a:lnTo>
                        <a:lnTo>
                          <a:pt x="726" y="501"/>
                        </a:lnTo>
                        <a:lnTo>
                          <a:pt x="724" y="503"/>
                        </a:lnTo>
                        <a:lnTo>
                          <a:pt x="724" y="503"/>
                        </a:lnTo>
                        <a:close/>
                        <a:moveTo>
                          <a:pt x="779" y="492"/>
                        </a:moveTo>
                        <a:lnTo>
                          <a:pt x="779" y="490"/>
                        </a:lnTo>
                        <a:lnTo>
                          <a:pt x="776" y="490"/>
                        </a:lnTo>
                        <a:lnTo>
                          <a:pt x="775" y="489"/>
                        </a:lnTo>
                        <a:lnTo>
                          <a:pt x="775" y="490"/>
                        </a:lnTo>
                        <a:lnTo>
                          <a:pt x="772" y="490"/>
                        </a:lnTo>
                        <a:lnTo>
                          <a:pt x="772" y="488"/>
                        </a:lnTo>
                        <a:lnTo>
                          <a:pt x="770" y="486"/>
                        </a:lnTo>
                        <a:lnTo>
                          <a:pt x="775" y="486"/>
                        </a:lnTo>
                        <a:lnTo>
                          <a:pt x="775" y="485"/>
                        </a:lnTo>
                        <a:lnTo>
                          <a:pt x="777" y="485"/>
                        </a:lnTo>
                        <a:lnTo>
                          <a:pt x="779" y="488"/>
                        </a:lnTo>
                        <a:lnTo>
                          <a:pt x="781" y="488"/>
                        </a:lnTo>
                        <a:lnTo>
                          <a:pt x="781" y="490"/>
                        </a:lnTo>
                        <a:lnTo>
                          <a:pt x="781" y="492"/>
                        </a:lnTo>
                        <a:lnTo>
                          <a:pt x="781" y="492"/>
                        </a:lnTo>
                        <a:lnTo>
                          <a:pt x="779" y="492"/>
                        </a:lnTo>
                        <a:lnTo>
                          <a:pt x="779" y="492"/>
                        </a:lnTo>
                        <a:close/>
                        <a:moveTo>
                          <a:pt x="810" y="504"/>
                        </a:moveTo>
                        <a:lnTo>
                          <a:pt x="809" y="504"/>
                        </a:lnTo>
                        <a:lnTo>
                          <a:pt x="807" y="501"/>
                        </a:lnTo>
                        <a:lnTo>
                          <a:pt x="809" y="503"/>
                        </a:lnTo>
                        <a:lnTo>
                          <a:pt x="810" y="503"/>
                        </a:lnTo>
                        <a:lnTo>
                          <a:pt x="811" y="504"/>
                        </a:lnTo>
                        <a:lnTo>
                          <a:pt x="810" y="504"/>
                        </a:lnTo>
                        <a:lnTo>
                          <a:pt x="810" y="504"/>
                        </a:lnTo>
                        <a:close/>
                        <a:moveTo>
                          <a:pt x="814" y="505"/>
                        </a:moveTo>
                        <a:lnTo>
                          <a:pt x="815" y="505"/>
                        </a:lnTo>
                        <a:lnTo>
                          <a:pt x="815" y="504"/>
                        </a:lnTo>
                        <a:lnTo>
                          <a:pt x="814" y="505"/>
                        </a:lnTo>
                        <a:lnTo>
                          <a:pt x="814" y="505"/>
                        </a:lnTo>
                        <a:close/>
                        <a:moveTo>
                          <a:pt x="818" y="507"/>
                        </a:moveTo>
                        <a:lnTo>
                          <a:pt x="819" y="507"/>
                        </a:lnTo>
                        <a:lnTo>
                          <a:pt x="821" y="508"/>
                        </a:lnTo>
                        <a:lnTo>
                          <a:pt x="822" y="508"/>
                        </a:lnTo>
                        <a:lnTo>
                          <a:pt x="822" y="507"/>
                        </a:lnTo>
                        <a:lnTo>
                          <a:pt x="821" y="505"/>
                        </a:lnTo>
                        <a:lnTo>
                          <a:pt x="819" y="504"/>
                        </a:lnTo>
                        <a:lnTo>
                          <a:pt x="818" y="504"/>
                        </a:lnTo>
                        <a:lnTo>
                          <a:pt x="817" y="505"/>
                        </a:lnTo>
                        <a:lnTo>
                          <a:pt x="818" y="507"/>
                        </a:lnTo>
                        <a:lnTo>
                          <a:pt x="818" y="507"/>
                        </a:lnTo>
                        <a:close/>
                        <a:moveTo>
                          <a:pt x="851" y="550"/>
                        </a:moveTo>
                        <a:lnTo>
                          <a:pt x="851" y="549"/>
                        </a:lnTo>
                        <a:lnTo>
                          <a:pt x="852" y="548"/>
                        </a:lnTo>
                        <a:lnTo>
                          <a:pt x="851" y="545"/>
                        </a:lnTo>
                        <a:lnTo>
                          <a:pt x="852" y="546"/>
                        </a:lnTo>
                        <a:lnTo>
                          <a:pt x="853" y="548"/>
                        </a:lnTo>
                        <a:lnTo>
                          <a:pt x="853" y="549"/>
                        </a:lnTo>
                        <a:lnTo>
                          <a:pt x="853" y="550"/>
                        </a:lnTo>
                        <a:lnTo>
                          <a:pt x="851" y="550"/>
                        </a:lnTo>
                        <a:lnTo>
                          <a:pt x="851" y="550"/>
                        </a:lnTo>
                        <a:close/>
                        <a:moveTo>
                          <a:pt x="848" y="560"/>
                        </a:moveTo>
                        <a:lnTo>
                          <a:pt x="847" y="556"/>
                        </a:lnTo>
                        <a:lnTo>
                          <a:pt x="848" y="554"/>
                        </a:lnTo>
                        <a:lnTo>
                          <a:pt x="849" y="554"/>
                        </a:lnTo>
                        <a:lnTo>
                          <a:pt x="852" y="554"/>
                        </a:lnTo>
                        <a:lnTo>
                          <a:pt x="852" y="557"/>
                        </a:lnTo>
                        <a:lnTo>
                          <a:pt x="849" y="557"/>
                        </a:lnTo>
                        <a:lnTo>
                          <a:pt x="849" y="558"/>
                        </a:lnTo>
                        <a:lnTo>
                          <a:pt x="848" y="560"/>
                        </a:lnTo>
                        <a:lnTo>
                          <a:pt x="848" y="560"/>
                        </a:lnTo>
                        <a:close/>
                        <a:moveTo>
                          <a:pt x="829" y="516"/>
                        </a:moveTo>
                        <a:lnTo>
                          <a:pt x="828" y="515"/>
                        </a:lnTo>
                        <a:lnTo>
                          <a:pt x="829" y="515"/>
                        </a:lnTo>
                        <a:lnTo>
                          <a:pt x="829" y="516"/>
                        </a:lnTo>
                        <a:lnTo>
                          <a:pt x="829" y="516"/>
                        </a:lnTo>
                        <a:close/>
                        <a:moveTo>
                          <a:pt x="825" y="518"/>
                        </a:moveTo>
                        <a:lnTo>
                          <a:pt x="823" y="515"/>
                        </a:lnTo>
                        <a:lnTo>
                          <a:pt x="825" y="515"/>
                        </a:lnTo>
                        <a:lnTo>
                          <a:pt x="825" y="516"/>
                        </a:lnTo>
                        <a:lnTo>
                          <a:pt x="825" y="518"/>
                        </a:lnTo>
                        <a:lnTo>
                          <a:pt x="825" y="518"/>
                        </a:lnTo>
                        <a:close/>
                        <a:moveTo>
                          <a:pt x="825" y="519"/>
                        </a:moveTo>
                        <a:lnTo>
                          <a:pt x="826" y="520"/>
                        </a:lnTo>
                        <a:lnTo>
                          <a:pt x="828" y="520"/>
                        </a:lnTo>
                        <a:lnTo>
                          <a:pt x="829" y="520"/>
                        </a:lnTo>
                        <a:lnTo>
                          <a:pt x="830" y="519"/>
                        </a:lnTo>
                        <a:lnTo>
                          <a:pt x="828" y="518"/>
                        </a:lnTo>
                        <a:lnTo>
                          <a:pt x="826" y="518"/>
                        </a:lnTo>
                        <a:lnTo>
                          <a:pt x="825" y="519"/>
                        </a:lnTo>
                        <a:lnTo>
                          <a:pt x="825" y="519"/>
                        </a:lnTo>
                        <a:close/>
                        <a:moveTo>
                          <a:pt x="844" y="511"/>
                        </a:moveTo>
                        <a:lnTo>
                          <a:pt x="845" y="512"/>
                        </a:lnTo>
                        <a:lnTo>
                          <a:pt x="847" y="514"/>
                        </a:lnTo>
                        <a:lnTo>
                          <a:pt x="847" y="515"/>
                        </a:lnTo>
                        <a:lnTo>
                          <a:pt x="847" y="515"/>
                        </a:lnTo>
                        <a:lnTo>
                          <a:pt x="848" y="516"/>
                        </a:lnTo>
                        <a:lnTo>
                          <a:pt x="849" y="516"/>
                        </a:lnTo>
                        <a:lnTo>
                          <a:pt x="849" y="515"/>
                        </a:lnTo>
                        <a:lnTo>
                          <a:pt x="851" y="515"/>
                        </a:lnTo>
                        <a:lnTo>
                          <a:pt x="853" y="515"/>
                        </a:lnTo>
                        <a:lnTo>
                          <a:pt x="853" y="515"/>
                        </a:lnTo>
                        <a:lnTo>
                          <a:pt x="856" y="514"/>
                        </a:lnTo>
                        <a:lnTo>
                          <a:pt x="855" y="511"/>
                        </a:lnTo>
                        <a:lnTo>
                          <a:pt x="851" y="511"/>
                        </a:lnTo>
                        <a:lnTo>
                          <a:pt x="849" y="509"/>
                        </a:lnTo>
                        <a:lnTo>
                          <a:pt x="847" y="508"/>
                        </a:lnTo>
                        <a:lnTo>
                          <a:pt x="845" y="509"/>
                        </a:lnTo>
                        <a:lnTo>
                          <a:pt x="845" y="509"/>
                        </a:lnTo>
                        <a:lnTo>
                          <a:pt x="844" y="511"/>
                        </a:lnTo>
                        <a:lnTo>
                          <a:pt x="844" y="511"/>
                        </a:lnTo>
                        <a:close/>
                        <a:moveTo>
                          <a:pt x="875" y="509"/>
                        </a:moveTo>
                        <a:lnTo>
                          <a:pt x="876" y="507"/>
                        </a:lnTo>
                        <a:lnTo>
                          <a:pt x="878" y="507"/>
                        </a:lnTo>
                        <a:lnTo>
                          <a:pt x="876" y="509"/>
                        </a:lnTo>
                        <a:lnTo>
                          <a:pt x="875" y="509"/>
                        </a:lnTo>
                        <a:lnTo>
                          <a:pt x="875" y="509"/>
                        </a:lnTo>
                        <a:close/>
                        <a:moveTo>
                          <a:pt x="864" y="522"/>
                        </a:moveTo>
                        <a:lnTo>
                          <a:pt x="867" y="520"/>
                        </a:lnTo>
                        <a:lnTo>
                          <a:pt x="868" y="518"/>
                        </a:lnTo>
                        <a:lnTo>
                          <a:pt x="870" y="518"/>
                        </a:lnTo>
                        <a:lnTo>
                          <a:pt x="871" y="516"/>
                        </a:lnTo>
                        <a:lnTo>
                          <a:pt x="872" y="516"/>
                        </a:lnTo>
                        <a:lnTo>
                          <a:pt x="874" y="518"/>
                        </a:lnTo>
                        <a:lnTo>
                          <a:pt x="872" y="519"/>
                        </a:lnTo>
                        <a:lnTo>
                          <a:pt x="870" y="520"/>
                        </a:lnTo>
                        <a:lnTo>
                          <a:pt x="868" y="522"/>
                        </a:lnTo>
                        <a:lnTo>
                          <a:pt x="866" y="522"/>
                        </a:lnTo>
                        <a:lnTo>
                          <a:pt x="864" y="522"/>
                        </a:lnTo>
                        <a:lnTo>
                          <a:pt x="864" y="522"/>
                        </a:lnTo>
                        <a:close/>
                        <a:moveTo>
                          <a:pt x="855" y="539"/>
                        </a:moveTo>
                        <a:lnTo>
                          <a:pt x="859" y="535"/>
                        </a:lnTo>
                        <a:lnTo>
                          <a:pt x="860" y="534"/>
                        </a:lnTo>
                        <a:lnTo>
                          <a:pt x="862" y="534"/>
                        </a:lnTo>
                        <a:lnTo>
                          <a:pt x="864" y="531"/>
                        </a:lnTo>
                        <a:lnTo>
                          <a:pt x="867" y="528"/>
                        </a:lnTo>
                        <a:lnTo>
                          <a:pt x="867" y="526"/>
                        </a:lnTo>
                        <a:lnTo>
                          <a:pt x="866" y="526"/>
                        </a:lnTo>
                        <a:lnTo>
                          <a:pt x="863" y="526"/>
                        </a:lnTo>
                        <a:lnTo>
                          <a:pt x="863" y="528"/>
                        </a:lnTo>
                        <a:lnTo>
                          <a:pt x="862" y="528"/>
                        </a:lnTo>
                        <a:lnTo>
                          <a:pt x="859" y="531"/>
                        </a:lnTo>
                        <a:lnTo>
                          <a:pt x="856" y="533"/>
                        </a:lnTo>
                        <a:lnTo>
                          <a:pt x="853" y="533"/>
                        </a:lnTo>
                        <a:lnTo>
                          <a:pt x="851" y="533"/>
                        </a:lnTo>
                        <a:lnTo>
                          <a:pt x="849" y="535"/>
                        </a:lnTo>
                        <a:lnTo>
                          <a:pt x="848" y="537"/>
                        </a:lnTo>
                        <a:lnTo>
                          <a:pt x="848" y="539"/>
                        </a:lnTo>
                        <a:lnTo>
                          <a:pt x="849" y="539"/>
                        </a:lnTo>
                        <a:lnTo>
                          <a:pt x="852" y="539"/>
                        </a:lnTo>
                        <a:lnTo>
                          <a:pt x="855" y="539"/>
                        </a:lnTo>
                        <a:lnTo>
                          <a:pt x="855" y="539"/>
                        </a:lnTo>
                        <a:close/>
                        <a:moveTo>
                          <a:pt x="876" y="537"/>
                        </a:moveTo>
                        <a:lnTo>
                          <a:pt x="876" y="533"/>
                        </a:lnTo>
                        <a:lnTo>
                          <a:pt x="878" y="531"/>
                        </a:lnTo>
                        <a:lnTo>
                          <a:pt x="879" y="528"/>
                        </a:lnTo>
                        <a:lnTo>
                          <a:pt x="881" y="528"/>
                        </a:lnTo>
                        <a:lnTo>
                          <a:pt x="883" y="530"/>
                        </a:lnTo>
                        <a:lnTo>
                          <a:pt x="883" y="533"/>
                        </a:lnTo>
                        <a:lnTo>
                          <a:pt x="883" y="535"/>
                        </a:lnTo>
                        <a:lnTo>
                          <a:pt x="881" y="535"/>
                        </a:lnTo>
                        <a:lnTo>
                          <a:pt x="879" y="538"/>
                        </a:lnTo>
                        <a:lnTo>
                          <a:pt x="876" y="537"/>
                        </a:lnTo>
                        <a:lnTo>
                          <a:pt x="876" y="537"/>
                        </a:lnTo>
                        <a:close/>
                        <a:moveTo>
                          <a:pt x="895" y="560"/>
                        </a:moveTo>
                        <a:lnTo>
                          <a:pt x="895" y="556"/>
                        </a:lnTo>
                        <a:lnTo>
                          <a:pt x="895" y="553"/>
                        </a:lnTo>
                        <a:lnTo>
                          <a:pt x="894" y="550"/>
                        </a:lnTo>
                        <a:lnTo>
                          <a:pt x="893" y="550"/>
                        </a:lnTo>
                        <a:lnTo>
                          <a:pt x="893" y="553"/>
                        </a:lnTo>
                        <a:lnTo>
                          <a:pt x="891" y="556"/>
                        </a:lnTo>
                        <a:lnTo>
                          <a:pt x="891" y="558"/>
                        </a:lnTo>
                        <a:lnTo>
                          <a:pt x="893" y="560"/>
                        </a:lnTo>
                        <a:lnTo>
                          <a:pt x="893" y="562"/>
                        </a:lnTo>
                        <a:lnTo>
                          <a:pt x="894" y="561"/>
                        </a:lnTo>
                        <a:lnTo>
                          <a:pt x="895" y="560"/>
                        </a:lnTo>
                        <a:lnTo>
                          <a:pt x="895" y="560"/>
                        </a:lnTo>
                        <a:close/>
                        <a:moveTo>
                          <a:pt x="898" y="558"/>
                        </a:moveTo>
                        <a:lnTo>
                          <a:pt x="897" y="556"/>
                        </a:lnTo>
                        <a:lnTo>
                          <a:pt x="898" y="553"/>
                        </a:lnTo>
                        <a:lnTo>
                          <a:pt x="898" y="556"/>
                        </a:lnTo>
                        <a:lnTo>
                          <a:pt x="900" y="557"/>
                        </a:lnTo>
                        <a:lnTo>
                          <a:pt x="898" y="558"/>
                        </a:lnTo>
                        <a:lnTo>
                          <a:pt x="898" y="558"/>
                        </a:lnTo>
                        <a:lnTo>
                          <a:pt x="898" y="558"/>
                        </a:lnTo>
                        <a:close/>
                        <a:moveTo>
                          <a:pt x="902" y="564"/>
                        </a:moveTo>
                        <a:lnTo>
                          <a:pt x="901" y="562"/>
                        </a:lnTo>
                        <a:lnTo>
                          <a:pt x="901" y="561"/>
                        </a:lnTo>
                        <a:lnTo>
                          <a:pt x="902" y="561"/>
                        </a:lnTo>
                        <a:lnTo>
                          <a:pt x="902" y="564"/>
                        </a:lnTo>
                        <a:lnTo>
                          <a:pt x="902" y="564"/>
                        </a:lnTo>
                        <a:lnTo>
                          <a:pt x="902" y="564"/>
                        </a:lnTo>
                        <a:close/>
                        <a:moveTo>
                          <a:pt x="893" y="569"/>
                        </a:moveTo>
                        <a:lnTo>
                          <a:pt x="891" y="571"/>
                        </a:lnTo>
                        <a:lnTo>
                          <a:pt x="893" y="573"/>
                        </a:lnTo>
                        <a:lnTo>
                          <a:pt x="893" y="577"/>
                        </a:lnTo>
                        <a:lnTo>
                          <a:pt x="894" y="577"/>
                        </a:lnTo>
                        <a:lnTo>
                          <a:pt x="895" y="577"/>
                        </a:lnTo>
                        <a:lnTo>
                          <a:pt x="898" y="577"/>
                        </a:lnTo>
                        <a:lnTo>
                          <a:pt x="900" y="579"/>
                        </a:lnTo>
                        <a:lnTo>
                          <a:pt x="902" y="579"/>
                        </a:lnTo>
                        <a:lnTo>
                          <a:pt x="905" y="579"/>
                        </a:lnTo>
                        <a:lnTo>
                          <a:pt x="905" y="577"/>
                        </a:lnTo>
                        <a:lnTo>
                          <a:pt x="905" y="576"/>
                        </a:lnTo>
                        <a:lnTo>
                          <a:pt x="905" y="572"/>
                        </a:lnTo>
                        <a:lnTo>
                          <a:pt x="902" y="572"/>
                        </a:lnTo>
                        <a:lnTo>
                          <a:pt x="901" y="571"/>
                        </a:lnTo>
                        <a:lnTo>
                          <a:pt x="898" y="571"/>
                        </a:lnTo>
                        <a:lnTo>
                          <a:pt x="898" y="571"/>
                        </a:lnTo>
                        <a:lnTo>
                          <a:pt x="898" y="569"/>
                        </a:lnTo>
                        <a:lnTo>
                          <a:pt x="897" y="568"/>
                        </a:lnTo>
                        <a:lnTo>
                          <a:pt x="897" y="568"/>
                        </a:lnTo>
                        <a:lnTo>
                          <a:pt x="895" y="569"/>
                        </a:lnTo>
                        <a:lnTo>
                          <a:pt x="894" y="571"/>
                        </a:lnTo>
                        <a:lnTo>
                          <a:pt x="893" y="569"/>
                        </a:lnTo>
                        <a:lnTo>
                          <a:pt x="893" y="569"/>
                        </a:lnTo>
                        <a:close/>
                        <a:moveTo>
                          <a:pt x="818" y="674"/>
                        </a:moveTo>
                        <a:lnTo>
                          <a:pt x="821" y="674"/>
                        </a:lnTo>
                        <a:lnTo>
                          <a:pt x="822" y="674"/>
                        </a:lnTo>
                        <a:lnTo>
                          <a:pt x="821" y="672"/>
                        </a:lnTo>
                        <a:lnTo>
                          <a:pt x="818" y="672"/>
                        </a:lnTo>
                        <a:lnTo>
                          <a:pt x="818" y="674"/>
                        </a:lnTo>
                        <a:lnTo>
                          <a:pt x="818" y="674"/>
                        </a:lnTo>
                        <a:close/>
                        <a:moveTo>
                          <a:pt x="776" y="605"/>
                        </a:moveTo>
                        <a:lnTo>
                          <a:pt x="779" y="607"/>
                        </a:lnTo>
                        <a:lnTo>
                          <a:pt x="780" y="607"/>
                        </a:lnTo>
                        <a:lnTo>
                          <a:pt x="780" y="606"/>
                        </a:lnTo>
                        <a:lnTo>
                          <a:pt x="779" y="605"/>
                        </a:lnTo>
                        <a:lnTo>
                          <a:pt x="777" y="605"/>
                        </a:lnTo>
                        <a:lnTo>
                          <a:pt x="776" y="605"/>
                        </a:lnTo>
                        <a:lnTo>
                          <a:pt x="776" y="605"/>
                        </a:lnTo>
                        <a:close/>
                        <a:moveTo>
                          <a:pt x="766" y="621"/>
                        </a:moveTo>
                        <a:lnTo>
                          <a:pt x="766" y="620"/>
                        </a:lnTo>
                        <a:lnTo>
                          <a:pt x="765" y="617"/>
                        </a:lnTo>
                        <a:lnTo>
                          <a:pt x="762" y="615"/>
                        </a:lnTo>
                        <a:lnTo>
                          <a:pt x="764" y="614"/>
                        </a:lnTo>
                        <a:lnTo>
                          <a:pt x="762" y="611"/>
                        </a:lnTo>
                        <a:lnTo>
                          <a:pt x="761" y="610"/>
                        </a:lnTo>
                        <a:lnTo>
                          <a:pt x="761" y="606"/>
                        </a:lnTo>
                        <a:lnTo>
                          <a:pt x="761" y="606"/>
                        </a:lnTo>
                        <a:lnTo>
                          <a:pt x="762" y="609"/>
                        </a:lnTo>
                        <a:lnTo>
                          <a:pt x="765" y="609"/>
                        </a:lnTo>
                        <a:lnTo>
                          <a:pt x="765" y="611"/>
                        </a:lnTo>
                        <a:lnTo>
                          <a:pt x="768" y="613"/>
                        </a:lnTo>
                        <a:lnTo>
                          <a:pt x="768" y="617"/>
                        </a:lnTo>
                        <a:lnTo>
                          <a:pt x="770" y="618"/>
                        </a:lnTo>
                        <a:lnTo>
                          <a:pt x="772" y="618"/>
                        </a:lnTo>
                        <a:lnTo>
                          <a:pt x="772" y="621"/>
                        </a:lnTo>
                        <a:lnTo>
                          <a:pt x="769" y="621"/>
                        </a:lnTo>
                        <a:lnTo>
                          <a:pt x="766" y="621"/>
                        </a:lnTo>
                        <a:lnTo>
                          <a:pt x="766" y="621"/>
                        </a:lnTo>
                        <a:close/>
                        <a:moveTo>
                          <a:pt x="750" y="620"/>
                        </a:moveTo>
                        <a:lnTo>
                          <a:pt x="750" y="617"/>
                        </a:lnTo>
                        <a:lnTo>
                          <a:pt x="750" y="615"/>
                        </a:lnTo>
                        <a:lnTo>
                          <a:pt x="750" y="614"/>
                        </a:lnTo>
                        <a:lnTo>
                          <a:pt x="750" y="610"/>
                        </a:lnTo>
                        <a:lnTo>
                          <a:pt x="751" y="607"/>
                        </a:lnTo>
                        <a:lnTo>
                          <a:pt x="753" y="609"/>
                        </a:lnTo>
                        <a:lnTo>
                          <a:pt x="754" y="610"/>
                        </a:lnTo>
                        <a:lnTo>
                          <a:pt x="753" y="611"/>
                        </a:lnTo>
                        <a:lnTo>
                          <a:pt x="753" y="613"/>
                        </a:lnTo>
                        <a:lnTo>
                          <a:pt x="754" y="615"/>
                        </a:lnTo>
                        <a:lnTo>
                          <a:pt x="751" y="620"/>
                        </a:lnTo>
                        <a:lnTo>
                          <a:pt x="750" y="620"/>
                        </a:lnTo>
                        <a:lnTo>
                          <a:pt x="750" y="620"/>
                        </a:lnTo>
                        <a:close/>
                        <a:moveTo>
                          <a:pt x="749" y="553"/>
                        </a:moveTo>
                        <a:lnTo>
                          <a:pt x="749" y="556"/>
                        </a:lnTo>
                        <a:lnTo>
                          <a:pt x="750" y="556"/>
                        </a:lnTo>
                        <a:lnTo>
                          <a:pt x="753" y="556"/>
                        </a:lnTo>
                        <a:lnTo>
                          <a:pt x="754" y="554"/>
                        </a:lnTo>
                        <a:lnTo>
                          <a:pt x="754" y="553"/>
                        </a:lnTo>
                        <a:lnTo>
                          <a:pt x="751" y="553"/>
                        </a:lnTo>
                        <a:lnTo>
                          <a:pt x="749" y="553"/>
                        </a:lnTo>
                        <a:lnTo>
                          <a:pt x="749" y="553"/>
                        </a:lnTo>
                        <a:close/>
                        <a:moveTo>
                          <a:pt x="750" y="552"/>
                        </a:moveTo>
                        <a:lnTo>
                          <a:pt x="751" y="549"/>
                        </a:lnTo>
                        <a:lnTo>
                          <a:pt x="751" y="546"/>
                        </a:lnTo>
                        <a:lnTo>
                          <a:pt x="754" y="543"/>
                        </a:lnTo>
                        <a:lnTo>
                          <a:pt x="756" y="542"/>
                        </a:lnTo>
                        <a:lnTo>
                          <a:pt x="757" y="542"/>
                        </a:lnTo>
                        <a:lnTo>
                          <a:pt x="757" y="545"/>
                        </a:lnTo>
                        <a:lnTo>
                          <a:pt x="756" y="549"/>
                        </a:lnTo>
                        <a:lnTo>
                          <a:pt x="756" y="550"/>
                        </a:lnTo>
                        <a:lnTo>
                          <a:pt x="753" y="552"/>
                        </a:lnTo>
                        <a:lnTo>
                          <a:pt x="750" y="552"/>
                        </a:lnTo>
                        <a:lnTo>
                          <a:pt x="750" y="552"/>
                        </a:lnTo>
                        <a:close/>
                        <a:moveTo>
                          <a:pt x="613" y="523"/>
                        </a:moveTo>
                        <a:lnTo>
                          <a:pt x="614" y="522"/>
                        </a:lnTo>
                        <a:lnTo>
                          <a:pt x="614" y="520"/>
                        </a:lnTo>
                        <a:lnTo>
                          <a:pt x="612" y="520"/>
                        </a:lnTo>
                        <a:lnTo>
                          <a:pt x="612" y="522"/>
                        </a:lnTo>
                        <a:lnTo>
                          <a:pt x="613" y="523"/>
                        </a:lnTo>
                        <a:lnTo>
                          <a:pt x="613" y="523"/>
                        </a:lnTo>
                        <a:close/>
                        <a:moveTo>
                          <a:pt x="497" y="490"/>
                        </a:moveTo>
                        <a:lnTo>
                          <a:pt x="497" y="489"/>
                        </a:lnTo>
                        <a:lnTo>
                          <a:pt x="500" y="489"/>
                        </a:lnTo>
                        <a:lnTo>
                          <a:pt x="499" y="490"/>
                        </a:lnTo>
                        <a:lnTo>
                          <a:pt x="499" y="490"/>
                        </a:lnTo>
                        <a:lnTo>
                          <a:pt x="497" y="490"/>
                        </a:lnTo>
                        <a:lnTo>
                          <a:pt x="497" y="490"/>
                        </a:lnTo>
                        <a:close/>
                        <a:moveTo>
                          <a:pt x="488" y="495"/>
                        </a:moveTo>
                        <a:lnTo>
                          <a:pt x="491" y="495"/>
                        </a:lnTo>
                        <a:lnTo>
                          <a:pt x="491" y="493"/>
                        </a:lnTo>
                        <a:lnTo>
                          <a:pt x="488" y="493"/>
                        </a:lnTo>
                        <a:lnTo>
                          <a:pt x="488" y="495"/>
                        </a:lnTo>
                        <a:lnTo>
                          <a:pt x="488" y="495"/>
                        </a:lnTo>
                        <a:close/>
                        <a:moveTo>
                          <a:pt x="492" y="505"/>
                        </a:moveTo>
                        <a:lnTo>
                          <a:pt x="491" y="504"/>
                        </a:lnTo>
                        <a:lnTo>
                          <a:pt x="492" y="503"/>
                        </a:lnTo>
                        <a:lnTo>
                          <a:pt x="492" y="505"/>
                        </a:lnTo>
                        <a:lnTo>
                          <a:pt x="492" y="505"/>
                        </a:lnTo>
                        <a:lnTo>
                          <a:pt x="492" y="505"/>
                        </a:lnTo>
                        <a:close/>
                        <a:moveTo>
                          <a:pt x="492" y="507"/>
                        </a:moveTo>
                        <a:lnTo>
                          <a:pt x="489" y="503"/>
                        </a:lnTo>
                        <a:lnTo>
                          <a:pt x="489" y="504"/>
                        </a:lnTo>
                        <a:lnTo>
                          <a:pt x="491" y="505"/>
                        </a:lnTo>
                        <a:lnTo>
                          <a:pt x="492" y="507"/>
                        </a:lnTo>
                        <a:lnTo>
                          <a:pt x="492" y="507"/>
                        </a:lnTo>
                        <a:close/>
                        <a:moveTo>
                          <a:pt x="496" y="512"/>
                        </a:moveTo>
                        <a:lnTo>
                          <a:pt x="497" y="516"/>
                        </a:lnTo>
                        <a:lnTo>
                          <a:pt x="499" y="516"/>
                        </a:lnTo>
                        <a:lnTo>
                          <a:pt x="500" y="515"/>
                        </a:lnTo>
                        <a:lnTo>
                          <a:pt x="500" y="514"/>
                        </a:lnTo>
                        <a:lnTo>
                          <a:pt x="501" y="512"/>
                        </a:lnTo>
                        <a:lnTo>
                          <a:pt x="499" y="512"/>
                        </a:lnTo>
                        <a:lnTo>
                          <a:pt x="499" y="514"/>
                        </a:lnTo>
                        <a:lnTo>
                          <a:pt x="497" y="512"/>
                        </a:lnTo>
                        <a:lnTo>
                          <a:pt x="496" y="512"/>
                        </a:lnTo>
                        <a:lnTo>
                          <a:pt x="496" y="512"/>
                        </a:lnTo>
                        <a:close/>
                        <a:moveTo>
                          <a:pt x="492" y="530"/>
                        </a:moveTo>
                        <a:lnTo>
                          <a:pt x="492" y="526"/>
                        </a:lnTo>
                        <a:lnTo>
                          <a:pt x="492" y="524"/>
                        </a:lnTo>
                        <a:lnTo>
                          <a:pt x="493" y="522"/>
                        </a:lnTo>
                        <a:lnTo>
                          <a:pt x="495" y="519"/>
                        </a:lnTo>
                        <a:lnTo>
                          <a:pt x="496" y="520"/>
                        </a:lnTo>
                        <a:lnTo>
                          <a:pt x="495" y="522"/>
                        </a:lnTo>
                        <a:lnTo>
                          <a:pt x="496" y="523"/>
                        </a:lnTo>
                        <a:lnTo>
                          <a:pt x="495" y="524"/>
                        </a:lnTo>
                        <a:lnTo>
                          <a:pt x="496" y="526"/>
                        </a:lnTo>
                        <a:lnTo>
                          <a:pt x="495" y="527"/>
                        </a:lnTo>
                        <a:lnTo>
                          <a:pt x="493" y="528"/>
                        </a:lnTo>
                        <a:lnTo>
                          <a:pt x="492" y="530"/>
                        </a:lnTo>
                        <a:lnTo>
                          <a:pt x="492" y="530"/>
                        </a:lnTo>
                        <a:close/>
                        <a:moveTo>
                          <a:pt x="598" y="465"/>
                        </a:moveTo>
                        <a:lnTo>
                          <a:pt x="598" y="463"/>
                        </a:lnTo>
                        <a:lnTo>
                          <a:pt x="599" y="463"/>
                        </a:lnTo>
                        <a:lnTo>
                          <a:pt x="599" y="463"/>
                        </a:lnTo>
                        <a:lnTo>
                          <a:pt x="599" y="466"/>
                        </a:lnTo>
                        <a:lnTo>
                          <a:pt x="598" y="465"/>
                        </a:lnTo>
                        <a:lnTo>
                          <a:pt x="598" y="465"/>
                        </a:lnTo>
                        <a:close/>
                        <a:moveTo>
                          <a:pt x="633" y="444"/>
                        </a:moveTo>
                        <a:lnTo>
                          <a:pt x="632" y="440"/>
                        </a:lnTo>
                        <a:lnTo>
                          <a:pt x="632" y="439"/>
                        </a:lnTo>
                        <a:lnTo>
                          <a:pt x="632" y="436"/>
                        </a:lnTo>
                        <a:lnTo>
                          <a:pt x="633" y="435"/>
                        </a:lnTo>
                        <a:lnTo>
                          <a:pt x="635" y="436"/>
                        </a:lnTo>
                        <a:lnTo>
                          <a:pt x="635" y="437"/>
                        </a:lnTo>
                        <a:lnTo>
                          <a:pt x="636" y="439"/>
                        </a:lnTo>
                        <a:lnTo>
                          <a:pt x="635" y="440"/>
                        </a:lnTo>
                        <a:lnTo>
                          <a:pt x="635" y="443"/>
                        </a:lnTo>
                        <a:lnTo>
                          <a:pt x="633" y="444"/>
                        </a:lnTo>
                        <a:lnTo>
                          <a:pt x="633" y="444"/>
                        </a:lnTo>
                        <a:close/>
                        <a:moveTo>
                          <a:pt x="594" y="486"/>
                        </a:moveTo>
                        <a:lnTo>
                          <a:pt x="594" y="485"/>
                        </a:lnTo>
                        <a:lnTo>
                          <a:pt x="594" y="484"/>
                        </a:lnTo>
                        <a:lnTo>
                          <a:pt x="595" y="482"/>
                        </a:lnTo>
                        <a:lnTo>
                          <a:pt x="595" y="481"/>
                        </a:lnTo>
                        <a:lnTo>
                          <a:pt x="597" y="480"/>
                        </a:lnTo>
                        <a:lnTo>
                          <a:pt x="597" y="477"/>
                        </a:lnTo>
                        <a:lnTo>
                          <a:pt x="594" y="477"/>
                        </a:lnTo>
                        <a:lnTo>
                          <a:pt x="594" y="476"/>
                        </a:lnTo>
                        <a:lnTo>
                          <a:pt x="594" y="473"/>
                        </a:lnTo>
                        <a:lnTo>
                          <a:pt x="597" y="473"/>
                        </a:lnTo>
                        <a:lnTo>
                          <a:pt x="597" y="470"/>
                        </a:lnTo>
                        <a:lnTo>
                          <a:pt x="594" y="469"/>
                        </a:lnTo>
                        <a:lnTo>
                          <a:pt x="593" y="469"/>
                        </a:lnTo>
                        <a:lnTo>
                          <a:pt x="593" y="470"/>
                        </a:lnTo>
                        <a:lnTo>
                          <a:pt x="591" y="471"/>
                        </a:lnTo>
                        <a:lnTo>
                          <a:pt x="590" y="470"/>
                        </a:lnTo>
                        <a:lnTo>
                          <a:pt x="586" y="470"/>
                        </a:lnTo>
                        <a:lnTo>
                          <a:pt x="583" y="474"/>
                        </a:lnTo>
                        <a:lnTo>
                          <a:pt x="580" y="476"/>
                        </a:lnTo>
                        <a:lnTo>
                          <a:pt x="580" y="474"/>
                        </a:lnTo>
                        <a:lnTo>
                          <a:pt x="583" y="473"/>
                        </a:lnTo>
                        <a:lnTo>
                          <a:pt x="584" y="470"/>
                        </a:lnTo>
                        <a:lnTo>
                          <a:pt x="584" y="467"/>
                        </a:lnTo>
                        <a:lnTo>
                          <a:pt x="583" y="469"/>
                        </a:lnTo>
                        <a:lnTo>
                          <a:pt x="582" y="469"/>
                        </a:lnTo>
                        <a:lnTo>
                          <a:pt x="582" y="466"/>
                        </a:lnTo>
                        <a:lnTo>
                          <a:pt x="584" y="465"/>
                        </a:lnTo>
                        <a:lnTo>
                          <a:pt x="583" y="462"/>
                        </a:lnTo>
                        <a:lnTo>
                          <a:pt x="584" y="459"/>
                        </a:lnTo>
                        <a:lnTo>
                          <a:pt x="586" y="459"/>
                        </a:lnTo>
                        <a:lnTo>
                          <a:pt x="586" y="461"/>
                        </a:lnTo>
                        <a:lnTo>
                          <a:pt x="587" y="465"/>
                        </a:lnTo>
                        <a:lnTo>
                          <a:pt x="588" y="466"/>
                        </a:lnTo>
                        <a:lnTo>
                          <a:pt x="590" y="466"/>
                        </a:lnTo>
                        <a:lnTo>
                          <a:pt x="593" y="466"/>
                        </a:lnTo>
                        <a:lnTo>
                          <a:pt x="594" y="462"/>
                        </a:lnTo>
                        <a:lnTo>
                          <a:pt x="593" y="462"/>
                        </a:lnTo>
                        <a:lnTo>
                          <a:pt x="593" y="461"/>
                        </a:lnTo>
                        <a:lnTo>
                          <a:pt x="595" y="461"/>
                        </a:lnTo>
                        <a:lnTo>
                          <a:pt x="595" y="461"/>
                        </a:lnTo>
                        <a:lnTo>
                          <a:pt x="597" y="461"/>
                        </a:lnTo>
                        <a:lnTo>
                          <a:pt x="599" y="458"/>
                        </a:lnTo>
                        <a:lnTo>
                          <a:pt x="601" y="455"/>
                        </a:lnTo>
                        <a:lnTo>
                          <a:pt x="601" y="458"/>
                        </a:lnTo>
                        <a:lnTo>
                          <a:pt x="602" y="458"/>
                        </a:lnTo>
                        <a:lnTo>
                          <a:pt x="605" y="456"/>
                        </a:lnTo>
                        <a:lnTo>
                          <a:pt x="602" y="461"/>
                        </a:lnTo>
                        <a:lnTo>
                          <a:pt x="602" y="465"/>
                        </a:lnTo>
                        <a:lnTo>
                          <a:pt x="603" y="463"/>
                        </a:lnTo>
                        <a:lnTo>
                          <a:pt x="605" y="465"/>
                        </a:lnTo>
                        <a:lnTo>
                          <a:pt x="603" y="466"/>
                        </a:lnTo>
                        <a:lnTo>
                          <a:pt x="605" y="466"/>
                        </a:lnTo>
                        <a:lnTo>
                          <a:pt x="606" y="463"/>
                        </a:lnTo>
                        <a:lnTo>
                          <a:pt x="607" y="462"/>
                        </a:lnTo>
                        <a:lnTo>
                          <a:pt x="610" y="458"/>
                        </a:lnTo>
                        <a:lnTo>
                          <a:pt x="612" y="458"/>
                        </a:lnTo>
                        <a:lnTo>
                          <a:pt x="612" y="461"/>
                        </a:lnTo>
                        <a:lnTo>
                          <a:pt x="609" y="463"/>
                        </a:lnTo>
                        <a:lnTo>
                          <a:pt x="609" y="467"/>
                        </a:lnTo>
                        <a:lnTo>
                          <a:pt x="612" y="467"/>
                        </a:lnTo>
                        <a:lnTo>
                          <a:pt x="613" y="469"/>
                        </a:lnTo>
                        <a:lnTo>
                          <a:pt x="614" y="467"/>
                        </a:lnTo>
                        <a:lnTo>
                          <a:pt x="617" y="463"/>
                        </a:lnTo>
                        <a:lnTo>
                          <a:pt x="618" y="459"/>
                        </a:lnTo>
                        <a:lnTo>
                          <a:pt x="620" y="456"/>
                        </a:lnTo>
                        <a:lnTo>
                          <a:pt x="620" y="454"/>
                        </a:lnTo>
                        <a:lnTo>
                          <a:pt x="620" y="452"/>
                        </a:lnTo>
                        <a:lnTo>
                          <a:pt x="620" y="451"/>
                        </a:lnTo>
                        <a:lnTo>
                          <a:pt x="618" y="451"/>
                        </a:lnTo>
                        <a:lnTo>
                          <a:pt x="617" y="451"/>
                        </a:lnTo>
                        <a:lnTo>
                          <a:pt x="616" y="452"/>
                        </a:lnTo>
                        <a:lnTo>
                          <a:pt x="616" y="448"/>
                        </a:lnTo>
                        <a:lnTo>
                          <a:pt x="617" y="448"/>
                        </a:lnTo>
                        <a:lnTo>
                          <a:pt x="616" y="447"/>
                        </a:lnTo>
                        <a:lnTo>
                          <a:pt x="613" y="447"/>
                        </a:lnTo>
                        <a:lnTo>
                          <a:pt x="613" y="446"/>
                        </a:lnTo>
                        <a:lnTo>
                          <a:pt x="610" y="443"/>
                        </a:lnTo>
                        <a:lnTo>
                          <a:pt x="610" y="442"/>
                        </a:lnTo>
                        <a:lnTo>
                          <a:pt x="607" y="437"/>
                        </a:lnTo>
                        <a:lnTo>
                          <a:pt x="607" y="433"/>
                        </a:lnTo>
                        <a:lnTo>
                          <a:pt x="609" y="431"/>
                        </a:lnTo>
                        <a:lnTo>
                          <a:pt x="607" y="427"/>
                        </a:lnTo>
                        <a:lnTo>
                          <a:pt x="606" y="429"/>
                        </a:lnTo>
                        <a:lnTo>
                          <a:pt x="606" y="432"/>
                        </a:lnTo>
                        <a:lnTo>
                          <a:pt x="603" y="429"/>
                        </a:lnTo>
                        <a:lnTo>
                          <a:pt x="601" y="428"/>
                        </a:lnTo>
                        <a:lnTo>
                          <a:pt x="601" y="423"/>
                        </a:lnTo>
                        <a:lnTo>
                          <a:pt x="598" y="421"/>
                        </a:lnTo>
                        <a:lnTo>
                          <a:pt x="598" y="416"/>
                        </a:lnTo>
                        <a:lnTo>
                          <a:pt x="597" y="414"/>
                        </a:lnTo>
                        <a:lnTo>
                          <a:pt x="595" y="412"/>
                        </a:lnTo>
                        <a:lnTo>
                          <a:pt x="595" y="409"/>
                        </a:lnTo>
                        <a:lnTo>
                          <a:pt x="595" y="408"/>
                        </a:lnTo>
                        <a:lnTo>
                          <a:pt x="598" y="408"/>
                        </a:lnTo>
                        <a:lnTo>
                          <a:pt x="598" y="403"/>
                        </a:lnTo>
                        <a:lnTo>
                          <a:pt x="601" y="403"/>
                        </a:lnTo>
                        <a:lnTo>
                          <a:pt x="601" y="405"/>
                        </a:lnTo>
                        <a:lnTo>
                          <a:pt x="603" y="403"/>
                        </a:lnTo>
                        <a:lnTo>
                          <a:pt x="603" y="401"/>
                        </a:lnTo>
                        <a:lnTo>
                          <a:pt x="606" y="395"/>
                        </a:lnTo>
                        <a:lnTo>
                          <a:pt x="606" y="391"/>
                        </a:lnTo>
                        <a:lnTo>
                          <a:pt x="606" y="390"/>
                        </a:lnTo>
                        <a:lnTo>
                          <a:pt x="603" y="386"/>
                        </a:lnTo>
                        <a:lnTo>
                          <a:pt x="605" y="383"/>
                        </a:lnTo>
                        <a:lnTo>
                          <a:pt x="607" y="382"/>
                        </a:lnTo>
                        <a:lnTo>
                          <a:pt x="607" y="378"/>
                        </a:lnTo>
                        <a:lnTo>
                          <a:pt x="610" y="374"/>
                        </a:lnTo>
                        <a:lnTo>
                          <a:pt x="610" y="372"/>
                        </a:lnTo>
                        <a:lnTo>
                          <a:pt x="612" y="370"/>
                        </a:lnTo>
                        <a:lnTo>
                          <a:pt x="612" y="364"/>
                        </a:lnTo>
                        <a:lnTo>
                          <a:pt x="613" y="364"/>
                        </a:lnTo>
                        <a:lnTo>
                          <a:pt x="613" y="361"/>
                        </a:lnTo>
                        <a:lnTo>
                          <a:pt x="617" y="357"/>
                        </a:lnTo>
                        <a:lnTo>
                          <a:pt x="616" y="355"/>
                        </a:lnTo>
                        <a:lnTo>
                          <a:pt x="617" y="353"/>
                        </a:lnTo>
                        <a:lnTo>
                          <a:pt x="618" y="352"/>
                        </a:lnTo>
                        <a:lnTo>
                          <a:pt x="618" y="349"/>
                        </a:lnTo>
                        <a:lnTo>
                          <a:pt x="617" y="346"/>
                        </a:lnTo>
                        <a:lnTo>
                          <a:pt x="617" y="345"/>
                        </a:lnTo>
                        <a:lnTo>
                          <a:pt x="617" y="342"/>
                        </a:lnTo>
                        <a:lnTo>
                          <a:pt x="616" y="341"/>
                        </a:lnTo>
                        <a:lnTo>
                          <a:pt x="614" y="337"/>
                        </a:lnTo>
                        <a:lnTo>
                          <a:pt x="614" y="336"/>
                        </a:lnTo>
                        <a:lnTo>
                          <a:pt x="613" y="331"/>
                        </a:lnTo>
                        <a:lnTo>
                          <a:pt x="610" y="330"/>
                        </a:lnTo>
                        <a:lnTo>
                          <a:pt x="609" y="329"/>
                        </a:lnTo>
                        <a:lnTo>
                          <a:pt x="607" y="329"/>
                        </a:lnTo>
                        <a:lnTo>
                          <a:pt x="607" y="333"/>
                        </a:lnTo>
                        <a:lnTo>
                          <a:pt x="606" y="333"/>
                        </a:lnTo>
                        <a:lnTo>
                          <a:pt x="603" y="327"/>
                        </a:lnTo>
                        <a:lnTo>
                          <a:pt x="602" y="327"/>
                        </a:lnTo>
                        <a:lnTo>
                          <a:pt x="599" y="325"/>
                        </a:lnTo>
                        <a:lnTo>
                          <a:pt x="598" y="326"/>
                        </a:lnTo>
                        <a:lnTo>
                          <a:pt x="598" y="330"/>
                        </a:lnTo>
                        <a:lnTo>
                          <a:pt x="597" y="330"/>
                        </a:lnTo>
                        <a:lnTo>
                          <a:pt x="595" y="330"/>
                        </a:lnTo>
                        <a:lnTo>
                          <a:pt x="594" y="333"/>
                        </a:lnTo>
                        <a:lnTo>
                          <a:pt x="594" y="336"/>
                        </a:lnTo>
                        <a:lnTo>
                          <a:pt x="593" y="336"/>
                        </a:lnTo>
                        <a:lnTo>
                          <a:pt x="590" y="342"/>
                        </a:lnTo>
                        <a:lnTo>
                          <a:pt x="590" y="345"/>
                        </a:lnTo>
                        <a:lnTo>
                          <a:pt x="588" y="348"/>
                        </a:lnTo>
                        <a:lnTo>
                          <a:pt x="588" y="352"/>
                        </a:lnTo>
                        <a:lnTo>
                          <a:pt x="587" y="352"/>
                        </a:lnTo>
                        <a:lnTo>
                          <a:pt x="587" y="355"/>
                        </a:lnTo>
                        <a:lnTo>
                          <a:pt x="584" y="356"/>
                        </a:lnTo>
                        <a:lnTo>
                          <a:pt x="584" y="361"/>
                        </a:lnTo>
                        <a:lnTo>
                          <a:pt x="582" y="363"/>
                        </a:lnTo>
                        <a:lnTo>
                          <a:pt x="582" y="363"/>
                        </a:lnTo>
                        <a:lnTo>
                          <a:pt x="579" y="367"/>
                        </a:lnTo>
                        <a:lnTo>
                          <a:pt x="580" y="368"/>
                        </a:lnTo>
                        <a:lnTo>
                          <a:pt x="579" y="371"/>
                        </a:lnTo>
                        <a:lnTo>
                          <a:pt x="579" y="374"/>
                        </a:lnTo>
                        <a:lnTo>
                          <a:pt x="576" y="376"/>
                        </a:lnTo>
                        <a:lnTo>
                          <a:pt x="579" y="379"/>
                        </a:lnTo>
                        <a:lnTo>
                          <a:pt x="578" y="382"/>
                        </a:lnTo>
                        <a:lnTo>
                          <a:pt x="575" y="382"/>
                        </a:lnTo>
                        <a:lnTo>
                          <a:pt x="576" y="383"/>
                        </a:lnTo>
                        <a:lnTo>
                          <a:pt x="579" y="383"/>
                        </a:lnTo>
                        <a:lnTo>
                          <a:pt x="579" y="386"/>
                        </a:lnTo>
                        <a:lnTo>
                          <a:pt x="576" y="386"/>
                        </a:lnTo>
                        <a:lnTo>
                          <a:pt x="575" y="386"/>
                        </a:lnTo>
                        <a:lnTo>
                          <a:pt x="572" y="387"/>
                        </a:lnTo>
                        <a:lnTo>
                          <a:pt x="571" y="387"/>
                        </a:lnTo>
                        <a:lnTo>
                          <a:pt x="569" y="389"/>
                        </a:lnTo>
                        <a:lnTo>
                          <a:pt x="569" y="391"/>
                        </a:lnTo>
                        <a:lnTo>
                          <a:pt x="568" y="391"/>
                        </a:lnTo>
                        <a:lnTo>
                          <a:pt x="567" y="391"/>
                        </a:lnTo>
                        <a:lnTo>
                          <a:pt x="567" y="389"/>
                        </a:lnTo>
                        <a:lnTo>
                          <a:pt x="567" y="386"/>
                        </a:lnTo>
                        <a:lnTo>
                          <a:pt x="565" y="384"/>
                        </a:lnTo>
                        <a:lnTo>
                          <a:pt x="565" y="379"/>
                        </a:lnTo>
                        <a:lnTo>
                          <a:pt x="568" y="375"/>
                        </a:lnTo>
                        <a:lnTo>
                          <a:pt x="568" y="372"/>
                        </a:lnTo>
                        <a:lnTo>
                          <a:pt x="571" y="371"/>
                        </a:lnTo>
                        <a:lnTo>
                          <a:pt x="571" y="368"/>
                        </a:lnTo>
                        <a:lnTo>
                          <a:pt x="571" y="365"/>
                        </a:lnTo>
                        <a:lnTo>
                          <a:pt x="572" y="360"/>
                        </a:lnTo>
                        <a:lnTo>
                          <a:pt x="576" y="359"/>
                        </a:lnTo>
                        <a:lnTo>
                          <a:pt x="576" y="355"/>
                        </a:lnTo>
                        <a:lnTo>
                          <a:pt x="575" y="355"/>
                        </a:lnTo>
                        <a:lnTo>
                          <a:pt x="573" y="355"/>
                        </a:lnTo>
                        <a:lnTo>
                          <a:pt x="573" y="353"/>
                        </a:lnTo>
                        <a:lnTo>
                          <a:pt x="575" y="351"/>
                        </a:lnTo>
                        <a:lnTo>
                          <a:pt x="575" y="345"/>
                        </a:lnTo>
                        <a:lnTo>
                          <a:pt x="573" y="344"/>
                        </a:lnTo>
                        <a:lnTo>
                          <a:pt x="572" y="341"/>
                        </a:lnTo>
                        <a:lnTo>
                          <a:pt x="573" y="340"/>
                        </a:lnTo>
                        <a:lnTo>
                          <a:pt x="573" y="336"/>
                        </a:lnTo>
                        <a:lnTo>
                          <a:pt x="572" y="336"/>
                        </a:lnTo>
                        <a:lnTo>
                          <a:pt x="569" y="333"/>
                        </a:lnTo>
                        <a:lnTo>
                          <a:pt x="565" y="334"/>
                        </a:lnTo>
                        <a:lnTo>
                          <a:pt x="564" y="337"/>
                        </a:lnTo>
                        <a:lnTo>
                          <a:pt x="567" y="338"/>
                        </a:lnTo>
                        <a:lnTo>
                          <a:pt x="567" y="341"/>
                        </a:lnTo>
                        <a:lnTo>
                          <a:pt x="568" y="342"/>
                        </a:lnTo>
                        <a:lnTo>
                          <a:pt x="568" y="345"/>
                        </a:lnTo>
                        <a:lnTo>
                          <a:pt x="567" y="345"/>
                        </a:lnTo>
                        <a:lnTo>
                          <a:pt x="565" y="342"/>
                        </a:lnTo>
                        <a:lnTo>
                          <a:pt x="564" y="342"/>
                        </a:lnTo>
                        <a:lnTo>
                          <a:pt x="563" y="345"/>
                        </a:lnTo>
                        <a:lnTo>
                          <a:pt x="564" y="346"/>
                        </a:lnTo>
                        <a:lnTo>
                          <a:pt x="565" y="349"/>
                        </a:lnTo>
                        <a:lnTo>
                          <a:pt x="565" y="352"/>
                        </a:lnTo>
                        <a:lnTo>
                          <a:pt x="564" y="353"/>
                        </a:lnTo>
                        <a:lnTo>
                          <a:pt x="564" y="352"/>
                        </a:lnTo>
                        <a:lnTo>
                          <a:pt x="563" y="351"/>
                        </a:lnTo>
                        <a:lnTo>
                          <a:pt x="563" y="355"/>
                        </a:lnTo>
                        <a:lnTo>
                          <a:pt x="560" y="352"/>
                        </a:lnTo>
                        <a:lnTo>
                          <a:pt x="560" y="349"/>
                        </a:lnTo>
                        <a:lnTo>
                          <a:pt x="559" y="351"/>
                        </a:lnTo>
                        <a:lnTo>
                          <a:pt x="556" y="353"/>
                        </a:lnTo>
                        <a:lnTo>
                          <a:pt x="556" y="352"/>
                        </a:lnTo>
                        <a:lnTo>
                          <a:pt x="556" y="349"/>
                        </a:lnTo>
                        <a:lnTo>
                          <a:pt x="557" y="348"/>
                        </a:lnTo>
                        <a:lnTo>
                          <a:pt x="556" y="346"/>
                        </a:lnTo>
                        <a:lnTo>
                          <a:pt x="553" y="348"/>
                        </a:lnTo>
                        <a:lnTo>
                          <a:pt x="549" y="352"/>
                        </a:lnTo>
                        <a:lnTo>
                          <a:pt x="548" y="348"/>
                        </a:lnTo>
                        <a:lnTo>
                          <a:pt x="545" y="348"/>
                        </a:lnTo>
                        <a:lnTo>
                          <a:pt x="544" y="351"/>
                        </a:lnTo>
                        <a:lnTo>
                          <a:pt x="541" y="351"/>
                        </a:lnTo>
                        <a:lnTo>
                          <a:pt x="540" y="349"/>
                        </a:lnTo>
                        <a:lnTo>
                          <a:pt x="537" y="349"/>
                        </a:lnTo>
                        <a:lnTo>
                          <a:pt x="535" y="348"/>
                        </a:lnTo>
                        <a:lnTo>
                          <a:pt x="538" y="346"/>
                        </a:lnTo>
                        <a:lnTo>
                          <a:pt x="541" y="345"/>
                        </a:lnTo>
                        <a:lnTo>
                          <a:pt x="544" y="346"/>
                        </a:lnTo>
                        <a:lnTo>
                          <a:pt x="546" y="345"/>
                        </a:lnTo>
                        <a:lnTo>
                          <a:pt x="546" y="344"/>
                        </a:lnTo>
                        <a:lnTo>
                          <a:pt x="548" y="342"/>
                        </a:lnTo>
                        <a:lnTo>
                          <a:pt x="550" y="344"/>
                        </a:lnTo>
                        <a:lnTo>
                          <a:pt x="553" y="341"/>
                        </a:lnTo>
                        <a:lnTo>
                          <a:pt x="553" y="338"/>
                        </a:lnTo>
                        <a:lnTo>
                          <a:pt x="553" y="337"/>
                        </a:lnTo>
                        <a:lnTo>
                          <a:pt x="552" y="336"/>
                        </a:lnTo>
                        <a:lnTo>
                          <a:pt x="549" y="330"/>
                        </a:lnTo>
                        <a:lnTo>
                          <a:pt x="546" y="330"/>
                        </a:lnTo>
                        <a:lnTo>
                          <a:pt x="546" y="327"/>
                        </a:lnTo>
                        <a:lnTo>
                          <a:pt x="541" y="323"/>
                        </a:lnTo>
                        <a:lnTo>
                          <a:pt x="541" y="322"/>
                        </a:lnTo>
                        <a:lnTo>
                          <a:pt x="538" y="322"/>
                        </a:lnTo>
                        <a:lnTo>
                          <a:pt x="535" y="325"/>
                        </a:lnTo>
                        <a:lnTo>
                          <a:pt x="534" y="325"/>
                        </a:lnTo>
                        <a:lnTo>
                          <a:pt x="529" y="329"/>
                        </a:lnTo>
                        <a:lnTo>
                          <a:pt x="530" y="330"/>
                        </a:lnTo>
                        <a:lnTo>
                          <a:pt x="530" y="333"/>
                        </a:lnTo>
                        <a:lnTo>
                          <a:pt x="529" y="333"/>
                        </a:lnTo>
                        <a:lnTo>
                          <a:pt x="526" y="334"/>
                        </a:lnTo>
                        <a:lnTo>
                          <a:pt x="526" y="333"/>
                        </a:lnTo>
                        <a:lnTo>
                          <a:pt x="525" y="333"/>
                        </a:lnTo>
                        <a:lnTo>
                          <a:pt x="522" y="331"/>
                        </a:lnTo>
                        <a:lnTo>
                          <a:pt x="519" y="331"/>
                        </a:lnTo>
                        <a:lnTo>
                          <a:pt x="518" y="333"/>
                        </a:lnTo>
                        <a:lnTo>
                          <a:pt x="515" y="333"/>
                        </a:lnTo>
                        <a:lnTo>
                          <a:pt x="514" y="331"/>
                        </a:lnTo>
                        <a:lnTo>
                          <a:pt x="515" y="330"/>
                        </a:lnTo>
                        <a:lnTo>
                          <a:pt x="519" y="330"/>
                        </a:lnTo>
                        <a:lnTo>
                          <a:pt x="521" y="327"/>
                        </a:lnTo>
                        <a:lnTo>
                          <a:pt x="523" y="326"/>
                        </a:lnTo>
                        <a:lnTo>
                          <a:pt x="525" y="327"/>
                        </a:lnTo>
                        <a:lnTo>
                          <a:pt x="526" y="323"/>
                        </a:lnTo>
                        <a:lnTo>
                          <a:pt x="527" y="321"/>
                        </a:lnTo>
                        <a:lnTo>
                          <a:pt x="527" y="319"/>
                        </a:lnTo>
                        <a:lnTo>
                          <a:pt x="530" y="319"/>
                        </a:lnTo>
                        <a:lnTo>
                          <a:pt x="533" y="315"/>
                        </a:lnTo>
                        <a:lnTo>
                          <a:pt x="531" y="311"/>
                        </a:lnTo>
                        <a:lnTo>
                          <a:pt x="533" y="308"/>
                        </a:lnTo>
                        <a:lnTo>
                          <a:pt x="531" y="306"/>
                        </a:lnTo>
                        <a:lnTo>
                          <a:pt x="529" y="306"/>
                        </a:lnTo>
                        <a:lnTo>
                          <a:pt x="525" y="307"/>
                        </a:lnTo>
                        <a:lnTo>
                          <a:pt x="519" y="308"/>
                        </a:lnTo>
                        <a:lnTo>
                          <a:pt x="514" y="311"/>
                        </a:lnTo>
                        <a:lnTo>
                          <a:pt x="504" y="312"/>
                        </a:lnTo>
                        <a:lnTo>
                          <a:pt x="492" y="317"/>
                        </a:lnTo>
                        <a:lnTo>
                          <a:pt x="488" y="321"/>
                        </a:lnTo>
                        <a:lnTo>
                          <a:pt x="480" y="322"/>
                        </a:lnTo>
                        <a:lnTo>
                          <a:pt x="470" y="327"/>
                        </a:lnTo>
                        <a:lnTo>
                          <a:pt x="466" y="330"/>
                        </a:lnTo>
                        <a:lnTo>
                          <a:pt x="466" y="333"/>
                        </a:lnTo>
                        <a:lnTo>
                          <a:pt x="469" y="333"/>
                        </a:lnTo>
                        <a:lnTo>
                          <a:pt x="470" y="333"/>
                        </a:lnTo>
                        <a:lnTo>
                          <a:pt x="468" y="336"/>
                        </a:lnTo>
                        <a:lnTo>
                          <a:pt x="465" y="336"/>
                        </a:lnTo>
                        <a:lnTo>
                          <a:pt x="459" y="340"/>
                        </a:lnTo>
                        <a:lnTo>
                          <a:pt x="455" y="340"/>
                        </a:lnTo>
                        <a:lnTo>
                          <a:pt x="454" y="341"/>
                        </a:lnTo>
                        <a:lnTo>
                          <a:pt x="454" y="344"/>
                        </a:lnTo>
                        <a:lnTo>
                          <a:pt x="450" y="346"/>
                        </a:lnTo>
                        <a:lnTo>
                          <a:pt x="447" y="349"/>
                        </a:lnTo>
                        <a:lnTo>
                          <a:pt x="447" y="353"/>
                        </a:lnTo>
                        <a:lnTo>
                          <a:pt x="450" y="352"/>
                        </a:lnTo>
                        <a:lnTo>
                          <a:pt x="451" y="353"/>
                        </a:lnTo>
                        <a:lnTo>
                          <a:pt x="450" y="355"/>
                        </a:lnTo>
                        <a:lnTo>
                          <a:pt x="451" y="356"/>
                        </a:lnTo>
                        <a:lnTo>
                          <a:pt x="453" y="356"/>
                        </a:lnTo>
                        <a:lnTo>
                          <a:pt x="455" y="353"/>
                        </a:lnTo>
                        <a:lnTo>
                          <a:pt x="458" y="355"/>
                        </a:lnTo>
                        <a:lnTo>
                          <a:pt x="461" y="356"/>
                        </a:lnTo>
                        <a:lnTo>
                          <a:pt x="459" y="357"/>
                        </a:lnTo>
                        <a:lnTo>
                          <a:pt x="457" y="359"/>
                        </a:lnTo>
                        <a:lnTo>
                          <a:pt x="453" y="357"/>
                        </a:lnTo>
                        <a:lnTo>
                          <a:pt x="451" y="359"/>
                        </a:lnTo>
                        <a:lnTo>
                          <a:pt x="451" y="361"/>
                        </a:lnTo>
                        <a:lnTo>
                          <a:pt x="457" y="364"/>
                        </a:lnTo>
                        <a:lnTo>
                          <a:pt x="458" y="363"/>
                        </a:lnTo>
                        <a:lnTo>
                          <a:pt x="458" y="360"/>
                        </a:lnTo>
                        <a:lnTo>
                          <a:pt x="461" y="360"/>
                        </a:lnTo>
                        <a:lnTo>
                          <a:pt x="461" y="361"/>
                        </a:lnTo>
                        <a:lnTo>
                          <a:pt x="461" y="364"/>
                        </a:lnTo>
                        <a:lnTo>
                          <a:pt x="462" y="364"/>
                        </a:lnTo>
                        <a:lnTo>
                          <a:pt x="468" y="364"/>
                        </a:lnTo>
                        <a:lnTo>
                          <a:pt x="472" y="363"/>
                        </a:lnTo>
                        <a:lnTo>
                          <a:pt x="474" y="363"/>
                        </a:lnTo>
                        <a:lnTo>
                          <a:pt x="478" y="365"/>
                        </a:lnTo>
                        <a:lnTo>
                          <a:pt x="481" y="364"/>
                        </a:lnTo>
                        <a:lnTo>
                          <a:pt x="484" y="365"/>
                        </a:lnTo>
                        <a:lnTo>
                          <a:pt x="485" y="368"/>
                        </a:lnTo>
                        <a:lnTo>
                          <a:pt x="488" y="368"/>
                        </a:lnTo>
                        <a:lnTo>
                          <a:pt x="487" y="370"/>
                        </a:lnTo>
                        <a:lnTo>
                          <a:pt x="485" y="370"/>
                        </a:lnTo>
                        <a:lnTo>
                          <a:pt x="481" y="367"/>
                        </a:lnTo>
                        <a:lnTo>
                          <a:pt x="476" y="367"/>
                        </a:lnTo>
                        <a:lnTo>
                          <a:pt x="474" y="368"/>
                        </a:lnTo>
                        <a:lnTo>
                          <a:pt x="478" y="370"/>
                        </a:lnTo>
                        <a:lnTo>
                          <a:pt x="478" y="371"/>
                        </a:lnTo>
                        <a:lnTo>
                          <a:pt x="474" y="371"/>
                        </a:lnTo>
                        <a:lnTo>
                          <a:pt x="472" y="370"/>
                        </a:lnTo>
                        <a:lnTo>
                          <a:pt x="466" y="370"/>
                        </a:lnTo>
                        <a:lnTo>
                          <a:pt x="465" y="371"/>
                        </a:lnTo>
                        <a:lnTo>
                          <a:pt x="462" y="370"/>
                        </a:lnTo>
                        <a:lnTo>
                          <a:pt x="461" y="370"/>
                        </a:lnTo>
                        <a:lnTo>
                          <a:pt x="458" y="371"/>
                        </a:lnTo>
                        <a:lnTo>
                          <a:pt x="457" y="371"/>
                        </a:lnTo>
                        <a:lnTo>
                          <a:pt x="450" y="371"/>
                        </a:lnTo>
                        <a:lnTo>
                          <a:pt x="449" y="372"/>
                        </a:lnTo>
                        <a:lnTo>
                          <a:pt x="443" y="372"/>
                        </a:lnTo>
                        <a:lnTo>
                          <a:pt x="442" y="376"/>
                        </a:lnTo>
                        <a:lnTo>
                          <a:pt x="443" y="383"/>
                        </a:lnTo>
                        <a:lnTo>
                          <a:pt x="444" y="384"/>
                        </a:lnTo>
                        <a:lnTo>
                          <a:pt x="443" y="389"/>
                        </a:lnTo>
                        <a:lnTo>
                          <a:pt x="443" y="389"/>
                        </a:lnTo>
                        <a:lnTo>
                          <a:pt x="443" y="391"/>
                        </a:lnTo>
                        <a:lnTo>
                          <a:pt x="444" y="393"/>
                        </a:lnTo>
                        <a:lnTo>
                          <a:pt x="447" y="391"/>
                        </a:lnTo>
                        <a:lnTo>
                          <a:pt x="449" y="391"/>
                        </a:lnTo>
                        <a:lnTo>
                          <a:pt x="450" y="393"/>
                        </a:lnTo>
                        <a:lnTo>
                          <a:pt x="453" y="393"/>
                        </a:lnTo>
                        <a:lnTo>
                          <a:pt x="453" y="391"/>
                        </a:lnTo>
                        <a:lnTo>
                          <a:pt x="454" y="391"/>
                        </a:lnTo>
                        <a:lnTo>
                          <a:pt x="455" y="393"/>
                        </a:lnTo>
                        <a:lnTo>
                          <a:pt x="457" y="394"/>
                        </a:lnTo>
                        <a:lnTo>
                          <a:pt x="458" y="393"/>
                        </a:lnTo>
                        <a:lnTo>
                          <a:pt x="459" y="394"/>
                        </a:lnTo>
                        <a:lnTo>
                          <a:pt x="459" y="395"/>
                        </a:lnTo>
                        <a:lnTo>
                          <a:pt x="462" y="397"/>
                        </a:lnTo>
                        <a:lnTo>
                          <a:pt x="463" y="395"/>
                        </a:lnTo>
                        <a:lnTo>
                          <a:pt x="465" y="395"/>
                        </a:lnTo>
                        <a:lnTo>
                          <a:pt x="466" y="397"/>
                        </a:lnTo>
                        <a:lnTo>
                          <a:pt x="470" y="397"/>
                        </a:lnTo>
                        <a:lnTo>
                          <a:pt x="472" y="397"/>
                        </a:lnTo>
                        <a:lnTo>
                          <a:pt x="474" y="398"/>
                        </a:lnTo>
                        <a:lnTo>
                          <a:pt x="477" y="397"/>
                        </a:lnTo>
                        <a:lnTo>
                          <a:pt x="478" y="398"/>
                        </a:lnTo>
                        <a:lnTo>
                          <a:pt x="481" y="398"/>
                        </a:lnTo>
                        <a:lnTo>
                          <a:pt x="484" y="397"/>
                        </a:lnTo>
                        <a:lnTo>
                          <a:pt x="487" y="398"/>
                        </a:lnTo>
                        <a:lnTo>
                          <a:pt x="488" y="399"/>
                        </a:lnTo>
                        <a:lnTo>
                          <a:pt x="489" y="399"/>
                        </a:lnTo>
                        <a:lnTo>
                          <a:pt x="489" y="401"/>
                        </a:lnTo>
                        <a:lnTo>
                          <a:pt x="492" y="403"/>
                        </a:lnTo>
                        <a:lnTo>
                          <a:pt x="492" y="405"/>
                        </a:lnTo>
                        <a:lnTo>
                          <a:pt x="493" y="406"/>
                        </a:lnTo>
                        <a:lnTo>
                          <a:pt x="496" y="406"/>
                        </a:lnTo>
                        <a:lnTo>
                          <a:pt x="497" y="406"/>
                        </a:lnTo>
                        <a:lnTo>
                          <a:pt x="499" y="409"/>
                        </a:lnTo>
                        <a:lnTo>
                          <a:pt x="500" y="409"/>
                        </a:lnTo>
                        <a:lnTo>
                          <a:pt x="501" y="410"/>
                        </a:lnTo>
                        <a:lnTo>
                          <a:pt x="501" y="412"/>
                        </a:lnTo>
                        <a:lnTo>
                          <a:pt x="500" y="413"/>
                        </a:lnTo>
                        <a:lnTo>
                          <a:pt x="503" y="416"/>
                        </a:lnTo>
                        <a:lnTo>
                          <a:pt x="507" y="418"/>
                        </a:lnTo>
                        <a:lnTo>
                          <a:pt x="507" y="420"/>
                        </a:lnTo>
                        <a:lnTo>
                          <a:pt x="506" y="421"/>
                        </a:lnTo>
                        <a:lnTo>
                          <a:pt x="507" y="423"/>
                        </a:lnTo>
                        <a:lnTo>
                          <a:pt x="506" y="421"/>
                        </a:lnTo>
                        <a:lnTo>
                          <a:pt x="500" y="421"/>
                        </a:lnTo>
                        <a:lnTo>
                          <a:pt x="496" y="420"/>
                        </a:lnTo>
                        <a:lnTo>
                          <a:pt x="495" y="420"/>
                        </a:lnTo>
                        <a:lnTo>
                          <a:pt x="492" y="420"/>
                        </a:lnTo>
                        <a:lnTo>
                          <a:pt x="492" y="420"/>
                        </a:lnTo>
                        <a:lnTo>
                          <a:pt x="489" y="420"/>
                        </a:lnTo>
                        <a:lnTo>
                          <a:pt x="488" y="417"/>
                        </a:lnTo>
                        <a:lnTo>
                          <a:pt x="485" y="417"/>
                        </a:lnTo>
                        <a:lnTo>
                          <a:pt x="484" y="416"/>
                        </a:lnTo>
                        <a:lnTo>
                          <a:pt x="482" y="414"/>
                        </a:lnTo>
                        <a:lnTo>
                          <a:pt x="480" y="416"/>
                        </a:lnTo>
                        <a:lnTo>
                          <a:pt x="478" y="414"/>
                        </a:lnTo>
                        <a:lnTo>
                          <a:pt x="477" y="413"/>
                        </a:lnTo>
                        <a:lnTo>
                          <a:pt x="474" y="412"/>
                        </a:lnTo>
                        <a:lnTo>
                          <a:pt x="473" y="410"/>
                        </a:lnTo>
                        <a:lnTo>
                          <a:pt x="473" y="410"/>
                        </a:lnTo>
                        <a:lnTo>
                          <a:pt x="470" y="409"/>
                        </a:lnTo>
                        <a:lnTo>
                          <a:pt x="468" y="410"/>
                        </a:lnTo>
                        <a:lnTo>
                          <a:pt x="466" y="409"/>
                        </a:lnTo>
                        <a:lnTo>
                          <a:pt x="461" y="409"/>
                        </a:lnTo>
                        <a:lnTo>
                          <a:pt x="457" y="409"/>
                        </a:lnTo>
                        <a:lnTo>
                          <a:pt x="454" y="408"/>
                        </a:lnTo>
                        <a:lnTo>
                          <a:pt x="443" y="408"/>
                        </a:lnTo>
                        <a:lnTo>
                          <a:pt x="440" y="409"/>
                        </a:lnTo>
                        <a:lnTo>
                          <a:pt x="438" y="409"/>
                        </a:lnTo>
                        <a:lnTo>
                          <a:pt x="436" y="412"/>
                        </a:lnTo>
                        <a:lnTo>
                          <a:pt x="435" y="416"/>
                        </a:lnTo>
                        <a:lnTo>
                          <a:pt x="434" y="420"/>
                        </a:lnTo>
                        <a:lnTo>
                          <a:pt x="434" y="424"/>
                        </a:lnTo>
                        <a:lnTo>
                          <a:pt x="434" y="425"/>
                        </a:lnTo>
                        <a:lnTo>
                          <a:pt x="434" y="428"/>
                        </a:lnTo>
                        <a:lnTo>
                          <a:pt x="435" y="428"/>
                        </a:lnTo>
                        <a:lnTo>
                          <a:pt x="435" y="429"/>
                        </a:lnTo>
                        <a:lnTo>
                          <a:pt x="434" y="431"/>
                        </a:lnTo>
                        <a:lnTo>
                          <a:pt x="436" y="436"/>
                        </a:lnTo>
                        <a:lnTo>
                          <a:pt x="438" y="437"/>
                        </a:lnTo>
                        <a:lnTo>
                          <a:pt x="439" y="439"/>
                        </a:lnTo>
                        <a:lnTo>
                          <a:pt x="443" y="442"/>
                        </a:lnTo>
                        <a:lnTo>
                          <a:pt x="444" y="443"/>
                        </a:lnTo>
                        <a:lnTo>
                          <a:pt x="446" y="443"/>
                        </a:lnTo>
                        <a:lnTo>
                          <a:pt x="447" y="444"/>
                        </a:lnTo>
                        <a:lnTo>
                          <a:pt x="450" y="444"/>
                        </a:lnTo>
                        <a:lnTo>
                          <a:pt x="453" y="443"/>
                        </a:lnTo>
                        <a:lnTo>
                          <a:pt x="454" y="443"/>
                        </a:lnTo>
                        <a:lnTo>
                          <a:pt x="457" y="446"/>
                        </a:lnTo>
                        <a:lnTo>
                          <a:pt x="459" y="446"/>
                        </a:lnTo>
                        <a:lnTo>
                          <a:pt x="461" y="448"/>
                        </a:lnTo>
                        <a:lnTo>
                          <a:pt x="463" y="450"/>
                        </a:lnTo>
                        <a:lnTo>
                          <a:pt x="463" y="451"/>
                        </a:lnTo>
                        <a:lnTo>
                          <a:pt x="461" y="452"/>
                        </a:lnTo>
                        <a:lnTo>
                          <a:pt x="461" y="454"/>
                        </a:lnTo>
                        <a:lnTo>
                          <a:pt x="459" y="455"/>
                        </a:lnTo>
                        <a:lnTo>
                          <a:pt x="459" y="456"/>
                        </a:lnTo>
                        <a:lnTo>
                          <a:pt x="458" y="458"/>
                        </a:lnTo>
                        <a:lnTo>
                          <a:pt x="455" y="461"/>
                        </a:lnTo>
                        <a:lnTo>
                          <a:pt x="455" y="462"/>
                        </a:lnTo>
                        <a:lnTo>
                          <a:pt x="454" y="463"/>
                        </a:lnTo>
                        <a:lnTo>
                          <a:pt x="457" y="465"/>
                        </a:lnTo>
                        <a:lnTo>
                          <a:pt x="457" y="467"/>
                        </a:lnTo>
                        <a:lnTo>
                          <a:pt x="458" y="471"/>
                        </a:lnTo>
                        <a:lnTo>
                          <a:pt x="458" y="473"/>
                        </a:lnTo>
                        <a:lnTo>
                          <a:pt x="454" y="474"/>
                        </a:lnTo>
                        <a:lnTo>
                          <a:pt x="455" y="476"/>
                        </a:lnTo>
                        <a:lnTo>
                          <a:pt x="459" y="476"/>
                        </a:lnTo>
                        <a:lnTo>
                          <a:pt x="462" y="476"/>
                        </a:lnTo>
                        <a:lnTo>
                          <a:pt x="463" y="476"/>
                        </a:lnTo>
                        <a:lnTo>
                          <a:pt x="463" y="477"/>
                        </a:lnTo>
                        <a:lnTo>
                          <a:pt x="465" y="476"/>
                        </a:lnTo>
                        <a:lnTo>
                          <a:pt x="466" y="474"/>
                        </a:lnTo>
                        <a:lnTo>
                          <a:pt x="468" y="476"/>
                        </a:lnTo>
                        <a:lnTo>
                          <a:pt x="472" y="476"/>
                        </a:lnTo>
                        <a:lnTo>
                          <a:pt x="476" y="477"/>
                        </a:lnTo>
                        <a:lnTo>
                          <a:pt x="477" y="476"/>
                        </a:lnTo>
                        <a:lnTo>
                          <a:pt x="481" y="476"/>
                        </a:lnTo>
                        <a:lnTo>
                          <a:pt x="482" y="477"/>
                        </a:lnTo>
                        <a:lnTo>
                          <a:pt x="482" y="477"/>
                        </a:lnTo>
                        <a:lnTo>
                          <a:pt x="484" y="477"/>
                        </a:lnTo>
                        <a:lnTo>
                          <a:pt x="485" y="476"/>
                        </a:lnTo>
                        <a:lnTo>
                          <a:pt x="487" y="477"/>
                        </a:lnTo>
                        <a:lnTo>
                          <a:pt x="488" y="478"/>
                        </a:lnTo>
                        <a:lnTo>
                          <a:pt x="489" y="478"/>
                        </a:lnTo>
                        <a:lnTo>
                          <a:pt x="491" y="477"/>
                        </a:lnTo>
                        <a:lnTo>
                          <a:pt x="492" y="478"/>
                        </a:lnTo>
                        <a:lnTo>
                          <a:pt x="492" y="480"/>
                        </a:lnTo>
                        <a:lnTo>
                          <a:pt x="493" y="480"/>
                        </a:lnTo>
                        <a:lnTo>
                          <a:pt x="495" y="478"/>
                        </a:lnTo>
                        <a:lnTo>
                          <a:pt x="497" y="478"/>
                        </a:lnTo>
                        <a:lnTo>
                          <a:pt x="500" y="477"/>
                        </a:lnTo>
                        <a:lnTo>
                          <a:pt x="501" y="476"/>
                        </a:lnTo>
                        <a:lnTo>
                          <a:pt x="504" y="476"/>
                        </a:lnTo>
                        <a:lnTo>
                          <a:pt x="507" y="473"/>
                        </a:lnTo>
                        <a:lnTo>
                          <a:pt x="510" y="471"/>
                        </a:lnTo>
                        <a:lnTo>
                          <a:pt x="512" y="471"/>
                        </a:lnTo>
                        <a:lnTo>
                          <a:pt x="514" y="470"/>
                        </a:lnTo>
                        <a:lnTo>
                          <a:pt x="515" y="470"/>
                        </a:lnTo>
                        <a:lnTo>
                          <a:pt x="518" y="470"/>
                        </a:lnTo>
                        <a:lnTo>
                          <a:pt x="521" y="470"/>
                        </a:lnTo>
                        <a:lnTo>
                          <a:pt x="522" y="471"/>
                        </a:lnTo>
                        <a:lnTo>
                          <a:pt x="527" y="471"/>
                        </a:lnTo>
                        <a:lnTo>
                          <a:pt x="533" y="467"/>
                        </a:lnTo>
                        <a:lnTo>
                          <a:pt x="534" y="466"/>
                        </a:lnTo>
                        <a:lnTo>
                          <a:pt x="535" y="466"/>
                        </a:lnTo>
                        <a:lnTo>
                          <a:pt x="535" y="466"/>
                        </a:lnTo>
                        <a:lnTo>
                          <a:pt x="537" y="465"/>
                        </a:lnTo>
                        <a:lnTo>
                          <a:pt x="538" y="463"/>
                        </a:lnTo>
                        <a:lnTo>
                          <a:pt x="538" y="462"/>
                        </a:lnTo>
                        <a:lnTo>
                          <a:pt x="540" y="461"/>
                        </a:lnTo>
                        <a:lnTo>
                          <a:pt x="541" y="462"/>
                        </a:lnTo>
                        <a:lnTo>
                          <a:pt x="542" y="461"/>
                        </a:lnTo>
                        <a:lnTo>
                          <a:pt x="544" y="459"/>
                        </a:lnTo>
                        <a:lnTo>
                          <a:pt x="544" y="458"/>
                        </a:lnTo>
                        <a:lnTo>
                          <a:pt x="545" y="459"/>
                        </a:lnTo>
                        <a:lnTo>
                          <a:pt x="545" y="458"/>
                        </a:lnTo>
                        <a:lnTo>
                          <a:pt x="546" y="461"/>
                        </a:lnTo>
                        <a:lnTo>
                          <a:pt x="546" y="462"/>
                        </a:lnTo>
                        <a:lnTo>
                          <a:pt x="548" y="463"/>
                        </a:lnTo>
                        <a:lnTo>
                          <a:pt x="545" y="465"/>
                        </a:lnTo>
                        <a:lnTo>
                          <a:pt x="545" y="466"/>
                        </a:lnTo>
                        <a:lnTo>
                          <a:pt x="544" y="467"/>
                        </a:lnTo>
                        <a:lnTo>
                          <a:pt x="542" y="469"/>
                        </a:lnTo>
                        <a:lnTo>
                          <a:pt x="544" y="470"/>
                        </a:lnTo>
                        <a:lnTo>
                          <a:pt x="545" y="470"/>
                        </a:lnTo>
                        <a:lnTo>
                          <a:pt x="548" y="471"/>
                        </a:lnTo>
                        <a:lnTo>
                          <a:pt x="548" y="471"/>
                        </a:lnTo>
                        <a:lnTo>
                          <a:pt x="549" y="471"/>
                        </a:lnTo>
                        <a:lnTo>
                          <a:pt x="552" y="471"/>
                        </a:lnTo>
                        <a:lnTo>
                          <a:pt x="553" y="474"/>
                        </a:lnTo>
                        <a:lnTo>
                          <a:pt x="554" y="476"/>
                        </a:lnTo>
                        <a:lnTo>
                          <a:pt x="554" y="474"/>
                        </a:lnTo>
                        <a:lnTo>
                          <a:pt x="554" y="474"/>
                        </a:lnTo>
                        <a:lnTo>
                          <a:pt x="557" y="474"/>
                        </a:lnTo>
                        <a:lnTo>
                          <a:pt x="557" y="476"/>
                        </a:lnTo>
                        <a:lnTo>
                          <a:pt x="554" y="478"/>
                        </a:lnTo>
                        <a:lnTo>
                          <a:pt x="553" y="478"/>
                        </a:lnTo>
                        <a:lnTo>
                          <a:pt x="552" y="480"/>
                        </a:lnTo>
                        <a:lnTo>
                          <a:pt x="552" y="481"/>
                        </a:lnTo>
                        <a:lnTo>
                          <a:pt x="553" y="481"/>
                        </a:lnTo>
                        <a:lnTo>
                          <a:pt x="554" y="481"/>
                        </a:lnTo>
                        <a:lnTo>
                          <a:pt x="557" y="484"/>
                        </a:lnTo>
                        <a:lnTo>
                          <a:pt x="559" y="482"/>
                        </a:lnTo>
                        <a:lnTo>
                          <a:pt x="561" y="480"/>
                        </a:lnTo>
                        <a:lnTo>
                          <a:pt x="561" y="480"/>
                        </a:lnTo>
                        <a:lnTo>
                          <a:pt x="561" y="482"/>
                        </a:lnTo>
                        <a:lnTo>
                          <a:pt x="563" y="485"/>
                        </a:lnTo>
                        <a:lnTo>
                          <a:pt x="565" y="485"/>
                        </a:lnTo>
                        <a:lnTo>
                          <a:pt x="567" y="485"/>
                        </a:lnTo>
                        <a:lnTo>
                          <a:pt x="568" y="485"/>
                        </a:lnTo>
                        <a:lnTo>
                          <a:pt x="569" y="486"/>
                        </a:lnTo>
                        <a:lnTo>
                          <a:pt x="572" y="486"/>
                        </a:lnTo>
                        <a:lnTo>
                          <a:pt x="573" y="488"/>
                        </a:lnTo>
                        <a:lnTo>
                          <a:pt x="573" y="489"/>
                        </a:lnTo>
                        <a:lnTo>
                          <a:pt x="573" y="486"/>
                        </a:lnTo>
                        <a:lnTo>
                          <a:pt x="575" y="486"/>
                        </a:lnTo>
                        <a:lnTo>
                          <a:pt x="578" y="485"/>
                        </a:lnTo>
                        <a:lnTo>
                          <a:pt x="579" y="486"/>
                        </a:lnTo>
                        <a:lnTo>
                          <a:pt x="579" y="488"/>
                        </a:lnTo>
                        <a:lnTo>
                          <a:pt x="579" y="489"/>
                        </a:lnTo>
                        <a:lnTo>
                          <a:pt x="582" y="488"/>
                        </a:lnTo>
                        <a:lnTo>
                          <a:pt x="583" y="486"/>
                        </a:lnTo>
                        <a:lnTo>
                          <a:pt x="584" y="486"/>
                        </a:lnTo>
                        <a:lnTo>
                          <a:pt x="584" y="489"/>
                        </a:lnTo>
                        <a:lnTo>
                          <a:pt x="586" y="489"/>
                        </a:lnTo>
                        <a:lnTo>
                          <a:pt x="587" y="488"/>
                        </a:lnTo>
                        <a:lnTo>
                          <a:pt x="587" y="486"/>
                        </a:lnTo>
                        <a:lnTo>
                          <a:pt x="588" y="485"/>
                        </a:lnTo>
                        <a:lnTo>
                          <a:pt x="591" y="485"/>
                        </a:lnTo>
                        <a:lnTo>
                          <a:pt x="591" y="486"/>
                        </a:lnTo>
                        <a:lnTo>
                          <a:pt x="593" y="486"/>
                        </a:lnTo>
                        <a:lnTo>
                          <a:pt x="594" y="486"/>
                        </a:lnTo>
                        <a:lnTo>
                          <a:pt x="594" y="486"/>
                        </a:lnTo>
                        <a:close/>
                        <a:moveTo>
                          <a:pt x="859" y="587"/>
                        </a:moveTo>
                        <a:lnTo>
                          <a:pt x="860" y="583"/>
                        </a:lnTo>
                        <a:lnTo>
                          <a:pt x="859" y="583"/>
                        </a:lnTo>
                        <a:lnTo>
                          <a:pt x="859" y="579"/>
                        </a:lnTo>
                        <a:lnTo>
                          <a:pt x="860" y="576"/>
                        </a:lnTo>
                        <a:lnTo>
                          <a:pt x="863" y="572"/>
                        </a:lnTo>
                        <a:lnTo>
                          <a:pt x="864" y="569"/>
                        </a:lnTo>
                        <a:lnTo>
                          <a:pt x="867" y="568"/>
                        </a:lnTo>
                        <a:lnTo>
                          <a:pt x="871" y="561"/>
                        </a:lnTo>
                        <a:lnTo>
                          <a:pt x="874" y="560"/>
                        </a:lnTo>
                        <a:lnTo>
                          <a:pt x="875" y="560"/>
                        </a:lnTo>
                        <a:lnTo>
                          <a:pt x="876" y="558"/>
                        </a:lnTo>
                        <a:lnTo>
                          <a:pt x="878" y="560"/>
                        </a:lnTo>
                        <a:lnTo>
                          <a:pt x="881" y="558"/>
                        </a:lnTo>
                        <a:lnTo>
                          <a:pt x="883" y="560"/>
                        </a:lnTo>
                        <a:lnTo>
                          <a:pt x="885" y="561"/>
                        </a:lnTo>
                        <a:lnTo>
                          <a:pt x="886" y="561"/>
                        </a:lnTo>
                        <a:lnTo>
                          <a:pt x="889" y="562"/>
                        </a:lnTo>
                        <a:lnTo>
                          <a:pt x="890" y="567"/>
                        </a:lnTo>
                        <a:lnTo>
                          <a:pt x="890" y="568"/>
                        </a:lnTo>
                        <a:lnTo>
                          <a:pt x="887" y="571"/>
                        </a:lnTo>
                        <a:lnTo>
                          <a:pt x="886" y="573"/>
                        </a:lnTo>
                        <a:lnTo>
                          <a:pt x="886" y="576"/>
                        </a:lnTo>
                        <a:lnTo>
                          <a:pt x="882" y="581"/>
                        </a:lnTo>
                        <a:lnTo>
                          <a:pt x="881" y="584"/>
                        </a:lnTo>
                        <a:lnTo>
                          <a:pt x="878" y="584"/>
                        </a:lnTo>
                        <a:lnTo>
                          <a:pt x="875" y="586"/>
                        </a:lnTo>
                        <a:lnTo>
                          <a:pt x="874" y="587"/>
                        </a:lnTo>
                        <a:lnTo>
                          <a:pt x="872" y="587"/>
                        </a:lnTo>
                        <a:lnTo>
                          <a:pt x="868" y="588"/>
                        </a:lnTo>
                        <a:lnTo>
                          <a:pt x="867" y="587"/>
                        </a:lnTo>
                        <a:lnTo>
                          <a:pt x="863" y="588"/>
                        </a:lnTo>
                        <a:lnTo>
                          <a:pt x="862" y="587"/>
                        </a:lnTo>
                        <a:lnTo>
                          <a:pt x="859" y="587"/>
                        </a:lnTo>
                        <a:lnTo>
                          <a:pt x="859" y="587"/>
                        </a:lnTo>
                        <a:lnTo>
                          <a:pt x="859" y="587"/>
                        </a:lnTo>
                        <a:close/>
                        <a:moveTo>
                          <a:pt x="607" y="477"/>
                        </a:moveTo>
                        <a:lnTo>
                          <a:pt x="606" y="476"/>
                        </a:lnTo>
                        <a:lnTo>
                          <a:pt x="607" y="474"/>
                        </a:lnTo>
                        <a:lnTo>
                          <a:pt x="609" y="474"/>
                        </a:lnTo>
                        <a:lnTo>
                          <a:pt x="607" y="471"/>
                        </a:lnTo>
                        <a:lnTo>
                          <a:pt x="609" y="470"/>
                        </a:lnTo>
                        <a:lnTo>
                          <a:pt x="610" y="470"/>
                        </a:lnTo>
                        <a:lnTo>
                          <a:pt x="610" y="471"/>
                        </a:lnTo>
                        <a:lnTo>
                          <a:pt x="612" y="473"/>
                        </a:lnTo>
                        <a:lnTo>
                          <a:pt x="612" y="474"/>
                        </a:lnTo>
                        <a:lnTo>
                          <a:pt x="610" y="477"/>
                        </a:lnTo>
                        <a:lnTo>
                          <a:pt x="609" y="476"/>
                        </a:lnTo>
                        <a:lnTo>
                          <a:pt x="607" y="478"/>
                        </a:lnTo>
                        <a:lnTo>
                          <a:pt x="607" y="477"/>
                        </a:lnTo>
                        <a:lnTo>
                          <a:pt x="607" y="477"/>
                        </a:lnTo>
                        <a:close/>
                        <a:moveTo>
                          <a:pt x="583" y="500"/>
                        </a:moveTo>
                        <a:lnTo>
                          <a:pt x="584" y="499"/>
                        </a:lnTo>
                        <a:lnTo>
                          <a:pt x="586" y="497"/>
                        </a:lnTo>
                        <a:lnTo>
                          <a:pt x="586" y="495"/>
                        </a:lnTo>
                        <a:lnTo>
                          <a:pt x="586" y="493"/>
                        </a:lnTo>
                        <a:lnTo>
                          <a:pt x="586" y="493"/>
                        </a:lnTo>
                        <a:lnTo>
                          <a:pt x="583" y="495"/>
                        </a:lnTo>
                        <a:lnTo>
                          <a:pt x="583" y="495"/>
                        </a:lnTo>
                        <a:lnTo>
                          <a:pt x="580" y="495"/>
                        </a:lnTo>
                        <a:lnTo>
                          <a:pt x="579" y="496"/>
                        </a:lnTo>
                        <a:lnTo>
                          <a:pt x="582" y="499"/>
                        </a:lnTo>
                        <a:lnTo>
                          <a:pt x="583" y="500"/>
                        </a:lnTo>
                        <a:lnTo>
                          <a:pt x="583" y="500"/>
                        </a:lnTo>
                        <a:close/>
                        <a:moveTo>
                          <a:pt x="612" y="495"/>
                        </a:moveTo>
                        <a:lnTo>
                          <a:pt x="609" y="496"/>
                        </a:lnTo>
                        <a:lnTo>
                          <a:pt x="607" y="497"/>
                        </a:lnTo>
                        <a:lnTo>
                          <a:pt x="607" y="499"/>
                        </a:lnTo>
                        <a:lnTo>
                          <a:pt x="605" y="496"/>
                        </a:lnTo>
                        <a:lnTo>
                          <a:pt x="605" y="495"/>
                        </a:lnTo>
                        <a:lnTo>
                          <a:pt x="607" y="490"/>
                        </a:lnTo>
                        <a:lnTo>
                          <a:pt x="607" y="489"/>
                        </a:lnTo>
                        <a:lnTo>
                          <a:pt x="609" y="488"/>
                        </a:lnTo>
                        <a:lnTo>
                          <a:pt x="610" y="488"/>
                        </a:lnTo>
                        <a:lnTo>
                          <a:pt x="610" y="489"/>
                        </a:lnTo>
                        <a:lnTo>
                          <a:pt x="613" y="492"/>
                        </a:lnTo>
                        <a:lnTo>
                          <a:pt x="612" y="495"/>
                        </a:lnTo>
                        <a:lnTo>
                          <a:pt x="612" y="495"/>
                        </a:lnTo>
                        <a:close/>
                        <a:moveTo>
                          <a:pt x="614" y="490"/>
                        </a:moveTo>
                        <a:lnTo>
                          <a:pt x="614" y="489"/>
                        </a:lnTo>
                        <a:lnTo>
                          <a:pt x="613" y="488"/>
                        </a:lnTo>
                        <a:lnTo>
                          <a:pt x="616" y="484"/>
                        </a:lnTo>
                        <a:lnTo>
                          <a:pt x="616" y="484"/>
                        </a:lnTo>
                        <a:lnTo>
                          <a:pt x="618" y="486"/>
                        </a:lnTo>
                        <a:lnTo>
                          <a:pt x="617" y="488"/>
                        </a:lnTo>
                        <a:lnTo>
                          <a:pt x="616" y="490"/>
                        </a:lnTo>
                        <a:lnTo>
                          <a:pt x="616" y="490"/>
                        </a:lnTo>
                        <a:lnTo>
                          <a:pt x="614" y="490"/>
                        </a:lnTo>
                        <a:lnTo>
                          <a:pt x="614" y="490"/>
                        </a:lnTo>
                        <a:close/>
                        <a:moveTo>
                          <a:pt x="667" y="492"/>
                        </a:moveTo>
                        <a:lnTo>
                          <a:pt x="669" y="488"/>
                        </a:lnTo>
                        <a:lnTo>
                          <a:pt x="671" y="484"/>
                        </a:lnTo>
                        <a:lnTo>
                          <a:pt x="674" y="485"/>
                        </a:lnTo>
                        <a:lnTo>
                          <a:pt x="674" y="488"/>
                        </a:lnTo>
                        <a:lnTo>
                          <a:pt x="671" y="493"/>
                        </a:lnTo>
                        <a:lnTo>
                          <a:pt x="670" y="493"/>
                        </a:lnTo>
                        <a:lnTo>
                          <a:pt x="670" y="492"/>
                        </a:lnTo>
                        <a:lnTo>
                          <a:pt x="670" y="489"/>
                        </a:lnTo>
                        <a:lnTo>
                          <a:pt x="669" y="490"/>
                        </a:lnTo>
                        <a:lnTo>
                          <a:pt x="669" y="492"/>
                        </a:lnTo>
                        <a:lnTo>
                          <a:pt x="669" y="492"/>
                        </a:lnTo>
                        <a:lnTo>
                          <a:pt x="667" y="492"/>
                        </a:lnTo>
                        <a:lnTo>
                          <a:pt x="667" y="492"/>
                        </a:lnTo>
                        <a:close/>
                        <a:moveTo>
                          <a:pt x="665" y="488"/>
                        </a:moveTo>
                        <a:lnTo>
                          <a:pt x="666" y="489"/>
                        </a:lnTo>
                        <a:lnTo>
                          <a:pt x="667" y="485"/>
                        </a:lnTo>
                        <a:lnTo>
                          <a:pt x="666" y="482"/>
                        </a:lnTo>
                        <a:lnTo>
                          <a:pt x="665" y="484"/>
                        </a:lnTo>
                        <a:lnTo>
                          <a:pt x="665" y="488"/>
                        </a:lnTo>
                        <a:lnTo>
                          <a:pt x="665" y="488"/>
                        </a:lnTo>
                        <a:close/>
                        <a:moveTo>
                          <a:pt x="663" y="514"/>
                        </a:moveTo>
                        <a:lnTo>
                          <a:pt x="665" y="511"/>
                        </a:lnTo>
                        <a:lnTo>
                          <a:pt x="669" y="509"/>
                        </a:lnTo>
                        <a:lnTo>
                          <a:pt x="669" y="507"/>
                        </a:lnTo>
                        <a:lnTo>
                          <a:pt x="665" y="508"/>
                        </a:lnTo>
                        <a:lnTo>
                          <a:pt x="663" y="505"/>
                        </a:lnTo>
                        <a:lnTo>
                          <a:pt x="666" y="500"/>
                        </a:lnTo>
                        <a:lnTo>
                          <a:pt x="667" y="497"/>
                        </a:lnTo>
                        <a:lnTo>
                          <a:pt x="665" y="499"/>
                        </a:lnTo>
                        <a:lnTo>
                          <a:pt x="662" y="503"/>
                        </a:lnTo>
                        <a:lnTo>
                          <a:pt x="662" y="500"/>
                        </a:lnTo>
                        <a:lnTo>
                          <a:pt x="665" y="493"/>
                        </a:lnTo>
                        <a:lnTo>
                          <a:pt x="662" y="485"/>
                        </a:lnTo>
                        <a:lnTo>
                          <a:pt x="659" y="482"/>
                        </a:lnTo>
                        <a:lnTo>
                          <a:pt x="659" y="478"/>
                        </a:lnTo>
                        <a:lnTo>
                          <a:pt x="656" y="478"/>
                        </a:lnTo>
                        <a:lnTo>
                          <a:pt x="654" y="481"/>
                        </a:lnTo>
                        <a:lnTo>
                          <a:pt x="654" y="478"/>
                        </a:lnTo>
                        <a:lnTo>
                          <a:pt x="656" y="477"/>
                        </a:lnTo>
                        <a:lnTo>
                          <a:pt x="655" y="474"/>
                        </a:lnTo>
                        <a:lnTo>
                          <a:pt x="655" y="471"/>
                        </a:lnTo>
                        <a:lnTo>
                          <a:pt x="655" y="469"/>
                        </a:lnTo>
                        <a:lnTo>
                          <a:pt x="651" y="469"/>
                        </a:lnTo>
                        <a:lnTo>
                          <a:pt x="647" y="473"/>
                        </a:lnTo>
                        <a:lnTo>
                          <a:pt x="645" y="478"/>
                        </a:lnTo>
                        <a:lnTo>
                          <a:pt x="647" y="482"/>
                        </a:lnTo>
                        <a:lnTo>
                          <a:pt x="644" y="481"/>
                        </a:lnTo>
                        <a:lnTo>
                          <a:pt x="643" y="478"/>
                        </a:lnTo>
                        <a:lnTo>
                          <a:pt x="641" y="477"/>
                        </a:lnTo>
                        <a:lnTo>
                          <a:pt x="641" y="481"/>
                        </a:lnTo>
                        <a:lnTo>
                          <a:pt x="640" y="481"/>
                        </a:lnTo>
                        <a:lnTo>
                          <a:pt x="641" y="484"/>
                        </a:lnTo>
                        <a:lnTo>
                          <a:pt x="639" y="486"/>
                        </a:lnTo>
                        <a:lnTo>
                          <a:pt x="637" y="486"/>
                        </a:lnTo>
                        <a:lnTo>
                          <a:pt x="636" y="489"/>
                        </a:lnTo>
                        <a:lnTo>
                          <a:pt x="631" y="488"/>
                        </a:lnTo>
                        <a:lnTo>
                          <a:pt x="629" y="489"/>
                        </a:lnTo>
                        <a:lnTo>
                          <a:pt x="628" y="489"/>
                        </a:lnTo>
                        <a:lnTo>
                          <a:pt x="621" y="492"/>
                        </a:lnTo>
                        <a:lnTo>
                          <a:pt x="621" y="496"/>
                        </a:lnTo>
                        <a:lnTo>
                          <a:pt x="624" y="499"/>
                        </a:lnTo>
                        <a:lnTo>
                          <a:pt x="626" y="497"/>
                        </a:lnTo>
                        <a:lnTo>
                          <a:pt x="626" y="496"/>
                        </a:lnTo>
                        <a:lnTo>
                          <a:pt x="626" y="493"/>
                        </a:lnTo>
                        <a:lnTo>
                          <a:pt x="629" y="496"/>
                        </a:lnTo>
                        <a:lnTo>
                          <a:pt x="629" y="500"/>
                        </a:lnTo>
                        <a:lnTo>
                          <a:pt x="632" y="503"/>
                        </a:lnTo>
                        <a:lnTo>
                          <a:pt x="633" y="500"/>
                        </a:lnTo>
                        <a:lnTo>
                          <a:pt x="635" y="501"/>
                        </a:lnTo>
                        <a:lnTo>
                          <a:pt x="633" y="504"/>
                        </a:lnTo>
                        <a:lnTo>
                          <a:pt x="636" y="508"/>
                        </a:lnTo>
                        <a:lnTo>
                          <a:pt x="639" y="508"/>
                        </a:lnTo>
                        <a:lnTo>
                          <a:pt x="640" y="512"/>
                        </a:lnTo>
                        <a:lnTo>
                          <a:pt x="643" y="515"/>
                        </a:lnTo>
                        <a:lnTo>
                          <a:pt x="645" y="511"/>
                        </a:lnTo>
                        <a:lnTo>
                          <a:pt x="645" y="514"/>
                        </a:lnTo>
                        <a:lnTo>
                          <a:pt x="648" y="516"/>
                        </a:lnTo>
                        <a:lnTo>
                          <a:pt x="651" y="516"/>
                        </a:lnTo>
                        <a:lnTo>
                          <a:pt x="654" y="516"/>
                        </a:lnTo>
                        <a:lnTo>
                          <a:pt x="656" y="514"/>
                        </a:lnTo>
                        <a:lnTo>
                          <a:pt x="658" y="514"/>
                        </a:lnTo>
                        <a:lnTo>
                          <a:pt x="662" y="511"/>
                        </a:lnTo>
                        <a:lnTo>
                          <a:pt x="663" y="514"/>
                        </a:lnTo>
                        <a:lnTo>
                          <a:pt x="663" y="514"/>
                        </a:lnTo>
                        <a:close/>
                        <a:moveTo>
                          <a:pt x="954" y="493"/>
                        </a:moveTo>
                        <a:lnTo>
                          <a:pt x="954" y="490"/>
                        </a:lnTo>
                        <a:lnTo>
                          <a:pt x="953" y="489"/>
                        </a:lnTo>
                        <a:lnTo>
                          <a:pt x="954" y="488"/>
                        </a:lnTo>
                        <a:lnTo>
                          <a:pt x="957" y="486"/>
                        </a:lnTo>
                        <a:lnTo>
                          <a:pt x="958" y="486"/>
                        </a:lnTo>
                        <a:lnTo>
                          <a:pt x="959" y="488"/>
                        </a:lnTo>
                        <a:lnTo>
                          <a:pt x="961" y="488"/>
                        </a:lnTo>
                        <a:lnTo>
                          <a:pt x="962" y="489"/>
                        </a:lnTo>
                        <a:lnTo>
                          <a:pt x="961" y="492"/>
                        </a:lnTo>
                        <a:lnTo>
                          <a:pt x="958" y="492"/>
                        </a:lnTo>
                        <a:lnTo>
                          <a:pt x="957" y="492"/>
                        </a:lnTo>
                        <a:lnTo>
                          <a:pt x="955" y="492"/>
                        </a:lnTo>
                        <a:lnTo>
                          <a:pt x="954" y="493"/>
                        </a:lnTo>
                        <a:lnTo>
                          <a:pt x="954" y="493"/>
                        </a:lnTo>
                        <a:lnTo>
                          <a:pt x="954" y="493"/>
                        </a:lnTo>
                        <a:lnTo>
                          <a:pt x="954" y="493"/>
                        </a:lnTo>
                        <a:close/>
                        <a:moveTo>
                          <a:pt x="947" y="743"/>
                        </a:moveTo>
                        <a:lnTo>
                          <a:pt x="944" y="743"/>
                        </a:lnTo>
                        <a:lnTo>
                          <a:pt x="942" y="740"/>
                        </a:lnTo>
                        <a:lnTo>
                          <a:pt x="938" y="739"/>
                        </a:lnTo>
                        <a:lnTo>
                          <a:pt x="936" y="738"/>
                        </a:lnTo>
                        <a:lnTo>
                          <a:pt x="934" y="738"/>
                        </a:lnTo>
                        <a:lnTo>
                          <a:pt x="929" y="734"/>
                        </a:lnTo>
                        <a:lnTo>
                          <a:pt x="929" y="732"/>
                        </a:lnTo>
                        <a:lnTo>
                          <a:pt x="927" y="731"/>
                        </a:lnTo>
                        <a:lnTo>
                          <a:pt x="925" y="732"/>
                        </a:lnTo>
                        <a:lnTo>
                          <a:pt x="924" y="731"/>
                        </a:lnTo>
                        <a:lnTo>
                          <a:pt x="923" y="732"/>
                        </a:lnTo>
                        <a:lnTo>
                          <a:pt x="919" y="730"/>
                        </a:lnTo>
                        <a:lnTo>
                          <a:pt x="919" y="728"/>
                        </a:lnTo>
                        <a:lnTo>
                          <a:pt x="917" y="727"/>
                        </a:lnTo>
                        <a:lnTo>
                          <a:pt x="914" y="727"/>
                        </a:lnTo>
                        <a:lnTo>
                          <a:pt x="912" y="724"/>
                        </a:lnTo>
                        <a:lnTo>
                          <a:pt x="912" y="721"/>
                        </a:lnTo>
                        <a:lnTo>
                          <a:pt x="910" y="721"/>
                        </a:lnTo>
                        <a:lnTo>
                          <a:pt x="909" y="721"/>
                        </a:lnTo>
                        <a:lnTo>
                          <a:pt x="908" y="719"/>
                        </a:lnTo>
                        <a:lnTo>
                          <a:pt x="909" y="717"/>
                        </a:lnTo>
                        <a:lnTo>
                          <a:pt x="910" y="716"/>
                        </a:lnTo>
                        <a:lnTo>
                          <a:pt x="908" y="716"/>
                        </a:lnTo>
                        <a:lnTo>
                          <a:pt x="906" y="716"/>
                        </a:lnTo>
                        <a:lnTo>
                          <a:pt x="906" y="717"/>
                        </a:lnTo>
                        <a:lnTo>
                          <a:pt x="905" y="716"/>
                        </a:lnTo>
                        <a:lnTo>
                          <a:pt x="905" y="715"/>
                        </a:lnTo>
                        <a:lnTo>
                          <a:pt x="902" y="715"/>
                        </a:lnTo>
                        <a:lnTo>
                          <a:pt x="898" y="712"/>
                        </a:lnTo>
                        <a:lnTo>
                          <a:pt x="895" y="712"/>
                        </a:lnTo>
                        <a:lnTo>
                          <a:pt x="894" y="711"/>
                        </a:lnTo>
                        <a:lnTo>
                          <a:pt x="891" y="708"/>
                        </a:lnTo>
                        <a:lnTo>
                          <a:pt x="893" y="706"/>
                        </a:lnTo>
                        <a:lnTo>
                          <a:pt x="890" y="706"/>
                        </a:lnTo>
                        <a:lnTo>
                          <a:pt x="889" y="705"/>
                        </a:lnTo>
                        <a:lnTo>
                          <a:pt x="887" y="702"/>
                        </a:lnTo>
                        <a:lnTo>
                          <a:pt x="887" y="698"/>
                        </a:lnTo>
                        <a:lnTo>
                          <a:pt x="885" y="697"/>
                        </a:lnTo>
                        <a:lnTo>
                          <a:pt x="885" y="697"/>
                        </a:lnTo>
                        <a:lnTo>
                          <a:pt x="889" y="697"/>
                        </a:lnTo>
                        <a:lnTo>
                          <a:pt x="894" y="693"/>
                        </a:lnTo>
                        <a:lnTo>
                          <a:pt x="895" y="692"/>
                        </a:lnTo>
                        <a:lnTo>
                          <a:pt x="891" y="693"/>
                        </a:lnTo>
                        <a:lnTo>
                          <a:pt x="889" y="689"/>
                        </a:lnTo>
                        <a:lnTo>
                          <a:pt x="889" y="686"/>
                        </a:lnTo>
                        <a:lnTo>
                          <a:pt x="889" y="685"/>
                        </a:lnTo>
                        <a:lnTo>
                          <a:pt x="887" y="686"/>
                        </a:lnTo>
                        <a:lnTo>
                          <a:pt x="886" y="689"/>
                        </a:lnTo>
                        <a:lnTo>
                          <a:pt x="886" y="690"/>
                        </a:lnTo>
                        <a:lnTo>
                          <a:pt x="883" y="687"/>
                        </a:lnTo>
                        <a:lnTo>
                          <a:pt x="885" y="686"/>
                        </a:lnTo>
                        <a:lnTo>
                          <a:pt x="885" y="682"/>
                        </a:lnTo>
                        <a:lnTo>
                          <a:pt x="883" y="685"/>
                        </a:lnTo>
                        <a:lnTo>
                          <a:pt x="882" y="683"/>
                        </a:lnTo>
                        <a:lnTo>
                          <a:pt x="882" y="681"/>
                        </a:lnTo>
                        <a:lnTo>
                          <a:pt x="881" y="681"/>
                        </a:lnTo>
                        <a:lnTo>
                          <a:pt x="879" y="678"/>
                        </a:lnTo>
                        <a:lnTo>
                          <a:pt x="879" y="677"/>
                        </a:lnTo>
                        <a:lnTo>
                          <a:pt x="878" y="672"/>
                        </a:lnTo>
                        <a:lnTo>
                          <a:pt x="876" y="671"/>
                        </a:lnTo>
                        <a:lnTo>
                          <a:pt x="876" y="668"/>
                        </a:lnTo>
                        <a:lnTo>
                          <a:pt x="879" y="666"/>
                        </a:lnTo>
                        <a:lnTo>
                          <a:pt x="878" y="664"/>
                        </a:lnTo>
                        <a:lnTo>
                          <a:pt x="874" y="668"/>
                        </a:lnTo>
                        <a:lnTo>
                          <a:pt x="874" y="671"/>
                        </a:lnTo>
                        <a:lnTo>
                          <a:pt x="872" y="670"/>
                        </a:lnTo>
                        <a:lnTo>
                          <a:pt x="874" y="666"/>
                        </a:lnTo>
                        <a:lnTo>
                          <a:pt x="872" y="666"/>
                        </a:lnTo>
                        <a:lnTo>
                          <a:pt x="871" y="666"/>
                        </a:lnTo>
                        <a:lnTo>
                          <a:pt x="870" y="666"/>
                        </a:lnTo>
                        <a:lnTo>
                          <a:pt x="868" y="670"/>
                        </a:lnTo>
                        <a:lnTo>
                          <a:pt x="866" y="671"/>
                        </a:lnTo>
                        <a:lnTo>
                          <a:pt x="866" y="668"/>
                        </a:lnTo>
                        <a:lnTo>
                          <a:pt x="868" y="666"/>
                        </a:lnTo>
                        <a:lnTo>
                          <a:pt x="868" y="663"/>
                        </a:lnTo>
                        <a:lnTo>
                          <a:pt x="868" y="662"/>
                        </a:lnTo>
                        <a:lnTo>
                          <a:pt x="866" y="663"/>
                        </a:lnTo>
                        <a:lnTo>
                          <a:pt x="864" y="664"/>
                        </a:lnTo>
                        <a:lnTo>
                          <a:pt x="863" y="664"/>
                        </a:lnTo>
                        <a:lnTo>
                          <a:pt x="860" y="667"/>
                        </a:lnTo>
                        <a:lnTo>
                          <a:pt x="860" y="668"/>
                        </a:lnTo>
                        <a:lnTo>
                          <a:pt x="856" y="668"/>
                        </a:lnTo>
                        <a:lnTo>
                          <a:pt x="855" y="666"/>
                        </a:lnTo>
                        <a:lnTo>
                          <a:pt x="852" y="666"/>
                        </a:lnTo>
                        <a:lnTo>
                          <a:pt x="849" y="662"/>
                        </a:lnTo>
                        <a:lnTo>
                          <a:pt x="849" y="662"/>
                        </a:lnTo>
                        <a:lnTo>
                          <a:pt x="848" y="663"/>
                        </a:lnTo>
                        <a:lnTo>
                          <a:pt x="848" y="666"/>
                        </a:lnTo>
                        <a:lnTo>
                          <a:pt x="847" y="667"/>
                        </a:lnTo>
                        <a:lnTo>
                          <a:pt x="844" y="667"/>
                        </a:lnTo>
                        <a:lnTo>
                          <a:pt x="842" y="667"/>
                        </a:lnTo>
                        <a:lnTo>
                          <a:pt x="840" y="667"/>
                        </a:lnTo>
                        <a:lnTo>
                          <a:pt x="838" y="668"/>
                        </a:lnTo>
                        <a:lnTo>
                          <a:pt x="836" y="668"/>
                        </a:lnTo>
                        <a:lnTo>
                          <a:pt x="834" y="670"/>
                        </a:lnTo>
                        <a:lnTo>
                          <a:pt x="832" y="668"/>
                        </a:lnTo>
                        <a:lnTo>
                          <a:pt x="828" y="668"/>
                        </a:lnTo>
                        <a:lnTo>
                          <a:pt x="829" y="667"/>
                        </a:lnTo>
                        <a:lnTo>
                          <a:pt x="826" y="663"/>
                        </a:lnTo>
                        <a:lnTo>
                          <a:pt x="825" y="664"/>
                        </a:lnTo>
                        <a:lnTo>
                          <a:pt x="822" y="662"/>
                        </a:lnTo>
                        <a:lnTo>
                          <a:pt x="819" y="656"/>
                        </a:lnTo>
                        <a:lnTo>
                          <a:pt x="821" y="653"/>
                        </a:lnTo>
                        <a:lnTo>
                          <a:pt x="823" y="652"/>
                        </a:lnTo>
                        <a:lnTo>
                          <a:pt x="823" y="649"/>
                        </a:lnTo>
                        <a:lnTo>
                          <a:pt x="825" y="647"/>
                        </a:lnTo>
                        <a:lnTo>
                          <a:pt x="828" y="647"/>
                        </a:lnTo>
                        <a:lnTo>
                          <a:pt x="830" y="645"/>
                        </a:lnTo>
                        <a:lnTo>
                          <a:pt x="833" y="645"/>
                        </a:lnTo>
                        <a:lnTo>
                          <a:pt x="834" y="645"/>
                        </a:lnTo>
                        <a:lnTo>
                          <a:pt x="834" y="643"/>
                        </a:lnTo>
                        <a:lnTo>
                          <a:pt x="833" y="641"/>
                        </a:lnTo>
                        <a:lnTo>
                          <a:pt x="833" y="639"/>
                        </a:lnTo>
                        <a:lnTo>
                          <a:pt x="833" y="639"/>
                        </a:lnTo>
                        <a:lnTo>
                          <a:pt x="834" y="639"/>
                        </a:lnTo>
                        <a:lnTo>
                          <a:pt x="836" y="637"/>
                        </a:lnTo>
                        <a:lnTo>
                          <a:pt x="836" y="636"/>
                        </a:lnTo>
                        <a:lnTo>
                          <a:pt x="836" y="634"/>
                        </a:lnTo>
                        <a:lnTo>
                          <a:pt x="838" y="640"/>
                        </a:lnTo>
                        <a:lnTo>
                          <a:pt x="842" y="640"/>
                        </a:lnTo>
                        <a:lnTo>
                          <a:pt x="845" y="643"/>
                        </a:lnTo>
                        <a:lnTo>
                          <a:pt x="847" y="644"/>
                        </a:lnTo>
                        <a:lnTo>
                          <a:pt x="848" y="645"/>
                        </a:lnTo>
                        <a:lnTo>
                          <a:pt x="852" y="647"/>
                        </a:lnTo>
                        <a:lnTo>
                          <a:pt x="853" y="644"/>
                        </a:lnTo>
                        <a:lnTo>
                          <a:pt x="856" y="644"/>
                        </a:lnTo>
                        <a:lnTo>
                          <a:pt x="856" y="647"/>
                        </a:lnTo>
                        <a:lnTo>
                          <a:pt x="859" y="647"/>
                        </a:lnTo>
                        <a:lnTo>
                          <a:pt x="862" y="647"/>
                        </a:lnTo>
                        <a:lnTo>
                          <a:pt x="863" y="645"/>
                        </a:lnTo>
                        <a:lnTo>
                          <a:pt x="864" y="643"/>
                        </a:lnTo>
                        <a:lnTo>
                          <a:pt x="868" y="643"/>
                        </a:lnTo>
                        <a:lnTo>
                          <a:pt x="868" y="643"/>
                        </a:lnTo>
                        <a:lnTo>
                          <a:pt x="867" y="644"/>
                        </a:lnTo>
                        <a:lnTo>
                          <a:pt x="870" y="645"/>
                        </a:lnTo>
                        <a:lnTo>
                          <a:pt x="872" y="643"/>
                        </a:lnTo>
                        <a:lnTo>
                          <a:pt x="874" y="641"/>
                        </a:lnTo>
                        <a:lnTo>
                          <a:pt x="876" y="639"/>
                        </a:lnTo>
                        <a:lnTo>
                          <a:pt x="878" y="641"/>
                        </a:lnTo>
                        <a:lnTo>
                          <a:pt x="878" y="644"/>
                        </a:lnTo>
                        <a:lnTo>
                          <a:pt x="878" y="647"/>
                        </a:lnTo>
                        <a:lnTo>
                          <a:pt x="879" y="644"/>
                        </a:lnTo>
                        <a:lnTo>
                          <a:pt x="881" y="643"/>
                        </a:lnTo>
                        <a:lnTo>
                          <a:pt x="882" y="644"/>
                        </a:lnTo>
                        <a:lnTo>
                          <a:pt x="883" y="643"/>
                        </a:lnTo>
                        <a:lnTo>
                          <a:pt x="882" y="636"/>
                        </a:lnTo>
                        <a:lnTo>
                          <a:pt x="879" y="632"/>
                        </a:lnTo>
                        <a:lnTo>
                          <a:pt x="879" y="629"/>
                        </a:lnTo>
                        <a:lnTo>
                          <a:pt x="878" y="626"/>
                        </a:lnTo>
                        <a:lnTo>
                          <a:pt x="878" y="624"/>
                        </a:lnTo>
                        <a:lnTo>
                          <a:pt x="879" y="622"/>
                        </a:lnTo>
                        <a:lnTo>
                          <a:pt x="881" y="622"/>
                        </a:lnTo>
                        <a:lnTo>
                          <a:pt x="885" y="618"/>
                        </a:lnTo>
                        <a:lnTo>
                          <a:pt x="890" y="615"/>
                        </a:lnTo>
                        <a:lnTo>
                          <a:pt x="893" y="614"/>
                        </a:lnTo>
                        <a:lnTo>
                          <a:pt x="895" y="611"/>
                        </a:lnTo>
                        <a:lnTo>
                          <a:pt x="897" y="611"/>
                        </a:lnTo>
                        <a:lnTo>
                          <a:pt x="898" y="613"/>
                        </a:lnTo>
                        <a:lnTo>
                          <a:pt x="901" y="611"/>
                        </a:lnTo>
                        <a:lnTo>
                          <a:pt x="902" y="611"/>
                        </a:lnTo>
                        <a:lnTo>
                          <a:pt x="898" y="610"/>
                        </a:lnTo>
                        <a:lnTo>
                          <a:pt x="898" y="607"/>
                        </a:lnTo>
                        <a:lnTo>
                          <a:pt x="904" y="603"/>
                        </a:lnTo>
                        <a:lnTo>
                          <a:pt x="904" y="602"/>
                        </a:lnTo>
                        <a:lnTo>
                          <a:pt x="905" y="600"/>
                        </a:lnTo>
                        <a:lnTo>
                          <a:pt x="909" y="602"/>
                        </a:lnTo>
                        <a:lnTo>
                          <a:pt x="914" y="599"/>
                        </a:lnTo>
                        <a:lnTo>
                          <a:pt x="914" y="598"/>
                        </a:lnTo>
                        <a:lnTo>
                          <a:pt x="913" y="595"/>
                        </a:lnTo>
                        <a:lnTo>
                          <a:pt x="914" y="594"/>
                        </a:lnTo>
                        <a:lnTo>
                          <a:pt x="914" y="588"/>
                        </a:lnTo>
                        <a:lnTo>
                          <a:pt x="914" y="587"/>
                        </a:lnTo>
                        <a:lnTo>
                          <a:pt x="914" y="587"/>
                        </a:lnTo>
                        <a:lnTo>
                          <a:pt x="914" y="584"/>
                        </a:lnTo>
                        <a:lnTo>
                          <a:pt x="916" y="581"/>
                        </a:lnTo>
                        <a:lnTo>
                          <a:pt x="916" y="579"/>
                        </a:lnTo>
                        <a:lnTo>
                          <a:pt x="914" y="579"/>
                        </a:lnTo>
                        <a:lnTo>
                          <a:pt x="914" y="577"/>
                        </a:lnTo>
                        <a:lnTo>
                          <a:pt x="916" y="573"/>
                        </a:lnTo>
                        <a:lnTo>
                          <a:pt x="917" y="573"/>
                        </a:lnTo>
                        <a:lnTo>
                          <a:pt x="917" y="571"/>
                        </a:lnTo>
                        <a:lnTo>
                          <a:pt x="919" y="568"/>
                        </a:lnTo>
                        <a:lnTo>
                          <a:pt x="919" y="567"/>
                        </a:lnTo>
                        <a:lnTo>
                          <a:pt x="917" y="567"/>
                        </a:lnTo>
                        <a:lnTo>
                          <a:pt x="916" y="569"/>
                        </a:lnTo>
                        <a:lnTo>
                          <a:pt x="916" y="571"/>
                        </a:lnTo>
                        <a:lnTo>
                          <a:pt x="914" y="571"/>
                        </a:lnTo>
                        <a:lnTo>
                          <a:pt x="914" y="569"/>
                        </a:lnTo>
                        <a:lnTo>
                          <a:pt x="914" y="567"/>
                        </a:lnTo>
                        <a:lnTo>
                          <a:pt x="913" y="565"/>
                        </a:lnTo>
                        <a:lnTo>
                          <a:pt x="908" y="565"/>
                        </a:lnTo>
                        <a:lnTo>
                          <a:pt x="906" y="564"/>
                        </a:lnTo>
                        <a:lnTo>
                          <a:pt x="906" y="562"/>
                        </a:lnTo>
                        <a:lnTo>
                          <a:pt x="910" y="561"/>
                        </a:lnTo>
                        <a:lnTo>
                          <a:pt x="910" y="560"/>
                        </a:lnTo>
                        <a:lnTo>
                          <a:pt x="908" y="558"/>
                        </a:lnTo>
                        <a:lnTo>
                          <a:pt x="909" y="556"/>
                        </a:lnTo>
                        <a:lnTo>
                          <a:pt x="909" y="554"/>
                        </a:lnTo>
                        <a:lnTo>
                          <a:pt x="906" y="552"/>
                        </a:lnTo>
                        <a:lnTo>
                          <a:pt x="905" y="552"/>
                        </a:lnTo>
                        <a:lnTo>
                          <a:pt x="905" y="554"/>
                        </a:lnTo>
                        <a:lnTo>
                          <a:pt x="906" y="556"/>
                        </a:lnTo>
                        <a:lnTo>
                          <a:pt x="905" y="557"/>
                        </a:lnTo>
                        <a:lnTo>
                          <a:pt x="902" y="558"/>
                        </a:lnTo>
                        <a:lnTo>
                          <a:pt x="901" y="556"/>
                        </a:lnTo>
                        <a:lnTo>
                          <a:pt x="900" y="556"/>
                        </a:lnTo>
                        <a:lnTo>
                          <a:pt x="900" y="552"/>
                        </a:lnTo>
                        <a:lnTo>
                          <a:pt x="901" y="549"/>
                        </a:lnTo>
                        <a:lnTo>
                          <a:pt x="901" y="548"/>
                        </a:lnTo>
                        <a:lnTo>
                          <a:pt x="897" y="548"/>
                        </a:lnTo>
                        <a:lnTo>
                          <a:pt x="897" y="548"/>
                        </a:lnTo>
                        <a:lnTo>
                          <a:pt x="901" y="546"/>
                        </a:lnTo>
                        <a:lnTo>
                          <a:pt x="901" y="545"/>
                        </a:lnTo>
                        <a:lnTo>
                          <a:pt x="900" y="545"/>
                        </a:lnTo>
                        <a:lnTo>
                          <a:pt x="901" y="543"/>
                        </a:lnTo>
                        <a:lnTo>
                          <a:pt x="902" y="542"/>
                        </a:lnTo>
                        <a:lnTo>
                          <a:pt x="902" y="541"/>
                        </a:lnTo>
                        <a:lnTo>
                          <a:pt x="901" y="539"/>
                        </a:lnTo>
                        <a:lnTo>
                          <a:pt x="898" y="542"/>
                        </a:lnTo>
                        <a:lnTo>
                          <a:pt x="897" y="545"/>
                        </a:lnTo>
                        <a:lnTo>
                          <a:pt x="894" y="546"/>
                        </a:lnTo>
                        <a:lnTo>
                          <a:pt x="894" y="545"/>
                        </a:lnTo>
                        <a:lnTo>
                          <a:pt x="894" y="542"/>
                        </a:lnTo>
                        <a:lnTo>
                          <a:pt x="893" y="543"/>
                        </a:lnTo>
                        <a:lnTo>
                          <a:pt x="891" y="545"/>
                        </a:lnTo>
                        <a:lnTo>
                          <a:pt x="889" y="545"/>
                        </a:lnTo>
                        <a:lnTo>
                          <a:pt x="887" y="546"/>
                        </a:lnTo>
                        <a:lnTo>
                          <a:pt x="885" y="546"/>
                        </a:lnTo>
                        <a:lnTo>
                          <a:pt x="882" y="548"/>
                        </a:lnTo>
                        <a:lnTo>
                          <a:pt x="882" y="549"/>
                        </a:lnTo>
                        <a:lnTo>
                          <a:pt x="881" y="549"/>
                        </a:lnTo>
                        <a:lnTo>
                          <a:pt x="881" y="546"/>
                        </a:lnTo>
                        <a:lnTo>
                          <a:pt x="882" y="545"/>
                        </a:lnTo>
                        <a:lnTo>
                          <a:pt x="882" y="543"/>
                        </a:lnTo>
                        <a:lnTo>
                          <a:pt x="881" y="543"/>
                        </a:lnTo>
                        <a:lnTo>
                          <a:pt x="882" y="541"/>
                        </a:lnTo>
                        <a:lnTo>
                          <a:pt x="883" y="539"/>
                        </a:lnTo>
                        <a:lnTo>
                          <a:pt x="886" y="541"/>
                        </a:lnTo>
                        <a:lnTo>
                          <a:pt x="887" y="541"/>
                        </a:lnTo>
                        <a:lnTo>
                          <a:pt x="889" y="541"/>
                        </a:lnTo>
                        <a:lnTo>
                          <a:pt x="890" y="541"/>
                        </a:lnTo>
                        <a:lnTo>
                          <a:pt x="893" y="538"/>
                        </a:lnTo>
                        <a:lnTo>
                          <a:pt x="893" y="535"/>
                        </a:lnTo>
                        <a:lnTo>
                          <a:pt x="893" y="534"/>
                        </a:lnTo>
                        <a:lnTo>
                          <a:pt x="890" y="533"/>
                        </a:lnTo>
                        <a:lnTo>
                          <a:pt x="887" y="531"/>
                        </a:lnTo>
                        <a:lnTo>
                          <a:pt x="887" y="530"/>
                        </a:lnTo>
                        <a:lnTo>
                          <a:pt x="886" y="528"/>
                        </a:lnTo>
                        <a:lnTo>
                          <a:pt x="886" y="527"/>
                        </a:lnTo>
                        <a:lnTo>
                          <a:pt x="886" y="524"/>
                        </a:lnTo>
                        <a:lnTo>
                          <a:pt x="883" y="524"/>
                        </a:lnTo>
                        <a:lnTo>
                          <a:pt x="883" y="524"/>
                        </a:lnTo>
                        <a:lnTo>
                          <a:pt x="881" y="523"/>
                        </a:lnTo>
                        <a:lnTo>
                          <a:pt x="881" y="522"/>
                        </a:lnTo>
                        <a:lnTo>
                          <a:pt x="883" y="520"/>
                        </a:lnTo>
                        <a:lnTo>
                          <a:pt x="883" y="522"/>
                        </a:lnTo>
                        <a:lnTo>
                          <a:pt x="885" y="520"/>
                        </a:lnTo>
                        <a:lnTo>
                          <a:pt x="885" y="519"/>
                        </a:lnTo>
                        <a:lnTo>
                          <a:pt x="887" y="518"/>
                        </a:lnTo>
                        <a:lnTo>
                          <a:pt x="885" y="518"/>
                        </a:lnTo>
                        <a:lnTo>
                          <a:pt x="882" y="515"/>
                        </a:lnTo>
                        <a:lnTo>
                          <a:pt x="881" y="515"/>
                        </a:lnTo>
                        <a:lnTo>
                          <a:pt x="881" y="515"/>
                        </a:lnTo>
                        <a:lnTo>
                          <a:pt x="878" y="514"/>
                        </a:lnTo>
                        <a:lnTo>
                          <a:pt x="876" y="516"/>
                        </a:lnTo>
                        <a:lnTo>
                          <a:pt x="876" y="516"/>
                        </a:lnTo>
                        <a:lnTo>
                          <a:pt x="876" y="515"/>
                        </a:lnTo>
                        <a:lnTo>
                          <a:pt x="878" y="511"/>
                        </a:lnTo>
                        <a:lnTo>
                          <a:pt x="881" y="507"/>
                        </a:lnTo>
                        <a:lnTo>
                          <a:pt x="881" y="505"/>
                        </a:lnTo>
                        <a:lnTo>
                          <a:pt x="882" y="503"/>
                        </a:lnTo>
                        <a:lnTo>
                          <a:pt x="882" y="500"/>
                        </a:lnTo>
                        <a:lnTo>
                          <a:pt x="883" y="497"/>
                        </a:lnTo>
                        <a:lnTo>
                          <a:pt x="882" y="496"/>
                        </a:lnTo>
                        <a:lnTo>
                          <a:pt x="879" y="497"/>
                        </a:lnTo>
                        <a:lnTo>
                          <a:pt x="878" y="497"/>
                        </a:lnTo>
                        <a:lnTo>
                          <a:pt x="878" y="497"/>
                        </a:lnTo>
                        <a:lnTo>
                          <a:pt x="876" y="499"/>
                        </a:lnTo>
                        <a:lnTo>
                          <a:pt x="875" y="499"/>
                        </a:lnTo>
                        <a:lnTo>
                          <a:pt x="872" y="495"/>
                        </a:lnTo>
                        <a:lnTo>
                          <a:pt x="872" y="493"/>
                        </a:lnTo>
                        <a:lnTo>
                          <a:pt x="871" y="490"/>
                        </a:lnTo>
                        <a:lnTo>
                          <a:pt x="870" y="490"/>
                        </a:lnTo>
                        <a:lnTo>
                          <a:pt x="870" y="488"/>
                        </a:lnTo>
                        <a:lnTo>
                          <a:pt x="872" y="486"/>
                        </a:lnTo>
                        <a:lnTo>
                          <a:pt x="872" y="485"/>
                        </a:lnTo>
                        <a:lnTo>
                          <a:pt x="872" y="484"/>
                        </a:lnTo>
                        <a:lnTo>
                          <a:pt x="872" y="481"/>
                        </a:lnTo>
                        <a:lnTo>
                          <a:pt x="871" y="481"/>
                        </a:lnTo>
                        <a:lnTo>
                          <a:pt x="868" y="482"/>
                        </a:lnTo>
                        <a:lnTo>
                          <a:pt x="868" y="486"/>
                        </a:lnTo>
                        <a:lnTo>
                          <a:pt x="867" y="489"/>
                        </a:lnTo>
                        <a:lnTo>
                          <a:pt x="867" y="486"/>
                        </a:lnTo>
                        <a:lnTo>
                          <a:pt x="866" y="485"/>
                        </a:lnTo>
                        <a:lnTo>
                          <a:pt x="864" y="486"/>
                        </a:lnTo>
                        <a:lnTo>
                          <a:pt x="864" y="488"/>
                        </a:lnTo>
                        <a:lnTo>
                          <a:pt x="863" y="488"/>
                        </a:lnTo>
                        <a:lnTo>
                          <a:pt x="863" y="490"/>
                        </a:lnTo>
                        <a:lnTo>
                          <a:pt x="864" y="495"/>
                        </a:lnTo>
                        <a:lnTo>
                          <a:pt x="867" y="493"/>
                        </a:lnTo>
                        <a:lnTo>
                          <a:pt x="868" y="499"/>
                        </a:lnTo>
                        <a:lnTo>
                          <a:pt x="870" y="500"/>
                        </a:lnTo>
                        <a:lnTo>
                          <a:pt x="870" y="503"/>
                        </a:lnTo>
                        <a:lnTo>
                          <a:pt x="868" y="505"/>
                        </a:lnTo>
                        <a:lnTo>
                          <a:pt x="867" y="508"/>
                        </a:lnTo>
                        <a:lnTo>
                          <a:pt x="866" y="509"/>
                        </a:lnTo>
                        <a:lnTo>
                          <a:pt x="859" y="509"/>
                        </a:lnTo>
                        <a:lnTo>
                          <a:pt x="857" y="508"/>
                        </a:lnTo>
                        <a:lnTo>
                          <a:pt x="856" y="509"/>
                        </a:lnTo>
                        <a:lnTo>
                          <a:pt x="852" y="507"/>
                        </a:lnTo>
                        <a:lnTo>
                          <a:pt x="853" y="507"/>
                        </a:lnTo>
                        <a:lnTo>
                          <a:pt x="853" y="504"/>
                        </a:lnTo>
                        <a:lnTo>
                          <a:pt x="849" y="504"/>
                        </a:lnTo>
                        <a:lnTo>
                          <a:pt x="844" y="501"/>
                        </a:lnTo>
                        <a:lnTo>
                          <a:pt x="840" y="501"/>
                        </a:lnTo>
                        <a:lnTo>
                          <a:pt x="842" y="505"/>
                        </a:lnTo>
                        <a:lnTo>
                          <a:pt x="844" y="509"/>
                        </a:lnTo>
                        <a:lnTo>
                          <a:pt x="842" y="509"/>
                        </a:lnTo>
                        <a:lnTo>
                          <a:pt x="841" y="509"/>
                        </a:lnTo>
                        <a:lnTo>
                          <a:pt x="840" y="507"/>
                        </a:lnTo>
                        <a:lnTo>
                          <a:pt x="837" y="504"/>
                        </a:lnTo>
                        <a:lnTo>
                          <a:pt x="836" y="504"/>
                        </a:lnTo>
                        <a:lnTo>
                          <a:pt x="836" y="501"/>
                        </a:lnTo>
                        <a:lnTo>
                          <a:pt x="833" y="499"/>
                        </a:lnTo>
                        <a:lnTo>
                          <a:pt x="830" y="496"/>
                        </a:lnTo>
                        <a:lnTo>
                          <a:pt x="830" y="495"/>
                        </a:lnTo>
                        <a:lnTo>
                          <a:pt x="828" y="495"/>
                        </a:lnTo>
                        <a:lnTo>
                          <a:pt x="826" y="492"/>
                        </a:lnTo>
                        <a:lnTo>
                          <a:pt x="823" y="490"/>
                        </a:lnTo>
                        <a:lnTo>
                          <a:pt x="823" y="490"/>
                        </a:lnTo>
                        <a:lnTo>
                          <a:pt x="821" y="489"/>
                        </a:lnTo>
                        <a:lnTo>
                          <a:pt x="822" y="490"/>
                        </a:lnTo>
                        <a:lnTo>
                          <a:pt x="828" y="495"/>
                        </a:lnTo>
                        <a:lnTo>
                          <a:pt x="828" y="497"/>
                        </a:lnTo>
                        <a:lnTo>
                          <a:pt x="830" y="500"/>
                        </a:lnTo>
                        <a:lnTo>
                          <a:pt x="832" y="501"/>
                        </a:lnTo>
                        <a:lnTo>
                          <a:pt x="833" y="503"/>
                        </a:lnTo>
                        <a:lnTo>
                          <a:pt x="832" y="505"/>
                        </a:lnTo>
                        <a:lnTo>
                          <a:pt x="830" y="504"/>
                        </a:lnTo>
                        <a:lnTo>
                          <a:pt x="829" y="505"/>
                        </a:lnTo>
                        <a:lnTo>
                          <a:pt x="825" y="503"/>
                        </a:lnTo>
                        <a:lnTo>
                          <a:pt x="823" y="503"/>
                        </a:lnTo>
                        <a:lnTo>
                          <a:pt x="822" y="501"/>
                        </a:lnTo>
                        <a:lnTo>
                          <a:pt x="819" y="500"/>
                        </a:lnTo>
                        <a:lnTo>
                          <a:pt x="819" y="497"/>
                        </a:lnTo>
                        <a:lnTo>
                          <a:pt x="814" y="499"/>
                        </a:lnTo>
                        <a:lnTo>
                          <a:pt x="811" y="500"/>
                        </a:lnTo>
                        <a:lnTo>
                          <a:pt x="810" y="499"/>
                        </a:lnTo>
                        <a:lnTo>
                          <a:pt x="807" y="497"/>
                        </a:lnTo>
                        <a:lnTo>
                          <a:pt x="804" y="497"/>
                        </a:lnTo>
                        <a:lnTo>
                          <a:pt x="803" y="496"/>
                        </a:lnTo>
                        <a:lnTo>
                          <a:pt x="799" y="493"/>
                        </a:lnTo>
                        <a:lnTo>
                          <a:pt x="799" y="492"/>
                        </a:lnTo>
                        <a:lnTo>
                          <a:pt x="803" y="488"/>
                        </a:lnTo>
                        <a:lnTo>
                          <a:pt x="804" y="488"/>
                        </a:lnTo>
                        <a:lnTo>
                          <a:pt x="804" y="486"/>
                        </a:lnTo>
                        <a:lnTo>
                          <a:pt x="803" y="486"/>
                        </a:lnTo>
                        <a:lnTo>
                          <a:pt x="800" y="489"/>
                        </a:lnTo>
                        <a:lnTo>
                          <a:pt x="799" y="490"/>
                        </a:lnTo>
                        <a:lnTo>
                          <a:pt x="798" y="492"/>
                        </a:lnTo>
                        <a:lnTo>
                          <a:pt x="795" y="489"/>
                        </a:lnTo>
                        <a:lnTo>
                          <a:pt x="792" y="489"/>
                        </a:lnTo>
                        <a:lnTo>
                          <a:pt x="791" y="489"/>
                        </a:lnTo>
                        <a:lnTo>
                          <a:pt x="794" y="492"/>
                        </a:lnTo>
                        <a:lnTo>
                          <a:pt x="792" y="492"/>
                        </a:lnTo>
                        <a:lnTo>
                          <a:pt x="788" y="492"/>
                        </a:lnTo>
                        <a:lnTo>
                          <a:pt x="785" y="489"/>
                        </a:lnTo>
                        <a:lnTo>
                          <a:pt x="784" y="485"/>
                        </a:lnTo>
                        <a:lnTo>
                          <a:pt x="781" y="484"/>
                        </a:lnTo>
                        <a:lnTo>
                          <a:pt x="783" y="481"/>
                        </a:lnTo>
                        <a:lnTo>
                          <a:pt x="787" y="478"/>
                        </a:lnTo>
                        <a:lnTo>
                          <a:pt x="788" y="477"/>
                        </a:lnTo>
                        <a:lnTo>
                          <a:pt x="787" y="477"/>
                        </a:lnTo>
                        <a:lnTo>
                          <a:pt x="785" y="478"/>
                        </a:lnTo>
                        <a:lnTo>
                          <a:pt x="781" y="478"/>
                        </a:lnTo>
                        <a:lnTo>
                          <a:pt x="780" y="481"/>
                        </a:lnTo>
                        <a:lnTo>
                          <a:pt x="779" y="482"/>
                        </a:lnTo>
                        <a:lnTo>
                          <a:pt x="779" y="480"/>
                        </a:lnTo>
                        <a:lnTo>
                          <a:pt x="779" y="477"/>
                        </a:lnTo>
                        <a:lnTo>
                          <a:pt x="779" y="477"/>
                        </a:lnTo>
                        <a:lnTo>
                          <a:pt x="777" y="477"/>
                        </a:lnTo>
                        <a:lnTo>
                          <a:pt x="776" y="478"/>
                        </a:lnTo>
                        <a:lnTo>
                          <a:pt x="777" y="480"/>
                        </a:lnTo>
                        <a:lnTo>
                          <a:pt x="776" y="481"/>
                        </a:lnTo>
                        <a:lnTo>
                          <a:pt x="775" y="481"/>
                        </a:lnTo>
                        <a:lnTo>
                          <a:pt x="772" y="480"/>
                        </a:lnTo>
                        <a:lnTo>
                          <a:pt x="770" y="478"/>
                        </a:lnTo>
                        <a:lnTo>
                          <a:pt x="768" y="480"/>
                        </a:lnTo>
                        <a:lnTo>
                          <a:pt x="768" y="481"/>
                        </a:lnTo>
                        <a:lnTo>
                          <a:pt x="766" y="481"/>
                        </a:lnTo>
                        <a:lnTo>
                          <a:pt x="765" y="478"/>
                        </a:lnTo>
                        <a:lnTo>
                          <a:pt x="764" y="477"/>
                        </a:lnTo>
                        <a:lnTo>
                          <a:pt x="765" y="477"/>
                        </a:lnTo>
                        <a:lnTo>
                          <a:pt x="766" y="477"/>
                        </a:lnTo>
                        <a:lnTo>
                          <a:pt x="766" y="477"/>
                        </a:lnTo>
                        <a:lnTo>
                          <a:pt x="764" y="474"/>
                        </a:lnTo>
                        <a:lnTo>
                          <a:pt x="760" y="471"/>
                        </a:lnTo>
                        <a:lnTo>
                          <a:pt x="760" y="470"/>
                        </a:lnTo>
                        <a:lnTo>
                          <a:pt x="760" y="466"/>
                        </a:lnTo>
                        <a:lnTo>
                          <a:pt x="760" y="463"/>
                        </a:lnTo>
                        <a:lnTo>
                          <a:pt x="758" y="459"/>
                        </a:lnTo>
                        <a:lnTo>
                          <a:pt x="760" y="456"/>
                        </a:lnTo>
                        <a:lnTo>
                          <a:pt x="761" y="456"/>
                        </a:lnTo>
                        <a:lnTo>
                          <a:pt x="761" y="455"/>
                        </a:lnTo>
                        <a:lnTo>
                          <a:pt x="760" y="452"/>
                        </a:lnTo>
                        <a:lnTo>
                          <a:pt x="760" y="451"/>
                        </a:lnTo>
                        <a:lnTo>
                          <a:pt x="762" y="451"/>
                        </a:lnTo>
                        <a:lnTo>
                          <a:pt x="764" y="452"/>
                        </a:lnTo>
                        <a:lnTo>
                          <a:pt x="769" y="452"/>
                        </a:lnTo>
                        <a:lnTo>
                          <a:pt x="770" y="455"/>
                        </a:lnTo>
                        <a:lnTo>
                          <a:pt x="772" y="458"/>
                        </a:lnTo>
                        <a:lnTo>
                          <a:pt x="777" y="459"/>
                        </a:lnTo>
                        <a:lnTo>
                          <a:pt x="781" y="459"/>
                        </a:lnTo>
                        <a:lnTo>
                          <a:pt x="783" y="459"/>
                        </a:lnTo>
                        <a:lnTo>
                          <a:pt x="787" y="459"/>
                        </a:lnTo>
                        <a:lnTo>
                          <a:pt x="785" y="458"/>
                        </a:lnTo>
                        <a:lnTo>
                          <a:pt x="784" y="455"/>
                        </a:lnTo>
                        <a:lnTo>
                          <a:pt x="781" y="454"/>
                        </a:lnTo>
                        <a:lnTo>
                          <a:pt x="780" y="450"/>
                        </a:lnTo>
                        <a:lnTo>
                          <a:pt x="777" y="450"/>
                        </a:lnTo>
                        <a:lnTo>
                          <a:pt x="773" y="447"/>
                        </a:lnTo>
                        <a:lnTo>
                          <a:pt x="772" y="447"/>
                        </a:lnTo>
                        <a:lnTo>
                          <a:pt x="768" y="446"/>
                        </a:lnTo>
                        <a:lnTo>
                          <a:pt x="765" y="446"/>
                        </a:lnTo>
                        <a:lnTo>
                          <a:pt x="761" y="443"/>
                        </a:lnTo>
                        <a:lnTo>
                          <a:pt x="760" y="440"/>
                        </a:lnTo>
                        <a:lnTo>
                          <a:pt x="760" y="435"/>
                        </a:lnTo>
                        <a:lnTo>
                          <a:pt x="762" y="433"/>
                        </a:lnTo>
                        <a:lnTo>
                          <a:pt x="762" y="432"/>
                        </a:lnTo>
                        <a:lnTo>
                          <a:pt x="764" y="428"/>
                        </a:lnTo>
                        <a:lnTo>
                          <a:pt x="765" y="428"/>
                        </a:lnTo>
                        <a:lnTo>
                          <a:pt x="766" y="425"/>
                        </a:lnTo>
                        <a:lnTo>
                          <a:pt x="766" y="421"/>
                        </a:lnTo>
                        <a:lnTo>
                          <a:pt x="768" y="418"/>
                        </a:lnTo>
                        <a:lnTo>
                          <a:pt x="769" y="418"/>
                        </a:lnTo>
                        <a:lnTo>
                          <a:pt x="770" y="416"/>
                        </a:lnTo>
                        <a:lnTo>
                          <a:pt x="775" y="413"/>
                        </a:lnTo>
                        <a:lnTo>
                          <a:pt x="776" y="413"/>
                        </a:lnTo>
                        <a:lnTo>
                          <a:pt x="777" y="412"/>
                        </a:lnTo>
                        <a:lnTo>
                          <a:pt x="776" y="412"/>
                        </a:lnTo>
                        <a:lnTo>
                          <a:pt x="775" y="412"/>
                        </a:lnTo>
                        <a:lnTo>
                          <a:pt x="775" y="410"/>
                        </a:lnTo>
                        <a:lnTo>
                          <a:pt x="777" y="405"/>
                        </a:lnTo>
                        <a:lnTo>
                          <a:pt x="780" y="401"/>
                        </a:lnTo>
                        <a:lnTo>
                          <a:pt x="780" y="401"/>
                        </a:lnTo>
                        <a:lnTo>
                          <a:pt x="783" y="398"/>
                        </a:lnTo>
                        <a:lnTo>
                          <a:pt x="785" y="398"/>
                        </a:lnTo>
                        <a:lnTo>
                          <a:pt x="785" y="398"/>
                        </a:lnTo>
                        <a:lnTo>
                          <a:pt x="787" y="394"/>
                        </a:lnTo>
                        <a:lnTo>
                          <a:pt x="788" y="394"/>
                        </a:lnTo>
                        <a:lnTo>
                          <a:pt x="790" y="395"/>
                        </a:lnTo>
                        <a:lnTo>
                          <a:pt x="791" y="394"/>
                        </a:lnTo>
                        <a:lnTo>
                          <a:pt x="790" y="393"/>
                        </a:lnTo>
                        <a:lnTo>
                          <a:pt x="794" y="387"/>
                        </a:lnTo>
                        <a:lnTo>
                          <a:pt x="795" y="387"/>
                        </a:lnTo>
                        <a:lnTo>
                          <a:pt x="795" y="384"/>
                        </a:lnTo>
                        <a:lnTo>
                          <a:pt x="798" y="382"/>
                        </a:lnTo>
                        <a:lnTo>
                          <a:pt x="800" y="382"/>
                        </a:lnTo>
                        <a:lnTo>
                          <a:pt x="802" y="379"/>
                        </a:lnTo>
                        <a:lnTo>
                          <a:pt x="804" y="379"/>
                        </a:lnTo>
                        <a:lnTo>
                          <a:pt x="806" y="379"/>
                        </a:lnTo>
                        <a:lnTo>
                          <a:pt x="806" y="378"/>
                        </a:lnTo>
                        <a:lnTo>
                          <a:pt x="806" y="375"/>
                        </a:lnTo>
                        <a:lnTo>
                          <a:pt x="811" y="372"/>
                        </a:lnTo>
                        <a:lnTo>
                          <a:pt x="815" y="368"/>
                        </a:lnTo>
                        <a:lnTo>
                          <a:pt x="823" y="365"/>
                        </a:lnTo>
                        <a:lnTo>
                          <a:pt x="829" y="365"/>
                        </a:lnTo>
                        <a:lnTo>
                          <a:pt x="830" y="364"/>
                        </a:lnTo>
                        <a:lnTo>
                          <a:pt x="834" y="365"/>
                        </a:lnTo>
                        <a:lnTo>
                          <a:pt x="837" y="364"/>
                        </a:lnTo>
                        <a:lnTo>
                          <a:pt x="838" y="365"/>
                        </a:lnTo>
                        <a:lnTo>
                          <a:pt x="842" y="365"/>
                        </a:lnTo>
                        <a:lnTo>
                          <a:pt x="845" y="367"/>
                        </a:lnTo>
                        <a:lnTo>
                          <a:pt x="852" y="370"/>
                        </a:lnTo>
                        <a:lnTo>
                          <a:pt x="852" y="372"/>
                        </a:lnTo>
                        <a:lnTo>
                          <a:pt x="851" y="374"/>
                        </a:lnTo>
                        <a:lnTo>
                          <a:pt x="848" y="375"/>
                        </a:lnTo>
                        <a:lnTo>
                          <a:pt x="842" y="378"/>
                        </a:lnTo>
                        <a:lnTo>
                          <a:pt x="840" y="378"/>
                        </a:lnTo>
                        <a:lnTo>
                          <a:pt x="838" y="379"/>
                        </a:lnTo>
                        <a:lnTo>
                          <a:pt x="837" y="382"/>
                        </a:lnTo>
                        <a:lnTo>
                          <a:pt x="833" y="383"/>
                        </a:lnTo>
                        <a:lnTo>
                          <a:pt x="829" y="389"/>
                        </a:lnTo>
                        <a:lnTo>
                          <a:pt x="823" y="394"/>
                        </a:lnTo>
                        <a:lnTo>
                          <a:pt x="819" y="397"/>
                        </a:lnTo>
                        <a:lnTo>
                          <a:pt x="818" y="398"/>
                        </a:lnTo>
                        <a:lnTo>
                          <a:pt x="815" y="403"/>
                        </a:lnTo>
                        <a:lnTo>
                          <a:pt x="814" y="406"/>
                        </a:lnTo>
                        <a:lnTo>
                          <a:pt x="815" y="409"/>
                        </a:lnTo>
                        <a:lnTo>
                          <a:pt x="817" y="412"/>
                        </a:lnTo>
                        <a:lnTo>
                          <a:pt x="817" y="414"/>
                        </a:lnTo>
                        <a:lnTo>
                          <a:pt x="815" y="416"/>
                        </a:lnTo>
                        <a:lnTo>
                          <a:pt x="813" y="418"/>
                        </a:lnTo>
                        <a:lnTo>
                          <a:pt x="810" y="421"/>
                        </a:lnTo>
                        <a:lnTo>
                          <a:pt x="810" y="424"/>
                        </a:lnTo>
                        <a:lnTo>
                          <a:pt x="809" y="427"/>
                        </a:lnTo>
                        <a:lnTo>
                          <a:pt x="807" y="428"/>
                        </a:lnTo>
                        <a:lnTo>
                          <a:pt x="806" y="431"/>
                        </a:lnTo>
                        <a:lnTo>
                          <a:pt x="807" y="433"/>
                        </a:lnTo>
                        <a:lnTo>
                          <a:pt x="809" y="437"/>
                        </a:lnTo>
                        <a:lnTo>
                          <a:pt x="810" y="439"/>
                        </a:lnTo>
                        <a:lnTo>
                          <a:pt x="810" y="443"/>
                        </a:lnTo>
                        <a:lnTo>
                          <a:pt x="811" y="446"/>
                        </a:lnTo>
                        <a:lnTo>
                          <a:pt x="813" y="447"/>
                        </a:lnTo>
                        <a:lnTo>
                          <a:pt x="815" y="448"/>
                        </a:lnTo>
                        <a:lnTo>
                          <a:pt x="815" y="451"/>
                        </a:lnTo>
                        <a:lnTo>
                          <a:pt x="814" y="454"/>
                        </a:lnTo>
                        <a:lnTo>
                          <a:pt x="813" y="452"/>
                        </a:lnTo>
                        <a:lnTo>
                          <a:pt x="811" y="452"/>
                        </a:lnTo>
                        <a:lnTo>
                          <a:pt x="811" y="454"/>
                        </a:lnTo>
                        <a:lnTo>
                          <a:pt x="810" y="454"/>
                        </a:lnTo>
                        <a:lnTo>
                          <a:pt x="807" y="454"/>
                        </a:lnTo>
                        <a:lnTo>
                          <a:pt x="806" y="455"/>
                        </a:lnTo>
                        <a:lnTo>
                          <a:pt x="807" y="455"/>
                        </a:lnTo>
                        <a:lnTo>
                          <a:pt x="810" y="458"/>
                        </a:lnTo>
                        <a:lnTo>
                          <a:pt x="811" y="458"/>
                        </a:lnTo>
                        <a:lnTo>
                          <a:pt x="811" y="456"/>
                        </a:lnTo>
                        <a:lnTo>
                          <a:pt x="813" y="458"/>
                        </a:lnTo>
                        <a:lnTo>
                          <a:pt x="811" y="459"/>
                        </a:lnTo>
                        <a:lnTo>
                          <a:pt x="810" y="463"/>
                        </a:lnTo>
                        <a:lnTo>
                          <a:pt x="810" y="466"/>
                        </a:lnTo>
                        <a:lnTo>
                          <a:pt x="809" y="469"/>
                        </a:lnTo>
                        <a:lnTo>
                          <a:pt x="813" y="465"/>
                        </a:lnTo>
                        <a:lnTo>
                          <a:pt x="813" y="463"/>
                        </a:lnTo>
                        <a:lnTo>
                          <a:pt x="815" y="458"/>
                        </a:lnTo>
                        <a:lnTo>
                          <a:pt x="817" y="456"/>
                        </a:lnTo>
                        <a:lnTo>
                          <a:pt x="817" y="451"/>
                        </a:lnTo>
                        <a:lnTo>
                          <a:pt x="818" y="450"/>
                        </a:lnTo>
                        <a:lnTo>
                          <a:pt x="821" y="447"/>
                        </a:lnTo>
                        <a:lnTo>
                          <a:pt x="821" y="446"/>
                        </a:lnTo>
                        <a:lnTo>
                          <a:pt x="821" y="443"/>
                        </a:lnTo>
                        <a:lnTo>
                          <a:pt x="821" y="442"/>
                        </a:lnTo>
                        <a:lnTo>
                          <a:pt x="819" y="440"/>
                        </a:lnTo>
                        <a:lnTo>
                          <a:pt x="817" y="440"/>
                        </a:lnTo>
                        <a:lnTo>
                          <a:pt x="817" y="436"/>
                        </a:lnTo>
                        <a:lnTo>
                          <a:pt x="817" y="435"/>
                        </a:lnTo>
                        <a:lnTo>
                          <a:pt x="817" y="432"/>
                        </a:lnTo>
                        <a:lnTo>
                          <a:pt x="815" y="429"/>
                        </a:lnTo>
                        <a:lnTo>
                          <a:pt x="814" y="427"/>
                        </a:lnTo>
                        <a:lnTo>
                          <a:pt x="815" y="425"/>
                        </a:lnTo>
                        <a:lnTo>
                          <a:pt x="817" y="428"/>
                        </a:lnTo>
                        <a:lnTo>
                          <a:pt x="818" y="427"/>
                        </a:lnTo>
                        <a:lnTo>
                          <a:pt x="821" y="425"/>
                        </a:lnTo>
                        <a:lnTo>
                          <a:pt x="822" y="424"/>
                        </a:lnTo>
                        <a:lnTo>
                          <a:pt x="822" y="421"/>
                        </a:lnTo>
                        <a:lnTo>
                          <a:pt x="823" y="420"/>
                        </a:lnTo>
                        <a:lnTo>
                          <a:pt x="825" y="420"/>
                        </a:lnTo>
                        <a:lnTo>
                          <a:pt x="828" y="424"/>
                        </a:lnTo>
                        <a:lnTo>
                          <a:pt x="826" y="425"/>
                        </a:lnTo>
                        <a:lnTo>
                          <a:pt x="828" y="427"/>
                        </a:lnTo>
                        <a:lnTo>
                          <a:pt x="829" y="424"/>
                        </a:lnTo>
                        <a:lnTo>
                          <a:pt x="829" y="421"/>
                        </a:lnTo>
                        <a:lnTo>
                          <a:pt x="832" y="420"/>
                        </a:lnTo>
                        <a:lnTo>
                          <a:pt x="833" y="420"/>
                        </a:lnTo>
                        <a:lnTo>
                          <a:pt x="833" y="417"/>
                        </a:lnTo>
                        <a:lnTo>
                          <a:pt x="834" y="417"/>
                        </a:lnTo>
                        <a:lnTo>
                          <a:pt x="837" y="416"/>
                        </a:lnTo>
                        <a:lnTo>
                          <a:pt x="836" y="414"/>
                        </a:lnTo>
                        <a:lnTo>
                          <a:pt x="834" y="414"/>
                        </a:lnTo>
                        <a:lnTo>
                          <a:pt x="829" y="417"/>
                        </a:lnTo>
                        <a:lnTo>
                          <a:pt x="828" y="417"/>
                        </a:lnTo>
                        <a:lnTo>
                          <a:pt x="826" y="414"/>
                        </a:lnTo>
                        <a:lnTo>
                          <a:pt x="825" y="413"/>
                        </a:lnTo>
                        <a:lnTo>
                          <a:pt x="825" y="412"/>
                        </a:lnTo>
                        <a:lnTo>
                          <a:pt x="828" y="410"/>
                        </a:lnTo>
                        <a:lnTo>
                          <a:pt x="826" y="408"/>
                        </a:lnTo>
                        <a:lnTo>
                          <a:pt x="828" y="403"/>
                        </a:lnTo>
                        <a:lnTo>
                          <a:pt x="829" y="401"/>
                        </a:lnTo>
                        <a:lnTo>
                          <a:pt x="830" y="398"/>
                        </a:lnTo>
                        <a:lnTo>
                          <a:pt x="832" y="395"/>
                        </a:lnTo>
                        <a:lnTo>
                          <a:pt x="836" y="397"/>
                        </a:lnTo>
                        <a:lnTo>
                          <a:pt x="837" y="399"/>
                        </a:lnTo>
                        <a:lnTo>
                          <a:pt x="838" y="401"/>
                        </a:lnTo>
                        <a:lnTo>
                          <a:pt x="841" y="402"/>
                        </a:lnTo>
                        <a:lnTo>
                          <a:pt x="844" y="405"/>
                        </a:lnTo>
                        <a:lnTo>
                          <a:pt x="847" y="405"/>
                        </a:lnTo>
                        <a:lnTo>
                          <a:pt x="844" y="403"/>
                        </a:lnTo>
                        <a:lnTo>
                          <a:pt x="844" y="402"/>
                        </a:lnTo>
                        <a:lnTo>
                          <a:pt x="840" y="399"/>
                        </a:lnTo>
                        <a:lnTo>
                          <a:pt x="838" y="397"/>
                        </a:lnTo>
                        <a:lnTo>
                          <a:pt x="838" y="395"/>
                        </a:lnTo>
                        <a:lnTo>
                          <a:pt x="836" y="395"/>
                        </a:lnTo>
                        <a:lnTo>
                          <a:pt x="834" y="394"/>
                        </a:lnTo>
                        <a:lnTo>
                          <a:pt x="834" y="393"/>
                        </a:lnTo>
                        <a:lnTo>
                          <a:pt x="840" y="393"/>
                        </a:lnTo>
                        <a:lnTo>
                          <a:pt x="840" y="391"/>
                        </a:lnTo>
                        <a:lnTo>
                          <a:pt x="841" y="391"/>
                        </a:lnTo>
                        <a:lnTo>
                          <a:pt x="847" y="397"/>
                        </a:lnTo>
                        <a:lnTo>
                          <a:pt x="849" y="398"/>
                        </a:lnTo>
                        <a:lnTo>
                          <a:pt x="851" y="398"/>
                        </a:lnTo>
                        <a:lnTo>
                          <a:pt x="848" y="397"/>
                        </a:lnTo>
                        <a:lnTo>
                          <a:pt x="845" y="393"/>
                        </a:lnTo>
                        <a:lnTo>
                          <a:pt x="842" y="390"/>
                        </a:lnTo>
                        <a:lnTo>
                          <a:pt x="841" y="389"/>
                        </a:lnTo>
                        <a:lnTo>
                          <a:pt x="842" y="386"/>
                        </a:lnTo>
                        <a:lnTo>
                          <a:pt x="847" y="384"/>
                        </a:lnTo>
                        <a:lnTo>
                          <a:pt x="848" y="384"/>
                        </a:lnTo>
                        <a:lnTo>
                          <a:pt x="848" y="387"/>
                        </a:lnTo>
                        <a:lnTo>
                          <a:pt x="848" y="390"/>
                        </a:lnTo>
                        <a:lnTo>
                          <a:pt x="849" y="389"/>
                        </a:lnTo>
                        <a:lnTo>
                          <a:pt x="849" y="386"/>
                        </a:lnTo>
                        <a:lnTo>
                          <a:pt x="851" y="384"/>
                        </a:lnTo>
                        <a:lnTo>
                          <a:pt x="855" y="384"/>
                        </a:lnTo>
                        <a:lnTo>
                          <a:pt x="856" y="387"/>
                        </a:lnTo>
                        <a:lnTo>
                          <a:pt x="857" y="389"/>
                        </a:lnTo>
                        <a:lnTo>
                          <a:pt x="859" y="393"/>
                        </a:lnTo>
                        <a:lnTo>
                          <a:pt x="860" y="390"/>
                        </a:lnTo>
                        <a:lnTo>
                          <a:pt x="860" y="389"/>
                        </a:lnTo>
                        <a:lnTo>
                          <a:pt x="857" y="384"/>
                        </a:lnTo>
                        <a:lnTo>
                          <a:pt x="857" y="383"/>
                        </a:lnTo>
                        <a:lnTo>
                          <a:pt x="864" y="382"/>
                        </a:lnTo>
                        <a:lnTo>
                          <a:pt x="868" y="380"/>
                        </a:lnTo>
                        <a:lnTo>
                          <a:pt x="872" y="379"/>
                        </a:lnTo>
                        <a:lnTo>
                          <a:pt x="875" y="378"/>
                        </a:lnTo>
                        <a:lnTo>
                          <a:pt x="879" y="379"/>
                        </a:lnTo>
                        <a:lnTo>
                          <a:pt x="885" y="379"/>
                        </a:lnTo>
                        <a:lnTo>
                          <a:pt x="889" y="380"/>
                        </a:lnTo>
                        <a:lnTo>
                          <a:pt x="889" y="382"/>
                        </a:lnTo>
                        <a:lnTo>
                          <a:pt x="889" y="383"/>
                        </a:lnTo>
                        <a:lnTo>
                          <a:pt x="887" y="389"/>
                        </a:lnTo>
                        <a:lnTo>
                          <a:pt x="887" y="391"/>
                        </a:lnTo>
                        <a:lnTo>
                          <a:pt x="885" y="393"/>
                        </a:lnTo>
                        <a:lnTo>
                          <a:pt x="883" y="397"/>
                        </a:lnTo>
                        <a:lnTo>
                          <a:pt x="883" y="398"/>
                        </a:lnTo>
                        <a:lnTo>
                          <a:pt x="886" y="399"/>
                        </a:lnTo>
                        <a:lnTo>
                          <a:pt x="887" y="401"/>
                        </a:lnTo>
                        <a:lnTo>
                          <a:pt x="887" y="403"/>
                        </a:lnTo>
                        <a:lnTo>
                          <a:pt x="883" y="408"/>
                        </a:lnTo>
                        <a:lnTo>
                          <a:pt x="882" y="409"/>
                        </a:lnTo>
                        <a:lnTo>
                          <a:pt x="882" y="412"/>
                        </a:lnTo>
                        <a:lnTo>
                          <a:pt x="885" y="414"/>
                        </a:lnTo>
                        <a:lnTo>
                          <a:pt x="885" y="416"/>
                        </a:lnTo>
                        <a:lnTo>
                          <a:pt x="882" y="418"/>
                        </a:lnTo>
                        <a:lnTo>
                          <a:pt x="881" y="418"/>
                        </a:lnTo>
                        <a:lnTo>
                          <a:pt x="878" y="421"/>
                        </a:lnTo>
                        <a:lnTo>
                          <a:pt x="875" y="421"/>
                        </a:lnTo>
                        <a:lnTo>
                          <a:pt x="874" y="423"/>
                        </a:lnTo>
                        <a:lnTo>
                          <a:pt x="872" y="425"/>
                        </a:lnTo>
                        <a:lnTo>
                          <a:pt x="870" y="428"/>
                        </a:lnTo>
                        <a:lnTo>
                          <a:pt x="872" y="428"/>
                        </a:lnTo>
                        <a:lnTo>
                          <a:pt x="875" y="424"/>
                        </a:lnTo>
                        <a:lnTo>
                          <a:pt x="879" y="421"/>
                        </a:lnTo>
                        <a:lnTo>
                          <a:pt x="881" y="421"/>
                        </a:lnTo>
                        <a:lnTo>
                          <a:pt x="882" y="421"/>
                        </a:lnTo>
                        <a:lnTo>
                          <a:pt x="879" y="424"/>
                        </a:lnTo>
                        <a:lnTo>
                          <a:pt x="879" y="425"/>
                        </a:lnTo>
                        <a:lnTo>
                          <a:pt x="875" y="429"/>
                        </a:lnTo>
                        <a:lnTo>
                          <a:pt x="872" y="431"/>
                        </a:lnTo>
                        <a:lnTo>
                          <a:pt x="872" y="432"/>
                        </a:lnTo>
                        <a:lnTo>
                          <a:pt x="872" y="433"/>
                        </a:lnTo>
                        <a:lnTo>
                          <a:pt x="872" y="435"/>
                        </a:lnTo>
                        <a:lnTo>
                          <a:pt x="870" y="433"/>
                        </a:lnTo>
                        <a:lnTo>
                          <a:pt x="868" y="433"/>
                        </a:lnTo>
                        <a:lnTo>
                          <a:pt x="868" y="436"/>
                        </a:lnTo>
                        <a:lnTo>
                          <a:pt x="870" y="436"/>
                        </a:lnTo>
                        <a:lnTo>
                          <a:pt x="871" y="436"/>
                        </a:lnTo>
                        <a:lnTo>
                          <a:pt x="871" y="439"/>
                        </a:lnTo>
                        <a:lnTo>
                          <a:pt x="868" y="440"/>
                        </a:lnTo>
                        <a:lnTo>
                          <a:pt x="871" y="440"/>
                        </a:lnTo>
                        <a:lnTo>
                          <a:pt x="872" y="439"/>
                        </a:lnTo>
                        <a:lnTo>
                          <a:pt x="874" y="439"/>
                        </a:lnTo>
                        <a:lnTo>
                          <a:pt x="876" y="436"/>
                        </a:lnTo>
                        <a:lnTo>
                          <a:pt x="876" y="433"/>
                        </a:lnTo>
                        <a:lnTo>
                          <a:pt x="878" y="432"/>
                        </a:lnTo>
                        <a:lnTo>
                          <a:pt x="879" y="431"/>
                        </a:lnTo>
                        <a:lnTo>
                          <a:pt x="881" y="431"/>
                        </a:lnTo>
                        <a:lnTo>
                          <a:pt x="881" y="435"/>
                        </a:lnTo>
                        <a:lnTo>
                          <a:pt x="882" y="436"/>
                        </a:lnTo>
                        <a:lnTo>
                          <a:pt x="882" y="432"/>
                        </a:lnTo>
                        <a:lnTo>
                          <a:pt x="881" y="429"/>
                        </a:lnTo>
                        <a:lnTo>
                          <a:pt x="882" y="428"/>
                        </a:lnTo>
                        <a:lnTo>
                          <a:pt x="883" y="427"/>
                        </a:lnTo>
                        <a:lnTo>
                          <a:pt x="886" y="427"/>
                        </a:lnTo>
                        <a:lnTo>
                          <a:pt x="886" y="431"/>
                        </a:lnTo>
                        <a:lnTo>
                          <a:pt x="886" y="432"/>
                        </a:lnTo>
                        <a:lnTo>
                          <a:pt x="887" y="431"/>
                        </a:lnTo>
                        <a:lnTo>
                          <a:pt x="890" y="428"/>
                        </a:lnTo>
                        <a:lnTo>
                          <a:pt x="891" y="429"/>
                        </a:lnTo>
                        <a:lnTo>
                          <a:pt x="893" y="432"/>
                        </a:lnTo>
                        <a:lnTo>
                          <a:pt x="893" y="435"/>
                        </a:lnTo>
                        <a:lnTo>
                          <a:pt x="889" y="439"/>
                        </a:lnTo>
                        <a:lnTo>
                          <a:pt x="886" y="442"/>
                        </a:lnTo>
                        <a:lnTo>
                          <a:pt x="885" y="443"/>
                        </a:lnTo>
                        <a:lnTo>
                          <a:pt x="887" y="444"/>
                        </a:lnTo>
                        <a:lnTo>
                          <a:pt x="890" y="446"/>
                        </a:lnTo>
                        <a:lnTo>
                          <a:pt x="891" y="444"/>
                        </a:lnTo>
                        <a:lnTo>
                          <a:pt x="890" y="442"/>
                        </a:lnTo>
                        <a:lnTo>
                          <a:pt x="891" y="439"/>
                        </a:lnTo>
                        <a:lnTo>
                          <a:pt x="894" y="436"/>
                        </a:lnTo>
                        <a:lnTo>
                          <a:pt x="895" y="440"/>
                        </a:lnTo>
                        <a:lnTo>
                          <a:pt x="895" y="443"/>
                        </a:lnTo>
                        <a:lnTo>
                          <a:pt x="897" y="442"/>
                        </a:lnTo>
                        <a:lnTo>
                          <a:pt x="895" y="437"/>
                        </a:lnTo>
                        <a:lnTo>
                          <a:pt x="894" y="435"/>
                        </a:lnTo>
                        <a:lnTo>
                          <a:pt x="894" y="429"/>
                        </a:lnTo>
                        <a:lnTo>
                          <a:pt x="895" y="429"/>
                        </a:lnTo>
                        <a:lnTo>
                          <a:pt x="898" y="431"/>
                        </a:lnTo>
                        <a:lnTo>
                          <a:pt x="898" y="433"/>
                        </a:lnTo>
                        <a:lnTo>
                          <a:pt x="897" y="435"/>
                        </a:lnTo>
                        <a:lnTo>
                          <a:pt x="898" y="435"/>
                        </a:lnTo>
                        <a:lnTo>
                          <a:pt x="901" y="433"/>
                        </a:lnTo>
                        <a:lnTo>
                          <a:pt x="905" y="439"/>
                        </a:lnTo>
                        <a:lnTo>
                          <a:pt x="905" y="440"/>
                        </a:lnTo>
                        <a:lnTo>
                          <a:pt x="909" y="440"/>
                        </a:lnTo>
                        <a:lnTo>
                          <a:pt x="910" y="442"/>
                        </a:lnTo>
                        <a:lnTo>
                          <a:pt x="912" y="442"/>
                        </a:lnTo>
                        <a:lnTo>
                          <a:pt x="910" y="439"/>
                        </a:lnTo>
                        <a:lnTo>
                          <a:pt x="909" y="437"/>
                        </a:lnTo>
                        <a:lnTo>
                          <a:pt x="908" y="436"/>
                        </a:lnTo>
                        <a:lnTo>
                          <a:pt x="902" y="432"/>
                        </a:lnTo>
                        <a:lnTo>
                          <a:pt x="901" y="432"/>
                        </a:lnTo>
                        <a:lnTo>
                          <a:pt x="900" y="431"/>
                        </a:lnTo>
                        <a:lnTo>
                          <a:pt x="902" y="427"/>
                        </a:lnTo>
                        <a:lnTo>
                          <a:pt x="906" y="427"/>
                        </a:lnTo>
                        <a:lnTo>
                          <a:pt x="909" y="424"/>
                        </a:lnTo>
                        <a:lnTo>
                          <a:pt x="913" y="423"/>
                        </a:lnTo>
                        <a:lnTo>
                          <a:pt x="916" y="423"/>
                        </a:lnTo>
                        <a:lnTo>
                          <a:pt x="917" y="424"/>
                        </a:lnTo>
                        <a:lnTo>
                          <a:pt x="919" y="424"/>
                        </a:lnTo>
                        <a:lnTo>
                          <a:pt x="923" y="427"/>
                        </a:lnTo>
                        <a:lnTo>
                          <a:pt x="923" y="428"/>
                        </a:lnTo>
                        <a:lnTo>
                          <a:pt x="925" y="429"/>
                        </a:lnTo>
                        <a:lnTo>
                          <a:pt x="927" y="431"/>
                        </a:lnTo>
                        <a:lnTo>
                          <a:pt x="927" y="432"/>
                        </a:lnTo>
                        <a:lnTo>
                          <a:pt x="929" y="432"/>
                        </a:lnTo>
                        <a:lnTo>
                          <a:pt x="929" y="432"/>
                        </a:lnTo>
                        <a:lnTo>
                          <a:pt x="932" y="432"/>
                        </a:lnTo>
                        <a:lnTo>
                          <a:pt x="932" y="435"/>
                        </a:lnTo>
                        <a:lnTo>
                          <a:pt x="936" y="436"/>
                        </a:lnTo>
                        <a:lnTo>
                          <a:pt x="936" y="437"/>
                        </a:lnTo>
                        <a:lnTo>
                          <a:pt x="936" y="439"/>
                        </a:lnTo>
                        <a:lnTo>
                          <a:pt x="936" y="440"/>
                        </a:lnTo>
                        <a:lnTo>
                          <a:pt x="936" y="443"/>
                        </a:lnTo>
                        <a:lnTo>
                          <a:pt x="935" y="446"/>
                        </a:lnTo>
                        <a:lnTo>
                          <a:pt x="932" y="446"/>
                        </a:lnTo>
                        <a:lnTo>
                          <a:pt x="929" y="444"/>
                        </a:lnTo>
                        <a:lnTo>
                          <a:pt x="925" y="446"/>
                        </a:lnTo>
                        <a:lnTo>
                          <a:pt x="921" y="450"/>
                        </a:lnTo>
                        <a:lnTo>
                          <a:pt x="925" y="447"/>
                        </a:lnTo>
                        <a:lnTo>
                          <a:pt x="931" y="446"/>
                        </a:lnTo>
                        <a:lnTo>
                          <a:pt x="931" y="447"/>
                        </a:lnTo>
                        <a:lnTo>
                          <a:pt x="929" y="450"/>
                        </a:lnTo>
                        <a:lnTo>
                          <a:pt x="927" y="451"/>
                        </a:lnTo>
                        <a:lnTo>
                          <a:pt x="923" y="456"/>
                        </a:lnTo>
                        <a:lnTo>
                          <a:pt x="921" y="458"/>
                        </a:lnTo>
                        <a:lnTo>
                          <a:pt x="920" y="458"/>
                        </a:lnTo>
                        <a:lnTo>
                          <a:pt x="919" y="461"/>
                        </a:lnTo>
                        <a:lnTo>
                          <a:pt x="920" y="461"/>
                        </a:lnTo>
                        <a:lnTo>
                          <a:pt x="925" y="455"/>
                        </a:lnTo>
                        <a:lnTo>
                          <a:pt x="928" y="452"/>
                        </a:lnTo>
                        <a:lnTo>
                          <a:pt x="931" y="451"/>
                        </a:lnTo>
                        <a:lnTo>
                          <a:pt x="935" y="447"/>
                        </a:lnTo>
                        <a:lnTo>
                          <a:pt x="938" y="448"/>
                        </a:lnTo>
                        <a:lnTo>
                          <a:pt x="939" y="450"/>
                        </a:lnTo>
                        <a:lnTo>
                          <a:pt x="940" y="450"/>
                        </a:lnTo>
                        <a:lnTo>
                          <a:pt x="940" y="452"/>
                        </a:lnTo>
                        <a:lnTo>
                          <a:pt x="939" y="454"/>
                        </a:lnTo>
                        <a:lnTo>
                          <a:pt x="939" y="456"/>
                        </a:lnTo>
                        <a:lnTo>
                          <a:pt x="936" y="458"/>
                        </a:lnTo>
                        <a:lnTo>
                          <a:pt x="935" y="461"/>
                        </a:lnTo>
                        <a:lnTo>
                          <a:pt x="932" y="461"/>
                        </a:lnTo>
                        <a:lnTo>
                          <a:pt x="931" y="459"/>
                        </a:lnTo>
                        <a:lnTo>
                          <a:pt x="928" y="459"/>
                        </a:lnTo>
                        <a:lnTo>
                          <a:pt x="927" y="461"/>
                        </a:lnTo>
                        <a:lnTo>
                          <a:pt x="929" y="461"/>
                        </a:lnTo>
                        <a:lnTo>
                          <a:pt x="931" y="463"/>
                        </a:lnTo>
                        <a:lnTo>
                          <a:pt x="925" y="466"/>
                        </a:lnTo>
                        <a:lnTo>
                          <a:pt x="927" y="466"/>
                        </a:lnTo>
                        <a:lnTo>
                          <a:pt x="929" y="465"/>
                        </a:lnTo>
                        <a:lnTo>
                          <a:pt x="932" y="463"/>
                        </a:lnTo>
                        <a:lnTo>
                          <a:pt x="934" y="462"/>
                        </a:lnTo>
                        <a:lnTo>
                          <a:pt x="934" y="463"/>
                        </a:lnTo>
                        <a:lnTo>
                          <a:pt x="932" y="465"/>
                        </a:lnTo>
                        <a:lnTo>
                          <a:pt x="929" y="466"/>
                        </a:lnTo>
                        <a:lnTo>
                          <a:pt x="927" y="467"/>
                        </a:lnTo>
                        <a:lnTo>
                          <a:pt x="929" y="467"/>
                        </a:lnTo>
                        <a:lnTo>
                          <a:pt x="929" y="469"/>
                        </a:lnTo>
                        <a:lnTo>
                          <a:pt x="928" y="470"/>
                        </a:lnTo>
                        <a:lnTo>
                          <a:pt x="925" y="473"/>
                        </a:lnTo>
                        <a:lnTo>
                          <a:pt x="924" y="476"/>
                        </a:lnTo>
                        <a:lnTo>
                          <a:pt x="925" y="476"/>
                        </a:lnTo>
                        <a:lnTo>
                          <a:pt x="928" y="473"/>
                        </a:lnTo>
                        <a:lnTo>
                          <a:pt x="931" y="469"/>
                        </a:lnTo>
                        <a:lnTo>
                          <a:pt x="932" y="466"/>
                        </a:lnTo>
                        <a:lnTo>
                          <a:pt x="938" y="463"/>
                        </a:lnTo>
                        <a:lnTo>
                          <a:pt x="938" y="465"/>
                        </a:lnTo>
                        <a:lnTo>
                          <a:pt x="938" y="466"/>
                        </a:lnTo>
                        <a:lnTo>
                          <a:pt x="940" y="465"/>
                        </a:lnTo>
                        <a:lnTo>
                          <a:pt x="940" y="463"/>
                        </a:lnTo>
                        <a:lnTo>
                          <a:pt x="944" y="461"/>
                        </a:lnTo>
                        <a:lnTo>
                          <a:pt x="946" y="461"/>
                        </a:lnTo>
                        <a:lnTo>
                          <a:pt x="946" y="462"/>
                        </a:lnTo>
                        <a:lnTo>
                          <a:pt x="942" y="466"/>
                        </a:lnTo>
                        <a:lnTo>
                          <a:pt x="936" y="469"/>
                        </a:lnTo>
                        <a:lnTo>
                          <a:pt x="935" y="470"/>
                        </a:lnTo>
                        <a:lnTo>
                          <a:pt x="935" y="471"/>
                        </a:lnTo>
                        <a:lnTo>
                          <a:pt x="936" y="471"/>
                        </a:lnTo>
                        <a:lnTo>
                          <a:pt x="935" y="474"/>
                        </a:lnTo>
                        <a:lnTo>
                          <a:pt x="934" y="477"/>
                        </a:lnTo>
                        <a:lnTo>
                          <a:pt x="935" y="477"/>
                        </a:lnTo>
                        <a:lnTo>
                          <a:pt x="936" y="474"/>
                        </a:lnTo>
                        <a:lnTo>
                          <a:pt x="936" y="473"/>
                        </a:lnTo>
                        <a:lnTo>
                          <a:pt x="940" y="469"/>
                        </a:lnTo>
                        <a:lnTo>
                          <a:pt x="943" y="467"/>
                        </a:lnTo>
                        <a:lnTo>
                          <a:pt x="943" y="469"/>
                        </a:lnTo>
                        <a:lnTo>
                          <a:pt x="944" y="470"/>
                        </a:lnTo>
                        <a:lnTo>
                          <a:pt x="943" y="473"/>
                        </a:lnTo>
                        <a:lnTo>
                          <a:pt x="939" y="476"/>
                        </a:lnTo>
                        <a:lnTo>
                          <a:pt x="939" y="477"/>
                        </a:lnTo>
                        <a:lnTo>
                          <a:pt x="936" y="481"/>
                        </a:lnTo>
                        <a:lnTo>
                          <a:pt x="935" y="482"/>
                        </a:lnTo>
                        <a:lnTo>
                          <a:pt x="935" y="484"/>
                        </a:lnTo>
                        <a:lnTo>
                          <a:pt x="938" y="482"/>
                        </a:lnTo>
                        <a:lnTo>
                          <a:pt x="939" y="481"/>
                        </a:lnTo>
                        <a:lnTo>
                          <a:pt x="942" y="476"/>
                        </a:lnTo>
                        <a:lnTo>
                          <a:pt x="944" y="474"/>
                        </a:lnTo>
                        <a:lnTo>
                          <a:pt x="946" y="477"/>
                        </a:lnTo>
                        <a:lnTo>
                          <a:pt x="946" y="477"/>
                        </a:lnTo>
                        <a:lnTo>
                          <a:pt x="946" y="478"/>
                        </a:lnTo>
                        <a:lnTo>
                          <a:pt x="944" y="480"/>
                        </a:lnTo>
                        <a:lnTo>
                          <a:pt x="942" y="484"/>
                        </a:lnTo>
                        <a:lnTo>
                          <a:pt x="942" y="486"/>
                        </a:lnTo>
                        <a:lnTo>
                          <a:pt x="942" y="486"/>
                        </a:lnTo>
                        <a:lnTo>
                          <a:pt x="943" y="485"/>
                        </a:lnTo>
                        <a:lnTo>
                          <a:pt x="944" y="482"/>
                        </a:lnTo>
                        <a:lnTo>
                          <a:pt x="946" y="480"/>
                        </a:lnTo>
                        <a:lnTo>
                          <a:pt x="948" y="478"/>
                        </a:lnTo>
                        <a:lnTo>
                          <a:pt x="948" y="476"/>
                        </a:lnTo>
                        <a:lnTo>
                          <a:pt x="950" y="474"/>
                        </a:lnTo>
                        <a:lnTo>
                          <a:pt x="953" y="473"/>
                        </a:lnTo>
                        <a:lnTo>
                          <a:pt x="953" y="470"/>
                        </a:lnTo>
                        <a:lnTo>
                          <a:pt x="953" y="469"/>
                        </a:lnTo>
                        <a:lnTo>
                          <a:pt x="954" y="469"/>
                        </a:lnTo>
                        <a:lnTo>
                          <a:pt x="955" y="467"/>
                        </a:lnTo>
                        <a:lnTo>
                          <a:pt x="955" y="465"/>
                        </a:lnTo>
                        <a:lnTo>
                          <a:pt x="957" y="465"/>
                        </a:lnTo>
                        <a:lnTo>
                          <a:pt x="959" y="469"/>
                        </a:lnTo>
                        <a:lnTo>
                          <a:pt x="961" y="470"/>
                        </a:lnTo>
                        <a:lnTo>
                          <a:pt x="963" y="473"/>
                        </a:lnTo>
                        <a:lnTo>
                          <a:pt x="963" y="474"/>
                        </a:lnTo>
                        <a:lnTo>
                          <a:pt x="965" y="477"/>
                        </a:lnTo>
                        <a:lnTo>
                          <a:pt x="967" y="481"/>
                        </a:lnTo>
                        <a:lnTo>
                          <a:pt x="967" y="482"/>
                        </a:lnTo>
                        <a:lnTo>
                          <a:pt x="966" y="484"/>
                        </a:lnTo>
                        <a:lnTo>
                          <a:pt x="963" y="486"/>
                        </a:lnTo>
                        <a:lnTo>
                          <a:pt x="961" y="486"/>
                        </a:lnTo>
                        <a:lnTo>
                          <a:pt x="959" y="485"/>
                        </a:lnTo>
                        <a:lnTo>
                          <a:pt x="957" y="484"/>
                        </a:lnTo>
                        <a:lnTo>
                          <a:pt x="955" y="484"/>
                        </a:lnTo>
                        <a:lnTo>
                          <a:pt x="954" y="485"/>
                        </a:lnTo>
                        <a:lnTo>
                          <a:pt x="953" y="485"/>
                        </a:lnTo>
                        <a:lnTo>
                          <a:pt x="951" y="488"/>
                        </a:lnTo>
                        <a:lnTo>
                          <a:pt x="950" y="489"/>
                        </a:lnTo>
                        <a:lnTo>
                          <a:pt x="947" y="489"/>
                        </a:lnTo>
                        <a:lnTo>
                          <a:pt x="946" y="490"/>
                        </a:lnTo>
                        <a:lnTo>
                          <a:pt x="950" y="490"/>
                        </a:lnTo>
                        <a:lnTo>
                          <a:pt x="951" y="490"/>
                        </a:lnTo>
                        <a:lnTo>
                          <a:pt x="951" y="492"/>
                        </a:lnTo>
                        <a:lnTo>
                          <a:pt x="950" y="495"/>
                        </a:lnTo>
                        <a:lnTo>
                          <a:pt x="947" y="496"/>
                        </a:lnTo>
                        <a:lnTo>
                          <a:pt x="944" y="497"/>
                        </a:lnTo>
                        <a:lnTo>
                          <a:pt x="948" y="497"/>
                        </a:lnTo>
                        <a:lnTo>
                          <a:pt x="950" y="496"/>
                        </a:lnTo>
                        <a:lnTo>
                          <a:pt x="954" y="495"/>
                        </a:lnTo>
                        <a:lnTo>
                          <a:pt x="955" y="496"/>
                        </a:lnTo>
                        <a:lnTo>
                          <a:pt x="958" y="493"/>
                        </a:lnTo>
                        <a:lnTo>
                          <a:pt x="961" y="493"/>
                        </a:lnTo>
                        <a:lnTo>
                          <a:pt x="962" y="495"/>
                        </a:lnTo>
                        <a:lnTo>
                          <a:pt x="962" y="496"/>
                        </a:lnTo>
                        <a:lnTo>
                          <a:pt x="962" y="497"/>
                        </a:lnTo>
                        <a:lnTo>
                          <a:pt x="963" y="496"/>
                        </a:lnTo>
                        <a:lnTo>
                          <a:pt x="963" y="493"/>
                        </a:lnTo>
                        <a:lnTo>
                          <a:pt x="963" y="490"/>
                        </a:lnTo>
                        <a:lnTo>
                          <a:pt x="965" y="489"/>
                        </a:lnTo>
                        <a:lnTo>
                          <a:pt x="969" y="486"/>
                        </a:lnTo>
                        <a:lnTo>
                          <a:pt x="970" y="488"/>
                        </a:lnTo>
                        <a:lnTo>
                          <a:pt x="969" y="489"/>
                        </a:lnTo>
                        <a:lnTo>
                          <a:pt x="970" y="492"/>
                        </a:lnTo>
                        <a:lnTo>
                          <a:pt x="969" y="495"/>
                        </a:lnTo>
                        <a:lnTo>
                          <a:pt x="966" y="497"/>
                        </a:lnTo>
                        <a:lnTo>
                          <a:pt x="963" y="499"/>
                        </a:lnTo>
                        <a:lnTo>
                          <a:pt x="962" y="500"/>
                        </a:lnTo>
                        <a:lnTo>
                          <a:pt x="961" y="501"/>
                        </a:lnTo>
                        <a:lnTo>
                          <a:pt x="958" y="501"/>
                        </a:lnTo>
                        <a:lnTo>
                          <a:pt x="957" y="501"/>
                        </a:lnTo>
                        <a:lnTo>
                          <a:pt x="955" y="501"/>
                        </a:lnTo>
                        <a:lnTo>
                          <a:pt x="954" y="503"/>
                        </a:lnTo>
                        <a:lnTo>
                          <a:pt x="954" y="504"/>
                        </a:lnTo>
                        <a:lnTo>
                          <a:pt x="951" y="507"/>
                        </a:lnTo>
                        <a:lnTo>
                          <a:pt x="951" y="508"/>
                        </a:lnTo>
                        <a:lnTo>
                          <a:pt x="950" y="511"/>
                        </a:lnTo>
                        <a:lnTo>
                          <a:pt x="951" y="509"/>
                        </a:lnTo>
                        <a:lnTo>
                          <a:pt x="954" y="507"/>
                        </a:lnTo>
                        <a:lnTo>
                          <a:pt x="957" y="503"/>
                        </a:lnTo>
                        <a:lnTo>
                          <a:pt x="958" y="503"/>
                        </a:lnTo>
                        <a:lnTo>
                          <a:pt x="959" y="503"/>
                        </a:lnTo>
                        <a:lnTo>
                          <a:pt x="959" y="503"/>
                        </a:lnTo>
                        <a:lnTo>
                          <a:pt x="961" y="504"/>
                        </a:lnTo>
                        <a:lnTo>
                          <a:pt x="959" y="505"/>
                        </a:lnTo>
                        <a:lnTo>
                          <a:pt x="957" y="509"/>
                        </a:lnTo>
                        <a:lnTo>
                          <a:pt x="954" y="512"/>
                        </a:lnTo>
                        <a:lnTo>
                          <a:pt x="951" y="515"/>
                        </a:lnTo>
                        <a:lnTo>
                          <a:pt x="951" y="515"/>
                        </a:lnTo>
                        <a:lnTo>
                          <a:pt x="957" y="514"/>
                        </a:lnTo>
                        <a:lnTo>
                          <a:pt x="961" y="508"/>
                        </a:lnTo>
                        <a:lnTo>
                          <a:pt x="962" y="503"/>
                        </a:lnTo>
                        <a:lnTo>
                          <a:pt x="963" y="501"/>
                        </a:lnTo>
                        <a:lnTo>
                          <a:pt x="965" y="500"/>
                        </a:lnTo>
                        <a:lnTo>
                          <a:pt x="966" y="500"/>
                        </a:lnTo>
                        <a:lnTo>
                          <a:pt x="970" y="497"/>
                        </a:lnTo>
                        <a:lnTo>
                          <a:pt x="973" y="496"/>
                        </a:lnTo>
                        <a:lnTo>
                          <a:pt x="976" y="495"/>
                        </a:lnTo>
                        <a:lnTo>
                          <a:pt x="976" y="496"/>
                        </a:lnTo>
                        <a:lnTo>
                          <a:pt x="974" y="497"/>
                        </a:lnTo>
                        <a:lnTo>
                          <a:pt x="972" y="500"/>
                        </a:lnTo>
                        <a:lnTo>
                          <a:pt x="969" y="500"/>
                        </a:lnTo>
                        <a:lnTo>
                          <a:pt x="967" y="503"/>
                        </a:lnTo>
                        <a:lnTo>
                          <a:pt x="967" y="504"/>
                        </a:lnTo>
                        <a:lnTo>
                          <a:pt x="967" y="505"/>
                        </a:lnTo>
                        <a:lnTo>
                          <a:pt x="969" y="503"/>
                        </a:lnTo>
                        <a:lnTo>
                          <a:pt x="973" y="503"/>
                        </a:lnTo>
                        <a:lnTo>
                          <a:pt x="974" y="500"/>
                        </a:lnTo>
                        <a:lnTo>
                          <a:pt x="977" y="500"/>
                        </a:lnTo>
                        <a:lnTo>
                          <a:pt x="978" y="499"/>
                        </a:lnTo>
                        <a:lnTo>
                          <a:pt x="980" y="497"/>
                        </a:lnTo>
                        <a:lnTo>
                          <a:pt x="982" y="497"/>
                        </a:lnTo>
                        <a:lnTo>
                          <a:pt x="984" y="500"/>
                        </a:lnTo>
                        <a:lnTo>
                          <a:pt x="987" y="504"/>
                        </a:lnTo>
                        <a:lnTo>
                          <a:pt x="988" y="505"/>
                        </a:lnTo>
                        <a:lnTo>
                          <a:pt x="991" y="507"/>
                        </a:lnTo>
                        <a:lnTo>
                          <a:pt x="991" y="508"/>
                        </a:lnTo>
                        <a:lnTo>
                          <a:pt x="991" y="511"/>
                        </a:lnTo>
                        <a:lnTo>
                          <a:pt x="988" y="514"/>
                        </a:lnTo>
                        <a:lnTo>
                          <a:pt x="987" y="514"/>
                        </a:lnTo>
                        <a:lnTo>
                          <a:pt x="987" y="511"/>
                        </a:lnTo>
                        <a:lnTo>
                          <a:pt x="985" y="511"/>
                        </a:lnTo>
                        <a:lnTo>
                          <a:pt x="984" y="512"/>
                        </a:lnTo>
                        <a:lnTo>
                          <a:pt x="984" y="514"/>
                        </a:lnTo>
                        <a:lnTo>
                          <a:pt x="981" y="515"/>
                        </a:lnTo>
                        <a:lnTo>
                          <a:pt x="977" y="516"/>
                        </a:lnTo>
                        <a:lnTo>
                          <a:pt x="974" y="516"/>
                        </a:lnTo>
                        <a:lnTo>
                          <a:pt x="972" y="516"/>
                        </a:lnTo>
                        <a:lnTo>
                          <a:pt x="967" y="519"/>
                        </a:lnTo>
                        <a:lnTo>
                          <a:pt x="966" y="519"/>
                        </a:lnTo>
                        <a:lnTo>
                          <a:pt x="962" y="522"/>
                        </a:lnTo>
                        <a:lnTo>
                          <a:pt x="965" y="522"/>
                        </a:lnTo>
                        <a:lnTo>
                          <a:pt x="966" y="522"/>
                        </a:lnTo>
                        <a:lnTo>
                          <a:pt x="965" y="523"/>
                        </a:lnTo>
                        <a:lnTo>
                          <a:pt x="961" y="524"/>
                        </a:lnTo>
                        <a:lnTo>
                          <a:pt x="961" y="526"/>
                        </a:lnTo>
                        <a:lnTo>
                          <a:pt x="965" y="524"/>
                        </a:lnTo>
                        <a:lnTo>
                          <a:pt x="967" y="522"/>
                        </a:lnTo>
                        <a:lnTo>
                          <a:pt x="972" y="519"/>
                        </a:lnTo>
                        <a:lnTo>
                          <a:pt x="976" y="518"/>
                        </a:lnTo>
                        <a:lnTo>
                          <a:pt x="977" y="519"/>
                        </a:lnTo>
                        <a:lnTo>
                          <a:pt x="980" y="518"/>
                        </a:lnTo>
                        <a:lnTo>
                          <a:pt x="981" y="518"/>
                        </a:lnTo>
                        <a:lnTo>
                          <a:pt x="981" y="519"/>
                        </a:lnTo>
                        <a:lnTo>
                          <a:pt x="981" y="522"/>
                        </a:lnTo>
                        <a:lnTo>
                          <a:pt x="978" y="523"/>
                        </a:lnTo>
                        <a:lnTo>
                          <a:pt x="977" y="524"/>
                        </a:lnTo>
                        <a:lnTo>
                          <a:pt x="974" y="524"/>
                        </a:lnTo>
                        <a:lnTo>
                          <a:pt x="973" y="526"/>
                        </a:lnTo>
                        <a:lnTo>
                          <a:pt x="972" y="528"/>
                        </a:lnTo>
                        <a:lnTo>
                          <a:pt x="969" y="530"/>
                        </a:lnTo>
                        <a:lnTo>
                          <a:pt x="966" y="528"/>
                        </a:lnTo>
                        <a:lnTo>
                          <a:pt x="965" y="528"/>
                        </a:lnTo>
                        <a:lnTo>
                          <a:pt x="963" y="531"/>
                        </a:lnTo>
                        <a:lnTo>
                          <a:pt x="965" y="531"/>
                        </a:lnTo>
                        <a:lnTo>
                          <a:pt x="966" y="530"/>
                        </a:lnTo>
                        <a:lnTo>
                          <a:pt x="969" y="530"/>
                        </a:lnTo>
                        <a:lnTo>
                          <a:pt x="970" y="531"/>
                        </a:lnTo>
                        <a:lnTo>
                          <a:pt x="973" y="528"/>
                        </a:lnTo>
                        <a:lnTo>
                          <a:pt x="974" y="526"/>
                        </a:lnTo>
                        <a:lnTo>
                          <a:pt x="977" y="526"/>
                        </a:lnTo>
                        <a:lnTo>
                          <a:pt x="978" y="526"/>
                        </a:lnTo>
                        <a:lnTo>
                          <a:pt x="981" y="527"/>
                        </a:lnTo>
                        <a:lnTo>
                          <a:pt x="984" y="524"/>
                        </a:lnTo>
                        <a:lnTo>
                          <a:pt x="987" y="523"/>
                        </a:lnTo>
                        <a:lnTo>
                          <a:pt x="987" y="523"/>
                        </a:lnTo>
                        <a:lnTo>
                          <a:pt x="987" y="520"/>
                        </a:lnTo>
                        <a:lnTo>
                          <a:pt x="987" y="520"/>
                        </a:lnTo>
                        <a:lnTo>
                          <a:pt x="988" y="518"/>
                        </a:lnTo>
                        <a:lnTo>
                          <a:pt x="988" y="516"/>
                        </a:lnTo>
                        <a:lnTo>
                          <a:pt x="989" y="516"/>
                        </a:lnTo>
                        <a:lnTo>
                          <a:pt x="991" y="516"/>
                        </a:lnTo>
                        <a:lnTo>
                          <a:pt x="991" y="516"/>
                        </a:lnTo>
                        <a:lnTo>
                          <a:pt x="992" y="519"/>
                        </a:lnTo>
                        <a:lnTo>
                          <a:pt x="995" y="524"/>
                        </a:lnTo>
                        <a:lnTo>
                          <a:pt x="995" y="528"/>
                        </a:lnTo>
                        <a:lnTo>
                          <a:pt x="997" y="530"/>
                        </a:lnTo>
                        <a:lnTo>
                          <a:pt x="996" y="533"/>
                        </a:lnTo>
                        <a:lnTo>
                          <a:pt x="995" y="534"/>
                        </a:lnTo>
                        <a:lnTo>
                          <a:pt x="992" y="534"/>
                        </a:lnTo>
                        <a:lnTo>
                          <a:pt x="991" y="533"/>
                        </a:lnTo>
                        <a:lnTo>
                          <a:pt x="987" y="533"/>
                        </a:lnTo>
                        <a:lnTo>
                          <a:pt x="984" y="534"/>
                        </a:lnTo>
                        <a:lnTo>
                          <a:pt x="982" y="535"/>
                        </a:lnTo>
                        <a:lnTo>
                          <a:pt x="980" y="535"/>
                        </a:lnTo>
                        <a:lnTo>
                          <a:pt x="980" y="534"/>
                        </a:lnTo>
                        <a:lnTo>
                          <a:pt x="977" y="534"/>
                        </a:lnTo>
                        <a:lnTo>
                          <a:pt x="976" y="537"/>
                        </a:lnTo>
                        <a:lnTo>
                          <a:pt x="972" y="537"/>
                        </a:lnTo>
                        <a:lnTo>
                          <a:pt x="973" y="538"/>
                        </a:lnTo>
                        <a:lnTo>
                          <a:pt x="978" y="537"/>
                        </a:lnTo>
                        <a:lnTo>
                          <a:pt x="981" y="538"/>
                        </a:lnTo>
                        <a:lnTo>
                          <a:pt x="984" y="541"/>
                        </a:lnTo>
                        <a:lnTo>
                          <a:pt x="987" y="542"/>
                        </a:lnTo>
                        <a:lnTo>
                          <a:pt x="988" y="541"/>
                        </a:lnTo>
                        <a:lnTo>
                          <a:pt x="989" y="541"/>
                        </a:lnTo>
                        <a:lnTo>
                          <a:pt x="991" y="542"/>
                        </a:lnTo>
                        <a:lnTo>
                          <a:pt x="993" y="543"/>
                        </a:lnTo>
                        <a:lnTo>
                          <a:pt x="996" y="545"/>
                        </a:lnTo>
                        <a:lnTo>
                          <a:pt x="996" y="546"/>
                        </a:lnTo>
                        <a:lnTo>
                          <a:pt x="997" y="549"/>
                        </a:lnTo>
                        <a:lnTo>
                          <a:pt x="997" y="552"/>
                        </a:lnTo>
                        <a:lnTo>
                          <a:pt x="996" y="553"/>
                        </a:lnTo>
                        <a:lnTo>
                          <a:pt x="995" y="553"/>
                        </a:lnTo>
                        <a:lnTo>
                          <a:pt x="993" y="550"/>
                        </a:lnTo>
                        <a:lnTo>
                          <a:pt x="992" y="550"/>
                        </a:lnTo>
                        <a:lnTo>
                          <a:pt x="991" y="552"/>
                        </a:lnTo>
                        <a:lnTo>
                          <a:pt x="989" y="552"/>
                        </a:lnTo>
                        <a:lnTo>
                          <a:pt x="989" y="550"/>
                        </a:lnTo>
                        <a:lnTo>
                          <a:pt x="988" y="550"/>
                        </a:lnTo>
                        <a:lnTo>
                          <a:pt x="985" y="550"/>
                        </a:lnTo>
                        <a:lnTo>
                          <a:pt x="982" y="546"/>
                        </a:lnTo>
                        <a:lnTo>
                          <a:pt x="981" y="546"/>
                        </a:lnTo>
                        <a:lnTo>
                          <a:pt x="980" y="546"/>
                        </a:lnTo>
                        <a:lnTo>
                          <a:pt x="977" y="546"/>
                        </a:lnTo>
                        <a:lnTo>
                          <a:pt x="974" y="545"/>
                        </a:lnTo>
                        <a:lnTo>
                          <a:pt x="976" y="546"/>
                        </a:lnTo>
                        <a:lnTo>
                          <a:pt x="978" y="548"/>
                        </a:lnTo>
                        <a:lnTo>
                          <a:pt x="981" y="548"/>
                        </a:lnTo>
                        <a:lnTo>
                          <a:pt x="980" y="549"/>
                        </a:lnTo>
                        <a:lnTo>
                          <a:pt x="976" y="549"/>
                        </a:lnTo>
                        <a:lnTo>
                          <a:pt x="974" y="550"/>
                        </a:lnTo>
                        <a:lnTo>
                          <a:pt x="972" y="550"/>
                        </a:lnTo>
                        <a:lnTo>
                          <a:pt x="969" y="552"/>
                        </a:lnTo>
                        <a:lnTo>
                          <a:pt x="970" y="553"/>
                        </a:lnTo>
                        <a:lnTo>
                          <a:pt x="972" y="553"/>
                        </a:lnTo>
                        <a:lnTo>
                          <a:pt x="972" y="552"/>
                        </a:lnTo>
                        <a:lnTo>
                          <a:pt x="976" y="552"/>
                        </a:lnTo>
                        <a:lnTo>
                          <a:pt x="977" y="550"/>
                        </a:lnTo>
                        <a:lnTo>
                          <a:pt x="980" y="550"/>
                        </a:lnTo>
                        <a:lnTo>
                          <a:pt x="981" y="553"/>
                        </a:lnTo>
                        <a:lnTo>
                          <a:pt x="981" y="553"/>
                        </a:lnTo>
                        <a:lnTo>
                          <a:pt x="982" y="554"/>
                        </a:lnTo>
                        <a:lnTo>
                          <a:pt x="984" y="556"/>
                        </a:lnTo>
                        <a:lnTo>
                          <a:pt x="982" y="556"/>
                        </a:lnTo>
                        <a:lnTo>
                          <a:pt x="980" y="556"/>
                        </a:lnTo>
                        <a:lnTo>
                          <a:pt x="978" y="557"/>
                        </a:lnTo>
                        <a:lnTo>
                          <a:pt x="977" y="556"/>
                        </a:lnTo>
                        <a:lnTo>
                          <a:pt x="977" y="554"/>
                        </a:lnTo>
                        <a:lnTo>
                          <a:pt x="976" y="554"/>
                        </a:lnTo>
                        <a:lnTo>
                          <a:pt x="974" y="556"/>
                        </a:lnTo>
                        <a:lnTo>
                          <a:pt x="977" y="557"/>
                        </a:lnTo>
                        <a:lnTo>
                          <a:pt x="978" y="558"/>
                        </a:lnTo>
                        <a:lnTo>
                          <a:pt x="980" y="558"/>
                        </a:lnTo>
                        <a:lnTo>
                          <a:pt x="980" y="561"/>
                        </a:lnTo>
                        <a:lnTo>
                          <a:pt x="981" y="562"/>
                        </a:lnTo>
                        <a:lnTo>
                          <a:pt x="978" y="562"/>
                        </a:lnTo>
                        <a:lnTo>
                          <a:pt x="973" y="561"/>
                        </a:lnTo>
                        <a:lnTo>
                          <a:pt x="970" y="561"/>
                        </a:lnTo>
                        <a:lnTo>
                          <a:pt x="965" y="558"/>
                        </a:lnTo>
                        <a:lnTo>
                          <a:pt x="963" y="558"/>
                        </a:lnTo>
                        <a:lnTo>
                          <a:pt x="963" y="560"/>
                        </a:lnTo>
                        <a:lnTo>
                          <a:pt x="966" y="561"/>
                        </a:lnTo>
                        <a:lnTo>
                          <a:pt x="974" y="564"/>
                        </a:lnTo>
                        <a:lnTo>
                          <a:pt x="974" y="565"/>
                        </a:lnTo>
                        <a:lnTo>
                          <a:pt x="973" y="567"/>
                        </a:lnTo>
                        <a:lnTo>
                          <a:pt x="969" y="564"/>
                        </a:lnTo>
                        <a:lnTo>
                          <a:pt x="967" y="564"/>
                        </a:lnTo>
                        <a:lnTo>
                          <a:pt x="966" y="567"/>
                        </a:lnTo>
                        <a:lnTo>
                          <a:pt x="967" y="565"/>
                        </a:lnTo>
                        <a:lnTo>
                          <a:pt x="969" y="567"/>
                        </a:lnTo>
                        <a:lnTo>
                          <a:pt x="970" y="568"/>
                        </a:lnTo>
                        <a:lnTo>
                          <a:pt x="972" y="568"/>
                        </a:lnTo>
                        <a:lnTo>
                          <a:pt x="973" y="568"/>
                        </a:lnTo>
                        <a:lnTo>
                          <a:pt x="973" y="569"/>
                        </a:lnTo>
                        <a:lnTo>
                          <a:pt x="974" y="572"/>
                        </a:lnTo>
                        <a:lnTo>
                          <a:pt x="974" y="571"/>
                        </a:lnTo>
                        <a:lnTo>
                          <a:pt x="976" y="569"/>
                        </a:lnTo>
                        <a:lnTo>
                          <a:pt x="977" y="569"/>
                        </a:lnTo>
                        <a:lnTo>
                          <a:pt x="977" y="571"/>
                        </a:lnTo>
                        <a:lnTo>
                          <a:pt x="977" y="572"/>
                        </a:lnTo>
                        <a:lnTo>
                          <a:pt x="977" y="573"/>
                        </a:lnTo>
                        <a:lnTo>
                          <a:pt x="978" y="573"/>
                        </a:lnTo>
                        <a:lnTo>
                          <a:pt x="978" y="571"/>
                        </a:lnTo>
                        <a:lnTo>
                          <a:pt x="980" y="571"/>
                        </a:lnTo>
                        <a:lnTo>
                          <a:pt x="982" y="572"/>
                        </a:lnTo>
                        <a:lnTo>
                          <a:pt x="985" y="572"/>
                        </a:lnTo>
                        <a:lnTo>
                          <a:pt x="988" y="572"/>
                        </a:lnTo>
                        <a:lnTo>
                          <a:pt x="987" y="575"/>
                        </a:lnTo>
                        <a:lnTo>
                          <a:pt x="987" y="576"/>
                        </a:lnTo>
                        <a:lnTo>
                          <a:pt x="984" y="575"/>
                        </a:lnTo>
                        <a:lnTo>
                          <a:pt x="982" y="573"/>
                        </a:lnTo>
                        <a:lnTo>
                          <a:pt x="978" y="575"/>
                        </a:lnTo>
                        <a:lnTo>
                          <a:pt x="974" y="576"/>
                        </a:lnTo>
                        <a:lnTo>
                          <a:pt x="974" y="579"/>
                        </a:lnTo>
                        <a:lnTo>
                          <a:pt x="977" y="576"/>
                        </a:lnTo>
                        <a:lnTo>
                          <a:pt x="980" y="576"/>
                        </a:lnTo>
                        <a:lnTo>
                          <a:pt x="982" y="577"/>
                        </a:lnTo>
                        <a:lnTo>
                          <a:pt x="980" y="577"/>
                        </a:lnTo>
                        <a:lnTo>
                          <a:pt x="980" y="580"/>
                        </a:lnTo>
                        <a:lnTo>
                          <a:pt x="981" y="579"/>
                        </a:lnTo>
                        <a:lnTo>
                          <a:pt x="984" y="579"/>
                        </a:lnTo>
                        <a:lnTo>
                          <a:pt x="985" y="580"/>
                        </a:lnTo>
                        <a:lnTo>
                          <a:pt x="985" y="581"/>
                        </a:lnTo>
                        <a:lnTo>
                          <a:pt x="987" y="581"/>
                        </a:lnTo>
                        <a:lnTo>
                          <a:pt x="988" y="583"/>
                        </a:lnTo>
                        <a:lnTo>
                          <a:pt x="988" y="586"/>
                        </a:lnTo>
                        <a:lnTo>
                          <a:pt x="987" y="588"/>
                        </a:lnTo>
                        <a:lnTo>
                          <a:pt x="987" y="590"/>
                        </a:lnTo>
                        <a:lnTo>
                          <a:pt x="988" y="590"/>
                        </a:lnTo>
                        <a:lnTo>
                          <a:pt x="988" y="587"/>
                        </a:lnTo>
                        <a:lnTo>
                          <a:pt x="989" y="586"/>
                        </a:lnTo>
                        <a:lnTo>
                          <a:pt x="992" y="586"/>
                        </a:lnTo>
                        <a:lnTo>
                          <a:pt x="992" y="587"/>
                        </a:lnTo>
                        <a:lnTo>
                          <a:pt x="991" y="588"/>
                        </a:lnTo>
                        <a:lnTo>
                          <a:pt x="988" y="594"/>
                        </a:lnTo>
                        <a:lnTo>
                          <a:pt x="987" y="595"/>
                        </a:lnTo>
                        <a:lnTo>
                          <a:pt x="987" y="598"/>
                        </a:lnTo>
                        <a:lnTo>
                          <a:pt x="988" y="596"/>
                        </a:lnTo>
                        <a:lnTo>
                          <a:pt x="991" y="594"/>
                        </a:lnTo>
                        <a:lnTo>
                          <a:pt x="991" y="592"/>
                        </a:lnTo>
                        <a:lnTo>
                          <a:pt x="992" y="590"/>
                        </a:lnTo>
                        <a:lnTo>
                          <a:pt x="995" y="588"/>
                        </a:lnTo>
                        <a:lnTo>
                          <a:pt x="995" y="588"/>
                        </a:lnTo>
                        <a:lnTo>
                          <a:pt x="995" y="587"/>
                        </a:lnTo>
                        <a:lnTo>
                          <a:pt x="997" y="584"/>
                        </a:lnTo>
                        <a:lnTo>
                          <a:pt x="997" y="586"/>
                        </a:lnTo>
                        <a:lnTo>
                          <a:pt x="997" y="587"/>
                        </a:lnTo>
                        <a:lnTo>
                          <a:pt x="995" y="591"/>
                        </a:lnTo>
                        <a:lnTo>
                          <a:pt x="993" y="592"/>
                        </a:lnTo>
                        <a:lnTo>
                          <a:pt x="993" y="595"/>
                        </a:lnTo>
                        <a:lnTo>
                          <a:pt x="993" y="598"/>
                        </a:lnTo>
                        <a:lnTo>
                          <a:pt x="995" y="598"/>
                        </a:lnTo>
                        <a:lnTo>
                          <a:pt x="995" y="595"/>
                        </a:lnTo>
                        <a:lnTo>
                          <a:pt x="995" y="592"/>
                        </a:lnTo>
                        <a:lnTo>
                          <a:pt x="996" y="591"/>
                        </a:lnTo>
                        <a:lnTo>
                          <a:pt x="997" y="590"/>
                        </a:lnTo>
                        <a:lnTo>
                          <a:pt x="1001" y="587"/>
                        </a:lnTo>
                        <a:lnTo>
                          <a:pt x="1003" y="586"/>
                        </a:lnTo>
                        <a:lnTo>
                          <a:pt x="1004" y="586"/>
                        </a:lnTo>
                        <a:lnTo>
                          <a:pt x="1004" y="590"/>
                        </a:lnTo>
                        <a:lnTo>
                          <a:pt x="1003" y="591"/>
                        </a:lnTo>
                        <a:lnTo>
                          <a:pt x="1000" y="591"/>
                        </a:lnTo>
                        <a:lnTo>
                          <a:pt x="999" y="594"/>
                        </a:lnTo>
                        <a:lnTo>
                          <a:pt x="999" y="595"/>
                        </a:lnTo>
                        <a:lnTo>
                          <a:pt x="999" y="596"/>
                        </a:lnTo>
                        <a:lnTo>
                          <a:pt x="1000" y="595"/>
                        </a:lnTo>
                        <a:lnTo>
                          <a:pt x="1001" y="596"/>
                        </a:lnTo>
                        <a:lnTo>
                          <a:pt x="1003" y="595"/>
                        </a:lnTo>
                        <a:lnTo>
                          <a:pt x="1006" y="594"/>
                        </a:lnTo>
                        <a:lnTo>
                          <a:pt x="1007" y="595"/>
                        </a:lnTo>
                        <a:lnTo>
                          <a:pt x="1007" y="599"/>
                        </a:lnTo>
                        <a:lnTo>
                          <a:pt x="1007" y="600"/>
                        </a:lnTo>
                        <a:lnTo>
                          <a:pt x="1006" y="602"/>
                        </a:lnTo>
                        <a:lnTo>
                          <a:pt x="1006" y="602"/>
                        </a:lnTo>
                        <a:lnTo>
                          <a:pt x="1007" y="603"/>
                        </a:lnTo>
                        <a:lnTo>
                          <a:pt x="1008" y="605"/>
                        </a:lnTo>
                        <a:lnTo>
                          <a:pt x="1006" y="606"/>
                        </a:lnTo>
                        <a:lnTo>
                          <a:pt x="1004" y="606"/>
                        </a:lnTo>
                        <a:lnTo>
                          <a:pt x="1006" y="606"/>
                        </a:lnTo>
                        <a:lnTo>
                          <a:pt x="1008" y="607"/>
                        </a:lnTo>
                        <a:lnTo>
                          <a:pt x="1003" y="609"/>
                        </a:lnTo>
                        <a:lnTo>
                          <a:pt x="1000" y="609"/>
                        </a:lnTo>
                        <a:lnTo>
                          <a:pt x="1001" y="610"/>
                        </a:lnTo>
                        <a:lnTo>
                          <a:pt x="1004" y="610"/>
                        </a:lnTo>
                        <a:lnTo>
                          <a:pt x="1008" y="610"/>
                        </a:lnTo>
                        <a:lnTo>
                          <a:pt x="1010" y="609"/>
                        </a:lnTo>
                        <a:lnTo>
                          <a:pt x="1012" y="609"/>
                        </a:lnTo>
                        <a:lnTo>
                          <a:pt x="1012" y="609"/>
                        </a:lnTo>
                        <a:lnTo>
                          <a:pt x="1010" y="611"/>
                        </a:lnTo>
                        <a:lnTo>
                          <a:pt x="1010" y="614"/>
                        </a:lnTo>
                        <a:lnTo>
                          <a:pt x="1011" y="611"/>
                        </a:lnTo>
                        <a:lnTo>
                          <a:pt x="1014" y="611"/>
                        </a:lnTo>
                        <a:lnTo>
                          <a:pt x="1015" y="610"/>
                        </a:lnTo>
                        <a:lnTo>
                          <a:pt x="1018" y="607"/>
                        </a:lnTo>
                        <a:lnTo>
                          <a:pt x="1020" y="609"/>
                        </a:lnTo>
                        <a:lnTo>
                          <a:pt x="1019" y="610"/>
                        </a:lnTo>
                        <a:lnTo>
                          <a:pt x="1018" y="611"/>
                        </a:lnTo>
                        <a:lnTo>
                          <a:pt x="1016" y="611"/>
                        </a:lnTo>
                        <a:lnTo>
                          <a:pt x="1015" y="614"/>
                        </a:lnTo>
                        <a:lnTo>
                          <a:pt x="1014" y="617"/>
                        </a:lnTo>
                        <a:lnTo>
                          <a:pt x="1011" y="618"/>
                        </a:lnTo>
                        <a:lnTo>
                          <a:pt x="1010" y="620"/>
                        </a:lnTo>
                        <a:lnTo>
                          <a:pt x="1010" y="622"/>
                        </a:lnTo>
                        <a:lnTo>
                          <a:pt x="1011" y="622"/>
                        </a:lnTo>
                        <a:lnTo>
                          <a:pt x="1014" y="620"/>
                        </a:lnTo>
                        <a:lnTo>
                          <a:pt x="1014" y="618"/>
                        </a:lnTo>
                        <a:lnTo>
                          <a:pt x="1016" y="615"/>
                        </a:lnTo>
                        <a:lnTo>
                          <a:pt x="1019" y="614"/>
                        </a:lnTo>
                        <a:lnTo>
                          <a:pt x="1019" y="617"/>
                        </a:lnTo>
                        <a:lnTo>
                          <a:pt x="1016" y="620"/>
                        </a:lnTo>
                        <a:lnTo>
                          <a:pt x="1016" y="622"/>
                        </a:lnTo>
                        <a:lnTo>
                          <a:pt x="1015" y="625"/>
                        </a:lnTo>
                        <a:lnTo>
                          <a:pt x="1018" y="624"/>
                        </a:lnTo>
                        <a:lnTo>
                          <a:pt x="1019" y="620"/>
                        </a:lnTo>
                        <a:lnTo>
                          <a:pt x="1019" y="618"/>
                        </a:lnTo>
                        <a:lnTo>
                          <a:pt x="1020" y="617"/>
                        </a:lnTo>
                        <a:lnTo>
                          <a:pt x="1020" y="618"/>
                        </a:lnTo>
                        <a:lnTo>
                          <a:pt x="1022" y="622"/>
                        </a:lnTo>
                        <a:lnTo>
                          <a:pt x="1023" y="624"/>
                        </a:lnTo>
                        <a:lnTo>
                          <a:pt x="1023" y="624"/>
                        </a:lnTo>
                        <a:lnTo>
                          <a:pt x="1023" y="620"/>
                        </a:lnTo>
                        <a:lnTo>
                          <a:pt x="1025" y="618"/>
                        </a:lnTo>
                        <a:lnTo>
                          <a:pt x="1027" y="617"/>
                        </a:lnTo>
                        <a:lnTo>
                          <a:pt x="1029" y="617"/>
                        </a:lnTo>
                        <a:lnTo>
                          <a:pt x="1027" y="620"/>
                        </a:lnTo>
                        <a:lnTo>
                          <a:pt x="1029" y="620"/>
                        </a:lnTo>
                        <a:lnTo>
                          <a:pt x="1030" y="620"/>
                        </a:lnTo>
                        <a:lnTo>
                          <a:pt x="1031" y="621"/>
                        </a:lnTo>
                        <a:lnTo>
                          <a:pt x="1031" y="624"/>
                        </a:lnTo>
                        <a:lnTo>
                          <a:pt x="1033" y="624"/>
                        </a:lnTo>
                        <a:lnTo>
                          <a:pt x="1034" y="625"/>
                        </a:lnTo>
                        <a:lnTo>
                          <a:pt x="1034" y="626"/>
                        </a:lnTo>
                        <a:lnTo>
                          <a:pt x="1035" y="628"/>
                        </a:lnTo>
                        <a:lnTo>
                          <a:pt x="1037" y="630"/>
                        </a:lnTo>
                        <a:lnTo>
                          <a:pt x="1035" y="630"/>
                        </a:lnTo>
                        <a:lnTo>
                          <a:pt x="1034" y="632"/>
                        </a:lnTo>
                        <a:lnTo>
                          <a:pt x="1031" y="632"/>
                        </a:lnTo>
                        <a:lnTo>
                          <a:pt x="1031" y="630"/>
                        </a:lnTo>
                        <a:lnTo>
                          <a:pt x="1030" y="628"/>
                        </a:lnTo>
                        <a:lnTo>
                          <a:pt x="1029" y="628"/>
                        </a:lnTo>
                        <a:lnTo>
                          <a:pt x="1029" y="626"/>
                        </a:lnTo>
                        <a:lnTo>
                          <a:pt x="1027" y="628"/>
                        </a:lnTo>
                        <a:lnTo>
                          <a:pt x="1026" y="629"/>
                        </a:lnTo>
                        <a:lnTo>
                          <a:pt x="1027" y="629"/>
                        </a:lnTo>
                        <a:lnTo>
                          <a:pt x="1029" y="629"/>
                        </a:lnTo>
                        <a:lnTo>
                          <a:pt x="1030" y="630"/>
                        </a:lnTo>
                        <a:lnTo>
                          <a:pt x="1029" y="630"/>
                        </a:lnTo>
                        <a:lnTo>
                          <a:pt x="1030" y="632"/>
                        </a:lnTo>
                        <a:lnTo>
                          <a:pt x="1030" y="633"/>
                        </a:lnTo>
                        <a:lnTo>
                          <a:pt x="1029" y="633"/>
                        </a:lnTo>
                        <a:lnTo>
                          <a:pt x="1027" y="633"/>
                        </a:lnTo>
                        <a:lnTo>
                          <a:pt x="1026" y="634"/>
                        </a:lnTo>
                        <a:lnTo>
                          <a:pt x="1026" y="634"/>
                        </a:lnTo>
                        <a:lnTo>
                          <a:pt x="1030" y="634"/>
                        </a:lnTo>
                        <a:lnTo>
                          <a:pt x="1031" y="634"/>
                        </a:lnTo>
                        <a:lnTo>
                          <a:pt x="1031" y="636"/>
                        </a:lnTo>
                        <a:lnTo>
                          <a:pt x="1030" y="637"/>
                        </a:lnTo>
                        <a:lnTo>
                          <a:pt x="1029" y="637"/>
                        </a:lnTo>
                        <a:lnTo>
                          <a:pt x="1026" y="639"/>
                        </a:lnTo>
                        <a:lnTo>
                          <a:pt x="1023" y="637"/>
                        </a:lnTo>
                        <a:lnTo>
                          <a:pt x="1020" y="637"/>
                        </a:lnTo>
                        <a:lnTo>
                          <a:pt x="1022" y="634"/>
                        </a:lnTo>
                        <a:lnTo>
                          <a:pt x="1022" y="634"/>
                        </a:lnTo>
                        <a:lnTo>
                          <a:pt x="1019" y="633"/>
                        </a:lnTo>
                        <a:lnTo>
                          <a:pt x="1019" y="632"/>
                        </a:lnTo>
                        <a:lnTo>
                          <a:pt x="1018" y="632"/>
                        </a:lnTo>
                        <a:lnTo>
                          <a:pt x="1018" y="633"/>
                        </a:lnTo>
                        <a:lnTo>
                          <a:pt x="1019" y="634"/>
                        </a:lnTo>
                        <a:lnTo>
                          <a:pt x="1019" y="637"/>
                        </a:lnTo>
                        <a:lnTo>
                          <a:pt x="1019" y="639"/>
                        </a:lnTo>
                        <a:lnTo>
                          <a:pt x="1018" y="639"/>
                        </a:lnTo>
                        <a:lnTo>
                          <a:pt x="1015" y="637"/>
                        </a:lnTo>
                        <a:lnTo>
                          <a:pt x="1015" y="636"/>
                        </a:lnTo>
                        <a:lnTo>
                          <a:pt x="1015" y="639"/>
                        </a:lnTo>
                        <a:lnTo>
                          <a:pt x="1016" y="640"/>
                        </a:lnTo>
                        <a:lnTo>
                          <a:pt x="1019" y="640"/>
                        </a:lnTo>
                        <a:lnTo>
                          <a:pt x="1020" y="641"/>
                        </a:lnTo>
                        <a:lnTo>
                          <a:pt x="1022" y="641"/>
                        </a:lnTo>
                        <a:lnTo>
                          <a:pt x="1022" y="643"/>
                        </a:lnTo>
                        <a:lnTo>
                          <a:pt x="1022" y="645"/>
                        </a:lnTo>
                        <a:lnTo>
                          <a:pt x="1018" y="644"/>
                        </a:lnTo>
                        <a:lnTo>
                          <a:pt x="1016" y="643"/>
                        </a:lnTo>
                        <a:lnTo>
                          <a:pt x="1014" y="641"/>
                        </a:lnTo>
                        <a:lnTo>
                          <a:pt x="1012" y="640"/>
                        </a:lnTo>
                        <a:lnTo>
                          <a:pt x="1012" y="640"/>
                        </a:lnTo>
                        <a:lnTo>
                          <a:pt x="1012" y="641"/>
                        </a:lnTo>
                        <a:lnTo>
                          <a:pt x="1015" y="644"/>
                        </a:lnTo>
                        <a:lnTo>
                          <a:pt x="1016" y="645"/>
                        </a:lnTo>
                        <a:lnTo>
                          <a:pt x="1016" y="648"/>
                        </a:lnTo>
                        <a:lnTo>
                          <a:pt x="1015" y="651"/>
                        </a:lnTo>
                        <a:lnTo>
                          <a:pt x="1014" y="649"/>
                        </a:lnTo>
                        <a:lnTo>
                          <a:pt x="1014" y="648"/>
                        </a:lnTo>
                        <a:lnTo>
                          <a:pt x="1012" y="647"/>
                        </a:lnTo>
                        <a:lnTo>
                          <a:pt x="1010" y="645"/>
                        </a:lnTo>
                        <a:lnTo>
                          <a:pt x="1011" y="647"/>
                        </a:lnTo>
                        <a:lnTo>
                          <a:pt x="1011" y="648"/>
                        </a:lnTo>
                        <a:lnTo>
                          <a:pt x="1011" y="651"/>
                        </a:lnTo>
                        <a:lnTo>
                          <a:pt x="1011" y="653"/>
                        </a:lnTo>
                        <a:lnTo>
                          <a:pt x="1011" y="653"/>
                        </a:lnTo>
                        <a:lnTo>
                          <a:pt x="1010" y="653"/>
                        </a:lnTo>
                        <a:lnTo>
                          <a:pt x="1008" y="653"/>
                        </a:lnTo>
                        <a:lnTo>
                          <a:pt x="1008" y="651"/>
                        </a:lnTo>
                        <a:lnTo>
                          <a:pt x="1007" y="651"/>
                        </a:lnTo>
                        <a:lnTo>
                          <a:pt x="1007" y="652"/>
                        </a:lnTo>
                        <a:lnTo>
                          <a:pt x="1006" y="653"/>
                        </a:lnTo>
                        <a:lnTo>
                          <a:pt x="1004" y="652"/>
                        </a:lnTo>
                        <a:lnTo>
                          <a:pt x="1004" y="651"/>
                        </a:lnTo>
                        <a:lnTo>
                          <a:pt x="1003" y="648"/>
                        </a:lnTo>
                        <a:lnTo>
                          <a:pt x="1003" y="647"/>
                        </a:lnTo>
                        <a:lnTo>
                          <a:pt x="1003" y="645"/>
                        </a:lnTo>
                        <a:lnTo>
                          <a:pt x="1001" y="647"/>
                        </a:lnTo>
                        <a:lnTo>
                          <a:pt x="1001" y="651"/>
                        </a:lnTo>
                        <a:lnTo>
                          <a:pt x="1001" y="652"/>
                        </a:lnTo>
                        <a:lnTo>
                          <a:pt x="999" y="652"/>
                        </a:lnTo>
                        <a:lnTo>
                          <a:pt x="1000" y="652"/>
                        </a:lnTo>
                        <a:lnTo>
                          <a:pt x="1001" y="653"/>
                        </a:lnTo>
                        <a:lnTo>
                          <a:pt x="1001" y="653"/>
                        </a:lnTo>
                        <a:lnTo>
                          <a:pt x="1000" y="655"/>
                        </a:lnTo>
                        <a:lnTo>
                          <a:pt x="999" y="655"/>
                        </a:lnTo>
                        <a:lnTo>
                          <a:pt x="997" y="655"/>
                        </a:lnTo>
                        <a:lnTo>
                          <a:pt x="997" y="655"/>
                        </a:lnTo>
                        <a:lnTo>
                          <a:pt x="999" y="656"/>
                        </a:lnTo>
                        <a:lnTo>
                          <a:pt x="1000" y="656"/>
                        </a:lnTo>
                        <a:lnTo>
                          <a:pt x="1001" y="658"/>
                        </a:lnTo>
                        <a:lnTo>
                          <a:pt x="1000" y="659"/>
                        </a:lnTo>
                        <a:lnTo>
                          <a:pt x="999" y="660"/>
                        </a:lnTo>
                        <a:lnTo>
                          <a:pt x="999" y="662"/>
                        </a:lnTo>
                        <a:lnTo>
                          <a:pt x="1000" y="663"/>
                        </a:lnTo>
                        <a:lnTo>
                          <a:pt x="1000" y="664"/>
                        </a:lnTo>
                        <a:lnTo>
                          <a:pt x="999" y="664"/>
                        </a:lnTo>
                        <a:lnTo>
                          <a:pt x="997" y="664"/>
                        </a:lnTo>
                        <a:lnTo>
                          <a:pt x="997" y="664"/>
                        </a:lnTo>
                        <a:lnTo>
                          <a:pt x="999" y="666"/>
                        </a:lnTo>
                        <a:lnTo>
                          <a:pt x="1000" y="667"/>
                        </a:lnTo>
                        <a:lnTo>
                          <a:pt x="999" y="670"/>
                        </a:lnTo>
                        <a:lnTo>
                          <a:pt x="996" y="671"/>
                        </a:lnTo>
                        <a:lnTo>
                          <a:pt x="996" y="671"/>
                        </a:lnTo>
                        <a:lnTo>
                          <a:pt x="995" y="671"/>
                        </a:lnTo>
                        <a:lnTo>
                          <a:pt x="995" y="670"/>
                        </a:lnTo>
                        <a:lnTo>
                          <a:pt x="993" y="670"/>
                        </a:lnTo>
                        <a:lnTo>
                          <a:pt x="993" y="668"/>
                        </a:lnTo>
                        <a:lnTo>
                          <a:pt x="992" y="668"/>
                        </a:lnTo>
                        <a:lnTo>
                          <a:pt x="992" y="667"/>
                        </a:lnTo>
                        <a:lnTo>
                          <a:pt x="993" y="666"/>
                        </a:lnTo>
                        <a:lnTo>
                          <a:pt x="993" y="664"/>
                        </a:lnTo>
                        <a:lnTo>
                          <a:pt x="992" y="664"/>
                        </a:lnTo>
                        <a:lnTo>
                          <a:pt x="991" y="666"/>
                        </a:lnTo>
                        <a:lnTo>
                          <a:pt x="989" y="667"/>
                        </a:lnTo>
                        <a:lnTo>
                          <a:pt x="989" y="667"/>
                        </a:lnTo>
                        <a:lnTo>
                          <a:pt x="988" y="666"/>
                        </a:lnTo>
                        <a:lnTo>
                          <a:pt x="988" y="664"/>
                        </a:lnTo>
                        <a:lnTo>
                          <a:pt x="988" y="663"/>
                        </a:lnTo>
                        <a:lnTo>
                          <a:pt x="988" y="662"/>
                        </a:lnTo>
                        <a:lnTo>
                          <a:pt x="988" y="660"/>
                        </a:lnTo>
                        <a:lnTo>
                          <a:pt x="988" y="660"/>
                        </a:lnTo>
                        <a:lnTo>
                          <a:pt x="989" y="659"/>
                        </a:lnTo>
                        <a:lnTo>
                          <a:pt x="988" y="658"/>
                        </a:lnTo>
                        <a:lnTo>
                          <a:pt x="987" y="660"/>
                        </a:lnTo>
                        <a:lnTo>
                          <a:pt x="985" y="662"/>
                        </a:lnTo>
                        <a:lnTo>
                          <a:pt x="984" y="664"/>
                        </a:lnTo>
                        <a:lnTo>
                          <a:pt x="984" y="663"/>
                        </a:lnTo>
                        <a:lnTo>
                          <a:pt x="984" y="662"/>
                        </a:lnTo>
                        <a:lnTo>
                          <a:pt x="982" y="660"/>
                        </a:lnTo>
                        <a:lnTo>
                          <a:pt x="982" y="659"/>
                        </a:lnTo>
                        <a:lnTo>
                          <a:pt x="982" y="658"/>
                        </a:lnTo>
                        <a:lnTo>
                          <a:pt x="985" y="656"/>
                        </a:lnTo>
                        <a:lnTo>
                          <a:pt x="985" y="656"/>
                        </a:lnTo>
                        <a:lnTo>
                          <a:pt x="987" y="655"/>
                        </a:lnTo>
                        <a:lnTo>
                          <a:pt x="987" y="655"/>
                        </a:lnTo>
                        <a:lnTo>
                          <a:pt x="984" y="655"/>
                        </a:lnTo>
                        <a:lnTo>
                          <a:pt x="982" y="655"/>
                        </a:lnTo>
                        <a:lnTo>
                          <a:pt x="981" y="655"/>
                        </a:lnTo>
                        <a:lnTo>
                          <a:pt x="981" y="653"/>
                        </a:lnTo>
                        <a:lnTo>
                          <a:pt x="981" y="652"/>
                        </a:lnTo>
                        <a:lnTo>
                          <a:pt x="984" y="652"/>
                        </a:lnTo>
                        <a:lnTo>
                          <a:pt x="985" y="649"/>
                        </a:lnTo>
                        <a:lnTo>
                          <a:pt x="984" y="649"/>
                        </a:lnTo>
                        <a:lnTo>
                          <a:pt x="982" y="651"/>
                        </a:lnTo>
                        <a:lnTo>
                          <a:pt x="981" y="649"/>
                        </a:lnTo>
                        <a:lnTo>
                          <a:pt x="981" y="648"/>
                        </a:lnTo>
                        <a:lnTo>
                          <a:pt x="982" y="648"/>
                        </a:lnTo>
                        <a:lnTo>
                          <a:pt x="984" y="647"/>
                        </a:lnTo>
                        <a:lnTo>
                          <a:pt x="987" y="647"/>
                        </a:lnTo>
                        <a:lnTo>
                          <a:pt x="984" y="645"/>
                        </a:lnTo>
                        <a:lnTo>
                          <a:pt x="982" y="645"/>
                        </a:lnTo>
                        <a:lnTo>
                          <a:pt x="981" y="647"/>
                        </a:lnTo>
                        <a:lnTo>
                          <a:pt x="980" y="645"/>
                        </a:lnTo>
                        <a:lnTo>
                          <a:pt x="980" y="645"/>
                        </a:lnTo>
                        <a:lnTo>
                          <a:pt x="982" y="641"/>
                        </a:lnTo>
                        <a:lnTo>
                          <a:pt x="984" y="641"/>
                        </a:lnTo>
                        <a:lnTo>
                          <a:pt x="987" y="641"/>
                        </a:lnTo>
                        <a:lnTo>
                          <a:pt x="989" y="639"/>
                        </a:lnTo>
                        <a:lnTo>
                          <a:pt x="991" y="637"/>
                        </a:lnTo>
                        <a:lnTo>
                          <a:pt x="992" y="636"/>
                        </a:lnTo>
                        <a:lnTo>
                          <a:pt x="993" y="633"/>
                        </a:lnTo>
                        <a:lnTo>
                          <a:pt x="995" y="633"/>
                        </a:lnTo>
                        <a:lnTo>
                          <a:pt x="995" y="632"/>
                        </a:lnTo>
                        <a:lnTo>
                          <a:pt x="993" y="632"/>
                        </a:lnTo>
                        <a:lnTo>
                          <a:pt x="991" y="633"/>
                        </a:lnTo>
                        <a:lnTo>
                          <a:pt x="989" y="634"/>
                        </a:lnTo>
                        <a:lnTo>
                          <a:pt x="988" y="637"/>
                        </a:lnTo>
                        <a:lnTo>
                          <a:pt x="985" y="639"/>
                        </a:lnTo>
                        <a:lnTo>
                          <a:pt x="982" y="639"/>
                        </a:lnTo>
                        <a:lnTo>
                          <a:pt x="980" y="641"/>
                        </a:lnTo>
                        <a:lnTo>
                          <a:pt x="977" y="641"/>
                        </a:lnTo>
                        <a:lnTo>
                          <a:pt x="976" y="640"/>
                        </a:lnTo>
                        <a:lnTo>
                          <a:pt x="976" y="640"/>
                        </a:lnTo>
                        <a:lnTo>
                          <a:pt x="978" y="636"/>
                        </a:lnTo>
                        <a:lnTo>
                          <a:pt x="981" y="633"/>
                        </a:lnTo>
                        <a:lnTo>
                          <a:pt x="982" y="633"/>
                        </a:lnTo>
                        <a:lnTo>
                          <a:pt x="984" y="632"/>
                        </a:lnTo>
                        <a:lnTo>
                          <a:pt x="984" y="629"/>
                        </a:lnTo>
                        <a:lnTo>
                          <a:pt x="981" y="632"/>
                        </a:lnTo>
                        <a:lnTo>
                          <a:pt x="976" y="636"/>
                        </a:lnTo>
                        <a:lnTo>
                          <a:pt x="974" y="636"/>
                        </a:lnTo>
                        <a:lnTo>
                          <a:pt x="973" y="636"/>
                        </a:lnTo>
                        <a:lnTo>
                          <a:pt x="973" y="634"/>
                        </a:lnTo>
                        <a:lnTo>
                          <a:pt x="973" y="633"/>
                        </a:lnTo>
                        <a:lnTo>
                          <a:pt x="972" y="632"/>
                        </a:lnTo>
                        <a:lnTo>
                          <a:pt x="970" y="633"/>
                        </a:lnTo>
                        <a:lnTo>
                          <a:pt x="969" y="632"/>
                        </a:lnTo>
                        <a:lnTo>
                          <a:pt x="970" y="630"/>
                        </a:lnTo>
                        <a:lnTo>
                          <a:pt x="972" y="630"/>
                        </a:lnTo>
                        <a:lnTo>
                          <a:pt x="972" y="629"/>
                        </a:lnTo>
                        <a:lnTo>
                          <a:pt x="970" y="628"/>
                        </a:lnTo>
                        <a:lnTo>
                          <a:pt x="969" y="628"/>
                        </a:lnTo>
                        <a:lnTo>
                          <a:pt x="969" y="628"/>
                        </a:lnTo>
                        <a:lnTo>
                          <a:pt x="969" y="625"/>
                        </a:lnTo>
                        <a:lnTo>
                          <a:pt x="970" y="624"/>
                        </a:lnTo>
                        <a:lnTo>
                          <a:pt x="970" y="622"/>
                        </a:lnTo>
                        <a:lnTo>
                          <a:pt x="969" y="622"/>
                        </a:lnTo>
                        <a:lnTo>
                          <a:pt x="967" y="621"/>
                        </a:lnTo>
                        <a:lnTo>
                          <a:pt x="966" y="621"/>
                        </a:lnTo>
                        <a:lnTo>
                          <a:pt x="966" y="622"/>
                        </a:lnTo>
                        <a:lnTo>
                          <a:pt x="967" y="624"/>
                        </a:lnTo>
                        <a:lnTo>
                          <a:pt x="965" y="625"/>
                        </a:lnTo>
                        <a:lnTo>
                          <a:pt x="963" y="624"/>
                        </a:lnTo>
                        <a:lnTo>
                          <a:pt x="962" y="622"/>
                        </a:lnTo>
                        <a:lnTo>
                          <a:pt x="959" y="622"/>
                        </a:lnTo>
                        <a:lnTo>
                          <a:pt x="962" y="624"/>
                        </a:lnTo>
                        <a:lnTo>
                          <a:pt x="963" y="626"/>
                        </a:lnTo>
                        <a:lnTo>
                          <a:pt x="965" y="629"/>
                        </a:lnTo>
                        <a:lnTo>
                          <a:pt x="962" y="629"/>
                        </a:lnTo>
                        <a:lnTo>
                          <a:pt x="962" y="629"/>
                        </a:lnTo>
                        <a:lnTo>
                          <a:pt x="962" y="630"/>
                        </a:lnTo>
                        <a:lnTo>
                          <a:pt x="961" y="630"/>
                        </a:lnTo>
                        <a:lnTo>
                          <a:pt x="959" y="629"/>
                        </a:lnTo>
                        <a:lnTo>
                          <a:pt x="958" y="626"/>
                        </a:lnTo>
                        <a:lnTo>
                          <a:pt x="958" y="625"/>
                        </a:lnTo>
                        <a:lnTo>
                          <a:pt x="957" y="626"/>
                        </a:lnTo>
                        <a:lnTo>
                          <a:pt x="958" y="628"/>
                        </a:lnTo>
                        <a:lnTo>
                          <a:pt x="958" y="629"/>
                        </a:lnTo>
                        <a:lnTo>
                          <a:pt x="958" y="632"/>
                        </a:lnTo>
                        <a:lnTo>
                          <a:pt x="959" y="632"/>
                        </a:lnTo>
                        <a:lnTo>
                          <a:pt x="961" y="633"/>
                        </a:lnTo>
                        <a:lnTo>
                          <a:pt x="962" y="636"/>
                        </a:lnTo>
                        <a:lnTo>
                          <a:pt x="962" y="637"/>
                        </a:lnTo>
                        <a:lnTo>
                          <a:pt x="962" y="639"/>
                        </a:lnTo>
                        <a:lnTo>
                          <a:pt x="962" y="640"/>
                        </a:lnTo>
                        <a:lnTo>
                          <a:pt x="961" y="640"/>
                        </a:lnTo>
                        <a:lnTo>
                          <a:pt x="958" y="640"/>
                        </a:lnTo>
                        <a:lnTo>
                          <a:pt x="957" y="639"/>
                        </a:lnTo>
                        <a:lnTo>
                          <a:pt x="957" y="640"/>
                        </a:lnTo>
                        <a:lnTo>
                          <a:pt x="955" y="640"/>
                        </a:lnTo>
                        <a:lnTo>
                          <a:pt x="953" y="637"/>
                        </a:lnTo>
                        <a:lnTo>
                          <a:pt x="953" y="636"/>
                        </a:lnTo>
                        <a:lnTo>
                          <a:pt x="953" y="634"/>
                        </a:lnTo>
                        <a:lnTo>
                          <a:pt x="953" y="632"/>
                        </a:lnTo>
                        <a:lnTo>
                          <a:pt x="950" y="630"/>
                        </a:lnTo>
                        <a:lnTo>
                          <a:pt x="948" y="630"/>
                        </a:lnTo>
                        <a:lnTo>
                          <a:pt x="947" y="629"/>
                        </a:lnTo>
                        <a:lnTo>
                          <a:pt x="947" y="628"/>
                        </a:lnTo>
                        <a:lnTo>
                          <a:pt x="946" y="629"/>
                        </a:lnTo>
                        <a:lnTo>
                          <a:pt x="943" y="629"/>
                        </a:lnTo>
                        <a:lnTo>
                          <a:pt x="939" y="629"/>
                        </a:lnTo>
                        <a:lnTo>
                          <a:pt x="940" y="630"/>
                        </a:lnTo>
                        <a:lnTo>
                          <a:pt x="944" y="630"/>
                        </a:lnTo>
                        <a:lnTo>
                          <a:pt x="946" y="632"/>
                        </a:lnTo>
                        <a:lnTo>
                          <a:pt x="950" y="633"/>
                        </a:lnTo>
                        <a:lnTo>
                          <a:pt x="950" y="636"/>
                        </a:lnTo>
                        <a:lnTo>
                          <a:pt x="947" y="637"/>
                        </a:lnTo>
                        <a:lnTo>
                          <a:pt x="947" y="639"/>
                        </a:lnTo>
                        <a:lnTo>
                          <a:pt x="950" y="639"/>
                        </a:lnTo>
                        <a:lnTo>
                          <a:pt x="950" y="640"/>
                        </a:lnTo>
                        <a:lnTo>
                          <a:pt x="950" y="641"/>
                        </a:lnTo>
                        <a:lnTo>
                          <a:pt x="950" y="641"/>
                        </a:lnTo>
                        <a:lnTo>
                          <a:pt x="953" y="641"/>
                        </a:lnTo>
                        <a:lnTo>
                          <a:pt x="953" y="643"/>
                        </a:lnTo>
                        <a:lnTo>
                          <a:pt x="951" y="645"/>
                        </a:lnTo>
                        <a:lnTo>
                          <a:pt x="947" y="649"/>
                        </a:lnTo>
                        <a:lnTo>
                          <a:pt x="946" y="651"/>
                        </a:lnTo>
                        <a:lnTo>
                          <a:pt x="950" y="649"/>
                        </a:lnTo>
                        <a:lnTo>
                          <a:pt x="951" y="648"/>
                        </a:lnTo>
                        <a:lnTo>
                          <a:pt x="953" y="647"/>
                        </a:lnTo>
                        <a:lnTo>
                          <a:pt x="957" y="647"/>
                        </a:lnTo>
                        <a:lnTo>
                          <a:pt x="958" y="648"/>
                        </a:lnTo>
                        <a:lnTo>
                          <a:pt x="958" y="649"/>
                        </a:lnTo>
                        <a:lnTo>
                          <a:pt x="955" y="651"/>
                        </a:lnTo>
                        <a:lnTo>
                          <a:pt x="954" y="652"/>
                        </a:lnTo>
                        <a:lnTo>
                          <a:pt x="955" y="652"/>
                        </a:lnTo>
                        <a:lnTo>
                          <a:pt x="957" y="653"/>
                        </a:lnTo>
                        <a:lnTo>
                          <a:pt x="958" y="655"/>
                        </a:lnTo>
                        <a:lnTo>
                          <a:pt x="958" y="655"/>
                        </a:lnTo>
                        <a:lnTo>
                          <a:pt x="955" y="656"/>
                        </a:lnTo>
                        <a:lnTo>
                          <a:pt x="954" y="656"/>
                        </a:lnTo>
                        <a:lnTo>
                          <a:pt x="955" y="658"/>
                        </a:lnTo>
                        <a:lnTo>
                          <a:pt x="955" y="659"/>
                        </a:lnTo>
                        <a:lnTo>
                          <a:pt x="955" y="659"/>
                        </a:lnTo>
                        <a:lnTo>
                          <a:pt x="955" y="660"/>
                        </a:lnTo>
                        <a:lnTo>
                          <a:pt x="957" y="660"/>
                        </a:lnTo>
                        <a:lnTo>
                          <a:pt x="957" y="663"/>
                        </a:lnTo>
                        <a:lnTo>
                          <a:pt x="958" y="663"/>
                        </a:lnTo>
                        <a:lnTo>
                          <a:pt x="958" y="664"/>
                        </a:lnTo>
                        <a:lnTo>
                          <a:pt x="958" y="668"/>
                        </a:lnTo>
                        <a:lnTo>
                          <a:pt x="959" y="668"/>
                        </a:lnTo>
                        <a:lnTo>
                          <a:pt x="959" y="667"/>
                        </a:lnTo>
                        <a:lnTo>
                          <a:pt x="959" y="664"/>
                        </a:lnTo>
                        <a:lnTo>
                          <a:pt x="961" y="663"/>
                        </a:lnTo>
                        <a:lnTo>
                          <a:pt x="963" y="664"/>
                        </a:lnTo>
                        <a:lnTo>
                          <a:pt x="963" y="668"/>
                        </a:lnTo>
                        <a:lnTo>
                          <a:pt x="965" y="670"/>
                        </a:lnTo>
                        <a:lnTo>
                          <a:pt x="963" y="670"/>
                        </a:lnTo>
                        <a:lnTo>
                          <a:pt x="962" y="671"/>
                        </a:lnTo>
                        <a:lnTo>
                          <a:pt x="962" y="672"/>
                        </a:lnTo>
                        <a:lnTo>
                          <a:pt x="966" y="672"/>
                        </a:lnTo>
                        <a:lnTo>
                          <a:pt x="966" y="671"/>
                        </a:lnTo>
                        <a:lnTo>
                          <a:pt x="966" y="672"/>
                        </a:lnTo>
                        <a:lnTo>
                          <a:pt x="967" y="671"/>
                        </a:lnTo>
                        <a:lnTo>
                          <a:pt x="967" y="670"/>
                        </a:lnTo>
                        <a:lnTo>
                          <a:pt x="969" y="670"/>
                        </a:lnTo>
                        <a:lnTo>
                          <a:pt x="970" y="672"/>
                        </a:lnTo>
                        <a:lnTo>
                          <a:pt x="970" y="674"/>
                        </a:lnTo>
                        <a:lnTo>
                          <a:pt x="969" y="677"/>
                        </a:lnTo>
                        <a:lnTo>
                          <a:pt x="967" y="678"/>
                        </a:lnTo>
                        <a:lnTo>
                          <a:pt x="967" y="679"/>
                        </a:lnTo>
                        <a:lnTo>
                          <a:pt x="969" y="679"/>
                        </a:lnTo>
                        <a:lnTo>
                          <a:pt x="972" y="679"/>
                        </a:lnTo>
                        <a:lnTo>
                          <a:pt x="974" y="679"/>
                        </a:lnTo>
                        <a:lnTo>
                          <a:pt x="974" y="679"/>
                        </a:lnTo>
                        <a:lnTo>
                          <a:pt x="973" y="682"/>
                        </a:lnTo>
                        <a:lnTo>
                          <a:pt x="972" y="682"/>
                        </a:lnTo>
                        <a:lnTo>
                          <a:pt x="969" y="683"/>
                        </a:lnTo>
                        <a:lnTo>
                          <a:pt x="970" y="685"/>
                        </a:lnTo>
                        <a:lnTo>
                          <a:pt x="973" y="687"/>
                        </a:lnTo>
                        <a:lnTo>
                          <a:pt x="972" y="690"/>
                        </a:lnTo>
                        <a:lnTo>
                          <a:pt x="973" y="690"/>
                        </a:lnTo>
                        <a:lnTo>
                          <a:pt x="973" y="694"/>
                        </a:lnTo>
                        <a:lnTo>
                          <a:pt x="977" y="698"/>
                        </a:lnTo>
                        <a:lnTo>
                          <a:pt x="977" y="700"/>
                        </a:lnTo>
                        <a:lnTo>
                          <a:pt x="976" y="701"/>
                        </a:lnTo>
                        <a:lnTo>
                          <a:pt x="976" y="704"/>
                        </a:lnTo>
                        <a:lnTo>
                          <a:pt x="974" y="708"/>
                        </a:lnTo>
                        <a:lnTo>
                          <a:pt x="974" y="711"/>
                        </a:lnTo>
                        <a:lnTo>
                          <a:pt x="974" y="711"/>
                        </a:lnTo>
                        <a:lnTo>
                          <a:pt x="970" y="706"/>
                        </a:lnTo>
                        <a:lnTo>
                          <a:pt x="969" y="704"/>
                        </a:lnTo>
                        <a:lnTo>
                          <a:pt x="970" y="701"/>
                        </a:lnTo>
                        <a:lnTo>
                          <a:pt x="969" y="697"/>
                        </a:lnTo>
                        <a:lnTo>
                          <a:pt x="969" y="701"/>
                        </a:lnTo>
                        <a:lnTo>
                          <a:pt x="967" y="705"/>
                        </a:lnTo>
                        <a:lnTo>
                          <a:pt x="970" y="709"/>
                        </a:lnTo>
                        <a:lnTo>
                          <a:pt x="970" y="713"/>
                        </a:lnTo>
                        <a:lnTo>
                          <a:pt x="969" y="716"/>
                        </a:lnTo>
                        <a:lnTo>
                          <a:pt x="970" y="719"/>
                        </a:lnTo>
                        <a:lnTo>
                          <a:pt x="969" y="720"/>
                        </a:lnTo>
                        <a:lnTo>
                          <a:pt x="967" y="719"/>
                        </a:lnTo>
                        <a:lnTo>
                          <a:pt x="966" y="717"/>
                        </a:lnTo>
                        <a:lnTo>
                          <a:pt x="963" y="717"/>
                        </a:lnTo>
                        <a:lnTo>
                          <a:pt x="965" y="723"/>
                        </a:lnTo>
                        <a:lnTo>
                          <a:pt x="965" y="725"/>
                        </a:lnTo>
                        <a:lnTo>
                          <a:pt x="966" y="727"/>
                        </a:lnTo>
                        <a:lnTo>
                          <a:pt x="966" y="728"/>
                        </a:lnTo>
                        <a:lnTo>
                          <a:pt x="963" y="728"/>
                        </a:lnTo>
                        <a:lnTo>
                          <a:pt x="962" y="727"/>
                        </a:lnTo>
                        <a:lnTo>
                          <a:pt x="961" y="721"/>
                        </a:lnTo>
                        <a:lnTo>
                          <a:pt x="961" y="720"/>
                        </a:lnTo>
                        <a:lnTo>
                          <a:pt x="961" y="717"/>
                        </a:lnTo>
                        <a:lnTo>
                          <a:pt x="961" y="719"/>
                        </a:lnTo>
                        <a:lnTo>
                          <a:pt x="958" y="720"/>
                        </a:lnTo>
                        <a:lnTo>
                          <a:pt x="957" y="717"/>
                        </a:lnTo>
                        <a:lnTo>
                          <a:pt x="957" y="713"/>
                        </a:lnTo>
                        <a:lnTo>
                          <a:pt x="955" y="715"/>
                        </a:lnTo>
                        <a:lnTo>
                          <a:pt x="955" y="717"/>
                        </a:lnTo>
                        <a:lnTo>
                          <a:pt x="955" y="716"/>
                        </a:lnTo>
                        <a:lnTo>
                          <a:pt x="955" y="715"/>
                        </a:lnTo>
                        <a:lnTo>
                          <a:pt x="954" y="712"/>
                        </a:lnTo>
                        <a:lnTo>
                          <a:pt x="953" y="711"/>
                        </a:lnTo>
                        <a:lnTo>
                          <a:pt x="953" y="712"/>
                        </a:lnTo>
                        <a:lnTo>
                          <a:pt x="953" y="713"/>
                        </a:lnTo>
                        <a:lnTo>
                          <a:pt x="953" y="715"/>
                        </a:lnTo>
                        <a:lnTo>
                          <a:pt x="951" y="715"/>
                        </a:lnTo>
                        <a:lnTo>
                          <a:pt x="950" y="713"/>
                        </a:lnTo>
                        <a:lnTo>
                          <a:pt x="948" y="712"/>
                        </a:lnTo>
                        <a:lnTo>
                          <a:pt x="950" y="709"/>
                        </a:lnTo>
                        <a:lnTo>
                          <a:pt x="947" y="705"/>
                        </a:lnTo>
                        <a:lnTo>
                          <a:pt x="947" y="702"/>
                        </a:lnTo>
                        <a:lnTo>
                          <a:pt x="947" y="705"/>
                        </a:lnTo>
                        <a:lnTo>
                          <a:pt x="947" y="709"/>
                        </a:lnTo>
                        <a:lnTo>
                          <a:pt x="948" y="712"/>
                        </a:lnTo>
                        <a:lnTo>
                          <a:pt x="946" y="713"/>
                        </a:lnTo>
                        <a:lnTo>
                          <a:pt x="944" y="709"/>
                        </a:lnTo>
                        <a:lnTo>
                          <a:pt x="943" y="708"/>
                        </a:lnTo>
                        <a:lnTo>
                          <a:pt x="943" y="706"/>
                        </a:lnTo>
                        <a:lnTo>
                          <a:pt x="940" y="705"/>
                        </a:lnTo>
                        <a:lnTo>
                          <a:pt x="939" y="701"/>
                        </a:lnTo>
                        <a:lnTo>
                          <a:pt x="938" y="700"/>
                        </a:lnTo>
                        <a:lnTo>
                          <a:pt x="938" y="698"/>
                        </a:lnTo>
                        <a:lnTo>
                          <a:pt x="936" y="697"/>
                        </a:lnTo>
                        <a:lnTo>
                          <a:pt x="935" y="697"/>
                        </a:lnTo>
                        <a:lnTo>
                          <a:pt x="935" y="698"/>
                        </a:lnTo>
                        <a:lnTo>
                          <a:pt x="936" y="702"/>
                        </a:lnTo>
                        <a:lnTo>
                          <a:pt x="936" y="704"/>
                        </a:lnTo>
                        <a:lnTo>
                          <a:pt x="935" y="702"/>
                        </a:lnTo>
                        <a:lnTo>
                          <a:pt x="935" y="701"/>
                        </a:lnTo>
                        <a:lnTo>
                          <a:pt x="934" y="700"/>
                        </a:lnTo>
                        <a:lnTo>
                          <a:pt x="931" y="698"/>
                        </a:lnTo>
                        <a:lnTo>
                          <a:pt x="929" y="694"/>
                        </a:lnTo>
                        <a:lnTo>
                          <a:pt x="928" y="692"/>
                        </a:lnTo>
                        <a:lnTo>
                          <a:pt x="925" y="692"/>
                        </a:lnTo>
                        <a:lnTo>
                          <a:pt x="924" y="693"/>
                        </a:lnTo>
                        <a:lnTo>
                          <a:pt x="923" y="692"/>
                        </a:lnTo>
                        <a:lnTo>
                          <a:pt x="923" y="694"/>
                        </a:lnTo>
                        <a:lnTo>
                          <a:pt x="923" y="698"/>
                        </a:lnTo>
                        <a:lnTo>
                          <a:pt x="927" y="701"/>
                        </a:lnTo>
                        <a:lnTo>
                          <a:pt x="927" y="702"/>
                        </a:lnTo>
                        <a:lnTo>
                          <a:pt x="928" y="705"/>
                        </a:lnTo>
                        <a:lnTo>
                          <a:pt x="928" y="708"/>
                        </a:lnTo>
                        <a:lnTo>
                          <a:pt x="929" y="708"/>
                        </a:lnTo>
                        <a:lnTo>
                          <a:pt x="932" y="708"/>
                        </a:lnTo>
                        <a:lnTo>
                          <a:pt x="934" y="711"/>
                        </a:lnTo>
                        <a:lnTo>
                          <a:pt x="934" y="712"/>
                        </a:lnTo>
                        <a:lnTo>
                          <a:pt x="935" y="712"/>
                        </a:lnTo>
                        <a:lnTo>
                          <a:pt x="936" y="712"/>
                        </a:lnTo>
                        <a:lnTo>
                          <a:pt x="935" y="715"/>
                        </a:lnTo>
                        <a:lnTo>
                          <a:pt x="938" y="715"/>
                        </a:lnTo>
                        <a:lnTo>
                          <a:pt x="939" y="716"/>
                        </a:lnTo>
                        <a:lnTo>
                          <a:pt x="940" y="719"/>
                        </a:lnTo>
                        <a:lnTo>
                          <a:pt x="939" y="721"/>
                        </a:lnTo>
                        <a:lnTo>
                          <a:pt x="942" y="721"/>
                        </a:lnTo>
                        <a:lnTo>
                          <a:pt x="943" y="721"/>
                        </a:lnTo>
                        <a:lnTo>
                          <a:pt x="943" y="725"/>
                        </a:lnTo>
                        <a:lnTo>
                          <a:pt x="942" y="728"/>
                        </a:lnTo>
                        <a:lnTo>
                          <a:pt x="943" y="727"/>
                        </a:lnTo>
                        <a:lnTo>
                          <a:pt x="943" y="730"/>
                        </a:lnTo>
                        <a:lnTo>
                          <a:pt x="943" y="731"/>
                        </a:lnTo>
                        <a:lnTo>
                          <a:pt x="946" y="728"/>
                        </a:lnTo>
                        <a:lnTo>
                          <a:pt x="947" y="730"/>
                        </a:lnTo>
                        <a:lnTo>
                          <a:pt x="946" y="732"/>
                        </a:lnTo>
                        <a:lnTo>
                          <a:pt x="947" y="734"/>
                        </a:lnTo>
                        <a:lnTo>
                          <a:pt x="948" y="732"/>
                        </a:lnTo>
                        <a:lnTo>
                          <a:pt x="950" y="734"/>
                        </a:lnTo>
                        <a:lnTo>
                          <a:pt x="948" y="736"/>
                        </a:lnTo>
                        <a:lnTo>
                          <a:pt x="946" y="735"/>
                        </a:lnTo>
                        <a:lnTo>
                          <a:pt x="946" y="736"/>
                        </a:lnTo>
                        <a:lnTo>
                          <a:pt x="946" y="738"/>
                        </a:lnTo>
                        <a:lnTo>
                          <a:pt x="948" y="740"/>
                        </a:lnTo>
                        <a:lnTo>
                          <a:pt x="948" y="742"/>
                        </a:lnTo>
                        <a:lnTo>
                          <a:pt x="947" y="743"/>
                        </a:lnTo>
                        <a:lnTo>
                          <a:pt x="947" y="743"/>
                        </a:lnTo>
                        <a:close/>
                        <a:moveTo>
                          <a:pt x="709" y="672"/>
                        </a:moveTo>
                        <a:lnTo>
                          <a:pt x="709" y="672"/>
                        </a:lnTo>
                        <a:lnTo>
                          <a:pt x="711" y="672"/>
                        </a:lnTo>
                        <a:lnTo>
                          <a:pt x="712" y="670"/>
                        </a:lnTo>
                        <a:lnTo>
                          <a:pt x="713" y="670"/>
                        </a:lnTo>
                        <a:lnTo>
                          <a:pt x="713" y="670"/>
                        </a:lnTo>
                        <a:lnTo>
                          <a:pt x="716" y="671"/>
                        </a:lnTo>
                        <a:lnTo>
                          <a:pt x="718" y="671"/>
                        </a:lnTo>
                        <a:lnTo>
                          <a:pt x="719" y="670"/>
                        </a:lnTo>
                        <a:lnTo>
                          <a:pt x="720" y="670"/>
                        </a:lnTo>
                        <a:lnTo>
                          <a:pt x="722" y="671"/>
                        </a:lnTo>
                        <a:lnTo>
                          <a:pt x="722" y="672"/>
                        </a:lnTo>
                        <a:lnTo>
                          <a:pt x="720" y="675"/>
                        </a:lnTo>
                        <a:lnTo>
                          <a:pt x="720" y="678"/>
                        </a:lnTo>
                        <a:lnTo>
                          <a:pt x="719" y="681"/>
                        </a:lnTo>
                        <a:lnTo>
                          <a:pt x="719" y="685"/>
                        </a:lnTo>
                        <a:lnTo>
                          <a:pt x="719" y="685"/>
                        </a:lnTo>
                        <a:lnTo>
                          <a:pt x="722" y="685"/>
                        </a:lnTo>
                        <a:lnTo>
                          <a:pt x="722" y="685"/>
                        </a:lnTo>
                        <a:lnTo>
                          <a:pt x="724" y="686"/>
                        </a:lnTo>
                        <a:lnTo>
                          <a:pt x="726" y="685"/>
                        </a:lnTo>
                        <a:lnTo>
                          <a:pt x="728" y="685"/>
                        </a:lnTo>
                        <a:lnTo>
                          <a:pt x="728" y="683"/>
                        </a:lnTo>
                        <a:lnTo>
                          <a:pt x="731" y="682"/>
                        </a:lnTo>
                        <a:lnTo>
                          <a:pt x="732" y="682"/>
                        </a:lnTo>
                        <a:lnTo>
                          <a:pt x="735" y="681"/>
                        </a:lnTo>
                        <a:lnTo>
                          <a:pt x="735" y="677"/>
                        </a:lnTo>
                        <a:lnTo>
                          <a:pt x="738" y="675"/>
                        </a:lnTo>
                        <a:lnTo>
                          <a:pt x="739" y="674"/>
                        </a:lnTo>
                        <a:lnTo>
                          <a:pt x="741" y="672"/>
                        </a:lnTo>
                        <a:lnTo>
                          <a:pt x="742" y="674"/>
                        </a:lnTo>
                        <a:lnTo>
                          <a:pt x="743" y="672"/>
                        </a:lnTo>
                        <a:lnTo>
                          <a:pt x="745" y="672"/>
                        </a:lnTo>
                        <a:lnTo>
                          <a:pt x="746" y="672"/>
                        </a:lnTo>
                        <a:lnTo>
                          <a:pt x="747" y="668"/>
                        </a:lnTo>
                        <a:lnTo>
                          <a:pt x="747" y="666"/>
                        </a:lnTo>
                        <a:lnTo>
                          <a:pt x="750" y="663"/>
                        </a:lnTo>
                        <a:lnTo>
                          <a:pt x="750" y="662"/>
                        </a:lnTo>
                        <a:lnTo>
                          <a:pt x="753" y="662"/>
                        </a:lnTo>
                        <a:lnTo>
                          <a:pt x="754" y="663"/>
                        </a:lnTo>
                        <a:lnTo>
                          <a:pt x="756" y="662"/>
                        </a:lnTo>
                        <a:lnTo>
                          <a:pt x="757" y="660"/>
                        </a:lnTo>
                        <a:lnTo>
                          <a:pt x="758" y="662"/>
                        </a:lnTo>
                        <a:lnTo>
                          <a:pt x="758" y="664"/>
                        </a:lnTo>
                        <a:lnTo>
                          <a:pt x="757" y="666"/>
                        </a:lnTo>
                        <a:lnTo>
                          <a:pt x="756" y="667"/>
                        </a:lnTo>
                        <a:lnTo>
                          <a:pt x="758" y="668"/>
                        </a:lnTo>
                        <a:lnTo>
                          <a:pt x="761" y="668"/>
                        </a:lnTo>
                        <a:lnTo>
                          <a:pt x="764" y="668"/>
                        </a:lnTo>
                        <a:lnTo>
                          <a:pt x="764" y="671"/>
                        </a:lnTo>
                        <a:lnTo>
                          <a:pt x="762" y="674"/>
                        </a:lnTo>
                        <a:lnTo>
                          <a:pt x="761" y="674"/>
                        </a:lnTo>
                        <a:lnTo>
                          <a:pt x="761" y="678"/>
                        </a:lnTo>
                        <a:lnTo>
                          <a:pt x="762" y="678"/>
                        </a:lnTo>
                        <a:lnTo>
                          <a:pt x="764" y="678"/>
                        </a:lnTo>
                        <a:lnTo>
                          <a:pt x="765" y="678"/>
                        </a:lnTo>
                        <a:lnTo>
                          <a:pt x="766" y="678"/>
                        </a:lnTo>
                        <a:lnTo>
                          <a:pt x="768" y="678"/>
                        </a:lnTo>
                        <a:lnTo>
                          <a:pt x="769" y="679"/>
                        </a:lnTo>
                        <a:lnTo>
                          <a:pt x="772" y="679"/>
                        </a:lnTo>
                        <a:lnTo>
                          <a:pt x="773" y="681"/>
                        </a:lnTo>
                        <a:lnTo>
                          <a:pt x="775" y="681"/>
                        </a:lnTo>
                        <a:lnTo>
                          <a:pt x="777" y="683"/>
                        </a:lnTo>
                        <a:lnTo>
                          <a:pt x="779" y="682"/>
                        </a:lnTo>
                        <a:lnTo>
                          <a:pt x="780" y="679"/>
                        </a:lnTo>
                        <a:lnTo>
                          <a:pt x="783" y="679"/>
                        </a:lnTo>
                        <a:lnTo>
                          <a:pt x="784" y="677"/>
                        </a:lnTo>
                        <a:lnTo>
                          <a:pt x="787" y="677"/>
                        </a:lnTo>
                        <a:lnTo>
                          <a:pt x="787" y="675"/>
                        </a:lnTo>
                        <a:lnTo>
                          <a:pt x="785" y="674"/>
                        </a:lnTo>
                        <a:lnTo>
                          <a:pt x="784" y="672"/>
                        </a:lnTo>
                        <a:lnTo>
                          <a:pt x="785" y="672"/>
                        </a:lnTo>
                        <a:lnTo>
                          <a:pt x="787" y="670"/>
                        </a:lnTo>
                        <a:lnTo>
                          <a:pt x="785" y="670"/>
                        </a:lnTo>
                        <a:lnTo>
                          <a:pt x="784" y="667"/>
                        </a:lnTo>
                        <a:lnTo>
                          <a:pt x="783" y="668"/>
                        </a:lnTo>
                        <a:lnTo>
                          <a:pt x="783" y="670"/>
                        </a:lnTo>
                        <a:lnTo>
                          <a:pt x="781" y="670"/>
                        </a:lnTo>
                        <a:lnTo>
                          <a:pt x="781" y="670"/>
                        </a:lnTo>
                        <a:lnTo>
                          <a:pt x="779" y="668"/>
                        </a:lnTo>
                        <a:lnTo>
                          <a:pt x="779" y="667"/>
                        </a:lnTo>
                        <a:lnTo>
                          <a:pt x="777" y="667"/>
                        </a:lnTo>
                        <a:lnTo>
                          <a:pt x="776" y="668"/>
                        </a:lnTo>
                        <a:lnTo>
                          <a:pt x="770" y="668"/>
                        </a:lnTo>
                        <a:lnTo>
                          <a:pt x="769" y="667"/>
                        </a:lnTo>
                        <a:lnTo>
                          <a:pt x="772" y="666"/>
                        </a:lnTo>
                        <a:lnTo>
                          <a:pt x="773" y="666"/>
                        </a:lnTo>
                        <a:lnTo>
                          <a:pt x="776" y="664"/>
                        </a:lnTo>
                        <a:lnTo>
                          <a:pt x="776" y="663"/>
                        </a:lnTo>
                        <a:lnTo>
                          <a:pt x="775" y="662"/>
                        </a:lnTo>
                        <a:lnTo>
                          <a:pt x="775" y="659"/>
                        </a:lnTo>
                        <a:lnTo>
                          <a:pt x="776" y="658"/>
                        </a:lnTo>
                        <a:lnTo>
                          <a:pt x="776" y="655"/>
                        </a:lnTo>
                        <a:lnTo>
                          <a:pt x="775" y="653"/>
                        </a:lnTo>
                        <a:lnTo>
                          <a:pt x="775" y="652"/>
                        </a:lnTo>
                        <a:lnTo>
                          <a:pt x="770" y="648"/>
                        </a:lnTo>
                        <a:lnTo>
                          <a:pt x="766" y="647"/>
                        </a:lnTo>
                        <a:lnTo>
                          <a:pt x="766" y="645"/>
                        </a:lnTo>
                        <a:lnTo>
                          <a:pt x="765" y="643"/>
                        </a:lnTo>
                        <a:lnTo>
                          <a:pt x="764" y="643"/>
                        </a:lnTo>
                        <a:lnTo>
                          <a:pt x="762" y="640"/>
                        </a:lnTo>
                        <a:lnTo>
                          <a:pt x="764" y="637"/>
                        </a:lnTo>
                        <a:lnTo>
                          <a:pt x="762" y="634"/>
                        </a:lnTo>
                        <a:lnTo>
                          <a:pt x="758" y="634"/>
                        </a:lnTo>
                        <a:lnTo>
                          <a:pt x="754" y="633"/>
                        </a:lnTo>
                        <a:lnTo>
                          <a:pt x="753" y="630"/>
                        </a:lnTo>
                        <a:lnTo>
                          <a:pt x="754" y="629"/>
                        </a:lnTo>
                        <a:lnTo>
                          <a:pt x="754" y="628"/>
                        </a:lnTo>
                        <a:lnTo>
                          <a:pt x="751" y="626"/>
                        </a:lnTo>
                        <a:lnTo>
                          <a:pt x="751" y="624"/>
                        </a:lnTo>
                        <a:lnTo>
                          <a:pt x="750" y="624"/>
                        </a:lnTo>
                        <a:lnTo>
                          <a:pt x="747" y="626"/>
                        </a:lnTo>
                        <a:lnTo>
                          <a:pt x="747" y="629"/>
                        </a:lnTo>
                        <a:lnTo>
                          <a:pt x="746" y="630"/>
                        </a:lnTo>
                        <a:lnTo>
                          <a:pt x="745" y="629"/>
                        </a:lnTo>
                        <a:lnTo>
                          <a:pt x="745" y="626"/>
                        </a:lnTo>
                        <a:lnTo>
                          <a:pt x="743" y="624"/>
                        </a:lnTo>
                        <a:lnTo>
                          <a:pt x="745" y="622"/>
                        </a:lnTo>
                        <a:lnTo>
                          <a:pt x="746" y="622"/>
                        </a:lnTo>
                        <a:lnTo>
                          <a:pt x="747" y="622"/>
                        </a:lnTo>
                        <a:lnTo>
                          <a:pt x="747" y="620"/>
                        </a:lnTo>
                        <a:lnTo>
                          <a:pt x="747" y="618"/>
                        </a:lnTo>
                        <a:lnTo>
                          <a:pt x="746" y="615"/>
                        </a:lnTo>
                        <a:lnTo>
                          <a:pt x="745" y="615"/>
                        </a:lnTo>
                        <a:lnTo>
                          <a:pt x="745" y="614"/>
                        </a:lnTo>
                        <a:lnTo>
                          <a:pt x="746" y="611"/>
                        </a:lnTo>
                        <a:lnTo>
                          <a:pt x="745" y="611"/>
                        </a:lnTo>
                        <a:lnTo>
                          <a:pt x="739" y="613"/>
                        </a:lnTo>
                        <a:lnTo>
                          <a:pt x="737" y="615"/>
                        </a:lnTo>
                        <a:lnTo>
                          <a:pt x="735" y="621"/>
                        </a:lnTo>
                        <a:lnTo>
                          <a:pt x="732" y="625"/>
                        </a:lnTo>
                        <a:lnTo>
                          <a:pt x="732" y="626"/>
                        </a:lnTo>
                        <a:lnTo>
                          <a:pt x="730" y="629"/>
                        </a:lnTo>
                        <a:lnTo>
                          <a:pt x="730" y="630"/>
                        </a:lnTo>
                        <a:lnTo>
                          <a:pt x="727" y="636"/>
                        </a:lnTo>
                        <a:lnTo>
                          <a:pt x="728" y="637"/>
                        </a:lnTo>
                        <a:lnTo>
                          <a:pt x="727" y="639"/>
                        </a:lnTo>
                        <a:lnTo>
                          <a:pt x="726" y="641"/>
                        </a:lnTo>
                        <a:lnTo>
                          <a:pt x="726" y="643"/>
                        </a:lnTo>
                        <a:lnTo>
                          <a:pt x="722" y="647"/>
                        </a:lnTo>
                        <a:lnTo>
                          <a:pt x="722" y="648"/>
                        </a:lnTo>
                        <a:lnTo>
                          <a:pt x="722" y="652"/>
                        </a:lnTo>
                        <a:lnTo>
                          <a:pt x="720" y="653"/>
                        </a:lnTo>
                        <a:lnTo>
                          <a:pt x="720" y="658"/>
                        </a:lnTo>
                        <a:lnTo>
                          <a:pt x="719" y="660"/>
                        </a:lnTo>
                        <a:lnTo>
                          <a:pt x="715" y="660"/>
                        </a:lnTo>
                        <a:lnTo>
                          <a:pt x="711" y="662"/>
                        </a:lnTo>
                        <a:lnTo>
                          <a:pt x="711" y="664"/>
                        </a:lnTo>
                        <a:lnTo>
                          <a:pt x="709" y="670"/>
                        </a:lnTo>
                        <a:lnTo>
                          <a:pt x="709" y="672"/>
                        </a:lnTo>
                        <a:lnTo>
                          <a:pt x="709" y="672"/>
                        </a:lnTo>
                        <a:close/>
                        <a:moveTo>
                          <a:pt x="732" y="713"/>
                        </a:moveTo>
                        <a:lnTo>
                          <a:pt x="732" y="713"/>
                        </a:lnTo>
                        <a:lnTo>
                          <a:pt x="734" y="715"/>
                        </a:lnTo>
                        <a:lnTo>
                          <a:pt x="734" y="713"/>
                        </a:lnTo>
                        <a:lnTo>
                          <a:pt x="737" y="711"/>
                        </a:lnTo>
                        <a:lnTo>
                          <a:pt x="739" y="711"/>
                        </a:lnTo>
                        <a:lnTo>
                          <a:pt x="741" y="711"/>
                        </a:lnTo>
                        <a:lnTo>
                          <a:pt x="741" y="712"/>
                        </a:lnTo>
                        <a:lnTo>
                          <a:pt x="742" y="712"/>
                        </a:lnTo>
                        <a:lnTo>
                          <a:pt x="746" y="709"/>
                        </a:lnTo>
                        <a:lnTo>
                          <a:pt x="749" y="709"/>
                        </a:lnTo>
                        <a:lnTo>
                          <a:pt x="751" y="706"/>
                        </a:lnTo>
                        <a:lnTo>
                          <a:pt x="753" y="704"/>
                        </a:lnTo>
                        <a:lnTo>
                          <a:pt x="756" y="704"/>
                        </a:lnTo>
                        <a:lnTo>
                          <a:pt x="758" y="701"/>
                        </a:lnTo>
                        <a:lnTo>
                          <a:pt x="758" y="700"/>
                        </a:lnTo>
                        <a:lnTo>
                          <a:pt x="761" y="697"/>
                        </a:lnTo>
                        <a:lnTo>
                          <a:pt x="760" y="696"/>
                        </a:lnTo>
                        <a:lnTo>
                          <a:pt x="758" y="696"/>
                        </a:lnTo>
                        <a:lnTo>
                          <a:pt x="757" y="696"/>
                        </a:lnTo>
                        <a:lnTo>
                          <a:pt x="754" y="696"/>
                        </a:lnTo>
                        <a:lnTo>
                          <a:pt x="753" y="696"/>
                        </a:lnTo>
                        <a:lnTo>
                          <a:pt x="751" y="696"/>
                        </a:lnTo>
                        <a:lnTo>
                          <a:pt x="750" y="696"/>
                        </a:lnTo>
                        <a:lnTo>
                          <a:pt x="747" y="698"/>
                        </a:lnTo>
                        <a:lnTo>
                          <a:pt x="746" y="697"/>
                        </a:lnTo>
                        <a:lnTo>
                          <a:pt x="745" y="694"/>
                        </a:lnTo>
                        <a:lnTo>
                          <a:pt x="743" y="694"/>
                        </a:lnTo>
                        <a:lnTo>
                          <a:pt x="742" y="696"/>
                        </a:lnTo>
                        <a:lnTo>
                          <a:pt x="738" y="700"/>
                        </a:lnTo>
                        <a:lnTo>
                          <a:pt x="738" y="701"/>
                        </a:lnTo>
                        <a:lnTo>
                          <a:pt x="737" y="702"/>
                        </a:lnTo>
                        <a:lnTo>
                          <a:pt x="732" y="704"/>
                        </a:lnTo>
                        <a:lnTo>
                          <a:pt x="731" y="705"/>
                        </a:lnTo>
                        <a:lnTo>
                          <a:pt x="732" y="706"/>
                        </a:lnTo>
                        <a:lnTo>
                          <a:pt x="734" y="709"/>
                        </a:lnTo>
                        <a:lnTo>
                          <a:pt x="732" y="711"/>
                        </a:lnTo>
                        <a:lnTo>
                          <a:pt x="732" y="713"/>
                        </a:lnTo>
                        <a:lnTo>
                          <a:pt x="732" y="713"/>
                        </a:lnTo>
                        <a:close/>
                        <a:moveTo>
                          <a:pt x="962" y="732"/>
                        </a:moveTo>
                        <a:lnTo>
                          <a:pt x="962" y="732"/>
                        </a:lnTo>
                        <a:lnTo>
                          <a:pt x="965" y="732"/>
                        </a:lnTo>
                        <a:lnTo>
                          <a:pt x="967" y="735"/>
                        </a:lnTo>
                        <a:lnTo>
                          <a:pt x="969" y="734"/>
                        </a:lnTo>
                        <a:lnTo>
                          <a:pt x="969" y="732"/>
                        </a:lnTo>
                        <a:lnTo>
                          <a:pt x="970" y="731"/>
                        </a:lnTo>
                        <a:lnTo>
                          <a:pt x="970" y="730"/>
                        </a:lnTo>
                        <a:lnTo>
                          <a:pt x="969" y="730"/>
                        </a:lnTo>
                        <a:lnTo>
                          <a:pt x="966" y="730"/>
                        </a:lnTo>
                        <a:lnTo>
                          <a:pt x="963" y="731"/>
                        </a:lnTo>
                        <a:lnTo>
                          <a:pt x="962" y="732"/>
                        </a:lnTo>
                        <a:lnTo>
                          <a:pt x="962" y="732"/>
                        </a:lnTo>
                        <a:close/>
                        <a:moveTo>
                          <a:pt x="890" y="713"/>
                        </a:moveTo>
                        <a:lnTo>
                          <a:pt x="891" y="713"/>
                        </a:lnTo>
                        <a:lnTo>
                          <a:pt x="894" y="715"/>
                        </a:lnTo>
                        <a:lnTo>
                          <a:pt x="894" y="716"/>
                        </a:lnTo>
                        <a:lnTo>
                          <a:pt x="894" y="717"/>
                        </a:lnTo>
                        <a:lnTo>
                          <a:pt x="894" y="719"/>
                        </a:lnTo>
                        <a:lnTo>
                          <a:pt x="897" y="720"/>
                        </a:lnTo>
                        <a:lnTo>
                          <a:pt x="897" y="720"/>
                        </a:lnTo>
                        <a:lnTo>
                          <a:pt x="900" y="720"/>
                        </a:lnTo>
                        <a:lnTo>
                          <a:pt x="900" y="720"/>
                        </a:lnTo>
                        <a:lnTo>
                          <a:pt x="900" y="719"/>
                        </a:lnTo>
                        <a:lnTo>
                          <a:pt x="900" y="717"/>
                        </a:lnTo>
                        <a:lnTo>
                          <a:pt x="898" y="716"/>
                        </a:lnTo>
                        <a:lnTo>
                          <a:pt x="897" y="715"/>
                        </a:lnTo>
                        <a:lnTo>
                          <a:pt x="895" y="715"/>
                        </a:lnTo>
                        <a:lnTo>
                          <a:pt x="893" y="713"/>
                        </a:lnTo>
                        <a:lnTo>
                          <a:pt x="891" y="713"/>
                        </a:lnTo>
                        <a:lnTo>
                          <a:pt x="890" y="713"/>
                        </a:lnTo>
                        <a:lnTo>
                          <a:pt x="890" y="713"/>
                        </a:lnTo>
                        <a:close/>
                        <a:moveTo>
                          <a:pt x="959" y="750"/>
                        </a:moveTo>
                        <a:lnTo>
                          <a:pt x="957" y="749"/>
                        </a:lnTo>
                        <a:lnTo>
                          <a:pt x="957" y="747"/>
                        </a:lnTo>
                        <a:lnTo>
                          <a:pt x="955" y="746"/>
                        </a:lnTo>
                        <a:lnTo>
                          <a:pt x="955" y="745"/>
                        </a:lnTo>
                        <a:lnTo>
                          <a:pt x="957" y="743"/>
                        </a:lnTo>
                        <a:lnTo>
                          <a:pt x="958" y="745"/>
                        </a:lnTo>
                        <a:lnTo>
                          <a:pt x="958" y="746"/>
                        </a:lnTo>
                        <a:lnTo>
                          <a:pt x="959" y="747"/>
                        </a:lnTo>
                        <a:lnTo>
                          <a:pt x="959" y="750"/>
                        </a:lnTo>
                        <a:lnTo>
                          <a:pt x="959" y="750"/>
                        </a:lnTo>
                        <a:lnTo>
                          <a:pt x="959" y="750"/>
                        </a:lnTo>
                        <a:close/>
                        <a:moveTo>
                          <a:pt x="957" y="759"/>
                        </a:moveTo>
                        <a:lnTo>
                          <a:pt x="955" y="758"/>
                        </a:lnTo>
                        <a:lnTo>
                          <a:pt x="955" y="757"/>
                        </a:lnTo>
                        <a:lnTo>
                          <a:pt x="954" y="755"/>
                        </a:lnTo>
                        <a:lnTo>
                          <a:pt x="953" y="755"/>
                        </a:lnTo>
                        <a:lnTo>
                          <a:pt x="951" y="753"/>
                        </a:lnTo>
                        <a:lnTo>
                          <a:pt x="951" y="751"/>
                        </a:lnTo>
                        <a:lnTo>
                          <a:pt x="953" y="751"/>
                        </a:lnTo>
                        <a:lnTo>
                          <a:pt x="954" y="750"/>
                        </a:lnTo>
                        <a:lnTo>
                          <a:pt x="958" y="751"/>
                        </a:lnTo>
                        <a:lnTo>
                          <a:pt x="961" y="753"/>
                        </a:lnTo>
                        <a:lnTo>
                          <a:pt x="961" y="754"/>
                        </a:lnTo>
                        <a:lnTo>
                          <a:pt x="959" y="755"/>
                        </a:lnTo>
                        <a:lnTo>
                          <a:pt x="959" y="757"/>
                        </a:lnTo>
                        <a:lnTo>
                          <a:pt x="958" y="757"/>
                        </a:lnTo>
                        <a:lnTo>
                          <a:pt x="957" y="759"/>
                        </a:lnTo>
                        <a:lnTo>
                          <a:pt x="957" y="759"/>
                        </a:lnTo>
                        <a:lnTo>
                          <a:pt x="957" y="759"/>
                        </a:lnTo>
                        <a:close/>
                        <a:moveTo>
                          <a:pt x="886" y="802"/>
                        </a:moveTo>
                        <a:lnTo>
                          <a:pt x="886" y="803"/>
                        </a:lnTo>
                        <a:lnTo>
                          <a:pt x="886" y="803"/>
                        </a:lnTo>
                        <a:lnTo>
                          <a:pt x="886" y="802"/>
                        </a:lnTo>
                        <a:lnTo>
                          <a:pt x="886" y="802"/>
                        </a:lnTo>
                        <a:close/>
                        <a:moveTo>
                          <a:pt x="887" y="802"/>
                        </a:moveTo>
                        <a:lnTo>
                          <a:pt x="887" y="804"/>
                        </a:lnTo>
                        <a:lnTo>
                          <a:pt x="887" y="804"/>
                        </a:lnTo>
                        <a:lnTo>
                          <a:pt x="887" y="802"/>
                        </a:lnTo>
                        <a:lnTo>
                          <a:pt x="887" y="802"/>
                        </a:lnTo>
                        <a:close/>
                        <a:moveTo>
                          <a:pt x="889" y="802"/>
                        </a:moveTo>
                        <a:lnTo>
                          <a:pt x="889" y="803"/>
                        </a:lnTo>
                        <a:lnTo>
                          <a:pt x="889" y="806"/>
                        </a:lnTo>
                        <a:lnTo>
                          <a:pt x="889" y="807"/>
                        </a:lnTo>
                        <a:lnTo>
                          <a:pt x="890" y="807"/>
                        </a:lnTo>
                        <a:lnTo>
                          <a:pt x="890" y="804"/>
                        </a:lnTo>
                        <a:lnTo>
                          <a:pt x="889" y="802"/>
                        </a:lnTo>
                        <a:lnTo>
                          <a:pt x="889" y="802"/>
                        </a:lnTo>
                        <a:close/>
                        <a:moveTo>
                          <a:pt x="908" y="781"/>
                        </a:moveTo>
                        <a:lnTo>
                          <a:pt x="908" y="778"/>
                        </a:lnTo>
                        <a:lnTo>
                          <a:pt x="908" y="777"/>
                        </a:lnTo>
                        <a:lnTo>
                          <a:pt x="909" y="776"/>
                        </a:lnTo>
                        <a:lnTo>
                          <a:pt x="909" y="774"/>
                        </a:lnTo>
                        <a:lnTo>
                          <a:pt x="913" y="772"/>
                        </a:lnTo>
                        <a:lnTo>
                          <a:pt x="916" y="772"/>
                        </a:lnTo>
                        <a:lnTo>
                          <a:pt x="916" y="772"/>
                        </a:lnTo>
                        <a:lnTo>
                          <a:pt x="916" y="773"/>
                        </a:lnTo>
                        <a:lnTo>
                          <a:pt x="916" y="774"/>
                        </a:lnTo>
                        <a:lnTo>
                          <a:pt x="916" y="776"/>
                        </a:lnTo>
                        <a:lnTo>
                          <a:pt x="914" y="777"/>
                        </a:lnTo>
                        <a:lnTo>
                          <a:pt x="913" y="778"/>
                        </a:lnTo>
                        <a:lnTo>
                          <a:pt x="912" y="778"/>
                        </a:lnTo>
                        <a:lnTo>
                          <a:pt x="909" y="781"/>
                        </a:lnTo>
                        <a:lnTo>
                          <a:pt x="908" y="781"/>
                        </a:lnTo>
                        <a:lnTo>
                          <a:pt x="908" y="781"/>
                        </a:lnTo>
                        <a:close/>
                        <a:moveTo>
                          <a:pt x="845" y="711"/>
                        </a:moveTo>
                        <a:lnTo>
                          <a:pt x="848" y="712"/>
                        </a:lnTo>
                        <a:lnTo>
                          <a:pt x="849" y="713"/>
                        </a:lnTo>
                        <a:lnTo>
                          <a:pt x="852" y="715"/>
                        </a:lnTo>
                        <a:lnTo>
                          <a:pt x="855" y="715"/>
                        </a:lnTo>
                        <a:lnTo>
                          <a:pt x="853" y="715"/>
                        </a:lnTo>
                        <a:lnTo>
                          <a:pt x="852" y="713"/>
                        </a:lnTo>
                        <a:lnTo>
                          <a:pt x="848" y="711"/>
                        </a:lnTo>
                        <a:lnTo>
                          <a:pt x="847" y="711"/>
                        </a:lnTo>
                        <a:lnTo>
                          <a:pt x="845" y="711"/>
                        </a:lnTo>
                        <a:lnTo>
                          <a:pt x="845" y="711"/>
                        </a:lnTo>
                        <a:close/>
                        <a:moveTo>
                          <a:pt x="825" y="692"/>
                        </a:moveTo>
                        <a:lnTo>
                          <a:pt x="825" y="692"/>
                        </a:lnTo>
                        <a:lnTo>
                          <a:pt x="826" y="692"/>
                        </a:lnTo>
                        <a:lnTo>
                          <a:pt x="828" y="693"/>
                        </a:lnTo>
                        <a:lnTo>
                          <a:pt x="829" y="692"/>
                        </a:lnTo>
                        <a:lnTo>
                          <a:pt x="829" y="692"/>
                        </a:lnTo>
                        <a:lnTo>
                          <a:pt x="830" y="692"/>
                        </a:lnTo>
                        <a:lnTo>
                          <a:pt x="830" y="690"/>
                        </a:lnTo>
                        <a:lnTo>
                          <a:pt x="829" y="689"/>
                        </a:lnTo>
                        <a:lnTo>
                          <a:pt x="830" y="687"/>
                        </a:lnTo>
                        <a:lnTo>
                          <a:pt x="830" y="687"/>
                        </a:lnTo>
                        <a:lnTo>
                          <a:pt x="828" y="685"/>
                        </a:lnTo>
                        <a:lnTo>
                          <a:pt x="826" y="685"/>
                        </a:lnTo>
                        <a:lnTo>
                          <a:pt x="825" y="683"/>
                        </a:lnTo>
                        <a:lnTo>
                          <a:pt x="825" y="683"/>
                        </a:lnTo>
                        <a:lnTo>
                          <a:pt x="823" y="683"/>
                        </a:lnTo>
                        <a:lnTo>
                          <a:pt x="822" y="682"/>
                        </a:lnTo>
                        <a:lnTo>
                          <a:pt x="821" y="683"/>
                        </a:lnTo>
                        <a:lnTo>
                          <a:pt x="819" y="683"/>
                        </a:lnTo>
                        <a:lnTo>
                          <a:pt x="821" y="686"/>
                        </a:lnTo>
                        <a:lnTo>
                          <a:pt x="821" y="686"/>
                        </a:lnTo>
                        <a:lnTo>
                          <a:pt x="822" y="686"/>
                        </a:lnTo>
                        <a:lnTo>
                          <a:pt x="823" y="687"/>
                        </a:lnTo>
                        <a:lnTo>
                          <a:pt x="825" y="689"/>
                        </a:lnTo>
                        <a:lnTo>
                          <a:pt x="825" y="692"/>
                        </a:lnTo>
                        <a:lnTo>
                          <a:pt x="825" y="692"/>
                        </a:lnTo>
                        <a:close/>
                        <a:moveTo>
                          <a:pt x="810" y="698"/>
                        </a:moveTo>
                        <a:lnTo>
                          <a:pt x="813" y="698"/>
                        </a:lnTo>
                        <a:lnTo>
                          <a:pt x="814" y="697"/>
                        </a:lnTo>
                        <a:lnTo>
                          <a:pt x="815" y="697"/>
                        </a:lnTo>
                        <a:lnTo>
                          <a:pt x="817" y="696"/>
                        </a:lnTo>
                        <a:lnTo>
                          <a:pt x="817" y="694"/>
                        </a:lnTo>
                        <a:lnTo>
                          <a:pt x="817" y="693"/>
                        </a:lnTo>
                        <a:lnTo>
                          <a:pt x="817" y="690"/>
                        </a:lnTo>
                        <a:lnTo>
                          <a:pt x="815" y="689"/>
                        </a:lnTo>
                        <a:lnTo>
                          <a:pt x="811" y="689"/>
                        </a:lnTo>
                        <a:lnTo>
                          <a:pt x="810" y="687"/>
                        </a:lnTo>
                        <a:lnTo>
                          <a:pt x="809" y="686"/>
                        </a:lnTo>
                        <a:lnTo>
                          <a:pt x="807" y="686"/>
                        </a:lnTo>
                        <a:lnTo>
                          <a:pt x="806" y="686"/>
                        </a:lnTo>
                        <a:lnTo>
                          <a:pt x="804" y="686"/>
                        </a:lnTo>
                        <a:lnTo>
                          <a:pt x="803" y="687"/>
                        </a:lnTo>
                        <a:lnTo>
                          <a:pt x="804" y="690"/>
                        </a:lnTo>
                        <a:lnTo>
                          <a:pt x="806" y="692"/>
                        </a:lnTo>
                        <a:lnTo>
                          <a:pt x="807" y="694"/>
                        </a:lnTo>
                        <a:lnTo>
                          <a:pt x="809" y="696"/>
                        </a:lnTo>
                        <a:lnTo>
                          <a:pt x="809" y="697"/>
                        </a:lnTo>
                        <a:lnTo>
                          <a:pt x="810" y="698"/>
                        </a:lnTo>
                        <a:lnTo>
                          <a:pt x="810" y="698"/>
                        </a:lnTo>
                        <a:close/>
                        <a:moveTo>
                          <a:pt x="807" y="711"/>
                        </a:moveTo>
                        <a:lnTo>
                          <a:pt x="807" y="711"/>
                        </a:lnTo>
                        <a:lnTo>
                          <a:pt x="809" y="709"/>
                        </a:lnTo>
                        <a:lnTo>
                          <a:pt x="804" y="709"/>
                        </a:lnTo>
                        <a:lnTo>
                          <a:pt x="804" y="709"/>
                        </a:lnTo>
                        <a:lnTo>
                          <a:pt x="804" y="711"/>
                        </a:lnTo>
                        <a:lnTo>
                          <a:pt x="807" y="711"/>
                        </a:lnTo>
                        <a:lnTo>
                          <a:pt x="807" y="711"/>
                        </a:lnTo>
                        <a:close/>
                        <a:moveTo>
                          <a:pt x="776" y="732"/>
                        </a:moveTo>
                        <a:lnTo>
                          <a:pt x="776" y="732"/>
                        </a:lnTo>
                        <a:lnTo>
                          <a:pt x="777" y="731"/>
                        </a:lnTo>
                        <a:lnTo>
                          <a:pt x="777" y="730"/>
                        </a:lnTo>
                        <a:lnTo>
                          <a:pt x="779" y="728"/>
                        </a:lnTo>
                        <a:lnTo>
                          <a:pt x="779" y="728"/>
                        </a:lnTo>
                        <a:lnTo>
                          <a:pt x="779" y="727"/>
                        </a:lnTo>
                        <a:lnTo>
                          <a:pt x="779" y="725"/>
                        </a:lnTo>
                        <a:lnTo>
                          <a:pt x="781" y="724"/>
                        </a:lnTo>
                        <a:lnTo>
                          <a:pt x="783" y="721"/>
                        </a:lnTo>
                        <a:lnTo>
                          <a:pt x="784" y="721"/>
                        </a:lnTo>
                        <a:lnTo>
                          <a:pt x="785" y="720"/>
                        </a:lnTo>
                        <a:lnTo>
                          <a:pt x="784" y="719"/>
                        </a:lnTo>
                        <a:lnTo>
                          <a:pt x="784" y="717"/>
                        </a:lnTo>
                        <a:lnTo>
                          <a:pt x="785" y="716"/>
                        </a:lnTo>
                        <a:lnTo>
                          <a:pt x="787" y="715"/>
                        </a:lnTo>
                        <a:lnTo>
                          <a:pt x="787" y="713"/>
                        </a:lnTo>
                        <a:lnTo>
                          <a:pt x="787" y="712"/>
                        </a:lnTo>
                        <a:lnTo>
                          <a:pt x="785" y="711"/>
                        </a:lnTo>
                        <a:lnTo>
                          <a:pt x="784" y="711"/>
                        </a:lnTo>
                        <a:lnTo>
                          <a:pt x="783" y="711"/>
                        </a:lnTo>
                        <a:lnTo>
                          <a:pt x="781" y="709"/>
                        </a:lnTo>
                        <a:lnTo>
                          <a:pt x="780" y="709"/>
                        </a:lnTo>
                        <a:lnTo>
                          <a:pt x="780" y="711"/>
                        </a:lnTo>
                        <a:lnTo>
                          <a:pt x="777" y="713"/>
                        </a:lnTo>
                        <a:lnTo>
                          <a:pt x="776" y="713"/>
                        </a:lnTo>
                        <a:lnTo>
                          <a:pt x="775" y="715"/>
                        </a:lnTo>
                        <a:lnTo>
                          <a:pt x="773" y="717"/>
                        </a:lnTo>
                        <a:lnTo>
                          <a:pt x="775" y="720"/>
                        </a:lnTo>
                        <a:lnTo>
                          <a:pt x="772" y="720"/>
                        </a:lnTo>
                        <a:lnTo>
                          <a:pt x="772" y="723"/>
                        </a:lnTo>
                        <a:lnTo>
                          <a:pt x="772" y="724"/>
                        </a:lnTo>
                        <a:lnTo>
                          <a:pt x="770" y="727"/>
                        </a:lnTo>
                        <a:lnTo>
                          <a:pt x="772" y="727"/>
                        </a:lnTo>
                        <a:lnTo>
                          <a:pt x="773" y="728"/>
                        </a:lnTo>
                        <a:lnTo>
                          <a:pt x="775" y="730"/>
                        </a:lnTo>
                        <a:lnTo>
                          <a:pt x="776" y="730"/>
                        </a:lnTo>
                        <a:lnTo>
                          <a:pt x="776" y="732"/>
                        </a:lnTo>
                        <a:lnTo>
                          <a:pt x="776" y="732"/>
                        </a:lnTo>
                        <a:close/>
                        <a:moveTo>
                          <a:pt x="747" y="852"/>
                        </a:moveTo>
                        <a:lnTo>
                          <a:pt x="747" y="852"/>
                        </a:lnTo>
                        <a:lnTo>
                          <a:pt x="749" y="852"/>
                        </a:lnTo>
                        <a:lnTo>
                          <a:pt x="749" y="850"/>
                        </a:lnTo>
                        <a:lnTo>
                          <a:pt x="747" y="852"/>
                        </a:lnTo>
                        <a:lnTo>
                          <a:pt x="747" y="852"/>
                        </a:lnTo>
                        <a:close/>
                        <a:moveTo>
                          <a:pt x="749" y="863"/>
                        </a:moveTo>
                        <a:lnTo>
                          <a:pt x="751" y="861"/>
                        </a:lnTo>
                        <a:lnTo>
                          <a:pt x="751" y="859"/>
                        </a:lnTo>
                        <a:lnTo>
                          <a:pt x="753" y="859"/>
                        </a:lnTo>
                        <a:lnTo>
                          <a:pt x="753" y="861"/>
                        </a:lnTo>
                        <a:lnTo>
                          <a:pt x="750" y="864"/>
                        </a:lnTo>
                        <a:lnTo>
                          <a:pt x="750" y="864"/>
                        </a:lnTo>
                        <a:lnTo>
                          <a:pt x="749" y="863"/>
                        </a:lnTo>
                        <a:lnTo>
                          <a:pt x="749" y="863"/>
                        </a:lnTo>
                        <a:close/>
                        <a:moveTo>
                          <a:pt x="732" y="860"/>
                        </a:moveTo>
                        <a:lnTo>
                          <a:pt x="734" y="857"/>
                        </a:lnTo>
                        <a:lnTo>
                          <a:pt x="735" y="857"/>
                        </a:lnTo>
                        <a:lnTo>
                          <a:pt x="737" y="856"/>
                        </a:lnTo>
                        <a:lnTo>
                          <a:pt x="738" y="856"/>
                        </a:lnTo>
                        <a:lnTo>
                          <a:pt x="739" y="855"/>
                        </a:lnTo>
                        <a:lnTo>
                          <a:pt x="741" y="853"/>
                        </a:lnTo>
                        <a:lnTo>
                          <a:pt x="739" y="857"/>
                        </a:lnTo>
                        <a:lnTo>
                          <a:pt x="735" y="860"/>
                        </a:lnTo>
                        <a:lnTo>
                          <a:pt x="732" y="860"/>
                        </a:lnTo>
                        <a:lnTo>
                          <a:pt x="732" y="860"/>
                        </a:lnTo>
                        <a:lnTo>
                          <a:pt x="732" y="860"/>
                        </a:lnTo>
                        <a:close/>
                        <a:moveTo>
                          <a:pt x="743" y="865"/>
                        </a:moveTo>
                        <a:lnTo>
                          <a:pt x="747" y="860"/>
                        </a:lnTo>
                        <a:lnTo>
                          <a:pt x="747" y="859"/>
                        </a:lnTo>
                        <a:lnTo>
                          <a:pt x="749" y="859"/>
                        </a:lnTo>
                        <a:lnTo>
                          <a:pt x="749" y="860"/>
                        </a:lnTo>
                        <a:lnTo>
                          <a:pt x="745" y="864"/>
                        </a:lnTo>
                        <a:lnTo>
                          <a:pt x="745" y="867"/>
                        </a:lnTo>
                        <a:lnTo>
                          <a:pt x="746" y="865"/>
                        </a:lnTo>
                        <a:lnTo>
                          <a:pt x="749" y="861"/>
                        </a:lnTo>
                        <a:lnTo>
                          <a:pt x="750" y="860"/>
                        </a:lnTo>
                        <a:lnTo>
                          <a:pt x="750" y="857"/>
                        </a:lnTo>
                        <a:lnTo>
                          <a:pt x="749" y="856"/>
                        </a:lnTo>
                        <a:lnTo>
                          <a:pt x="749" y="856"/>
                        </a:lnTo>
                        <a:lnTo>
                          <a:pt x="749" y="855"/>
                        </a:lnTo>
                        <a:lnTo>
                          <a:pt x="746" y="853"/>
                        </a:lnTo>
                        <a:lnTo>
                          <a:pt x="746" y="855"/>
                        </a:lnTo>
                        <a:lnTo>
                          <a:pt x="745" y="859"/>
                        </a:lnTo>
                        <a:lnTo>
                          <a:pt x="742" y="860"/>
                        </a:lnTo>
                        <a:lnTo>
                          <a:pt x="741" y="861"/>
                        </a:lnTo>
                        <a:lnTo>
                          <a:pt x="741" y="860"/>
                        </a:lnTo>
                        <a:lnTo>
                          <a:pt x="743" y="857"/>
                        </a:lnTo>
                        <a:lnTo>
                          <a:pt x="743" y="855"/>
                        </a:lnTo>
                        <a:lnTo>
                          <a:pt x="743" y="855"/>
                        </a:lnTo>
                        <a:lnTo>
                          <a:pt x="742" y="856"/>
                        </a:lnTo>
                        <a:lnTo>
                          <a:pt x="739" y="859"/>
                        </a:lnTo>
                        <a:lnTo>
                          <a:pt x="737" y="863"/>
                        </a:lnTo>
                        <a:lnTo>
                          <a:pt x="737" y="864"/>
                        </a:lnTo>
                        <a:lnTo>
                          <a:pt x="734" y="867"/>
                        </a:lnTo>
                        <a:lnTo>
                          <a:pt x="735" y="868"/>
                        </a:lnTo>
                        <a:lnTo>
                          <a:pt x="735" y="868"/>
                        </a:lnTo>
                        <a:lnTo>
                          <a:pt x="738" y="864"/>
                        </a:lnTo>
                        <a:lnTo>
                          <a:pt x="741" y="864"/>
                        </a:lnTo>
                        <a:lnTo>
                          <a:pt x="739" y="865"/>
                        </a:lnTo>
                        <a:lnTo>
                          <a:pt x="738" y="868"/>
                        </a:lnTo>
                        <a:lnTo>
                          <a:pt x="738" y="868"/>
                        </a:lnTo>
                        <a:lnTo>
                          <a:pt x="741" y="867"/>
                        </a:lnTo>
                        <a:lnTo>
                          <a:pt x="742" y="867"/>
                        </a:lnTo>
                        <a:lnTo>
                          <a:pt x="742" y="867"/>
                        </a:lnTo>
                        <a:lnTo>
                          <a:pt x="743" y="865"/>
                        </a:lnTo>
                        <a:lnTo>
                          <a:pt x="743" y="865"/>
                        </a:lnTo>
                        <a:close/>
                        <a:moveTo>
                          <a:pt x="741" y="865"/>
                        </a:moveTo>
                        <a:lnTo>
                          <a:pt x="742" y="863"/>
                        </a:lnTo>
                        <a:lnTo>
                          <a:pt x="745" y="859"/>
                        </a:lnTo>
                        <a:lnTo>
                          <a:pt x="743" y="863"/>
                        </a:lnTo>
                        <a:lnTo>
                          <a:pt x="742" y="864"/>
                        </a:lnTo>
                        <a:lnTo>
                          <a:pt x="741" y="865"/>
                        </a:lnTo>
                        <a:lnTo>
                          <a:pt x="741" y="865"/>
                        </a:lnTo>
                        <a:close/>
                        <a:moveTo>
                          <a:pt x="932" y="1060"/>
                        </a:moveTo>
                        <a:lnTo>
                          <a:pt x="932" y="1060"/>
                        </a:lnTo>
                        <a:lnTo>
                          <a:pt x="931" y="1058"/>
                        </a:lnTo>
                        <a:lnTo>
                          <a:pt x="932" y="1058"/>
                        </a:lnTo>
                        <a:lnTo>
                          <a:pt x="932" y="1056"/>
                        </a:lnTo>
                        <a:lnTo>
                          <a:pt x="935" y="1054"/>
                        </a:lnTo>
                        <a:lnTo>
                          <a:pt x="935" y="1054"/>
                        </a:lnTo>
                        <a:lnTo>
                          <a:pt x="935" y="1054"/>
                        </a:lnTo>
                        <a:lnTo>
                          <a:pt x="935" y="1054"/>
                        </a:lnTo>
                        <a:lnTo>
                          <a:pt x="932" y="1056"/>
                        </a:lnTo>
                        <a:lnTo>
                          <a:pt x="931" y="1058"/>
                        </a:lnTo>
                        <a:lnTo>
                          <a:pt x="931" y="1060"/>
                        </a:lnTo>
                        <a:lnTo>
                          <a:pt x="932" y="1060"/>
                        </a:lnTo>
                        <a:lnTo>
                          <a:pt x="932" y="1060"/>
                        </a:lnTo>
                        <a:lnTo>
                          <a:pt x="932" y="1060"/>
                        </a:lnTo>
                        <a:close/>
                        <a:moveTo>
                          <a:pt x="1003" y="1072"/>
                        </a:moveTo>
                        <a:lnTo>
                          <a:pt x="1003" y="1071"/>
                        </a:lnTo>
                        <a:lnTo>
                          <a:pt x="1003" y="1069"/>
                        </a:lnTo>
                        <a:lnTo>
                          <a:pt x="1003" y="1066"/>
                        </a:lnTo>
                        <a:lnTo>
                          <a:pt x="1001" y="1065"/>
                        </a:lnTo>
                        <a:lnTo>
                          <a:pt x="1003" y="1064"/>
                        </a:lnTo>
                        <a:lnTo>
                          <a:pt x="1003" y="1062"/>
                        </a:lnTo>
                        <a:lnTo>
                          <a:pt x="1003" y="1064"/>
                        </a:lnTo>
                        <a:lnTo>
                          <a:pt x="1004" y="1065"/>
                        </a:lnTo>
                        <a:lnTo>
                          <a:pt x="1004" y="1066"/>
                        </a:lnTo>
                        <a:lnTo>
                          <a:pt x="1003" y="1068"/>
                        </a:lnTo>
                        <a:lnTo>
                          <a:pt x="1003" y="1068"/>
                        </a:lnTo>
                        <a:lnTo>
                          <a:pt x="1004" y="1069"/>
                        </a:lnTo>
                        <a:lnTo>
                          <a:pt x="1004" y="1071"/>
                        </a:lnTo>
                        <a:lnTo>
                          <a:pt x="1004" y="1072"/>
                        </a:lnTo>
                        <a:lnTo>
                          <a:pt x="1003" y="1072"/>
                        </a:lnTo>
                        <a:lnTo>
                          <a:pt x="1003" y="1072"/>
                        </a:lnTo>
                        <a:close/>
                        <a:moveTo>
                          <a:pt x="1006" y="1073"/>
                        </a:moveTo>
                        <a:lnTo>
                          <a:pt x="1006" y="1072"/>
                        </a:lnTo>
                        <a:lnTo>
                          <a:pt x="1007" y="1072"/>
                        </a:lnTo>
                        <a:lnTo>
                          <a:pt x="1007" y="1073"/>
                        </a:lnTo>
                        <a:lnTo>
                          <a:pt x="1006" y="1075"/>
                        </a:lnTo>
                        <a:lnTo>
                          <a:pt x="1006" y="1073"/>
                        </a:lnTo>
                        <a:lnTo>
                          <a:pt x="1006" y="1073"/>
                        </a:lnTo>
                        <a:close/>
                        <a:moveTo>
                          <a:pt x="1033" y="974"/>
                        </a:moveTo>
                        <a:lnTo>
                          <a:pt x="1034" y="971"/>
                        </a:lnTo>
                        <a:lnTo>
                          <a:pt x="1035" y="970"/>
                        </a:lnTo>
                        <a:lnTo>
                          <a:pt x="1035" y="971"/>
                        </a:lnTo>
                        <a:lnTo>
                          <a:pt x="1035" y="974"/>
                        </a:lnTo>
                        <a:lnTo>
                          <a:pt x="1034" y="974"/>
                        </a:lnTo>
                        <a:lnTo>
                          <a:pt x="1034" y="974"/>
                        </a:lnTo>
                        <a:lnTo>
                          <a:pt x="1033" y="974"/>
                        </a:lnTo>
                        <a:lnTo>
                          <a:pt x="1033" y="974"/>
                        </a:lnTo>
                        <a:close/>
                        <a:moveTo>
                          <a:pt x="1025" y="994"/>
                        </a:moveTo>
                        <a:lnTo>
                          <a:pt x="1025" y="996"/>
                        </a:lnTo>
                        <a:lnTo>
                          <a:pt x="1026" y="996"/>
                        </a:lnTo>
                        <a:lnTo>
                          <a:pt x="1026" y="996"/>
                        </a:lnTo>
                        <a:lnTo>
                          <a:pt x="1027" y="996"/>
                        </a:lnTo>
                        <a:lnTo>
                          <a:pt x="1027" y="994"/>
                        </a:lnTo>
                        <a:lnTo>
                          <a:pt x="1026" y="994"/>
                        </a:lnTo>
                        <a:lnTo>
                          <a:pt x="1025" y="994"/>
                        </a:lnTo>
                        <a:lnTo>
                          <a:pt x="1025" y="994"/>
                        </a:lnTo>
                        <a:close/>
                        <a:moveTo>
                          <a:pt x="1039" y="1019"/>
                        </a:moveTo>
                        <a:lnTo>
                          <a:pt x="1038" y="1015"/>
                        </a:lnTo>
                        <a:lnTo>
                          <a:pt x="1038" y="1015"/>
                        </a:lnTo>
                        <a:lnTo>
                          <a:pt x="1039" y="1015"/>
                        </a:lnTo>
                        <a:lnTo>
                          <a:pt x="1041" y="1016"/>
                        </a:lnTo>
                        <a:lnTo>
                          <a:pt x="1041" y="1015"/>
                        </a:lnTo>
                        <a:lnTo>
                          <a:pt x="1042" y="1016"/>
                        </a:lnTo>
                        <a:lnTo>
                          <a:pt x="1042" y="1018"/>
                        </a:lnTo>
                        <a:lnTo>
                          <a:pt x="1041" y="1019"/>
                        </a:lnTo>
                        <a:lnTo>
                          <a:pt x="1041" y="1019"/>
                        </a:lnTo>
                        <a:lnTo>
                          <a:pt x="1039" y="1019"/>
                        </a:lnTo>
                        <a:lnTo>
                          <a:pt x="1039" y="1019"/>
                        </a:lnTo>
                        <a:close/>
                        <a:moveTo>
                          <a:pt x="1033" y="1018"/>
                        </a:moveTo>
                        <a:lnTo>
                          <a:pt x="1034" y="1019"/>
                        </a:lnTo>
                        <a:lnTo>
                          <a:pt x="1035" y="1018"/>
                        </a:lnTo>
                        <a:lnTo>
                          <a:pt x="1035" y="1016"/>
                        </a:lnTo>
                        <a:lnTo>
                          <a:pt x="1035" y="1016"/>
                        </a:lnTo>
                        <a:lnTo>
                          <a:pt x="1035" y="1016"/>
                        </a:lnTo>
                        <a:lnTo>
                          <a:pt x="1037" y="1018"/>
                        </a:lnTo>
                        <a:lnTo>
                          <a:pt x="1035" y="1019"/>
                        </a:lnTo>
                        <a:lnTo>
                          <a:pt x="1033" y="1020"/>
                        </a:lnTo>
                        <a:lnTo>
                          <a:pt x="1031" y="1020"/>
                        </a:lnTo>
                        <a:lnTo>
                          <a:pt x="1031" y="1019"/>
                        </a:lnTo>
                        <a:lnTo>
                          <a:pt x="1033" y="1018"/>
                        </a:lnTo>
                        <a:lnTo>
                          <a:pt x="1033" y="1018"/>
                        </a:lnTo>
                        <a:close/>
                        <a:moveTo>
                          <a:pt x="1010" y="1054"/>
                        </a:moveTo>
                        <a:lnTo>
                          <a:pt x="1011" y="1053"/>
                        </a:lnTo>
                        <a:lnTo>
                          <a:pt x="1011" y="1054"/>
                        </a:lnTo>
                        <a:lnTo>
                          <a:pt x="1011" y="1054"/>
                        </a:lnTo>
                        <a:lnTo>
                          <a:pt x="1010" y="1054"/>
                        </a:lnTo>
                        <a:lnTo>
                          <a:pt x="1010" y="1054"/>
                        </a:lnTo>
                        <a:close/>
                        <a:moveTo>
                          <a:pt x="1039" y="1046"/>
                        </a:moveTo>
                        <a:lnTo>
                          <a:pt x="1039" y="1047"/>
                        </a:lnTo>
                        <a:lnTo>
                          <a:pt x="1041" y="1047"/>
                        </a:lnTo>
                        <a:lnTo>
                          <a:pt x="1044" y="1047"/>
                        </a:lnTo>
                        <a:lnTo>
                          <a:pt x="1044" y="1047"/>
                        </a:lnTo>
                        <a:lnTo>
                          <a:pt x="1041" y="1046"/>
                        </a:lnTo>
                        <a:lnTo>
                          <a:pt x="1039" y="1046"/>
                        </a:lnTo>
                        <a:lnTo>
                          <a:pt x="1039" y="1046"/>
                        </a:lnTo>
                        <a:close/>
                        <a:moveTo>
                          <a:pt x="1008" y="992"/>
                        </a:moveTo>
                        <a:lnTo>
                          <a:pt x="1007" y="993"/>
                        </a:lnTo>
                        <a:lnTo>
                          <a:pt x="1004" y="996"/>
                        </a:lnTo>
                        <a:lnTo>
                          <a:pt x="1003" y="996"/>
                        </a:lnTo>
                        <a:lnTo>
                          <a:pt x="1003" y="997"/>
                        </a:lnTo>
                        <a:lnTo>
                          <a:pt x="1003" y="999"/>
                        </a:lnTo>
                        <a:lnTo>
                          <a:pt x="1001" y="999"/>
                        </a:lnTo>
                        <a:lnTo>
                          <a:pt x="1001" y="1000"/>
                        </a:lnTo>
                        <a:lnTo>
                          <a:pt x="1001" y="1000"/>
                        </a:lnTo>
                        <a:lnTo>
                          <a:pt x="1001" y="1001"/>
                        </a:lnTo>
                        <a:lnTo>
                          <a:pt x="999" y="1001"/>
                        </a:lnTo>
                        <a:lnTo>
                          <a:pt x="997" y="1003"/>
                        </a:lnTo>
                        <a:lnTo>
                          <a:pt x="997" y="1004"/>
                        </a:lnTo>
                        <a:lnTo>
                          <a:pt x="999" y="1004"/>
                        </a:lnTo>
                        <a:lnTo>
                          <a:pt x="999" y="1005"/>
                        </a:lnTo>
                        <a:lnTo>
                          <a:pt x="997" y="1005"/>
                        </a:lnTo>
                        <a:lnTo>
                          <a:pt x="996" y="1005"/>
                        </a:lnTo>
                        <a:lnTo>
                          <a:pt x="995" y="1008"/>
                        </a:lnTo>
                        <a:lnTo>
                          <a:pt x="995" y="1009"/>
                        </a:lnTo>
                        <a:lnTo>
                          <a:pt x="992" y="1015"/>
                        </a:lnTo>
                        <a:lnTo>
                          <a:pt x="992" y="1016"/>
                        </a:lnTo>
                        <a:lnTo>
                          <a:pt x="992" y="1016"/>
                        </a:lnTo>
                        <a:lnTo>
                          <a:pt x="992" y="1018"/>
                        </a:lnTo>
                        <a:lnTo>
                          <a:pt x="992" y="1019"/>
                        </a:lnTo>
                        <a:lnTo>
                          <a:pt x="991" y="1018"/>
                        </a:lnTo>
                        <a:lnTo>
                          <a:pt x="991" y="1018"/>
                        </a:lnTo>
                        <a:lnTo>
                          <a:pt x="988" y="1019"/>
                        </a:lnTo>
                        <a:lnTo>
                          <a:pt x="987" y="1020"/>
                        </a:lnTo>
                        <a:lnTo>
                          <a:pt x="987" y="1022"/>
                        </a:lnTo>
                        <a:lnTo>
                          <a:pt x="988" y="1022"/>
                        </a:lnTo>
                        <a:lnTo>
                          <a:pt x="989" y="1023"/>
                        </a:lnTo>
                        <a:lnTo>
                          <a:pt x="988" y="1024"/>
                        </a:lnTo>
                        <a:lnTo>
                          <a:pt x="988" y="1026"/>
                        </a:lnTo>
                        <a:lnTo>
                          <a:pt x="987" y="1027"/>
                        </a:lnTo>
                        <a:lnTo>
                          <a:pt x="984" y="1026"/>
                        </a:lnTo>
                        <a:lnTo>
                          <a:pt x="982" y="1027"/>
                        </a:lnTo>
                        <a:lnTo>
                          <a:pt x="982" y="1028"/>
                        </a:lnTo>
                        <a:lnTo>
                          <a:pt x="981" y="1030"/>
                        </a:lnTo>
                        <a:lnTo>
                          <a:pt x="980" y="1033"/>
                        </a:lnTo>
                        <a:lnTo>
                          <a:pt x="978" y="1034"/>
                        </a:lnTo>
                        <a:lnTo>
                          <a:pt x="977" y="1034"/>
                        </a:lnTo>
                        <a:lnTo>
                          <a:pt x="977" y="1033"/>
                        </a:lnTo>
                        <a:lnTo>
                          <a:pt x="976" y="1034"/>
                        </a:lnTo>
                        <a:lnTo>
                          <a:pt x="976" y="1033"/>
                        </a:lnTo>
                        <a:lnTo>
                          <a:pt x="976" y="1031"/>
                        </a:lnTo>
                        <a:lnTo>
                          <a:pt x="977" y="1030"/>
                        </a:lnTo>
                        <a:lnTo>
                          <a:pt x="978" y="1028"/>
                        </a:lnTo>
                        <a:lnTo>
                          <a:pt x="977" y="1030"/>
                        </a:lnTo>
                        <a:lnTo>
                          <a:pt x="976" y="1031"/>
                        </a:lnTo>
                        <a:lnTo>
                          <a:pt x="972" y="1033"/>
                        </a:lnTo>
                        <a:lnTo>
                          <a:pt x="970" y="1037"/>
                        </a:lnTo>
                        <a:lnTo>
                          <a:pt x="972" y="1037"/>
                        </a:lnTo>
                        <a:lnTo>
                          <a:pt x="973" y="1035"/>
                        </a:lnTo>
                        <a:lnTo>
                          <a:pt x="977" y="1035"/>
                        </a:lnTo>
                        <a:lnTo>
                          <a:pt x="981" y="1035"/>
                        </a:lnTo>
                        <a:lnTo>
                          <a:pt x="978" y="1037"/>
                        </a:lnTo>
                        <a:lnTo>
                          <a:pt x="976" y="1041"/>
                        </a:lnTo>
                        <a:lnTo>
                          <a:pt x="974" y="1043"/>
                        </a:lnTo>
                        <a:lnTo>
                          <a:pt x="972" y="1045"/>
                        </a:lnTo>
                        <a:lnTo>
                          <a:pt x="969" y="1047"/>
                        </a:lnTo>
                        <a:lnTo>
                          <a:pt x="966" y="1047"/>
                        </a:lnTo>
                        <a:lnTo>
                          <a:pt x="966" y="1049"/>
                        </a:lnTo>
                        <a:lnTo>
                          <a:pt x="966" y="1050"/>
                        </a:lnTo>
                        <a:lnTo>
                          <a:pt x="966" y="1052"/>
                        </a:lnTo>
                        <a:lnTo>
                          <a:pt x="966" y="1053"/>
                        </a:lnTo>
                        <a:lnTo>
                          <a:pt x="969" y="1053"/>
                        </a:lnTo>
                        <a:lnTo>
                          <a:pt x="972" y="1054"/>
                        </a:lnTo>
                        <a:lnTo>
                          <a:pt x="974" y="1054"/>
                        </a:lnTo>
                        <a:lnTo>
                          <a:pt x="976" y="1053"/>
                        </a:lnTo>
                        <a:lnTo>
                          <a:pt x="978" y="1052"/>
                        </a:lnTo>
                        <a:lnTo>
                          <a:pt x="980" y="1050"/>
                        </a:lnTo>
                        <a:lnTo>
                          <a:pt x="981" y="1049"/>
                        </a:lnTo>
                        <a:lnTo>
                          <a:pt x="981" y="1050"/>
                        </a:lnTo>
                        <a:lnTo>
                          <a:pt x="980" y="1052"/>
                        </a:lnTo>
                        <a:lnTo>
                          <a:pt x="982" y="1053"/>
                        </a:lnTo>
                        <a:lnTo>
                          <a:pt x="985" y="1052"/>
                        </a:lnTo>
                        <a:lnTo>
                          <a:pt x="985" y="1053"/>
                        </a:lnTo>
                        <a:lnTo>
                          <a:pt x="989" y="1053"/>
                        </a:lnTo>
                        <a:lnTo>
                          <a:pt x="992" y="1053"/>
                        </a:lnTo>
                        <a:lnTo>
                          <a:pt x="992" y="1054"/>
                        </a:lnTo>
                        <a:lnTo>
                          <a:pt x="993" y="1056"/>
                        </a:lnTo>
                        <a:lnTo>
                          <a:pt x="996" y="1056"/>
                        </a:lnTo>
                        <a:lnTo>
                          <a:pt x="996" y="1054"/>
                        </a:lnTo>
                        <a:lnTo>
                          <a:pt x="997" y="1056"/>
                        </a:lnTo>
                        <a:lnTo>
                          <a:pt x="999" y="1056"/>
                        </a:lnTo>
                        <a:lnTo>
                          <a:pt x="1000" y="1054"/>
                        </a:lnTo>
                        <a:lnTo>
                          <a:pt x="1000" y="1054"/>
                        </a:lnTo>
                        <a:lnTo>
                          <a:pt x="1001" y="1054"/>
                        </a:lnTo>
                        <a:lnTo>
                          <a:pt x="1003" y="1054"/>
                        </a:lnTo>
                        <a:lnTo>
                          <a:pt x="1004" y="1054"/>
                        </a:lnTo>
                        <a:lnTo>
                          <a:pt x="1006" y="1053"/>
                        </a:lnTo>
                        <a:lnTo>
                          <a:pt x="1007" y="1053"/>
                        </a:lnTo>
                        <a:lnTo>
                          <a:pt x="1008" y="1054"/>
                        </a:lnTo>
                        <a:lnTo>
                          <a:pt x="1008" y="1053"/>
                        </a:lnTo>
                        <a:lnTo>
                          <a:pt x="1008" y="1052"/>
                        </a:lnTo>
                        <a:lnTo>
                          <a:pt x="1008" y="1050"/>
                        </a:lnTo>
                        <a:lnTo>
                          <a:pt x="1008" y="1050"/>
                        </a:lnTo>
                        <a:lnTo>
                          <a:pt x="1010" y="1049"/>
                        </a:lnTo>
                        <a:lnTo>
                          <a:pt x="1011" y="1049"/>
                        </a:lnTo>
                        <a:lnTo>
                          <a:pt x="1010" y="1049"/>
                        </a:lnTo>
                        <a:lnTo>
                          <a:pt x="1010" y="1052"/>
                        </a:lnTo>
                        <a:lnTo>
                          <a:pt x="1010" y="1053"/>
                        </a:lnTo>
                        <a:lnTo>
                          <a:pt x="1011" y="1052"/>
                        </a:lnTo>
                        <a:lnTo>
                          <a:pt x="1012" y="1050"/>
                        </a:lnTo>
                        <a:lnTo>
                          <a:pt x="1012" y="1049"/>
                        </a:lnTo>
                        <a:lnTo>
                          <a:pt x="1012" y="1052"/>
                        </a:lnTo>
                        <a:lnTo>
                          <a:pt x="1012" y="1053"/>
                        </a:lnTo>
                        <a:lnTo>
                          <a:pt x="1012" y="1054"/>
                        </a:lnTo>
                        <a:lnTo>
                          <a:pt x="1014" y="1053"/>
                        </a:lnTo>
                        <a:lnTo>
                          <a:pt x="1014" y="1053"/>
                        </a:lnTo>
                        <a:lnTo>
                          <a:pt x="1014" y="1054"/>
                        </a:lnTo>
                        <a:lnTo>
                          <a:pt x="1011" y="1056"/>
                        </a:lnTo>
                        <a:lnTo>
                          <a:pt x="1008" y="1057"/>
                        </a:lnTo>
                        <a:lnTo>
                          <a:pt x="1010" y="1057"/>
                        </a:lnTo>
                        <a:lnTo>
                          <a:pt x="1010" y="1057"/>
                        </a:lnTo>
                        <a:lnTo>
                          <a:pt x="1012" y="1057"/>
                        </a:lnTo>
                        <a:lnTo>
                          <a:pt x="1012" y="1057"/>
                        </a:lnTo>
                        <a:lnTo>
                          <a:pt x="1014" y="1057"/>
                        </a:lnTo>
                        <a:lnTo>
                          <a:pt x="1015" y="1058"/>
                        </a:lnTo>
                        <a:lnTo>
                          <a:pt x="1015" y="1057"/>
                        </a:lnTo>
                        <a:lnTo>
                          <a:pt x="1018" y="1057"/>
                        </a:lnTo>
                        <a:lnTo>
                          <a:pt x="1018" y="1056"/>
                        </a:lnTo>
                        <a:lnTo>
                          <a:pt x="1018" y="1053"/>
                        </a:lnTo>
                        <a:lnTo>
                          <a:pt x="1019" y="1054"/>
                        </a:lnTo>
                        <a:lnTo>
                          <a:pt x="1022" y="1054"/>
                        </a:lnTo>
                        <a:lnTo>
                          <a:pt x="1022" y="1056"/>
                        </a:lnTo>
                        <a:lnTo>
                          <a:pt x="1023" y="1056"/>
                        </a:lnTo>
                        <a:lnTo>
                          <a:pt x="1025" y="1054"/>
                        </a:lnTo>
                        <a:lnTo>
                          <a:pt x="1027" y="1056"/>
                        </a:lnTo>
                        <a:lnTo>
                          <a:pt x="1026" y="1056"/>
                        </a:lnTo>
                        <a:lnTo>
                          <a:pt x="1026" y="1057"/>
                        </a:lnTo>
                        <a:lnTo>
                          <a:pt x="1023" y="1058"/>
                        </a:lnTo>
                        <a:lnTo>
                          <a:pt x="1020" y="1058"/>
                        </a:lnTo>
                        <a:lnTo>
                          <a:pt x="1019" y="1060"/>
                        </a:lnTo>
                        <a:lnTo>
                          <a:pt x="1019" y="1061"/>
                        </a:lnTo>
                        <a:lnTo>
                          <a:pt x="1018" y="1061"/>
                        </a:lnTo>
                        <a:lnTo>
                          <a:pt x="1018" y="1062"/>
                        </a:lnTo>
                        <a:lnTo>
                          <a:pt x="1016" y="1062"/>
                        </a:lnTo>
                        <a:lnTo>
                          <a:pt x="1015" y="1062"/>
                        </a:lnTo>
                        <a:lnTo>
                          <a:pt x="1015" y="1064"/>
                        </a:lnTo>
                        <a:lnTo>
                          <a:pt x="1014" y="1065"/>
                        </a:lnTo>
                        <a:lnTo>
                          <a:pt x="1011" y="1065"/>
                        </a:lnTo>
                        <a:lnTo>
                          <a:pt x="1010" y="1066"/>
                        </a:lnTo>
                        <a:lnTo>
                          <a:pt x="1008" y="1068"/>
                        </a:lnTo>
                        <a:lnTo>
                          <a:pt x="1010" y="1069"/>
                        </a:lnTo>
                        <a:lnTo>
                          <a:pt x="1010" y="1069"/>
                        </a:lnTo>
                        <a:lnTo>
                          <a:pt x="1012" y="1069"/>
                        </a:lnTo>
                        <a:lnTo>
                          <a:pt x="1012" y="1068"/>
                        </a:lnTo>
                        <a:lnTo>
                          <a:pt x="1014" y="1068"/>
                        </a:lnTo>
                        <a:lnTo>
                          <a:pt x="1015" y="1068"/>
                        </a:lnTo>
                        <a:lnTo>
                          <a:pt x="1015" y="1069"/>
                        </a:lnTo>
                        <a:lnTo>
                          <a:pt x="1015" y="1069"/>
                        </a:lnTo>
                        <a:lnTo>
                          <a:pt x="1018" y="1069"/>
                        </a:lnTo>
                        <a:lnTo>
                          <a:pt x="1019" y="1068"/>
                        </a:lnTo>
                        <a:lnTo>
                          <a:pt x="1019" y="1066"/>
                        </a:lnTo>
                        <a:lnTo>
                          <a:pt x="1020" y="1066"/>
                        </a:lnTo>
                        <a:lnTo>
                          <a:pt x="1020" y="1065"/>
                        </a:lnTo>
                        <a:lnTo>
                          <a:pt x="1020" y="1062"/>
                        </a:lnTo>
                        <a:lnTo>
                          <a:pt x="1022" y="1062"/>
                        </a:lnTo>
                        <a:lnTo>
                          <a:pt x="1025" y="1060"/>
                        </a:lnTo>
                        <a:lnTo>
                          <a:pt x="1026" y="1058"/>
                        </a:lnTo>
                        <a:lnTo>
                          <a:pt x="1027" y="1060"/>
                        </a:lnTo>
                        <a:lnTo>
                          <a:pt x="1029" y="1060"/>
                        </a:lnTo>
                        <a:lnTo>
                          <a:pt x="1027" y="1061"/>
                        </a:lnTo>
                        <a:lnTo>
                          <a:pt x="1029" y="1061"/>
                        </a:lnTo>
                        <a:lnTo>
                          <a:pt x="1030" y="1060"/>
                        </a:lnTo>
                        <a:lnTo>
                          <a:pt x="1031" y="1057"/>
                        </a:lnTo>
                        <a:lnTo>
                          <a:pt x="1033" y="1054"/>
                        </a:lnTo>
                        <a:lnTo>
                          <a:pt x="1033" y="1052"/>
                        </a:lnTo>
                        <a:lnTo>
                          <a:pt x="1033" y="1050"/>
                        </a:lnTo>
                        <a:lnTo>
                          <a:pt x="1034" y="1050"/>
                        </a:lnTo>
                        <a:lnTo>
                          <a:pt x="1034" y="1052"/>
                        </a:lnTo>
                        <a:lnTo>
                          <a:pt x="1035" y="1052"/>
                        </a:lnTo>
                        <a:lnTo>
                          <a:pt x="1037" y="1053"/>
                        </a:lnTo>
                        <a:lnTo>
                          <a:pt x="1037" y="1056"/>
                        </a:lnTo>
                        <a:lnTo>
                          <a:pt x="1037" y="1057"/>
                        </a:lnTo>
                        <a:lnTo>
                          <a:pt x="1037" y="1058"/>
                        </a:lnTo>
                        <a:lnTo>
                          <a:pt x="1037" y="1060"/>
                        </a:lnTo>
                        <a:lnTo>
                          <a:pt x="1037" y="1061"/>
                        </a:lnTo>
                        <a:lnTo>
                          <a:pt x="1034" y="1064"/>
                        </a:lnTo>
                        <a:lnTo>
                          <a:pt x="1033" y="1068"/>
                        </a:lnTo>
                        <a:lnTo>
                          <a:pt x="1033" y="1069"/>
                        </a:lnTo>
                        <a:lnTo>
                          <a:pt x="1031" y="1071"/>
                        </a:lnTo>
                        <a:lnTo>
                          <a:pt x="1031" y="1072"/>
                        </a:lnTo>
                        <a:lnTo>
                          <a:pt x="1033" y="1072"/>
                        </a:lnTo>
                        <a:lnTo>
                          <a:pt x="1035" y="1071"/>
                        </a:lnTo>
                        <a:lnTo>
                          <a:pt x="1037" y="1068"/>
                        </a:lnTo>
                        <a:lnTo>
                          <a:pt x="1038" y="1068"/>
                        </a:lnTo>
                        <a:lnTo>
                          <a:pt x="1039" y="1065"/>
                        </a:lnTo>
                        <a:lnTo>
                          <a:pt x="1041" y="1064"/>
                        </a:lnTo>
                        <a:lnTo>
                          <a:pt x="1041" y="1064"/>
                        </a:lnTo>
                        <a:lnTo>
                          <a:pt x="1044" y="1064"/>
                        </a:lnTo>
                        <a:lnTo>
                          <a:pt x="1044" y="1065"/>
                        </a:lnTo>
                        <a:lnTo>
                          <a:pt x="1042" y="1065"/>
                        </a:lnTo>
                        <a:lnTo>
                          <a:pt x="1039" y="1068"/>
                        </a:lnTo>
                        <a:lnTo>
                          <a:pt x="1039" y="1069"/>
                        </a:lnTo>
                        <a:lnTo>
                          <a:pt x="1039" y="1072"/>
                        </a:lnTo>
                        <a:lnTo>
                          <a:pt x="1039" y="1072"/>
                        </a:lnTo>
                        <a:lnTo>
                          <a:pt x="1039" y="1075"/>
                        </a:lnTo>
                        <a:lnTo>
                          <a:pt x="1041" y="1076"/>
                        </a:lnTo>
                        <a:lnTo>
                          <a:pt x="1042" y="1075"/>
                        </a:lnTo>
                        <a:lnTo>
                          <a:pt x="1044" y="1073"/>
                        </a:lnTo>
                        <a:lnTo>
                          <a:pt x="1044" y="1073"/>
                        </a:lnTo>
                        <a:lnTo>
                          <a:pt x="1045" y="1073"/>
                        </a:lnTo>
                        <a:lnTo>
                          <a:pt x="1045" y="1073"/>
                        </a:lnTo>
                        <a:lnTo>
                          <a:pt x="1045" y="1075"/>
                        </a:lnTo>
                        <a:lnTo>
                          <a:pt x="1046" y="1075"/>
                        </a:lnTo>
                        <a:lnTo>
                          <a:pt x="1049" y="1075"/>
                        </a:lnTo>
                        <a:lnTo>
                          <a:pt x="1049" y="1073"/>
                        </a:lnTo>
                        <a:lnTo>
                          <a:pt x="1049" y="1072"/>
                        </a:lnTo>
                        <a:lnTo>
                          <a:pt x="1050" y="1071"/>
                        </a:lnTo>
                        <a:lnTo>
                          <a:pt x="1050" y="1069"/>
                        </a:lnTo>
                        <a:lnTo>
                          <a:pt x="1050" y="1069"/>
                        </a:lnTo>
                        <a:lnTo>
                          <a:pt x="1050" y="1068"/>
                        </a:lnTo>
                        <a:lnTo>
                          <a:pt x="1050" y="1066"/>
                        </a:lnTo>
                        <a:lnTo>
                          <a:pt x="1050" y="1064"/>
                        </a:lnTo>
                        <a:lnTo>
                          <a:pt x="1053" y="1061"/>
                        </a:lnTo>
                        <a:lnTo>
                          <a:pt x="1054" y="1058"/>
                        </a:lnTo>
                        <a:lnTo>
                          <a:pt x="1054" y="1054"/>
                        </a:lnTo>
                        <a:lnTo>
                          <a:pt x="1054" y="1053"/>
                        </a:lnTo>
                        <a:lnTo>
                          <a:pt x="1053" y="1053"/>
                        </a:lnTo>
                        <a:lnTo>
                          <a:pt x="1053" y="1054"/>
                        </a:lnTo>
                        <a:lnTo>
                          <a:pt x="1053" y="1056"/>
                        </a:lnTo>
                        <a:lnTo>
                          <a:pt x="1050" y="1057"/>
                        </a:lnTo>
                        <a:lnTo>
                          <a:pt x="1049" y="1060"/>
                        </a:lnTo>
                        <a:lnTo>
                          <a:pt x="1048" y="1060"/>
                        </a:lnTo>
                        <a:lnTo>
                          <a:pt x="1046" y="1058"/>
                        </a:lnTo>
                        <a:lnTo>
                          <a:pt x="1048" y="1056"/>
                        </a:lnTo>
                        <a:lnTo>
                          <a:pt x="1048" y="1054"/>
                        </a:lnTo>
                        <a:lnTo>
                          <a:pt x="1049" y="1052"/>
                        </a:lnTo>
                        <a:lnTo>
                          <a:pt x="1050" y="1052"/>
                        </a:lnTo>
                        <a:lnTo>
                          <a:pt x="1052" y="1049"/>
                        </a:lnTo>
                        <a:lnTo>
                          <a:pt x="1053" y="1049"/>
                        </a:lnTo>
                        <a:lnTo>
                          <a:pt x="1054" y="1049"/>
                        </a:lnTo>
                        <a:lnTo>
                          <a:pt x="1053" y="1047"/>
                        </a:lnTo>
                        <a:lnTo>
                          <a:pt x="1052" y="1049"/>
                        </a:lnTo>
                        <a:lnTo>
                          <a:pt x="1052" y="1049"/>
                        </a:lnTo>
                        <a:lnTo>
                          <a:pt x="1049" y="1049"/>
                        </a:lnTo>
                        <a:lnTo>
                          <a:pt x="1048" y="1050"/>
                        </a:lnTo>
                        <a:lnTo>
                          <a:pt x="1046" y="1052"/>
                        </a:lnTo>
                        <a:lnTo>
                          <a:pt x="1046" y="1053"/>
                        </a:lnTo>
                        <a:lnTo>
                          <a:pt x="1042" y="1054"/>
                        </a:lnTo>
                        <a:lnTo>
                          <a:pt x="1042" y="1056"/>
                        </a:lnTo>
                        <a:lnTo>
                          <a:pt x="1041" y="1057"/>
                        </a:lnTo>
                        <a:lnTo>
                          <a:pt x="1039" y="1056"/>
                        </a:lnTo>
                        <a:lnTo>
                          <a:pt x="1039" y="1054"/>
                        </a:lnTo>
                        <a:lnTo>
                          <a:pt x="1038" y="1052"/>
                        </a:lnTo>
                        <a:lnTo>
                          <a:pt x="1038" y="1050"/>
                        </a:lnTo>
                        <a:lnTo>
                          <a:pt x="1039" y="1052"/>
                        </a:lnTo>
                        <a:lnTo>
                          <a:pt x="1039" y="1052"/>
                        </a:lnTo>
                        <a:lnTo>
                          <a:pt x="1042" y="1049"/>
                        </a:lnTo>
                        <a:lnTo>
                          <a:pt x="1041" y="1050"/>
                        </a:lnTo>
                        <a:lnTo>
                          <a:pt x="1038" y="1049"/>
                        </a:lnTo>
                        <a:lnTo>
                          <a:pt x="1039" y="1049"/>
                        </a:lnTo>
                        <a:lnTo>
                          <a:pt x="1042" y="1049"/>
                        </a:lnTo>
                        <a:lnTo>
                          <a:pt x="1039" y="1049"/>
                        </a:lnTo>
                        <a:lnTo>
                          <a:pt x="1039" y="1047"/>
                        </a:lnTo>
                        <a:lnTo>
                          <a:pt x="1039" y="1046"/>
                        </a:lnTo>
                        <a:lnTo>
                          <a:pt x="1039" y="1045"/>
                        </a:lnTo>
                        <a:lnTo>
                          <a:pt x="1042" y="1045"/>
                        </a:lnTo>
                        <a:lnTo>
                          <a:pt x="1042" y="1045"/>
                        </a:lnTo>
                        <a:lnTo>
                          <a:pt x="1045" y="1043"/>
                        </a:lnTo>
                        <a:lnTo>
                          <a:pt x="1046" y="1041"/>
                        </a:lnTo>
                        <a:lnTo>
                          <a:pt x="1048" y="1041"/>
                        </a:lnTo>
                        <a:lnTo>
                          <a:pt x="1049" y="1042"/>
                        </a:lnTo>
                        <a:lnTo>
                          <a:pt x="1052" y="1039"/>
                        </a:lnTo>
                        <a:lnTo>
                          <a:pt x="1052" y="1038"/>
                        </a:lnTo>
                        <a:lnTo>
                          <a:pt x="1052" y="1037"/>
                        </a:lnTo>
                        <a:lnTo>
                          <a:pt x="1052" y="1034"/>
                        </a:lnTo>
                        <a:lnTo>
                          <a:pt x="1049" y="1037"/>
                        </a:lnTo>
                        <a:lnTo>
                          <a:pt x="1048" y="1038"/>
                        </a:lnTo>
                        <a:lnTo>
                          <a:pt x="1048" y="1037"/>
                        </a:lnTo>
                        <a:lnTo>
                          <a:pt x="1046" y="1037"/>
                        </a:lnTo>
                        <a:lnTo>
                          <a:pt x="1046" y="1038"/>
                        </a:lnTo>
                        <a:lnTo>
                          <a:pt x="1046" y="1039"/>
                        </a:lnTo>
                        <a:lnTo>
                          <a:pt x="1045" y="1039"/>
                        </a:lnTo>
                        <a:lnTo>
                          <a:pt x="1044" y="1039"/>
                        </a:lnTo>
                        <a:lnTo>
                          <a:pt x="1042" y="1041"/>
                        </a:lnTo>
                        <a:lnTo>
                          <a:pt x="1041" y="1042"/>
                        </a:lnTo>
                        <a:lnTo>
                          <a:pt x="1041" y="1043"/>
                        </a:lnTo>
                        <a:lnTo>
                          <a:pt x="1039" y="1043"/>
                        </a:lnTo>
                        <a:lnTo>
                          <a:pt x="1039" y="1042"/>
                        </a:lnTo>
                        <a:lnTo>
                          <a:pt x="1039" y="1041"/>
                        </a:lnTo>
                        <a:lnTo>
                          <a:pt x="1039" y="1042"/>
                        </a:lnTo>
                        <a:lnTo>
                          <a:pt x="1038" y="1042"/>
                        </a:lnTo>
                        <a:lnTo>
                          <a:pt x="1039" y="1041"/>
                        </a:lnTo>
                        <a:lnTo>
                          <a:pt x="1041" y="1039"/>
                        </a:lnTo>
                        <a:lnTo>
                          <a:pt x="1041" y="1039"/>
                        </a:lnTo>
                        <a:lnTo>
                          <a:pt x="1039" y="1038"/>
                        </a:lnTo>
                        <a:lnTo>
                          <a:pt x="1041" y="1037"/>
                        </a:lnTo>
                        <a:lnTo>
                          <a:pt x="1042" y="1035"/>
                        </a:lnTo>
                        <a:lnTo>
                          <a:pt x="1041" y="1034"/>
                        </a:lnTo>
                        <a:lnTo>
                          <a:pt x="1039" y="1035"/>
                        </a:lnTo>
                        <a:lnTo>
                          <a:pt x="1041" y="1034"/>
                        </a:lnTo>
                        <a:lnTo>
                          <a:pt x="1041" y="1033"/>
                        </a:lnTo>
                        <a:lnTo>
                          <a:pt x="1039" y="1033"/>
                        </a:lnTo>
                        <a:lnTo>
                          <a:pt x="1038" y="1033"/>
                        </a:lnTo>
                        <a:lnTo>
                          <a:pt x="1035" y="1033"/>
                        </a:lnTo>
                        <a:lnTo>
                          <a:pt x="1038" y="1033"/>
                        </a:lnTo>
                        <a:lnTo>
                          <a:pt x="1039" y="1033"/>
                        </a:lnTo>
                        <a:lnTo>
                          <a:pt x="1041" y="1031"/>
                        </a:lnTo>
                        <a:lnTo>
                          <a:pt x="1044" y="1031"/>
                        </a:lnTo>
                        <a:lnTo>
                          <a:pt x="1044" y="1030"/>
                        </a:lnTo>
                        <a:lnTo>
                          <a:pt x="1045" y="1030"/>
                        </a:lnTo>
                        <a:lnTo>
                          <a:pt x="1046" y="1028"/>
                        </a:lnTo>
                        <a:lnTo>
                          <a:pt x="1046" y="1027"/>
                        </a:lnTo>
                        <a:lnTo>
                          <a:pt x="1048" y="1026"/>
                        </a:lnTo>
                        <a:lnTo>
                          <a:pt x="1048" y="1024"/>
                        </a:lnTo>
                        <a:lnTo>
                          <a:pt x="1046" y="1023"/>
                        </a:lnTo>
                        <a:lnTo>
                          <a:pt x="1044" y="1020"/>
                        </a:lnTo>
                        <a:lnTo>
                          <a:pt x="1042" y="1020"/>
                        </a:lnTo>
                        <a:lnTo>
                          <a:pt x="1039" y="1022"/>
                        </a:lnTo>
                        <a:lnTo>
                          <a:pt x="1038" y="1022"/>
                        </a:lnTo>
                        <a:lnTo>
                          <a:pt x="1038" y="1023"/>
                        </a:lnTo>
                        <a:lnTo>
                          <a:pt x="1037" y="1024"/>
                        </a:lnTo>
                        <a:lnTo>
                          <a:pt x="1037" y="1027"/>
                        </a:lnTo>
                        <a:lnTo>
                          <a:pt x="1035" y="1028"/>
                        </a:lnTo>
                        <a:lnTo>
                          <a:pt x="1035" y="1027"/>
                        </a:lnTo>
                        <a:lnTo>
                          <a:pt x="1037" y="1024"/>
                        </a:lnTo>
                        <a:lnTo>
                          <a:pt x="1035" y="1023"/>
                        </a:lnTo>
                        <a:lnTo>
                          <a:pt x="1037" y="1022"/>
                        </a:lnTo>
                        <a:lnTo>
                          <a:pt x="1037" y="1020"/>
                        </a:lnTo>
                        <a:lnTo>
                          <a:pt x="1037" y="1020"/>
                        </a:lnTo>
                        <a:lnTo>
                          <a:pt x="1034" y="1022"/>
                        </a:lnTo>
                        <a:lnTo>
                          <a:pt x="1034" y="1023"/>
                        </a:lnTo>
                        <a:lnTo>
                          <a:pt x="1033" y="1024"/>
                        </a:lnTo>
                        <a:lnTo>
                          <a:pt x="1031" y="1023"/>
                        </a:lnTo>
                        <a:lnTo>
                          <a:pt x="1030" y="1024"/>
                        </a:lnTo>
                        <a:lnTo>
                          <a:pt x="1029" y="1024"/>
                        </a:lnTo>
                        <a:lnTo>
                          <a:pt x="1029" y="1023"/>
                        </a:lnTo>
                        <a:lnTo>
                          <a:pt x="1026" y="1024"/>
                        </a:lnTo>
                        <a:lnTo>
                          <a:pt x="1026" y="1027"/>
                        </a:lnTo>
                        <a:lnTo>
                          <a:pt x="1025" y="1028"/>
                        </a:lnTo>
                        <a:lnTo>
                          <a:pt x="1026" y="1027"/>
                        </a:lnTo>
                        <a:lnTo>
                          <a:pt x="1026" y="1024"/>
                        </a:lnTo>
                        <a:lnTo>
                          <a:pt x="1027" y="1022"/>
                        </a:lnTo>
                        <a:lnTo>
                          <a:pt x="1027" y="1022"/>
                        </a:lnTo>
                        <a:lnTo>
                          <a:pt x="1026" y="1022"/>
                        </a:lnTo>
                        <a:lnTo>
                          <a:pt x="1025" y="1023"/>
                        </a:lnTo>
                        <a:lnTo>
                          <a:pt x="1023" y="1024"/>
                        </a:lnTo>
                        <a:lnTo>
                          <a:pt x="1023" y="1024"/>
                        </a:lnTo>
                        <a:lnTo>
                          <a:pt x="1023" y="1023"/>
                        </a:lnTo>
                        <a:lnTo>
                          <a:pt x="1025" y="1022"/>
                        </a:lnTo>
                        <a:lnTo>
                          <a:pt x="1023" y="1020"/>
                        </a:lnTo>
                        <a:lnTo>
                          <a:pt x="1022" y="1022"/>
                        </a:lnTo>
                        <a:lnTo>
                          <a:pt x="1019" y="1023"/>
                        </a:lnTo>
                        <a:lnTo>
                          <a:pt x="1019" y="1023"/>
                        </a:lnTo>
                        <a:lnTo>
                          <a:pt x="1018" y="1020"/>
                        </a:lnTo>
                        <a:lnTo>
                          <a:pt x="1018" y="1020"/>
                        </a:lnTo>
                        <a:lnTo>
                          <a:pt x="1015" y="1022"/>
                        </a:lnTo>
                        <a:lnTo>
                          <a:pt x="1014" y="1022"/>
                        </a:lnTo>
                        <a:lnTo>
                          <a:pt x="1014" y="1022"/>
                        </a:lnTo>
                        <a:lnTo>
                          <a:pt x="1016" y="1020"/>
                        </a:lnTo>
                        <a:lnTo>
                          <a:pt x="1018" y="1018"/>
                        </a:lnTo>
                        <a:lnTo>
                          <a:pt x="1018" y="1016"/>
                        </a:lnTo>
                        <a:lnTo>
                          <a:pt x="1018" y="1016"/>
                        </a:lnTo>
                        <a:lnTo>
                          <a:pt x="1016" y="1016"/>
                        </a:lnTo>
                        <a:lnTo>
                          <a:pt x="1014" y="1018"/>
                        </a:lnTo>
                        <a:lnTo>
                          <a:pt x="1015" y="1016"/>
                        </a:lnTo>
                        <a:lnTo>
                          <a:pt x="1018" y="1014"/>
                        </a:lnTo>
                        <a:lnTo>
                          <a:pt x="1020" y="1014"/>
                        </a:lnTo>
                        <a:lnTo>
                          <a:pt x="1020" y="1014"/>
                        </a:lnTo>
                        <a:lnTo>
                          <a:pt x="1023" y="1012"/>
                        </a:lnTo>
                        <a:lnTo>
                          <a:pt x="1025" y="1011"/>
                        </a:lnTo>
                        <a:lnTo>
                          <a:pt x="1025" y="1009"/>
                        </a:lnTo>
                        <a:lnTo>
                          <a:pt x="1023" y="1011"/>
                        </a:lnTo>
                        <a:lnTo>
                          <a:pt x="1020" y="1011"/>
                        </a:lnTo>
                        <a:lnTo>
                          <a:pt x="1019" y="1011"/>
                        </a:lnTo>
                        <a:lnTo>
                          <a:pt x="1018" y="1009"/>
                        </a:lnTo>
                        <a:lnTo>
                          <a:pt x="1016" y="1009"/>
                        </a:lnTo>
                        <a:lnTo>
                          <a:pt x="1015" y="1011"/>
                        </a:lnTo>
                        <a:lnTo>
                          <a:pt x="1016" y="1008"/>
                        </a:lnTo>
                        <a:lnTo>
                          <a:pt x="1018" y="1007"/>
                        </a:lnTo>
                        <a:lnTo>
                          <a:pt x="1016" y="1007"/>
                        </a:lnTo>
                        <a:lnTo>
                          <a:pt x="1015" y="1007"/>
                        </a:lnTo>
                        <a:lnTo>
                          <a:pt x="1014" y="1008"/>
                        </a:lnTo>
                        <a:lnTo>
                          <a:pt x="1012" y="1009"/>
                        </a:lnTo>
                        <a:lnTo>
                          <a:pt x="1011" y="1012"/>
                        </a:lnTo>
                        <a:lnTo>
                          <a:pt x="1010" y="1012"/>
                        </a:lnTo>
                        <a:lnTo>
                          <a:pt x="1010" y="1014"/>
                        </a:lnTo>
                        <a:lnTo>
                          <a:pt x="1007" y="1015"/>
                        </a:lnTo>
                        <a:lnTo>
                          <a:pt x="1006" y="1018"/>
                        </a:lnTo>
                        <a:lnTo>
                          <a:pt x="1006" y="1015"/>
                        </a:lnTo>
                        <a:lnTo>
                          <a:pt x="1006" y="1014"/>
                        </a:lnTo>
                        <a:lnTo>
                          <a:pt x="1007" y="1011"/>
                        </a:lnTo>
                        <a:lnTo>
                          <a:pt x="1007" y="1009"/>
                        </a:lnTo>
                        <a:lnTo>
                          <a:pt x="1008" y="1007"/>
                        </a:lnTo>
                        <a:lnTo>
                          <a:pt x="1010" y="1005"/>
                        </a:lnTo>
                        <a:lnTo>
                          <a:pt x="1010" y="1004"/>
                        </a:lnTo>
                        <a:lnTo>
                          <a:pt x="1011" y="1003"/>
                        </a:lnTo>
                        <a:lnTo>
                          <a:pt x="1012" y="1003"/>
                        </a:lnTo>
                        <a:lnTo>
                          <a:pt x="1014" y="1000"/>
                        </a:lnTo>
                        <a:lnTo>
                          <a:pt x="1015" y="999"/>
                        </a:lnTo>
                        <a:lnTo>
                          <a:pt x="1016" y="997"/>
                        </a:lnTo>
                        <a:lnTo>
                          <a:pt x="1018" y="997"/>
                        </a:lnTo>
                        <a:lnTo>
                          <a:pt x="1018" y="996"/>
                        </a:lnTo>
                        <a:lnTo>
                          <a:pt x="1018" y="994"/>
                        </a:lnTo>
                        <a:lnTo>
                          <a:pt x="1019" y="993"/>
                        </a:lnTo>
                        <a:lnTo>
                          <a:pt x="1019" y="992"/>
                        </a:lnTo>
                        <a:lnTo>
                          <a:pt x="1019" y="993"/>
                        </a:lnTo>
                        <a:lnTo>
                          <a:pt x="1019" y="994"/>
                        </a:lnTo>
                        <a:lnTo>
                          <a:pt x="1020" y="996"/>
                        </a:lnTo>
                        <a:lnTo>
                          <a:pt x="1022" y="993"/>
                        </a:lnTo>
                        <a:lnTo>
                          <a:pt x="1025" y="990"/>
                        </a:lnTo>
                        <a:lnTo>
                          <a:pt x="1025" y="989"/>
                        </a:lnTo>
                        <a:lnTo>
                          <a:pt x="1025" y="988"/>
                        </a:lnTo>
                        <a:lnTo>
                          <a:pt x="1023" y="988"/>
                        </a:lnTo>
                        <a:lnTo>
                          <a:pt x="1022" y="988"/>
                        </a:lnTo>
                        <a:lnTo>
                          <a:pt x="1022" y="986"/>
                        </a:lnTo>
                        <a:lnTo>
                          <a:pt x="1020" y="985"/>
                        </a:lnTo>
                        <a:lnTo>
                          <a:pt x="1022" y="984"/>
                        </a:lnTo>
                        <a:lnTo>
                          <a:pt x="1023" y="984"/>
                        </a:lnTo>
                        <a:lnTo>
                          <a:pt x="1025" y="984"/>
                        </a:lnTo>
                        <a:lnTo>
                          <a:pt x="1027" y="985"/>
                        </a:lnTo>
                        <a:lnTo>
                          <a:pt x="1027" y="985"/>
                        </a:lnTo>
                        <a:lnTo>
                          <a:pt x="1029" y="984"/>
                        </a:lnTo>
                        <a:lnTo>
                          <a:pt x="1029" y="980"/>
                        </a:lnTo>
                        <a:lnTo>
                          <a:pt x="1027" y="980"/>
                        </a:lnTo>
                        <a:lnTo>
                          <a:pt x="1026" y="981"/>
                        </a:lnTo>
                        <a:lnTo>
                          <a:pt x="1026" y="981"/>
                        </a:lnTo>
                        <a:lnTo>
                          <a:pt x="1025" y="981"/>
                        </a:lnTo>
                        <a:lnTo>
                          <a:pt x="1025" y="980"/>
                        </a:lnTo>
                        <a:lnTo>
                          <a:pt x="1025" y="980"/>
                        </a:lnTo>
                        <a:lnTo>
                          <a:pt x="1023" y="980"/>
                        </a:lnTo>
                        <a:lnTo>
                          <a:pt x="1022" y="981"/>
                        </a:lnTo>
                        <a:lnTo>
                          <a:pt x="1020" y="981"/>
                        </a:lnTo>
                        <a:lnTo>
                          <a:pt x="1019" y="982"/>
                        </a:lnTo>
                        <a:lnTo>
                          <a:pt x="1018" y="984"/>
                        </a:lnTo>
                        <a:lnTo>
                          <a:pt x="1015" y="984"/>
                        </a:lnTo>
                        <a:lnTo>
                          <a:pt x="1012" y="985"/>
                        </a:lnTo>
                        <a:lnTo>
                          <a:pt x="1010" y="988"/>
                        </a:lnTo>
                        <a:lnTo>
                          <a:pt x="1010" y="989"/>
                        </a:lnTo>
                        <a:lnTo>
                          <a:pt x="1008" y="989"/>
                        </a:lnTo>
                        <a:lnTo>
                          <a:pt x="1007" y="989"/>
                        </a:lnTo>
                        <a:lnTo>
                          <a:pt x="1007" y="990"/>
                        </a:lnTo>
                        <a:lnTo>
                          <a:pt x="1008" y="990"/>
                        </a:lnTo>
                        <a:lnTo>
                          <a:pt x="1008" y="992"/>
                        </a:lnTo>
                        <a:lnTo>
                          <a:pt x="1008" y="992"/>
                        </a:lnTo>
                        <a:close/>
                        <a:moveTo>
                          <a:pt x="916" y="1018"/>
                        </a:moveTo>
                        <a:lnTo>
                          <a:pt x="919" y="1019"/>
                        </a:lnTo>
                        <a:lnTo>
                          <a:pt x="924" y="1023"/>
                        </a:lnTo>
                        <a:lnTo>
                          <a:pt x="927" y="1023"/>
                        </a:lnTo>
                        <a:lnTo>
                          <a:pt x="931" y="1023"/>
                        </a:lnTo>
                        <a:lnTo>
                          <a:pt x="932" y="1024"/>
                        </a:lnTo>
                        <a:lnTo>
                          <a:pt x="935" y="1024"/>
                        </a:lnTo>
                        <a:lnTo>
                          <a:pt x="936" y="1026"/>
                        </a:lnTo>
                        <a:lnTo>
                          <a:pt x="940" y="1024"/>
                        </a:lnTo>
                        <a:lnTo>
                          <a:pt x="940" y="1023"/>
                        </a:lnTo>
                        <a:lnTo>
                          <a:pt x="939" y="1022"/>
                        </a:lnTo>
                        <a:lnTo>
                          <a:pt x="938" y="1020"/>
                        </a:lnTo>
                        <a:lnTo>
                          <a:pt x="936" y="1019"/>
                        </a:lnTo>
                        <a:lnTo>
                          <a:pt x="935" y="1019"/>
                        </a:lnTo>
                        <a:lnTo>
                          <a:pt x="932" y="1016"/>
                        </a:lnTo>
                        <a:lnTo>
                          <a:pt x="929" y="1014"/>
                        </a:lnTo>
                        <a:lnTo>
                          <a:pt x="928" y="1014"/>
                        </a:lnTo>
                        <a:lnTo>
                          <a:pt x="925" y="1011"/>
                        </a:lnTo>
                        <a:lnTo>
                          <a:pt x="923" y="1009"/>
                        </a:lnTo>
                        <a:lnTo>
                          <a:pt x="919" y="1009"/>
                        </a:lnTo>
                        <a:lnTo>
                          <a:pt x="912" y="1007"/>
                        </a:lnTo>
                        <a:lnTo>
                          <a:pt x="909" y="1005"/>
                        </a:lnTo>
                        <a:lnTo>
                          <a:pt x="906" y="1007"/>
                        </a:lnTo>
                        <a:lnTo>
                          <a:pt x="908" y="1009"/>
                        </a:lnTo>
                        <a:lnTo>
                          <a:pt x="910" y="1011"/>
                        </a:lnTo>
                        <a:lnTo>
                          <a:pt x="914" y="1015"/>
                        </a:lnTo>
                        <a:lnTo>
                          <a:pt x="916" y="1018"/>
                        </a:lnTo>
                        <a:lnTo>
                          <a:pt x="916" y="1018"/>
                        </a:lnTo>
                        <a:lnTo>
                          <a:pt x="916" y="1018"/>
                        </a:lnTo>
                        <a:close/>
                        <a:moveTo>
                          <a:pt x="917" y="1083"/>
                        </a:moveTo>
                        <a:lnTo>
                          <a:pt x="914" y="1081"/>
                        </a:lnTo>
                        <a:lnTo>
                          <a:pt x="913" y="1079"/>
                        </a:lnTo>
                        <a:lnTo>
                          <a:pt x="906" y="1077"/>
                        </a:lnTo>
                        <a:lnTo>
                          <a:pt x="905" y="1077"/>
                        </a:lnTo>
                        <a:lnTo>
                          <a:pt x="905" y="1075"/>
                        </a:lnTo>
                        <a:lnTo>
                          <a:pt x="904" y="1073"/>
                        </a:lnTo>
                        <a:lnTo>
                          <a:pt x="902" y="1073"/>
                        </a:lnTo>
                        <a:lnTo>
                          <a:pt x="901" y="1072"/>
                        </a:lnTo>
                        <a:lnTo>
                          <a:pt x="900" y="1072"/>
                        </a:lnTo>
                        <a:lnTo>
                          <a:pt x="900" y="1069"/>
                        </a:lnTo>
                        <a:lnTo>
                          <a:pt x="898" y="1068"/>
                        </a:lnTo>
                        <a:lnTo>
                          <a:pt x="897" y="1068"/>
                        </a:lnTo>
                        <a:lnTo>
                          <a:pt x="897" y="1068"/>
                        </a:lnTo>
                        <a:lnTo>
                          <a:pt x="897" y="1065"/>
                        </a:lnTo>
                        <a:lnTo>
                          <a:pt x="902" y="1061"/>
                        </a:lnTo>
                        <a:lnTo>
                          <a:pt x="904" y="1064"/>
                        </a:lnTo>
                        <a:lnTo>
                          <a:pt x="901" y="1065"/>
                        </a:lnTo>
                        <a:lnTo>
                          <a:pt x="901" y="1066"/>
                        </a:lnTo>
                        <a:lnTo>
                          <a:pt x="902" y="1068"/>
                        </a:lnTo>
                        <a:lnTo>
                          <a:pt x="902" y="1071"/>
                        </a:lnTo>
                        <a:lnTo>
                          <a:pt x="905" y="1072"/>
                        </a:lnTo>
                        <a:lnTo>
                          <a:pt x="905" y="1071"/>
                        </a:lnTo>
                        <a:lnTo>
                          <a:pt x="908" y="1071"/>
                        </a:lnTo>
                        <a:lnTo>
                          <a:pt x="910" y="1073"/>
                        </a:lnTo>
                        <a:lnTo>
                          <a:pt x="912" y="1073"/>
                        </a:lnTo>
                        <a:lnTo>
                          <a:pt x="913" y="1075"/>
                        </a:lnTo>
                        <a:lnTo>
                          <a:pt x="917" y="1075"/>
                        </a:lnTo>
                        <a:lnTo>
                          <a:pt x="919" y="1073"/>
                        </a:lnTo>
                        <a:lnTo>
                          <a:pt x="921" y="1073"/>
                        </a:lnTo>
                        <a:lnTo>
                          <a:pt x="925" y="1073"/>
                        </a:lnTo>
                        <a:lnTo>
                          <a:pt x="924" y="1075"/>
                        </a:lnTo>
                        <a:lnTo>
                          <a:pt x="921" y="1075"/>
                        </a:lnTo>
                        <a:lnTo>
                          <a:pt x="920" y="1077"/>
                        </a:lnTo>
                        <a:lnTo>
                          <a:pt x="920" y="1080"/>
                        </a:lnTo>
                        <a:lnTo>
                          <a:pt x="920" y="1083"/>
                        </a:lnTo>
                        <a:lnTo>
                          <a:pt x="917" y="1083"/>
                        </a:lnTo>
                        <a:lnTo>
                          <a:pt x="917" y="1083"/>
                        </a:lnTo>
                        <a:close/>
                        <a:moveTo>
                          <a:pt x="938" y="1092"/>
                        </a:moveTo>
                        <a:lnTo>
                          <a:pt x="938" y="1091"/>
                        </a:lnTo>
                        <a:lnTo>
                          <a:pt x="932" y="1088"/>
                        </a:lnTo>
                        <a:lnTo>
                          <a:pt x="932" y="1084"/>
                        </a:lnTo>
                        <a:lnTo>
                          <a:pt x="931" y="1083"/>
                        </a:lnTo>
                        <a:lnTo>
                          <a:pt x="932" y="1080"/>
                        </a:lnTo>
                        <a:lnTo>
                          <a:pt x="936" y="1079"/>
                        </a:lnTo>
                        <a:lnTo>
                          <a:pt x="939" y="1075"/>
                        </a:lnTo>
                        <a:lnTo>
                          <a:pt x="940" y="1073"/>
                        </a:lnTo>
                        <a:lnTo>
                          <a:pt x="942" y="1069"/>
                        </a:lnTo>
                        <a:lnTo>
                          <a:pt x="946" y="1066"/>
                        </a:lnTo>
                        <a:lnTo>
                          <a:pt x="947" y="1065"/>
                        </a:lnTo>
                        <a:lnTo>
                          <a:pt x="948" y="1065"/>
                        </a:lnTo>
                        <a:lnTo>
                          <a:pt x="948" y="1065"/>
                        </a:lnTo>
                        <a:lnTo>
                          <a:pt x="948" y="1068"/>
                        </a:lnTo>
                        <a:lnTo>
                          <a:pt x="950" y="1068"/>
                        </a:lnTo>
                        <a:lnTo>
                          <a:pt x="950" y="1069"/>
                        </a:lnTo>
                        <a:lnTo>
                          <a:pt x="947" y="1075"/>
                        </a:lnTo>
                        <a:lnTo>
                          <a:pt x="946" y="1077"/>
                        </a:lnTo>
                        <a:lnTo>
                          <a:pt x="948" y="1077"/>
                        </a:lnTo>
                        <a:lnTo>
                          <a:pt x="950" y="1080"/>
                        </a:lnTo>
                        <a:lnTo>
                          <a:pt x="948" y="1081"/>
                        </a:lnTo>
                        <a:lnTo>
                          <a:pt x="948" y="1083"/>
                        </a:lnTo>
                        <a:lnTo>
                          <a:pt x="951" y="1081"/>
                        </a:lnTo>
                        <a:lnTo>
                          <a:pt x="951" y="1080"/>
                        </a:lnTo>
                        <a:lnTo>
                          <a:pt x="953" y="1079"/>
                        </a:lnTo>
                        <a:lnTo>
                          <a:pt x="955" y="1080"/>
                        </a:lnTo>
                        <a:lnTo>
                          <a:pt x="955" y="1083"/>
                        </a:lnTo>
                        <a:lnTo>
                          <a:pt x="957" y="1084"/>
                        </a:lnTo>
                        <a:lnTo>
                          <a:pt x="954" y="1086"/>
                        </a:lnTo>
                        <a:lnTo>
                          <a:pt x="953" y="1087"/>
                        </a:lnTo>
                        <a:lnTo>
                          <a:pt x="948" y="1087"/>
                        </a:lnTo>
                        <a:lnTo>
                          <a:pt x="944" y="1091"/>
                        </a:lnTo>
                        <a:lnTo>
                          <a:pt x="942" y="1091"/>
                        </a:lnTo>
                        <a:lnTo>
                          <a:pt x="940" y="1090"/>
                        </a:lnTo>
                        <a:lnTo>
                          <a:pt x="939" y="1090"/>
                        </a:lnTo>
                        <a:lnTo>
                          <a:pt x="939" y="1092"/>
                        </a:lnTo>
                        <a:lnTo>
                          <a:pt x="938" y="1092"/>
                        </a:lnTo>
                        <a:lnTo>
                          <a:pt x="938" y="1092"/>
                        </a:lnTo>
                        <a:close/>
                        <a:moveTo>
                          <a:pt x="718" y="921"/>
                        </a:moveTo>
                        <a:lnTo>
                          <a:pt x="718" y="924"/>
                        </a:lnTo>
                        <a:lnTo>
                          <a:pt x="719" y="925"/>
                        </a:lnTo>
                        <a:lnTo>
                          <a:pt x="719" y="924"/>
                        </a:lnTo>
                        <a:lnTo>
                          <a:pt x="719" y="920"/>
                        </a:lnTo>
                        <a:lnTo>
                          <a:pt x="719" y="921"/>
                        </a:lnTo>
                        <a:lnTo>
                          <a:pt x="718" y="921"/>
                        </a:lnTo>
                        <a:lnTo>
                          <a:pt x="718" y="921"/>
                        </a:lnTo>
                        <a:close/>
                        <a:moveTo>
                          <a:pt x="718" y="952"/>
                        </a:moveTo>
                        <a:lnTo>
                          <a:pt x="719" y="951"/>
                        </a:lnTo>
                        <a:lnTo>
                          <a:pt x="720" y="950"/>
                        </a:lnTo>
                        <a:lnTo>
                          <a:pt x="722" y="950"/>
                        </a:lnTo>
                        <a:lnTo>
                          <a:pt x="722" y="951"/>
                        </a:lnTo>
                        <a:lnTo>
                          <a:pt x="719" y="954"/>
                        </a:lnTo>
                        <a:lnTo>
                          <a:pt x="718" y="952"/>
                        </a:lnTo>
                        <a:lnTo>
                          <a:pt x="718" y="952"/>
                        </a:lnTo>
                        <a:close/>
                        <a:moveTo>
                          <a:pt x="692" y="931"/>
                        </a:moveTo>
                        <a:lnTo>
                          <a:pt x="694" y="927"/>
                        </a:lnTo>
                        <a:lnTo>
                          <a:pt x="696" y="927"/>
                        </a:lnTo>
                        <a:lnTo>
                          <a:pt x="696" y="925"/>
                        </a:lnTo>
                        <a:lnTo>
                          <a:pt x="697" y="924"/>
                        </a:lnTo>
                        <a:lnTo>
                          <a:pt x="700" y="924"/>
                        </a:lnTo>
                        <a:lnTo>
                          <a:pt x="701" y="925"/>
                        </a:lnTo>
                        <a:lnTo>
                          <a:pt x="704" y="925"/>
                        </a:lnTo>
                        <a:lnTo>
                          <a:pt x="707" y="928"/>
                        </a:lnTo>
                        <a:lnTo>
                          <a:pt x="708" y="931"/>
                        </a:lnTo>
                        <a:lnTo>
                          <a:pt x="708" y="932"/>
                        </a:lnTo>
                        <a:lnTo>
                          <a:pt x="708" y="935"/>
                        </a:lnTo>
                        <a:lnTo>
                          <a:pt x="701" y="933"/>
                        </a:lnTo>
                        <a:lnTo>
                          <a:pt x="698" y="932"/>
                        </a:lnTo>
                        <a:lnTo>
                          <a:pt x="696" y="931"/>
                        </a:lnTo>
                        <a:lnTo>
                          <a:pt x="696" y="933"/>
                        </a:lnTo>
                        <a:lnTo>
                          <a:pt x="696" y="933"/>
                        </a:lnTo>
                        <a:lnTo>
                          <a:pt x="694" y="932"/>
                        </a:lnTo>
                        <a:lnTo>
                          <a:pt x="694" y="931"/>
                        </a:lnTo>
                        <a:lnTo>
                          <a:pt x="692" y="932"/>
                        </a:lnTo>
                        <a:lnTo>
                          <a:pt x="692" y="931"/>
                        </a:lnTo>
                        <a:lnTo>
                          <a:pt x="692" y="931"/>
                        </a:lnTo>
                        <a:close/>
                        <a:moveTo>
                          <a:pt x="109" y="941"/>
                        </a:moveTo>
                        <a:lnTo>
                          <a:pt x="112" y="944"/>
                        </a:lnTo>
                        <a:lnTo>
                          <a:pt x="114" y="948"/>
                        </a:lnTo>
                        <a:lnTo>
                          <a:pt x="114" y="950"/>
                        </a:lnTo>
                        <a:lnTo>
                          <a:pt x="110" y="946"/>
                        </a:lnTo>
                        <a:lnTo>
                          <a:pt x="109" y="941"/>
                        </a:lnTo>
                        <a:lnTo>
                          <a:pt x="109" y="941"/>
                        </a:lnTo>
                        <a:close/>
                        <a:moveTo>
                          <a:pt x="103" y="935"/>
                        </a:moveTo>
                        <a:lnTo>
                          <a:pt x="103" y="931"/>
                        </a:lnTo>
                        <a:lnTo>
                          <a:pt x="105" y="931"/>
                        </a:lnTo>
                        <a:lnTo>
                          <a:pt x="103" y="935"/>
                        </a:lnTo>
                        <a:lnTo>
                          <a:pt x="103" y="935"/>
                        </a:lnTo>
                        <a:close/>
                        <a:moveTo>
                          <a:pt x="88" y="921"/>
                        </a:moveTo>
                        <a:lnTo>
                          <a:pt x="93" y="924"/>
                        </a:lnTo>
                        <a:lnTo>
                          <a:pt x="93" y="921"/>
                        </a:lnTo>
                        <a:lnTo>
                          <a:pt x="88" y="921"/>
                        </a:lnTo>
                        <a:lnTo>
                          <a:pt x="88" y="921"/>
                        </a:lnTo>
                        <a:close/>
                        <a:moveTo>
                          <a:pt x="64" y="912"/>
                        </a:moveTo>
                        <a:lnTo>
                          <a:pt x="65" y="916"/>
                        </a:lnTo>
                        <a:lnTo>
                          <a:pt x="67" y="916"/>
                        </a:lnTo>
                        <a:lnTo>
                          <a:pt x="68" y="918"/>
                        </a:lnTo>
                        <a:lnTo>
                          <a:pt x="75" y="920"/>
                        </a:lnTo>
                        <a:lnTo>
                          <a:pt x="72" y="921"/>
                        </a:lnTo>
                        <a:lnTo>
                          <a:pt x="69" y="921"/>
                        </a:lnTo>
                        <a:lnTo>
                          <a:pt x="67" y="924"/>
                        </a:lnTo>
                        <a:lnTo>
                          <a:pt x="68" y="925"/>
                        </a:lnTo>
                        <a:lnTo>
                          <a:pt x="67" y="929"/>
                        </a:lnTo>
                        <a:lnTo>
                          <a:pt x="68" y="929"/>
                        </a:lnTo>
                        <a:lnTo>
                          <a:pt x="71" y="928"/>
                        </a:lnTo>
                        <a:lnTo>
                          <a:pt x="71" y="931"/>
                        </a:lnTo>
                        <a:lnTo>
                          <a:pt x="75" y="931"/>
                        </a:lnTo>
                        <a:lnTo>
                          <a:pt x="75" y="933"/>
                        </a:lnTo>
                        <a:lnTo>
                          <a:pt x="78" y="936"/>
                        </a:lnTo>
                        <a:lnTo>
                          <a:pt x="80" y="935"/>
                        </a:lnTo>
                        <a:lnTo>
                          <a:pt x="76" y="939"/>
                        </a:lnTo>
                        <a:lnTo>
                          <a:pt x="79" y="941"/>
                        </a:lnTo>
                        <a:lnTo>
                          <a:pt x="80" y="941"/>
                        </a:lnTo>
                        <a:lnTo>
                          <a:pt x="80" y="939"/>
                        </a:lnTo>
                        <a:lnTo>
                          <a:pt x="84" y="937"/>
                        </a:lnTo>
                        <a:lnTo>
                          <a:pt x="83" y="941"/>
                        </a:lnTo>
                        <a:lnTo>
                          <a:pt x="82" y="943"/>
                        </a:lnTo>
                        <a:lnTo>
                          <a:pt x="82" y="946"/>
                        </a:lnTo>
                        <a:lnTo>
                          <a:pt x="83" y="946"/>
                        </a:lnTo>
                        <a:lnTo>
                          <a:pt x="83" y="948"/>
                        </a:lnTo>
                        <a:lnTo>
                          <a:pt x="88" y="948"/>
                        </a:lnTo>
                        <a:lnTo>
                          <a:pt x="88" y="950"/>
                        </a:lnTo>
                        <a:lnTo>
                          <a:pt x="90" y="951"/>
                        </a:lnTo>
                        <a:lnTo>
                          <a:pt x="91" y="954"/>
                        </a:lnTo>
                        <a:lnTo>
                          <a:pt x="90" y="956"/>
                        </a:lnTo>
                        <a:lnTo>
                          <a:pt x="94" y="959"/>
                        </a:lnTo>
                        <a:lnTo>
                          <a:pt x="95" y="956"/>
                        </a:lnTo>
                        <a:lnTo>
                          <a:pt x="97" y="958"/>
                        </a:lnTo>
                        <a:lnTo>
                          <a:pt x="99" y="958"/>
                        </a:lnTo>
                        <a:lnTo>
                          <a:pt x="95" y="962"/>
                        </a:lnTo>
                        <a:lnTo>
                          <a:pt x="101" y="967"/>
                        </a:lnTo>
                        <a:lnTo>
                          <a:pt x="102" y="969"/>
                        </a:lnTo>
                        <a:lnTo>
                          <a:pt x="103" y="970"/>
                        </a:lnTo>
                        <a:lnTo>
                          <a:pt x="113" y="975"/>
                        </a:lnTo>
                        <a:lnTo>
                          <a:pt x="114" y="974"/>
                        </a:lnTo>
                        <a:lnTo>
                          <a:pt x="116" y="974"/>
                        </a:lnTo>
                        <a:lnTo>
                          <a:pt x="114" y="967"/>
                        </a:lnTo>
                        <a:lnTo>
                          <a:pt x="114" y="963"/>
                        </a:lnTo>
                        <a:lnTo>
                          <a:pt x="114" y="962"/>
                        </a:lnTo>
                        <a:lnTo>
                          <a:pt x="114" y="956"/>
                        </a:lnTo>
                        <a:lnTo>
                          <a:pt x="112" y="952"/>
                        </a:lnTo>
                        <a:lnTo>
                          <a:pt x="106" y="948"/>
                        </a:lnTo>
                        <a:lnTo>
                          <a:pt x="105" y="940"/>
                        </a:lnTo>
                        <a:lnTo>
                          <a:pt x="102" y="935"/>
                        </a:lnTo>
                        <a:lnTo>
                          <a:pt x="102" y="931"/>
                        </a:lnTo>
                        <a:lnTo>
                          <a:pt x="99" y="928"/>
                        </a:lnTo>
                        <a:lnTo>
                          <a:pt x="97" y="928"/>
                        </a:lnTo>
                        <a:lnTo>
                          <a:pt x="93" y="925"/>
                        </a:lnTo>
                        <a:lnTo>
                          <a:pt x="90" y="925"/>
                        </a:lnTo>
                        <a:lnTo>
                          <a:pt x="86" y="924"/>
                        </a:lnTo>
                        <a:lnTo>
                          <a:pt x="84" y="921"/>
                        </a:lnTo>
                        <a:lnTo>
                          <a:pt x="80" y="920"/>
                        </a:lnTo>
                        <a:lnTo>
                          <a:pt x="78" y="917"/>
                        </a:lnTo>
                        <a:lnTo>
                          <a:pt x="78" y="914"/>
                        </a:lnTo>
                        <a:lnTo>
                          <a:pt x="74" y="914"/>
                        </a:lnTo>
                        <a:lnTo>
                          <a:pt x="72" y="912"/>
                        </a:lnTo>
                        <a:lnTo>
                          <a:pt x="69" y="910"/>
                        </a:lnTo>
                        <a:lnTo>
                          <a:pt x="68" y="912"/>
                        </a:lnTo>
                        <a:lnTo>
                          <a:pt x="64" y="912"/>
                        </a:lnTo>
                        <a:lnTo>
                          <a:pt x="64" y="912"/>
                        </a:lnTo>
                        <a:close/>
                        <a:moveTo>
                          <a:pt x="90" y="917"/>
                        </a:moveTo>
                        <a:lnTo>
                          <a:pt x="93" y="917"/>
                        </a:lnTo>
                        <a:lnTo>
                          <a:pt x="93" y="916"/>
                        </a:lnTo>
                        <a:lnTo>
                          <a:pt x="95" y="917"/>
                        </a:lnTo>
                        <a:lnTo>
                          <a:pt x="93" y="920"/>
                        </a:lnTo>
                        <a:lnTo>
                          <a:pt x="90" y="920"/>
                        </a:lnTo>
                        <a:lnTo>
                          <a:pt x="90" y="917"/>
                        </a:lnTo>
                        <a:lnTo>
                          <a:pt x="90" y="917"/>
                        </a:lnTo>
                        <a:close/>
                        <a:moveTo>
                          <a:pt x="87" y="916"/>
                        </a:moveTo>
                        <a:lnTo>
                          <a:pt x="90" y="913"/>
                        </a:lnTo>
                        <a:lnTo>
                          <a:pt x="90" y="916"/>
                        </a:lnTo>
                        <a:lnTo>
                          <a:pt x="87" y="916"/>
                        </a:lnTo>
                        <a:lnTo>
                          <a:pt x="87" y="916"/>
                        </a:lnTo>
                        <a:close/>
                        <a:moveTo>
                          <a:pt x="71" y="853"/>
                        </a:moveTo>
                        <a:lnTo>
                          <a:pt x="71" y="856"/>
                        </a:lnTo>
                        <a:lnTo>
                          <a:pt x="74" y="855"/>
                        </a:lnTo>
                        <a:lnTo>
                          <a:pt x="71" y="853"/>
                        </a:lnTo>
                        <a:lnTo>
                          <a:pt x="71" y="853"/>
                        </a:lnTo>
                        <a:close/>
                        <a:moveTo>
                          <a:pt x="79" y="882"/>
                        </a:moveTo>
                        <a:lnTo>
                          <a:pt x="79" y="879"/>
                        </a:lnTo>
                        <a:lnTo>
                          <a:pt x="80" y="879"/>
                        </a:lnTo>
                        <a:lnTo>
                          <a:pt x="80" y="880"/>
                        </a:lnTo>
                        <a:lnTo>
                          <a:pt x="80" y="882"/>
                        </a:lnTo>
                        <a:lnTo>
                          <a:pt x="79" y="882"/>
                        </a:lnTo>
                        <a:lnTo>
                          <a:pt x="79" y="882"/>
                        </a:lnTo>
                        <a:close/>
                        <a:moveTo>
                          <a:pt x="78" y="891"/>
                        </a:moveTo>
                        <a:lnTo>
                          <a:pt x="76" y="893"/>
                        </a:lnTo>
                        <a:lnTo>
                          <a:pt x="76" y="895"/>
                        </a:lnTo>
                        <a:lnTo>
                          <a:pt x="78" y="897"/>
                        </a:lnTo>
                        <a:lnTo>
                          <a:pt x="79" y="893"/>
                        </a:lnTo>
                        <a:lnTo>
                          <a:pt x="78" y="891"/>
                        </a:lnTo>
                        <a:lnTo>
                          <a:pt x="78" y="891"/>
                        </a:lnTo>
                        <a:close/>
                        <a:moveTo>
                          <a:pt x="80" y="887"/>
                        </a:moveTo>
                        <a:lnTo>
                          <a:pt x="83" y="884"/>
                        </a:lnTo>
                        <a:lnTo>
                          <a:pt x="82" y="883"/>
                        </a:lnTo>
                        <a:lnTo>
                          <a:pt x="78" y="884"/>
                        </a:lnTo>
                        <a:lnTo>
                          <a:pt x="78" y="887"/>
                        </a:lnTo>
                        <a:lnTo>
                          <a:pt x="79" y="887"/>
                        </a:lnTo>
                        <a:lnTo>
                          <a:pt x="79" y="887"/>
                        </a:lnTo>
                        <a:lnTo>
                          <a:pt x="80" y="887"/>
                        </a:lnTo>
                        <a:lnTo>
                          <a:pt x="80" y="887"/>
                        </a:lnTo>
                        <a:close/>
                        <a:moveTo>
                          <a:pt x="83" y="884"/>
                        </a:moveTo>
                        <a:lnTo>
                          <a:pt x="87" y="880"/>
                        </a:lnTo>
                        <a:lnTo>
                          <a:pt x="88" y="880"/>
                        </a:lnTo>
                        <a:lnTo>
                          <a:pt x="91" y="878"/>
                        </a:lnTo>
                        <a:lnTo>
                          <a:pt x="95" y="876"/>
                        </a:lnTo>
                        <a:lnTo>
                          <a:pt x="94" y="878"/>
                        </a:lnTo>
                        <a:lnTo>
                          <a:pt x="90" y="882"/>
                        </a:lnTo>
                        <a:lnTo>
                          <a:pt x="88" y="882"/>
                        </a:lnTo>
                        <a:lnTo>
                          <a:pt x="84" y="884"/>
                        </a:lnTo>
                        <a:lnTo>
                          <a:pt x="83" y="884"/>
                        </a:lnTo>
                        <a:lnTo>
                          <a:pt x="83" y="884"/>
                        </a:lnTo>
                        <a:close/>
                        <a:moveTo>
                          <a:pt x="82" y="869"/>
                        </a:moveTo>
                        <a:lnTo>
                          <a:pt x="82" y="867"/>
                        </a:lnTo>
                        <a:lnTo>
                          <a:pt x="83" y="864"/>
                        </a:lnTo>
                        <a:lnTo>
                          <a:pt x="84" y="867"/>
                        </a:lnTo>
                        <a:lnTo>
                          <a:pt x="82" y="868"/>
                        </a:lnTo>
                        <a:lnTo>
                          <a:pt x="82" y="868"/>
                        </a:lnTo>
                        <a:lnTo>
                          <a:pt x="82" y="869"/>
                        </a:lnTo>
                        <a:lnTo>
                          <a:pt x="82" y="869"/>
                        </a:lnTo>
                        <a:close/>
                        <a:moveTo>
                          <a:pt x="75" y="868"/>
                        </a:moveTo>
                        <a:lnTo>
                          <a:pt x="79" y="869"/>
                        </a:lnTo>
                        <a:lnTo>
                          <a:pt x="79" y="868"/>
                        </a:lnTo>
                        <a:lnTo>
                          <a:pt x="79" y="867"/>
                        </a:lnTo>
                        <a:lnTo>
                          <a:pt x="75" y="868"/>
                        </a:lnTo>
                        <a:lnTo>
                          <a:pt x="75" y="868"/>
                        </a:lnTo>
                        <a:close/>
                        <a:moveTo>
                          <a:pt x="71" y="860"/>
                        </a:moveTo>
                        <a:lnTo>
                          <a:pt x="71" y="865"/>
                        </a:lnTo>
                        <a:lnTo>
                          <a:pt x="72" y="867"/>
                        </a:lnTo>
                        <a:lnTo>
                          <a:pt x="72" y="868"/>
                        </a:lnTo>
                        <a:lnTo>
                          <a:pt x="74" y="865"/>
                        </a:lnTo>
                        <a:lnTo>
                          <a:pt x="74" y="863"/>
                        </a:lnTo>
                        <a:lnTo>
                          <a:pt x="71" y="860"/>
                        </a:lnTo>
                        <a:lnTo>
                          <a:pt x="71" y="860"/>
                        </a:lnTo>
                        <a:close/>
                        <a:moveTo>
                          <a:pt x="74" y="857"/>
                        </a:moveTo>
                        <a:lnTo>
                          <a:pt x="75" y="859"/>
                        </a:lnTo>
                        <a:lnTo>
                          <a:pt x="75" y="860"/>
                        </a:lnTo>
                        <a:lnTo>
                          <a:pt x="75" y="861"/>
                        </a:lnTo>
                        <a:lnTo>
                          <a:pt x="78" y="863"/>
                        </a:lnTo>
                        <a:lnTo>
                          <a:pt x="80" y="860"/>
                        </a:lnTo>
                        <a:lnTo>
                          <a:pt x="79" y="863"/>
                        </a:lnTo>
                        <a:lnTo>
                          <a:pt x="79" y="865"/>
                        </a:lnTo>
                        <a:lnTo>
                          <a:pt x="82" y="863"/>
                        </a:lnTo>
                        <a:lnTo>
                          <a:pt x="82" y="856"/>
                        </a:lnTo>
                        <a:lnTo>
                          <a:pt x="79" y="855"/>
                        </a:lnTo>
                        <a:lnTo>
                          <a:pt x="76" y="855"/>
                        </a:lnTo>
                        <a:lnTo>
                          <a:pt x="74" y="857"/>
                        </a:lnTo>
                        <a:lnTo>
                          <a:pt x="74" y="857"/>
                        </a:lnTo>
                        <a:close/>
                        <a:moveTo>
                          <a:pt x="74" y="852"/>
                        </a:moveTo>
                        <a:lnTo>
                          <a:pt x="75" y="853"/>
                        </a:lnTo>
                        <a:lnTo>
                          <a:pt x="76" y="852"/>
                        </a:lnTo>
                        <a:lnTo>
                          <a:pt x="75" y="850"/>
                        </a:lnTo>
                        <a:lnTo>
                          <a:pt x="74" y="852"/>
                        </a:lnTo>
                        <a:lnTo>
                          <a:pt x="74" y="852"/>
                        </a:lnTo>
                        <a:close/>
                        <a:moveTo>
                          <a:pt x="79" y="846"/>
                        </a:moveTo>
                        <a:lnTo>
                          <a:pt x="79" y="844"/>
                        </a:lnTo>
                        <a:lnTo>
                          <a:pt x="83" y="842"/>
                        </a:lnTo>
                        <a:lnTo>
                          <a:pt x="84" y="842"/>
                        </a:lnTo>
                        <a:lnTo>
                          <a:pt x="83" y="844"/>
                        </a:lnTo>
                        <a:lnTo>
                          <a:pt x="80" y="845"/>
                        </a:lnTo>
                        <a:lnTo>
                          <a:pt x="79" y="846"/>
                        </a:lnTo>
                        <a:lnTo>
                          <a:pt x="79" y="846"/>
                        </a:lnTo>
                        <a:close/>
                        <a:moveTo>
                          <a:pt x="61" y="838"/>
                        </a:moveTo>
                        <a:lnTo>
                          <a:pt x="67" y="845"/>
                        </a:lnTo>
                        <a:lnTo>
                          <a:pt x="69" y="849"/>
                        </a:lnTo>
                        <a:lnTo>
                          <a:pt x="68" y="852"/>
                        </a:lnTo>
                        <a:lnTo>
                          <a:pt x="65" y="850"/>
                        </a:lnTo>
                        <a:lnTo>
                          <a:pt x="65" y="848"/>
                        </a:lnTo>
                        <a:lnTo>
                          <a:pt x="61" y="844"/>
                        </a:lnTo>
                        <a:lnTo>
                          <a:pt x="60" y="841"/>
                        </a:lnTo>
                        <a:lnTo>
                          <a:pt x="60" y="841"/>
                        </a:lnTo>
                        <a:lnTo>
                          <a:pt x="61" y="838"/>
                        </a:lnTo>
                        <a:lnTo>
                          <a:pt x="61" y="838"/>
                        </a:lnTo>
                        <a:close/>
                        <a:moveTo>
                          <a:pt x="67" y="836"/>
                        </a:moveTo>
                        <a:lnTo>
                          <a:pt x="67" y="840"/>
                        </a:lnTo>
                        <a:lnTo>
                          <a:pt x="69" y="842"/>
                        </a:lnTo>
                        <a:lnTo>
                          <a:pt x="69" y="846"/>
                        </a:lnTo>
                        <a:lnTo>
                          <a:pt x="72" y="849"/>
                        </a:lnTo>
                        <a:lnTo>
                          <a:pt x="74" y="845"/>
                        </a:lnTo>
                        <a:lnTo>
                          <a:pt x="71" y="838"/>
                        </a:lnTo>
                        <a:lnTo>
                          <a:pt x="69" y="836"/>
                        </a:lnTo>
                        <a:lnTo>
                          <a:pt x="68" y="834"/>
                        </a:lnTo>
                        <a:lnTo>
                          <a:pt x="67" y="836"/>
                        </a:lnTo>
                        <a:lnTo>
                          <a:pt x="67" y="836"/>
                        </a:lnTo>
                        <a:close/>
                        <a:moveTo>
                          <a:pt x="61" y="831"/>
                        </a:moveTo>
                        <a:lnTo>
                          <a:pt x="65" y="831"/>
                        </a:lnTo>
                        <a:lnTo>
                          <a:pt x="65" y="833"/>
                        </a:lnTo>
                        <a:lnTo>
                          <a:pt x="68" y="833"/>
                        </a:lnTo>
                        <a:lnTo>
                          <a:pt x="69" y="830"/>
                        </a:lnTo>
                        <a:lnTo>
                          <a:pt x="67" y="827"/>
                        </a:lnTo>
                        <a:lnTo>
                          <a:pt x="64" y="830"/>
                        </a:lnTo>
                        <a:lnTo>
                          <a:pt x="61" y="831"/>
                        </a:lnTo>
                        <a:lnTo>
                          <a:pt x="61" y="831"/>
                        </a:lnTo>
                        <a:close/>
                        <a:moveTo>
                          <a:pt x="31" y="833"/>
                        </a:moveTo>
                        <a:lnTo>
                          <a:pt x="31" y="829"/>
                        </a:lnTo>
                        <a:lnTo>
                          <a:pt x="35" y="821"/>
                        </a:lnTo>
                        <a:lnTo>
                          <a:pt x="40" y="822"/>
                        </a:lnTo>
                        <a:lnTo>
                          <a:pt x="40" y="826"/>
                        </a:lnTo>
                        <a:lnTo>
                          <a:pt x="41" y="825"/>
                        </a:lnTo>
                        <a:lnTo>
                          <a:pt x="42" y="823"/>
                        </a:lnTo>
                        <a:lnTo>
                          <a:pt x="45" y="825"/>
                        </a:lnTo>
                        <a:lnTo>
                          <a:pt x="45" y="826"/>
                        </a:lnTo>
                        <a:lnTo>
                          <a:pt x="45" y="830"/>
                        </a:lnTo>
                        <a:lnTo>
                          <a:pt x="42" y="831"/>
                        </a:lnTo>
                        <a:lnTo>
                          <a:pt x="37" y="834"/>
                        </a:lnTo>
                        <a:lnTo>
                          <a:pt x="38" y="836"/>
                        </a:lnTo>
                        <a:lnTo>
                          <a:pt x="38" y="837"/>
                        </a:lnTo>
                        <a:lnTo>
                          <a:pt x="42" y="836"/>
                        </a:lnTo>
                        <a:lnTo>
                          <a:pt x="44" y="831"/>
                        </a:lnTo>
                        <a:lnTo>
                          <a:pt x="48" y="827"/>
                        </a:lnTo>
                        <a:lnTo>
                          <a:pt x="52" y="826"/>
                        </a:lnTo>
                        <a:lnTo>
                          <a:pt x="53" y="826"/>
                        </a:lnTo>
                        <a:lnTo>
                          <a:pt x="48" y="831"/>
                        </a:lnTo>
                        <a:lnTo>
                          <a:pt x="46" y="836"/>
                        </a:lnTo>
                        <a:lnTo>
                          <a:pt x="44" y="838"/>
                        </a:lnTo>
                        <a:lnTo>
                          <a:pt x="44" y="844"/>
                        </a:lnTo>
                        <a:lnTo>
                          <a:pt x="41" y="846"/>
                        </a:lnTo>
                        <a:lnTo>
                          <a:pt x="38" y="846"/>
                        </a:lnTo>
                        <a:lnTo>
                          <a:pt x="37" y="849"/>
                        </a:lnTo>
                        <a:lnTo>
                          <a:pt x="38" y="849"/>
                        </a:lnTo>
                        <a:lnTo>
                          <a:pt x="41" y="848"/>
                        </a:lnTo>
                        <a:lnTo>
                          <a:pt x="44" y="848"/>
                        </a:lnTo>
                        <a:lnTo>
                          <a:pt x="44" y="852"/>
                        </a:lnTo>
                        <a:lnTo>
                          <a:pt x="40" y="852"/>
                        </a:lnTo>
                        <a:lnTo>
                          <a:pt x="38" y="855"/>
                        </a:lnTo>
                        <a:lnTo>
                          <a:pt x="40" y="857"/>
                        </a:lnTo>
                        <a:lnTo>
                          <a:pt x="38" y="861"/>
                        </a:lnTo>
                        <a:lnTo>
                          <a:pt x="40" y="867"/>
                        </a:lnTo>
                        <a:lnTo>
                          <a:pt x="41" y="869"/>
                        </a:lnTo>
                        <a:lnTo>
                          <a:pt x="44" y="869"/>
                        </a:lnTo>
                        <a:lnTo>
                          <a:pt x="44" y="872"/>
                        </a:lnTo>
                        <a:lnTo>
                          <a:pt x="42" y="874"/>
                        </a:lnTo>
                        <a:lnTo>
                          <a:pt x="40" y="874"/>
                        </a:lnTo>
                        <a:lnTo>
                          <a:pt x="34" y="864"/>
                        </a:lnTo>
                        <a:lnTo>
                          <a:pt x="34" y="860"/>
                        </a:lnTo>
                        <a:lnTo>
                          <a:pt x="35" y="859"/>
                        </a:lnTo>
                        <a:lnTo>
                          <a:pt x="31" y="857"/>
                        </a:lnTo>
                        <a:lnTo>
                          <a:pt x="31" y="855"/>
                        </a:lnTo>
                        <a:lnTo>
                          <a:pt x="33" y="853"/>
                        </a:lnTo>
                        <a:lnTo>
                          <a:pt x="35" y="853"/>
                        </a:lnTo>
                        <a:lnTo>
                          <a:pt x="33" y="850"/>
                        </a:lnTo>
                        <a:lnTo>
                          <a:pt x="31" y="850"/>
                        </a:lnTo>
                        <a:lnTo>
                          <a:pt x="33" y="846"/>
                        </a:lnTo>
                        <a:lnTo>
                          <a:pt x="30" y="845"/>
                        </a:lnTo>
                        <a:lnTo>
                          <a:pt x="31" y="842"/>
                        </a:lnTo>
                        <a:lnTo>
                          <a:pt x="33" y="844"/>
                        </a:lnTo>
                        <a:lnTo>
                          <a:pt x="34" y="844"/>
                        </a:lnTo>
                        <a:lnTo>
                          <a:pt x="34" y="841"/>
                        </a:lnTo>
                        <a:lnTo>
                          <a:pt x="33" y="840"/>
                        </a:lnTo>
                        <a:lnTo>
                          <a:pt x="30" y="838"/>
                        </a:lnTo>
                        <a:lnTo>
                          <a:pt x="30" y="836"/>
                        </a:lnTo>
                        <a:lnTo>
                          <a:pt x="31" y="833"/>
                        </a:lnTo>
                        <a:lnTo>
                          <a:pt x="31" y="833"/>
                        </a:lnTo>
                        <a:close/>
                        <a:moveTo>
                          <a:pt x="67" y="819"/>
                        </a:moveTo>
                        <a:lnTo>
                          <a:pt x="65" y="815"/>
                        </a:lnTo>
                        <a:lnTo>
                          <a:pt x="68" y="815"/>
                        </a:lnTo>
                        <a:lnTo>
                          <a:pt x="68" y="817"/>
                        </a:lnTo>
                        <a:lnTo>
                          <a:pt x="67" y="819"/>
                        </a:lnTo>
                        <a:lnTo>
                          <a:pt x="67" y="819"/>
                        </a:lnTo>
                        <a:close/>
                        <a:moveTo>
                          <a:pt x="356" y="384"/>
                        </a:moveTo>
                        <a:lnTo>
                          <a:pt x="357" y="387"/>
                        </a:lnTo>
                        <a:lnTo>
                          <a:pt x="359" y="386"/>
                        </a:lnTo>
                        <a:lnTo>
                          <a:pt x="359" y="384"/>
                        </a:lnTo>
                        <a:lnTo>
                          <a:pt x="360" y="384"/>
                        </a:lnTo>
                        <a:lnTo>
                          <a:pt x="357" y="383"/>
                        </a:lnTo>
                        <a:lnTo>
                          <a:pt x="356" y="384"/>
                        </a:lnTo>
                        <a:lnTo>
                          <a:pt x="356" y="384"/>
                        </a:lnTo>
                        <a:close/>
                        <a:moveTo>
                          <a:pt x="329" y="357"/>
                        </a:moveTo>
                        <a:lnTo>
                          <a:pt x="330" y="359"/>
                        </a:lnTo>
                        <a:lnTo>
                          <a:pt x="333" y="357"/>
                        </a:lnTo>
                        <a:lnTo>
                          <a:pt x="333" y="355"/>
                        </a:lnTo>
                        <a:lnTo>
                          <a:pt x="330" y="356"/>
                        </a:lnTo>
                        <a:lnTo>
                          <a:pt x="329" y="357"/>
                        </a:lnTo>
                        <a:lnTo>
                          <a:pt x="329" y="357"/>
                        </a:lnTo>
                        <a:close/>
                        <a:moveTo>
                          <a:pt x="228" y="367"/>
                        </a:moveTo>
                        <a:lnTo>
                          <a:pt x="230" y="367"/>
                        </a:lnTo>
                        <a:lnTo>
                          <a:pt x="231" y="365"/>
                        </a:lnTo>
                        <a:lnTo>
                          <a:pt x="230" y="364"/>
                        </a:lnTo>
                        <a:lnTo>
                          <a:pt x="230" y="364"/>
                        </a:lnTo>
                        <a:lnTo>
                          <a:pt x="228" y="367"/>
                        </a:lnTo>
                        <a:lnTo>
                          <a:pt x="228" y="367"/>
                        </a:lnTo>
                        <a:close/>
                        <a:moveTo>
                          <a:pt x="228" y="371"/>
                        </a:moveTo>
                        <a:lnTo>
                          <a:pt x="227" y="370"/>
                        </a:lnTo>
                        <a:lnTo>
                          <a:pt x="228" y="370"/>
                        </a:lnTo>
                        <a:lnTo>
                          <a:pt x="230" y="371"/>
                        </a:lnTo>
                        <a:lnTo>
                          <a:pt x="228" y="371"/>
                        </a:lnTo>
                        <a:lnTo>
                          <a:pt x="228" y="371"/>
                        </a:lnTo>
                        <a:close/>
                        <a:moveTo>
                          <a:pt x="223" y="380"/>
                        </a:moveTo>
                        <a:lnTo>
                          <a:pt x="223" y="384"/>
                        </a:lnTo>
                        <a:lnTo>
                          <a:pt x="222" y="387"/>
                        </a:lnTo>
                        <a:lnTo>
                          <a:pt x="222" y="389"/>
                        </a:lnTo>
                        <a:lnTo>
                          <a:pt x="224" y="390"/>
                        </a:lnTo>
                        <a:lnTo>
                          <a:pt x="227" y="387"/>
                        </a:lnTo>
                        <a:lnTo>
                          <a:pt x="228" y="387"/>
                        </a:lnTo>
                        <a:lnTo>
                          <a:pt x="238" y="379"/>
                        </a:lnTo>
                        <a:lnTo>
                          <a:pt x="243" y="378"/>
                        </a:lnTo>
                        <a:lnTo>
                          <a:pt x="245" y="374"/>
                        </a:lnTo>
                        <a:lnTo>
                          <a:pt x="243" y="375"/>
                        </a:lnTo>
                        <a:lnTo>
                          <a:pt x="241" y="374"/>
                        </a:lnTo>
                        <a:lnTo>
                          <a:pt x="241" y="368"/>
                        </a:lnTo>
                        <a:lnTo>
                          <a:pt x="239" y="370"/>
                        </a:lnTo>
                        <a:lnTo>
                          <a:pt x="237" y="372"/>
                        </a:lnTo>
                        <a:lnTo>
                          <a:pt x="234" y="374"/>
                        </a:lnTo>
                        <a:lnTo>
                          <a:pt x="235" y="376"/>
                        </a:lnTo>
                        <a:lnTo>
                          <a:pt x="232" y="375"/>
                        </a:lnTo>
                        <a:lnTo>
                          <a:pt x="231" y="376"/>
                        </a:lnTo>
                        <a:lnTo>
                          <a:pt x="230" y="379"/>
                        </a:lnTo>
                        <a:lnTo>
                          <a:pt x="228" y="376"/>
                        </a:lnTo>
                        <a:lnTo>
                          <a:pt x="230" y="375"/>
                        </a:lnTo>
                        <a:lnTo>
                          <a:pt x="228" y="374"/>
                        </a:lnTo>
                        <a:lnTo>
                          <a:pt x="227" y="375"/>
                        </a:lnTo>
                        <a:lnTo>
                          <a:pt x="226" y="375"/>
                        </a:lnTo>
                        <a:lnTo>
                          <a:pt x="224" y="378"/>
                        </a:lnTo>
                        <a:lnTo>
                          <a:pt x="223" y="380"/>
                        </a:lnTo>
                        <a:lnTo>
                          <a:pt x="223" y="380"/>
                        </a:lnTo>
                        <a:close/>
                        <a:moveTo>
                          <a:pt x="212" y="389"/>
                        </a:moveTo>
                        <a:lnTo>
                          <a:pt x="213" y="386"/>
                        </a:lnTo>
                        <a:lnTo>
                          <a:pt x="213" y="380"/>
                        </a:lnTo>
                        <a:lnTo>
                          <a:pt x="211" y="383"/>
                        </a:lnTo>
                        <a:lnTo>
                          <a:pt x="209" y="386"/>
                        </a:lnTo>
                        <a:lnTo>
                          <a:pt x="209" y="386"/>
                        </a:lnTo>
                        <a:lnTo>
                          <a:pt x="209" y="387"/>
                        </a:lnTo>
                        <a:lnTo>
                          <a:pt x="209" y="387"/>
                        </a:lnTo>
                        <a:lnTo>
                          <a:pt x="212" y="389"/>
                        </a:lnTo>
                        <a:lnTo>
                          <a:pt x="212" y="389"/>
                        </a:lnTo>
                        <a:close/>
                        <a:moveTo>
                          <a:pt x="213" y="390"/>
                        </a:moveTo>
                        <a:lnTo>
                          <a:pt x="215" y="390"/>
                        </a:lnTo>
                        <a:lnTo>
                          <a:pt x="216" y="387"/>
                        </a:lnTo>
                        <a:lnTo>
                          <a:pt x="215" y="384"/>
                        </a:lnTo>
                        <a:lnTo>
                          <a:pt x="215" y="379"/>
                        </a:lnTo>
                        <a:lnTo>
                          <a:pt x="216" y="378"/>
                        </a:lnTo>
                        <a:lnTo>
                          <a:pt x="218" y="379"/>
                        </a:lnTo>
                        <a:lnTo>
                          <a:pt x="219" y="376"/>
                        </a:lnTo>
                        <a:lnTo>
                          <a:pt x="220" y="376"/>
                        </a:lnTo>
                        <a:lnTo>
                          <a:pt x="222" y="379"/>
                        </a:lnTo>
                        <a:lnTo>
                          <a:pt x="220" y="386"/>
                        </a:lnTo>
                        <a:lnTo>
                          <a:pt x="219" y="389"/>
                        </a:lnTo>
                        <a:lnTo>
                          <a:pt x="220" y="390"/>
                        </a:lnTo>
                        <a:lnTo>
                          <a:pt x="216" y="393"/>
                        </a:lnTo>
                        <a:lnTo>
                          <a:pt x="213" y="390"/>
                        </a:lnTo>
                        <a:lnTo>
                          <a:pt x="213" y="390"/>
                        </a:lnTo>
                        <a:close/>
                        <a:moveTo>
                          <a:pt x="218" y="405"/>
                        </a:moveTo>
                        <a:lnTo>
                          <a:pt x="219" y="402"/>
                        </a:lnTo>
                        <a:lnTo>
                          <a:pt x="218" y="398"/>
                        </a:lnTo>
                        <a:lnTo>
                          <a:pt x="218" y="394"/>
                        </a:lnTo>
                        <a:lnTo>
                          <a:pt x="215" y="394"/>
                        </a:lnTo>
                        <a:lnTo>
                          <a:pt x="211" y="390"/>
                        </a:lnTo>
                        <a:lnTo>
                          <a:pt x="209" y="390"/>
                        </a:lnTo>
                        <a:lnTo>
                          <a:pt x="209" y="393"/>
                        </a:lnTo>
                        <a:lnTo>
                          <a:pt x="215" y="397"/>
                        </a:lnTo>
                        <a:lnTo>
                          <a:pt x="211" y="395"/>
                        </a:lnTo>
                        <a:lnTo>
                          <a:pt x="211" y="398"/>
                        </a:lnTo>
                        <a:lnTo>
                          <a:pt x="213" y="399"/>
                        </a:lnTo>
                        <a:lnTo>
                          <a:pt x="218" y="405"/>
                        </a:lnTo>
                        <a:lnTo>
                          <a:pt x="218" y="405"/>
                        </a:lnTo>
                        <a:close/>
                        <a:moveTo>
                          <a:pt x="186" y="353"/>
                        </a:moveTo>
                        <a:lnTo>
                          <a:pt x="188" y="357"/>
                        </a:lnTo>
                        <a:lnTo>
                          <a:pt x="189" y="356"/>
                        </a:lnTo>
                        <a:lnTo>
                          <a:pt x="192" y="357"/>
                        </a:lnTo>
                        <a:lnTo>
                          <a:pt x="193" y="357"/>
                        </a:lnTo>
                        <a:lnTo>
                          <a:pt x="190" y="353"/>
                        </a:lnTo>
                        <a:lnTo>
                          <a:pt x="188" y="352"/>
                        </a:lnTo>
                        <a:lnTo>
                          <a:pt x="186" y="353"/>
                        </a:lnTo>
                        <a:lnTo>
                          <a:pt x="186" y="353"/>
                        </a:lnTo>
                        <a:close/>
                        <a:moveTo>
                          <a:pt x="127" y="961"/>
                        </a:moveTo>
                        <a:lnTo>
                          <a:pt x="127" y="961"/>
                        </a:lnTo>
                        <a:lnTo>
                          <a:pt x="124" y="961"/>
                        </a:lnTo>
                        <a:lnTo>
                          <a:pt x="124" y="955"/>
                        </a:lnTo>
                        <a:lnTo>
                          <a:pt x="127" y="950"/>
                        </a:lnTo>
                        <a:lnTo>
                          <a:pt x="127" y="946"/>
                        </a:lnTo>
                        <a:lnTo>
                          <a:pt x="125" y="948"/>
                        </a:lnTo>
                        <a:lnTo>
                          <a:pt x="122" y="950"/>
                        </a:lnTo>
                        <a:lnTo>
                          <a:pt x="118" y="951"/>
                        </a:lnTo>
                        <a:lnTo>
                          <a:pt x="116" y="947"/>
                        </a:lnTo>
                        <a:lnTo>
                          <a:pt x="116" y="944"/>
                        </a:lnTo>
                        <a:lnTo>
                          <a:pt x="117" y="944"/>
                        </a:lnTo>
                        <a:lnTo>
                          <a:pt x="118" y="947"/>
                        </a:lnTo>
                        <a:lnTo>
                          <a:pt x="120" y="947"/>
                        </a:lnTo>
                        <a:lnTo>
                          <a:pt x="120" y="946"/>
                        </a:lnTo>
                        <a:lnTo>
                          <a:pt x="118" y="943"/>
                        </a:lnTo>
                        <a:lnTo>
                          <a:pt x="118" y="941"/>
                        </a:lnTo>
                        <a:lnTo>
                          <a:pt x="116" y="941"/>
                        </a:lnTo>
                        <a:lnTo>
                          <a:pt x="114" y="943"/>
                        </a:lnTo>
                        <a:lnTo>
                          <a:pt x="112" y="940"/>
                        </a:lnTo>
                        <a:lnTo>
                          <a:pt x="109" y="937"/>
                        </a:lnTo>
                        <a:lnTo>
                          <a:pt x="109" y="936"/>
                        </a:lnTo>
                        <a:lnTo>
                          <a:pt x="113" y="933"/>
                        </a:lnTo>
                        <a:lnTo>
                          <a:pt x="114" y="929"/>
                        </a:lnTo>
                        <a:lnTo>
                          <a:pt x="116" y="928"/>
                        </a:lnTo>
                        <a:lnTo>
                          <a:pt x="116" y="928"/>
                        </a:lnTo>
                        <a:lnTo>
                          <a:pt x="113" y="928"/>
                        </a:lnTo>
                        <a:lnTo>
                          <a:pt x="110" y="928"/>
                        </a:lnTo>
                        <a:lnTo>
                          <a:pt x="109" y="927"/>
                        </a:lnTo>
                        <a:lnTo>
                          <a:pt x="110" y="925"/>
                        </a:lnTo>
                        <a:lnTo>
                          <a:pt x="113" y="921"/>
                        </a:lnTo>
                        <a:lnTo>
                          <a:pt x="113" y="917"/>
                        </a:lnTo>
                        <a:lnTo>
                          <a:pt x="114" y="916"/>
                        </a:lnTo>
                        <a:lnTo>
                          <a:pt x="114" y="914"/>
                        </a:lnTo>
                        <a:lnTo>
                          <a:pt x="113" y="914"/>
                        </a:lnTo>
                        <a:lnTo>
                          <a:pt x="112" y="917"/>
                        </a:lnTo>
                        <a:lnTo>
                          <a:pt x="112" y="921"/>
                        </a:lnTo>
                        <a:lnTo>
                          <a:pt x="109" y="927"/>
                        </a:lnTo>
                        <a:lnTo>
                          <a:pt x="106" y="927"/>
                        </a:lnTo>
                        <a:lnTo>
                          <a:pt x="105" y="925"/>
                        </a:lnTo>
                        <a:lnTo>
                          <a:pt x="103" y="925"/>
                        </a:lnTo>
                        <a:lnTo>
                          <a:pt x="103" y="922"/>
                        </a:lnTo>
                        <a:lnTo>
                          <a:pt x="105" y="922"/>
                        </a:lnTo>
                        <a:lnTo>
                          <a:pt x="105" y="921"/>
                        </a:lnTo>
                        <a:lnTo>
                          <a:pt x="102" y="922"/>
                        </a:lnTo>
                        <a:lnTo>
                          <a:pt x="101" y="924"/>
                        </a:lnTo>
                        <a:lnTo>
                          <a:pt x="99" y="924"/>
                        </a:lnTo>
                        <a:lnTo>
                          <a:pt x="99" y="922"/>
                        </a:lnTo>
                        <a:lnTo>
                          <a:pt x="98" y="922"/>
                        </a:lnTo>
                        <a:lnTo>
                          <a:pt x="97" y="924"/>
                        </a:lnTo>
                        <a:lnTo>
                          <a:pt x="94" y="922"/>
                        </a:lnTo>
                        <a:lnTo>
                          <a:pt x="94" y="922"/>
                        </a:lnTo>
                        <a:lnTo>
                          <a:pt x="97" y="920"/>
                        </a:lnTo>
                        <a:lnTo>
                          <a:pt x="98" y="920"/>
                        </a:lnTo>
                        <a:lnTo>
                          <a:pt x="102" y="918"/>
                        </a:lnTo>
                        <a:lnTo>
                          <a:pt x="105" y="916"/>
                        </a:lnTo>
                        <a:lnTo>
                          <a:pt x="106" y="913"/>
                        </a:lnTo>
                        <a:lnTo>
                          <a:pt x="106" y="910"/>
                        </a:lnTo>
                        <a:lnTo>
                          <a:pt x="106" y="913"/>
                        </a:lnTo>
                        <a:lnTo>
                          <a:pt x="103" y="914"/>
                        </a:lnTo>
                        <a:lnTo>
                          <a:pt x="102" y="917"/>
                        </a:lnTo>
                        <a:lnTo>
                          <a:pt x="101" y="918"/>
                        </a:lnTo>
                        <a:lnTo>
                          <a:pt x="97" y="917"/>
                        </a:lnTo>
                        <a:lnTo>
                          <a:pt x="95" y="916"/>
                        </a:lnTo>
                        <a:lnTo>
                          <a:pt x="94" y="914"/>
                        </a:lnTo>
                        <a:lnTo>
                          <a:pt x="94" y="914"/>
                        </a:lnTo>
                        <a:lnTo>
                          <a:pt x="95" y="913"/>
                        </a:lnTo>
                        <a:lnTo>
                          <a:pt x="94" y="912"/>
                        </a:lnTo>
                        <a:lnTo>
                          <a:pt x="91" y="913"/>
                        </a:lnTo>
                        <a:lnTo>
                          <a:pt x="88" y="912"/>
                        </a:lnTo>
                        <a:lnTo>
                          <a:pt x="86" y="912"/>
                        </a:lnTo>
                        <a:lnTo>
                          <a:pt x="86" y="914"/>
                        </a:lnTo>
                        <a:lnTo>
                          <a:pt x="83" y="912"/>
                        </a:lnTo>
                        <a:lnTo>
                          <a:pt x="82" y="909"/>
                        </a:lnTo>
                        <a:lnTo>
                          <a:pt x="82" y="908"/>
                        </a:lnTo>
                        <a:lnTo>
                          <a:pt x="84" y="909"/>
                        </a:lnTo>
                        <a:lnTo>
                          <a:pt x="87" y="910"/>
                        </a:lnTo>
                        <a:lnTo>
                          <a:pt x="91" y="909"/>
                        </a:lnTo>
                        <a:lnTo>
                          <a:pt x="91" y="908"/>
                        </a:lnTo>
                        <a:lnTo>
                          <a:pt x="90" y="908"/>
                        </a:lnTo>
                        <a:lnTo>
                          <a:pt x="86" y="908"/>
                        </a:lnTo>
                        <a:lnTo>
                          <a:pt x="84" y="908"/>
                        </a:lnTo>
                        <a:lnTo>
                          <a:pt x="84" y="906"/>
                        </a:lnTo>
                        <a:lnTo>
                          <a:pt x="87" y="908"/>
                        </a:lnTo>
                        <a:lnTo>
                          <a:pt x="90" y="906"/>
                        </a:lnTo>
                        <a:lnTo>
                          <a:pt x="91" y="905"/>
                        </a:lnTo>
                        <a:lnTo>
                          <a:pt x="87" y="905"/>
                        </a:lnTo>
                        <a:lnTo>
                          <a:pt x="86" y="905"/>
                        </a:lnTo>
                        <a:lnTo>
                          <a:pt x="82" y="905"/>
                        </a:lnTo>
                        <a:lnTo>
                          <a:pt x="80" y="905"/>
                        </a:lnTo>
                        <a:lnTo>
                          <a:pt x="79" y="903"/>
                        </a:lnTo>
                        <a:lnTo>
                          <a:pt x="79" y="902"/>
                        </a:lnTo>
                        <a:lnTo>
                          <a:pt x="82" y="901"/>
                        </a:lnTo>
                        <a:lnTo>
                          <a:pt x="84" y="902"/>
                        </a:lnTo>
                        <a:lnTo>
                          <a:pt x="87" y="902"/>
                        </a:lnTo>
                        <a:lnTo>
                          <a:pt x="88" y="901"/>
                        </a:lnTo>
                        <a:lnTo>
                          <a:pt x="86" y="901"/>
                        </a:lnTo>
                        <a:lnTo>
                          <a:pt x="83" y="899"/>
                        </a:lnTo>
                        <a:lnTo>
                          <a:pt x="80" y="899"/>
                        </a:lnTo>
                        <a:lnTo>
                          <a:pt x="80" y="898"/>
                        </a:lnTo>
                        <a:lnTo>
                          <a:pt x="84" y="898"/>
                        </a:lnTo>
                        <a:lnTo>
                          <a:pt x="86" y="898"/>
                        </a:lnTo>
                        <a:lnTo>
                          <a:pt x="87" y="898"/>
                        </a:lnTo>
                        <a:lnTo>
                          <a:pt x="87" y="897"/>
                        </a:lnTo>
                        <a:lnTo>
                          <a:pt x="87" y="895"/>
                        </a:lnTo>
                        <a:lnTo>
                          <a:pt x="88" y="894"/>
                        </a:lnTo>
                        <a:lnTo>
                          <a:pt x="93" y="894"/>
                        </a:lnTo>
                        <a:lnTo>
                          <a:pt x="95" y="894"/>
                        </a:lnTo>
                        <a:lnTo>
                          <a:pt x="95" y="893"/>
                        </a:lnTo>
                        <a:lnTo>
                          <a:pt x="91" y="893"/>
                        </a:lnTo>
                        <a:lnTo>
                          <a:pt x="90" y="891"/>
                        </a:lnTo>
                        <a:lnTo>
                          <a:pt x="88" y="891"/>
                        </a:lnTo>
                        <a:lnTo>
                          <a:pt x="87" y="893"/>
                        </a:lnTo>
                        <a:lnTo>
                          <a:pt x="84" y="894"/>
                        </a:lnTo>
                        <a:lnTo>
                          <a:pt x="83" y="895"/>
                        </a:lnTo>
                        <a:lnTo>
                          <a:pt x="82" y="894"/>
                        </a:lnTo>
                        <a:lnTo>
                          <a:pt x="82" y="893"/>
                        </a:lnTo>
                        <a:lnTo>
                          <a:pt x="82" y="890"/>
                        </a:lnTo>
                        <a:lnTo>
                          <a:pt x="83" y="889"/>
                        </a:lnTo>
                        <a:lnTo>
                          <a:pt x="86" y="887"/>
                        </a:lnTo>
                        <a:lnTo>
                          <a:pt x="87" y="884"/>
                        </a:lnTo>
                        <a:lnTo>
                          <a:pt x="94" y="880"/>
                        </a:lnTo>
                        <a:lnTo>
                          <a:pt x="97" y="879"/>
                        </a:lnTo>
                        <a:lnTo>
                          <a:pt x="98" y="880"/>
                        </a:lnTo>
                        <a:lnTo>
                          <a:pt x="98" y="884"/>
                        </a:lnTo>
                        <a:lnTo>
                          <a:pt x="99" y="887"/>
                        </a:lnTo>
                        <a:lnTo>
                          <a:pt x="99" y="886"/>
                        </a:lnTo>
                        <a:lnTo>
                          <a:pt x="99" y="883"/>
                        </a:lnTo>
                        <a:lnTo>
                          <a:pt x="99" y="878"/>
                        </a:lnTo>
                        <a:lnTo>
                          <a:pt x="102" y="878"/>
                        </a:lnTo>
                        <a:lnTo>
                          <a:pt x="105" y="878"/>
                        </a:lnTo>
                        <a:lnTo>
                          <a:pt x="102" y="876"/>
                        </a:lnTo>
                        <a:lnTo>
                          <a:pt x="99" y="876"/>
                        </a:lnTo>
                        <a:lnTo>
                          <a:pt x="97" y="878"/>
                        </a:lnTo>
                        <a:lnTo>
                          <a:pt x="95" y="875"/>
                        </a:lnTo>
                        <a:lnTo>
                          <a:pt x="97" y="874"/>
                        </a:lnTo>
                        <a:lnTo>
                          <a:pt x="99" y="872"/>
                        </a:lnTo>
                        <a:lnTo>
                          <a:pt x="102" y="871"/>
                        </a:lnTo>
                        <a:lnTo>
                          <a:pt x="105" y="867"/>
                        </a:lnTo>
                        <a:lnTo>
                          <a:pt x="103" y="864"/>
                        </a:lnTo>
                        <a:lnTo>
                          <a:pt x="103" y="865"/>
                        </a:lnTo>
                        <a:lnTo>
                          <a:pt x="102" y="868"/>
                        </a:lnTo>
                        <a:lnTo>
                          <a:pt x="99" y="869"/>
                        </a:lnTo>
                        <a:lnTo>
                          <a:pt x="97" y="869"/>
                        </a:lnTo>
                        <a:lnTo>
                          <a:pt x="94" y="874"/>
                        </a:lnTo>
                        <a:lnTo>
                          <a:pt x="90" y="876"/>
                        </a:lnTo>
                        <a:lnTo>
                          <a:pt x="86" y="878"/>
                        </a:lnTo>
                        <a:lnTo>
                          <a:pt x="84" y="875"/>
                        </a:lnTo>
                        <a:lnTo>
                          <a:pt x="84" y="874"/>
                        </a:lnTo>
                        <a:lnTo>
                          <a:pt x="87" y="874"/>
                        </a:lnTo>
                        <a:lnTo>
                          <a:pt x="84" y="874"/>
                        </a:lnTo>
                        <a:lnTo>
                          <a:pt x="80" y="875"/>
                        </a:lnTo>
                        <a:lnTo>
                          <a:pt x="79" y="874"/>
                        </a:lnTo>
                        <a:lnTo>
                          <a:pt x="80" y="872"/>
                        </a:lnTo>
                        <a:lnTo>
                          <a:pt x="83" y="869"/>
                        </a:lnTo>
                        <a:lnTo>
                          <a:pt x="86" y="868"/>
                        </a:lnTo>
                        <a:lnTo>
                          <a:pt x="88" y="868"/>
                        </a:lnTo>
                        <a:lnTo>
                          <a:pt x="90" y="868"/>
                        </a:lnTo>
                        <a:lnTo>
                          <a:pt x="90" y="867"/>
                        </a:lnTo>
                        <a:lnTo>
                          <a:pt x="87" y="865"/>
                        </a:lnTo>
                        <a:lnTo>
                          <a:pt x="88" y="864"/>
                        </a:lnTo>
                        <a:lnTo>
                          <a:pt x="90" y="863"/>
                        </a:lnTo>
                        <a:lnTo>
                          <a:pt x="88" y="861"/>
                        </a:lnTo>
                        <a:lnTo>
                          <a:pt x="86" y="863"/>
                        </a:lnTo>
                        <a:lnTo>
                          <a:pt x="84" y="863"/>
                        </a:lnTo>
                        <a:lnTo>
                          <a:pt x="84" y="860"/>
                        </a:lnTo>
                        <a:lnTo>
                          <a:pt x="83" y="855"/>
                        </a:lnTo>
                        <a:lnTo>
                          <a:pt x="82" y="853"/>
                        </a:lnTo>
                        <a:lnTo>
                          <a:pt x="82" y="850"/>
                        </a:lnTo>
                        <a:lnTo>
                          <a:pt x="83" y="848"/>
                        </a:lnTo>
                        <a:lnTo>
                          <a:pt x="87" y="849"/>
                        </a:lnTo>
                        <a:lnTo>
                          <a:pt x="90" y="850"/>
                        </a:lnTo>
                        <a:lnTo>
                          <a:pt x="93" y="849"/>
                        </a:lnTo>
                        <a:lnTo>
                          <a:pt x="95" y="852"/>
                        </a:lnTo>
                        <a:lnTo>
                          <a:pt x="95" y="849"/>
                        </a:lnTo>
                        <a:lnTo>
                          <a:pt x="93" y="849"/>
                        </a:lnTo>
                        <a:lnTo>
                          <a:pt x="90" y="849"/>
                        </a:lnTo>
                        <a:lnTo>
                          <a:pt x="88" y="846"/>
                        </a:lnTo>
                        <a:lnTo>
                          <a:pt x="86" y="845"/>
                        </a:lnTo>
                        <a:lnTo>
                          <a:pt x="86" y="844"/>
                        </a:lnTo>
                        <a:lnTo>
                          <a:pt x="87" y="841"/>
                        </a:lnTo>
                        <a:lnTo>
                          <a:pt x="88" y="841"/>
                        </a:lnTo>
                        <a:lnTo>
                          <a:pt x="90" y="838"/>
                        </a:lnTo>
                        <a:lnTo>
                          <a:pt x="90" y="834"/>
                        </a:lnTo>
                        <a:lnTo>
                          <a:pt x="88" y="836"/>
                        </a:lnTo>
                        <a:lnTo>
                          <a:pt x="86" y="838"/>
                        </a:lnTo>
                        <a:lnTo>
                          <a:pt x="83" y="840"/>
                        </a:lnTo>
                        <a:lnTo>
                          <a:pt x="79" y="841"/>
                        </a:lnTo>
                        <a:lnTo>
                          <a:pt x="78" y="844"/>
                        </a:lnTo>
                        <a:lnTo>
                          <a:pt x="76" y="845"/>
                        </a:lnTo>
                        <a:lnTo>
                          <a:pt x="75" y="845"/>
                        </a:lnTo>
                        <a:lnTo>
                          <a:pt x="74" y="841"/>
                        </a:lnTo>
                        <a:lnTo>
                          <a:pt x="72" y="837"/>
                        </a:lnTo>
                        <a:lnTo>
                          <a:pt x="72" y="830"/>
                        </a:lnTo>
                        <a:lnTo>
                          <a:pt x="74" y="825"/>
                        </a:lnTo>
                        <a:lnTo>
                          <a:pt x="74" y="823"/>
                        </a:lnTo>
                        <a:lnTo>
                          <a:pt x="71" y="823"/>
                        </a:lnTo>
                        <a:lnTo>
                          <a:pt x="71" y="819"/>
                        </a:lnTo>
                        <a:lnTo>
                          <a:pt x="72" y="818"/>
                        </a:lnTo>
                        <a:lnTo>
                          <a:pt x="74" y="819"/>
                        </a:lnTo>
                        <a:lnTo>
                          <a:pt x="75" y="819"/>
                        </a:lnTo>
                        <a:lnTo>
                          <a:pt x="75" y="817"/>
                        </a:lnTo>
                        <a:lnTo>
                          <a:pt x="78" y="814"/>
                        </a:lnTo>
                        <a:lnTo>
                          <a:pt x="79" y="810"/>
                        </a:lnTo>
                        <a:lnTo>
                          <a:pt x="82" y="810"/>
                        </a:lnTo>
                        <a:lnTo>
                          <a:pt x="84" y="810"/>
                        </a:lnTo>
                        <a:lnTo>
                          <a:pt x="86" y="810"/>
                        </a:lnTo>
                        <a:lnTo>
                          <a:pt x="84" y="808"/>
                        </a:lnTo>
                        <a:lnTo>
                          <a:pt x="83" y="808"/>
                        </a:lnTo>
                        <a:lnTo>
                          <a:pt x="87" y="803"/>
                        </a:lnTo>
                        <a:lnTo>
                          <a:pt x="88" y="802"/>
                        </a:lnTo>
                        <a:lnTo>
                          <a:pt x="93" y="799"/>
                        </a:lnTo>
                        <a:lnTo>
                          <a:pt x="94" y="797"/>
                        </a:lnTo>
                        <a:lnTo>
                          <a:pt x="91" y="797"/>
                        </a:lnTo>
                        <a:lnTo>
                          <a:pt x="91" y="796"/>
                        </a:lnTo>
                        <a:lnTo>
                          <a:pt x="87" y="799"/>
                        </a:lnTo>
                        <a:lnTo>
                          <a:pt x="87" y="802"/>
                        </a:lnTo>
                        <a:lnTo>
                          <a:pt x="82" y="807"/>
                        </a:lnTo>
                        <a:lnTo>
                          <a:pt x="82" y="807"/>
                        </a:lnTo>
                        <a:lnTo>
                          <a:pt x="82" y="804"/>
                        </a:lnTo>
                        <a:lnTo>
                          <a:pt x="84" y="802"/>
                        </a:lnTo>
                        <a:lnTo>
                          <a:pt x="84" y="796"/>
                        </a:lnTo>
                        <a:lnTo>
                          <a:pt x="88" y="789"/>
                        </a:lnTo>
                        <a:lnTo>
                          <a:pt x="90" y="787"/>
                        </a:lnTo>
                        <a:lnTo>
                          <a:pt x="90" y="785"/>
                        </a:lnTo>
                        <a:lnTo>
                          <a:pt x="90" y="785"/>
                        </a:lnTo>
                        <a:lnTo>
                          <a:pt x="90" y="783"/>
                        </a:lnTo>
                        <a:lnTo>
                          <a:pt x="90" y="783"/>
                        </a:lnTo>
                        <a:lnTo>
                          <a:pt x="90" y="781"/>
                        </a:lnTo>
                        <a:lnTo>
                          <a:pt x="91" y="780"/>
                        </a:lnTo>
                        <a:lnTo>
                          <a:pt x="90" y="778"/>
                        </a:lnTo>
                        <a:lnTo>
                          <a:pt x="88" y="777"/>
                        </a:lnTo>
                        <a:lnTo>
                          <a:pt x="88" y="774"/>
                        </a:lnTo>
                        <a:lnTo>
                          <a:pt x="87" y="772"/>
                        </a:lnTo>
                        <a:lnTo>
                          <a:pt x="84" y="770"/>
                        </a:lnTo>
                        <a:lnTo>
                          <a:pt x="83" y="769"/>
                        </a:lnTo>
                        <a:lnTo>
                          <a:pt x="82" y="766"/>
                        </a:lnTo>
                        <a:lnTo>
                          <a:pt x="79" y="764"/>
                        </a:lnTo>
                        <a:lnTo>
                          <a:pt x="78" y="762"/>
                        </a:lnTo>
                        <a:lnTo>
                          <a:pt x="75" y="762"/>
                        </a:lnTo>
                        <a:lnTo>
                          <a:pt x="75" y="761"/>
                        </a:lnTo>
                        <a:lnTo>
                          <a:pt x="76" y="759"/>
                        </a:lnTo>
                        <a:lnTo>
                          <a:pt x="75" y="758"/>
                        </a:lnTo>
                        <a:lnTo>
                          <a:pt x="74" y="757"/>
                        </a:lnTo>
                        <a:lnTo>
                          <a:pt x="74" y="755"/>
                        </a:lnTo>
                        <a:lnTo>
                          <a:pt x="75" y="754"/>
                        </a:lnTo>
                        <a:lnTo>
                          <a:pt x="76" y="753"/>
                        </a:lnTo>
                        <a:lnTo>
                          <a:pt x="75" y="751"/>
                        </a:lnTo>
                        <a:lnTo>
                          <a:pt x="74" y="751"/>
                        </a:lnTo>
                        <a:lnTo>
                          <a:pt x="72" y="751"/>
                        </a:lnTo>
                        <a:lnTo>
                          <a:pt x="72" y="749"/>
                        </a:lnTo>
                        <a:lnTo>
                          <a:pt x="75" y="747"/>
                        </a:lnTo>
                        <a:lnTo>
                          <a:pt x="74" y="738"/>
                        </a:lnTo>
                        <a:lnTo>
                          <a:pt x="75" y="727"/>
                        </a:lnTo>
                        <a:lnTo>
                          <a:pt x="75" y="719"/>
                        </a:lnTo>
                        <a:lnTo>
                          <a:pt x="75" y="716"/>
                        </a:lnTo>
                        <a:lnTo>
                          <a:pt x="74" y="713"/>
                        </a:lnTo>
                        <a:lnTo>
                          <a:pt x="75" y="712"/>
                        </a:lnTo>
                        <a:lnTo>
                          <a:pt x="75" y="709"/>
                        </a:lnTo>
                        <a:lnTo>
                          <a:pt x="74" y="706"/>
                        </a:lnTo>
                        <a:lnTo>
                          <a:pt x="74" y="701"/>
                        </a:lnTo>
                        <a:lnTo>
                          <a:pt x="69" y="698"/>
                        </a:lnTo>
                        <a:lnTo>
                          <a:pt x="69" y="693"/>
                        </a:lnTo>
                        <a:lnTo>
                          <a:pt x="69" y="690"/>
                        </a:lnTo>
                        <a:lnTo>
                          <a:pt x="67" y="682"/>
                        </a:lnTo>
                        <a:lnTo>
                          <a:pt x="68" y="679"/>
                        </a:lnTo>
                        <a:lnTo>
                          <a:pt x="69" y="677"/>
                        </a:lnTo>
                        <a:lnTo>
                          <a:pt x="69" y="674"/>
                        </a:lnTo>
                        <a:lnTo>
                          <a:pt x="68" y="671"/>
                        </a:lnTo>
                        <a:lnTo>
                          <a:pt x="65" y="668"/>
                        </a:lnTo>
                        <a:lnTo>
                          <a:pt x="61" y="670"/>
                        </a:lnTo>
                        <a:lnTo>
                          <a:pt x="57" y="671"/>
                        </a:lnTo>
                        <a:lnTo>
                          <a:pt x="56" y="671"/>
                        </a:lnTo>
                        <a:lnTo>
                          <a:pt x="50" y="672"/>
                        </a:lnTo>
                        <a:lnTo>
                          <a:pt x="48" y="677"/>
                        </a:lnTo>
                        <a:lnTo>
                          <a:pt x="44" y="682"/>
                        </a:lnTo>
                        <a:lnTo>
                          <a:pt x="40" y="683"/>
                        </a:lnTo>
                        <a:lnTo>
                          <a:pt x="35" y="685"/>
                        </a:lnTo>
                        <a:lnTo>
                          <a:pt x="30" y="686"/>
                        </a:lnTo>
                        <a:lnTo>
                          <a:pt x="29" y="686"/>
                        </a:lnTo>
                        <a:lnTo>
                          <a:pt x="29" y="683"/>
                        </a:lnTo>
                        <a:lnTo>
                          <a:pt x="31" y="679"/>
                        </a:lnTo>
                        <a:lnTo>
                          <a:pt x="30" y="677"/>
                        </a:lnTo>
                        <a:lnTo>
                          <a:pt x="26" y="660"/>
                        </a:lnTo>
                        <a:lnTo>
                          <a:pt x="23" y="652"/>
                        </a:lnTo>
                        <a:lnTo>
                          <a:pt x="22" y="649"/>
                        </a:lnTo>
                        <a:lnTo>
                          <a:pt x="25" y="643"/>
                        </a:lnTo>
                        <a:lnTo>
                          <a:pt x="18" y="641"/>
                        </a:lnTo>
                        <a:lnTo>
                          <a:pt x="12" y="644"/>
                        </a:lnTo>
                        <a:lnTo>
                          <a:pt x="10" y="643"/>
                        </a:lnTo>
                        <a:lnTo>
                          <a:pt x="0" y="643"/>
                        </a:lnTo>
                        <a:lnTo>
                          <a:pt x="165" y="342"/>
                        </a:lnTo>
                        <a:lnTo>
                          <a:pt x="166" y="344"/>
                        </a:lnTo>
                        <a:lnTo>
                          <a:pt x="167" y="344"/>
                        </a:lnTo>
                        <a:lnTo>
                          <a:pt x="175" y="351"/>
                        </a:lnTo>
                        <a:lnTo>
                          <a:pt x="178" y="351"/>
                        </a:lnTo>
                        <a:lnTo>
                          <a:pt x="181" y="352"/>
                        </a:lnTo>
                        <a:lnTo>
                          <a:pt x="181" y="355"/>
                        </a:lnTo>
                        <a:lnTo>
                          <a:pt x="182" y="355"/>
                        </a:lnTo>
                        <a:lnTo>
                          <a:pt x="185" y="356"/>
                        </a:lnTo>
                        <a:lnTo>
                          <a:pt x="185" y="359"/>
                        </a:lnTo>
                        <a:lnTo>
                          <a:pt x="189" y="363"/>
                        </a:lnTo>
                        <a:lnTo>
                          <a:pt x="188" y="364"/>
                        </a:lnTo>
                        <a:lnTo>
                          <a:pt x="188" y="365"/>
                        </a:lnTo>
                        <a:lnTo>
                          <a:pt x="186" y="368"/>
                        </a:lnTo>
                        <a:lnTo>
                          <a:pt x="188" y="371"/>
                        </a:lnTo>
                        <a:lnTo>
                          <a:pt x="189" y="372"/>
                        </a:lnTo>
                        <a:lnTo>
                          <a:pt x="190" y="371"/>
                        </a:lnTo>
                        <a:lnTo>
                          <a:pt x="192" y="371"/>
                        </a:lnTo>
                        <a:lnTo>
                          <a:pt x="192" y="375"/>
                        </a:lnTo>
                        <a:lnTo>
                          <a:pt x="192" y="379"/>
                        </a:lnTo>
                        <a:lnTo>
                          <a:pt x="197" y="384"/>
                        </a:lnTo>
                        <a:lnTo>
                          <a:pt x="200" y="386"/>
                        </a:lnTo>
                        <a:lnTo>
                          <a:pt x="200" y="386"/>
                        </a:lnTo>
                        <a:lnTo>
                          <a:pt x="203" y="387"/>
                        </a:lnTo>
                        <a:lnTo>
                          <a:pt x="203" y="389"/>
                        </a:lnTo>
                        <a:lnTo>
                          <a:pt x="204" y="390"/>
                        </a:lnTo>
                        <a:lnTo>
                          <a:pt x="205" y="390"/>
                        </a:lnTo>
                        <a:lnTo>
                          <a:pt x="208" y="394"/>
                        </a:lnTo>
                        <a:lnTo>
                          <a:pt x="208" y="398"/>
                        </a:lnTo>
                        <a:lnTo>
                          <a:pt x="211" y="398"/>
                        </a:lnTo>
                        <a:lnTo>
                          <a:pt x="212" y="401"/>
                        </a:lnTo>
                        <a:lnTo>
                          <a:pt x="213" y="401"/>
                        </a:lnTo>
                        <a:lnTo>
                          <a:pt x="216" y="405"/>
                        </a:lnTo>
                        <a:lnTo>
                          <a:pt x="216" y="408"/>
                        </a:lnTo>
                        <a:lnTo>
                          <a:pt x="218" y="408"/>
                        </a:lnTo>
                        <a:lnTo>
                          <a:pt x="218" y="410"/>
                        </a:lnTo>
                        <a:lnTo>
                          <a:pt x="215" y="413"/>
                        </a:lnTo>
                        <a:lnTo>
                          <a:pt x="213" y="416"/>
                        </a:lnTo>
                        <a:lnTo>
                          <a:pt x="219" y="410"/>
                        </a:lnTo>
                        <a:lnTo>
                          <a:pt x="222" y="409"/>
                        </a:lnTo>
                        <a:lnTo>
                          <a:pt x="223" y="410"/>
                        </a:lnTo>
                        <a:lnTo>
                          <a:pt x="223" y="406"/>
                        </a:lnTo>
                        <a:lnTo>
                          <a:pt x="223" y="398"/>
                        </a:lnTo>
                        <a:lnTo>
                          <a:pt x="223" y="394"/>
                        </a:lnTo>
                        <a:lnTo>
                          <a:pt x="224" y="391"/>
                        </a:lnTo>
                        <a:lnTo>
                          <a:pt x="230" y="390"/>
                        </a:lnTo>
                        <a:lnTo>
                          <a:pt x="232" y="387"/>
                        </a:lnTo>
                        <a:lnTo>
                          <a:pt x="235" y="386"/>
                        </a:lnTo>
                        <a:lnTo>
                          <a:pt x="238" y="384"/>
                        </a:lnTo>
                        <a:lnTo>
                          <a:pt x="239" y="383"/>
                        </a:lnTo>
                        <a:lnTo>
                          <a:pt x="241" y="383"/>
                        </a:lnTo>
                        <a:lnTo>
                          <a:pt x="243" y="382"/>
                        </a:lnTo>
                        <a:lnTo>
                          <a:pt x="246" y="382"/>
                        </a:lnTo>
                        <a:lnTo>
                          <a:pt x="247" y="382"/>
                        </a:lnTo>
                        <a:lnTo>
                          <a:pt x="250" y="382"/>
                        </a:lnTo>
                        <a:lnTo>
                          <a:pt x="252" y="383"/>
                        </a:lnTo>
                        <a:lnTo>
                          <a:pt x="256" y="379"/>
                        </a:lnTo>
                        <a:lnTo>
                          <a:pt x="256" y="376"/>
                        </a:lnTo>
                        <a:lnTo>
                          <a:pt x="258" y="375"/>
                        </a:lnTo>
                        <a:lnTo>
                          <a:pt x="261" y="376"/>
                        </a:lnTo>
                        <a:lnTo>
                          <a:pt x="262" y="375"/>
                        </a:lnTo>
                        <a:lnTo>
                          <a:pt x="261" y="374"/>
                        </a:lnTo>
                        <a:lnTo>
                          <a:pt x="264" y="374"/>
                        </a:lnTo>
                        <a:lnTo>
                          <a:pt x="265" y="375"/>
                        </a:lnTo>
                        <a:lnTo>
                          <a:pt x="273" y="375"/>
                        </a:lnTo>
                        <a:lnTo>
                          <a:pt x="280" y="372"/>
                        </a:lnTo>
                        <a:lnTo>
                          <a:pt x="283" y="371"/>
                        </a:lnTo>
                        <a:lnTo>
                          <a:pt x="284" y="371"/>
                        </a:lnTo>
                        <a:lnTo>
                          <a:pt x="285" y="374"/>
                        </a:lnTo>
                        <a:lnTo>
                          <a:pt x="287" y="372"/>
                        </a:lnTo>
                        <a:lnTo>
                          <a:pt x="288" y="370"/>
                        </a:lnTo>
                        <a:lnTo>
                          <a:pt x="292" y="367"/>
                        </a:lnTo>
                        <a:lnTo>
                          <a:pt x="295" y="367"/>
                        </a:lnTo>
                        <a:lnTo>
                          <a:pt x="296" y="368"/>
                        </a:lnTo>
                        <a:lnTo>
                          <a:pt x="298" y="368"/>
                        </a:lnTo>
                        <a:lnTo>
                          <a:pt x="299" y="370"/>
                        </a:lnTo>
                        <a:lnTo>
                          <a:pt x="300" y="370"/>
                        </a:lnTo>
                        <a:lnTo>
                          <a:pt x="300" y="367"/>
                        </a:lnTo>
                        <a:lnTo>
                          <a:pt x="302" y="365"/>
                        </a:lnTo>
                        <a:lnTo>
                          <a:pt x="304" y="367"/>
                        </a:lnTo>
                        <a:lnTo>
                          <a:pt x="304" y="370"/>
                        </a:lnTo>
                        <a:lnTo>
                          <a:pt x="306" y="371"/>
                        </a:lnTo>
                        <a:lnTo>
                          <a:pt x="304" y="372"/>
                        </a:lnTo>
                        <a:lnTo>
                          <a:pt x="303" y="372"/>
                        </a:lnTo>
                        <a:lnTo>
                          <a:pt x="302" y="375"/>
                        </a:lnTo>
                        <a:lnTo>
                          <a:pt x="296" y="376"/>
                        </a:lnTo>
                        <a:lnTo>
                          <a:pt x="291" y="379"/>
                        </a:lnTo>
                        <a:lnTo>
                          <a:pt x="288" y="380"/>
                        </a:lnTo>
                        <a:lnTo>
                          <a:pt x="285" y="382"/>
                        </a:lnTo>
                        <a:lnTo>
                          <a:pt x="283" y="382"/>
                        </a:lnTo>
                        <a:lnTo>
                          <a:pt x="281" y="383"/>
                        </a:lnTo>
                        <a:lnTo>
                          <a:pt x="280" y="383"/>
                        </a:lnTo>
                        <a:lnTo>
                          <a:pt x="279" y="382"/>
                        </a:lnTo>
                        <a:lnTo>
                          <a:pt x="275" y="383"/>
                        </a:lnTo>
                        <a:lnTo>
                          <a:pt x="269" y="383"/>
                        </a:lnTo>
                        <a:lnTo>
                          <a:pt x="269" y="384"/>
                        </a:lnTo>
                        <a:lnTo>
                          <a:pt x="264" y="383"/>
                        </a:lnTo>
                        <a:lnTo>
                          <a:pt x="261" y="384"/>
                        </a:lnTo>
                        <a:lnTo>
                          <a:pt x="258" y="389"/>
                        </a:lnTo>
                        <a:lnTo>
                          <a:pt x="252" y="391"/>
                        </a:lnTo>
                        <a:lnTo>
                          <a:pt x="252" y="390"/>
                        </a:lnTo>
                        <a:lnTo>
                          <a:pt x="249" y="393"/>
                        </a:lnTo>
                        <a:lnTo>
                          <a:pt x="247" y="394"/>
                        </a:lnTo>
                        <a:lnTo>
                          <a:pt x="246" y="395"/>
                        </a:lnTo>
                        <a:lnTo>
                          <a:pt x="245" y="394"/>
                        </a:lnTo>
                        <a:lnTo>
                          <a:pt x="242" y="397"/>
                        </a:lnTo>
                        <a:lnTo>
                          <a:pt x="239" y="399"/>
                        </a:lnTo>
                        <a:lnTo>
                          <a:pt x="238" y="399"/>
                        </a:lnTo>
                        <a:lnTo>
                          <a:pt x="237" y="401"/>
                        </a:lnTo>
                        <a:lnTo>
                          <a:pt x="239" y="405"/>
                        </a:lnTo>
                        <a:lnTo>
                          <a:pt x="242" y="406"/>
                        </a:lnTo>
                        <a:lnTo>
                          <a:pt x="239" y="402"/>
                        </a:lnTo>
                        <a:lnTo>
                          <a:pt x="239" y="402"/>
                        </a:lnTo>
                        <a:lnTo>
                          <a:pt x="242" y="402"/>
                        </a:lnTo>
                        <a:lnTo>
                          <a:pt x="243" y="401"/>
                        </a:lnTo>
                        <a:lnTo>
                          <a:pt x="246" y="402"/>
                        </a:lnTo>
                        <a:lnTo>
                          <a:pt x="245" y="399"/>
                        </a:lnTo>
                        <a:lnTo>
                          <a:pt x="249" y="397"/>
                        </a:lnTo>
                        <a:lnTo>
                          <a:pt x="253" y="395"/>
                        </a:lnTo>
                        <a:lnTo>
                          <a:pt x="256" y="395"/>
                        </a:lnTo>
                        <a:lnTo>
                          <a:pt x="262" y="390"/>
                        </a:lnTo>
                        <a:lnTo>
                          <a:pt x="264" y="387"/>
                        </a:lnTo>
                        <a:lnTo>
                          <a:pt x="266" y="387"/>
                        </a:lnTo>
                        <a:lnTo>
                          <a:pt x="268" y="390"/>
                        </a:lnTo>
                        <a:lnTo>
                          <a:pt x="269" y="387"/>
                        </a:lnTo>
                        <a:lnTo>
                          <a:pt x="272" y="387"/>
                        </a:lnTo>
                        <a:lnTo>
                          <a:pt x="272" y="389"/>
                        </a:lnTo>
                        <a:lnTo>
                          <a:pt x="276" y="386"/>
                        </a:lnTo>
                        <a:lnTo>
                          <a:pt x="277" y="387"/>
                        </a:lnTo>
                        <a:lnTo>
                          <a:pt x="273" y="393"/>
                        </a:lnTo>
                        <a:lnTo>
                          <a:pt x="275" y="394"/>
                        </a:lnTo>
                        <a:lnTo>
                          <a:pt x="277" y="390"/>
                        </a:lnTo>
                        <a:lnTo>
                          <a:pt x="281" y="389"/>
                        </a:lnTo>
                        <a:lnTo>
                          <a:pt x="290" y="382"/>
                        </a:lnTo>
                        <a:lnTo>
                          <a:pt x="295" y="382"/>
                        </a:lnTo>
                        <a:lnTo>
                          <a:pt x="298" y="380"/>
                        </a:lnTo>
                        <a:lnTo>
                          <a:pt x="303" y="380"/>
                        </a:lnTo>
                        <a:lnTo>
                          <a:pt x="306" y="379"/>
                        </a:lnTo>
                        <a:lnTo>
                          <a:pt x="307" y="379"/>
                        </a:lnTo>
                        <a:lnTo>
                          <a:pt x="307" y="382"/>
                        </a:lnTo>
                        <a:lnTo>
                          <a:pt x="303" y="383"/>
                        </a:lnTo>
                        <a:lnTo>
                          <a:pt x="303" y="384"/>
                        </a:lnTo>
                        <a:lnTo>
                          <a:pt x="306" y="386"/>
                        </a:lnTo>
                        <a:lnTo>
                          <a:pt x="309" y="383"/>
                        </a:lnTo>
                        <a:lnTo>
                          <a:pt x="315" y="379"/>
                        </a:lnTo>
                        <a:lnTo>
                          <a:pt x="317" y="379"/>
                        </a:lnTo>
                        <a:lnTo>
                          <a:pt x="317" y="378"/>
                        </a:lnTo>
                        <a:lnTo>
                          <a:pt x="319" y="376"/>
                        </a:lnTo>
                        <a:lnTo>
                          <a:pt x="322" y="376"/>
                        </a:lnTo>
                        <a:lnTo>
                          <a:pt x="322" y="375"/>
                        </a:lnTo>
                        <a:lnTo>
                          <a:pt x="322" y="372"/>
                        </a:lnTo>
                        <a:lnTo>
                          <a:pt x="325" y="375"/>
                        </a:lnTo>
                        <a:lnTo>
                          <a:pt x="326" y="375"/>
                        </a:lnTo>
                        <a:lnTo>
                          <a:pt x="328" y="371"/>
                        </a:lnTo>
                        <a:lnTo>
                          <a:pt x="326" y="368"/>
                        </a:lnTo>
                        <a:lnTo>
                          <a:pt x="328" y="367"/>
                        </a:lnTo>
                        <a:lnTo>
                          <a:pt x="326" y="364"/>
                        </a:lnTo>
                        <a:lnTo>
                          <a:pt x="329" y="361"/>
                        </a:lnTo>
                        <a:lnTo>
                          <a:pt x="333" y="359"/>
                        </a:lnTo>
                        <a:lnTo>
                          <a:pt x="333" y="363"/>
                        </a:lnTo>
                        <a:lnTo>
                          <a:pt x="333" y="374"/>
                        </a:lnTo>
                        <a:lnTo>
                          <a:pt x="332" y="376"/>
                        </a:lnTo>
                        <a:lnTo>
                          <a:pt x="332" y="386"/>
                        </a:lnTo>
                        <a:lnTo>
                          <a:pt x="330" y="391"/>
                        </a:lnTo>
                        <a:lnTo>
                          <a:pt x="329" y="403"/>
                        </a:lnTo>
                        <a:lnTo>
                          <a:pt x="330" y="408"/>
                        </a:lnTo>
                        <a:lnTo>
                          <a:pt x="334" y="408"/>
                        </a:lnTo>
                        <a:lnTo>
                          <a:pt x="336" y="412"/>
                        </a:lnTo>
                        <a:lnTo>
                          <a:pt x="340" y="409"/>
                        </a:lnTo>
                        <a:lnTo>
                          <a:pt x="338" y="408"/>
                        </a:lnTo>
                        <a:lnTo>
                          <a:pt x="336" y="408"/>
                        </a:lnTo>
                        <a:lnTo>
                          <a:pt x="336" y="406"/>
                        </a:lnTo>
                        <a:lnTo>
                          <a:pt x="338" y="403"/>
                        </a:lnTo>
                        <a:lnTo>
                          <a:pt x="341" y="405"/>
                        </a:lnTo>
                        <a:lnTo>
                          <a:pt x="341" y="402"/>
                        </a:lnTo>
                        <a:lnTo>
                          <a:pt x="340" y="401"/>
                        </a:lnTo>
                        <a:lnTo>
                          <a:pt x="343" y="399"/>
                        </a:lnTo>
                        <a:lnTo>
                          <a:pt x="347" y="399"/>
                        </a:lnTo>
                        <a:lnTo>
                          <a:pt x="347" y="401"/>
                        </a:lnTo>
                        <a:lnTo>
                          <a:pt x="349" y="399"/>
                        </a:lnTo>
                        <a:lnTo>
                          <a:pt x="347" y="394"/>
                        </a:lnTo>
                        <a:lnTo>
                          <a:pt x="349" y="394"/>
                        </a:lnTo>
                        <a:lnTo>
                          <a:pt x="355" y="391"/>
                        </a:lnTo>
                        <a:lnTo>
                          <a:pt x="355" y="389"/>
                        </a:lnTo>
                        <a:lnTo>
                          <a:pt x="357" y="389"/>
                        </a:lnTo>
                        <a:lnTo>
                          <a:pt x="357" y="391"/>
                        </a:lnTo>
                        <a:lnTo>
                          <a:pt x="357" y="394"/>
                        </a:lnTo>
                        <a:lnTo>
                          <a:pt x="355" y="395"/>
                        </a:lnTo>
                        <a:lnTo>
                          <a:pt x="356" y="398"/>
                        </a:lnTo>
                        <a:lnTo>
                          <a:pt x="353" y="399"/>
                        </a:lnTo>
                        <a:lnTo>
                          <a:pt x="352" y="402"/>
                        </a:lnTo>
                        <a:lnTo>
                          <a:pt x="353" y="402"/>
                        </a:lnTo>
                        <a:lnTo>
                          <a:pt x="356" y="402"/>
                        </a:lnTo>
                        <a:lnTo>
                          <a:pt x="356" y="403"/>
                        </a:lnTo>
                        <a:lnTo>
                          <a:pt x="356" y="405"/>
                        </a:lnTo>
                        <a:lnTo>
                          <a:pt x="353" y="406"/>
                        </a:lnTo>
                        <a:lnTo>
                          <a:pt x="351" y="409"/>
                        </a:lnTo>
                        <a:lnTo>
                          <a:pt x="349" y="408"/>
                        </a:lnTo>
                        <a:lnTo>
                          <a:pt x="348" y="409"/>
                        </a:lnTo>
                        <a:lnTo>
                          <a:pt x="347" y="412"/>
                        </a:lnTo>
                        <a:lnTo>
                          <a:pt x="348" y="414"/>
                        </a:lnTo>
                        <a:lnTo>
                          <a:pt x="352" y="414"/>
                        </a:lnTo>
                        <a:lnTo>
                          <a:pt x="355" y="416"/>
                        </a:lnTo>
                        <a:lnTo>
                          <a:pt x="357" y="416"/>
                        </a:lnTo>
                        <a:lnTo>
                          <a:pt x="359" y="413"/>
                        </a:lnTo>
                        <a:lnTo>
                          <a:pt x="363" y="413"/>
                        </a:lnTo>
                        <a:lnTo>
                          <a:pt x="366" y="408"/>
                        </a:lnTo>
                        <a:lnTo>
                          <a:pt x="368" y="405"/>
                        </a:lnTo>
                        <a:lnTo>
                          <a:pt x="371" y="403"/>
                        </a:lnTo>
                        <a:lnTo>
                          <a:pt x="374" y="405"/>
                        </a:lnTo>
                        <a:lnTo>
                          <a:pt x="376" y="405"/>
                        </a:lnTo>
                        <a:lnTo>
                          <a:pt x="378" y="408"/>
                        </a:lnTo>
                        <a:lnTo>
                          <a:pt x="381" y="408"/>
                        </a:lnTo>
                        <a:lnTo>
                          <a:pt x="385" y="410"/>
                        </a:lnTo>
                        <a:lnTo>
                          <a:pt x="387" y="410"/>
                        </a:lnTo>
                        <a:lnTo>
                          <a:pt x="387" y="413"/>
                        </a:lnTo>
                        <a:lnTo>
                          <a:pt x="389" y="420"/>
                        </a:lnTo>
                        <a:lnTo>
                          <a:pt x="389" y="424"/>
                        </a:lnTo>
                        <a:lnTo>
                          <a:pt x="393" y="428"/>
                        </a:lnTo>
                        <a:lnTo>
                          <a:pt x="404" y="436"/>
                        </a:lnTo>
                        <a:lnTo>
                          <a:pt x="405" y="437"/>
                        </a:lnTo>
                        <a:lnTo>
                          <a:pt x="409" y="440"/>
                        </a:lnTo>
                        <a:lnTo>
                          <a:pt x="413" y="444"/>
                        </a:lnTo>
                        <a:lnTo>
                          <a:pt x="415" y="444"/>
                        </a:lnTo>
                        <a:lnTo>
                          <a:pt x="417" y="447"/>
                        </a:lnTo>
                        <a:lnTo>
                          <a:pt x="419" y="448"/>
                        </a:lnTo>
                        <a:lnTo>
                          <a:pt x="420" y="450"/>
                        </a:lnTo>
                        <a:lnTo>
                          <a:pt x="421" y="448"/>
                        </a:lnTo>
                        <a:lnTo>
                          <a:pt x="423" y="451"/>
                        </a:lnTo>
                        <a:lnTo>
                          <a:pt x="427" y="454"/>
                        </a:lnTo>
                        <a:lnTo>
                          <a:pt x="429" y="454"/>
                        </a:lnTo>
                        <a:lnTo>
                          <a:pt x="429" y="456"/>
                        </a:lnTo>
                        <a:lnTo>
                          <a:pt x="431" y="459"/>
                        </a:lnTo>
                        <a:lnTo>
                          <a:pt x="432" y="456"/>
                        </a:lnTo>
                        <a:lnTo>
                          <a:pt x="431" y="454"/>
                        </a:lnTo>
                        <a:lnTo>
                          <a:pt x="431" y="452"/>
                        </a:lnTo>
                        <a:lnTo>
                          <a:pt x="429" y="451"/>
                        </a:lnTo>
                        <a:lnTo>
                          <a:pt x="429" y="450"/>
                        </a:lnTo>
                        <a:lnTo>
                          <a:pt x="434" y="451"/>
                        </a:lnTo>
                        <a:lnTo>
                          <a:pt x="434" y="454"/>
                        </a:lnTo>
                        <a:lnTo>
                          <a:pt x="435" y="454"/>
                        </a:lnTo>
                        <a:lnTo>
                          <a:pt x="436" y="451"/>
                        </a:lnTo>
                        <a:lnTo>
                          <a:pt x="438" y="451"/>
                        </a:lnTo>
                        <a:lnTo>
                          <a:pt x="440" y="455"/>
                        </a:lnTo>
                        <a:lnTo>
                          <a:pt x="442" y="456"/>
                        </a:lnTo>
                        <a:lnTo>
                          <a:pt x="443" y="458"/>
                        </a:lnTo>
                        <a:lnTo>
                          <a:pt x="444" y="461"/>
                        </a:lnTo>
                        <a:lnTo>
                          <a:pt x="446" y="463"/>
                        </a:lnTo>
                        <a:lnTo>
                          <a:pt x="447" y="467"/>
                        </a:lnTo>
                        <a:lnTo>
                          <a:pt x="449" y="470"/>
                        </a:lnTo>
                        <a:lnTo>
                          <a:pt x="447" y="473"/>
                        </a:lnTo>
                        <a:lnTo>
                          <a:pt x="446" y="476"/>
                        </a:lnTo>
                        <a:lnTo>
                          <a:pt x="443" y="478"/>
                        </a:lnTo>
                        <a:lnTo>
                          <a:pt x="438" y="477"/>
                        </a:lnTo>
                        <a:lnTo>
                          <a:pt x="434" y="477"/>
                        </a:lnTo>
                        <a:lnTo>
                          <a:pt x="434" y="477"/>
                        </a:lnTo>
                        <a:lnTo>
                          <a:pt x="432" y="478"/>
                        </a:lnTo>
                        <a:lnTo>
                          <a:pt x="429" y="477"/>
                        </a:lnTo>
                        <a:lnTo>
                          <a:pt x="427" y="477"/>
                        </a:lnTo>
                        <a:lnTo>
                          <a:pt x="428" y="480"/>
                        </a:lnTo>
                        <a:lnTo>
                          <a:pt x="425" y="481"/>
                        </a:lnTo>
                        <a:lnTo>
                          <a:pt x="425" y="484"/>
                        </a:lnTo>
                        <a:lnTo>
                          <a:pt x="423" y="484"/>
                        </a:lnTo>
                        <a:lnTo>
                          <a:pt x="420" y="484"/>
                        </a:lnTo>
                        <a:lnTo>
                          <a:pt x="420" y="485"/>
                        </a:lnTo>
                        <a:lnTo>
                          <a:pt x="423" y="486"/>
                        </a:lnTo>
                        <a:lnTo>
                          <a:pt x="424" y="490"/>
                        </a:lnTo>
                        <a:lnTo>
                          <a:pt x="427" y="492"/>
                        </a:lnTo>
                        <a:lnTo>
                          <a:pt x="428" y="490"/>
                        </a:lnTo>
                        <a:lnTo>
                          <a:pt x="431" y="493"/>
                        </a:lnTo>
                        <a:lnTo>
                          <a:pt x="432" y="496"/>
                        </a:lnTo>
                        <a:lnTo>
                          <a:pt x="435" y="496"/>
                        </a:lnTo>
                        <a:lnTo>
                          <a:pt x="440" y="499"/>
                        </a:lnTo>
                        <a:lnTo>
                          <a:pt x="444" y="499"/>
                        </a:lnTo>
                        <a:lnTo>
                          <a:pt x="451" y="501"/>
                        </a:lnTo>
                        <a:lnTo>
                          <a:pt x="454" y="501"/>
                        </a:lnTo>
                        <a:lnTo>
                          <a:pt x="454" y="500"/>
                        </a:lnTo>
                        <a:lnTo>
                          <a:pt x="455" y="500"/>
                        </a:lnTo>
                        <a:lnTo>
                          <a:pt x="458" y="501"/>
                        </a:lnTo>
                        <a:lnTo>
                          <a:pt x="458" y="504"/>
                        </a:lnTo>
                        <a:lnTo>
                          <a:pt x="462" y="500"/>
                        </a:lnTo>
                        <a:lnTo>
                          <a:pt x="463" y="503"/>
                        </a:lnTo>
                        <a:lnTo>
                          <a:pt x="465" y="501"/>
                        </a:lnTo>
                        <a:lnTo>
                          <a:pt x="468" y="500"/>
                        </a:lnTo>
                        <a:lnTo>
                          <a:pt x="469" y="500"/>
                        </a:lnTo>
                        <a:lnTo>
                          <a:pt x="469" y="501"/>
                        </a:lnTo>
                        <a:lnTo>
                          <a:pt x="470" y="501"/>
                        </a:lnTo>
                        <a:lnTo>
                          <a:pt x="474" y="500"/>
                        </a:lnTo>
                        <a:lnTo>
                          <a:pt x="482" y="496"/>
                        </a:lnTo>
                        <a:lnTo>
                          <a:pt x="485" y="496"/>
                        </a:lnTo>
                        <a:lnTo>
                          <a:pt x="484" y="499"/>
                        </a:lnTo>
                        <a:lnTo>
                          <a:pt x="484" y="500"/>
                        </a:lnTo>
                        <a:lnTo>
                          <a:pt x="484" y="501"/>
                        </a:lnTo>
                        <a:lnTo>
                          <a:pt x="485" y="501"/>
                        </a:lnTo>
                        <a:lnTo>
                          <a:pt x="485" y="504"/>
                        </a:lnTo>
                        <a:lnTo>
                          <a:pt x="485" y="507"/>
                        </a:lnTo>
                        <a:lnTo>
                          <a:pt x="485" y="508"/>
                        </a:lnTo>
                        <a:lnTo>
                          <a:pt x="487" y="508"/>
                        </a:lnTo>
                        <a:lnTo>
                          <a:pt x="488" y="507"/>
                        </a:lnTo>
                        <a:lnTo>
                          <a:pt x="489" y="508"/>
                        </a:lnTo>
                        <a:lnTo>
                          <a:pt x="489" y="511"/>
                        </a:lnTo>
                        <a:lnTo>
                          <a:pt x="488" y="515"/>
                        </a:lnTo>
                        <a:lnTo>
                          <a:pt x="488" y="518"/>
                        </a:lnTo>
                        <a:lnTo>
                          <a:pt x="489" y="519"/>
                        </a:lnTo>
                        <a:lnTo>
                          <a:pt x="491" y="516"/>
                        </a:lnTo>
                        <a:lnTo>
                          <a:pt x="492" y="514"/>
                        </a:lnTo>
                        <a:lnTo>
                          <a:pt x="492" y="512"/>
                        </a:lnTo>
                        <a:lnTo>
                          <a:pt x="493" y="512"/>
                        </a:lnTo>
                        <a:lnTo>
                          <a:pt x="493" y="515"/>
                        </a:lnTo>
                        <a:lnTo>
                          <a:pt x="491" y="520"/>
                        </a:lnTo>
                        <a:lnTo>
                          <a:pt x="489" y="523"/>
                        </a:lnTo>
                        <a:lnTo>
                          <a:pt x="489" y="528"/>
                        </a:lnTo>
                        <a:lnTo>
                          <a:pt x="491" y="531"/>
                        </a:lnTo>
                        <a:lnTo>
                          <a:pt x="491" y="537"/>
                        </a:lnTo>
                        <a:lnTo>
                          <a:pt x="489" y="539"/>
                        </a:lnTo>
                        <a:lnTo>
                          <a:pt x="493" y="542"/>
                        </a:lnTo>
                        <a:lnTo>
                          <a:pt x="493" y="543"/>
                        </a:lnTo>
                        <a:lnTo>
                          <a:pt x="492" y="546"/>
                        </a:lnTo>
                        <a:lnTo>
                          <a:pt x="493" y="548"/>
                        </a:lnTo>
                        <a:lnTo>
                          <a:pt x="495" y="552"/>
                        </a:lnTo>
                        <a:lnTo>
                          <a:pt x="495" y="560"/>
                        </a:lnTo>
                        <a:lnTo>
                          <a:pt x="495" y="552"/>
                        </a:lnTo>
                        <a:lnTo>
                          <a:pt x="493" y="545"/>
                        </a:lnTo>
                        <a:lnTo>
                          <a:pt x="495" y="538"/>
                        </a:lnTo>
                        <a:lnTo>
                          <a:pt x="497" y="533"/>
                        </a:lnTo>
                        <a:lnTo>
                          <a:pt x="500" y="533"/>
                        </a:lnTo>
                        <a:lnTo>
                          <a:pt x="500" y="535"/>
                        </a:lnTo>
                        <a:lnTo>
                          <a:pt x="499" y="535"/>
                        </a:lnTo>
                        <a:lnTo>
                          <a:pt x="499" y="538"/>
                        </a:lnTo>
                        <a:lnTo>
                          <a:pt x="499" y="538"/>
                        </a:lnTo>
                        <a:lnTo>
                          <a:pt x="501" y="537"/>
                        </a:lnTo>
                        <a:lnTo>
                          <a:pt x="501" y="538"/>
                        </a:lnTo>
                        <a:lnTo>
                          <a:pt x="503" y="537"/>
                        </a:lnTo>
                        <a:lnTo>
                          <a:pt x="503" y="534"/>
                        </a:lnTo>
                        <a:lnTo>
                          <a:pt x="501" y="531"/>
                        </a:lnTo>
                        <a:lnTo>
                          <a:pt x="501" y="530"/>
                        </a:lnTo>
                        <a:lnTo>
                          <a:pt x="504" y="528"/>
                        </a:lnTo>
                        <a:lnTo>
                          <a:pt x="504" y="527"/>
                        </a:lnTo>
                        <a:lnTo>
                          <a:pt x="501" y="526"/>
                        </a:lnTo>
                        <a:lnTo>
                          <a:pt x="503" y="523"/>
                        </a:lnTo>
                        <a:lnTo>
                          <a:pt x="504" y="519"/>
                        </a:lnTo>
                        <a:lnTo>
                          <a:pt x="506" y="511"/>
                        </a:lnTo>
                        <a:lnTo>
                          <a:pt x="506" y="509"/>
                        </a:lnTo>
                        <a:lnTo>
                          <a:pt x="506" y="507"/>
                        </a:lnTo>
                        <a:lnTo>
                          <a:pt x="507" y="505"/>
                        </a:lnTo>
                        <a:lnTo>
                          <a:pt x="511" y="505"/>
                        </a:lnTo>
                        <a:lnTo>
                          <a:pt x="511" y="504"/>
                        </a:lnTo>
                        <a:lnTo>
                          <a:pt x="512" y="503"/>
                        </a:lnTo>
                        <a:lnTo>
                          <a:pt x="515" y="501"/>
                        </a:lnTo>
                        <a:lnTo>
                          <a:pt x="516" y="503"/>
                        </a:lnTo>
                        <a:lnTo>
                          <a:pt x="518" y="503"/>
                        </a:lnTo>
                        <a:lnTo>
                          <a:pt x="519" y="500"/>
                        </a:lnTo>
                        <a:lnTo>
                          <a:pt x="521" y="500"/>
                        </a:lnTo>
                        <a:lnTo>
                          <a:pt x="521" y="501"/>
                        </a:lnTo>
                        <a:lnTo>
                          <a:pt x="522" y="501"/>
                        </a:lnTo>
                        <a:lnTo>
                          <a:pt x="526" y="501"/>
                        </a:lnTo>
                        <a:lnTo>
                          <a:pt x="527" y="497"/>
                        </a:lnTo>
                        <a:lnTo>
                          <a:pt x="529" y="497"/>
                        </a:lnTo>
                        <a:lnTo>
                          <a:pt x="530" y="500"/>
                        </a:lnTo>
                        <a:lnTo>
                          <a:pt x="531" y="500"/>
                        </a:lnTo>
                        <a:lnTo>
                          <a:pt x="531" y="504"/>
                        </a:lnTo>
                        <a:lnTo>
                          <a:pt x="531" y="500"/>
                        </a:lnTo>
                        <a:lnTo>
                          <a:pt x="530" y="497"/>
                        </a:lnTo>
                        <a:lnTo>
                          <a:pt x="533" y="493"/>
                        </a:lnTo>
                        <a:lnTo>
                          <a:pt x="534" y="493"/>
                        </a:lnTo>
                        <a:lnTo>
                          <a:pt x="535" y="495"/>
                        </a:lnTo>
                        <a:lnTo>
                          <a:pt x="538" y="493"/>
                        </a:lnTo>
                        <a:lnTo>
                          <a:pt x="540" y="493"/>
                        </a:lnTo>
                        <a:lnTo>
                          <a:pt x="542" y="495"/>
                        </a:lnTo>
                        <a:lnTo>
                          <a:pt x="545" y="490"/>
                        </a:lnTo>
                        <a:lnTo>
                          <a:pt x="544" y="489"/>
                        </a:lnTo>
                        <a:lnTo>
                          <a:pt x="546" y="486"/>
                        </a:lnTo>
                        <a:lnTo>
                          <a:pt x="544" y="486"/>
                        </a:lnTo>
                        <a:lnTo>
                          <a:pt x="542" y="486"/>
                        </a:lnTo>
                        <a:lnTo>
                          <a:pt x="541" y="486"/>
                        </a:lnTo>
                        <a:lnTo>
                          <a:pt x="535" y="488"/>
                        </a:lnTo>
                        <a:lnTo>
                          <a:pt x="533" y="488"/>
                        </a:lnTo>
                        <a:lnTo>
                          <a:pt x="533" y="489"/>
                        </a:lnTo>
                        <a:lnTo>
                          <a:pt x="530" y="490"/>
                        </a:lnTo>
                        <a:lnTo>
                          <a:pt x="530" y="492"/>
                        </a:lnTo>
                        <a:lnTo>
                          <a:pt x="530" y="493"/>
                        </a:lnTo>
                        <a:lnTo>
                          <a:pt x="527" y="490"/>
                        </a:lnTo>
                        <a:lnTo>
                          <a:pt x="527" y="488"/>
                        </a:lnTo>
                        <a:lnTo>
                          <a:pt x="526" y="489"/>
                        </a:lnTo>
                        <a:lnTo>
                          <a:pt x="525" y="492"/>
                        </a:lnTo>
                        <a:lnTo>
                          <a:pt x="523" y="493"/>
                        </a:lnTo>
                        <a:lnTo>
                          <a:pt x="521" y="490"/>
                        </a:lnTo>
                        <a:lnTo>
                          <a:pt x="518" y="490"/>
                        </a:lnTo>
                        <a:lnTo>
                          <a:pt x="518" y="489"/>
                        </a:lnTo>
                        <a:lnTo>
                          <a:pt x="516" y="490"/>
                        </a:lnTo>
                        <a:lnTo>
                          <a:pt x="516" y="492"/>
                        </a:lnTo>
                        <a:lnTo>
                          <a:pt x="518" y="493"/>
                        </a:lnTo>
                        <a:lnTo>
                          <a:pt x="518" y="496"/>
                        </a:lnTo>
                        <a:lnTo>
                          <a:pt x="515" y="496"/>
                        </a:lnTo>
                        <a:lnTo>
                          <a:pt x="514" y="495"/>
                        </a:lnTo>
                        <a:lnTo>
                          <a:pt x="510" y="495"/>
                        </a:lnTo>
                        <a:lnTo>
                          <a:pt x="510" y="493"/>
                        </a:lnTo>
                        <a:lnTo>
                          <a:pt x="511" y="492"/>
                        </a:lnTo>
                        <a:lnTo>
                          <a:pt x="512" y="489"/>
                        </a:lnTo>
                        <a:lnTo>
                          <a:pt x="511" y="489"/>
                        </a:lnTo>
                        <a:lnTo>
                          <a:pt x="510" y="489"/>
                        </a:lnTo>
                        <a:lnTo>
                          <a:pt x="507" y="489"/>
                        </a:lnTo>
                        <a:lnTo>
                          <a:pt x="508" y="486"/>
                        </a:lnTo>
                        <a:lnTo>
                          <a:pt x="511" y="485"/>
                        </a:lnTo>
                        <a:lnTo>
                          <a:pt x="515" y="480"/>
                        </a:lnTo>
                        <a:lnTo>
                          <a:pt x="516" y="480"/>
                        </a:lnTo>
                        <a:lnTo>
                          <a:pt x="521" y="481"/>
                        </a:lnTo>
                        <a:lnTo>
                          <a:pt x="530" y="480"/>
                        </a:lnTo>
                        <a:lnTo>
                          <a:pt x="538" y="478"/>
                        </a:lnTo>
                        <a:lnTo>
                          <a:pt x="540" y="478"/>
                        </a:lnTo>
                        <a:lnTo>
                          <a:pt x="544" y="477"/>
                        </a:lnTo>
                        <a:lnTo>
                          <a:pt x="545" y="480"/>
                        </a:lnTo>
                        <a:lnTo>
                          <a:pt x="546" y="481"/>
                        </a:lnTo>
                        <a:lnTo>
                          <a:pt x="548" y="481"/>
                        </a:lnTo>
                        <a:lnTo>
                          <a:pt x="549" y="482"/>
                        </a:lnTo>
                        <a:lnTo>
                          <a:pt x="548" y="489"/>
                        </a:lnTo>
                        <a:lnTo>
                          <a:pt x="548" y="490"/>
                        </a:lnTo>
                        <a:lnTo>
                          <a:pt x="549" y="492"/>
                        </a:lnTo>
                        <a:lnTo>
                          <a:pt x="548" y="492"/>
                        </a:lnTo>
                        <a:lnTo>
                          <a:pt x="546" y="495"/>
                        </a:lnTo>
                        <a:lnTo>
                          <a:pt x="546" y="495"/>
                        </a:lnTo>
                        <a:lnTo>
                          <a:pt x="548" y="496"/>
                        </a:lnTo>
                        <a:lnTo>
                          <a:pt x="548" y="501"/>
                        </a:lnTo>
                        <a:lnTo>
                          <a:pt x="550" y="501"/>
                        </a:lnTo>
                        <a:lnTo>
                          <a:pt x="552" y="503"/>
                        </a:lnTo>
                        <a:lnTo>
                          <a:pt x="552" y="504"/>
                        </a:lnTo>
                        <a:lnTo>
                          <a:pt x="549" y="505"/>
                        </a:lnTo>
                        <a:lnTo>
                          <a:pt x="549" y="508"/>
                        </a:lnTo>
                        <a:lnTo>
                          <a:pt x="548" y="509"/>
                        </a:lnTo>
                        <a:lnTo>
                          <a:pt x="552" y="509"/>
                        </a:lnTo>
                        <a:lnTo>
                          <a:pt x="553" y="511"/>
                        </a:lnTo>
                        <a:lnTo>
                          <a:pt x="554" y="511"/>
                        </a:lnTo>
                        <a:lnTo>
                          <a:pt x="556" y="511"/>
                        </a:lnTo>
                        <a:lnTo>
                          <a:pt x="557" y="514"/>
                        </a:lnTo>
                        <a:lnTo>
                          <a:pt x="560" y="514"/>
                        </a:lnTo>
                        <a:lnTo>
                          <a:pt x="563" y="512"/>
                        </a:lnTo>
                        <a:lnTo>
                          <a:pt x="564" y="512"/>
                        </a:lnTo>
                        <a:lnTo>
                          <a:pt x="564" y="515"/>
                        </a:lnTo>
                        <a:lnTo>
                          <a:pt x="564" y="515"/>
                        </a:lnTo>
                        <a:lnTo>
                          <a:pt x="565" y="515"/>
                        </a:lnTo>
                        <a:lnTo>
                          <a:pt x="567" y="516"/>
                        </a:lnTo>
                        <a:lnTo>
                          <a:pt x="567" y="518"/>
                        </a:lnTo>
                        <a:lnTo>
                          <a:pt x="567" y="519"/>
                        </a:lnTo>
                        <a:lnTo>
                          <a:pt x="568" y="520"/>
                        </a:lnTo>
                        <a:lnTo>
                          <a:pt x="568" y="522"/>
                        </a:lnTo>
                        <a:lnTo>
                          <a:pt x="572" y="526"/>
                        </a:lnTo>
                        <a:lnTo>
                          <a:pt x="572" y="527"/>
                        </a:lnTo>
                        <a:lnTo>
                          <a:pt x="575" y="526"/>
                        </a:lnTo>
                        <a:lnTo>
                          <a:pt x="576" y="526"/>
                        </a:lnTo>
                        <a:lnTo>
                          <a:pt x="576" y="528"/>
                        </a:lnTo>
                        <a:lnTo>
                          <a:pt x="578" y="528"/>
                        </a:lnTo>
                        <a:lnTo>
                          <a:pt x="580" y="531"/>
                        </a:lnTo>
                        <a:lnTo>
                          <a:pt x="583" y="530"/>
                        </a:lnTo>
                        <a:lnTo>
                          <a:pt x="588" y="530"/>
                        </a:lnTo>
                        <a:lnTo>
                          <a:pt x="590" y="527"/>
                        </a:lnTo>
                        <a:lnTo>
                          <a:pt x="594" y="526"/>
                        </a:lnTo>
                        <a:lnTo>
                          <a:pt x="594" y="526"/>
                        </a:lnTo>
                        <a:lnTo>
                          <a:pt x="595" y="527"/>
                        </a:lnTo>
                        <a:lnTo>
                          <a:pt x="601" y="527"/>
                        </a:lnTo>
                        <a:lnTo>
                          <a:pt x="605" y="531"/>
                        </a:lnTo>
                        <a:lnTo>
                          <a:pt x="607" y="531"/>
                        </a:lnTo>
                        <a:lnTo>
                          <a:pt x="609" y="534"/>
                        </a:lnTo>
                        <a:lnTo>
                          <a:pt x="610" y="533"/>
                        </a:lnTo>
                        <a:lnTo>
                          <a:pt x="616" y="531"/>
                        </a:lnTo>
                        <a:lnTo>
                          <a:pt x="617" y="534"/>
                        </a:lnTo>
                        <a:lnTo>
                          <a:pt x="620" y="533"/>
                        </a:lnTo>
                        <a:lnTo>
                          <a:pt x="618" y="530"/>
                        </a:lnTo>
                        <a:lnTo>
                          <a:pt x="617" y="527"/>
                        </a:lnTo>
                        <a:lnTo>
                          <a:pt x="616" y="523"/>
                        </a:lnTo>
                        <a:lnTo>
                          <a:pt x="617" y="522"/>
                        </a:lnTo>
                        <a:lnTo>
                          <a:pt x="618" y="523"/>
                        </a:lnTo>
                        <a:lnTo>
                          <a:pt x="620" y="527"/>
                        </a:lnTo>
                        <a:lnTo>
                          <a:pt x="621" y="531"/>
                        </a:lnTo>
                        <a:lnTo>
                          <a:pt x="625" y="535"/>
                        </a:lnTo>
                        <a:lnTo>
                          <a:pt x="626" y="537"/>
                        </a:lnTo>
                        <a:lnTo>
                          <a:pt x="628" y="541"/>
                        </a:lnTo>
                        <a:lnTo>
                          <a:pt x="628" y="534"/>
                        </a:lnTo>
                        <a:lnTo>
                          <a:pt x="626" y="533"/>
                        </a:lnTo>
                        <a:lnTo>
                          <a:pt x="622" y="531"/>
                        </a:lnTo>
                        <a:lnTo>
                          <a:pt x="621" y="527"/>
                        </a:lnTo>
                        <a:lnTo>
                          <a:pt x="620" y="520"/>
                        </a:lnTo>
                        <a:lnTo>
                          <a:pt x="621" y="519"/>
                        </a:lnTo>
                        <a:lnTo>
                          <a:pt x="621" y="519"/>
                        </a:lnTo>
                        <a:lnTo>
                          <a:pt x="622" y="522"/>
                        </a:lnTo>
                        <a:lnTo>
                          <a:pt x="622" y="522"/>
                        </a:lnTo>
                        <a:lnTo>
                          <a:pt x="625" y="522"/>
                        </a:lnTo>
                        <a:lnTo>
                          <a:pt x="625" y="519"/>
                        </a:lnTo>
                        <a:lnTo>
                          <a:pt x="624" y="516"/>
                        </a:lnTo>
                        <a:lnTo>
                          <a:pt x="624" y="515"/>
                        </a:lnTo>
                        <a:lnTo>
                          <a:pt x="624" y="514"/>
                        </a:lnTo>
                        <a:lnTo>
                          <a:pt x="624" y="512"/>
                        </a:lnTo>
                        <a:lnTo>
                          <a:pt x="626" y="512"/>
                        </a:lnTo>
                        <a:lnTo>
                          <a:pt x="628" y="514"/>
                        </a:lnTo>
                        <a:lnTo>
                          <a:pt x="628" y="516"/>
                        </a:lnTo>
                        <a:lnTo>
                          <a:pt x="629" y="516"/>
                        </a:lnTo>
                        <a:lnTo>
                          <a:pt x="629" y="516"/>
                        </a:lnTo>
                        <a:lnTo>
                          <a:pt x="632" y="514"/>
                        </a:lnTo>
                        <a:lnTo>
                          <a:pt x="633" y="511"/>
                        </a:lnTo>
                        <a:lnTo>
                          <a:pt x="636" y="511"/>
                        </a:lnTo>
                        <a:lnTo>
                          <a:pt x="637" y="514"/>
                        </a:lnTo>
                        <a:lnTo>
                          <a:pt x="636" y="515"/>
                        </a:lnTo>
                        <a:lnTo>
                          <a:pt x="636" y="516"/>
                        </a:lnTo>
                        <a:lnTo>
                          <a:pt x="636" y="515"/>
                        </a:lnTo>
                        <a:lnTo>
                          <a:pt x="639" y="515"/>
                        </a:lnTo>
                        <a:lnTo>
                          <a:pt x="640" y="516"/>
                        </a:lnTo>
                        <a:lnTo>
                          <a:pt x="640" y="519"/>
                        </a:lnTo>
                        <a:lnTo>
                          <a:pt x="639" y="522"/>
                        </a:lnTo>
                        <a:lnTo>
                          <a:pt x="640" y="523"/>
                        </a:lnTo>
                        <a:lnTo>
                          <a:pt x="643" y="523"/>
                        </a:lnTo>
                        <a:lnTo>
                          <a:pt x="644" y="523"/>
                        </a:lnTo>
                        <a:lnTo>
                          <a:pt x="644" y="526"/>
                        </a:lnTo>
                        <a:lnTo>
                          <a:pt x="640" y="527"/>
                        </a:lnTo>
                        <a:lnTo>
                          <a:pt x="640" y="528"/>
                        </a:lnTo>
                        <a:lnTo>
                          <a:pt x="641" y="530"/>
                        </a:lnTo>
                        <a:lnTo>
                          <a:pt x="645" y="527"/>
                        </a:lnTo>
                        <a:lnTo>
                          <a:pt x="647" y="524"/>
                        </a:lnTo>
                        <a:lnTo>
                          <a:pt x="651" y="523"/>
                        </a:lnTo>
                        <a:lnTo>
                          <a:pt x="654" y="523"/>
                        </a:lnTo>
                        <a:lnTo>
                          <a:pt x="654" y="524"/>
                        </a:lnTo>
                        <a:lnTo>
                          <a:pt x="651" y="526"/>
                        </a:lnTo>
                        <a:lnTo>
                          <a:pt x="650" y="527"/>
                        </a:lnTo>
                        <a:lnTo>
                          <a:pt x="650" y="530"/>
                        </a:lnTo>
                        <a:lnTo>
                          <a:pt x="645" y="533"/>
                        </a:lnTo>
                        <a:lnTo>
                          <a:pt x="644" y="534"/>
                        </a:lnTo>
                        <a:lnTo>
                          <a:pt x="640" y="538"/>
                        </a:lnTo>
                        <a:lnTo>
                          <a:pt x="640" y="541"/>
                        </a:lnTo>
                        <a:lnTo>
                          <a:pt x="640" y="542"/>
                        </a:lnTo>
                        <a:lnTo>
                          <a:pt x="639" y="539"/>
                        </a:lnTo>
                        <a:lnTo>
                          <a:pt x="637" y="542"/>
                        </a:lnTo>
                        <a:lnTo>
                          <a:pt x="636" y="546"/>
                        </a:lnTo>
                        <a:lnTo>
                          <a:pt x="636" y="549"/>
                        </a:lnTo>
                        <a:lnTo>
                          <a:pt x="639" y="548"/>
                        </a:lnTo>
                        <a:lnTo>
                          <a:pt x="640" y="548"/>
                        </a:lnTo>
                        <a:lnTo>
                          <a:pt x="640" y="550"/>
                        </a:lnTo>
                        <a:lnTo>
                          <a:pt x="637" y="552"/>
                        </a:lnTo>
                        <a:lnTo>
                          <a:pt x="637" y="553"/>
                        </a:lnTo>
                        <a:lnTo>
                          <a:pt x="641" y="552"/>
                        </a:lnTo>
                        <a:lnTo>
                          <a:pt x="643" y="550"/>
                        </a:lnTo>
                        <a:lnTo>
                          <a:pt x="644" y="550"/>
                        </a:lnTo>
                        <a:lnTo>
                          <a:pt x="643" y="553"/>
                        </a:lnTo>
                        <a:lnTo>
                          <a:pt x="641" y="554"/>
                        </a:lnTo>
                        <a:lnTo>
                          <a:pt x="643" y="556"/>
                        </a:lnTo>
                        <a:lnTo>
                          <a:pt x="645" y="554"/>
                        </a:lnTo>
                        <a:lnTo>
                          <a:pt x="644" y="558"/>
                        </a:lnTo>
                        <a:lnTo>
                          <a:pt x="643" y="560"/>
                        </a:lnTo>
                        <a:lnTo>
                          <a:pt x="641" y="562"/>
                        </a:lnTo>
                        <a:lnTo>
                          <a:pt x="639" y="561"/>
                        </a:lnTo>
                        <a:lnTo>
                          <a:pt x="637" y="558"/>
                        </a:lnTo>
                        <a:lnTo>
                          <a:pt x="633" y="560"/>
                        </a:lnTo>
                        <a:lnTo>
                          <a:pt x="632" y="556"/>
                        </a:lnTo>
                        <a:lnTo>
                          <a:pt x="632" y="556"/>
                        </a:lnTo>
                        <a:lnTo>
                          <a:pt x="631" y="560"/>
                        </a:lnTo>
                        <a:lnTo>
                          <a:pt x="632" y="562"/>
                        </a:lnTo>
                        <a:lnTo>
                          <a:pt x="633" y="567"/>
                        </a:lnTo>
                        <a:lnTo>
                          <a:pt x="632" y="572"/>
                        </a:lnTo>
                        <a:lnTo>
                          <a:pt x="635" y="567"/>
                        </a:lnTo>
                        <a:lnTo>
                          <a:pt x="635" y="562"/>
                        </a:lnTo>
                        <a:lnTo>
                          <a:pt x="636" y="561"/>
                        </a:lnTo>
                        <a:lnTo>
                          <a:pt x="637" y="562"/>
                        </a:lnTo>
                        <a:lnTo>
                          <a:pt x="640" y="562"/>
                        </a:lnTo>
                        <a:lnTo>
                          <a:pt x="643" y="565"/>
                        </a:lnTo>
                        <a:lnTo>
                          <a:pt x="645" y="562"/>
                        </a:lnTo>
                        <a:lnTo>
                          <a:pt x="645" y="560"/>
                        </a:lnTo>
                        <a:lnTo>
                          <a:pt x="648" y="558"/>
                        </a:lnTo>
                        <a:lnTo>
                          <a:pt x="651" y="556"/>
                        </a:lnTo>
                        <a:lnTo>
                          <a:pt x="654" y="556"/>
                        </a:lnTo>
                        <a:lnTo>
                          <a:pt x="656" y="553"/>
                        </a:lnTo>
                        <a:lnTo>
                          <a:pt x="654" y="554"/>
                        </a:lnTo>
                        <a:lnTo>
                          <a:pt x="651" y="554"/>
                        </a:lnTo>
                        <a:lnTo>
                          <a:pt x="650" y="557"/>
                        </a:lnTo>
                        <a:lnTo>
                          <a:pt x="648" y="557"/>
                        </a:lnTo>
                        <a:lnTo>
                          <a:pt x="647" y="557"/>
                        </a:lnTo>
                        <a:lnTo>
                          <a:pt x="648" y="554"/>
                        </a:lnTo>
                        <a:lnTo>
                          <a:pt x="650" y="553"/>
                        </a:lnTo>
                        <a:lnTo>
                          <a:pt x="648" y="552"/>
                        </a:lnTo>
                        <a:lnTo>
                          <a:pt x="650" y="549"/>
                        </a:lnTo>
                        <a:lnTo>
                          <a:pt x="651" y="545"/>
                        </a:lnTo>
                        <a:lnTo>
                          <a:pt x="651" y="543"/>
                        </a:lnTo>
                        <a:lnTo>
                          <a:pt x="650" y="541"/>
                        </a:lnTo>
                        <a:lnTo>
                          <a:pt x="650" y="541"/>
                        </a:lnTo>
                        <a:lnTo>
                          <a:pt x="652" y="537"/>
                        </a:lnTo>
                        <a:lnTo>
                          <a:pt x="654" y="533"/>
                        </a:lnTo>
                        <a:lnTo>
                          <a:pt x="656" y="531"/>
                        </a:lnTo>
                        <a:lnTo>
                          <a:pt x="656" y="531"/>
                        </a:lnTo>
                        <a:lnTo>
                          <a:pt x="656" y="533"/>
                        </a:lnTo>
                        <a:lnTo>
                          <a:pt x="658" y="533"/>
                        </a:lnTo>
                        <a:lnTo>
                          <a:pt x="659" y="530"/>
                        </a:lnTo>
                        <a:lnTo>
                          <a:pt x="660" y="531"/>
                        </a:lnTo>
                        <a:lnTo>
                          <a:pt x="662" y="531"/>
                        </a:lnTo>
                        <a:lnTo>
                          <a:pt x="662" y="533"/>
                        </a:lnTo>
                        <a:lnTo>
                          <a:pt x="665" y="533"/>
                        </a:lnTo>
                        <a:lnTo>
                          <a:pt x="666" y="530"/>
                        </a:lnTo>
                        <a:lnTo>
                          <a:pt x="673" y="527"/>
                        </a:lnTo>
                        <a:lnTo>
                          <a:pt x="674" y="524"/>
                        </a:lnTo>
                        <a:lnTo>
                          <a:pt x="674" y="523"/>
                        </a:lnTo>
                        <a:lnTo>
                          <a:pt x="675" y="523"/>
                        </a:lnTo>
                        <a:lnTo>
                          <a:pt x="678" y="520"/>
                        </a:lnTo>
                        <a:lnTo>
                          <a:pt x="682" y="520"/>
                        </a:lnTo>
                        <a:lnTo>
                          <a:pt x="685" y="518"/>
                        </a:lnTo>
                        <a:lnTo>
                          <a:pt x="684" y="516"/>
                        </a:lnTo>
                        <a:lnTo>
                          <a:pt x="685" y="512"/>
                        </a:lnTo>
                        <a:lnTo>
                          <a:pt x="686" y="508"/>
                        </a:lnTo>
                        <a:lnTo>
                          <a:pt x="688" y="507"/>
                        </a:lnTo>
                        <a:lnTo>
                          <a:pt x="686" y="505"/>
                        </a:lnTo>
                        <a:lnTo>
                          <a:pt x="685" y="507"/>
                        </a:lnTo>
                        <a:lnTo>
                          <a:pt x="682" y="507"/>
                        </a:lnTo>
                        <a:lnTo>
                          <a:pt x="682" y="508"/>
                        </a:lnTo>
                        <a:lnTo>
                          <a:pt x="682" y="509"/>
                        </a:lnTo>
                        <a:lnTo>
                          <a:pt x="679" y="511"/>
                        </a:lnTo>
                        <a:lnTo>
                          <a:pt x="678" y="509"/>
                        </a:lnTo>
                        <a:lnTo>
                          <a:pt x="675" y="509"/>
                        </a:lnTo>
                        <a:lnTo>
                          <a:pt x="675" y="508"/>
                        </a:lnTo>
                        <a:lnTo>
                          <a:pt x="677" y="504"/>
                        </a:lnTo>
                        <a:lnTo>
                          <a:pt x="678" y="504"/>
                        </a:lnTo>
                        <a:lnTo>
                          <a:pt x="681" y="503"/>
                        </a:lnTo>
                        <a:lnTo>
                          <a:pt x="684" y="501"/>
                        </a:lnTo>
                        <a:lnTo>
                          <a:pt x="684" y="499"/>
                        </a:lnTo>
                        <a:lnTo>
                          <a:pt x="682" y="497"/>
                        </a:lnTo>
                        <a:lnTo>
                          <a:pt x="685" y="495"/>
                        </a:lnTo>
                        <a:lnTo>
                          <a:pt x="688" y="495"/>
                        </a:lnTo>
                        <a:lnTo>
                          <a:pt x="692" y="495"/>
                        </a:lnTo>
                        <a:lnTo>
                          <a:pt x="689" y="497"/>
                        </a:lnTo>
                        <a:lnTo>
                          <a:pt x="689" y="500"/>
                        </a:lnTo>
                        <a:lnTo>
                          <a:pt x="689" y="500"/>
                        </a:lnTo>
                        <a:lnTo>
                          <a:pt x="693" y="499"/>
                        </a:lnTo>
                        <a:lnTo>
                          <a:pt x="694" y="493"/>
                        </a:lnTo>
                        <a:lnTo>
                          <a:pt x="694" y="490"/>
                        </a:lnTo>
                        <a:lnTo>
                          <a:pt x="692" y="490"/>
                        </a:lnTo>
                        <a:lnTo>
                          <a:pt x="689" y="490"/>
                        </a:lnTo>
                        <a:lnTo>
                          <a:pt x="688" y="489"/>
                        </a:lnTo>
                        <a:lnTo>
                          <a:pt x="684" y="488"/>
                        </a:lnTo>
                        <a:lnTo>
                          <a:pt x="682" y="484"/>
                        </a:lnTo>
                        <a:lnTo>
                          <a:pt x="684" y="481"/>
                        </a:lnTo>
                        <a:lnTo>
                          <a:pt x="681" y="484"/>
                        </a:lnTo>
                        <a:lnTo>
                          <a:pt x="679" y="484"/>
                        </a:lnTo>
                        <a:lnTo>
                          <a:pt x="678" y="481"/>
                        </a:lnTo>
                        <a:lnTo>
                          <a:pt x="675" y="480"/>
                        </a:lnTo>
                        <a:lnTo>
                          <a:pt x="675" y="477"/>
                        </a:lnTo>
                        <a:lnTo>
                          <a:pt x="674" y="476"/>
                        </a:lnTo>
                        <a:lnTo>
                          <a:pt x="671" y="477"/>
                        </a:lnTo>
                        <a:lnTo>
                          <a:pt x="671" y="474"/>
                        </a:lnTo>
                        <a:lnTo>
                          <a:pt x="670" y="473"/>
                        </a:lnTo>
                        <a:lnTo>
                          <a:pt x="671" y="470"/>
                        </a:lnTo>
                        <a:lnTo>
                          <a:pt x="671" y="469"/>
                        </a:lnTo>
                        <a:lnTo>
                          <a:pt x="670" y="466"/>
                        </a:lnTo>
                        <a:lnTo>
                          <a:pt x="670" y="459"/>
                        </a:lnTo>
                        <a:lnTo>
                          <a:pt x="673" y="456"/>
                        </a:lnTo>
                        <a:lnTo>
                          <a:pt x="677" y="452"/>
                        </a:lnTo>
                        <a:lnTo>
                          <a:pt x="679" y="451"/>
                        </a:lnTo>
                        <a:lnTo>
                          <a:pt x="682" y="451"/>
                        </a:lnTo>
                        <a:lnTo>
                          <a:pt x="682" y="450"/>
                        </a:lnTo>
                        <a:lnTo>
                          <a:pt x="685" y="448"/>
                        </a:lnTo>
                        <a:lnTo>
                          <a:pt x="685" y="447"/>
                        </a:lnTo>
                        <a:lnTo>
                          <a:pt x="684" y="447"/>
                        </a:lnTo>
                        <a:lnTo>
                          <a:pt x="681" y="448"/>
                        </a:lnTo>
                        <a:lnTo>
                          <a:pt x="679" y="447"/>
                        </a:lnTo>
                        <a:lnTo>
                          <a:pt x="679" y="446"/>
                        </a:lnTo>
                        <a:lnTo>
                          <a:pt x="678" y="443"/>
                        </a:lnTo>
                        <a:lnTo>
                          <a:pt x="679" y="440"/>
                        </a:lnTo>
                        <a:lnTo>
                          <a:pt x="682" y="436"/>
                        </a:lnTo>
                        <a:lnTo>
                          <a:pt x="685" y="431"/>
                        </a:lnTo>
                        <a:lnTo>
                          <a:pt x="686" y="431"/>
                        </a:lnTo>
                        <a:lnTo>
                          <a:pt x="689" y="427"/>
                        </a:lnTo>
                        <a:lnTo>
                          <a:pt x="690" y="427"/>
                        </a:lnTo>
                        <a:lnTo>
                          <a:pt x="693" y="423"/>
                        </a:lnTo>
                        <a:lnTo>
                          <a:pt x="696" y="421"/>
                        </a:lnTo>
                        <a:lnTo>
                          <a:pt x="698" y="424"/>
                        </a:lnTo>
                        <a:lnTo>
                          <a:pt x="697" y="427"/>
                        </a:lnTo>
                        <a:lnTo>
                          <a:pt x="698" y="428"/>
                        </a:lnTo>
                        <a:lnTo>
                          <a:pt x="698" y="429"/>
                        </a:lnTo>
                        <a:lnTo>
                          <a:pt x="701" y="428"/>
                        </a:lnTo>
                        <a:lnTo>
                          <a:pt x="701" y="427"/>
                        </a:lnTo>
                        <a:lnTo>
                          <a:pt x="704" y="421"/>
                        </a:lnTo>
                        <a:lnTo>
                          <a:pt x="704" y="420"/>
                        </a:lnTo>
                        <a:lnTo>
                          <a:pt x="703" y="420"/>
                        </a:lnTo>
                        <a:lnTo>
                          <a:pt x="700" y="420"/>
                        </a:lnTo>
                        <a:lnTo>
                          <a:pt x="698" y="417"/>
                        </a:lnTo>
                        <a:lnTo>
                          <a:pt x="700" y="414"/>
                        </a:lnTo>
                        <a:lnTo>
                          <a:pt x="704" y="414"/>
                        </a:lnTo>
                        <a:lnTo>
                          <a:pt x="705" y="413"/>
                        </a:lnTo>
                        <a:lnTo>
                          <a:pt x="709" y="410"/>
                        </a:lnTo>
                        <a:lnTo>
                          <a:pt x="709" y="408"/>
                        </a:lnTo>
                        <a:lnTo>
                          <a:pt x="711" y="406"/>
                        </a:lnTo>
                        <a:lnTo>
                          <a:pt x="715" y="408"/>
                        </a:lnTo>
                        <a:lnTo>
                          <a:pt x="719" y="409"/>
                        </a:lnTo>
                        <a:lnTo>
                          <a:pt x="719" y="412"/>
                        </a:lnTo>
                        <a:lnTo>
                          <a:pt x="719" y="413"/>
                        </a:lnTo>
                        <a:lnTo>
                          <a:pt x="720" y="413"/>
                        </a:lnTo>
                        <a:lnTo>
                          <a:pt x="723" y="416"/>
                        </a:lnTo>
                        <a:lnTo>
                          <a:pt x="724" y="417"/>
                        </a:lnTo>
                        <a:lnTo>
                          <a:pt x="724" y="420"/>
                        </a:lnTo>
                        <a:lnTo>
                          <a:pt x="723" y="421"/>
                        </a:lnTo>
                        <a:lnTo>
                          <a:pt x="723" y="423"/>
                        </a:lnTo>
                        <a:lnTo>
                          <a:pt x="723" y="425"/>
                        </a:lnTo>
                        <a:lnTo>
                          <a:pt x="724" y="428"/>
                        </a:lnTo>
                        <a:lnTo>
                          <a:pt x="726" y="429"/>
                        </a:lnTo>
                        <a:lnTo>
                          <a:pt x="726" y="435"/>
                        </a:lnTo>
                        <a:lnTo>
                          <a:pt x="727" y="436"/>
                        </a:lnTo>
                        <a:lnTo>
                          <a:pt x="727" y="437"/>
                        </a:lnTo>
                        <a:lnTo>
                          <a:pt x="724" y="440"/>
                        </a:lnTo>
                        <a:lnTo>
                          <a:pt x="724" y="442"/>
                        </a:lnTo>
                        <a:lnTo>
                          <a:pt x="723" y="446"/>
                        </a:lnTo>
                        <a:lnTo>
                          <a:pt x="723" y="448"/>
                        </a:lnTo>
                        <a:lnTo>
                          <a:pt x="722" y="450"/>
                        </a:lnTo>
                        <a:lnTo>
                          <a:pt x="723" y="452"/>
                        </a:lnTo>
                        <a:lnTo>
                          <a:pt x="722" y="455"/>
                        </a:lnTo>
                        <a:lnTo>
                          <a:pt x="724" y="459"/>
                        </a:lnTo>
                        <a:lnTo>
                          <a:pt x="724" y="461"/>
                        </a:lnTo>
                        <a:lnTo>
                          <a:pt x="723" y="462"/>
                        </a:lnTo>
                        <a:lnTo>
                          <a:pt x="724" y="465"/>
                        </a:lnTo>
                        <a:lnTo>
                          <a:pt x="723" y="467"/>
                        </a:lnTo>
                        <a:lnTo>
                          <a:pt x="723" y="469"/>
                        </a:lnTo>
                        <a:lnTo>
                          <a:pt x="726" y="469"/>
                        </a:lnTo>
                        <a:lnTo>
                          <a:pt x="727" y="471"/>
                        </a:lnTo>
                        <a:lnTo>
                          <a:pt x="727" y="474"/>
                        </a:lnTo>
                        <a:lnTo>
                          <a:pt x="724" y="476"/>
                        </a:lnTo>
                        <a:lnTo>
                          <a:pt x="723" y="476"/>
                        </a:lnTo>
                        <a:lnTo>
                          <a:pt x="720" y="476"/>
                        </a:lnTo>
                        <a:lnTo>
                          <a:pt x="719" y="473"/>
                        </a:lnTo>
                        <a:lnTo>
                          <a:pt x="720" y="470"/>
                        </a:lnTo>
                        <a:lnTo>
                          <a:pt x="716" y="471"/>
                        </a:lnTo>
                        <a:lnTo>
                          <a:pt x="715" y="474"/>
                        </a:lnTo>
                        <a:lnTo>
                          <a:pt x="713" y="476"/>
                        </a:lnTo>
                        <a:lnTo>
                          <a:pt x="713" y="477"/>
                        </a:lnTo>
                        <a:lnTo>
                          <a:pt x="716" y="476"/>
                        </a:lnTo>
                        <a:lnTo>
                          <a:pt x="719" y="477"/>
                        </a:lnTo>
                        <a:lnTo>
                          <a:pt x="718" y="480"/>
                        </a:lnTo>
                        <a:lnTo>
                          <a:pt x="711" y="484"/>
                        </a:lnTo>
                        <a:lnTo>
                          <a:pt x="708" y="485"/>
                        </a:lnTo>
                        <a:lnTo>
                          <a:pt x="708" y="486"/>
                        </a:lnTo>
                        <a:lnTo>
                          <a:pt x="707" y="486"/>
                        </a:lnTo>
                        <a:lnTo>
                          <a:pt x="705" y="489"/>
                        </a:lnTo>
                        <a:lnTo>
                          <a:pt x="707" y="492"/>
                        </a:lnTo>
                        <a:lnTo>
                          <a:pt x="709" y="490"/>
                        </a:lnTo>
                        <a:lnTo>
                          <a:pt x="712" y="492"/>
                        </a:lnTo>
                        <a:lnTo>
                          <a:pt x="712" y="493"/>
                        </a:lnTo>
                        <a:lnTo>
                          <a:pt x="715" y="496"/>
                        </a:lnTo>
                        <a:lnTo>
                          <a:pt x="718" y="496"/>
                        </a:lnTo>
                        <a:lnTo>
                          <a:pt x="719" y="493"/>
                        </a:lnTo>
                        <a:lnTo>
                          <a:pt x="720" y="493"/>
                        </a:lnTo>
                        <a:lnTo>
                          <a:pt x="722" y="493"/>
                        </a:lnTo>
                        <a:lnTo>
                          <a:pt x="720" y="495"/>
                        </a:lnTo>
                        <a:lnTo>
                          <a:pt x="720" y="496"/>
                        </a:lnTo>
                        <a:lnTo>
                          <a:pt x="723" y="497"/>
                        </a:lnTo>
                        <a:lnTo>
                          <a:pt x="724" y="499"/>
                        </a:lnTo>
                        <a:lnTo>
                          <a:pt x="727" y="496"/>
                        </a:lnTo>
                        <a:lnTo>
                          <a:pt x="728" y="497"/>
                        </a:lnTo>
                        <a:lnTo>
                          <a:pt x="727" y="500"/>
                        </a:lnTo>
                        <a:lnTo>
                          <a:pt x="724" y="500"/>
                        </a:lnTo>
                        <a:lnTo>
                          <a:pt x="722" y="503"/>
                        </a:lnTo>
                        <a:lnTo>
                          <a:pt x="720" y="504"/>
                        </a:lnTo>
                        <a:lnTo>
                          <a:pt x="720" y="500"/>
                        </a:lnTo>
                        <a:lnTo>
                          <a:pt x="719" y="501"/>
                        </a:lnTo>
                        <a:lnTo>
                          <a:pt x="718" y="500"/>
                        </a:lnTo>
                        <a:lnTo>
                          <a:pt x="718" y="501"/>
                        </a:lnTo>
                        <a:lnTo>
                          <a:pt x="719" y="504"/>
                        </a:lnTo>
                        <a:lnTo>
                          <a:pt x="719" y="507"/>
                        </a:lnTo>
                        <a:lnTo>
                          <a:pt x="722" y="511"/>
                        </a:lnTo>
                        <a:lnTo>
                          <a:pt x="722" y="514"/>
                        </a:lnTo>
                        <a:lnTo>
                          <a:pt x="722" y="515"/>
                        </a:lnTo>
                        <a:lnTo>
                          <a:pt x="722" y="518"/>
                        </a:lnTo>
                        <a:lnTo>
                          <a:pt x="719" y="519"/>
                        </a:lnTo>
                        <a:lnTo>
                          <a:pt x="719" y="522"/>
                        </a:lnTo>
                        <a:lnTo>
                          <a:pt x="719" y="524"/>
                        </a:lnTo>
                        <a:lnTo>
                          <a:pt x="716" y="527"/>
                        </a:lnTo>
                        <a:lnTo>
                          <a:pt x="716" y="528"/>
                        </a:lnTo>
                        <a:lnTo>
                          <a:pt x="718" y="533"/>
                        </a:lnTo>
                        <a:lnTo>
                          <a:pt x="715" y="533"/>
                        </a:lnTo>
                        <a:lnTo>
                          <a:pt x="716" y="535"/>
                        </a:lnTo>
                        <a:lnTo>
                          <a:pt x="718" y="534"/>
                        </a:lnTo>
                        <a:lnTo>
                          <a:pt x="719" y="533"/>
                        </a:lnTo>
                        <a:lnTo>
                          <a:pt x="720" y="530"/>
                        </a:lnTo>
                        <a:lnTo>
                          <a:pt x="724" y="528"/>
                        </a:lnTo>
                        <a:lnTo>
                          <a:pt x="724" y="527"/>
                        </a:lnTo>
                        <a:lnTo>
                          <a:pt x="724" y="526"/>
                        </a:lnTo>
                        <a:lnTo>
                          <a:pt x="726" y="524"/>
                        </a:lnTo>
                        <a:lnTo>
                          <a:pt x="727" y="526"/>
                        </a:lnTo>
                        <a:lnTo>
                          <a:pt x="728" y="524"/>
                        </a:lnTo>
                        <a:lnTo>
                          <a:pt x="728" y="519"/>
                        </a:lnTo>
                        <a:lnTo>
                          <a:pt x="730" y="516"/>
                        </a:lnTo>
                        <a:lnTo>
                          <a:pt x="732" y="514"/>
                        </a:lnTo>
                        <a:lnTo>
                          <a:pt x="737" y="508"/>
                        </a:lnTo>
                        <a:lnTo>
                          <a:pt x="738" y="505"/>
                        </a:lnTo>
                        <a:lnTo>
                          <a:pt x="738" y="505"/>
                        </a:lnTo>
                        <a:lnTo>
                          <a:pt x="739" y="507"/>
                        </a:lnTo>
                        <a:lnTo>
                          <a:pt x="741" y="509"/>
                        </a:lnTo>
                        <a:lnTo>
                          <a:pt x="742" y="514"/>
                        </a:lnTo>
                        <a:lnTo>
                          <a:pt x="743" y="518"/>
                        </a:lnTo>
                        <a:lnTo>
                          <a:pt x="746" y="520"/>
                        </a:lnTo>
                        <a:lnTo>
                          <a:pt x="746" y="524"/>
                        </a:lnTo>
                        <a:lnTo>
                          <a:pt x="745" y="527"/>
                        </a:lnTo>
                        <a:lnTo>
                          <a:pt x="746" y="533"/>
                        </a:lnTo>
                        <a:lnTo>
                          <a:pt x="743" y="535"/>
                        </a:lnTo>
                        <a:lnTo>
                          <a:pt x="742" y="537"/>
                        </a:lnTo>
                        <a:lnTo>
                          <a:pt x="741" y="535"/>
                        </a:lnTo>
                        <a:lnTo>
                          <a:pt x="738" y="537"/>
                        </a:lnTo>
                        <a:lnTo>
                          <a:pt x="737" y="539"/>
                        </a:lnTo>
                        <a:lnTo>
                          <a:pt x="738" y="542"/>
                        </a:lnTo>
                        <a:lnTo>
                          <a:pt x="735" y="545"/>
                        </a:lnTo>
                        <a:lnTo>
                          <a:pt x="735" y="548"/>
                        </a:lnTo>
                        <a:lnTo>
                          <a:pt x="735" y="549"/>
                        </a:lnTo>
                        <a:lnTo>
                          <a:pt x="735" y="554"/>
                        </a:lnTo>
                        <a:lnTo>
                          <a:pt x="738" y="564"/>
                        </a:lnTo>
                        <a:lnTo>
                          <a:pt x="741" y="568"/>
                        </a:lnTo>
                        <a:lnTo>
                          <a:pt x="739" y="571"/>
                        </a:lnTo>
                        <a:lnTo>
                          <a:pt x="741" y="573"/>
                        </a:lnTo>
                        <a:lnTo>
                          <a:pt x="743" y="573"/>
                        </a:lnTo>
                        <a:lnTo>
                          <a:pt x="743" y="569"/>
                        </a:lnTo>
                        <a:lnTo>
                          <a:pt x="742" y="569"/>
                        </a:lnTo>
                        <a:lnTo>
                          <a:pt x="743" y="567"/>
                        </a:lnTo>
                        <a:lnTo>
                          <a:pt x="746" y="567"/>
                        </a:lnTo>
                        <a:lnTo>
                          <a:pt x="747" y="569"/>
                        </a:lnTo>
                        <a:lnTo>
                          <a:pt x="749" y="569"/>
                        </a:lnTo>
                        <a:lnTo>
                          <a:pt x="749" y="567"/>
                        </a:lnTo>
                        <a:lnTo>
                          <a:pt x="751" y="564"/>
                        </a:lnTo>
                        <a:lnTo>
                          <a:pt x="751" y="560"/>
                        </a:lnTo>
                        <a:lnTo>
                          <a:pt x="754" y="558"/>
                        </a:lnTo>
                        <a:lnTo>
                          <a:pt x="757" y="554"/>
                        </a:lnTo>
                        <a:lnTo>
                          <a:pt x="757" y="554"/>
                        </a:lnTo>
                        <a:lnTo>
                          <a:pt x="760" y="552"/>
                        </a:lnTo>
                        <a:lnTo>
                          <a:pt x="764" y="549"/>
                        </a:lnTo>
                        <a:lnTo>
                          <a:pt x="768" y="543"/>
                        </a:lnTo>
                        <a:lnTo>
                          <a:pt x="770" y="537"/>
                        </a:lnTo>
                        <a:lnTo>
                          <a:pt x="772" y="531"/>
                        </a:lnTo>
                        <a:lnTo>
                          <a:pt x="775" y="530"/>
                        </a:lnTo>
                        <a:lnTo>
                          <a:pt x="777" y="533"/>
                        </a:lnTo>
                        <a:lnTo>
                          <a:pt x="779" y="531"/>
                        </a:lnTo>
                        <a:lnTo>
                          <a:pt x="780" y="533"/>
                        </a:lnTo>
                        <a:lnTo>
                          <a:pt x="783" y="531"/>
                        </a:lnTo>
                        <a:lnTo>
                          <a:pt x="783" y="530"/>
                        </a:lnTo>
                        <a:lnTo>
                          <a:pt x="781" y="530"/>
                        </a:lnTo>
                        <a:lnTo>
                          <a:pt x="779" y="527"/>
                        </a:lnTo>
                        <a:lnTo>
                          <a:pt x="780" y="526"/>
                        </a:lnTo>
                        <a:lnTo>
                          <a:pt x="783" y="526"/>
                        </a:lnTo>
                        <a:lnTo>
                          <a:pt x="785" y="527"/>
                        </a:lnTo>
                        <a:lnTo>
                          <a:pt x="785" y="526"/>
                        </a:lnTo>
                        <a:lnTo>
                          <a:pt x="788" y="526"/>
                        </a:lnTo>
                        <a:lnTo>
                          <a:pt x="790" y="526"/>
                        </a:lnTo>
                        <a:lnTo>
                          <a:pt x="788" y="523"/>
                        </a:lnTo>
                        <a:lnTo>
                          <a:pt x="787" y="523"/>
                        </a:lnTo>
                        <a:lnTo>
                          <a:pt x="785" y="520"/>
                        </a:lnTo>
                        <a:lnTo>
                          <a:pt x="784" y="520"/>
                        </a:lnTo>
                        <a:lnTo>
                          <a:pt x="784" y="516"/>
                        </a:lnTo>
                        <a:lnTo>
                          <a:pt x="785" y="514"/>
                        </a:lnTo>
                        <a:lnTo>
                          <a:pt x="785" y="511"/>
                        </a:lnTo>
                        <a:lnTo>
                          <a:pt x="788" y="511"/>
                        </a:lnTo>
                        <a:lnTo>
                          <a:pt x="787" y="509"/>
                        </a:lnTo>
                        <a:lnTo>
                          <a:pt x="787" y="507"/>
                        </a:lnTo>
                        <a:lnTo>
                          <a:pt x="788" y="505"/>
                        </a:lnTo>
                        <a:lnTo>
                          <a:pt x="788" y="504"/>
                        </a:lnTo>
                        <a:lnTo>
                          <a:pt x="788" y="503"/>
                        </a:lnTo>
                        <a:lnTo>
                          <a:pt x="791" y="503"/>
                        </a:lnTo>
                        <a:lnTo>
                          <a:pt x="791" y="500"/>
                        </a:lnTo>
                        <a:lnTo>
                          <a:pt x="790" y="500"/>
                        </a:lnTo>
                        <a:lnTo>
                          <a:pt x="788" y="497"/>
                        </a:lnTo>
                        <a:lnTo>
                          <a:pt x="791" y="499"/>
                        </a:lnTo>
                        <a:lnTo>
                          <a:pt x="792" y="500"/>
                        </a:lnTo>
                        <a:lnTo>
                          <a:pt x="795" y="500"/>
                        </a:lnTo>
                        <a:lnTo>
                          <a:pt x="796" y="500"/>
                        </a:lnTo>
                        <a:lnTo>
                          <a:pt x="800" y="500"/>
                        </a:lnTo>
                        <a:lnTo>
                          <a:pt x="804" y="503"/>
                        </a:lnTo>
                        <a:lnTo>
                          <a:pt x="806" y="504"/>
                        </a:lnTo>
                        <a:lnTo>
                          <a:pt x="806" y="505"/>
                        </a:lnTo>
                        <a:lnTo>
                          <a:pt x="811" y="508"/>
                        </a:lnTo>
                        <a:lnTo>
                          <a:pt x="814" y="507"/>
                        </a:lnTo>
                        <a:lnTo>
                          <a:pt x="817" y="508"/>
                        </a:lnTo>
                        <a:lnTo>
                          <a:pt x="821" y="509"/>
                        </a:lnTo>
                        <a:lnTo>
                          <a:pt x="821" y="512"/>
                        </a:lnTo>
                        <a:lnTo>
                          <a:pt x="819" y="512"/>
                        </a:lnTo>
                        <a:lnTo>
                          <a:pt x="821" y="515"/>
                        </a:lnTo>
                        <a:lnTo>
                          <a:pt x="819" y="515"/>
                        </a:lnTo>
                        <a:lnTo>
                          <a:pt x="817" y="514"/>
                        </a:lnTo>
                        <a:lnTo>
                          <a:pt x="815" y="514"/>
                        </a:lnTo>
                        <a:lnTo>
                          <a:pt x="815" y="515"/>
                        </a:lnTo>
                        <a:lnTo>
                          <a:pt x="821" y="519"/>
                        </a:lnTo>
                        <a:lnTo>
                          <a:pt x="822" y="522"/>
                        </a:lnTo>
                        <a:lnTo>
                          <a:pt x="819" y="523"/>
                        </a:lnTo>
                        <a:lnTo>
                          <a:pt x="821" y="523"/>
                        </a:lnTo>
                        <a:lnTo>
                          <a:pt x="823" y="523"/>
                        </a:lnTo>
                        <a:lnTo>
                          <a:pt x="828" y="523"/>
                        </a:lnTo>
                        <a:lnTo>
                          <a:pt x="828" y="526"/>
                        </a:lnTo>
                        <a:lnTo>
                          <a:pt x="830" y="526"/>
                        </a:lnTo>
                        <a:lnTo>
                          <a:pt x="830" y="527"/>
                        </a:lnTo>
                        <a:lnTo>
                          <a:pt x="829" y="530"/>
                        </a:lnTo>
                        <a:lnTo>
                          <a:pt x="823" y="533"/>
                        </a:lnTo>
                        <a:lnTo>
                          <a:pt x="821" y="534"/>
                        </a:lnTo>
                        <a:lnTo>
                          <a:pt x="819" y="535"/>
                        </a:lnTo>
                        <a:lnTo>
                          <a:pt x="823" y="535"/>
                        </a:lnTo>
                        <a:lnTo>
                          <a:pt x="825" y="535"/>
                        </a:lnTo>
                        <a:lnTo>
                          <a:pt x="825" y="538"/>
                        </a:lnTo>
                        <a:lnTo>
                          <a:pt x="826" y="538"/>
                        </a:lnTo>
                        <a:lnTo>
                          <a:pt x="828" y="538"/>
                        </a:lnTo>
                        <a:lnTo>
                          <a:pt x="825" y="541"/>
                        </a:lnTo>
                        <a:lnTo>
                          <a:pt x="826" y="542"/>
                        </a:lnTo>
                        <a:lnTo>
                          <a:pt x="823" y="545"/>
                        </a:lnTo>
                        <a:lnTo>
                          <a:pt x="819" y="546"/>
                        </a:lnTo>
                        <a:lnTo>
                          <a:pt x="817" y="545"/>
                        </a:lnTo>
                        <a:lnTo>
                          <a:pt x="815" y="548"/>
                        </a:lnTo>
                        <a:lnTo>
                          <a:pt x="814" y="546"/>
                        </a:lnTo>
                        <a:lnTo>
                          <a:pt x="811" y="543"/>
                        </a:lnTo>
                        <a:lnTo>
                          <a:pt x="809" y="543"/>
                        </a:lnTo>
                        <a:lnTo>
                          <a:pt x="807" y="542"/>
                        </a:lnTo>
                        <a:lnTo>
                          <a:pt x="806" y="542"/>
                        </a:lnTo>
                        <a:lnTo>
                          <a:pt x="806" y="545"/>
                        </a:lnTo>
                        <a:lnTo>
                          <a:pt x="804" y="546"/>
                        </a:lnTo>
                        <a:lnTo>
                          <a:pt x="807" y="546"/>
                        </a:lnTo>
                        <a:lnTo>
                          <a:pt x="809" y="548"/>
                        </a:lnTo>
                        <a:lnTo>
                          <a:pt x="809" y="549"/>
                        </a:lnTo>
                        <a:lnTo>
                          <a:pt x="806" y="552"/>
                        </a:lnTo>
                        <a:lnTo>
                          <a:pt x="809" y="552"/>
                        </a:lnTo>
                        <a:lnTo>
                          <a:pt x="807" y="554"/>
                        </a:lnTo>
                        <a:lnTo>
                          <a:pt x="807" y="556"/>
                        </a:lnTo>
                        <a:lnTo>
                          <a:pt x="809" y="556"/>
                        </a:lnTo>
                        <a:lnTo>
                          <a:pt x="810" y="554"/>
                        </a:lnTo>
                        <a:lnTo>
                          <a:pt x="811" y="554"/>
                        </a:lnTo>
                        <a:lnTo>
                          <a:pt x="810" y="556"/>
                        </a:lnTo>
                        <a:lnTo>
                          <a:pt x="807" y="557"/>
                        </a:lnTo>
                        <a:lnTo>
                          <a:pt x="806" y="560"/>
                        </a:lnTo>
                        <a:lnTo>
                          <a:pt x="806" y="564"/>
                        </a:lnTo>
                        <a:lnTo>
                          <a:pt x="810" y="565"/>
                        </a:lnTo>
                        <a:lnTo>
                          <a:pt x="809" y="568"/>
                        </a:lnTo>
                        <a:lnTo>
                          <a:pt x="811" y="573"/>
                        </a:lnTo>
                        <a:lnTo>
                          <a:pt x="811" y="577"/>
                        </a:lnTo>
                        <a:lnTo>
                          <a:pt x="810" y="577"/>
                        </a:lnTo>
                        <a:lnTo>
                          <a:pt x="810" y="580"/>
                        </a:lnTo>
                        <a:lnTo>
                          <a:pt x="806" y="583"/>
                        </a:lnTo>
                        <a:lnTo>
                          <a:pt x="807" y="586"/>
                        </a:lnTo>
                        <a:lnTo>
                          <a:pt x="806" y="587"/>
                        </a:lnTo>
                        <a:lnTo>
                          <a:pt x="803" y="587"/>
                        </a:lnTo>
                        <a:lnTo>
                          <a:pt x="799" y="587"/>
                        </a:lnTo>
                        <a:lnTo>
                          <a:pt x="796" y="588"/>
                        </a:lnTo>
                        <a:lnTo>
                          <a:pt x="796" y="591"/>
                        </a:lnTo>
                        <a:lnTo>
                          <a:pt x="794" y="592"/>
                        </a:lnTo>
                        <a:lnTo>
                          <a:pt x="792" y="595"/>
                        </a:lnTo>
                        <a:lnTo>
                          <a:pt x="790" y="595"/>
                        </a:lnTo>
                        <a:lnTo>
                          <a:pt x="785" y="599"/>
                        </a:lnTo>
                        <a:lnTo>
                          <a:pt x="784" y="599"/>
                        </a:lnTo>
                        <a:lnTo>
                          <a:pt x="781" y="599"/>
                        </a:lnTo>
                        <a:lnTo>
                          <a:pt x="780" y="602"/>
                        </a:lnTo>
                        <a:lnTo>
                          <a:pt x="773" y="603"/>
                        </a:lnTo>
                        <a:lnTo>
                          <a:pt x="772" y="602"/>
                        </a:lnTo>
                        <a:lnTo>
                          <a:pt x="773" y="600"/>
                        </a:lnTo>
                        <a:lnTo>
                          <a:pt x="772" y="596"/>
                        </a:lnTo>
                        <a:lnTo>
                          <a:pt x="770" y="595"/>
                        </a:lnTo>
                        <a:lnTo>
                          <a:pt x="770" y="594"/>
                        </a:lnTo>
                        <a:lnTo>
                          <a:pt x="772" y="592"/>
                        </a:lnTo>
                        <a:lnTo>
                          <a:pt x="772" y="591"/>
                        </a:lnTo>
                        <a:lnTo>
                          <a:pt x="775" y="587"/>
                        </a:lnTo>
                        <a:lnTo>
                          <a:pt x="772" y="590"/>
                        </a:lnTo>
                        <a:lnTo>
                          <a:pt x="770" y="590"/>
                        </a:lnTo>
                        <a:lnTo>
                          <a:pt x="770" y="584"/>
                        </a:lnTo>
                        <a:lnTo>
                          <a:pt x="769" y="583"/>
                        </a:lnTo>
                        <a:lnTo>
                          <a:pt x="768" y="580"/>
                        </a:lnTo>
                        <a:lnTo>
                          <a:pt x="765" y="583"/>
                        </a:lnTo>
                        <a:lnTo>
                          <a:pt x="764" y="581"/>
                        </a:lnTo>
                        <a:lnTo>
                          <a:pt x="761" y="581"/>
                        </a:lnTo>
                        <a:lnTo>
                          <a:pt x="758" y="586"/>
                        </a:lnTo>
                        <a:lnTo>
                          <a:pt x="760" y="586"/>
                        </a:lnTo>
                        <a:lnTo>
                          <a:pt x="764" y="583"/>
                        </a:lnTo>
                        <a:lnTo>
                          <a:pt x="765" y="584"/>
                        </a:lnTo>
                        <a:lnTo>
                          <a:pt x="765" y="587"/>
                        </a:lnTo>
                        <a:lnTo>
                          <a:pt x="768" y="587"/>
                        </a:lnTo>
                        <a:lnTo>
                          <a:pt x="769" y="592"/>
                        </a:lnTo>
                        <a:lnTo>
                          <a:pt x="768" y="596"/>
                        </a:lnTo>
                        <a:lnTo>
                          <a:pt x="769" y="596"/>
                        </a:lnTo>
                        <a:lnTo>
                          <a:pt x="770" y="600"/>
                        </a:lnTo>
                        <a:lnTo>
                          <a:pt x="769" y="602"/>
                        </a:lnTo>
                        <a:lnTo>
                          <a:pt x="770" y="603"/>
                        </a:lnTo>
                        <a:lnTo>
                          <a:pt x="770" y="606"/>
                        </a:lnTo>
                        <a:lnTo>
                          <a:pt x="768" y="606"/>
                        </a:lnTo>
                        <a:lnTo>
                          <a:pt x="764" y="602"/>
                        </a:lnTo>
                        <a:lnTo>
                          <a:pt x="764" y="599"/>
                        </a:lnTo>
                        <a:lnTo>
                          <a:pt x="761" y="599"/>
                        </a:lnTo>
                        <a:lnTo>
                          <a:pt x="761" y="596"/>
                        </a:lnTo>
                        <a:lnTo>
                          <a:pt x="760" y="599"/>
                        </a:lnTo>
                        <a:lnTo>
                          <a:pt x="762" y="602"/>
                        </a:lnTo>
                        <a:lnTo>
                          <a:pt x="761" y="603"/>
                        </a:lnTo>
                        <a:lnTo>
                          <a:pt x="758" y="602"/>
                        </a:lnTo>
                        <a:lnTo>
                          <a:pt x="756" y="602"/>
                        </a:lnTo>
                        <a:lnTo>
                          <a:pt x="756" y="600"/>
                        </a:lnTo>
                        <a:lnTo>
                          <a:pt x="753" y="600"/>
                        </a:lnTo>
                        <a:lnTo>
                          <a:pt x="753" y="599"/>
                        </a:lnTo>
                        <a:lnTo>
                          <a:pt x="754" y="595"/>
                        </a:lnTo>
                        <a:lnTo>
                          <a:pt x="756" y="594"/>
                        </a:lnTo>
                        <a:lnTo>
                          <a:pt x="754" y="594"/>
                        </a:lnTo>
                        <a:lnTo>
                          <a:pt x="754" y="592"/>
                        </a:lnTo>
                        <a:lnTo>
                          <a:pt x="750" y="594"/>
                        </a:lnTo>
                        <a:lnTo>
                          <a:pt x="746" y="594"/>
                        </a:lnTo>
                        <a:lnTo>
                          <a:pt x="743" y="592"/>
                        </a:lnTo>
                        <a:lnTo>
                          <a:pt x="742" y="592"/>
                        </a:lnTo>
                        <a:lnTo>
                          <a:pt x="738" y="591"/>
                        </a:lnTo>
                        <a:lnTo>
                          <a:pt x="738" y="592"/>
                        </a:lnTo>
                        <a:lnTo>
                          <a:pt x="739" y="594"/>
                        </a:lnTo>
                        <a:lnTo>
                          <a:pt x="738" y="595"/>
                        </a:lnTo>
                        <a:lnTo>
                          <a:pt x="738" y="598"/>
                        </a:lnTo>
                        <a:lnTo>
                          <a:pt x="739" y="600"/>
                        </a:lnTo>
                        <a:lnTo>
                          <a:pt x="742" y="600"/>
                        </a:lnTo>
                        <a:lnTo>
                          <a:pt x="745" y="603"/>
                        </a:lnTo>
                        <a:lnTo>
                          <a:pt x="742" y="607"/>
                        </a:lnTo>
                        <a:lnTo>
                          <a:pt x="741" y="607"/>
                        </a:lnTo>
                        <a:lnTo>
                          <a:pt x="734" y="613"/>
                        </a:lnTo>
                        <a:lnTo>
                          <a:pt x="730" y="617"/>
                        </a:lnTo>
                        <a:lnTo>
                          <a:pt x="727" y="621"/>
                        </a:lnTo>
                        <a:lnTo>
                          <a:pt x="726" y="620"/>
                        </a:lnTo>
                        <a:lnTo>
                          <a:pt x="723" y="621"/>
                        </a:lnTo>
                        <a:lnTo>
                          <a:pt x="722" y="625"/>
                        </a:lnTo>
                        <a:lnTo>
                          <a:pt x="719" y="625"/>
                        </a:lnTo>
                        <a:lnTo>
                          <a:pt x="711" y="624"/>
                        </a:lnTo>
                        <a:lnTo>
                          <a:pt x="708" y="621"/>
                        </a:lnTo>
                        <a:lnTo>
                          <a:pt x="707" y="618"/>
                        </a:lnTo>
                        <a:lnTo>
                          <a:pt x="703" y="615"/>
                        </a:lnTo>
                        <a:lnTo>
                          <a:pt x="703" y="614"/>
                        </a:lnTo>
                        <a:lnTo>
                          <a:pt x="704" y="614"/>
                        </a:lnTo>
                        <a:lnTo>
                          <a:pt x="705" y="613"/>
                        </a:lnTo>
                        <a:lnTo>
                          <a:pt x="704" y="611"/>
                        </a:lnTo>
                        <a:lnTo>
                          <a:pt x="701" y="611"/>
                        </a:lnTo>
                        <a:lnTo>
                          <a:pt x="698" y="606"/>
                        </a:lnTo>
                        <a:lnTo>
                          <a:pt x="694" y="603"/>
                        </a:lnTo>
                        <a:lnTo>
                          <a:pt x="689" y="603"/>
                        </a:lnTo>
                        <a:lnTo>
                          <a:pt x="685" y="600"/>
                        </a:lnTo>
                        <a:lnTo>
                          <a:pt x="678" y="599"/>
                        </a:lnTo>
                        <a:lnTo>
                          <a:pt x="675" y="599"/>
                        </a:lnTo>
                        <a:lnTo>
                          <a:pt x="675" y="600"/>
                        </a:lnTo>
                        <a:lnTo>
                          <a:pt x="678" y="603"/>
                        </a:lnTo>
                        <a:lnTo>
                          <a:pt x="678" y="602"/>
                        </a:lnTo>
                        <a:lnTo>
                          <a:pt x="681" y="602"/>
                        </a:lnTo>
                        <a:lnTo>
                          <a:pt x="686" y="603"/>
                        </a:lnTo>
                        <a:lnTo>
                          <a:pt x="693" y="603"/>
                        </a:lnTo>
                        <a:lnTo>
                          <a:pt x="694" y="605"/>
                        </a:lnTo>
                        <a:lnTo>
                          <a:pt x="693" y="606"/>
                        </a:lnTo>
                        <a:lnTo>
                          <a:pt x="693" y="606"/>
                        </a:lnTo>
                        <a:lnTo>
                          <a:pt x="692" y="607"/>
                        </a:lnTo>
                        <a:lnTo>
                          <a:pt x="693" y="609"/>
                        </a:lnTo>
                        <a:lnTo>
                          <a:pt x="693" y="613"/>
                        </a:lnTo>
                        <a:lnTo>
                          <a:pt x="694" y="613"/>
                        </a:lnTo>
                        <a:lnTo>
                          <a:pt x="697" y="620"/>
                        </a:lnTo>
                        <a:lnTo>
                          <a:pt x="698" y="624"/>
                        </a:lnTo>
                        <a:lnTo>
                          <a:pt x="704" y="625"/>
                        </a:lnTo>
                        <a:lnTo>
                          <a:pt x="709" y="626"/>
                        </a:lnTo>
                        <a:lnTo>
                          <a:pt x="720" y="629"/>
                        </a:lnTo>
                        <a:lnTo>
                          <a:pt x="720" y="632"/>
                        </a:lnTo>
                        <a:lnTo>
                          <a:pt x="719" y="633"/>
                        </a:lnTo>
                        <a:lnTo>
                          <a:pt x="716" y="636"/>
                        </a:lnTo>
                        <a:lnTo>
                          <a:pt x="713" y="637"/>
                        </a:lnTo>
                        <a:lnTo>
                          <a:pt x="709" y="643"/>
                        </a:lnTo>
                        <a:lnTo>
                          <a:pt x="709" y="641"/>
                        </a:lnTo>
                        <a:lnTo>
                          <a:pt x="708" y="641"/>
                        </a:lnTo>
                        <a:lnTo>
                          <a:pt x="707" y="644"/>
                        </a:lnTo>
                        <a:lnTo>
                          <a:pt x="698" y="653"/>
                        </a:lnTo>
                        <a:lnTo>
                          <a:pt x="694" y="655"/>
                        </a:lnTo>
                        <a:lnTo>
                          <a:pt x="692" y="659"/>
                        </a:lnTo>
                        <a:lnTo>
                          <a:pt x="689" y="659"/>
                        </a:lnTo>
                        <a:lnTo>
                          <a:pt x="688" y="659"/>
                        </a:lnTo>
                        <a:lnTo>
                          <a:pt x="686" y="659"/>
                        </a:lnTo>
                        <a:lnTo>
                          <a:pt x="686" y="660"/>
                        </a:lnTo>
                        <a:lnTo>
                          <a:pt x="682" y="656"/>
                        </a:lnTo>
                        <a:lnTo>
                          <a:pt x="681" y="655"/>
                        </a:lnTo>
                        <a:lnTo>
                          <a:pt x="678" y="658"/>
                        </a:lnTo>
                        <a:lnTo>
                          <a:pt x="678" y="655"/>
                        </a:lnTo>
                        <a:lnTo>
                          <a:pt x="677" y="655"/>
                        </a:lnTo>
                        <a:lnTo>
                          <a:pt x="678" y="652"/>
                        </a:lnTo>
                        <a:lnTo>
                          <a:pt x="678" y="651"/>
                        </a:lnTo>
                        <a:lnTo>
                          <a:pt x="677" y="649"/>
                        </a:lnTo>
                        <a:lnTo>
                          <a:pt x="674" y="651"/>
                        </a:lnTo>
                        <a:lnTo>
                          <a:pt x="673" y="656"/>
                        </a:lnTo>
                        <a:lnTo>
                          <a:pt x="673" y="653"/>
                        </a:lnTo>
                        <a:lnTo>
                          <a:pt x="670" y="649"/>
                        </a:lnTo>
                        <a:lnTo>
                          <a:pt x="670" y="653"/>
                        </a:lnTo>
                        <a:lnTo>
                          <a:pt x="671" y="655"/>
                        </a:lnTo>
                        <a:lnTo>
                          <a:pt x="670" y="660"/>
                        </a:lnTo>
                        <a:lnTo>
                          <a:pt x="667" y="666"/>
                        </a:lnTo>
                        <a:lnTo>
                          <a:pt x="666" y="664"/>
                        </a:lnTo>
                        <a:lnTo>
                          <a:pt x="665" y="663"/>
                        </a:lnTo>
                        <a:lnTo>
                          <a:pt x="663" y="660"/>
                        </a:lnTo>
                        <a:lnTo>
                          <a:pt x="662" y="663"/>
                        </a:lnTo>
                        <a:lnTo>
                          <a:pt x="663" y="664"/>
                        </a:lnTo>
                        <a:lnTo>
                          <a:pt x="660" y="666"/>
                        </a:lnTo>
                        <a:lnTo>
                          <a:pt x="660" y="668"/>
                        </a:lnTo>
                        <a:lnTo>
                          <a:pt x="659" y="667"/>
                        </a:lnTo>
                        <a:lnTo>
                          <a:pt x="656" y="667"/>
                        </a:lnTo>
                        <a:lnTo>
                          <a:pt x="656" y="664"/>
                        </a:lnTo>
                        <a:lnTo>
                          <a:pt x="654" y="663"/>
                        </a:lnTo>
                        <a:lnTo>
                          <a:pt x="651" y="659"/>
                        </a:lnTo>
                        <a:lnTo>
                          <a:pt x="645" y="658"/>
                        </a:lnTo>
                        <a:lnTo>
                          <a:pt x="640" y="653"/>
                        </a:lnTo>
                        <a:lnTo>
                          <a:pt x="639" y="649"/>
                        </a:lnTo>
                        <a:lnTo>
                          <a:pt x="636" y="649"/>
                        </a:lnTo>
                        <a:lnTo>
                          <a:pt x="632" y="647"/>
                        </a:lnTo>
                        <a:lnTo>
                          <a:pt x="631" y="644"/>
                        </a:lnTo>
                        <a:lnTo>
                          <a:pt x="631" y="648"/>
                        </a:lnTo>
                        <a:lnTo>
                          <a:pt x="628" y="648"/>
                        </a:lnTo>
                        <a:lnTo>
                          <a:pt x="629" y="652"/>
                        </a:lnTo>
                        <a:lnTo>
                          <a:pt x="632" y="653"/>
                        </a:lnTo>
                        <a:lnTo>
                          <a:pt x="633" y="652"/>
                        </a:lnTo>
                        <a:lnTo>
                          <a:pt x="632" y="651"/>
                        </a:lnTo>
                        <a:lnTo>
                          <a:pt x="632" y="649"/>
                        </a:lnTo>
                        <a:lnTo>
                          <a:pt x="633" y="649"/>
                        </a:lnTo>
                        <a:lnTo>
                          <a:pt x="639" y="655"/>
                        </a:lnTo>
                        <a:lnTo>
                          <a:pt x="644" y="659"/>
                        </a:lnTo>
                        <a:lnTo>
                          <a:pt x="645" y="660"/>
                        </a:lnTo>
                        <a:lnTo>
                          <a:pt x="641" y="662"/>
                        </a:lnTo>
                        <a:lnTo>
                          <a:pt x="639" y="663"/>
                        </a:lnTo>
                        <a:lnTo>
                          <a:pt x="636" y="662"/>
                        </a:lnTo>
                        <a:lnTo>
                          <a:pt x="637" y="664"/>
                        </a:lnTo>
                        <a:lnTo>
                          <a:pt x="637" y="664"/>
                        </a:lnTo>
                        <a:lnTo>
                          <a:pt x="639" y="664"/>
                        </a:lnTo>
                        <a:lnTo>
                          <a:pt x="644" y="663"/>
                        </a:lnTo>
                        <a:lnTo>
                          <a:pt x="647" y="660"/>
                        </a:lnTo>
                        <a:lnTo>
                          <a:pt x="648" y="660"/>
                        </a:lnTo>
                        <a:lnTo>
                          <a:pt x="650" y="662"/>
                        </a:lnTo>
                        <a:lnTo>
                          <a:pt x="651" y="666"/>
                        </a:lnTo>
                        <a:lnTo>
                          <a:pt x="656" y="672"/>
                        </a:lnTo>
                        <a:lnTo>
                          <a:pt x="655" y="678"/>
                        </a:lnTo>
                        <a:lnTo>
                          <a:pt x="652" y="682"/>
                        </a:lnTo>
                        <a:lnTo>
                          <a:pt x="650" y="682"/>
                        </a:lnTo>
                        <a:lnTo>
                          <a:pt x="648" y="683"/>
                        </a:lnTo>
                        <a:lnTo>
                          <a:pt x="644" y="683"/>
                        </a:lnTo>
                        <a:lnTo>
                          <a:pt x="641" y="682"/>
                        </a:lnTo>
                        <a:lnTo>
                          <a:pt x="636" y="681"/>
                        </a:lnTo>
                        <a:lnTo>
                          <a:pt x="632" y="677"/>
                        </a:lnTo>
                        <a:lnTo>
                          <a:pt x="631" y="671"/>
                        </a:lnTo>
                        <a:lnTo>
                          <a:pt x="629" y="670"/>
                        </a:lnTo>
                        <a:lnTo>
                          <a:pt x="628" y="671"/>
                        </a:lnTo>
                        <a:lnTo>
                          <a:pt x="628" y="672"/>
                        </a:lnTo>
                        <a:lnTo>
                          <a:pt x="628" y="675"/>
                        </a:lnTo>
                        <a:lnTo>
                          <a:pt x="631" y="678"/>
                        </a:lnTo>
                        <a:lnTo>
                          <a:pt x="633" y="685"/>
                        </a:lnTo>
                        <a:lnTo>
                          <a:pt x="636" y="689"/>
                        </a:lnTo>
                        <a:lnTo>
                          <a:pt x="635" y="690"/>
                        </a:lnTo>
                        <a:lnTo>
                          <a:pt x="632" y="690"/>
                        </a:lnTo>
                        <a:lnTo>
                          <a:pt x="629" y="690"/>
                        </a:lnTo>
                        <a:lnTo>
                          <a:pt x="629" y="686"/>
                        </a:lnTo>
                        <a:lnTo>
                          <a:pt x="628" y="689"/>
                        </a:lnTo>
                        <a:lnTo>
                          <a:pt x="626" y="689"/>
                        </a:lnTo>
                        <a:lnTo>
                          <a:pt x="628" y="690"/>
                        </a:lnTo>
                        <a:lnTo>
                          <a:pt x="631" y="692"/>
                        </a:lnTo>
                        <a:lnTo>
                          <a:pt x="631" y="694"/>
                        </a:lnTo>
                        <a:lnTo>
                          <a:pt x="626" y="693"/>
                        </a:lnTo>
                        <a:lnTo>
                          <a:pt x="625" y="692"/>
                        </a:lnTo>
                        <a:lnTo>
                          <a:pt x="625" y="694"/>
                        </a:lnTo>
                        <a:lnTo>
                          <a:pt x="626" y="696"/>
                        </a:lnTo>
                        <a:lnTo>
                          <a:pt x="626" y="697"/>
                        </a:lnTo>
                        <a:lnTo>
                          <a:pt x="624" y="700"/>
                        </a:lnTo>
                        <a:lnTo>
                          <a:pt x="624" y="697"/>
                        </a:lnTo>
                        <a:lnTo>
                          <a:pt x="622" y="697"/>
                        </a:lnTo>
                        <a:lnTo>
                          <a:pt x="622" y="698"/>
                        </a:lnTo>
                        <a:lnTo>
                          <a:pt x="622" y="700"/>
                        </a:lnTo>
                        <a:lnTo>
                          <a:pt x="621" y="700"/>
                        </a:lnTo>
                        <a:lnTo>
                          <a:pt x="618" y="700"/>
                        </a:lnTo>
                        <a:lnTo>
                          <a:pt x="617" y="701"/>
                        </a:lnTo>
                        <a:lnTo>
                          <a:pt x="613" y="702"/>
                        </a:lnTo>
                        <a:lnTo>
                          <a:pt x="614" y="704"/>
                        </a:lnTo>
                        <a:lnTo>
                          <a:pt x="616" y="706"/>
                        </a:lnTo>
                        <a:lnTo>
                          <a:pt x="614" y="706"/>
                        </a:lnTo>
                        <a:lnTo>
                          <a:pt x="613" y="705"/>
                        </a:lnTo>
                        <a:lnTo>
                          <a:pt x="610" y="702"/>
                        </a:lnTo>
                        <a:lnTo>
                          <a:pt x="607" y="702"/>
                        </a:lnTo>
                        <a:lnTo>
                          <a:pt x="607" y="704"/>
                        </a:lnTo>
                        <a:lnTo>
                          <a:pt x="606" y="705"/>
                        </a:lnTo>
                        <a:lnTo>
                          <a:pt x="610" y="708"/>
                        </a:lnTo>
                        <a:lnTo>
                          <a:pt x="609" y="709"/>
                        </a:lnTo>
                        <a:lnTo>
                          <a:pt x="609" y="711"/>
                        </a:lnTo>
                        <a:lnTo>
                          <a:pt x="606" y="711"/>
                        </a:lnTo>
                        <a:lnTo>
                          <a:pt x="603" y="715"/>
                        </a:lnTo>
                        <a:lnTo>
                          <a:pt x="601" y="716"/>
                        </a:lnTo>
                        <a:lnTo>
                          <a:pt x="602" y="717"/>
                        </a:lnTo>
                        <a:lnTo>
                          <a:pt x="601" y="720"/>
                        </a:lnTo>
                        <a:lnTo>
                          <a:pt x="599" y="720"/>
                        </a:lnTo>
                        <a:lnTo>
                          <a:pt x="598" y="721"/>
                        </a:lnTo>
                        <a:lnTo>
                          <a:pt x="598" y="724"/>
                        </a:lnTo>
                        <a:lnTo>
                          <a:pt x="595" y="725"/>
                        </a:lnTo>
                        <a:lnTo>
                          <a:pt x="591" y="730"/>
                        </a:lnTo>
                        <a:lnTo>
                          <a:pt x="588" y="731"/>
                        </a:lnTo>
                        <a:lnTo>
                          <a:pt x="588" y="734"/>
                        </a:lnTo>
                        <a:lnTo>
                          <a:pt x="586" y="735"/>
                        </a:lnTo>
                        <a:lnTo>
                          <a:pt x="582" y="734"/>
                        </a:lnTo>
                        <a:lnTo>
                          <a:pt x="582" y="735"/>
                        </a:lnTo>
                        <a:lnTo>
                          <a:pt x="583" y="739"/>
                        </a:lnTo>
                        <a:lnTo>
                          <a:pt x="580" y="742"/>
                        </a:lnTo>
                        <a:lnTo>
                          <a:pt x="580" y="746"/>
                        </a:lnTo>
                        <a:lnTo>
                          <a:pt x="578" y="749"/>
                        </a:lnTo>
                        <a:lnTo>
                          <a:pt x="576" y="753"/>
                        </a:lnTo>
                        <a:lnTo>
                          <a:pt x="575" y="754"/>
                        </a:lnTo>
                        <a:lnTo>
                          <a:pt x="572" y="759"/>
                        </a:lnTo>
                        <a:lnTo>
                          <a:pt x="573" y="761"/>
                        </a:lnTo>
                        <a:lnTo>
                          <a:pt x="573" y="765"/>
                        </a:lnTo>
                        <a:lnTo>
                          <a:pt x="571" y="769"/>
                        </a:lnTo>
                        <a:lnTo>
                          <a:pt x="569" y="772"/>
                        </a:lnTo>
                        <a:lnTo>
                          <a:pt x="568" y="773"/>
                        </a:lnTo>
                        <a:lnTo>
                          <a:pt x="567" y="774"/>
                        </a:lnTo>
                        <a:lnTo>
                          <a:pt x="569" y="774"/>
                        </a:lnTo>
                        <a:lnTo>
                          <a:pt x="569" y="777"/>
                        </a:lnTo>
                        <a:lnTo>
                          <a:pt x="569" y="780"/>
                        </a:lnTo>
                        <a:lnTo>
                          <a:pt x="571" y="781"/>
                        </a:lnTo>
                        <a:lnTo>
                          <a:pt x="571" y="785"/>
                        </a:lnTo>
                        <a:lnTo>
                          <a:pt x="572" y="785"/>
                        </a:lnTo>
                        <a:lnTo>
                          <a:pt x="569" y="792"/>
                        </a:lnTo>
                        <a:lnTo>
                          <a:pt x="565" y="796"/>
                        </a:lnTo>
                        <a:lnTo>
                          <a:pt x="557" y="797"/>
                        </a:lnTo>
                        <a:lnTo>
                          <a:pt x="556" y="800"/>
                        </a:lnTo>
                        <a:lnTo>
                          <a:pt x="560" y="797"/>
                        </a:lnTo>
                        <a:lnTo>
                          <a:pt x="567" y="796"/>
                        </a:lnTo>
                        <a:lnTo>
                          <a:pt x="572" y="791"/>
                        </a:lnTo>
                        <a:lnTo>
                          <a:pt x="575" y="783"/>
                        </a:lnTo>
                        <a:lnTo>
                          <a:pt x="583" y="783"/>
                        </a:lnTo>
                        <a:lnTo>
                          <a:pt x="586" y="784"/>
                        </a:lnTo>
                        <a:lnTo>
                          <a:pt x="586" y="787"/>
                        </a:lnTo>
                        <a:lnTo>
                          <a:pt x="584" y="789"/>
                        </a:lnTo>
                        <a:lnTo>
                          <a:pt x="584" y="793"/>
                        </a:lnTo>
                        <a:lnTo>
                          <a:pt x="587" y="797"/>
                        </a:lnTo>
                        <a:lnTo>
                          <a:pt x="587" y="803"/>
                        </a:lnTo>
                        <a:lnTo>
                          <a:pt x="584" y="808"/>
                        </a:lnTo>
                        <a:lnTo>
                          <a:pt x="586" y="811"/>
                        </a:lnTo>
                        <a:lnTo>
                          <a:pt x="587" y="817"/>
                        </a:lnTo>
                        <a:lnTo>
                          <a:pt x="586" y="819"/>
                        </a:lnTo>
                        <a:lnTo>
                          <a:pt x="578" y="827"/>
                        </a:lnTo>
                        <a:lnTo>
                          <a:pt x="573" y="829"/>
                        </a:lnTo>
                        <a:lnTo>
                          <a:pt x="569" y="829"/>
                        </a:lnTo>
                        <a:lnTo>
                          <a:pt x="573" y="830"/>
                        </a:lnTo>
                        <a:lnTo>
                          <a:pt x="578" y="830"/>
                        </a:lnTo>
                        <a:lnTo>
                          <a:pt x="587" y="826"/>
                        </a:lnTo>
                        <a:lnTo>
                          <a:pt x="598" y="823"/>
                        </a:lnTo>
                        <a:lnTo>
                          <a:pt x="603" y="822"/>
                        </a:lnTo>
                        <a:lnTo>
                          <a:pt x="609" y="826"/>
                        </a:lnTo>
                        <a:lnTo>
                          <a:pt x="613" y="830"/>
                        </a:lnTo>
                        <a:lnTo>
                          <a:pt x="620" y="833"/>
                        </a:lnTo>
                        <a:lnTo>
                          <a:pt x="621" y="834"/>
                        </a:lnTo>
                        <a:lnTo>
                          <a:pt x="624" y="834"/>
                        </a:lnTo>
                        <a:lnTo>
                          <a:pt x="628" y="840"/>
                        </a:lnTo>
                        <a:lnTo>
                          <a:pt x="631" y="840"/>
                        </a:lnTo>
                        <a:lnTo>
                          <a:pt x="633" y="844"/>
                        </a:lnTo>
                        <a:lnTo>
                          <a:pt x="636" y="846"/>
                        </a:lnTo>
                        <a:lnTo>
                          <a:pt x="636" y="848"/>
                        </a:lnTo>
                        <a:lnTo>
                          <a:pt x="637" y="850"/>
                        </a:lnTo>
                        <a:lnTo>
                          <a:pt x="639" y="855"/>
                        </a:lnTo>
                        <a:lnTo>
                          <a:pt x="639" y="856"/>
                        </a:lnTo>
                        <a:lnTo>
                          <a:pt x="641" y="856"/>
                        </a:lnTo>
                        <a:lnTo>
                          <a:pt x="643" y="857"/>
                        </a:lnTo>
                        <a:lnTo>
                          <a:pt x="648" y="861"/>
                        </a:lnTo>
                        <a:lnTo>
                          <a:pt x="650" y="861"/>
                        </a:lnTo>
                        <a:lnTo>
                          <a:pt x="655" y="864"/>
                        </a:lnTo>
                        <a:lnTo>
                          <a:pt x="656" y="865"/>
                        </a:lnTo>
                        <a:lnTo>
                          <a:pt x="662" y="869"/>
                        </a:lnTo>
                        <a:lnTo>
                          <a:pt x="662" y="872"/>
                        </a:lnTo>
                        <a:lnTo>
                          <a:pt x="666" y="875"/>
                        </a:lnTo>
                        <a:lnTo>
                          <a:pt x="665" y="876"/>
                        </a:lnTo>
                        <a:lnTo>
                          <a:pt x="666" y="878"/>
                        </a:lnTo>
                        <a:lnTo>
                          <a:pt x="670" y="878"/>
                        </a:lnTo>
                        <a:lnTo>
                          <a:pt x="671" y="878"/>
                        </a:lnTo>
                        <a:lnTo>
                          <a:pt x="675" y="878"/>
                        </a:lnTo>
                        <a:lnTo>
                          <a:pt x="681" y="878"/>
                        </a:lnTo>
                        <a:lnTo>
                          <a:pt x="682" y="879"/>
                        </a:lnTo>
                        <a:lnTo>
                          <a:pt x="684" y="879"/>
                        </a:lnTo>
                        <a:lnTo>
                          <a:pt x="688" y="880"/>
                        </a:lnTo>
                        <a:lnTo>
                          <a:pt x="693" y="880"/>
                        </a:lnTo>
                        <a:lnTo>
                          <a:pt x="696" y="880"/>
                        </a:lnTo>
                        <a:lnTo>
                          <a:pt x="698" y="880"/>
                        </a:lnTo>
                        <a:lnTo>
                          <a:pt x="698" y="880"/>
                        </a:lnTo>
                        <a:lnTo>
                          <a:pt x="698" y="880"/>
                        </a:lnTo>
                        <a:lnTo>
                          <a:pt x="700" y="880"/>
                        </a:lnTo>
                        <a:lnTo>
                          <a:pt x="701" y="884"/>
                        </a:lnTo>
                        <a:lnTo>
                          <a:pt x="697" y="891"/>
                        </a:lnTo>
                        <a:lnTo>
                          <a:pt x="697" y="894"/>
                        </a:lnTo>
                        <a:lnTo>
                          <a:pt x="696" y="897"/>
                        </a:lnTo>
                        <a:lnTo>
                          <a:pt x="693" y="901"/>
                        </a:lnTo>
                        <a:lnTo>
                          <a:pt x="693" y="903"/>
                        </a:lnTo>
                        <a:lnTo>
                          <a:pt x="694" y="905"/>
                        </a:lnTo>
                        <a:lnTo>
                          <a:pt x="694" y="910"/>
                        </a:lnTo>
                        <a:lnTo>
                          <a:pt x="692" y="916"/>
                        </a:lnTo>
                        <a:lnTo>
                          <a:pt x="692" y="918"/>
                        </a:lnTo>
                        <a:lnTo>
                          <a:pt x="690" y="922"/>
                        </a:lnTo>
                        <a:lnTo>
                          <a:pt x="688" y="925"/>
                        </a:lnTo>
                        <a:lnTo>
                          <a:pt x="686" y="931"/>
                        </a:lnTo>
                        <a:lnTo>
                          <a:pt x="686" y="933"/>
                        </a:lnTo>
                        <a:lnTo>
                          <a:pt x="690" y="935"/>
                        </a:lnTo>
                        <a:lnTo>
                          <a:pt x="690" y="939"/>
                        </a:lnTo>
                        <a:lnTo>
                          <a:pt x="692" y="940"/>
                        </a:lnTo>
                        <a:lnTo>
                          <a:pt x="693" y="941"/>
                        </a:lnTo>
                        <a:lnTo>
                          <a:pt x="693" y="944"/>
                        </a:lnTo>
                        <a:lnTo>
                          <a:pt x="693" y="946"/>
                        </a:lnTo>
                        <a:lnTo>
                          <a:pt x="693" y="948"/>
                        </a:lnTo>
                        <a:lnTo>
                          <a:pt x="696" y="948"/>
                        </a:lnTo>
                        <a:lnTo>
                          <a:pt x="698" y="951"/>
                        </a:lnTo>
                        <a:lnTo>
                          <a:pt x="700" y="951"/>
                        </a:lnTo>
                        <a:lnTo>
                          <a:pt x="700" y="952"/>
                        </a:lnTo>
                        <a:lnTo>
                          <a:pt x="703" y="955"/>
                        </a:lnTo>
                        <a:lnTo>
                          <a:pt x="703" y="959"/>
                        </a:lnTo>
                        <a:lnTo>
                          <a:pt x="704" y="961"/>
                        </a:lnTo>
                        <a:lnTo>
                          <a:pt x="703" y="965"/>
                        </a:lnTo>
                        <a:lnTo>
                          <a:pt x="697" y="970"/>
                        </a:lnTo>
                        <a:lnTo>
                          <a:pt x="701" y="967"/>
                        </a:lnTo>
                        <a:lnTo>
                          <a:pt x="704" y="966"/>
                        </a:lnTo>
                        <a:lnTo>
                          <a:pt x="708" y="966"/>
                        </a:lnTo>
                        <a:lnTo>
                          <a:pt x="711" y="969"/>
                        </a:lnTo>
                        <a:lnTo>
                          <a:pt x="713" y="969"/>
                        </a:lnTo>
                        <a:lnTo>
                          <a:pt x="713" y="967"/>
                        </a:lnTo>
                        <a:lnTo>
                          <a:pt x="713" y="965"/>
                        </a:lnTo>
                        <a:lnTo>
                          <a:pt x="719" y="958"/>
                        </a:lnTo>
                        <a:lnTo>
                          <a:pt x="720" y="958"/>
                        </a:lnTo>
                        <a:lnTo>
                          <a:pt x="719" y="961"/>
                        </a:lnTo>
                        <a:lnTo>
                          <a:pt x="719" y="962"/>
                        </a:lnTo>
                        <a:lnTo>
                          <a:pt x="722" y="963"/>
                        </a:lnTo>
                        <a:lnTo>
                          <a:pt x="722" y="967"/>
                        </a:lnTo>
                        <a:lnTo>
                          <a:pt x="722" y="971"/>
                        </a:lnTo>
                        <a:lnTo>
                          <a:pt x="724" y="974"/>
                        </a:lnTo>
                        <a:lnTo>
                          <a:pt x="730" y="974"/>
                        </a:lnTo>
                        <a:lnTo>
                          <a:pt x="727" y="973"/>
                        </a:lnTo>
                        <a:lnTo>
                          <a:pt x="724" y="970"/>
                        </a:lnTo>
                        <a:lnTo>
                          <a:pt x="724" y="967"/>
                        </a:lnTo>
                        <a:lnTo>
                          <a:pt x="724" y="962"/>
                        </a:lnTo>
                        <a:lnTo>
                          <a:pt x="726" y="961"/>
                        </a:lnTo>
                        <a:lnTo>
                          <a:pt x="724" y="959"/>
                        </a:lnTo>
                        <a:lnTo>
                          <a:pt x="724" y="956"/>
                        </a:lnTo>
                        <a:lnTo>
                          <a:pt x="726" y="956"/>
                        </a:lnTo>
                        <a:lnTo>
                          <a:pt x="727" y="956"/>
                        </a:lnTo>
                        <a:lnTo>
                          <a:pt x="728" y="952"/>
                        </a:lnTo>
                        <a:lnTo>
                          <a:pt x="731" y="948"/>
                        </a:lnTo>
                        <a:lnTo>
                          <a:pt x="731" y="948"/>
                        </a:lnTo>
                        <a:lnTo>
                          <a:pt x="730" y="943"/>
                        </a:lnTo>
                        <a:lnTo>
                          <a:pt x="728" y="943"/>
                        </a:lnTo>
                        <a:lnTo>
                          <a:pt x="728" y="940"/>
                        </a:lnTo>
                        <a:lnTo>
                          <a:pt x="731" y="936"/>
                        </a:lnTo>
                        <a:lnTo>
                          <a:pt x="730" y="935"/>
                        </a:lnTo>
                        <a:lnTo>
                          <a:pt x="730" y="933"/>
                        </a:lnTo>
                        <a:lnTo>
                          <a:pt x="728" y="932"/>
                        </a:lnTo>
                        <a:lnTo>
                          <a:pt x="728" y="931"/>
                        </a:lnTo>
                        <a:lnTo>
                          <a:pt x="731" y="924"/>
                        </a:lnTo>
                        <a:lnTo>
                          <a:pt x="730" y="921"/>
                        </a:lnTo>
                        <a:lnTo>
                          <a:pt x="731" y="916"/>
                        </a:lnTo>
                        <a:lnTo>
                          <a:pt x="732" y="914"/>
                        </a:lnTo>
                        <a:lnTo>
                          <a:pt x="731" y="912"/>
                        </a:lnTo>
                        <a:lnTo>
                          <a:pt x="732" y="912"/>
                        </a:lnTo>
                        <a:lnTo>
                          <a:pt x="732" y="909"/>
                        </a:lnTo>
                        <a:lnTo>
                          <a:pt x="734" y="908"/>
                        </a:lnTo>
                        <a:lnTo>
                          <a:pt x="732" y="908"/>
                        </a:lnTo>
                        <a:lnTo>
                          <a:pt x="731" y="905"/>
                        </a:lnTo>
                        <a:lnTo>
                          <a:pt x="732" y="905"/>
                        </a:lnTo>
                        <a:lnTo>
                          <a:pt x="731" y="902"/>
                        </a:lnTo>
                        <a:lnTo>
                          <a:pt x="731" y="899"/>
                        </a:lnTo>
                        <a:lnTo>
                          <a:pt x="730" y="898"/>
                        </a:lnTo>
                        <a:lnTo>
                          <a:pt x="730" y="895"/>
                        </a:lnTo>
                        <a:lnTo>
                          <a:pt x="728" y="893"/>
                        </a:lnTo>
                        <a:lnTo>
                          <a:pt x="732" y="891"/>
                        </a:lnTo>
                        <a:lnTo>
                          <a:pt x="738" y="890"/>
                        </a:lnTo>
                        <a:lnTo>
                          <a:pt x="741" y="889"/>
                        </a:lnTo>
                        <a:lnTo>
                          <a:pt x="745" y="889"/>
                        </a:lnTo>
                        <a:lnTo>
                          <a:pt x="746" y="887"/>
                        </a:lnTo>
                        <a:lnTo>
                          <a:pt x="751" y="884"/>
                        </a:lnTo>
                        <a:lnTo>
                          <a:pt x="761" y="882"/>
                        </a:lnTo>
                        <a:lnTo>
                          <a:pt x="761" y="880"/>
                        </a:lnTo>
                        <a:lnTo>
                          <a:pt x="762" y="879"/>
                        </a:lnTo>
                        <a:lnTo>
                          <a:pt x="769" y="875"/>
                        </a:lnTo>
                        <a:lnTo>
                          <a:pt x="769" y="874"/>
                        </a:lnTo>
                        <a:lnTo>
                          <a:pt x="773" y="872"/>
                        </a:lnTo>
                        <a:lnTo>
                          <a:pt x="776" y="865"/>
                        </a:lnTo>
                        <a:lnTo>
                          <a:pt x="779" y="865"/>
                        </a:lnTo>
                        <a:lnTo>
                          <a:pt x="780" y="867"/>
                        </a:lnTo>
                        <a:lnTo>
                          <a:pt x="783" y="867"/>
                        </a:lnTo>
                        <a:lnTo>
                          <a:pt x="784" y="864"/>
                        </a:lnTo>
                        <a:lnTo>
                          <a:pt x="783" y="861"/>
                        </a:lnTo>
                        <a:lnTo>
                          <a:pt x="781" y="857"/>
                        </a:lnTo>
                        <a:lnTo>
                          <a:pt x="780" y="859"/>
                        </a:lnTo>
                        <a:lnTo>
                          <a:pt x="780" y="861"/>
                        </a:lnTo>
                        <a:lnTo>
                          <a:pt x="779" y="863"/>
                        </a:lnTo>
                        <a:lnTo>
                          <a:pt x="779" y="859"/>
                        </a:lnTo>
                        <a:lnTo>
                          <a:pt x="781" y="852"/>
                        </a:lnTo>
                        <a:lnTo>
                          <a:pt x="783" y="850"/>
                        </a:lnTo>
                        <a:lnTo>
                          <a:pt x="783" y="845"/>
                        </a:lnTo>
                        <a:lnTo>
                          <a:pt x="783" y="842"/>
                        </a:lnTo>
                        <a:lnTo>
                          <a:pt x="781" y="838"/>
                        </a:lnTo>
                        <a:lnTo>
                          <a:pt x="781" y="829"/>
                        </a:lnTo>
                        <a:lnTo>
                          <a:pt x="780" y="822"/>
                        </a:lnTo>
                        <a:lnTo>
                          <a:pt x="776" y="815"/>
                        </a:lnTo>
                        <a:lnTo>
                          <a:pt x="773" y="812"/>
                        </a:lnTo>
                        <a:lnTo>
                          <a:pt x="772" y="810"/>
                        </a:lnTo>
                        <a:lnTo>
                          <a:pt x="769" y="810"/>
                        </a:lnTo>
                        <a:lnTo>
                          <a:pt x="769" y="807"/>
                        </a:lnTo>
                        <a:lnTo>
                          <a:pt x="770" y="802"/>
                        </a:lnTo>
                        <a:lnTo>
                          <a:pt x="773" y="800"/>
                        </a:lnTo>
                        <a:lnTo>
                          <a:pt x="780" y="792"/>
                        </a:lnTo>
                        <a:lnTo>
                          <a:pt x="783" y="792"/>
                        </a:lnTo>
                        <a:lnTo>
                          <a:pt x="784" y="789"/>
                        </a:lnTo>
                        <a:lnTo>
                          <a:pt x="784" y="788"/>
                        </a:lnTo>
                        <a:lnTo>
                          <a:pt x="784" y="788"/>
                        </a:lnTo>
                        <a:lnTo>
                          <a:pt x="784" y="787"/>
                        </a:lnTo>
                        <a:lnTo>
                          <a:pt x="787" y="783"/>
                        </a:lnTo>
                        <a:lnTo>
                          <a:pt x="788" y="783"/>
                        </a:lnTo>
                        <a:lnTo>
                          <a:pt x="790" y="785"/>
                        </a:lnTo>
                        <a:lnTo>
                          <a:pt x="792" y="787"/>
                        </a:lnTo>
                        <a:lnTo>
                          <a:pt x="791" y="785"/>
                        </a:lnTo>
                        <a:lnTo>
                          <a:pt x="791" y="781"/>
                        </a:lnTo>
                        <a:lnTo>
                          <a:pt x="794" y="780"/>
                        </a:lnTo>
                        <a:lnTo>
                          <a:pt x="796" y="774"/>
                        </a:lnTo>
                        <a:lnTo>
                          <a:pt x="796" y="773"/>
                        </a:lnTo>
                        <a:lnTo>
                          <a:pt x="792" y="773"/>
                        </a:lnTo>
                        <a:lnTo>
                          <a:pt x="792" y="772"/>
                        </a:lnTo>
                        <a:lnTo>
                          <a:pt x="795" y="769"/>
                        </a:lnTo>
                        <a:lnTo>
                          <a:pt x="794" y="768"/>
                        </a:lnTo>
                        <a:lnTo>
                          <a:pt x="792" y="765"/>
                        </a:lnTo>
                        <a:lnTo>
                          <a:pt x="794" y="764"/>
                        </a:lnTo>
                        <a:lnTo>
                          <a:pt x="796" y="762"/>
                        </a:lnTo>
                        <a:lnTo>
                          <a:pt x="794" y="762"/>
                        </a:lnTo>
                        <a:lnTo>
                          <a:pt x="794" y="761"/>
                        </a:lnTo>
                        <a:lnTo>
                          <a:pt x="795" y="757"/>
                        </a:lnTo>
                        <a:lnTo>
                          <a:pt x="798" y="755"/>
                        </a:lnTo>
                        <a:lnTo>
                          <a:pt x="795" y="754"/>
                        </a:lnTo>
                        <a:lnTo>
                          <a:pt x="791" y="755"/>
                        </a:lnTo>
                        <a:lnTo>
                          <a:pt x="790" y="754"/>
                        </a:lnTo>
                        <a:lnTo>
                          <a:pt x="790" y="753"/>
                        </a:lnTo>
                        <a:lnTo>
                          <a:pt x="795" y="747"/>
                        </a:lnTo>
                        <a:lnTo>
                          <a:pt x="799" y="742"/>
                        </a:lnTo>
                        <a:lnTo>
                          <a:pt x="800" y="739"/>
                        </a:lnTo>
                        <a:lnTo>
                          <a:pt x="802" y="739"/>
                        </a:lnTo>
                        <a:lnTo>
                          <a:pt x="803" y="738"/>
                        </a:lnTo>
                        <a:lnTo>
                          <a:pt x="803" y="734"/>
                        </a:lnTo>
                        <a:lnTo>
                          <a:pt x="802" y="734"/>
                        </a:lnTo>
                        <a:lnTo>
                          <a:pt x="802" y="732"/>
                        </a:lnTo>
                        <a:lnTo>
                          <a:pt x="800" y="732"/>
                        </a:lnTo>
                        <a:lnTo>
                          <a:pt x="798" y="730"/>
                        </a:lnTo>
                        <a:lnTo>
                          <a:pt x="798" y="724"/>
                        </a:lnTo>
                        <a:lnTo>
                          <a:pt x="800" y="720"/>
                        </a:lnTo>
                        <a:lnTo>
                          <a:pt x="800" y="716"/>
                        </a:lnTo>
                        <a:lnTo>
                          <a:pt x="803" y="715"/>
                        </a:lnTo>
                        <a:lnTo>
                          <a:pt x="803" y="716"/>
                        </a:lnTo>
                        <a:lnTo>
                          <a:pt x="806" y="716"/>
                        </a:lnTo>
                        <a:lnTo>
                          <a:pt x="806" y="713"/>
                        </a:lnTo>
                        <a:lnTo>
                          <a:pt x="807" y="712"/>
                        </a:lnTo>
                        <a:lnTo>
                          <a:pt x="809" y="712"/>
                        </a:lnTo>
                        <a:lnTo>
                          <a:pt x="811" y="711"/>
                        </a:lnTo>
                        <a:lnTo>
                          <a:pt x="813" y="712"/>
                        </a:lnTo>
                        <a:lnTo>
                          <a:pt x="817" y="712"/>
                        </a:lnTo>
                        <a:lnTo>
                          <a:pt x="822" y="715"/>
                        </a:lnTo>
                        <a:lnTo>
                          <a:pt x="829" y="719"/>
                        </a:lnTo>
                        <a:lnTo>
                          <a:pt x="832" y="719"/>
                        </a:lnTo>
                        <a:lnTo>
                          <a:pt x="832" y="721"/>
                        </a:lnTo>
                        <a:lnTo>
                          <a:pt x="828" y="723"/>
                        </a:lnTo>
                        <a:lnTo>
                          <a:pt x="832" y="723"/>
                        </a:lnTo>
                        <a:lnTo>
                          <a:pt x="836" y="720"/>
                        </a:lnTo>
                        <a:lnTo>
                          <a:pt x="838" y="720"/>
                        </a:lnTo>
                        <a:lnTo>
                          <a:pt x="840" y="721"/>
                        </a:lnTo>
                        <a:lnTo>
                          <a:pt x="842" y="721"/>
                        </a:lnTo>
                        <a:lnTo>
                          <a:pt x="844" y="724"/>
                        </a:lnTo>
                        <a:lnTo>
                          <a:pt x="844" y="721"/>
                        </a:lnTo>
                        <a:lnTo>
                          <a:pt x="848" y="723"/>
                        </a:lnTo>
                        <a:lnTo>
                          <a:pt x="849" y="721"/>
                        </a:lnTo>
                        <a:lnTo>
                          <a:pt x="851" y="720"/>
                        </a:lnTo>
                        <a:lnTo>
                          <a:pt x="855" y="719"/>
                        </a:lnTo>
                        <a:lnTo>
                          <a:pt x="860" y="723"/>
                        </a:lnTo>
                        <a:lnTo>
                          <a:pt x="860" y="725"/>
                        </a:lnTo>
                        <a:lnTo>
                          <a:pt x="863" y="728"/>
                        </a:lnTo>
                        <a:lnTo>
                          <a:pt x="866" y="728"/>
                        </a:lnTo>
                        <a:lnTo>
                          <a:pt x="866" y="732"/>
                        </a:lnTo>
                        <a:lnTo>
                          <a:pt x="864" y="735"/>
                        </a:lnTo>
                        <a:lnTo>
                          <a:pt x="864" y="736"/>
                        </a:lnTo>
                        <a:lnTo>
                          <a:pt x="866" y="735"/>
                        </a:lnTo>
                        <a:lnTo>
                          <a:pt x="868" y="738"/>
                        </a:lnTo>
                        <a:lnTo>
                          <a:pt x="870" y="742"/>
                        </a:lnTo>
                        <a:lnTo>
                          <a:pt x="868" y="742"/>
                        </a:lnTo>
                        <a:lnTo>
                          <a:pt x="871" y="745"/>
                        </a:lnTo>
                        <a:lnTo>
                          <a:pt x="872" y="742"/>
                        </a:lnTo>
                        <a:lnTo>
                          <a:pt x="875" y="746"/>
                        </a:lnTo>
                        <a:lnTo>
                          <a:pt x="875" y="747"/>
                        </a:lnTo>
                        <a:lnTo>
                          <a:pt x="872" y="746"/>
                        </a:lnTo>
                        <a:lnTo>
                          <a:pt x="871" y="749"/>
                        </a:lnTo>
                        <a:lnTo>
                          <a:pt x="868" y="749"/>
                        </a:lnTo>
                        <a:lnTo>
                          <a:pt x="872" y="751"/>
                        </a:lnTo>
                        <a:lnTo>
                          <a:pt x="872" y="754"/>
                        </a:lnTo>
                        <a:lnTo>
                          <a:pt x="874" y="751"/>
                        </a:lnTo>
                        <a:lnTo>
                          <a:pt x="874" y="754"/>
                        </a:lnTo>
                        <a:lnTo>
                          <a:pt x="876" y="753"/>
                        </a:lnTo>
                        <a:lnTo>
                          <a:pt x="881" y="757"/>
                        </a:lnTo>
                        <a:lnTo>
                          <a:pt x="883" y="755"/>
                        </a:lnTo>
                        <a:lnTo>
                          <a:pt x="883" y="758"/>
                        </a:lnTo>
                        <a:lnTo>
                          <a:pt x="887" y="755"/>
                        </a:lnTo>
                        <a:lnTo>
                          <a:pt x="890" y="757"/>
                        </a:lnTo>
                        <a:lnTo>
                          <a:pt x="890" y="762"/>
                        </a:lnTo>
                        <a:lnTo>
                          <a:pt x="891" y="765"/>
                        </a:lnTo>
                        <a:lnTo>
                          <a:pt x="894" y="762"/>
                        </a:lnTo>
                        <a:lnTo>
                          <a:pt x="895" y="758"/>
                        </a:lnTo>
                        <a:lnTo>
                          <a:pt x="897" y="758"/>
                        </a:lnTo>
                        <a:lnTo>
                          <a:pt x="898" y="762"/>
                        </a:lnTo>
                        <a:lnTo>
                          <a:pt x="897" y="768"/>
                        </a:lnTo>
                        <a:lnTo>
                          <a:pt x="893" y="768"/>
                        </a:lnTo>
                        <a:lnTo>
                          <a:pt x="890" y="772"/>
                        </a:lnTo>
                        <a:lnTo>
                          <a:pt x="891" y="780"/>
                        </a:lnTo>
                        <a:lnTo>
                          <a:pt x="890" y="781"/>
                        </a:lnTo>
                        <a:lnTo>
                          <a:pt x="889" y="778"/>
                        </a:lnTo>
                        <a:lnTo>
                          <a:pt x="889" y="780"/>
                        </a:lnTo>
                        <a:lnTo>
                          <a:pt x="887" y="784"/>
                        </a:lnTo>
                        <a:lnTo>
                          <a:pt x="881" y="783"/>
                        </a:lnTo>
                        <a:lnTo>
                          <a:pt x="874" y="781"/>
                        </a:lnTo>
                        <a:lnTo>
                          <a:pt x="881" y="784"/>
                        </a:lnTo>
                        <a:lnTo>
                          <a:pt x="886" y="785"/>
                        </a:lnTo>
                        <a:lnTo>
                          <a:pt x="890" y="788"/>
                        </a:lnTo>
                        <a:lnTo>
                          <a:pt x="889" y="793"/>
                        </a:lnTo>
                        <a:lnTo>
                          <a:pt x="886" y="797"/>
                        </a:lnTo>
                        <a:lnTo>
                          <a:pt x="886" y="799"/>
                        </a:lnTo>
                        <a:lnTo>
                          <a:pt x="883" y="803"/>
                        </a:lnTo>
                        <a:lnTo>
                          <a:pt x="885" y="803"/>
                        </a:lnTo>
                        <a:lnTo>
                          <a:pt x="887" y="808"/>
                        </a:lnTo>
                        <a:lnTo>
                          <a:pt x="890" y="810"/>
                        </a:lnTo>
                        <a:lnTo>
                          <a:pt x="889" y="810"/>
                        </a:lnTo>
                        <a:lnTo>
                          <a:pt x="883" y="807"/>
                        </a:lnTo>
                        <a:lnTo>
                          <a:pt x="887" y="812"/>
                        </a:lnTo>
                        <a:lnTo>
                          <a:pt x="890" y="814"/>
                        </a:lnTo>
                        <a:lnTo>
                          <a:pt x="890" y="814"/>
                        </a:lnTo>
                        <a:lnTo>
                          <a:pt x="890" y="811"/>
                        </a:lnTo>
                        <a:lnTo>
                          <a:pt x="891" y="811"/>
                        </a:lnTo>
                        <a:lnTo>
                          <a:pt x="895" y="814"/>
                        </a:lnTo>
                        <a:lnTo>
                          <a:pt x="897" y="817"/>
                        </a:lnTo>
                        <a:lnTo>
                          <a:pt x="895" y="819"/>
                        </a:lnTo>
                        <a:lnTo>
                          <a:pt x="895" y="823"/>
                        </a:lnTo>
                        <a:lnTo>
                          <a:pt x="893" y="827"/>
                        </a:lnTo>
                        <a:lnTo>
                          <a:pt x="893" y="830"/>
                        </a:lnTo>
                        <a:lnTo>
                          <a:pt x="890" y="833"/>
                        </a:lnTo>
                        <a:lnTo>
                          <a:pt x="893" y="831"/>
                        </a:lnTo>
                        <a:lnTo>
                          <a:pt x="897" y="825"/>
                        </a:lnTo>
                        <a:lnTo>
                          <a:pt x="901" y="821"/>
                        </a:lnTo>
                        <a:lnTo>
                          <a:pt x="901" y="821"/>
                        </a:lnTo>
                        <a:lnTo>
                          <a:pt x="901" y="823"/>
                        </a:lnTo>
                        <a:lnTo>
                          <a:pt x="901" y="829"/>
                        </a:lnTo>
                        <a:lnTo>
                          <a:pt x="901" y="830"/>
                        </a:lnTo>
                        <a:lnTo>
                          <a:pt x="901" y="833"/>
                        </a:lnTo>
                        <a:lnTo>
                          <a:pt x="900" y="836"/>
                        </a:lnTo>
                        <a:lnTo>
                          <a:pt x="902" y="831"/>
                        </a:lnTo>
                        <a:lnTo>
                          <a:pt x="904" y="829"/>
                        </a:lnTo>
                        <a:lnTo>
                          <a:pt x="906" y="826"/>
                        </a:lnTo>
                        <a:lnTo>
                          <a:pt x="909" y="826"/>
                        </a:lnTo>
                        <a:lnTo>
                          <a:pt x="912" y="823"/>
                        </a:lnTo>
                        <a:lnTo>
                          <a:pt x="913" y="825"/>
                        </a:lnTo>
                        <a:lnTo>
                          <a:pt x="913" y="826"/>
                        </a:lnTo>
                        <a:lnTo>
                          <a:pt x="914" y="823"/>
                        </a:lnTo>
                        <a:lnTo>
                          <a:pt x="917" y="823"/>
                        </a:lnTo>
                        <a:lnTo>
                          <a:pt x="917" y="821"/>
                        </a:lnTo>
                        <a:lnTo>
                          <a:pt x="920" y="818"/>
                        </a:lnTo>
                        <a:lnTo>
                          <a:pt x="924" y="815"/>
                        </a:lnTo>
                        <a:lnTo>
                          <a:pt x="925" y="817"/>
                        </a:lnTo>
                        <a:lnTo>
                          <a:pt x="927" y="821"/>
                        </a:lnTo>
                        <a:lnTo>
                          <a:pt x="925" y="825"/>
                        </a:lnTo>
                        <a:lnTo>
                          <a:pt x="928" y="821"/>
                        </a:lnTo>
                        <a:lnTo>
                          <a:pt x="928" y="817"/>
                        </a:lnTo>
                        <a:lnTo>
                          <a:pt x="928" y="815"/>
                        </a:lnTo>
                        <a:lnTo>
                          <a:pt x="928" y="814"/>
                        </a:lnTo>
                        <a:lnTo>
                          <a:pt x="929" y="811"/>
                        </a:lnTo>
                        <a:lnTo>
                          <a:pt x="932" y="811"/>
                        </a:lnTo>
                        <a:lnTo>
                          <a:pt x="934" y="807"/>
                        </a:lnTo>
                        <a:lnTo>
                          <a:pt x="935" y="806"/>
                        </a:lnTo>
                        <a:lnTo>
                          <a:pt x="938" y="803"/>
                        </a:lnTo>
                        <a:lnTo>
                          <a:pt x="938" y="802"/>
                        </a:lnTo>
                        <a:lnTo>
                          <a:pt x="939" y="802"/>
                        </a:lnTo>
                        <a:lnTo>
                          <a:pt x="942" y="804"/>
                        </a:lnTo>
                        <a:lnTo>
                          <a:pt x="942" y="802"/>
                        </a:lnTo>
                        <a:lnTo>
                          <a:pt x="940" y="800"/>
                        </a:lnTo>
                        <a:lnTo>
                          <a:pt x="938" y="800"/>
                        </a:lnTo>
                        <a:lnTo>
                          <a:pt x="938" y="799"/>
                        </a:lnTo>
                        <a:lnTo>
                          <a:pt x="940" y="793"/>
                        </a:lnTo>
                        <a:lnTo>
                          <a:pt x="942" y="793"/>
                        </a:lnTo>
                        <a:lnTo>
                          <a:pt x="943" y="795"/>
                        </a:lnTo>
                        <a:lnTo>
                          <a:pt x="943" y="792"/>
                        </a:lnTo>
                        <a:lnTo>
                          <a:pt x="944" y="791"/>
                        </a:lnTo>
                        <a:lnTo>
                          <a:pt x="944" y="789"/>
                        </a:lnTo>
                        <a:lnTo>
                          <a:pt x="948" y="785"/>
                        </a:lnTo>
                        <a:lnTo>
                          <a:pt x="950" y="783"/>
                        </a:lnTo>
                        <a:lnTo>
                          <a:pt x="948" y="781"/>
                        </a:lnTo>
                        <a:lnTo>
                          <a:pt x="951" y="778"/>
                        </a:lnTo>
                        <a:lnTo>
                          <a:pt x="954" y="777"/>
                        </a:lnTo>
                        <a:lnTo>
                          <a:pt x="955" y="778"/>
                        </a:lnTo>
                        <a:lnTo>
                          <a:pt x="953" y="780"/>
                        </a:lnTo>
                        <a:lnTo>
                          <a:pt x="955" y="778"/>
                        </a:lnTo>
                        <a:lnTo>
                          <a:pt x="957" y="780"/>
                        </a:lnTo>
                        <a:lnTo>
                          <a:pt x="954" y="781"/>
                        </a:lnTo>
                        <a:lnTo>
                          <a:pt x="954" y="784"/>
                        </a:lnTo>
                        <a:lnTo>
                          <a:pt x="957" y="785"/>
                        </a:lnTo>
                        <a:lnTo>
                          <a:pt x="954" y="787"/>
                        </a:lnTo>
                        <a:lnTo>
                          <a:pt x="953" y="787"/>
                        </a:lnTo>
                        <a:lnTo>
                          <a:pt x="953" y="788"/>
                        </a:lnTo>
                        <a:lnTo>
                          <a:pt x="954" y="788"/>
                        </a:lnTo>
                        <a:lnTo>
                          <a:pt x="957" y="788"/>
                        </a:lnTo>
                        <a:lnTo>
                          <a:pt x="955" y="791"/>
                        </a:lnTo>
                        <a:lnTo>
                          <a:pt x="955" y="792"/>
                        </a:lnTo>
                        <a:lnTo>
                          <a:pt x="957" y="792"/>
                        </a:lnTo>
                        <a:lnTo>
                          <a:pt x="957" y="795"/>
                        </a:lnTo>
                        <a:lnTo>
                          <a:pt x="955" y="796"/>
                        </a:lnTo>
                        <a:lnTo>
                          <a:pt x="955" y="799"/>
                        </a:lnTo>
                        <a:lnTo>
                          <a:pt x="958" y="800"/>
                        </a:lnTo>
                        <a:lnTo>
                          <a:pt x="958" y="804"/>
                        </a:lnTo>
                        <a:lnTo>
                          <a:pt x="958" y="806"/>
                        </a:lnTo>
                        <a:lnTo>
                          <a:pt x="957" y="804"/>
                        </a:lnTo>
                        <a:lnTo>
                          <a:pt x="954" y="806"/>
                        </a:lnTo>
                        <a:lnTo>
                          <a:pt x="957" y="807"/>
                        </a:lnTo>
                        <a:lnTo>
                          <a:pt x="957" y="808"/>
                        </a:lnTo>
                        <a:lnTo>
                          <a:pt x="958" y="808"/>
                        </a:lnTo>
                        <a:lnTo>
                          <a:pt x="959" y="807"/>
                        </a:lnTo>
                        <a:lnTo>
                          <a:pt x="959" y="808"/>
                        </a:lnTo>
                        <a:lnTo>
                          <a:pt x="962" y="810"/>
                        </a:lnTo>
                        <a:lnTo>
                          <a:pt x="959" y="814"/>
                        </a:lnTo>
                        <a:lnTo>
                          <a:pt x="957" y="814"/>
                        </a:lnTo>
                        <a:lnTo>
                          <a:pt x="954" y="814"/>
                        </a:lnTo>
                        <a:lnTo>
                          <a:pt x="953" y="815"/>
                        </a:lnTo>
                        <a:lnTo>
                          <a:pt x="955" y="817"/>
                        </a:lnTo>
                        <a:lnTo>
                          <a:pt x="962" y="815"/>
                        </a:lnTo>
                        <a:lnTo>
                          <a:pt x="963" y="815"/>
                        </a:lnTo>
                        <a:lnTo>
                          <a:pt x="963" y="818"/>
                        </a:lnTo>
                        <a:lnTo>
                          <a:pt x="961" y="821"/>
                        </a:lnTo>
                        <a:lnTo>
                          <a:pt x="962" y="822"/>
                        </a:lnTo>
                        <a:lnTo>
                          <a:pt x="965" y="821"/>
                        </a:lnTo>
                        <a:lnTo>
                          <a:pt x="965" y="823"/>
                        </a:lnTo>
                        <a:lnTo>
                          <a:pt x="962" y="826"/>
                        </a:lnTo>
                        <a:lnTo>
                          <a:pt x="958" y="826"/>
                        </a:lnTo>
                        <a:lnTo>
                          <a:pt x="957" y="825"/>
                        </a:lnTo>
                        <a:lnTo>
                          <a:pt x="955" y="827"/>
                        </a:lnTo>
                        <a:lnTo>
                          <a:pt x="955" y="829"/>
                        </a:lnTo>
                        <a:lnTo>
                          <a:pt x="954" y="831"/>
                        </a:lnTo>
                        <a:lnTo>
                          <a:pt x="958" y="830"/>
                        </a:lnTo>
                        <a:lnTo>
                          <a:pt x="963" y="830"/>
                        </a:lnTo>
                        <a:lnTo>
                          <a:pt x="966" y="829"/>
                        </a:lnTo>
                        <a:lnTo>
                          <a:pt x="966" y="829"/>
                        </a:lnTo>
                        <a:lnTo>
                          <a:pt x="965" y="831"/>
                        </a:lnTo>
                        <a:lnTo>
                          <a:pt x="965" y="833"/>
                        </a:lnTo>
                        <a:lnTo>
                          <a:pt x="962" y="834"/>
                        </a:lnTo>
                        <a:lnTo>
                          <a:pt x="959" y="834"/>
                        </a:lnTo>
                        <a:lnTo>
                          <a:pt x="955" y="838"/>
                        </a:lnTo>
                        <a:lnTo>
                          <a:pt x="961" y="837"/>
                        </a:lnTo>
                        <a:lnTo>
                          <a:pt x="963" y="837"/>
                        </a:lnTo>
                        <a:lnTo>
                          <a:pt x="965" y="836"/>
                        </a:lnTo>
                        <a:lnTo>
                          <a:pt x="967" y="837"/>
                        </a:lnTo>
                        <a:lnTo>
                          <a:pt x="967" y="840"/>
                        </a:lnTo>
                        <a:lnTo>
                          <a:pt x="966" y="840"/>
                        </a:lnTo>
                        <a:lnTo>
                          <a:pt x="963" y="841"/>
                        </a:lnTo>
                        <a:lnTo>
                          <a:pt x="962" y="844"/>
                        </a:lnTo>
                        <a:lnTo>
                          <a:pt x="963" y="842"/>
                        </a:lnTo>
                        <a:lnTo>
                          <a:pt x="966" y="844"/>
                        </a:lnTo>
                        <a:lnTo>
                          <a:pt x="967" y="841"/>
                        </a:lnTo>
                        <a:lnTo>
                          <a:pt x="970" y="844"/>
                        </a:lnTo>
                        <a:lnTo>
                          <a:pt x="972" y="849"/>
                        </a:lnTo>
                        <a:lnTo>
                          <a:pt x="969" y="850"/>
                        </a:lnTo>
                        <a:lnTo>
                          <a:pt x="967" y="850"/>
                        </a:lnTo>
                        <a:lnTo>
                          <a:pt x="966" y="852"/>
                        </a:lnTo>
                        <a:lnTo>
                          <a:pt x="963" y="852"/>
                        </a:lnTo>
                        <a:lnTo>
                          <a:pt x="965" y="853"/>
                        </a:lnTo>
                        <a:lnTo>
                          <a:pt x="967" y="853"/>
                        </a:lnTo>
                        <a:lnTo>
                          <a:pt x="967" y="853"/>
                        </a:lnTo>
                        <a:lnTo>
                          <a:pt x="972" y="853"/>
                        </a:lnTo>
                        <a:lnTo>
                          <a:pt x="973" y="855"/>
                        </a:lnTo>
                        <a:lnTo>
                          <a:pt x="972" y="857"/>
                        </a:lnTo>
                        <a:lnTo>
                          <a:pt x="970" y="859"/>
                        </a:lnTo>
                        <a:lnTo>
                          <a:pt x="972" y="860"/>
                        </a:lnTo>
                        <a:lnTo>
                          <a:pt x="974" y="859"/>
                        </a:lnTo>
                        <a:lnTo>
                          <a:pt x="977" y="861"/>
                        </a:lnTo>
                        <a:lnTo>
                          <a:pt x="976" y="864"/>
                        </a:lnTo>
                        <a:lnTo>
                          <a:pt x="974" y="865"/>
                        </a:lnTo>
                        <a:lnTo>
                          <a:pt x="970" y="868"/>
                        </a:lnTo>
                        <a:lnTo>
                          <a:pt x="969" y="867"/>
                        </a:lnTo>
                        <a:lnTo>
                          <a:pt x="967" y="868"/>
                        </a:lnTo>
                        <a:lnTo>
                          <a:pt x="970" y="869"/>
                        </a:lnTo>
                        <a:lnTo>
                          <a:pt x="970" y="871"/>
                        </a:lnTo>
                        <a:lnTo>
                          <a:pt x="967" y="872"/>
                        </a:lnTo>
                        <a:lnTo>
                          <a:pt x="963" y="869"/>
                        </a:lnTo>
                        <a:lnTo>
                          <a:pt x="959" y="869"/>
                        </a:lnTo>
                        <a:lnTo>
                          <a:pt x="963" y="872"/>
                        </a:lnTo>
                        <a:lnTo>
                          <a:pt x="963" y="874"/>
                        </a:lnTo>
                        <a:lnTo>
                          <a:pt x="966" y="876"/>
                        </a:lnTo>
                        <a:lnTo>
                          <a:pt x="967" y="879"/>
                        </a:lnTo>
                        <a:lnTo>
                          <a:pt x="967" y="880"/>
                        </a:lnTo>
                        <a:lnTo>
                          <a:pt x="965" y="880"/>
                        </a:lnTo>
                        <a:lnTo>
                          <a:pt x="963" y="882"/>
                        </a:lnTo>
                        <a:lnTo>
                          <a:pt x="959" y="882"/>
                        </a:lnTo>
                        <a:lnTo>
                          <a:pt x="965" y="883"/>
                        </a:lnTo>
                        <a:lnTo>
                          <a:pt x="966" y="883"/>
                        </a:lnTo>
                        <a:lnTo>
                          <a:pt x="966" y="882"/>
                        </a:lnTo>
                        <a:lnTo>
                          <a:pt x="970" y="880"/>
                        </a:lnTo>
                        <a:lnTo>
                          <a:pt x="972" y="882"/>
                        </a:lnTo>
                        <a:lnTo>
                          <a:pt x="972" y="883"/>
                        </a:lnTo>
                        <a:lnTo>
                          <a:pt x="973" y="884"/>
                        </a:lnTo>
                        <a:lnTo>
                          <a:pt x="972" y="886"/>
                        </a:lnTo>
                        <a:lnTo>
                          <a:pt x="973" y="886"/>
                        </a:lnTo>
                        <a:lnTo>
                          <a:pt x="974" y="887"/>
                        </a:lnTo>
                        <a:lnTo>
                          <a:pt x="973" y="889"/>
                        </a:lnTo>
                        <a:lnTo>
                          <a:pt x="974" y="890"/>
                        </a:lnTo>
                        <a:lnTo>
                          <a:pt x="977" y="889"/>
                        </a:lnTo>
                        <a:lnTo>
                          <a:pt x="977" y="889"/>
                        </a:lnTo>
                        <a:lnTo>
                          <a:pt x="980" y="889"/>
                        </a:lnTo>
                        <a:lnTo>
                          <a:pt x="980" y="893"/>
                        </a:lnTo>
                        <a:lnTo>
                          <a:pt x="978" y="894"/>
                        </a:lnTo>
                        <a:lnTo>
                          <a:pt x="978" y="895"/>
                        </a:lnTo>
                        <a:lnTo>
                          <a:pt x="980" y="895"/>
                        </a:lnTo>
                        <a:lnTo>
                          <a:pt x="982" y="891"/>
                        </a:lnTo>
                        <a:lnTo>
                          <a:pt x="982" y="893"/>
                        </a:lnTo>
                        <a:lnTo>
                          <a:pt x="982" y="894"/>
                        </a:lnTo>
                        <a:lnTo>
                          <a:pt x="984" y="897"/>
                        </a:lnTo>
                        <a:lnTo>
                          <a:pt x="981" y="898"/>
                        </a:lnTo>
                        <a:lnTo>
                          <a:pt x="977" y="903"/>
                        </a:lnTo>
                        <a:lnTo>
                          <a:pt x="974" y="906"/>
                        </a:lnTo>
                        <a:lnTo>
                          <a:pt x="972" y="905"/>
                        </a:lnTo>
                        <a:lnTo>
                          <a:pt x="974" y="906"/>
                        </a:lnTo>
                        <a:lnTo>
                          <a:pt x="976" y="906"/>
                        </a:lnTo>
                        <a:lnTo>
                          <a:pt x="981" y="901"/>
                        </a:lnTo>
                        <a:lnTo>
                          <a:pt x="984" y="901"/>
                        </a:lnTo>
                        <a:lnTo>
                          <a:pt x="984" y="902"/>
                        </a:lnTo>
                        <a:lnTo>
                          <a:pt x="981" y="905"/>
                        </a:lnTo>
                        <a:lnTo>
                          <a:pt x="980" y="908"/>
                        </a:lnTo>
                        <a:lnTo>
                          <a:pt x="981" y="908"/>
                        </a:lnTo>
                        <a:lnTo>
                          <a:pt x="984" y="903"/>
                        </a:lnTo>
                        <a:lnTo>
                          <a:pt x="987" y="901"/>
                        </a:lnTo>
                        <a:lnTo>
                          <a:pt x="989" y="901"/>
                        </a:lnTo>
                        <a:lnTo>
                          <a:pt x="989" y="902"/>
                        </a:lnTo>
                        <a:lnTo>
                          <a:pt x="988" y="903"/>
                        </a:lnTo>
                        <a:lnTo>
                          <a:pt x="987" y="905"/>
                        </a:lnTo>
                        <a:lnTo>
                          <a:pt x="988" y="905"/>
                        </a:lnTo>
                        <a:lnTo>
                          <a:pt x="991" y="903"/>
                        </a:lnTo>
                        <a:lnTo>
                          <a:pt x="992" y="905"/>
                        </a:lnTo>
                        <a:lnTo>
                          <a:pt x="988" y="908"/>
                        </a:lnTo>
                        <a:lnTo>
                          <a:pt x="987" y="910"/>
                        </a:lnTo>
                        <a:lnTo>
                          <a:pt x="988" y="910"/>
                        </a:lnTo>
                        <a:lnTo>
                          <a:pt x="991" y="909"/>
                        </a:lnTo>
                        <a:lnTo>
                          <a:pt x="996" y="903"/>
                        </a:lnTo>
                        <a:lnTo>
                          <a:pt x="996" y="903"/>
                        </a:lnTo>
                        <a:lnTo>
                          <a:pt x="995" y="905"/>
                        </a:lnTo>
                        <a:lnTo>
                          <a:pt x="995" y="906"/>
                        </a:lnTo>
                        <a:lnTo>
                          <a:pt x="999" y="903"/>
                        </a:lnTo>
                        <a:lnTo>
                          <a:pt x="999" y="905"/>
                        </a:lnTo>
                        <a:lnTo>
                          <a:pt x="999" y="910"/>
                        </a:lnTo>
                        <a:lnTo>
                          <a:pt x="996" y="910"/>
                        </a:lnTo>
                        <a:lnTo>
                          <a:pt x="997" y="912"/>
                        </a:lnTo>
                        <a:lnTo>
                          <a:pt x="1000" y="912"/>
                        </a:lnTo>
                        <a:lnTo>
                          <a:pt x="1003" y="914"/>
                        </a:lnTo>
                        <a:lnTo>
                          <a:pt x="1006" y="912"/>
                        </a:lnTo>
                        <a:lnTo>
                          <a:pt x="1010" y="910"/>
                        </a:lnTo>
                        <a:lnTo>
                          <a:pt x="1011" y="910"/>
                        </a:lnTo>
                        <a:lnTo>
                          <a:pt x="1010" y="913"/>
                        </a:lnTo>
                        <a:lnTo>
                          <a:pt x="1008" y="913"/>
                        </a:lnTo>
                        <a:lnTo>
                          <a:pt x="1007" y="914"/>
                        </a:lnTo>
                        <a:lnTo>
                          <a:pt x="1014" y="917"/>
                        </a:lnTo>
                        <a:lnTo>
                          <a:pt x="1016" y="918"/>
                        </a:lnTo>
                        <a:lnTo>
                          <a:pt x="1012" y="920"/>
                        </a:lnTo>
                        <a:lnTo>
                          <a:pt x="1012" y="921"/>
                        </a:lnTo>
                        <a:lnTo>
                          <a:pt x="1007" y="921"/>
                        </a:lnTo>
                        <a:lnTo>
                          <a:pt x="1006" y="921"/>
                        </a:lnTo>
                        <a:lnTo>
                          <a:pt x="1001" y="922"/>
                        </a:lnTo>
                        <a:lnTo>
                          <a:pt x="999" y="925"/>
                        </a:lnTo>
                        <a:lnTo>
                          <a:pt x="993" y="925"/>
                        </a:lnTo>
                        <a:lnTo>
                          <a:pt x="985" y="927"/>
                        </a:lnTo>
                        <a:lnTo>
                          <a:pt x="985" y="928"/>
                        </a:lnTo>
                        <a:lnTo>
                          <a:pt x="991" y="927"/>
                        </a:lnTo>
                        <a:lnTo>
                          <a:pt x="996" y="925"/>
                        </a:lnTo>
                        <a:lnTo>
                          <a:pt x="999" y="927"/>
                        </a:lnTo>
                        <a:lnTo>
                          <a:pt x="999" y="928"/>
                        </a:lnTo>
                        <a:lnTo>
                          <a:pt x="993" y="928"/>
                        </a:lnTo>
                        <a:lnTo>
                          <a:pt x="988" y="929"/>
                        </a:lnTo>
                        <a:lnTo>
                          <a:pt x="984" y="932"/>
                        </a:lnTo>
                        <a:lnTo>
                          <a:pt x="981" y="933"/>
                        </a:lnTo>
                        <a:lnTo>
                          <a:pt x="978" y="933"/>
                        </a:lnTo>
                        <a:lnTo>
                          <a:pt x="977" y="936"/>
                        </a:lnTo>
                        <a:lnTo>
                          <a:pt x="977" y="937"/>
                        </a:lnTo>
                        <a:lnTo>
                          <a:pt x="972" y="935"/>
                        </a:lnTo>
                        <a:lnTo>
                          <a:pt x="969" y="929"/>
                        </a:lnTo>
                        <a:lnTo>
                          <a:pt x="969" y="931"/>
                        </a:lnTo>
                        <a:lnTo>
                          <a:pt x="967" y="933"/>
                        </a:lnTo>
                        <a:lnTo>
                          <a:pt x="970" y="933"/>
                        </a:lnTo>
                        <a:lnTo>
                          <a:pt x="970" y="935"/>
                        </a:lnTo>
                        <a:lnTo>
                          <a:pt x="976" y="940"/>
                        </a:lnTo>
                        <a:lnTo>
                          <a:pt x="976" y="941"/>
                        </a:lnTo>
                        <a:lnTo>
                          <a:pt x="974" y="940"/>
                        </a:lnTo>
                        <a:lnTo>
                          <a:pt x="972" y="943"/>
                        </a:lnTo>
                        <a:lnTo>
                          <a:pt x="973" y="944"/>
                        </a:lnTo>
                        <a:lnTo>
                          <a:pt x="974" y="946"/>
                        </a:lnTo>
                        <a:lnTo>
                          <a:pt x="976" y="944"/>
                        </a:lnTo>
                        <a:lnTo>
                          <a:pt x="977" y="944"/>
                        </a:lnTo>
                        <a:lnTo>
                          <a:pt x="980" y="939"/>
                        </a:lnTo>
                        <a:lnTo>
                          <a:pt x="984" y="939"/>
                        </a:lnTo>
                        <a:lnTo>
                          <a:pt x="987" y="936"/>
                        </a:lnTo>
                        <a:lnTo>
                          <a:pt x="989" y="936"/>
                        </a:lnTo>
                        <a:lnTo>
                          <a:pt x="991" y="933"/>
                        </a:lnTo>
                        <a:lnTo>
                          <a:pt x="993" y="931"/>
                        </a:lnTo>
                        <a:lnTo>
                          <a:pt x="996" y="931"/>
                        </a:lnTo>
                        <a:lnTo>
                          <a:pt x="1000" y="928"/>
                        </a:lnTo>
                        <a:lnTo>
                          <a:pt x="1004" y="929"/>
                        </a:lnTo>
                        <a:lnTo>
                          <a:pt x="1007" y="928"/>
                        </a:lnTo>
                        <a:lnTo>
                          <a:pt x="1006" y="928"/>
                        </a:lnTo>
                        <a:lnTo>
                          <a:pt x="1003" y="928"/>
                        </a:lnTo>
                        <a:lnTo>
                          <a:pt x="1001" y="927"/>
                        </a:lnTo>
                        <a:lnTo>
                          <a:pt x="1004" y="927"/>
                        </a:lnTo>
                        <a:lnTo>
                          <a:pt x="1010" y="925"/>
                        </a:lnTo>
                        <a:lnTo>
                          <a:pt x="1015" y="927"/>
                        </a:lnTo>
                        <a:lnTo>
                          <a:pt x="1016" y="931"/>
                        </a:lnTo>
                        <a:lnTo>
                          <a:pt x="1016" y="933"/>
                        </a:lnTo>
                        <a:lnTo>
                          <a:pt x="1014" y="936"/>
                        </a:lnTo>
                        <a:lnTo>
                          <a:pt x="1011" y="936"/>
                        </a:lnTo>
                        <a:lnTo>
                          <a:pt x="1010" y="939"/>
                        </a:lnTo>
                        <a:lnTo>
                          <a:pt x="1014" y="939"/>
                        </a:lnTo>
                        <a:lnTo>
                          <a:pt x="1014" y="941"/>
                        </a:lnTo>
                        <a:lnTo>
                          <a:pt x="1015" y="940"/>
                        </a:lnTo>
                        <a:lnTo>
                          <a:pt x="1016" y="937"/>
                        </a:lnTo>
                        <a:lnTo>
                          <a:pt x="1020" y="935"/>
                        </a:lnTo>
                        <a:lnTo>
                          <a:pt x="1023" y="935"/>
                        </a:lnTo>
                        <a:lnTo>
                          <a:pt x="1025" y="936"/>
                        </a:lnTo>
                        <a:lnTo>
                          <a:pt x="1023" y="937"/>
                        </a:lnTo>
                        <a:lnTo>
                          <a:pt x="1023" y="939"/>
                        </a:lnTo>
                        <a:lnTo>
                          <a:pt x="1027" y="939"/>
                        </a:lnTo>
                        <a:lnTo>
                          <a:pt x="1030" y="940"/>
                        </a:lnTo>
                        <a:lnTo>
                          <a:pt x="1031" y="941"/>
                        </a:lnTo>
                        <a:lnTo>
                          <a:pt x="1029" y="940"/>
                        </a:lnTo>
                        <a:lnTo>
                          <a:pt x="1027" y="941"/>
                        </a:lnTo>
                        <a:lnTo>
                          <a:pt x="1027" y="944"/>
                        </a:lnTo>
                        <a:lnTo>
                          <a:pt x="1031" y="946"/>
                        </a:lnTo>
                        <a:lnTo>
                          <a:pt x="1033" y="947"/>
                        </a:lnTo>
                        <a:lnTo>
                          <a:pt x="1030" y="950"/>
                        </a:lnTo>
                        <a:lnTo>
                          <a:pt x="1027" y="948"/>
                        </a:lnTo>
                        <a:lnTo>
                          <a:pt x="1026" y="951"/>
                        </a:lnTo>
                        <a:lnTo>
                          <a:pt x="1030" y="952"/>
                        </a:lnTo>
                        <a:lnTo>
                          <a:pt x="1029" y="955"/>
                        </a:lnTo>
                        <a:lnTo>
                          <a:pt x="1027" y="955"/>
                        </a:lnTo>
                        <a:lnTo>
                          <a:pt x="1026" y="958"/>
                        </a:lnTo>
                        <a:lnTo>
                          <a:pt x="1023" y="959"/>
                        </a:lnTo>
                        <a:lnTo>
                          <a:pt x="1020" y="956"/>
                        </a:lnTo>
                        <a:lnTo>
                          <a:pt x="1022" y="959"/>
                        </a:lnTo>
                        <a:lnTo>
                          <a:pt x="1026" y="961"/>
                        </a:lnTo>
                        <a:lnTo>
                          <a:pt x="1029" y="961"/>
                        </a:lnTo>
                        <a:lnTo>
                          <a:pt x="1030" y="963"/>
                        </a:lnTo>
                        <a:lnTo>
                          <a:pt x="1027" y="963"/>
                        </a:lnTo>
                        <a:lnTo>
                          <a:pt x="1026" y="963"/>
                        </a:lnTo>
                        <a:lnTo>
                          <a:pt x="1025" y="963"/>
                        </a:lnTo>
                        <a:lnTo>
                          <a:pt x="1026" y="965"/>
                        </a:lnTo>
                        <a:lnTo>
                          <a:pt x="1029" y="965"/>
                        </a:lnTo>
                        <a:lnTo>
                          <a:pt x="1030" y="965"/>
                        </a:lnTo>
                        <a:lnTo>
                          <a:pt x="1029" y="967"/>
                        </a:lnTo>
                        <a:lnTo>
                          <a:pt x="1029" y="970"/>
                        </a:lnTo>
                        <a:lnTo>
                          <a:pt x="1026" y="970"/>
                        </a:lnTo>
                        <a:lnTo>
                          <a:pt x="1025" y="973"/>
                        </a:lnTo>
                        <a:lnTo>
                          <a:pt x="1022" y="975"/>
                        </a:lnTo>
                        <a:lnTo>
                          <a:pt x="1018" y="975"/>
                        </a:lnTo>
                        <a:lnTo>
                          <a:pt x="1015" y="978"/>
                        </a:lnTo>
                        <a:lnTo>
                          <a:pt x="1014" y="978"/>
                        </a:lnTo>
                        <a:lnTo>
                          <a:pt x="1012" y="981"/>
                        </a:lnTo>
                        <a:lnTo>
                          <a:pt x="1010" y="981"/>
                        </a:lnTo>
                        <a:lnTo>
                          <a:pt x="1010" y="982"/>
                        </a:lnTo>
                        <a:lnTo>
                          <a:pt x="1007" y="982"/>
                        </a:lnTo>
                        <a:lnTo>
                          <a:pt x="1006" y="981"/>
                        </a:lnTo>
                        <a:lnTo>
                          <a:pt x="1004" y="982"/>
                        </a:lnTo>
                        <a:lnTo>
                          <a:pt x="1001" y="982"/>
                        </a:lnTo>
                        <a:lnTo>
                          <a:pt x="1000" y="981"/>
                        </a:lnTo>
                        <a:lnTo>
                          <a:pt x="997" y="982"/>
                        </a:lnTo>
                        <a:lnTo>
                          <a:pt x="995" y="982"/>
                        </a:lnTo>
                        <a:lnTo>
                          <a:pt x="993" y="981"/>
                        </a:lnTo>
                        <a:lnTo>
                          <a:pt x="992" y="981"/>
                        </a:lnTo>
                        <a:lnTo>
                          <a:pt x="992" y="982"/>
                        </a:lnTo>
                        <a:lnTo>
                          <a:pt x="991" y="984"/>
                        </a:lnTo>
                        <a:lnTo>
                          <a:pt x="987" y="984"/>
                        </a:lnTo>
                        <a:lnTo>
                          <a:pt x="987" y="985"/>
                        </a:lnTo>
                        <a:lnTo>
                          <a:pt x="988" y="985"/>
                        </a:lnTo>
                        <a:lnTo>
                          <a:pt x="987" y="986"/>
                        </a:lnTo>
                        <a:lnTo>
                          <a:pt x="985" y="989"/>
                        </a:lnTo>
                        <a:lnTo>
                          <a:pt x="982" y="988"/>
                        </a:lnTo>
                        <a:lnTo>
                          <a:pt x="982" y="990"/>
                        </a:lnTo>
                        <a:lnTo>
                          <a:pt x="981" y="994"/>
                        </a:lnTo>
                        <a:lnTo>
                          <a:pt x="978" y="994"/>
                        </a:lnTo>
                        <a:lnTo>
                          <a:pt x="978" y="996"/>
                        </a:lnTo>
                        <a:lnTo>
                          <a:pt x="976" y="997"/>
                        </a:lnTo>
                        <a:lnTo>
                          <a:pt x="974" y="1000"/>
                        </a:lnTo>
                        <a:lnTo>
                          <a:pt x="973" y="999"/>
                        </a:lnTo>
                        <a:lnTo>
                          <a:pt x="970" y="1000"/>
                        </a:lnTo>
                        <a:lnTo>
                          <a:pt x="967" y="1000"/>
                        </a:lnTo>
                        <a:lnTo>
                          <a:pt x="967" y="1001"/>
                        </a:lnTo>
                        <a:lnTo>
                          <a:pt x="965" y="1003"/>
                        </a:lnTo>
                        <a:lnTo>
                          <a:pt x="963" y="1001"/>
                        </a:lnTo>
                        <a:lnTo>
                          <a:pt x="958" y="1001"/>
                        </a:lnTo>
                        <a:lnTo>
                          <a:pt x="957" y="1001"/>
                        </a:lnTo>
                        <a:lnTo>
                          <a:pt x="954" y="1001"/>
                        </a:lnTo>
                        <a:lnTo>
                          <a:pt x="953" y="1001"/>
                        </a:lnTo>
                        <a:lnTo>
                          <a:pt x="946" y="1004"/>
                        </a:lnTo>
                        <a:lnTo>
                          <a:pt x="943" y="1003"/>
                        </a:lnTo>
                        <a:lnTo>
                          <a:pt x="944" y="1001"/>
                        </a:lnTo>
                        <a:lnTo>
                          <a:pt x="942" y="1001"/>
                        </a:lnTo>
                        <a:lnTo>
                          <a:pt x="939" y="1003"/>
                        </a:lnTo>
                        <a:lnTo>
                          <a:pt x="938" y="1003"/>
                        </a:lnTo>
                        <a:lnTo>
                          <a:pt x="934" y="1000"/>
                        </a:lnTo>
                        <a:lnTo>
                          <a:pt x="932" y="1001"/>
                        </a:lnTo>
                        <a:lnTo>
                          <a:pt x="928" y="1000"/>
                        </a:lnTo>
                        <a:lnTo>
                          <a:pt x="927" y="999"/>
                        </a:lnTo>
                        <a:lnTo>
                          <a:pt x="925" y="999"/>
                        </a:lnTo>
                        <a:lnTo>
                          <a:pt x="923" y="1000"/>
                        </a:lnTo>
                        <a:lnTo>
                          <a:pt x="919" y="1000"/>
                        </a:lnTo>
                        <a:lnTo>
                          <a:pt x="916" y="997"/>
                        </a:lnTo>
                        <a:lnTo>
                          <a:pt x="913" y="999"/>
                        </a:lnTo>
                        <a:lnTo>
                          <a:pt x="910" y="1000"/>
                        </a:lnTo>
                        <a:lnTo>
                          <a:pt x="908" y="997"/>
                        </a:lnTo>
                        <a:lnTo>
                          <a:pt x="905" y="1000"/>
                        </a:lnTo>
                        <a:lnTo>
                          <a:pt x="904" y="999"/>
                        </a:lnTo>
                        <a:lnTo>
                          <a:pt x="901" y="999"/>
                        </a:lnTo>
                        <a:lnTo>
                          <a:pt x="897" y="997"/>
                        </a:lnTo>
                        <a:lnTo>
                          <a:pt x="891" y="999"/>
                        </a:lnTo>
                        <a:lnTo>
                          <a:pt x="887" y="997"/>
                        </a:lnTo>
                        <a:lnTo>
                          <a:pt x="886" y="994"/>
                        </a:lnTo>
                        <a:lnTo>
                          <a:pt x="883" y="996"/>
                        </a:lnTo>
                        <a:lnTo>
                          <a:pt x="882" y="997"/>
                        </a:lnTo>
                        <a:lnTo>
                          <a:pt x="883" y="999"/>
                        </a:lnTo>
                        <a:lnTo>
                          <a:pt x="882" y="1000"/>
                        </a:lnTo>
                        <a:lnTo>
                          <a:pt x="879" y="1000"/>
                        </a:lnTo>
                        <a:lnTo>
                          <a:pt x="874" y="1005"/>
                        </a:lnTo>
                        <a:lnTo>
                          <a:pt x="871" y="1007"/>
                        </a:lnTo>
                        <a:lnTo>
                          <a:pt x="871" y="1008"/>
                        </a:lnTo>
                        <a:lnTo>
                          <a:pt x="870" y="1011"/>
                        </a:lnTo>
                        <a:lnTo>
                          <a:pt x="870" y="1014"/>
                        </a:lnTo>
                        <a:lnTo>
                          <a:pt x="867" y="1016"/>
                        </a:lnTo>
                        <a:lnTo>
                          <a:pt x="863" y="1016"/>
                        </a:lnTo>
                        <a:lnTo>
                          <a:pt x="860" y="1018"/>
                        </a:lnTo>
                        <a:lnTo>
                          <a:pt x="856" y="1018"/>
                        </a:lnTo>
                        <a:lnTo>
                          <a:pt x="853" y="1020"/>
                        </a:lnTo>
                        <a:lnTo>
                          <a:pt x="852" y="1022"/>
                        </a:lnTo>
                        <a:lnTo>
                          <a:pt x="851" y="1020"/>
                        </a:lnTo>
                        <a:lnTo>
                          <a:pt x="848" y="1022"/>
                        </a:lnTo>
                        <a:lnTo>
                          <a:pt x="848" y="1024"/>
                        </a:lnTo>
                        <a:lnTo>
                          <a:pt x="845" y="1024"/>
                        </a:lnTo>
                        <a:lnTo>
                          <a:pt x="841" y="1027"/>
                        </a:lnTo>
                        <a:lnTo>
                          <a:pt x="841" y="1028"/>
                        </a:lnTo>
                        <a:lnTo>
                          <a:pt x="840" y="1028"/>
                        </a:lnTo>
                        <a:lnTo>
                          <a:pt x="836" y="1034"/>
                        </a:lnTo>
                        <a:lnTo>
                          <a:pt x="830" y="1037"/>
                        </a:lnTo>
                        <a:lnTo>
                          <a:pt x="829" y="1042"/>
                        </a:lnTo>
                        <a:lnTo>
                          <a:pt x="825" y="1043"/>
                        </a:lnTo>
                        <a:lnTo>
                          <a:pt x="822" y="1047"/>
                        </a:lnTo>
                        <a:lnTo>
                          <a:pt x="819" y="1047"/>
                        </a:lnTo>
                        <a:lnTo>
                          <a:pt x="818" y="1052"/>
                        </a:lnTo>
                        <a:lnTo>
                          <a:pt x="817" y="1054"/>
                        </a:lnTo>
                        <a:lnTo>
                          <a:pt x="810" y="1058"/>
                        </a:lnTo>
                        <a:lnTo>
                          <a:pt x="809" y="1061"/>
                        </a:lnTo>
                        <a:lnTo>
                          <a:pt x="802" y="1064"/>
                        </a:lnTo>
                        <a:lnTo>
                          <a:pt x="798" y="1065"/>
                        </a:lnTo>
                        <a:lnTo>
                          <a:pt x="800" y="1065"/>
                        </a:lnTo>
                        <a:lnTo>
                          <a:pt x="809" y="1062"/>
                        </a:lnTo>
                        <a:lnTo>
                          <a:pt x="814" y="1058"/>
                        </a:lnTo>
                        <a:lnTo>
                          <a:pt x="819" y="1056"/>
                        </a:lnTo>
                        <a:lnTo>
                          <a:pt x="823" y="1052"/>
                        </a:lnTo>
                        <a:lnTo>
                          <a:pt x="826" y="1047"/>
                        </a:lnTo>
                        <a:lnTo>
                          <a:pt x="829" y="1046"/>
                        </a:lnTo>
                        <a:lnTo>
                          <a:pt x="836" y="1039"/>
                        </a:lnTo>
                        <a:lnTo>
                          <a:pt x="845" y="1034"/>
                        </a:lnTo>
                        <a:lnTo>
                          <a:pt x="852" y="1028"/>
                        </a:lnTo>
                        <a:lnTo>
                          <a:pt x="856" y="1028"/>
                        </a:lnTo>
                        <a:lnTo>
                          <a:pt x="859" y="1027"/>
                        </a:lnTo>
                        <a:lnTo>
                          <a:pt x="867" y="1026"/>
                        </a:lnTo>
                        <a:lnTo>
                          <a:pt x="875" y="1022"/>
                        </a:lnTo>
                        <a:lnTo>
                          <a:pt x="879" y="1022"/>
                        </a:lnTo>
                        <a:lnTo>
                          <a:pt x="882" y="1020"/>
                        </a:lnTo>
                        <a:lnTo>
                          <a:pt x="891" y="1020"/>
                        </a:lnTo>
                        <a:lnTo>
                          <a:pt x="895" y="1023"/>
                        </a:lnTo>
                        <a:lnTo>
                          <a:pt x="902" y="1026"/>
                        </a:lnTo>
                        <a:lnTo>
                          <a:pt x="902" y="1027"/>
                        </a:lnTo>
                        <a:lnTo>
                          <a:pt x="897" y="1027"/>
                        </a:lnTo>
                        <a:lnTo>
                          <a:pt x="898" y="1027"/>
                        </a:lnTo>
                        <a:lnTo>
                          <a:pt x="897" y="1028"/>
                        </a:lnTo>
                        <a:lnTo>
                          <a:pt x="900" y="1028"/>
                        </a:lnTo>
                        <a:lnTo>
                          <a:pt x="902" y="1028"/>
                        </a:lnTo>
                        <a:lnTo>
                          <a:pt x="904" y="1031"/>
                        </a:lnTo>
                        <a:lnTo>
                          <a:pt x="902" y="1031"/>
                        </a:lnTo>
                        <a:lnTo>
                          <a:pt x="904" y="1033"/>
                        </a:lnTo>
                        <a:lnTo>
                          <a:pt x="901" y="1038"/>
                        </a:lnTo>
                        <a:lnTo>
                          <a:pt x="898" y="1038"/>
                        </a:lnTo>
                        <a:lnTo>
                          <a:pt x="895" y="1041"/>
                        </a:lnTo>
                        <a:lnTo>
                          <a:pt x="893" y="1041"/>
                        </a:lnTo>
                        <a:lnTo>
                          <a:pt x="889" y="1043"/>
                        </a:lnTo>
                        <a:lnTo>
                          <a:pt x="886" y="1043"/>
                        </a:lnTo>
                        <a:lnTo>
                          <a:pt x="883" y="1042"/>
                        </a:lnTo>
                        <a:lnTo>
                          <a:pt x="881" y="1041"/>
                        </a:lnTo>
                        <a:lnTo>
                          <a:pt x="879" y="1042"/>
                        </a:lnTo>
                        <a:lnTo>
                          <a:pt x="875" y="1042"/>
                        </a:lnTo>
                        <a:lnTo>
                          <a:pt x="872" y="1042"/>
                        </a:lnTo>
                        <a:lnTo>
                          <a:pt x="868" y="1043"/>
                        </a:lnTo>
                        <a:lnTo>
                          <a:pt x="872" y="1043"/>
                        </a:lnTo>
                        <a:lnTo>
                          <a:pt x="876" y="1043"/>
                        </a:lnTo>
                        <a:lnTo>
                          <a:pt x="882" y="1045"/>
                        </a:lnTo>
                        <a:lnTo>
                          <a:pt x="883" y="1047"/>
                        </a:lnTo>
                        <a:lnTo>
                          <a:pt x="885" y="1049"/>
                        </a:lnTo>
                        <a:lnTo>
                          <a:pt x="887" y="1047"/>
                        </a:lnTo>
                        <a:lnTo>
                          <a:pt x="890" y="1046"/>
                        </a:lnTo>
                        <a:lnTo>
                          <a:pt x="893" y="1046"/>
                        </a:lnTo>
                        <a:lnTo>
                          <a:pt x="894" y="1047"/>
                        </a:lnTo>
                        <a:lnTo>
                          <a:pt x="895" y="1047"/>
                        </a:lnTo>
                        <a:lnTo>
                          <a:pt x="897" y="1049"/>
                        </a:lnTo>
                        <a:lnTo>
                          <a:pt x="894" y="1052"/>
                        </a:lnTo>
                        <a:lnTo>
                          <a:pt x="890" y="1058"/>
                        </a:lnTo>
                        <a:lnTo>
                          <a:pt x="889" y="1058"/>
                        </a:lnTo>
                        <a:lnTo>
                          <a:pt x="886" y="1061"/>
                        </a:lnTo>
                        <a:lnTo>
                          <a:pt x="891" y="1061"/>
                        </a:lnTo>
                        <a:lnTo>
                          <a:pt x="891" y="1062"/>
                        </a:lnTo>
                        <a:lnTo>
                          <a:pt x="890" y="1064"/>
                        </a:lnTo>
                        <a:lnTo>
                          <a:pt x="891" y="1066"/>
                        </a:lnTo>
                        <a:lnTo>
                          <a:pt x="891" y="1069"/>
                        </a:lnTo>
                        <a:lnTo>
                          <a:pt x="891" y="1073"/>
                        </a:lnTo>
                        <a:lnTo>
                          <a:pt x="893" y="1073"/>
                        </a:lnTo>
                        <a:lnTo>
                          <a:pt x="894" y="1077"/>
                        </a:lnTo>
                        <a:lnTo>
                          <a:pt x="898" y="1077"/>
                        </a:lnTo>
                        <a:lnTo>
                          <a:pt x="898" y="1079"/>
                        </a:lnTo>
                        <a:lnTo>
                          <a:pt x="902" y="1079"/>
                        </a:lnTo>
                        <a:lnTo>
                          <a:pt x="902" y="1081"/>
                        </a:lnTo>
                        <a:lnTo>
                          <a:pt x="900" y="1081"/>
                        </a:lnTo>
                        <a:lnTo>
                          <a:pt x="902" y="1084"/>
                        </a:lnTo>
                        <a:lnTo>
                          <a:pt x="908" y="1084"/>
                        </a:lnTo>
                        <a:lnTo>
                          <a:pt x="910" y="1086"/>
                        </a:lnTo>
                        <a:lnTo>
                          <a:pt x="912" y="1086"/>
                        </a:lnTo>
                        <a:lnTo>
                          <a:pt x="914" y="1087"/>
                        </a:lnTo>
                        <a:lnTo>
                          <a:pt x="916" y="1088"/>
                        </a:lnTo>
                        <a:lnTo>
                          <a:pt x="921" y="1088"/>
                        </a:lnTo>
                        <a:lnTo>
                          <a:pt x="921" y="1087"/>
                        </a:lnTo>
                        <a:lnTo>
                          <a:pt x="925" y="1084"/>
                        </a:lnTo>
                        <a:lnTo>
                          <a:pt x="927" y="1087"/>
                        </a:lnTo>
                        <a:lnTo>
                          <a:pt x="925" y="1088"/>
                        </a:lnTo>
                        <a:lnTo>
                          <a:pt x="929" y="1088"/>
                        </a:lnTo>
                        <a:lnTo>
                          <a:pt x="934" y="1091"/>
                        </a:lnTo>
                        <a:lnTo>
                          <a:pt x="934" y="1092"/>
                        </a:lnTo>
                        <a:lnTo>
                          <a:pt x="932" y="1092"/>
                        </a:lnTo>
                        <a:lnTo>
                          <a:pt x="931" y="1094"/>
                        </a:lnTo>
                        <a:lnTo>
                          <a:pt x="934" y="1095"/>
                        </a:lnTo>
                        <a:lnTo>
                          <a:pt x="936" y="1095"/>
                        </a:lnTo>
                        <a:lnTo>
                          <a:pt x="938" y="1096"/>
                        </a:lnTo>
                        <a:lnTo>
                          <a:pt x="935" y="1098"/>
                        </a:lnTo>
                        <a:lnTo>
                          <a:pt x="934" y="1096"/>
                        </a:lnTo>
                        <a:lnTo>
                          <a:pt x="931" y="1096"/>
                        </a:lnTo>
                        <a:lnTo>
                          <a:pt x="927" y="1098"/>
                        </a:lnTo>
                        <a:lnTo>
                          <a:pt x="920" y="1102"/>
                        </a:lnTo>
                        <a:lnTo>
                          <a:pt x="917" y="1102"/>
                        </a:lnTo>
                        <a:lnTo>
                          <a:pt x="913" y="1103"/>
                        </a:lnTo>
                        <a:lnTo>
                          <a:pt x="908" y="1105"/>
                        </a:lnTo>
                        <a:lnTo>
                          <a:pt x="904" y="1106"/>
                        </a:lnTo>
                        <a:lnTo>
                          <a:pt x="901" y="1106"/>
                        </a:lnTo>
                        <a:lnTo>
                          <a:pt x="902" y="1107"/>
                        </a:lnTo>
                        <a:lnTo>
                          <a:pt x="898" y="1107"/>
                        </a:lnTo>
                        <a:lnTo>
                          <a:pt x="897" y="1105"/>
                        </a:lnTo>
                        <a:lnTo>
                          <a:pt x="895" y="1105"/>
                        </a:lnTo>
                        <a:lnTo>
                          <a:pt x="894" y="1106"/>
                        </a:lnTo>
                        <a:lnTo>
                          <a:pt x="893" y="1106"/>
                        </a:lnTo>
                        <a:lnTo>
                          <a:pt x="891" y="1109"/>
                        </a:lnTo>
                        <a:lnTo>
                          <a:pt x="891" y="1110"/>
                        </a:lnTo>
                        <a:lnTo>
                          <a:pt x="887" y="1114"/>
                        </a:lnTo>
                        <a:lnTo>
                          <a:pt x="883" y="1118"/>
                        </a:lnTo>
                        <a:lnTo>
                          <a:pt x="881" y="1119"/>
                        </a:lnTo>
                        <a:lnTo>
                          <a:pt x="878" y="1122"/>
                        </a:lnTo>
                        <a:lnTo>
                          <a:pt x="876" y="1122"/>
                        </a:lnTo>
                        <a:lnTo>
                          <a:pt x="875" y="1122"/>
                        </a:lnTo>
                        <a:lnTo>
                          <a:pt x="875" y="1125"/>
                        </a:lnTo>
                        <a:lnTo>
                          <a:pt x="874" y="1126"/>
                        </a:lnTo>
                        <a:lnTo>
                          <a:pt x="872" y="1125"/>
                        </a:lnTo>
                        <a:lnTo>
                          <a:pt x="871" y="1126"/>
                        </a:lnTo>
                        <a:lnTo>
                          <a:pt x="868" y="1124"/>
                        </a:lnTo>
                        <a:lnTo>
                          <a:pt x="868" y="1121"/>
                        </a:lnTo>
                        <a:lnTo>
                          <a:pt x="867" y="1119"/>
                        </a:lnTo>
                        <a:lnTo>
                          <a:pt x="866" y="1121"/>
                        </a:lnTo>
                        <a:lnTo>
                          <a:pt x="864" y="1118"/>
                        </a:lnTo>
                        <a:lnTo>
                          <a:pt x="864" y="1115"/>
                        </a:lnTo>
                        <a:lnTo>
                          <a:pt x="864" y="1113"/>
                        </a:lnTo>
                        <a:lnTo>
                          <a:pt x="866" y="1107"/>
                        </a:lnTo>
                        <a:lnTo>
                          <a:pt x="870" y="1105"/>
                        </a:lnTo>
                        <a:lnTo>
                          <a:pt x="870" y="1103"/>
                        </a:lnTo>
                        <a:lnTo>
                          <a:pt x="875" y="1099"/>
                        </a:lnTo>
                        <a:lnTo>
                          <a:pt x="882" y="1098"/>
                        </a:lnTo>
                        <a:lnTo>
                          <a:pt x="886" y="1095"/>
                        </a:lnTo>
                        <a:lnTo>
                          <a:pt x="890" y="1094"/>
                        </a:lnTo>
                        <a:lnTo>
                          <a:pt x="893" y="1095"/>
                        </a:lnTo>
                        <a:lnTo>
                          <a:pt x="893" y="1096"/>
                        </a:lnTo>
                        <a:lnTo>
                          <a:pt x="894" y="1098"/>
                        </a:lnTo>
                        <a:lnTo>
                          <a:pt x="894" y="1096"/>
                        </a:lnTo>
                        <a:lnTo>
                          <a:pt x="894" y="1095"/>
                        </a:lnTo>
                        <a:lnTo>
                          <a:pt x="897" y="1095"/>
                        </a:lnTo>
                        <a:lnTo>
                          <a:pt x="901" y="1094"/>
                        </a:lnTo>
                        <a:lnTo>
                          <a:pt x="905" y="1092"/>
                        </a:lnTo>
                        <a:lnTo>
                          <a:pt x="900" y="1094"/>
                        </a:lnTo>
                        <a:lnTo>
                          <a:pt x="894" y="1092"/>
                        </a:lnTo>
                        <a:lnTo>
                          <a:pt x="893" y="1091"/>
                        </a:lnTo>
                        <a:lnTo>
                          <a:pt x="890" y="1091"/>
                        </a:lnTo>
                        <a:lnTo>
                          <a:pt x="887" y="1094"/>
                        </a:lnTo>
                        <a:lnTo>
                          <a:pt x="885" y="1092"/>
                        </a:lnTo>
                        <a:lnTo>
                          <a:pt x="887" y="1090"/>
                        </a:lnTo>
                        <a:lnTo>
                          <a:pt x="890" y="1088"/>
                        </a:lnTo>
                        <a:lnTo>
                          <a:pt x="893" y="1086"/>
                        </a:lnTo>
                        <a:lnTo>
                          <a:pt x="893" y="1084"/>
                        </a:lnTo>
                        <a:lnTo>
                          <a:pt x="891" y="1086"/>
                        </a:lnTo>
                        <a:lnTo>
                          <a:pt x="891" y="1083"/>
                        </a:lnTo>
                        <a:lnTo>
                          <a:pt x="887" y="1087"/>
                        </a:lnTo>
                        <a:lnTo>
                          <a:pt x="886" y="1088"/>
                        </a:lnTo>
                        <a:lnTo>
                          <a:pt x="882" y="1091"/>
                        </a:lnTo>
                        <a:lnTo>
                          <a:pt x="879" y="1091"/>
                        </a:lnTo>
                        <a:lnTo>
                          <a:pt x="878" y="1094"/>
                        </a:lnTo>
                        <a:lnTo>
                          <a:pt x="871" y="1095"/>
                        </a:lnTo>
                        <a:lnTo>
                          <a:pt x="871" y="1094"/>
                        </a:lnTo>
                        <a:lnTo>
                          <a:pt x="871" y="1092"/>
                        </a:lnTo>
                        <a:lnTo>
                          <a:pt x="870" y="1092"/>
                        </a:lnTo>
                        <a:lnTo>
                          <a:pt x="872" y="1090"/>
                        </a:lnTo>
                        <a:lnTo>
                          <a:pt x="870" y="1092"/>
                        </a:lnTo>
                        <a:lnTo>
                          <a:pt x="868" y="1095"/>
                        </a:lnTo>
                        <a:lnTo>
                          <a:pt x="864" y="1096"/>
                        </a:lnTo>
                        <a:lnTo>
                          <a:pt x="863" y="1095"/>
                        </a:lnTo>
                        <a:lnTo>
                          <a:pt x="862" y="1096"/>
                        </a:lnTo>
                        <a:lnTo>
                          <a:pt x="859" y="1096"/>
                        </a:lnTo>
                        <a:lnTo>
                          <a:pt x="859" y="1094"/>
                        </a:lnTo>
                        <a:lnTo>
                          <a:pt x="856" y="1095"/>
                        </a:lnTo>
                        <a:lnTo>
                          <a:pt x="852" y="1094"/>
                        </a:lnTo>
                        <a:lnTo>
                          <a:pt x="851" y="1094"/>
                        </a:lnTo>
                        <a:lnTo>
                          <a:pt x="851" y="1092"/>
                        </a:lnTo>
                        <a:lnTo>
                          <a:pt x="852" y="1091"/>
                        </a:lnTo>
                        <a:lnTo>
                          <a:pt x="851" y="1090"/>
                        </a:lnTo>
                        <a:lnTo>
                          <a:pt x="852" y="1088"/>
                        </a:lnTo>
                        <a:lnTo>
                          <a:pt x="852" y="1087"/>
                        </a:lnTo>
                        <a:lnTo>
                          <a:pt x="851" y="1086"/>
                        </a:lnTo>
                        <a:lnTo>
                          <a:pt x="849" y="1083"/>
                        </a:lnTo>
                        <a:lnTo>
                          <a:pt x="848" y="1083"/>
                        </a:lnTo>
                        <a:lnTo>
                          <a:pt x="849" y="1081"/>
                        </a:lnTo>
                        <a:lnTo>
                          <a:pt x="852" y="1062"/>
                        </a:lnTo>
                        <a:lnTo>
                          <a:pt x="852" y="1058"/>
                        </a:lnTo>
                        <a:lnTo>
                          <a:pt x="847" y="1053"/>
                        </a:lnTo>
                        <a:lnTo>
                          <a:pt x="845" y="1054"/>
                        </a:lnTo>
                        <a:lnTo>
                          <a:pt x="841" y="1053"/>
                        </a:lnTo>
                        <a:lnTo>
                          <a:pt x="838" y="1054"/>
                        </a:lnTo>
                        <a:lnTo>
                          <a:pt x="836" y="1052"/>
                        </a:lnTo>
                        <a:lnTo>
                          <a:pt x="834" y="1052"/>
                        </a:lnTo>
                        <a:lnTo>
                          <a:pt x="833" y="1052"/>
                        </a:lnTo>
                        <a:lnTo>
                          <a:pt x="832" y="1053"/>
                        </a:lnTo>
                        <a:lnTo>
                          <a:pt x="830" y="1056"/>
                        </a:lnTo>
                        <a:lnTo>
                          <a:pt x="825" y="1061"/>
                        </a:lnTo>
                        <a:lnTo>
                          <a:pt x="822" y="1065"/>
                        </a:lnTo>
                        <a:lnTo>
                          <a:pt x="822" y="1066"/>
                        </a:lnTo>
                        <a:lnTo>
                          <a:pt x="819" y="1069"/>
                        </a:lnTo>
                        <a:lnTo>
                          <a:pt x="818" y="1072"/>
                        </a:lnTo>
                        <a:lnTo>
                          <a:pt x="817" y="1075"/>
                        </a:lnTo>
                        <a:lnTo>
                          <a:pt x="814" y="1080"/>
                        </a:lnTo>
                        <a:lnTo>
                          <a:pt x="811" y="1080"/>
                        </a:lnTo>
                        <a:lnTo>
                          <a:pt x="807" y="1086"/>
                        </a:lnTo>
                        <a:lnTo>
                          <a:pt x="807" y="1087"/>
                        </a:lnTo>
                        <a:lnTo>
                          <a:pt x="804" y="1088"/>
                        </a:lnTo>
                        <a:lnTo>
                          <a:pt x="802" y="1088"/>
                        </a:lnTo>
                        <a:lnTo>
                          <a:pt x="800" y="1088"/>
                        </a:lnTo>
                        <a:lnTo>
                          <a:pt x="799" y="1090"/>
                        </a:lnTo>
                        <a:lnTo>
                          <a:pt x="798" y="1090"/>
                        </a:lnTo>
                        <a:lnTo>
                          <a:pt x="795" y="1092"/>
                        </a:lnTo>
                        <a:lnTo>
                          <a:pt x="753" y="1091"/>
                        </a:lnTo>
                        <a:lnTo>
                          <a:pt x="749" y="1092"/>
                        </a:lnTo>
                        <a:lnTo>
                          <a:pt x="746" y="1095"/>
                        </a:lnTo>
                        <a:lnTo>
                          <a:pt x="742" y="1096"/>
                        </a:lnTo>
                        <a:lnTo>
                          <a:pt x="739" y="1099"/>
                        </a:lnTo>
                        <a:lnTo>
                          <a:pt x="734" y="1105"/>
                        </a:lnTo>
                        <a:lnTo>
                          <a:pt x="730" y="1105"/>
                        </a:lnTo>
                        <a:lnTo>
                          <a:pt x="727" y="1107"/>
                        </a:lnTo>
                        <a:lnTo>
                          <a:pt x="715" y="1115"/>
                        </a:lnTo>
                        <a:lnTo>
                          <a:pt x="688" y="1124"/>
                        </a:lnTo>
                        <a:lnTo>
                          <a:pt x="686" y="1130"/>
                        </a:lnTo>
                        <a:lnTo>
                          <a:pt x="681" y="1133"/>
                        </a:lnTo>
                        <a:lnTo>
                          <a:pt x="632" y="1147"/>
                        </a:lnTo>
                        <a:lnTo>
                          <a:pt x="629" y="1141"/>
                        </a:lnTo>
                        <a:lnTo>
                          <a:pt x="632" y="1138"/>
                        </a:lnTo>
                        <a:lnTo>
                          <a:pt x="637" y="1136"/>
                        </a:lnTo>
                        <a:lnTo>
                          <a:pt x="640" y="1133"/>
                        </a:lnTo>
                        <a:lnTo>
                          <a:pt x="641" y="1129"/>
                        </a:lnTo>
                        <a:lnTo>
                          <a:pt x="643" y="1126"/>
                        </a:lnTo>
                        <a:lnTo>
                          <a:pt x="644" y="1107"/>
                        </a:lnTo>
                        <a:lnTo>
                          <a:pt x="635" y="1064"/>
                        </a:lnTo>
                        <a:lnTo>
                          <a:pt x="626" y="1057"/>
                        </a:lnTo>
                        <a:lnTo>
                          <a:pt x="622" y="1052"/>
                        </a:lnTo>
                        <a:lnTo>
                          <a:pt x="565" y="1026"/>
                        </a:lnTo>
                        <a:lnTo>
                          <a:pt x="564" y="1024"/>
                        </a:lnTo>
                        <a:lnTo>
                          <a:pt x="560" y="1023"/>
                        </a:lnTo>
                        <a:lnTo>
                          <a:pt x="559" y="1022"/>
                        </a:lnTo>
                        <a:lnTo>
                          <a:pt x="552" y="1022"/>
                        </a:lnTo>
                        <a:lnTo>
                          <a:pt x="550" y="1019"/>
                        </a:lnTo>
                        <a:lnTo>
                          <a:pt x="549" y="1018"/>
                        </a:lnTo>
                        <a:lnTo>
                          <a:pt x="546" y="1019"/>
                        </a:lnTo>
                        <a:lnTo>
                          <a:pt x="542" y="1019"/>
                        </a:lnTo>
                        <a:lnTo>
                          <a:pt x="541" y="1018"/>
                        </a:lnTo>
                        <a:lnTo>
                          <a:pt x="538" y="1016"/>
                        </a:lnTo>
                        <a:lnTo>
                          <a:pt x="535" y="1015"/>
                        </a:lnTo>
                        <a:lnTo>
                          <a:pt x="530" y="1014"/>
                        </a:lnTo>
                        <a:lnTo>
                          <a:pt x="529" y="1011"/>
                        </a:lnTo>
                        <a:lnTo>
                          <a:pt x="527" y="1011"/>
                        </a:lnTo>
                        <a:lnTo>
                          <a:pt x="525" y="1008"/>
                        </a:lnTo>
                        <a:lnTo>
                          <a:pt x="522" y="1008"/>
                        </a:lnTo>
                        <a:lnTo>
                          <a:pt x="519" y="1007"/>
                        </a:lnTo>
                        <a:lnTo>
                          <a:pt x="516" y="1008"/>
                        </a:lnTo>
                        <a:lnTo>
                          <a:pt x="515" y="1008"/>
                        </a:lnTo>
                        <a:lnTo>
                          <a:pt x="514" y="1007"/>
                        </a:lnTo>
                        <a:lnTo>
                          <a:pt x="511" y="1005"/>
                        </a:lnTo>
                        <a:lnTo>
                          <a:pt x="511" y="1005"/>
                        </a:lnTo>
                        <a:lnTo>
                          <a:pt x="508" y="1004"/>
                        </a:lnTo>
                        <a:lnTo>
                          <a:pt x="507" y="1004"/>
                        </a:lnTo>
                        <a:lnTo>
                          <a:pt x="506" y="1001"/>
                        </a:lnTo>
                        <a:lnTo>
                          <a:pt x="506" y="1000"/>
                        </a:lnTo>
                        <a:lnTo>
                          <a:pt x="501" y="999"/>
                        </a:lnTo>
                        <a:lnTo>
                          <a:pt x="499" y="999"/>
                        </a:lnTo>
                        <a:lnTo>
                          <a:pt x="496" y="997"/>
                        </a:lnTo>
                        <a:lnTo>
                          <a:pt x="127" y="961"/>
                        </a:lnTo>
                        <a:close/>
                      </a:path>
                    </a:pathLst>
                  </a:custGeom>
                  <a:no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71" name="Freeform 977">
                    <a:extLst>
                      <a:ext uri="{FF2B5EF4-FFF2-40B4-BE49-F238E27FC236}">
                        <a16:creationId xmlns:a16="http://schemas.microsoft.com/office/drawing/2014/main" id="{0F521A50-694E-FA46-4EEA-034AC214CF63}"/>
                      </a:ext>
                    </a:extLst>
                  </p:cNvPr>
                  <p:cNvSpPr>
                    <a:spLocks noEditPoints="1"/>
                  </p:cNvSpPr>
                  <p:nvPr/>
                </p:nvSpPr>
                <p:spPr bwMode="auto">
                  <a:xfrm>
                    <a:off x="7110748" y="1637295"/>
                    <a:ext cx="697456" cy="484543"/>
                  </a:xfrm>
                  <a:custGeom>
                    <a:avLst/>
                    <a:gdLst/>
                    <a:ahLst/>
                    <a:cxnLst>
                      <a:cxn ang="0">
                        <a:pos x="669" y="465"/>
                      </a:cxn>
                      <a:cxn ang="0">
                        <a:pos x="750" y="93"/>
                      </a:cxn>
                      <a:cxn ang="0">
                        <a:pos x="702" y="72"/>
                      </a:cxn>
                      <a:cxn ang="0">
                        <a:pos x="665" y="31"/>
                      </a:cxn>
                      <a:cxn ang="0">
                        <a:pos x="630" y="22"/>
                      </a:cxn>
                      <a:cxn ang="0">
                        <a:pos x="597" y="6"/>
                      </a:cxn>
                      <a:cxn ang="0">
                        <a:pos x="500" y="55"/>
                      </a:cxn>
                      <a:cxn ang="0">
                        <a:pos x="467" y="151"/>
                      </a:cxn>
                      <a:cxn ang="0">
                        <a:pos x="464" y="163"/>
                      </a:cxn>
                      <a:cxn ang="0">
                        <a:pos x="413" y="148"/>
                      </a:cxn>
                      <a:cxn ang="0">
                        <a:pos x="375" y="181"/>
                      </a:cxn>
                      <a:cxn ang="0">
                        <a:pos x="429" y="208"/>
                      </a:cxn>
                      <a:cxn ang="0">
                        <a:pos x="387" y="256"/>
                      </a:cxn>
                      <a:cxn ang="0">
                        <a:pos x="311" y="298"/>
                      </a:cxn>
                      <a:cxn ang="0">
                        <a:pos x="324" y="324"/>
                      </a:cxn>
                      <a:cxn ang="0">
                        <a:pos x="339" y="347"/>
                      </a:cxn>
                      <a:cxn ang="0">
                        <a:pos x="339" y="393"/>
                      </a:cxn>
                      <a:cxn ang="0">
                        <a:pos x="384" y="404"/>
                      </a:cxn>
                      <a:cxn ang="0">
                        <a:pos x="316" y="464"/>
                      </a:cxn>
                      <a:cxn ang="0">
                        <a:pos x="254" y="503"/>
                      </a:cxn>
                      <a:cxn ang="0">
                        <a:pos x="292" y="493"/>
                      </a:cxn>
                      <a:cxn ang="0">
                        <a:pos x="341" y="472"/>
                      </a:cxn>
                      <a:cxn ang="0">
                        <a:pos x="388" y="439"/>
                      </a:cxn>
                      <a:cxn ang="0">
                        <a:pos x="426" y="406"/>
                      </a:cxn>
                      <a:cxn ang="0">
                        <a:pos x="477" y="367"/>
                      </a:cxn>
                      <a:cxn ang="0">
                        <a:pos x="463" y="394"/>
                      </a:cxn>
                      <a:cxn ang="0">
                        <a:pos x="486" y="405"/>
                      </a:cxn>
                      <a:cxn ang="0">
                        <a:pos x="519" y="374"/>
                      </a:cxn>
                      <a:cxn ang="0">
                        <a:pos x="542" y="385"/>
                      </a:cxn>
                      <a:cxn ang="0">
                        <a:pos x="577" y="412"/>
                      </a:cxn>
                      <a:cxn ang="0">
                        <a:pos x="612" y="444"/>
                      </a:cxn>
                      <a:cxn ang="0">
                        <a:pos x="634" y="462"/>
                      </a:cxn>
                      <a:cxn ang="0">
                        <a:pos x="661" y="450"/>
                      </a:cxn>
                      <a:cxn ang="0">
                        <a:pos x="664" y="514"/>
                      </a:cxn>
                      <a:cxn ang="0">
                        <a:pos x="674" y="552"/>
                      </a:cxn>
                      <a:cxn ang="0">
                        <a:pos x="648" y="574"/>
                      </a:cxn>
                      <a:cxn ang="0">
                        <a:pos x="667" y="569"/>
                      </a:cxn>
                      <a:cxn ang="0">
                        <a:pos x="637" y="549"/>
                      </a:cxn>
                      <a:cxn ang="0">
                        <a:pos x="659" y="568"/>
                      </a:cxn>
                      <a:cxn ang="0">
                        <a:pos x="650" y="550"/>
                      </a:cxn>
                      <a:cxn ang="0">
                        <a:pos x="661" y="533"/>
                      </a:cxn>
                      <a:cxn ang="0">
                        <a:pos x="652" y="526"/>
                      </a:cxn>
                      <a:cxn ang="0">
                        <a:pos x="635" y="534"/>
                      </a:cxn>
                      <a:cxn ang="0">
                        <a:pos x="649" y="504"/>
                      </a:cxn>
                      <a:cxn ang="0">
                        <a:pos x="642" y="493"/>
                      </a:cxn>
                      <a:cxn ang="0">
                        <a:pos x="213" y="306"/>
                      </a:cxn>
                      <a:cxn ang="0">
                        <a:pos x="368" y="248"/>
                      </a:cxn>
                      <a:cxn ang="0">
                        <a:pos x="534" y="396"/>
                      </a:cxn>
                      <a:cxn ang="0">
                        <a:pos x="509" y="401"/>
                      </a:cxn>
                      <a:cxn ang="0">
                        <a:pos x="278" y="218"/>
                      </a:cxn>
                      <a:cxn ang="0">
                        <a:pos x="294" y="347"/>
                      </a:cxn>
                      <a:cxn ang="0">
                        <a:pos x="433" y="428"/>
                      </a:cxn>
                      <a:cxn ang="0">
                        <a:pos x="410" y="449"/>
                      </a:cxn>
                      <a:cxn ang="0">
                        <a:pos x="421" y="458"/>
                      </a:cxn>
                      <a:cxn ang="0">
                        <a:pos x="380" y="480"/>
                      </a:cxn>
                      <a:cxn ang="0">
                        <a:pos x="303" y="506"/>
                      </a:cxn>
                      <a:cxn ang="0">
                        <a:pos x="252" y="514"/>
                      </a:cxn>
                      <a:cxn ang="0">
                        <a:pos x="42" y="555"/>
                      </a:cxn>
                      <a:cxn ang="0">
                        <a:pos x="104" y="552"/>
                      </a:cxn>
                      <a:cxn ang="0">
                        <a:pos x="172" y="533"/>
                      </a:cxn>
                      <a:cxn ang="0">
                        <a:pos x="187" y="534"/>
                      </a:cxn>
                      <a:cxn ang="0">
                        <a:pos x="213" y="518"/>
                      </a:cxn>
                      <a:cxn ang="0">
                        <a:pos x="248" y="497"/>
                      </a:cxn>
                    </a:cxnLst>
                    <a:rect l="0" t="0" r="r" b="b"/>
                    <a:pathLst>
                      <a:path w="765" h="583">
                        <a:moveTo>
                          <a:pt x="690" y="557"/>
                        </a:moveTo>
                        <a:lnTo>
                          <a:pt x="690" y="557"/>
                        </a:lnTo>
                        <a:lnTo>
                          <a:pt x="690" y="555"/>
                        </a:lnTo>
                        <a:lnTo>
                          <a:pt x="690" y="555"/>
                        </a:lnTo>
                        <a:lnTo>
                          <a:pt x="690" y="553"/>
                        </a:lnTo>
                        <a:lnTo>
                          <a:pt x="691" y="552"/>
                        </a:lnTo>
                        <a:lnTo>
                          <a:pt x="690" y="550"/>
                        </a:lnTo>
                        <a:lnTo>
                          <a:pt x="688" y="549"/>
                        </a:lnTo>
                        <a:lnTo>
                          <a:pt x="688" y="546"/>
                        </a:lnTo>
                        <a:lnTo>
                          <a:pt x="687" y="544"/>
                        </a:lnTo>
                        <a:lnTo>
                          <a:pt x="684" y="542"/>
                        </a:lnTo>
                        <a:lnTo>
                          <a:pt x="683" y="541"/>
                        </a:lnTo>
                        <a:lnTo>
                          <a:pt x="682" y="538"/>
                        </a:lnTo>
                        <a:lnTo>
                          <a:pt x="679" y="536"/>
                        </a:lnTo>
                        <a:lnTo>
                          <a:pt x="678" y="534"/>
                        </a:lnTo>
                        <a:lnTo>
                          <a:pt x="675" y="534"/>
                        </a:lnTo>
                        <a:lnTo>
                          <a:pt x="675" y="533"/>
                        </a:lnTo>
                        <a:lnTo>
                          <a:pt x="676" y="531"/>
                        </a:lnTo>
                        <a:lnTo>
                          <a:pt x="675" y="530"/>
                        </a:lnTo>
                        <a:lnTo>
                          <a:pt x="674" y="529"/>
                        </a:lnTo>
                        <a:lnTo>
                          <a:pt x="674" y="527"/>
                        </a:lnTo>
                        <a:lnTo>
                          <a:pt x="675" y="526"/>
                        </a:lnTo>
                        <a:lnTo>
                          <a:pt x="676" y="525"/>
                        </a:lnTo>
                        <a:lnTo>
                          <a:pt x="675" y="523"/>
                        </a:lnTo>
                        <a:lnTo>
                          <a:pt x="674" y="523"/>
                        </a:lnTo>
                        <a:lnTo>
                          <a:pt x="672" y="523"/>
                        </a:lnTo>
                        <a:lnTo>
                          <a:pt x="672" y="521"/>
                        </a:lnTo>
                        <a:lnTo>
                          <a:pt x="675" y="519"/>
                        </a:lnTo>
                        <a:lnTo>
                          <a:pt x="674" y="510"/>
                        </a:lnTo>
                        <a:lnTo>
                          <a:pt x="675" y="499"/>
                        </a:lnTo>
                        <a:lnTo>
                          <a:pt x="675" y="491"/>
                        </a:lnTo>
                        <a:lnTo>
                          <a:pt x="675" y="488"/>
                        </a:lnTo>
                        <a:lnTo>
                          <a:pt x="674" y="485"/>
                        </a:lnTo>
                        <a:lnTo>
                          <a:pt x="675" y="484"/>
                        </a:lnTo>
                        <a:lnTo>
                          <a:pt x="675" y="481"/>
                        </a:lnTo>
                        <a:lnTo>
                          <a:pt x="674" y="478"/>
                        </a:lnTo>
                        <a:lnTo>
                          <a:pt x="674" y="473"/>
                        </a:lnTo>
                        <a:lnTo>
                          <a:pt x="669" y="470"/>
                        </a:lnTo>
                        <a:lnTo>
                          <a:pt x="669" y="465"/>
                        </a:lnTo>
                        <a:lnTo>
                          <a:pt x="669" y="462"/>
                        </a:lnTo>
                        <a:lnTo>
                          <a:pt x="667" y="454"/>
                        </a:lnTo>
                        <a:lnTo>
                          <a:pt x="668" y="451"/>
                        </a:lnTo>
                        <a:lnTo>
                          <a:pt x="669" y="449"/>
                        </a:lnTo>
                        <a:lnTo>
                          <a:pt x="669" y="446"/>
                        </a:lnTo>
                        <a:lnTo>
                          <a:pt x="668" y="443"/>
                        </a:lnTo>
                        <a:lnTo>
                          <a:pt x="665" y="440"/>
                        </a:lnTo>
                        <a:lnTo>
                          <a:pt x="661" y="442"/>
                        </a:lnTo>
                        <a:lnTo>
                          <a:pt x="657" y="443"/>
                        </a:lnTo>
                        <a:lnTo>
                          <a:pt x="656" y="443"/>
                        </a:lnTo>
                        <a:lnTo>
                          <a:pt x="650" y="444"/>
                        </a:lnTo>
                        <a:lnTo>
                          <a:pt x="648" y="449"/>
                        </a:lnTo>
                        <a:lnTo>
                          <a:pt x="644" y="454"/>
                        </a:lnTo>
                        <a:lnTo>
                          <a:pt x="640" y="455"/>
                        </a:lnTo>
                        <a:lnTo>
                          <a:pt x="635" y="457"/>
                        </a:lnTo>
                        <a:lnTo>
                          <a:pt x="630" y="458"/>
                        </a:lnTo>
                        <a:lnTo>
                          <a:pt x="629" y="458"/>
                        </a:lnTo>
                        <a:lnTo>
                          <a:pt x="629" y="455"/>
                        </a:lnTo>
                        <a:lnTo>
                          <a:pt x="631" y="451"/>
                        </a:lnTo>
                        <a:lnTo>
                          <a:pt x="630" y="449"/>
                        </a:lnTo>
                        <a:lnTo>
                          <a:pt x="626" y="432"/>
                        </a:lnTo>
                        <a:lnTo>
                          <a:pt x="623" y="424"/>
                        </a:lnTo>
                        <a:lnTo>
                          <a:pt x="622" y="421"/>
                        </a:lnTo>
                        <a:lnTo>
                          <a:pt x="625" y="415"/>
                        </a:lnTo>
                        <a:lnTo>
                          <a:pt x="618" y="413"/>
                        </a:lnTo>
                        <a:lnTo>
                          <a:pt x="612" y="416"/>
                        </a:lnTo>
                        <a:lnTo>
                          <a:pt x="610" y="415"/>
                        </a:lnTo>
                        <a:lnTo>
                          <a:pt x="600" y="415"/>
                        </a:lnTo>
                        <a:lnTo>
                          <a:pt x="765" y="114"/>
                        </a:lnTo>
                        <a:lnTo>
                          <a:pt x="765" y="113"/>
                        </a:lnTo>
                        <a:lnTo>
                          <a:pt x="762" y="112"/>
                        </a:lnTo>
                        <a:lnTo>
                          <a:pt x="759" y="113"/>
                        </a:lnTo>
                        <a:lnTo>
                          <a:pt x="758" y="110"/>
                        </a:lnTo>
                        <a:lnTo>
                          <a:pt x="756" y="105"/>
                        </a:lnTo>
                        <a:lnTo>
                          <a:pt x="755" y="102"/>
                        </a:lnTo>
                        <a:lnTo>
                          <a:pt x="754" y="101"/>
                        </a:lnTo>
                        <a:lnTo>
                          <a:pt x="752" y="98"/>
                        </a:lnTo>
                        <a:lnTo>
                          <a:pt x="751" y="94"/>
                        </a:lnTo>
                        <a:lnTo>
                          <a:pt x="750" y="93"/>
                        </a:lnTo>
                        <a:lnTo>
                          <a:pt x="744" y="93"/>
                        </a:lnTo>
                        <a:lnTo>
                          <a:pt x="744" y="94"/>
                        </a:lnTo>
                        <a:lnTo>
                          <a:pt x="740" y="94"/>
                        </a:lnTo>
                        <a:lnTo>
                          <a:pt x="736" y="94"/>
                        </a:lnTo>
                        <a:lnTo>
                          <a:pt x="735" y="93"/>
                        </a:lnTo>
                        <a:lnTo>
                          <a:pt x="733" y="94"/>
                        </a:lnTo>
                        <a:lnTo>
                          <a:pt x="732" y="93"/>
                        </a:lnTo>
                        <a:lnTo>
                          <a:pt x="731" y="94"/>
                        </a:lnTo>
                        <a:lnTo>
                          <a:pt x="729" y="93"/>
                        </a:lnTo>
                        <a:lnTo>
                          <a:pt x="729" y="93"/>
                        </a:lnTo>
                        <a:lnTo>
                          <a:pt x="731" y="93"/>
                        </a:lnTo>
                        <a:lnTo>
                          <a:pt x="731" y="91"/>
                        </a:lnTo>
                        <a:lnTo>
                          <a:pt x="728" y="89"/>
                        </a:lnTo>
                        <a:lnTo>
                          <a:pt x="727" y="90"/>
                        </a:lnTo>
                        <a:lnTo>
                          <a:pt x="725" y="90"/>
                        </a:lnTo>
                        <a:lnTo>
                          <a:pt x="725" y="89"/>
                        </a:lnTo>
                        <a:lnTo>
                          <a:pt x="727" y="87"/>
                        </a:lnTo>
                        <a:lnTo>
                          <a:pt x="725" y="86"/>
                        </a:lnTo>
                        <a:lnTo>
                          <a:pt x="724" y="87"/>
                        </a:lnTo>
                        <a:lnTo>
                          <a:pt x="722" y="86"/>
                        </a:lnTo>
                        <a:lnTo>
                          <a:pt x="722" y="84"/>
                        </a:lnTo>
                        <a:lnTo>
                          <a:pt x="720" y="83"/>
                        </a:lnTo>
                        <a:lnTo>
                          <a:pt x="716" y="79"/>
                        </a:lnTo>
                        <a:lnTo>
                          <a:pt x="714" y="80"/>
                        </a:lnTo>
                        <a:lnTo>
                          <a:pt x="714" y="79"/>
                        </a:lnTo>
                        <a:lnTo>
                          <a:pt x="713" y="79"/>
                        </a:lnTo>
                        <a:lnTo>
                          <a:pt x="712" y="80"/>
                        </a:lnTo>
                        <a:lnTo>
                          <a:pt x="712" y="79"/>
                        </a:lnTo>
                        <a:lnTo>
                          <a:pt x="712" y="78"/>
                        </a:lnTo>
                        <a:lnTo>
                          <a:pt x="709" y="78"/>
                        </a:lnTo>
                        <a:lnTo>
                          <a:pt x="707" y="79"/>
                        </a:lnTo>
                        <a:lnTo>
                          <a:pt x="706" y="79"/>
                        </a:lnTo>
                        <a:lnTo>
                          <a:pt x="706" y="76"/>
                        </a:lnTo>
                        <a:lnTo>
                          <a:pt x="707" y="76"/>
                        </a:lnTo>
                        <a:lnTo>
                          <a:pt x="706" y="75"/>
                        </a:lnTo>
                        <a:lnTo>
                          <a:pt x="703" y="74"/>
                        </a:lnTo>
                        <a:lnTo>
                          <a:pt x="702" y="75"/>
                        </a:lnTo>
                        <a:lnTo>
                          <a:pt x="702" y="74"/>
                        </a:lnTo>
                        <a:lnTo>
                          <a:pt x="702" y="72"/>
                        </a:lnTo>
                        <a:lnTo>
                          <a:pt x="701" y="71"/>
                        </a:lnTo>
                        <a:lnTo>
                          <a:pt x="698" y="68"/>
                        </a:lnTo>
                        <a:lnTo>
                          <a:pt x="698" y="67"/>
                        </a:lnTo>
                        <a:lnTo>
                          <a:pt x="698" y="67"/>
                        </a:lnTo>
                        <a:lnTo>
                          <a:pt x="695" y="65"/>
                        </a:lnTo>
                        <a:lnTo>
                          <a:pt x="695" y="67"/>
                        </a:lnTo>
                        <a:lnTo>
                          <a:pt x="690" y="72"/>
                        </a:lnTo>
                        <a:lnTo>
                          <a:pt x="683" y="75"/>
                        </a:lnTo>
                        <a:lnTo>
                          <a:pt x="688" y="71"/>
                        </a:lnTo>
                        <a:lnTo>
                          <a:pt x="691" y="67"/>
                        </a:lnTo>
                        <a:lnTo>
                          <a:pt x="695" y="64"/>
                        </a:lnTo>
                        <a:lnTo>
                          <a:pt x="695" y="60"/>
                        </a:lnTo>
                        <a:lnTo>
                          <a:pt x="694" y="59"/>
                        </a:lnTo>
                        <a:lnTo>
                          <a:pt x="690" y="56"/>
                        </a:lnTo>
                        <a:lnTo>
                          <a:pt x="686" y="56"/>
                        </a:lnTo>
                        <a:lnTo>
                          <a:pt x="683" y="57"/>
                        </a:lnTo>
                        <a:lnTo>
                          <a:pt x="680" y="57"/>
                        </a:lnTo>
                        <a:lnTo>
                          <a:pt x="679" y="59"/>
                        </a:lnTo>
                        <a:lnTo>
                          <a:pt x="675" y="59"/>
                        </a:lnTo>
                        <a:lnTo>
                          <a:pt x="672" y="63"/>
                        </a:lnTo>
                        <a:lnTo>
                          <a:pt x="668" y="65"/>
                        </a:lnTo>
                        <a:lnTo>
                          <a:pt x="671" y="63"/>
                        </a:lnTo>
                        <a:lnTo>
                          <a:pt x="671" y="59"/>
                        </a:lnTo>
                        <a:lnTo>
                          <a:pt x="671" y="56"/>
                        </a:lnTo>
                        <a:lnTo>
                          <a:pt x="671" y="53"/>
                        </a:lnTo>
                        <a:lnTo>
                          <a:pt x="667" y="51"/>
                        </a:lnTo>
                        <a:lnTo>
                          <a:pt x="667" y="49"/>
                        </a:lnTo>
                        <a:lnTo>
                          <a:pt x="669" y="48"/>
                        </a:lnTo>
                        <a:lnTo>
                          <a:pt x="671" y="48"/>
                        </a:lnTo>
                        <a:lnTo>
                          <a:pt x="671" y="46"/>
                        </a:lnTo>
                        <a:lnTo>
                          <a:pt x="664" y="44"/>
                        </a:lnTo>
                        <a:lnTo>
                          <a:pt x="664" y="41"/>
                        </a:lnTo>
                        <a:lnTo>
                          <a:pt x="665" y="40"/>
                        </a:lnTo>
                        <a:lnTo>
                          <a:pt x="669" y="37"/>
                        </a:lnTo>
                        <a:lnTo>
                          <a:pt x="671" y="36"/>
                        </a:lnTo>
                        <a:lnTo>
                          <a:pt x="669" y="34"/>
                        </a:lnTo>
                        <a:lnTo>
                          <a:pt x="668" y="30"/>
                        </a:lnTo>
                        <a:lnTo>
                          <a:pt x="667" y="30"/>
                        </a:lnTo>
                        <a:lnTo>
                          <a:pt x="665" y="31"/>
                        </a:lnTo>
                        <a:lnTo>
                          <a:pt x="664" y="29"/>
                        </a:lnTo>
                        <a:lnTo>
                          <a:pt x="661" y="29"/>
                        </a:lnTo>
                        <a:lnTo>
                          <a:pt x="659" y="29"/>
                        </a:lnTo>
                        <a:lnTo>
                          <a:pt x="656" y="27"/>
                        </a:lnTo>
                        <a:lnTo>
                          <a:pt x="655" y="26"/>
                        </a:lnTo>
                        <a:lnTo>
                          <a:pt x="652" y="27"/>
                        </a:lnTo>
                        <a:lnTo>
                          <a:pt x="649" y="27"/>
                        </a:lnTo>
                        <a:lnTo>
                          <a:pt x="648" y="30"/>
                        </a:lnTo>
                        <a:lnTo>
                          <a:pt x="648" y="31"/>
                        </a:lnTo>
                        <a:lnTo>
                          <a:pt x="646" y="29"/>
                        </a:lnTo>
                        <a:lnTo>
                          <a:pt x="646" y="26"/>
                        </a:lnTo>
                        <a:lnTo>
                          <a:pt x="648" y="26"/>
                        </a:lnTo>
                        <a:lnTo>
                          <a:pt x="648" y="23"/>
                        </a:lnTo>
                        <a:lnTo>
                          <a:pt x="649" y="21"/>
                        </a:lnTo>
                        <a:lnTo>
                          <a:pt x="650" y="21"/>
                        </a:lnTo>
                        <a:lnTo>
                          <a:pt x="650" y="18"/>
                        </a:lnTo>
                        <a:lnTo>
                          <a:pt x="652" y="15"/>
                        </a:lnTo>
                        <a:lnTo>
                          <a:pt x="650" y="14"/>
                        </a:lnTo>
                        <a:lnTo>
                          <a:pt x="649" y="14"/>
                        </a:lnTo>
                        <a:lnTo>
                          <a:pt x="646" y="17"/>
                        </a:lnTo>
                        <a:lnTo>
                          <a:pt x="645" y="19"/>
                        </a:lnTo>
                        <a:lnTo>
                          <a:pt x="645" y="19"/>
                        </a:lnTo>
                        <a:lnTo>
                          <a:pt x="642" y="18"/>
                        </a:lnTo>
                        <a:lnTo>
                          <a:pt x="640" y="19"/>
                        </a:lnTo>
                        <a:lnTo>
                          <a:pt x="640" y="21"/>
                        </a:lnTo>
                        <a:lnTo>
                          <a:pt x="640" y="23"/>
                        </a:lnTo>
                        <a:lnTo>
                          <a:pt x="638" y="25"/>
                        </a:lnTo>
                        <a:lnTo>
                          <a:pt x="637" y="25"/>
                        </a:lnTo>
                        <a:lnTo>
                          <a:pt x="637" y="25"/>
                        </a:lnTo>
                        <a:lnTo>
                          <a:pt x="634" y="27"/>
                        </a:lnTo>
                        <a:lnTo>
                          <a:pt x="634" y="30"/>
                        </a:lnTo>
                        <a:lnTo>
                          <a:pt x="634" y="27"/>
                        </a:lnTo>
                        <a:lnTo>
                          <a:pt x="633" y="25"/>
                        </a:lnTo>
                        <a:lnTo>
                          <a:pt x="634" y="22"/>
                        </a:lnTo>
                        <a:lnTo>
                          <a:pt x="634" y="22"/>
                        </a:lnTo>
                        <a:lnTo>
                          <a:pt x="631" y="23"/>
                        </a:lnTo>
                        <a:lnTo>
                          <a:pt x="631" y="26"/>
                        </a:lnTo>
                        <a:lnTo>
                          <a:pt x="629" y="26"/>
                        </a:lnTo>
                        <a:lnTo>
                          <a:pt x="630" y="22"/>
                        </a:lnTo>
                        <a:lnTo>
                          <a:pt x="629" y="19"/>
                        </a:lnTo>
                        <a:lnTo>
                          <a:pt x="626" y="19"/>
                        </a:lnTo>
                        <a:lnTo>
                          <a:pt x="627" y="18"/>
                        </a:lnTo>
                        <a:lnTo>
                          <a:pt x="630" y="15"/>
                        </a:lnTo>
                        <a:lnTo>
                          <a:pt x="633" y="15"/>
                        </a:lnTo>
                        <a:lnTo>
                          <a:pt x="635" y="17"/>
                        </a:lnTo>
                        <a:lnTo>
                          <a:pt x="640" y="15"/>
                        </a:lnTo>
                        <a:lnTo>
                          <a:pt x="642" y="15"/>
                        </a:lnTo>
                        <a:lnTo>
                          <a:pt x="645" y="12"/>
                        </a:lnTo>
                        <a:lnTo>
                          <a:pt x="645" y="11"/>
                        </a:lnTo>
                        <a:lnTo>
                          <a:pt x="646" y="10"/>
                        </a:lnTo>
                        <a:lnTo>
                          <a:pt x="645" y="8"/>
                        </a:lnTo>
                        <a:lnTo>
                          <a:pt x="642" y="7"/>
                        </a:lnTo>
                        <a:lnTo>
                          <a:pt x="641" y="7"/>
                        </a:lnTo>
                        <a:lnTo>
                          <a:pt x="641" y="4"/>
                        </a:lnTo>
                        <a:lnTo>
                          <a:pt x="640" y="3"/>
                        </a:lnTo>
                        <a:lnTo>
                          <a:pt x="640" y="3"/>
                        </a:lnTo>
                        <a:lnTo>
                          <a:pt x="640" y="2"/>
                        </a:lnTo>
                        <a:lnTo>
                          <a:pt x="641" y="2"/>
                        </a:lnTo>
                        <a:lnTo>
                          <a:pt x="641" y="0"/>
                        </a:lnTo>
                        <a:lnTo>
                          <a:pt x="640" y="0"/>
                        </a:lnTo>
                        <a:lnTo>
                          <a:pt x="635" y="3"/>
                        </a:lnTo>
                        <a:lnTo>
                          <a:pt x="634" y="3"/>
                        </a:lnTo>
                        <a:lnTo>
                          <a:pt x="630" y="4"/>
                        </a:lnTo>
                        <a:lnTo>
                          <a:pt x="627" y="6"/>
                        </a:lnTo>
                        <a:lnTo>
                          <a:pt x="621" y="11"/>
                        </a:lnTo>
                        <a:lnTo>
                          <a:pt x="618" y="12"/>
                        </a:lnTo>
                        <a:lnTo>
                          <a:pt x="611" y="12"/>
                        </a:lnTo>
                        <a:lnTo>
                          <a:pt x="607" y="10"/>
                        </a:lnTo>
                        <a:lnTo>
                          <a:pt x="606" y="8"/>
                        </a:lnTo>
                        <a:lnTo>
                          <a:pt x="606" y="10"/>
                        </a:lnTo>
                        <a:lnTo>
                          <a:pt x="603" y="10"/>
                        </a:lnTo>
                        <a:lnTo>
                          <a:pt x="600" y="7"/>
                        </a:lnTo>
                        <a:lnTo>
                          <a:pt x="597" y="8"/>
                        </a:lnTo>
                        <a:lnTo>
                          <a:pt x="597" y="11"/>
                        </a:lnTo>
                        <a:lnTo>
                          <a:pt x="596" y="11"/>
                        </a:lnTo>
                        <a:lnTo>
                          <a:pt x="595" y="8"/>
                        </a:lnTo>
                        <a:lnTo>
                          <a:pt x="596" y="7"/>
                        </a:lnTo>
                        <a:lnTo>
                          <a:pt x="597" y="6"/>
                        </a:lnTo>
                        <a:lnTo>
                          <a:pt x="596" y="4"/>
                        </a:lnTo>
                        <a:lnTo>
                          <a:pt x="593" y="6"/>
                        </a:lnTo>
                        <a:lnTo>
                          <a:pt x="588" y="8"/>
                        </a:lnTo>
                        <a:lnTo>
                          <a:pt x="584" y="11"/>
                        </a:lnTo>
                        <a:lnTo>
                          <a:pt x="583" y="14"/>
                        </a:lnTo>
                        <a:lnTo>
                          <a:pt x="583" y="17"/>
                        </a:lnTo>
                        <a:lnTo>
                          <a:pt x="587" y="17"/>
                        </a:lnTo>
                        <a:lnTo>
                          <a:pt x="585" y="18"/>
                        </a:lnTo>
                        <a:lnTo>
                          <a:pt x="581" y="18"/>
                        </a:lnTo>
                        <a:lnTo>
                          <a:pt x="577" y="22"/>
                        </a:lnTo>
                        <a:lnTo>
                          <a:pt x="574" y="27"/>
                        </a:lnTo>
                        <a:lnTo>
                          <a:pt x="573" y="33"/>
                        </a:lnTo>
                        <a:lnTo>
                          <a:pt x="572" y="33"/>
                        </a:lnTo>
                        <a:lnTo>
                          <a:pt x="572" y="31"/>
                        </a:lnTo>
                        <a:lnTo>
                          <a:pt x="572" y="27"/>
                        </a:lnTo>
                        <a:lnTo>
                          <a:pt x="576" y="21"/>
                        </a:lnTo>
                        <a:lnTo>
                          <a:pt x="576" y="19"/>
                        </a:lnTo>
                        <a:lnTo>
                          <a:pt x="574" y="19"/>
                        </a:lnTo>
                        <a:lnTo>
                          <a:pt x="568" y="22"/>
                        </a:lnTo>
                        <a:lnTo>
                          <a:pt x="565" y="22"/>
                        </a:lnTo>
                        <a:lnTo>
                          <a:pt x="563" y="21"/>
                        </a:lnTo>
                        <a:lnTo>
                          <a:pt x="561" y="18"/>
                        </a:lnTo>
                        <a:lnTo>
                          <a:pt x="558" y="17"/>
                        </a:lnTo>
                        <a:lnTo>
                          <a:pt x="555" y="18"/>
                        </a:lnTo>
                        <a:lnTo>
                          <a:pt x="555" y="18"/>
                        </a:lnTo>
                        <a:lnTo>
                          <a:pt x="561" y="21"/>
                        </a:lnTo>
                        <a:lnTo>
                          <a:pt x="562" y="22"/>
                        </a:lnTo>
                        <a:lnTo>
                          <a:pt x="561" y="23"/>
                        </a:lnTo>
                        <a:lnTo>
                          <a:pt x="557" y="22"/>
                        </a:lnTo>
                        <a:lnTo>
                          <a:pt x="551" y="21"/>
                        </a:lnTo>
                        <a:lnTo>
                          <a:pt x="546" y="23"/>
                        </a:lnTo>
                        <a:lnTo>
                          <a:pt x="538" y="30"/>
                        </a:lnTo>
                        <a:lnTo>
                          <a:pt x="530" y="34"/>
                        </a:lnTo>
                        <a:lnTo>
                          <a:pt x="524" y="38"/>
                        </a:lnTo>
                        <a:lnTo>
                          <a:pt x="519" y="44"/>
                        </a:lnTo>
                        <a:lnTo>
                          <a:pt x="512" y="51"/>
                        </a:lnTo>
                        <a:lnTo>
                          <a:pt x="506" y="52"/>
                        </a:lnTo>
                        <a:lnTo>
                          <a:pt x="504" y="52"/>
                        </a:lnTo>
                        <a:lnTo>
                          <a:pt x="500" y="55"/>
                        </a:lnTo>
                        <a:lnTo>
                          <a:pt x="497" y="55"/>
                        </a:lnTo>
                        <a:lnTo>
                          <a:pt x="491" y="57"/>
                        </a:lnTo>
                        <a:lnTo>
                          <a:pt x="487" y="57"/>
                        </a:lnTo>
                        <a:lnTo>
                          <a:pt x="486" y="56"/>
                        </a:lnTo>
                        <a:lnTo>
                          <a:pt x="482" y="56"/>
                        </a:lnTo>
                        <a:lnTo>
                          <a:pt x="478" y="53"/>
                        </a:lnTo>
                        <a:lnTo>
                          <a:pt x="475" y="52"/>
                        </a:lnTo>
                        <a:lnTo>
                          <a:pt x="471" y="51"/>
                        </a:lnTo>
                        <a:lnTo>
                          <a:pt x="468" y="51"/>
                        </a:lnTo>
                        <a:lnTo>
                          <a:pt x="466" y="53"/>
                        </a:lnTo>
                        <a:lnTo>
                          <a:pt x="460" y="59"/>
                        </a:lnTo>
                        <a:lnTo>
                          <a:pt x="459" y="63"/>
                        </a:lnTo>
                        <a:lnTo>
                          <a:pt x="456" y="65"/>
                        </a:lnTo>
                        <a:lnTo>
                          <a:pt x="455" y="68"/>
                        </a:lnTo>
                        <a:lnTo>
                          <a:pt x="452" y="68"/>
                        </a:lnTo>
                        <a:lnTo>
                          <a:pt x="451" y="67"/>
                        </a:lnTo>
                        <a:lnTo>
                          <a:pt x="449" y="68"/>
                        </a:lnTo>
                        <a:lnTo>
                          <a:pt x="452" y="74"/>
                        </a:lnTo>
                        <a:lnTo>
                          <a:pt x="455" y="86"/>
                        </a:lnTo>
                        <a:lnTo>
                          <a:pt x="459" y="97"/>
                        </a:lnTo>
                        <a:lnTo>
                          <a:pt x="460" y="105"/>
                        </a:lnTo>
                        <a:lnTo>
                          <a:pt x="459" y="113"/>
                        </a:lnTo>
                        <a:lnTo>
                          <a:pt x="456" y="118"/>
                        </a:lnTo>
                        <a:lnTo>
                          <a:pt x="453" y="123"/>
                        </a:lnTo>
                        <a:lnTo>
                          <a:pt x="453" y="124"/>
                        </a:lnTo>
                        <a:lnTo>
                          <a:pt x="459" y="129"/>
                        </a:lnTo>
                        <a:lnTo>
                          <a:pt x="462" y="131"/>
                        </a:lnTo>
                        <a:lnTo>
                          <a:pt x="462" y="128"/>
                        </a:lnTo>
                        <a:lnTo>
                          <a:pt x="463" y="129"/>
                        </a:lnTo>
                        <a:lnTo>
                          <a:pt x="466" y="128"/>
                        </a:lnTo>
                        <a:lnTo>
                          <a:pt x="467" y="128"/>
                        </a:lnTo>
                        <a:lnTo>
                          <a:pt x="466" y="129"/>
                        </a:lnTo>
                        <a:lnTo>
                          <a:pt x="466" y="132"/>
                        </a:lnTo>
                        <a:lnTo>
                          <a:pt x="472" y="137"/>
                        </a:lnTo>
                        <a:lnTo>
                          <a:pt x="471" y="139"/>
                        </a:lnTo>
                        <a:lnTo>
                          <a:pt x="467" y="137"/>
                        </a:lnTo>
                        <a:lnTo>
                          <a:pt x="467" y="140"/>
                        </a:lnTo>
                        <a:lnTo>
                          <a:pt x="467" y="147"/>
                        </a:lnTo>
                        <a:lnTo>
                          <a:pt x="467" y="151"/>
                        </a:lnTo>
                        <a:lnTo>
                          <a:pt x="468" y="152"/>
                        </a:lnTo>
                        <a:lnTo>
                          <a:pt x="470" y="150"/>
                        </a:lnTo>
                        <a:lnTo>
                          <a:pt x="474" y="150"/>
                        </a:lnTo>
                        <a:lnTo>
                          <a:pt x="475" y="150"/>
                        </a:lnTo>
                        <a:lnTo>
                          <a:pt x="477" y="152"/>
                        </a:lnTo>
                        <a:lnTo>
                          <a:pt x="481" y="151"/>
                        </a:lnTo>
                        <a:lnTo>
                          <a:pt x="485" y="152"/>
                        </a:lnTo>
                        <a:lnTo>
                          <a:pt x="489" y="154"/>
                        </a:lnTo>
                        <a:lnTo>
                          <a:pt x="485" y="156"/>
                        </a:lnTo>
                        <a:lnTo>
                          <a:pt x="486" y="159"/>
                        </a:lnTo>
                        <a:lnTo>
                          <a:pt x="485" y="162"/>
                        </a:lnTo>
                        <a:lnTo>
                          <a:pt x="481" y="163"/>
                        </a:lnTo>
                        <a:lnTo>
                          <a:pt x="481" y="161"/>
                        </a:lnTo>
                        <a:lnTo>
                          <a:pt x="478" y="159"/>
                        </a:lnTo>
                        <a:lnTo>
                          <a:pt x="475" y="161"/>
                        </a:lnTo>
                        <a:lnTo>
                          <a:pt x="472" y="159"/>
                        </a:lnTo>
                        <a:lnTo>
                          <a:pt x="471" y="158"/>
                        </a:lnTo>
                        <a:lnTo>
                          <a:pt x="470" y="154"/>
                        </a:lnTo>
                        <a:lnTo>
                          <a:pt x="467" y="154"/>
                        </a:lnTo>
                        <a:lnTo>
                          <a:pt x="466" y="154"/>
                        </a:lnTo>
                        <a:lnTo>
                          <a:pt x="462" y="151"/>
                        </a:lnTo>
                        <a:lnTo>
                          <a:pt x="463" y="147"/>
                        </a:lnTo>
                        <a:lnTo>
                          <a:pt x="466" y="139"/>
                        </a:lnTo>
                        <a:lnTo>
                          <a:pt x="466" y="136"/>
                        </a:lnTo>
                        <a:lnTo>
                          <a:pt x="464" y="135"/>
                        </a:lnTo>
                        <a:lnTo>
                          <a:pt x="462" y="137"/>
                        </a:lnTo>
                        <a:lnTo>
                          <a:pt x="462" y="147"/>
                        </a:lnTo>
                        <a:lnTo>
                          <a:pt x="460" y="152"/>
                        </a:lnTo>
                        <a:lnTo>
                          <a:pt x="458" y="155"/>
                        </a:lnTo>
                        <a:lnTo>
                          <a:pt x="458" y="156"/>
                        </a:lnTo>
                        <a:lnTo>
                          <a:pt x="459" y="154"/>
                        </a:lnTo>
                        <a:lnTo>
                          <a:pt x="462" y="154"/>
                        </a:lnTo>
                        <a:lnTo>
                          <a:pt x="463" y="155"/>
                        </a:lnTo>
                        <a:lnTo>
                          <a:pt x="466" y="155"/>
                        </a:lnTo>
                        <a:lnTo>
                          <a:pt x="467" y="159"/>
                        </a:lnTo>
                        <a:lnTo>
                          <a:pt x="467" y="163"/>
                        </a:lnTo>
                        <a:lnTo>
                          <a:pt x="464" y="167"/>
                        </a:lnTo>
                        <a:lnTo>
                          <a:pt x="460" y="169"/>
                        </a:lnTo>
                        <a:lnTo>
                          <a:pt x="464" y="163"/>
                        </a:lnTo>
                        <a:lnTo>
                          <a:pt x="464" y="162"/>
                        </a:lnTo>
                        <a:lnTo>
                          <a:pt x="462" y="161"/>
                        </a:lnTo>
                        <a:lnTo>
                          <a:pt x="460" y="161"/>
                        </a:lnTo>
                        <a:lnTo>
                          <a:pt x="459" y="162"/>
                        </a:lnTo>
                        <a:lnTo>
                          <a:pt x="455" y="165"/>
                        </a:lnTo>
                        <a:lnTo>
                          <a:pt x="455" y="167"/>
                        </a:lnTo>
                        <a:lnTo>
                          <a:pt x="452" y="169"/>
                        </a:lnTo>
                        <a:lnTo>
                          <a:pt x="449" y="170"/>
                        </a:lnTo>
                        <a:lnTo>
                          <a:pt x="449" y="167"/>
                        </a:lnTo>
                        <a:lnTo>
                          <a:pt x="448" y="166"/>
                        </a:lnTo>
                        <a:lnTo>
                          <a:pt x="444" y="166"/>
                        </a:lnTo>
                        <a:lnTo>
                          <a:pt x="443" y="166"/>
                        </a:lnTo>
                        <a:lnTo>
                          <a:pt x="441" y="162"/>
                        </a:lnTo>
                        <a:lnTo>
                          <a:pt x="440" y="162"/>
                        </a:lnTo>
                        <a:lnTo>
                          <a:pt x="438" y="163"/>
                        </a:lnTo>
                        <a:lnTo>
                          <a:pt x="436" y="162"/>
                        </a:lnTo>
                        <a:lnTo>
                          <a:pt x="436" y="161"/>
                        </a:lnTo>
                        <a:lnTo>
                          <a:pt x="433" y="159"/>
                        </a:lnTo>
                        <a:lnTo>
                          <a:pt x="432" y="161"/>
                        </a:lnTo>
                        <a:lnTo>
                          <a:pt x="430" y="159"/>
                        </a:lnTo>
                        <a:lnTo>
                          <a:pt x="430" y="156"/>
                        </a:lnTo>
                        <a:lnTo>
                          <a:pt x="429" y="155"/>
                        </a:lnTo>
                        <a:lnTo>
                          <a:pt x="429" y="152"/>
                        </a:lnTo>
                        <a:lnTo>
                          <a:pt x="432" y="152"/>
                        </a:lnTo>
                        <a:lnTo>
                          <a:pt x="434" y="148"/>
                        </a:lnTo>
                        <a:lnTo>
                          <a:pt x="436" y="147"/>
                        </a:lnTo>
                        <a:lnTo>
                          <a:pt x="438" y="146"/>
                        </a:lnTo>
                        <a:lnTo>
                          <a:pt x="438" y="144"/>
                        </a:lnTo>
                        <a:lnTo>
                          <a:pt x="434" y="140"/>
                        </a:lnTo>
                        <a:lnTo>
                          <a:pt x="432" y="139"/>
                        </a:lnTo>
                        <a:lnTo>
                          <a:pt x="429" y="139"/>
                        </a:lnTo>
                        <a:lnTo>
                          <a:pt x="425" y="142"/>
                        </a:lnTo>
                        <a:lnTo>
                          <a:pt x="422" y="142"/>
                        </a:lnTo>
                        <a:lnTo>
                          <a:pt x="419" y="139"/>
                        </a:lnTo>
                        <a:lnTo>
                          <a:pt x="417" y="140"/>
                        </a:lnTo>
                        <a:lnTo>
                          <a:pt x="409" y="143"/>
                        </a:lnTo>
                        <a:lnTo>
                          <a:pt x="409" y="144"/>
                        </a:lnTo>
                        <a:lnTo>
                          <a:pt x="410" y="146"/>
                        </a:lnTo>
                        <a:lnTo>
                          <a:pt x="413" y="148"/>
                        </a:lnTo>
                        <a:lnTo>
                          <a:pt x="413" y="150"/>
                        </a:lnTo>
                        <a:lnTo>
                          <a:pt x="410" y="150"/>
                        </a:lnTo>
                        <a:lnTo>
                          <a:pt x="407" y="150"/>
                        </a:lnTo>
                        <a:lnTo>
                          <a:pt x="406" y="148"/>
                        </a:lnTo>
                        <a:lnTo>
                          <a:pt x="403" y="147"/>
                        </a:lnTo>
                        <a:lnTo>
                          <a:pt x="399" y="146"/>
                        </a:lnTo>
                        <a:lnTo>
                          <a:pt x="394" y="147"/>
                        </a:lnTo>
                        <a:lnTo>
                          <a:pt x="391" y="148"/>
                        </a:lnTo>
                        <a:lnTo>
                          <a:pt x="391" y="150"/>
                        </a:lnTo>
                        <a:lnTo>
                          <a:pt x="388" y="150"/>
                        </a:lnTo>
                        <a:lnTo>
                          <a:pt x="388" y="150"/>
                        </a:lnTo>
                        <a:lnTo>
                          <a:pt x="386" y="150"/>
                        </a:lnTo>
                        <a:lnTo>
                          <a:pt x="381" y="151"/>
                        </a:lnTo>
                        <a:lnTo>
                          <a:pt x="381" y="152"/>
                        </a:lnTo>
                        <a:lnTo>
                          <a:pt x="379" y="154"/>
                        </a:lnTo>
                        <a:lnTo>
                          <a:pt x="375" y="155"/>
                        </a:lnTo>
                        <a:lnTo>
                          <a:pt x="372" y="158"/>
                        </a:lnTo>
                        <a:lnTo>
                          <a:pt x="371" y="158"/>
                        </a:lnTo>
                        <a:lnTo>
                          <a:pt x="371" y="156"/>
                        </a:lnTo>
                        <a:lnTo>
                          <a:pt x="372" y="155"/>
                        </a:lnTo>
                        <a:lnTo>
                          <a:pt x="369" y="156"/>
                        </a:lnTo>
                        <a:lnTo>
                          <a:pt x="366" y="159"/>
                        </a:lnTo>
                        <a:lnTo>
                          <a:pt x="366" y="161"/>
                        </a:lnTo>
                        <a:lnTo>
                          <a:pt x="371" y="166"/>
                        </a:lnTo>
                        <a:lnTo>
                          <a:pt x="375" y="171"/>
                        </a:lnTo>
                        <a:lnTo>
                          <a:pt x="379" y="173"/>
                        </a:lnTo>
                        <a:lnTo>
                          <a:pt x="381" y="177"/>
                        </a:lnTo>
                        <a:lnTo>
                          <a:pt x="384" y="178"/>
                        </a:lnTo>
                        <a:lnTo>
                          <a:pt x="386" y="181"/>
                        </a:lnTo>
                        <a:lnTo>
                          <a:pt x="388" y="182"/>
                        </a:lnTo>
                        <a:lnTo>
                          <a:pt x="392" y="184"/>
                        </a:lnTo>
                        <a:lnTo>
                          <a:pt x="391" y="185"/>
                        </a:lnTo>
                        <a:lnTo>
                          <a:pt x="387" y="185"/>
                        </a:lnTo>
                        <a:lnTo>
                          <a:pt x="386" y="182"/>
                        </a:lnTo>
                        <a:lnTo>
                          <a:pt x="383" y="180"/>
                        </a:lnTo>
                        <a:lnTo>
                          <a:pt x="380" y="178"/>
                        </a:lnTo>
                        <a:lnTo>
                          <a:pt x="379" y="178"/>
                        </a:lnTo>
                        <a:lnTo>
                          <a:pt x="376" y="181"/>
                        </a:lnTo>
                        <a:lnTo>
                          <a:pt x="375" y="181"/>
                        </a:lnTo>
                        <a:lnTo>
                          <a:pt x="372" y="178"/>
                        </a:lnTo>
                        <a:lnTo>
                          <a:pt x="375" y="175"/>
                        </a:lnTo>
                        <a:lnTo>
                          <a:pt x="375" y="175"/>
                        </a:lnTo>
                        <a:lnTo>
                          <a:pt x="372" y="175"/>
                        </a:lnTo>
                        <a:lnTo>
                          <a:pt x="371" y="178"/>
                        </a:lnTo>
                        <a:lnTo>
                          <a:pt x="371" y="184"/>
                        </a:lnTo>
                        <a:lnTo>
                          <a:pt x="372" y="185"/>
                        </a:lnTo>
                        <a:lnTo>
                          <a:pt x="372" y="188"/>
                        </a:lnTo>
                        <a:lnTo>
                          <a:pt x="369" y="190"/>
                        </a:lnTo>
                        <a:lnTo>
                          <a:pt x="366" y="193"/>
                        </a:lnTo>
                        <a:lnTo>
                          <a:pt x="366" y="197"/>
                        </a:lnTo>
                        <a:lnTo>
                          <a:pt x="366" y="201"/>
                        </a:lnTo>
                        <a:lnTo>
                          <a:pt x="371" y="207"/>
                        </a:lnTo>
                        <a:lnTo>
                          <a:pt x="376" y="208"/>
                        </a:lnTo>
                        <a:lnTo>
                          <a:pt x="379" y="212"/>
                        </a:lnTo>
                        <a:lnTo>
                          <a:pt x="381" y="212"/>
                        </a:lnTo>
                        <a:lnTo>
                          <a:pt x="384" y="209"/>
                        </a:lnTo>
                        <a:lnTo>
                          <a:pt x="388" y="208"/>
                        </a:lnTo>
                        <a:lnTo>
                          <a:pt x="392" y="209"/>
                        </a:lnTo>
                        <a:lnTo>
                          <a:pt x="398" y="211"/>
                        </a:lnTo>
                        <a:lnTo>
                          <a:pt x="400" y="212"/>
                        </a:lnTo>
                        <a:lnTo>
                          <a:pt x="402" y="216"/>
                        </a:lnTo>
                        <a:lnTo>
                          <a:pt x="403" y="216"/>
                        </a:lnTo>
                        <a:lnTo>
                          <a:pt x="405" y="215"/>
                        </a:lnTo>
                        <a:lnTo>
                          <a:pt x="405" y="211"/>
                        </a:lnTo>
                        <a:lnTo>
                          <a:pt x="405" y="211"/>
                        </a:lnTo>
                        <a:lnTo>
                          <a:pt x="407" y="211"/>
                        </a:lnTo>
                        <a:lnTo>
                          <a:pt x="407" y="212"/>
                        </a:lnTo>
                        <a:lnTo>
                          <a:pt x="405" y="216"/>
                        </a:lnTo>
                        <a:lnTo>
                          <a:pt x="405" y="219"/>
                        </a:lnTo>
                        <a:lnTo>
                          <a:pt x="406" y="219"/>
                        </a:lnTo>
                        <a:lnTo>
                          <a:pt x="410" y="216"/>
                        </a:lnTo>
                        <a:lnTo>
                          <a:pt x="411" y="215"/>
                        </a:lnTo>
                        <a:lnTo>
                          <a:pt x="415" y="214"/>
                        </a:lnTo>
                        <a:lnTo>
                          <a:pt x="421" y="209"/>
                        </a:lnTo>
                        <a:lnTo>
                          <a:pt x="425" y="209"/>
                        </a:lnTo>
                        <a:lnTo>
                          <a:pt x="428" y="207"/>
                        </a:lnTo>
                        <a:lnTo>
                          <a:pt x="429" y="207"/>
                        </a:lnTo>
                        <a:lnTo>
                          <a:pt x="429" y="208"/>
                        </a:lnTo>
                        <a:lnTo>
                          <a:pt x="430" y="208"/>
                        </a:lnTo>
                        <a:lnTo>
                          <a:pt x="436" y="205"/>
                        </a:lnTo>
                        <a:lnTo>
                          <a:pt x="438" y="205"/>
                        </a:lnTo>
                        <a:lnTo>
                          <a:pt x="440" y="204"/>
                        </a:lnTo>
                        <a:lnTo>
                          <a:pt x="440" y="207"/>
                        </a:lnTo>
                        <a:lnTo>
                          <a:pt x="436" y="208"/>
                        </a:lnTo>
                        <a:lnTo>
                          <a:pt x="436" y="209"/>
                        </a:lnTo>
                        <a:lnTo>
                          <a:pt x="437" y="211"/>
                        </a:lnTo>
                        <a:lnTo>
                          <a:pt x="436" y="215"/>
                        </a:lnTo>
                        <a:lnTo>
                          <a:pt x="432" y="216"/>
                        </a:lnTo>
                        <a:lnTo>
                          <a:pt x="430" y="215"/>
                        </a:lnTo>
                        <a:lnTo>
                          <a:pt x="428" y="215"/>
                        </a:lnTo>
                        <a:lnTo>
                          <a:pt x="424" y="218"/>
                        </a:lnTo>
                        <a:lnTo>
                          <a:pt x="425" y="218"/>
                        </a:lnTo>
                        <a:lnTo>
                          <a:pt x="428" y="219"/>
                        </a:lnTo>
                        <a:lnTo>
                          <a:pt x="429" y="220"/>
                        </a:lnTo>
                        <a:lnTo>
                          <a:pt x="429" y="224"/>
                        </a:lnTo>
                        <a:lnTo>
                          <a:pt x="425" y="230"/>
                        </a:lnTo>
                        <a:lnTo>
                          <a:pt x="424" y="233"/>
                        </a:lnTo>
                        <a:lnTo>
                          <a:pt x="422" y="235"/>
                        </a:lnTo>
                        <a:lnTo>
                          <a:pt x="422" y="237"/>
                        </a:lnTo>
                        <a:lnTo>
                          <a:pt x="422" y="238"/>
                        </a:lnTo>
                        <a:lnTo>
                          <a:pt x="422" y="241"/>
                        </a:lnTo>
                        <a:lnTo>
                          <a:pt x="422" y="243"/>
                        </a:lnTo>
                        <a:lnTo>
                          <a:pt x="419" y="246"/>
                        </a:lnTo>
                        <a:lnTo>
                          <a:pt x="417" y="248"/>
                        </a:lnTo>
                        <a:lnTo>
                          <a:pt x="414" y="248"/>
                        </a:lnTo>
                        <a:lnTo>
                          <a:pt x="413" y="249"/>
                        </a:lnTo>
                        <a:lnTo>
                          <a:pt x="410" y="252"/>
                        </a:lnTo>
                        <a:lnTo>
                          <a:pt x="407" y="252"/>
                        </a:lnTo>
                        <a:lnTo>
                          <a:pt x="405" y="252"/>
                        </a:lnTo>
                        <a:lnTo>
                          <a:pt x="400" y="249"/>
                        </a:lnTo>
                        <a:lnTo>
                          <a:pt x="399" y="250"/>
                        </a:lnTo>
                        <a:lnTo>
                          <a:pt x="398" y="249"/>
                        </a:lnTo>
                        <a:lnTo>
                          <a:pt x="395" y="246"/>
                        </a:lnTo>
                        <a:lnTo>
                          <a:pt x="395" y="246"/>
                        </a:lnTo>
                        <a:lnTo>
                          <a:pt x="392" y="250"/>
                        </a:lnTo>
                        <a:lnTo>
                          <a:pt x="388" y="252"/>
                        </a:lnTo>
                        <a:lnTo>
                          <a:pt x="387" y="256"/>
                        </a:lnTo>
                        <a:lnTo>
                          <a:pt x="381" y="257"/>
                        </a:lnTo>
                        <a:lnTo>
                          <a:pt x="379" y="258"/>
                        </a:lnTo>
                        <a:lnTo>
                          <a:pt x="376" y="258"/>
                        </a:lnTo>
                        <a:lnTo>
                          <a:pt x="373" y="258"/>
                        </a:lnTo>
                        <a:lnTo>
                          <a:pt x="369" y="258"/>
                        </a:lnTo>
                        <a:lnTo>
                          <a:pt x="366" y="261"/>
                        </a:lnTo>
                        <a:lnTo>
                          <a:pt x="362" y="261"/>
                        </a:lnTo>
                        <a:lnTo>
                          <a:pt x="361" y="262"/>
                        </a:lnTo>
                        <a:lnTo>
                          <a:pt x="361" y="265"/>
                        </a:lnTo>
                        <a:lnTo>
                          <a:pt x="358" y="271"/>
                        </a:lnTo>
                        <a:lnTo>
                          <a:pt x="357" y="273"/>
                        </a:lnTo>
                        <a:lnTo>
                          <a:pt x="357" y="271"/>
                        </a:lnTo>
                        <a:lnTo>
                          <a:pt x="353" y="268"/>
                        </a:lnTo>
                        <a:lnTo>
                          <a:pt x="349" y="267"/>
                        </a:lnTo>
                        <a:lnTo>
                          <a:pt x="347" y="268"/>
                        </a:lnTo>
                        <a:lnTo>
                          <a:pt x="347" y="271"/>
                        </a:lnTo>
                        <a:lnTo>
                          <a:pt x="350" y="272"/>
                        </a:lnTo>
                        <a:lnTo>
                          <a:pt x="349" y="273"/>
                        </a:lnTo>
                        <a:lnTo>
                          <a:pt x="347" y="273"/>
                        </a:lnTo>
                        <a:lnTo>
                          <a:pt x="346" y="272"/>
                        </a:lnTo>
                        <a:lnTo>
                          <a:pt x="343" y="268"/>
                        </a:lnTo>
                        <a:lnTo>
                          <a:pt x="342" y="268"/>
                        </a:lnTo>
                        <a:lnTo>
                          <a:pt x="338" y="272"/>
                        </a:lnTo>
                        <a:lnTo>
                          <a:pt x="337" y="276"/>
                        </a:lnTo>
                        <a:lnTo>
                          <a:pt x="335" y="277"/>
                        </a:lnTo>
                        <a:lnTo>
                          <a:pt x="334" y="277"/>
                        </a:lnTo>
                        <a:lnTo>
                          <a:pt x="327" y="283"/>
                        </a:lnTo>
                        <a:lnTo>
                          <a:pt x="326" y="287"/>
                        </a:lnTo>
                        <a:lnTo>
                          <a:pt x="324" y="288"/>
                        </a:lnTo>
                        <a:lnTo>
                          <a:pt x="322" y="288"/>
                        </a:lnTo>
                        <a:lnTo>
                          <a:pt x="319" y="288"/>
                        </a:lnTo>
                        <a:lnTo>
                          <a:pt x="318" y="288"/>
                        </a:lnTo>
                        <a:lnTo>
                          <a:pt x="322" y="291"/>
                        </a:lnTo>
                        <a:lnTo>
                          <a:pt x="320" y="294"/>
                        </a:lnTo>
                        <a:lnTo>
                          <a:pt x="319" y="294"/>
                        </a:lnTo>
                        <a:lnTo>
                          <a:pt x="318" y="291"/>
                        </a:lnTo>
                        <a:lnTo>
                          <a:pt x="316" y="291"/>
                        </a:lnTo>
                        <a:lnTo>
                          <a:pt x="315" y="294"/>
                        </a:lnTo>
                        <a:lnTo>
                          <a:pt x="311" y="298"/>
                        </a:lnTo>
                        <a:lnTo>
                          <a:pt x="311" y="300"/>
                        </a:lnTo>
                        <a:lnTo>
                          <a:pt x="314" y="303"/>
                        </a:lnTo>
                        <a:lnTo>
                          <a:pt x="315" y="307"/>
                        </a:lnTo>
                        <a:lnTo>
                          <a:pt x="314" y="310"/>
                        </a:lnTo>
                        <a:lnTo>
                          <a:pt x="312" y="311"/>
                        </a:lnTo>
                        <a:lnTo>
                          <a:pt x="314" y="314"/>
                        </a:lnTo>
                        <a:lnTo>
                          <a:pt x="315" y="314"/>
                        </a:lnTo>
                        <a:lnTo>
                          <a:pt x="316" y="311"/>
                        </a:lnTo>
                        <a:lnTo>
                          <a:pt x="318" y="313"/>
                        </a:lnTo>
                        <a:lnTo>
                          <a:pt x="318" y="317"/>
                        </a:lnTo>
                        <a:lnTo>
                          <a:pt x="316" y="318"/>
                        </a:lnTo>
                        <a:lnTo>
                          <a:pt x="315" y="320"/>
                        </a:lnTo>
                        <a:lnTo>
                          <a:pt x="316" y="321"/>
                        </a:lnTo>
                        <a:lnTo>
                          <a:pt x="318" y="320"/>
                        </a:lnTo>
                        <a:lnTo>
                          <a:pt x="319" y="320"/>
                        </a:lnTo>
                        <a:lnTo>
                          <a:pt x="320" y="320"/>
                        </a:lnTo>
                        <a:lnTo>
                          <a:pt x="322" y="320"/>
                        </a:lnTo>
                        <a:lnTo>
                          <a:pt x="322" y="321"/>
                        </a:lnTo>
                        <a:lnTo>
                          <a:pt x="324" y="322"/>
                        </a:lnTo>
                        <a:lnTo>
                          <a:pt x="327" y="324"/>
                        </a:lnTo>
                        <a:lnTo>
                          <a:pt x="330" y="324"/>
                        </a:lnTo>
                        <a:lnTo>
                          <a:pt x="333" y="321"/>
                        </a:lnTo>
                        <a:lnTo>
                          <a:pt x="334" y="315"/>
                        </a:lnTo>
                        <a:lnTo>
                          <a:pt x="335" y="314"/>
                        </a:lnTo>
                        <a:lnTo>
                          <a:pt x="341" y="314"/>
                        </a:lnTo>
                        <a:lnTo>
                          <a:pt x="343" y="313"/>
                        </a:lnTo>
                        <a:lnTo>
                          <a:pt x="341" y="315"/>
                        </a:lnTo>
                        <a:lnTo>
                          <a:pt x="338" y="315"/>
                        </a:lnTo>
                        <a:lnTo>
                          <a:pt x="334" y="320"/>
                        </a:lnTo>
                        <a:lnTo>
                          <a:pt x="333" y="322"/>
                        </a:lnTo>
                        <a:lnTo>
                          <a:pt x="331" y="325"/>
                        </a:lnTo>
                        <a:lnTo>
                          <a:pt x="334" y="328"/>
                        </a:lnTo>
                        <a:lnTo>
                          <a:pt x="334" y="329"/>
                        </a:lnTo>
                        <a:lnTo>
                          <a:pt x="330" y="330"/>
                        </a:lnTo>
                        <a:lnTo>
                          <a:pt x="328" y="329"/>
                        </a:lnTo>
                        <a:lnTo>
                          <a:pt x="328" y="328"/>
                        </a:lnTo>
                        <a:lnTo>
                          <a:pt x="327" y="326"/>
                        </a:lnTo>
                        <a:lnTo>
                          <a:pt x="326" y="326"/>
                        </a:lnTo>
                        <a:lnTo>
                          <a:pt x="324" y="324"/>
                        </a:lnTo>
                        <a:lnTo>
                          <a:pt x="320" y="324"/>
                        </a:lnTo>
                        <a:lnTo>
                          <a:pt x="319" y="321"/>
                        </a:lnTo>
                        <a:lnTo>
                          <a:pt x="316" y="324"/>
                        </a:lnTo>
                        <a:lnTo>
                          <a:pt x="314" y="324"/>
                        </a:lnTo>
                        <a:lnTo>
                          <a:pt x="314" y="326"/>
                        </a:lnTo>
                        <a:lnTo>
                          <a:pt x="311" y="328"/>
                        </a:lnTo>
                        <a:lnTo>
                          <a:pt x="308" y="326"/>
                        </a:lnTo>
                        <a:lnTo>
                          <a:pt x="308" y="329"/>
                        </a:lnTo>
                        <a:lnTo>
                          <a:pt x="309" y="330"/>
                        </a:lnTo>
                        <a:lnTo>
                          <a:pt x="311" y="332"/>
                        </a:lnTo>
                        <a:lnTo>
                          <a:pt x="309" y="333"/>
                        </a:lnTo>
                        <a:lnTo>
                          <a:pt x="308" y="337"/>
                        </a:lnTo>
                        <a:lnTo>
                          <a:pt x="309" y="340"/>
                        </a:lnTo>
                        <a:lnTo>
                          <a:pt x="311" y="340"/>
                        </a:lnTo>
                        <a:lnTo>
                          <a:pt x="311" y="344"/>
                        </a:lnTo>
                        <a:lnTo>
                          <a:pt x="312" y="347"/>
                        </a:lnTo>
                        <a:lnTo>
                          <a:pt x="312" y="348"/>
                        </a:lnTo>
                        <a:lnTo>
                          <a:pt x="315" y="351"/>
                        </a:lnTo>
                        <a:lnTo>
                          <a:pt x="315" y="352"/>
                        </a:lnTo>
                        <a:lnTo>
                          <a:pt x="311" y="352"/>
                        </a:lnTo>
                        <a:lnTo>
                          <a:pt x="311" y="353"/>
                        </a:lnTo>
                        <a:lnTo>
                          <a:pt x="320" y="358"/>
                        </a:lnTo>
                        <a:lnTo>
                          <a:pt x="323" y="358"/>
                        </a:lnTo>
                        <a:lnTo>
                          <a:pt x="327" y="356"/>
                        </a:lnTo>
                        <a:lnTo>
                          <a:pt x="330" y="355"/>
                        </a:lnTo>
                        <a:lnTo>
                          <a:pt x="331" y="356"/>
                        </a:lnTo>
                        <a:lnTo>
                          <a:pt x="333" y="356"/>
                        </a:lnTo>
                        <a:lnTo>
                          <a:pt x="337" y="351"/>
                        </a:lnTo>
                        <a:lnTo>
                          <a:pt x="337" y="348"/>
                        </a:lnTo>
                        <a:lnTo>
                          <a:pt x="335" y="347"/>
                        </a:lnTo>
                        <a:lnTo>
                          <a:pt x="335" y="345"/>
                        </a:lnTo>
                        <a:lnTo>
                          <a:pt x="339" y="344"/>
                        </a:lnTo>
                        <a:lnTo>
                          <a:pt x="343" y="340"/>
                        </a:lnTo>
                        <a:lnTo>
                          <a:pt x="350" y="336"/>
                        </a:lnTo>
                        <a:lnTo>
                          <a:pt x="353" y="337"/>
                        </a:lnTo>
                        <a:lnTo>
                          <a:pt x="349" y="337"/>
                        </a:lnTo>
                        <a:lnTo>
                          <a:pt x="343" y="343"/>
                        </a:lnTo>
                        <a:lnTo>
                          <a:pt x="339" y="345"/>
                        </a:lnTo>
                        <a:lnTo>
                          <a:pt x="339" y="347"/>
                        </a:lnTo>
                        <a:lnTo>
                          <a:pt x="342" y="348"/>
                        </a:lnTo>
                        <a:lnTo>
                          <a:pt x="342" y="351"/>
                        </a:lnTo>
                        <a:lnTo>
                          <a:pt x="339" y="355"/>
                        </a:lnTo>
                        <a:lnTo>
                          <a:pt x="337" y="356"/>
                        </a:lnTo>
                        <a:lnTo>
                          <a:pt x="337" y="359"/>
                        </a:lnTo>
                        <a:lnTo>
                          <a:pt x="337" y="363"/>
                        </a:lnTo>
                        <a:lnTo>
                          <a:pt x="337" y="366"/>
                        </a:lnTo>
                        <a:lnTo>
                          <a:pt x="337" y="367"/>
                        </a:lnTo>
                        <a:lnTo>
                          <a:pt x="337" y="370"/>
                        </a:lnTo>
                        <a:lnTo>
                          <a:pt x="337" y="372"/>
                        </a:lnTo>
                        <a:lnTo>
                          <a:pt x="333" y="374"/>
                        </a:lnTo>
                        <a:lnTo>
                          <a:pt x="331" y="375"/>
                        </a:lnTo>
                        <a:lnTo>
                          <a:pt x="330" y="378"/>
                        </a:lnTo>
                        <a:lnTo>
                          <a:pt x="328" y="377"/>
                        </a:lnTo>
                        <a:lnTo>
                          <a:pt x="327" y="378"/>
                        </a:lnTo>
                        <a:lnTo>
                          <a:pt x="328" y="381"/>
                        </a:lnTo>
                        <a:lnTo>
                          <a:pt x="328" y="383"/>
                        </a:lnTo>
                        <a:lnTo>
                          <a:pt x="330" y="383"/>
                        </a:lnTo>
                        <a:lnTo>
                          <a:pt x="333" y="383"/>
                        </a:lnTo>
                        <a:lnTo>
                          <a:pt x="335" y="383"/>
                        </a:lnTo>
                        <a:lnTo>
                          <a:pt x="335" y="385"/>
                        </a:lnTo>
                        <a:lnTo>
                          <a:pt x="334" y="386"/>
                        </a:lnTo>
                        <a:lnTo>
                          <a:pt x="330" y="386"/>
                        </a:lnTo>
                        <a:lnTo>
                          <a:pt x="330" y="387"/>
                        </a:lnTo>
                        <a:lnTo>
                          <a:pt x="330" y="389"/>
                        </a:lnTo>
                        <a:lnTo>
                          <a:pt x="330" y="390"/>
                        </a:lnTo>
                        <a:lnTo>
                          <a:pt x="330" y="393"/>
                        </a:lnTo>
                        <a:lnTo>
                          <a:pt x="328" y="394"/>
                        </a:lnTo>
                        <a:lnTo>
                          <a:pt x="326" y="394"/>
                        </a:lnTo>
                        <a:lnTo>
                          <a:pt x="324" y="396"/>
                        </a:lnTo>
                        <a:lnTo>
                          <a:pt x="322" y="396"/>
                        </a:lnTo>
                        <a:lnTo>
                          <a:pt x="320" y="396"/>
                        </a:lnTo>
                        <a:lnTo>
                          <a:pt x="323" y="397"/>
                        </a:lnTo>
                        <a:lnTo>
                          <a:pt x="326" y="397"/>
                        </a:lnTo>
                        <a:lnTo>
                          <a:pt x="327" y="398"/>
                        </a:lnTo>
                        <a:lnTo>
                          <a:pt x="330" y="396"/>
                        </a:lnTo>
                        <a:lnTo>
                          <a:pt x="335" y="392"/>
                        </a:lnTo>
                        <a:lnTo>
                          <a:pt x="337" y="393"/>
                        </a:lnTo>
                        <a:lnTo>
                          <a:pt x="339" y="393"/>
                        </a:lnTo>
                        <a:lnTo>
                          <a:pt x="341" y="390"/>
                        </a:lnTo>
                        <a:lnTo>
                          <a:pt x="346" y="389"/>
                        </a:lnTo>
                        <a:lnTo>
                          <a:pt x="345" y="390"/>
                        </a:lnTo>
                        <a:lnTo>
                          <a:pt x="343" y="392"/>
                        </a:lnTo>
                        <a:lnTo>
                          <a:pt x="343" y="393"/>
                        </a:lnTo>
                        <a:lnTo>
                          <a:pt x="345" y="394"/>
                        </a:lnTo>
                        <a:lnTo>
                          <a:pt x="346" y="397"/>
                        </a:lnTo>
                        <a:lnTo>
                          <a:pt x="345" y="398"/>
                        </a:lnTo>
                        <a:lnTo>
                          <a:pt x="347" y="400"/>
                        </a:lnTo>
                        <a:lnTo>
                          <a:pt x="350" y="397"/>
                        </a:lnTo>
                        <a:lnTo>
                          <a:pt x="352" y="396"/>
                        </a:lnTo>
                        <a:lnTo>
                          <a:pt x="352" y="397"/>
                        </a:lnTo>
                        <a:lnTo>
                          <a:pt x="352" y="398"/>
                        </a:lnTo>
                        <a:lnTo>
                          <a:pt x="353" y="401"/>
                        </a:lnTo>
                        <a:lnTo>
                          <a:pt x="354" y="406"/>
                        </a:lnTo>
                        <a:lnTo>
                          <a:pt x="353" y="408"/>
                        </a:lnTo>
                        <a:lnTo>
                          <a:pt x="354" y="412"/>
                        </a:lnTo>
                        <a:lnTo>
                          <a:pt x="356" y="412"/>
                        </a:lnTo>
                        <a:lnTo>
                          <a:pt x="357" y="409"/>
                        </a:lnTo>
                        <a:lnTo>
                          <a:pt x="357" y="406"/>
                        </a:lnTo>
                        <a:lnTo>
                          <a:pt x="360" y="402"/>
                        </a:lnTo>
                        <a:lnTo>
                          <a:pt x="360" y="400"/>
                        </a:lnTo>
                        <a:lnTo>
                          <a:pt x="364" y="397"/>
                        </a:lnTo>
                        <a:lnTo>
                          <a:pt x="364" y="397"/>
                        </a:lnTo>
                        <a:lnTo>
                          <a:pt x="366" y="394"/>
                        </a:lnTo>
                        <a:lnTo>
                          <a:pt x="371" y="394"/>
                        </a:lnTo>
                        <a:lnTo>
                          <a:pt x="368" y="397"/>
                        </a:lnTo>
                        <a:lnTo>
                          <a:pt x="364" y="401"/>
                        </a:lnTo>
                        <a:lnTo>
                          <a:pt x="364" y="402"/>
                        </a:lnTo>
                        <a:lnTo>
                          <a:pt x="366" y="406"/>
                        </a:lnTo>
                        <a:lnTo>
                          <a:pt x="369" y="406"/>
                        </a:lnTo>
                        <a:lnTo>
                          <a:pt x="373" y="405"/>
                        </a:lnTo>
                        <a:lnTo>
                          <a:pt x="379" y="404"/>
                        </a:lnTo>
                        <a:lnTo>
                          <a:pt x="381" y="402"/>
                        </a:lnTo>
                        <a:lnTo>
                          <a:pt x="383" y="401"/>
                        </a:lnTo>
                        <a:lnTo>
                          <a:pt x="388" y="400"/>
                        </a:lnTo>
                        <a:lnTo>
                          <a:pt x="390" y="400"/>
                        </a:lnTo>
                        <a:lnTo>
                          <a:pt x="388" y="400"/>
                        </a:lnTo>
                        <a:lnTo>
                          <a:pt x="384" y="404"/>
                        </a:lnTo>
                        <a:lnTo>
                          <a:pt x="384" y="405"/>
                        </a:lnTo>
                        <a:lnTo>
                          <a:pt x="383" y="406"/>
                        </a:lnTo>
                        <a:lnTo>
                          <a:pt x="375" y="412"/>
                        </a:lnTo>
                        <a:lnTo>
                          <a:pt x="372" y="415"/>
                        </a:lnTo>
                        <a:lnTo>
                          <a:pt x="369" y="419"/>
                        </a:lnTo>
                        <a:lnTo>
                          <a:pt x="369" y="421"/>
                        </a:lnTo>
                        <a:lnTo>
                          <a:pt x="369" y="424"/>
                        </a:lnTo>
                        <a:lnTo>
                          <a:pt x="372" y="425"/>
                        </a:lnTo>
                        <a:lnTo>
                          <a:pt x="368" y="424"/>
                        </a:lnTo>
                        <a:lnTo>
                          <a:pt x="366" y="425"/>
                        </a:lnTo>
                        <a:lnTo>
                          <a:pt x="364" y="428"/>
                        </a:lnTo>
                        <a:lnTo>
                          <a:pt x="362" y="432"/>
                        </a:lnTo>
                        <a:lnTo>
                          <a:pt x="358" y="436"/>
                        </a:lnTo>
                        <a:lnTo>
                          <a:pt x="357" y="439"/>
                        </a:lnTo>
                        <a:lnTo>
                          <a:pt x="358" y="440"/>
                        </a:lnTo>
                        <a:lnTo>
                          <a:pt x="358" y="442"/>
                        </a:lnTo>
                        <a:lnTo>
                          <a:pt x="358" y="443"/>
                        </a:lnTo>
                        <a:lnTo>
                          <a:pt x="357" y="443"/>
                        </a:lnTo>
                        <a:lnTo>
                          <a:pt x="356" y="442"/>
                        </a:lnTo>
                        <a:lnTo>
                          <a:pt x="354" y="440"/>
                        </a:lnTo>
                        <a:lnTo>
                          <a:pt x="352" y="443"/>
                        </a:lnTo>
                        <a:lnTo>
                          <a:pt x="347" y="446"/>
                        </a:lnTo>
                        <a:lnTo>
                          <a:pt x="349" y="447"/>
                        </a:lnTo>
                        <a:lnTo>
                          <a:pt x="347" y="450"/>
                        </a:lnTo>
                        <a:lnTo>
                          <a:pt x="346" y="449"/>
                        </a:lnTo>
                        <a:lnTo>
                          <a:pt x="345" y="447"/>
                        </a:lnTo>
                        <a:lnTo>
                          <a:pt x="343" y="449"/>
                        </a:lnTo>
                        <a:lnTo>
                          <a:pt x="338" y="454"/>
                        </a:lnTo>
                        <a:lnTo>
                          <a:pt x="335" y="457"/>
                        </a:lnTo>
                        <a:lnTo>
                          <a:pt x="337" y="458"/>
                        </a:lnTo>
                        <a:lnTo>
                          <a:pt x="335" y="459"/>
                        </a:lnTo>
                        <a:lnTo>
                          <a:pt x="333" y="458"/>
                        </a:lnTo>
                        <a:lnTo>
                          <a:pt x="333" y="455"/>
                        </a:lnTo>
                        <a:lnTo>
                          <a:pt x="328" y="458"/>
                        </a:lnTo>
                        <a:lnTo>
                          <a:pt x="326" y="459"/>
                        </a:lnTo>
                        <a:lnTo>
                          <a:pt x="323" y="461"/>
                        </a:lnTo>
                        <a:lnTo>
                          <a:pt x="323" y="464"/>
                        </a:lnTo>
                        <a:lnTo>
                          <a:pt x="320" y="464"/>
                        </a:lnTo>
                        <a:lnTo>
                          <a:pt x="316" y="464"/>
                        </a:lnTo>
                        <a:lnTo>
                          <a:pt x="312" y="468"/>
                        </a:lnTo>
                        <a:lnTo>
                          <a:pt x="307" y="470"/>
                        </a:lnTo>
                        <a:lnTo>
                          <a:pt x="301" y="473"/>
                        </a:lnTo>
                        <a:lnTo>
                          <a:pt x="300" y="477"/>
                        </a:lnTo>
                        <a:lnTo>
                          <a:pt x="300" y="478"/>
                        </a:lnTo>
                        <a:lnTo>
                          <a:pt x="301" y="481"/>
                        </a:lnTo>
                        <a:lnTo>
                          <a:pt x="300" y="484"/>
                        </a:lnTo>
                        <a:lnTo>
                          <a:pt x="300" y="484"/>
                        </a:lnTo>
                        <a:lnTo>
                          <a:pt x="299" y="481"/>
                        </a:lnTo>
                        <a:lnTo>
                          <a:pt x="297" y="481"/>
                        </a:lnTo>
                        <a:lnTo>
                          <a:pt x="296" y="483"/>
                        </a:lnTo>
                        <a:lnTo>
                          <a:pt x="296" y="485"/>
                        </a:lnTo>
                        <a:lnTo>
                          <a:pt x="294" y="485"/>
                        </a:lnTo>
                        <a:lnTo>
                          <a:pt x="293" y="484"/>
                        </a:lnTo>
                        <a:lnTo>
                          <a:pt x="293" y="481"/>
                        </a:lnTo>
                        <a:lnTo>
                          <a:pt x="294" y="480"/>
                        </a:lnTo>
                        <a:lnTo>
                          <a:pt x="293" y="478"/>
                        </a:lnTo>
                        <a:lnTo>
                          <a:pt x="290" y="478"/>
                        </a:lnTo>
                        <a:lnTo>
                          <a:pt x="289" y="478"/>
                        </a:lnTo>
                        <a:lnTo>
                          <a:pt x="286" y="478"/>
                        </a:lnTo>
                        <a:lnTo>
                          <a:pt x="281" y="478"/>
                        </a:lnTo>
                        <a:lnTo>
                          <a:pt x="280" y="480"/>
                        </a:lnTo>
                        <a:lnTo>
                          <a:pt x="277" y="483"/>
                        </a:lnTo>
                        <a:lnTo>
                          <a:pt x="274" y="484"/>
                        </a:lnTo>
                        <a:lnTo>
                          <a:pt x="270" y="487"/>
                        </a:lnTo>
                        <a:lnTo>
                          <a:pt x="267" y="489"/>
                        </a:lnTo>
                        <a:lnTo>
                          <a:pt x="267" y="491"/>
                        </a:lnTo>
                        <a:lnTo>
                          <a:pt x="266" y="492"/>
                        </a:lnTo>
                        <a:lnTo>
                          <a:pt x="265" y="492"/>
                        </a:lnTo>
                        <a:lnTo>
                          <a:pt x="262" y="493"/>
                        </a:lnTo>
                        <a:lnTo>
                          <a:pt x="259" y="495"/>
                        </a:lnTo>
                        <a:lnTo>
                          <a:pt x="259" y="496"/>
                        </a:lnTo>
                        <a:lnTo>
                          <a:pt x="258" y="496"/>
                        </a:lnTo>
                        <a:lnTo>
                          <a:pt x="255" y="496"/>
                        </a:lnTo>
                        <a:lnTo>
                          <a:pt x="252" y="496"/>
                        </a:lnTo>
                        <a:lnTo>
                          <a:pt x="252" y="499"/>
                        </a:lnTo>
                        <a:lnTo>
                          <a:pt x="251" y="502"/>
                        </a:lnTo>
                        <a:lnTo>
                          <a:pt x="252" y="503"/>
                        </a:lnTo>
                        <a:lnTo>
                          <a:pt x="254" y="503"/>
                        </a:lnTo>
                        <a:lnTo>
                          <a:pt x="255" y="500"/>
                        </a:lnTo>
                        <a:lnTo>
                          <a:pt x="255" y="499"/>
                        </a:lnTo>
                        <a:lnTo>
                          <a:pt x="256" y="497"/>
                        </a:lnTo>
                        <a:lnTo>
                          <a:pt x="258" y="499"/>
                        </a:lnTo>
                        <a:lnTo>
                          <a:pt x="256" y="502"/>
                        </a:lnTo>
                        <a:lnTo>
                          <a:pt x="258" y="502"/>
                        </a:lnTo>
                        <a:lnTo>
                          <a:pt x="259" y="502"/>
                        </a:lnTo>
                        <a:lnTo>
                          <a:pt x="262" y="497"/>
                        </a:lnTo>
                        <a:lnTo>
                          <a:pt x="263" y="496"/>
                        </a:lnTo>
                        <a:lnTo>
                          <a:pt x="265" y="499"/>
                        </a:lnTo>
                        <a:lnTo>
                          <a:pt x="263" y="500"/>
                        </a:lnTo>
                        <a:lnTo>
                          <a:pt x="265" y="502"/>
                        </a:lnTo>
                        <a:lnTo>
                          <a:pt x="266" y="502"/>
                        </a:lnTo>
                        <a:lnTo>
                          <a:pt x="269" y="499"/>
                        </a:lnTo>
                        <a:lnTo>
                          <a:pt x="269" y="500"/>
                        </a:lnTo>
                        <a:lnTo>
                          <a:pt x="270" y="500"/>
                        </a:lnTo>
                        <a:lnTo>
                          <a:pt x="270" y="499"/>
                        </a:lnTo>
                        <a:lnTo>
                          <a:pt x="271" y="497"/>
                        </a:lnTo>
                        <a:lnTo>
                          <a:pt x="274" y="497"/>
                        </a:lnTo>
                        <a:lnTo>
                          <a:pt x="277" y="496"/>
                        </a:lnTo>
                        <a:lnTo>
                          <a:pt x="278" y="493"/>
                        </a:lnTo>
                        <a:lnTo>
                          <a:pt x="278" y="491"/>
                        </a:lnTo>
                        <a:lnTo>
                          <a:pt x="281" y="489"/>
                        </a:lnTo>
                        <a:lnTo>
                          <a:pt x="282" y="487"/>
                        </a:lnTo>
                        <a:lnTo>
                          <a:pt x="285" y="487"/>
                        </a:lnTo>
                        <a:lnTo>
                          <a:pt x="288" y="488"/>
                        </a:lnTo>
                        <a:lnTo>
                          <a:pt x="286" y="489"/>
                        </a:lnTo>
                        <a:lnTo>
                          <a:pt x="284" y="491"/>
                        </a:lnTo>
                        <a:lnTo>
                          <a:pt x="282" y="492"/>
                        </a:lnTo>
                        <a:lnTo>
                          <a:pt x="282" y="495"/>
                        </a:lnTo>
                        <a:lnTo>
                          <a:pt x="284" y="496"/>
                        </a:lnTo>
                        <a:lnTo>
                          <a:pt x="288" y="493"/>
                        </a:lnTo>
                        <a:lnTo>
                          <a:pt x="288" y="491"/>
                        </a:lnTo>
                        <a:lnTo>
                          <a:pt x="290" y="491"/>
                        </a:lnTo>
                        <a:lnTo>
                          <a:pt x="290" y="492"/>
                        </a:lnTo>
                        <a:lnTo>
                          <a:pt x="292" y="489"/>
                        </a:lnTo>
                        <a:lnTo>
                          <a:pt x="293" y="489"/>
                        </a:lnTo>
                        <a:lnTo>
                          <a:pt x="293" y="492"/>
                        </a:lnTo>
                        <a:lnTo>
                          <a:pt x="292" y="493"/>
                        </a:lnTo>
                        <a:lnTo>
                          <a:pt x="293" y="493"/>
                        </a:lnTo>
                        <a:lnTo>
                          <a:pt x="296" y="491"/>
                        </a:lnTo>
                        <a:lnTo>
                          <a:pt x="297" y="491"/>
                        </a:lnTo>
                        <a:lnTo>
                          <a:pt x="300" y="489"/>
                        </a:lnTo>
                        <a:lnTo>
                          <a:pt x="303" y="489"/>
                        </a:lnTo>
                        <a:lnTo>
                          <a:pt x="305" y="485"/>
                        </a:lnTo>
                        <a:lnTo>
                          <a:pt x="307" y="484"/>
                        </a:lnTo>
                        <a:lnTo>
                          <a:pt x="309" y="485"/>
                        </a:lnTo>
                        <a:lnTo>
                          <a:pt x="309" y="487"/>
                        </a:lnTo>
                        <a:lnTo>
                          <a:pt x="307" y="489"/>
                        </a:lnTo>
                        <a:lnTo>
                          <a:pt x="305" y="492"/>
                        </a:lnTo>
                        <a:lnTo>
                          <a:pt x="305" y="493"/>
                        </a:lnTo>
                        <a:lnTo>
                          <a:pt x="307" y="493"/>
                        </a:lnTo>
                        <a:lnTo>
                          <a:pt x="311" y="489"/>
                        </a:lnTo>
                        <a:lnTo>
                          <a:pt x="311" y="485"/>
                        </a:lnTo>
                        <a:lnTo>
                          <a:pt x="311" y="484"/>
                        </a:lnTo>
                        <a:lnTo>
                          <a:pt x="314" y="485"/>
                        </a:lnTo>
                        <a:lnTo>
                          <a:pt x="315" y="485"/>
                        </a:lnTo>
                        <a:lnTo>
                          <a:pt x="316" y="485"/>
                        </a:lnTo>
                        <a:lnTo>
                          <a:pt x="319" y="485"/>
                        </a:lnTo>
                        <a:lnTo>
                          <a:pt x="322" y="483"/>
                        </a:lnTo>
                        <a:lnTo>
                          <a:pt x="323" y="483"/>
                        </a:lnTo>
                        <a:lnTo>
                          <a:pt x="324" y="483"/>
                        </a:lnTo>
                        <a:lnTo>
                          <a:pt x="326" y="480"/>
                        </a:lnTo>
                        <a:lnTo>
                          <a:pt x="327" y="478"/>
                        </a:lnTo>
                        <a:lnTo>
                          <a:pt x="327" y="478"/>
                        </a:lnTo>
                        <a:lnTo>
                          <a:pt x="327" y="481"/>
                        </a:lnTo>
                        <a:lnTo>
                          <a:pt x="327" y="484"/>
                        </a:lnTo>
                        <a:lnTo>
                          <a:pt x="328" y="483"/>
                        </a:lnTo>
                        <a:lnTo>
                          <a:pt x="331" y="480"/>
                        </a:lnTo>
                        <a:lnTo>
                          <a:pt x="330" y="480"/>
                        </a:lnTo>
                        <a:lnTo>
                          <a:pt x="331" y="478"/>
                        </a:lnTo>
                        <a:lnTo>
                          <a:pt x="331" y="477"/>
                        </a:lnTo>
                        <a:lnTo>
                          <a:pt x="327" y="477"/>
                        </a:lnTo>
                        <a:lnTo>
                          <a:pt x="326" y="476"/>
                        </a:lnTo>
                        <a:lnTo>
                          <a:pt x="330" y="474"/>
                        </a:lnTo>
                        <a:lnTo>
                          <a:pt x="334" y="473"/>
                        </a:lnTo>
                        <a:lnTo>
                          <a:pt x="339" y="472"/>
                        </a:lnTo>
                        <a:lnTo>
                          <a:pt x="341" y="472"/>
                        </a:lnTo>
                        <a:lnTo>
                          <a:pt x="341" y="469"/>
                        </a:lnTo>
                        <a:lnTo>
                          <a:pt x="339" y="469"/>
                        </a:lnTo>
                        <a:lnTo>
                          <a:pt x="341" y="468"/>
                        </a:lnTo>
                        <a:lnTo>
                          <a:pt x="343" y="468"/>
                        </a:lnTo>
                        <a:lnTo>
                          <a:pt x="345" y="466"/>
                        </a:lnTo>
                        <a:lnTo>
                          <a:pt x="346" y="466"/>
                        </a:lnTo>
                        <a:lnTo>
                          <a:pt x="347" y="469"/>
                        </a:lnTo>
                        <a:lnTo>
                          <a:pt x="349" y="469"/>
                        </a:lnTo>
                        <a:lnTo>
                          <a:pt x="349" y="468"/>
                        </a:lnTo>
                        <a:lnTo>
                          <a:pt x="349" y="466"/>
                        </a:lnTo>
                        <a:lnTo>
                          <a:pt x="352" y="465"/>
                        </a:lnTo>
                        <a:lnTo>
                          <a:pt x="352" y="462"/>
                        </a:lnTo>
                        <a:lnTo>
                          <a:pt x="352" y="461"/>
                        </a:lnTo>
                        <a:lnTo>
                          <a:pt x="353" y="462"/>
                        </a:lnTo>
                        <a:lnTo>
                          <a:pt x="353" y="464"/>
                        </a:lnTo>
                        <a:lnTo>
                          <a:pt x="354" y="465"/>
                        </a:lnTo>
                        <a:lnTo>
                          <a:pt x="358" y="464"/>
                        </a:lnTo>
                        <a:lnTo>
                          <a:pt x="360" y="461"/>
                        </a:lnTo>
                        <a:lnTo>
                          <a:pt x="361" y="461"/>
                        </a:lnTo>
                        <a:lnTo>
                          <a:pt x="362" y="458"/>
                        </a:lnTo>
                        <a:lnTo>
                          <a:pt x="364" y="458"/>
                        </a:lnTo>
                        <a:lnTo>
                          <a:pt x="365" y="459"/>
                        </a:lnTo>
                        <a:lnTo>
                          <a:pt x="368" y="459"/>
                        </a:lnTo>
                        <a:lnTo>
                          <a:pt x="371" y="455"/>
                        </a:lnTo>
                        <a:lnTo>
                          <a:pt x="371" y="453"/>
                        </a:lnTo>
                        <a:lnTo>
                          <a:pt x="369" y="453"/>
                        </a:lnTo>
                        <a:lnTo>
                          <a:pt x="368" y="453"/>
                        </a:lnTo>
                        <a:lnTo>
                          <a:pt x="368" y="453"/>
                        </a:lnTo>
                        <a:lnTo>
                          <a:pt x="371" y="450"/>
                        </a:lnTo>
                        <a:lnTo>
                          <a:pt x="373" y="449"/>
                        </a:lnTo>
                        <a:lnTo>
                          <a:pt x="376" y="446"/>
                        </a:lnTo>
                        <a:lnTo>
                          <a:pt x="377" y="447"/>
                        </a:lnTo>
                        <a:lnTo>
                          <a:pt x="377" y="447"/>
                        </a:lnTo>
                        <a:lnTo>
                          <a:pt x="381" y="444"/>
                        </a:lnTo>
                        <a:lnTo>
                          <a:pt x="383" y="443"/>
                        </a:lnTo>
                        <a:lnTo>
                          <a:pt x="384" y="442"/>
                        </a:lnTo>
                        <a:lnTo>
                          <a:pt x="386" y="440"/>
                        </a:lnTo>
                        <a:lnTo>
                          <a:pt x="387" y="439"/>
                        </a:lnTo>
                        <a:lnTo>
                          <a:pt x="388" y="439"/>
                        </a:lnTo>
                        <a:lnTo>
                          <a:pt x="390" y="440"/>
                        </a:lnTo>
                        <a:lnTo>
                          <a:pt x="391" y="442"/>
                        </a:lnTo>
                        <a:lnTo>
                          <a:pt x="391" y="439"/>
                        </a:lnTo>
                        <a:lnTo>
                          <a:pt x="394" y="439"/>
                        </a:lnTo>
                        <a:lnTo>
                          <a:pt x="395" y="439"/>
                        </a:lnTo>
                        <a:lnTo>
                          <a:pt x="395" y="436"/>
                        </a:lnTo>
                        <a:lnTo>
                          <a:pt x="398" y="436"/>
                        </a:lnTo>
                        <a:lnTo>
                          <a:pt x="398" y="435"/>
                        </a:lnTo>
                        <a:lnTo>
                          <a:pt x="399" y="436"/>
                        </a:lnTo>
                        <a:lnTo>
                          <a:pt x="403" y="436"/>
                        </a:lnTo>
                        <a:lnTo>
                          <a:pt x="403" y="434"/>
                        </a:lnTo>
                        <a:lnTo>
                          <a:pt x="405" y="434"/>
                        </a:lnTo>
                        <a:lnTo>
                          <a:pt x="406" y="435"/>
                        </a:lnTo>
                        <a:lnTo>
                          <a:pt x="406" y="435"/>
                        </a:lnTo>
                        <a:lnTo>
                          <a:pt x="407" y="434"/>
                        </a:lnTo>
                        <a:lnTo>
                          <a:pt x="409" y="435"/>
                        </a:lnTo>
                        <a:lnTo>
                          <a:pt x="410" y="434"/>
                        </a:lnTo>
                        <a:lnTo>
                          <a:pt x="411" y="430"/>
                        </a:lnTo>
                        <a:lnTo>
                          <a:pt x="410" y="430"/>
                        </a:lnTo>
                        <a:lnTo>
                          <a:pt x="409" y="431"/>
                        </a:lnTo>
                        <a:lnTo>
                          <a:pt x="410" y="428"/>
                        </a:lnTo>
                        <a:lnTo>
                          <a:pt x="413" y="427"/>
                        </a:lnTo>
                        <a:lnTo>
                          <a:pt x="414" y="427"/>
                        </a:lnTo>
                        <a:lnTo>
                          <a:pt x="415" y="427"/>
                        </a:lnTo>
                        <a:lnTo>
                          <a:pt x="415" y="427"/>
                        </a:lnTo>
                        <a:lnTo>
                          <a:pt x="414" y="425"/>
                        </a:lnTo>
                        <a:lnTo>
                          <a:pt x="413" y="424"/>
                        </a:lnTo>
                        <a:lnTo>
                          <a:pt x="414" y="423"/>
                        </a:lnTo>
                        <a:lnTo>
                          <a:pt x="417" y="424"/>
                        </a:lnTo>
                        <a:lnTo>
                          <a:pt x="419" y="421"/>
                        </a:lnTo>
                        <a:lnTo>
                          <a:pt x="424" y="421"/>
                        </a:lnTo>
                        <a:lnTo>
                          <a:pt x="426" y="419"/>
                        </a:lnTo>
                        <a:lnTo>
                          <a:pt x="428" y="419"/>
                        </a:lnTo>
                        <a:lnTo>
                          <a:pt x="432" y="415"/>
                        </a:lnTo>
                        <a:lnTo>
                          <a:pt x="432" y="411"/>
                        </a:lnTo>
                        <a:lnTo>
                          <a:pt x="430" y="411"/>
                        </a:lnTo>
                        <a:lnTo>
                          <a:pt x="429" y="411"/>
                        </a:lnTo>
                        <a:lnTo>
                          <a:pt x="429" y="406"/>
                        </a:lnTo>
                        <a:lnTo>
                          <a:pt x="426" y="406"/>
                        </a:lnTo>
                        <a:lnTo>
                          <a:pt x="424" y="406"/>
                        </a:lnTo>
                        <a:lnTo>
                          <a:pt x="424" y="404"/>
                        </a:lnTo>
                        <a:lnTo>
                          <a:pt x="424" y="401"/>
                        </a:lnTo>
                        <a:lnTo>
                          <a:pt x="428" y="400"/>
                        </a:lnTo>
                        <a:lnTo>
                          <a:pt x="428" y="398"/>
                        </a:lnTo>
                        <a:lnTo>
                          <a:pt x="430" y="397"/>
                        </a:lnTo>
                        <a:lnTo>
                          <a:pt x="430" y="396"/>
                        </a:lnTo>
                        <a:lnTo>
                          <a:pt x="430" y="396"/>
                        </a:lnTo>
                        <a:lnTo>
                          <a:pt x="432" y="394"/>
                        </a:lnTo>
                        <a:lnTo>
                          <a:pt x="434" y="394"/>
                        </a:lnTo>
                        <a:lnTo>
                          <a:pt x="438" y="393"/>
                        </a:lnTo>
                        <a:lnTo>
                          <a:pt x="440" y="394"/>
                        </a:lnTo>
                        <a:lnTo>
                          <a:pt x="444" y="393"/>
                        </a:lnTo>
                        <a:lnTo>
                          <a:pt x="444" y="394"/>
                        </a:lnTo>
                        <a:lnTo>
                          <a:pt x="444" y="396"/>
                        </a:lnTo>
                        <a:lnTo>
                          <a:pt x="445" y="396"/>
                        </a:lnTo>
                        <a:lnTo>
                          <a:pt x="449" y="393"/>
                        </a:lnTo>
                        <a:lnTo>
                          <a:pt x="448" y="392"/>
                        </a:lnTo>
                        <a:lnTo>
                          <a:pt x="447" y="392"/>
                        </a:lnTo>
                        <a:lnTo>
                          <a:pt x="447" y="390"/>
                        </a:lnTo>
                        <a:lnTo>
                          <a:pt x="448" y="389"/>
                        </a:lnTo>
                        <a:lnTo>
                          <a:pt x="451" y="390"/>
                        </a:lnTo>
                        <a:lnTo>
                          <a:pt x="455" y="389"/>
                        </a:lnTo>
                        <a:lnTo>
                          <a:pt x="456" y="385"/>
                        </a:lnTo>
                        <a:lnTo>
                          <a:pt x="455" y="382"/>
                        </a:lnTo>
                        <a:lnTo>
                          <a:pt x="451" y="379"/>
                        </a:lnTo>
                        <a:lnTo>
                          <a:pt x="449" y="379"/>
                        </a:lnTo>
                        <a:lnTo>
                          <a:pt x="448" y="381"/>
                        </a:lnTo>
                        <a:lnTo>
                          <a:pt x="448" y="379"/>
                        </a:lnTo>
                        <a:lnTo>
                          <a:pt x="449" y="378"/>
                        </a:lnTo>
                        <a:lnTo>
                          <a:pt x="453" y="378"/>
                        </a:lnTo>
                        <a:lnTo>
                          <a:pt x="455" y="379"/>
                        </a:lnTo>
                        <a:lnTo>
                          <a:pt x="459" y="379"/>
                        </a:lnTo>
                        <a:lnTo>
                          <a:pt x="462" y="377"/>
                        </a:lnTo>
                        <a:lnTo>
                          <a:pt x="462" y="375"/>
                        </a:lnTo>
                        <a:lnTo>
                          <a:pt x="468" y="371"/>
                        </a:lnTo>
                        <a:lnTo>
                          <a:pt x="472" y="368"/>
                        </a:lnTo>
                        <a:lnTo>
                          <a:pt x="475" y="368"/>
                        </a:lnTo>
                        <a:lnTo>
                          <a:pt x="477" y="367"/>
                        </a:lnTo>
                        <a:lnTo>
                          <a:pt x="477" y="366"/>
                        </a:lnTo>
                        <a:lnTo>
                          <a:pt x="482" y="362"/>
                        </a:lnTo>
                        <a:lnTo>
                          <a:pt x="487" y="360"/>
                        </a:lnTo>
                        <a:lnTo>
                          <a:pt x="493" y="355"/>
                        </a:lnTo>
                        <a:lnTo>
                          <a:pt x="497" y="355"/>
                        </a:lnTo>
                        <a:lnTo>
                          <a:pt x="502" y="349"/>
                        </a:lnTo>
                        <a:lnTo>
                          <a:pt x="501" y="352"/>
                        </a:lnTo>
                        <a:lnTo>
                          <a:pt x="501" y="356"/>
                        </a:lnTo>
                        <a:lnTo>
                          <a:pt x="502" y="356"/>
                        </a:lnTo>
                        <a:lnTo>
                          <a:pt x="504" y="358"/>
                        </a:lnTo>
                        <a:lnTo>
                          <a:pt x="505" y="358"/>
                        </a:lnTo>
                        <a:lnTo>
                          <a:pt x="509" y="353"/>
                        </a:lnTo>
                        <a:lnTo>
                          <a:pt x="512" y="353"/>
                        </a:lnTo>
                        <a:lnTo>
                          <a:pt x="517" y="351"/>
                        </a:lnTo>
                        <a:lnTo>
                          <a:pt x="519" y="349"/>
                        </a:lnTo>
                        <a:lnTo>
                          <a:pt x="517" y="352"/>
                        </a:lnTo>
                        <a:lnTo>
                          <a:pt x="513" y="355"/>
                        </a:lnTo>
                        <a:lnTo>
                          <a:pt x="510" y="355"/>
                        </a:lnTo>
                        <a:lnTo>
                          <a:pt x="504" y="362"/>
                        </a:lnTo>
                        <a:lnTo>
                          <a:pt x="504" y="364"/>
                        </a:lnTo>
                        <a:lnTo>
                          <a:pt x="506" y="368"/>
                        </a:lnTo>
                        <a:lnTo>
                          <a:pt x="508" y="371"/>
                        </a:lnTo>
                        <a:lnTo>
                          <a:pt x="505" y="370"/>
                        </a:lnTo>
                        <a:lnTo>
                          <a:pt x="502" y="370"/>
                        </a:lnTo>
                        <a:lnTo>
                          <a:pt x="501" y="370"/>
                        </a:lnTo>
                        <a:lnTo>
                          <a:pt x="498" y="370"/>
                        </a:lnTo>
                        <a:lnTo>
                          <a:pt x="496" y="368"/>
                        </a:lnTo>
                        <a:lnTo>
                          <a:pt x="496" y="364"/>
                        </a:lnTo>
                        <a:lnTo>
                          <a:pt x="490" y="367"/>
                        </a:lnTo>
                        <a:lnTo>
                          <a:pt x="489" y="367"/>
                        </a:lnTo>
                        <a:lnTo>
                          <a:pt x="485" y="370"/>
                        </a:lnTo>
                        <a:lnTo>
                          <a:pt x="481" y="370"/>
                        </a:lnTo>
                        <a:lnTo>
                          <a:pt x="478" y="372"/>
                        </a:lnTo>
                        <a:lnTo>
                          <a:pt x="478" y="375"/>
                        </a:lnTo>
                        <a:lnTo>
                          <a:pt x="478" y="377"/>
                        </a:lnTo>
                        <a:lnTo>
                          <a:pt x="475" y="381"/>
                        </a:lnTo>
                        <a:lnTo>
                          <a:pt x="472" y="383"/>
                        </a:lnTo>
                        <a:lnTo>
                          <a:pt x="471" y="386"/>
                        </a:lnTo>
                        <a:lnTo>
                          <a:pt x="463" y="394"/>
                        </a:lnTo>
                        <a:lnTo>
                          <a:pt x="460" y="397"/>
                        </a:lnTo>
                        <a:lnTo>
                          <a:pt x="462" y="398"/>
                        </a:lnTo>
                        <a:lnTo>
                          <a:pt x="464" y="402"/>
                        </a:lnTo>
                        <a:lnTo>
                          <a:pt x="466" y="400"/>
                        </a:lnTo>
                        <a:lnTo>
                          <a:pt x="467" y="400"/>
                        </a:lnTo>
                        <a:lnTo>
                          <a:pt x="470" y="398"/>
                        </a:lnTo>
                        <a:lnTo>
                          <a:pt x="471" y="398"/>
                        </a:lnTo>
                        <a:lnTo>
                          <a:pt x="471" y="401"/>
                        </a:lnTo>
                        <a:lnTo>
                          <a:pt x="467" y="404"/>
                        </a:lnTo>
                        <a:lnTo>
                          <a:pt x="464" y="405"/>
                        </a:lnTo>
                        <a:lnTo>
                          <a:pt x="463" y="406"/>
                        </a:lnTo>
                        <a:lnTo>
                          <a:pt x="460" y="405"/>
                        </a:lnTo>
                        <a:lnTo>
                          <a:pt x="458" y="406"/>
                        </a:lnTo>
                        <a:lnTo>
                          <a:pt x="456" y="406"/>
                        </a:lnTo>
                        <a:lnTo>
                          <a:pt x="456" y="409"/>
                        </a:lnTo>
                        <a:lnTo>
                          <a:pt x="455" y="409"/>
                        </a:lnTo>
                        <a:lnTo>
                          <a:pt x="452" y="409"/>
                        </a:lnTo>
                        <a:lnTo>
                          <a:pt x="452" y="413"/>
                        </a:lnTo>
                        <a:lnTo>
                          <a:pt x="456" y="417"/>
                        </a:lnTo>
                        <a:lnTo>
                          <a:pt x="458" y="416"/>
                        </a:lnTo>
                        <a:lnTo>
                          <a:pt x="459" y="415"/>
                        </a:lnTo>
                        <a:lnTo>
                          <a:pt x="460" y="416"/>
                        </a:lnTo>
                        <a:lnTo>
                          <a:pt x="462" y="413"/>
                        </a:lnTo>
                        <a:lnTo>
                          <a:pt x="463" y="413"/>
                        </a:lnTo>
                        <a:lnTo>
                          <a:pt x="463" y="415"/>
                        </a:lnTo>
                        <a:lnTo>
                          <a:pt x="464" y="415"/>
                        </a:lnTo>
                        <a:lnTo>
                          <a:pt x="466" y="412"/>
                        </a:lnTo>
                        <a:lnTo>
                          <a:pt x="467" y="412"/>
                        </a:lnTo>
                        <a:lnTo>
                          <a:pt x="470" y="409"/>
                        </a:lnTo>
                        <a:lnTo>
                          <a:pt x="471" y="406"/>
                        </a:lnTo>
                        <a:lnTo>
                          <a:pt x="472" y="405"/>
                        </a:lnTo>
                        <a:lnTo>
                          <a:pt x="472" y="406"/>
                        </a:lnTo>
                        <a:lnTo>
                          <a:pt x="471" y="408"/>
                        </a:lnTo>
                        <a:lnTo>
                          <a:pt x="472" y="409"/>
                        </a:lnTo>
                        <a:lnTo>
                          <a:pt x="477" y="409"/>
                        </a:lnTo>
                        <a:lnTo>
                          <a:pt x="481" y="405"/>
                        </a:lnTo>
                        <a:lnTo>
                          <a:pt x="483" y="405"/>
                        </a:lnTo>
                        <a:lnTo>
                          <a:pt x="485" y="406"/>
                        </a:lnTo>
                        <a:lnTo>
                          <a:pt x="486" y="405"/>
                        </a:lnTo>
                        <a:lnTo>
                          <a:pt x="487" y="401"/>
                        </a:lnTo>
                        <a:lnTo>
                          <a:pt x="490" y="398"/>
                        </a:lnTo>
                        <a:lnTo>
                          <a:pt x="491" y="398"/>
                        </a:lnTo>
                        <a:lnTo>
                          <a:pt x="489" y="402"/>
                        </a:lnTo>
                        <a:lnTo>
                          <a:pt x="489" y="405"/>
                        </a:lnTo>
                        <a:lnTo>
                          <a:pt x="490" y="404"/>
                        </a:lnTo>
                        <a:lnTo>
                          <a:pt x="493" y="400"/>
                        </a:lnTo>
                        <a:lnTo>
                          <a:pt x="496" y="394"/>
                        </a:lnTo>
                        <a:lnTo>
                          <a:pt x="497" y="394"/>
                        </a:lnTo>
                        <a:lnTo>
                          <a:pt x="497" y="396"/>
                        </a:lnTo>
                        <a:lnTo>
                          <a:pt x="496" y="400"/>
                        </a:lnTo>
                        <a:lnTo>
                          <a:pt x="496" y="400"/>
                        </a:lnTo>
                        <a:lnTo>
                          <a:pt x="498" y="397"/>
                        </a:lnTo>
                        <a:lnTo>
                          <a:pt x="500" y="398"/>
                        </a:lnTo>
                        <a:lnTo>
                          <a:pt x="500" y="400"/>
                        </a:lnTo>
                        <a:lnTo>
                          <a:pt x="502" y="401"/>
                        </a:lnTo>
                        <a:lnTo>
                          <a:pt x="504" y="402"/>
                        </a:lnTo>
                        <a:lnTo>
                          <a:pt x="506" y="400"/>
                        </a:lnTo>
                        <a:lnTo>
                          <a:pt x="508" y="397"/>
                        </a:lnTo>
                        <a:lnTo>
                          <a:pt x="510" y="397"/>
                        </a:lnTo>
                        <a:lnTo>
                          <a:pt x="513" y="394"/>
                        </a:lnTo>
                        <a:lnTo>
                          <a:pt x="512" y="394"/>
                        </a:lnTo>
                        <a:lnTo>
                          <a:pt x="513" y="390"/>
                        </a:lnTo>
                        <a:lnTo>
                          <a:pt x="517" y="389"/>
                        </a:lnTo>
                        <a:lnTo>
                          <a:pt x="519" y="387"/>
                        </a:lnTo>
                        <a:lnTo>
                          <a:pt x="519" y="385"/>
                        </a:lnTo>
                        <a:lnTo>
                          <a:pt x="516" y="385"/>
                        </a:lnTo>
                        <a:lnTo>
                          <a:pt x="515" y="383"/>
                        </a:lnTo>
                        <a:lnTo>
                          <a:pt x="512" y="383"/>
                        </a:lnTo>
                        <a:lnTo>
                          <a:pt x="512" y="381"/>
                        </a:lnTo>
                        <a:lnTo>
                          <a:pt x="515" y="381"/>
                        </a:lnTo>
                        <a:lnTo>
                          <a:pt x="517" y="382"/>
                        </a:lnTo>
                        <a:lnTo>
                          <a:pt x="519" y="381"/>
                        </a:lnTo>
                        <a:lnTo>
                          <a:pt x="519" y="378"/>
                        </a:lnTo>
                        <a:lnTo>
                          <a:pt x="516" y="379"/>
                        </a:lnTo>
                        <a:lnTo>
                          <a:pt x="513" y="377"/>
                        </a:lnTo>
                        <a:lnTo>
                          <a:pt x="513" y="374"/>
                        </a:lnTo>
                        <a:lnTo>
                          <a:pt x="516" y="374"/>
                        </a:lnTo>
                        <a:lnTo>
                          <a:pt x="519" y="374"/>
                        </a:lnTo>
                        <a:lnTo>
                          <a:pt x="520" y="374"/>
                        </a:lnTo>
                        <a:lnTo>
                          <a:pt x="520" y="372"/>
                        </a:lnTo>
                        <a:lnTo>
                          <a:pt x="519" y="370"/>
                        </a:lnTo>
                        <a:lnTo>
                          <a:pt x="523" y="367"/>
                        </a:lnTo>
                        <a:lnTo>
                          <a:pt x="525" y="370"/>
                        </a:lnTo>
                        <a:lnTo>
                          <a:pt x="528" y="368"/>
                        </a:lnTo>
                        <a:lnTo>
                          <a:pt x="531" y="368"/>
                        </a:lnTo>
                        <a:lnTo>
                          <a:pt x="527" y="372"/>
                        </a:lnTo>
                        <a:lnTo>
                          <a:pt x="527" y="375"/>
                        </a:lnTo>
                        <a:lnTo>
                          <a:pt x="527" y="379"/>
                        </a:lnTo>
                        <a:lnTo>
                          <a:pt x="528" y="379"/>
                        </a:lnTo>
                        <a:lnTo>
                          <a:pt x="531" y="374"/>
                        </a:lnTo>
                        <a:lnTo>
                          <a:pt x="532" y="372"/>
                        </a:lnTo>
                        <a:lnTo>
                          <a:pt x="534" y="372"/>
                        </a:lnTo>
                        <a:lnTo>
                          <a:pt x="534" y="374"/>
                        </a:lnTo>
                        <a:lnTo>
                          <a:pt x="532" y="377"/>
                        </a:lnTo>
                        <a:lnTo>
                          <a:pt x="532" y="378"/>
                        </a:lnTo>
                        <a:lnTo>
                          <a:pt x="535" y="375"/>
                        </a:lnTo>
                        <a:lnTo>
                          <a:pt x="536" y="374"/>
                        </a:lnTo>
                        <a:lnTo>
                          <a:pt x="538" y="375"/>
                        </a:lnTo>
                        <a:lnTo>
                          <a:pt x="542" y="374"/>
                        </a:lnTo>
                        <a:lnTo>
                          <a:pt x="542" y="374"/>
                        </a:lnTo>
                        <a:lnTo>
                          <a:pt x="544" y="371"/>
                        </a:lnTo>
                        <a:lnTo>
                          <a:pt x="549" y="371"/>
                        </a:lnTo>
                        <a:lnTo>
                          <a:pt x="550" y="371"/>
                        </a:lnTo>
                        <a:lnTo>
                          <a:pt x="550" y="372"/>
                        </a:lnTo>
                        <a:lnTo>
                          <a:pt x="547" y="372"/>
                        </a:lnTo>
                        <a:lnTo>
                          <a:pt x="544" y="377"/>
                        </a:lnTo>
                        <a:lnTo>
                          <a:pt x="542" y="377"/>
                        </a:lnTo>
                        <a:lnTo>
                          <a:pt x="540" y="378"/>
                        </a:lnTo>
                        <a:lnTo>
                          <a:pt x="542" y="379"/>
                        </a:lnTo>
                        <a:lnTo>
                          <a:pt x="547" y="381"/>
                        </a:lnTo>
                        <a:lnTo>
                          <a:pt x="549" y="382"/>
                        </a:lnTo>
                        <a:lnTo>
                          <a:pt x="549" y="383"/>
                        </a:lnTo>
                        <a:lnTo>
                          <a:pt x="546" y="381"/>
                        </a:lnTo>
                        <a:lnTo>
                          <a:pt x="542" y="381"/>
                        </a:lnTo>
                        <a:lnTo>
                          <a:pt x="539" y="382"/>
                        </a:lnTo>
                        <a:lnTo>
                          <a:pt x="539" y="385"/>
                        </a:lnTo>
                        <a:lnTo>
                          <a:pt x="542" y="385"/>
                        </a:lnTo>
                        <a:lnTo>
                          <a:pt x="543" y="383"/>
                        </a:lnTo>
                        <a:lnTo>
                          <a:pt x="546" y="385"/>
                        </a:lnTo>
                        <a:lnTo>
                          <a:pt x="544" y="386"/>
                        </a:lnTo>
                        <a:lnTo>
                          <a:pt x="542" y="386"/>
                        </a:lnTo>
                        <a:lnTo>
                          <a:pt x="542" y="389"/>
                        </a:lnTo>
                        <a:lnTo>
                          <a:pt x="546" y="389"/>
                        </a:lnTo>
                        <a:lnTo>
                          <a:pt x="547" y="392"/>
                        </a:lnTo>
                        <a:lnTo>
                          <a:pt x="544" y="392"/>
                        </a:lnTo>
                        <a:lnTo>
                          <a:pt x="543" y="393"/>
                        </a:lnTo>
                        <a:lnTo>
                          <a:pt x="543" y="394"/>
                        </a:lnTo>
                        <a:lnTo>
                          <a:pt x="546" y="394"/>
                        </a:lnTo>
                        <a:lnTo>
                          <a:pt x="549" y="393"/>
                        </a:lnTo>
                        <a:lnTo>
                          <a:pt x="551" y="396"/>
                        </a:lnTo>
                        <a:lnTo>
                          <a:pt x="554" y="396"/>
                        </a:lnTo>
                        <a:lnTo>
                          <a:pt x="558" y="394"/>
                        </a:lnTo>
                        <a:lnTo>
                          <a:pt x="558" y="397"/>
                        </a:lnTo>
                        <a:lnTo>
                          <a:pt x="558" y="398"/>
                        </a:lnTo>
                        <a:lnTo>
                          <a:pt x="557" y="398"/>
                        </a:lnTo>
                        <a:lnTo>
                          <a:pt x="558" y="401"/>
                        </a:lnTo>
                        <a:lnTo>
                          <a:pt x="558" y="401"/>
                        </a:lnTo>
                        <a:lnTo>
                          <a:pt x="559" y="402"/>
                        </a:lnTo>
                        <a:lnTo>
                          <a:pt x="561" y="404"/>
                        </a:lnTo>
                        <a:lnTo>
                          <a:pt x="563" y="401"/>
                        </a:lnTo>
                        <a:lnTo>
                          <a:pt x="562" y="400"/>
                        </a:lnTo>
                        <a:lnTo>
                          <a:pt x="563" y="398"/>
                        </a:lnTo>
                        <a:lnTo>
                          <a:pt x="566" y="398"/>
                        </a:lnTo>
                        <a:lnTo>
                          <a:pt x="565" y="401"/>
                        </a:lnTo>
                        <a:lnTo>
                          <a:pt x="565" y="402"/>
                        </a:lnTo>
                        <a:lnTo>
                          <a:pt x="561" y="406"/>
                        </a:lnTo>
                        <a:lnTo>
                          <a:pt x="563" y="409"/>
                        </a:lnTo>
                        <a:lnTo>
                          <a:pt x="562" y="409"/>
                        </a:lnTo>
                        <a:lnTo>
                          <a:pt x="561" y="409"/>
                        </a:lnTo>
                        <a:lnTo>
                          <a:pt x="559" y="409"/>
                        </a:lnTo>
                        <a:lnTo>
                          <a:pt x="561" y="412"/>
                        </a:lnTo>
                        <a:lnTo>
                          <a:pt x="568" y="413"/>
                        </a:lnTo>
                        <a:lnTo>
                          <a:pt x="569" y="412"/>
                        </a:lnTo>
                        <a:lnTo>
                          <a:pt x="572" y="412"/>
                        </a:lnTo>
                        <a:lnTo>
                          <a:pt x="574" y="412"/>
                        </a:lnTo>
                        <a:lnTo>
                          <a:pt x="577" y="412"/>
                        </a:lnTo>
                        <a:lnTo>
                          <a:pt x="581" y="412"/>
                        </a:lnTo>
                        <a:lnTo>
                          <a:pt x="583" y="412"/>
                        </a:lnTo>
                        <a:lnTo>
                          <a:pt x="583" y="415"/>
                        </a:lnTo>
                        <a:lnTo>
                          <a:pt x="584" y="415"/>
                        </a:lnTo>
                        <a:lnTo>
                          <a:pt x="585" y="417"/>
                        </a:lnTo>
                        <a:lnTo>
                          <a:pt x="588" y="419"/>
                        </a:lnTo>
                        <a:lnTo>
                          <a:pt x="588" y="420"/>
                        </a:lnTo>
                        <a:lnTo>
                          <a:pt x="591" y="420"/>
                        </a:lnTo>
                        <a:lnTo>
                          <a:pt x="595" y="419"/>
                        </a:lnTo>
                        <a:lnTo>
                          <a:pt x="596" y="417"/>
                        </a:lnTo>
                        <a:lnTo>
                          <a:pt x="597" y="417"/>
                        </a:lnTo>
                        <a:lnTo>
                          <a:pt x="597" y="420"/>
                        </a:lnTo>
                        <a:lnTo>
                          <a:pt x="595" y="421"/>
                        </a:lnTo>
                        <a:lnTo>
                          <a:pt x="592" y="423"/>
                        </a:lnTo>
                        <a:lnTo>
                          <a:pt x="592" y="424"/>
                        </a:lnTo>
                        <a:lnTo>
                          <a:pt x="596" y="424"/>
                        </a:lnTo>
                        <a:lnTo>
                          <a:pt x="597" y="427"/>
                        </a:lnTo>
                        <a:lnTo>
                          <a:pt x="599" y="430"/>
                        </a:lnTo>
                        <a:lnTo>
                          <a:pt x="603" y="431"/>
                        </a:lnTo>
                        <a:lnTo>
                          <a:pt x="608" y="430"/>
                        </a:lnTo>
                        <a:lnTo>
                          <a:pt x="611" y="428"/>
                        </a:lnTo>
                        <a:lnTo>
                          <a:pt x="611" y="430"/>
                        </a:lnTo>
                        <a:lnTo>
                          <a:pt x="614" y="427"/>
                        </a:lnTo>
                        <a:lnTo>
                          <a:pt x="616" y="425"/>
                        </a:lnTo>
                        <a:lnTo>
                          <a:pt x="618" y="425"/>
                        </a:lnTo>
                        <a:lnTo>
                          <a:pt x="618" y="427"/>
                        </a:lnTo>
                        <a:lnTo>
                          <a:pt x="615" y="428"/>
                        </a:lnTo>
                        <a:lnTo>
                          <a:pt x="614" y="434"/>
                        </a:lnTo>
                        <a:lnTo>
                          <a:pt x="612" y="436"/>
                        </a:lnTo>
                        <a:lnTo>
                          <a:pt x="611" y="436"/>
                        </a:lnTo>
                        <a:lnTo>
                          <a:pt x="608" y="435"/>
                        </a:lnTo>
                        <a:lnTo>
                          <a:pt x="607" y="436"/>
                        </a:lnTo>
                        <a:lnTo>
                          <a:pt x="608" y="439"/>
                        </a:lnTo>
                        <a:lnTo>
                          <a:pt x="610" y="442"/>
                        </a:lnTo>
                        <a:lnTo>
                          <a:pt x="611" y="443"/>
                        </a:lnTo>
                        <a:lnTo>
                          <a:pt x="614" y="442"/>
                        </a:lnTo>
                        <a:lnTo>
                          <a:pt x="615" y="443"/>
                        </a:lnTo>
                        <a:lnTo>
                          <a:pt x="615" y="444"/>
                        </a:lnTo>
                        <a:lnTo>
                          <a:pt x="612" y="444"/>
                        </a:lnTo>
                        <a:lnTo>
                          <a:pt x="612" y="446"/>
                        </a:lnTo>
                        <a:lnTo>
                          <a:pt x="616" y="450"/>
                        </a:lnTo>
                        <a:lnTo>
                          <a:pt x="618" y="450"/>
                        </a:lnTo>
                        <a:lnTo>
                          <a:pt x="622" y="450"/>
                        </a:lnTo>
                        <a:lnTo>
                          <a:pt x="623" y="447"/>
                        </a:lnTo>
                        <a:lnTo>
                          <a:pt x="626" y="440"/>
                        </a:lnTo>
                        <a:lnTo>
                          <a:pt x="625" y="446"/>
                        </a:lnTo>
                        <a:lnTo>
                          <a:pt x="625" y="449"/>
                        </a:lnTo>
                        <a:lnTo>
                          <a:pt x="623" y="451"/>
                        </a:lnTo>
                        <a:lnTo>
                          <a:pt x="622" y="451"/>
                        </a:lnTo>
                        <a:lnTo>
                          <a:pt x="621" y="454"/>
                        </a:lnTo>
                        <a:lnTo>
                          <a:pt x="621" y="455"/>
                        </a:lnTo>
                        <a:lnTo>
                          <a:pt x="623" y="457"/>
                        </a:lnTo>
                        <a:lnTo>
                          <a:pt x="622" y="458"/>
                        </a:lnTo>
                        <a:lnTo>
                          <a:pt x="622" y="465"/>
                        </a:lnTo>
                        <a:lnTo>
                          <a:pt x="623" y="466"/>
                        </a:lnTo>
                        <a:lnTo>
                          <a:pt x="625" y="466"/>
                        </a:lnTo>
                        <a:lnTo>
                          <a:pt x="625" y="469"/>
                        </a:lnTo>
                        <a:lnTo>
                          <a:pt x="626" y="472"/>
                        </a:lnTo>
                        <a:lnTo>
                          <a:pt x="630" y="476"/>
                        </a:lnTo>
                        <a:lnTo>
                          <a:pt x="631" y="477"/>
                        </a:lnTo>
                        <a:lnTo>
                          <a:pt x="631" y="478"/>
                        </a:lnTo>
                        <a:lnTo>
                          <a:pt x="633" y="477"/>
                        </a:lnTo>
                        <a:lnTo>
                          <a:pt x="634" y="480"/>
                        </a:lnTo>
                        <a:lnTo>
                          <a:pt x="637" y="478"/>
                        </a:lnTo>
                        <a:lnTo>
                          <a:pt x="635" y="477"/>
                        </a:lnTo>
                        <a:lnTo>
                          <a:pt x="637" y="476"/>
                        </a:lnTo>
                        <a:lnTo>
                          <a:pt x="637" y="477"/>
                        </a:lnTo>
                        <a:lnTo>
                          <a:pt x="640" y="477"/>
                        </a:lnTo>
                        <a:lnTo>
                          <a:pt x="640" y="476"/>
                        </a:lnTo>
                        <a:lnTo>
                          <a:pt x="638" y="472"/>
                        </a:lnTo>
                        <a:lnTo>
                          <a:pt x="637" y="472"/>
                        </a:lnTo>
                        <a:lnTo>
                          <a:pt x="635" y="472"/>
                        </a:lnTo>
                        <a:lnTo>
                          <a:pt x="635" y="472"/>
                        </a:lnTo>
                        <a:lnTo>
                          <a:pt x="637" y="469"/>
                        </a:lnTo>
                        <a:lnTo>
                          <a:pt x="637" y="468"/>
                        </a:lnTo>
                        <a:lnTo>
                          <a:pt x="635" y="465"/>
                        </a:lnTo>
                        <a:lnTo>
                          <a:pt x="634" y="464"/>
                        </a:lnTo>
                        <a:lnTo>
                          <a:pt x="634" y="462"/>
                        </a:lnTo>
                        <a:lnTo>
                          <a:pt x="635" y="461"/>
                        </a:lnTo>
                        <a:lnTo>
                          <a:pt x="635" y="458"/>
                        </a:lnTo>
                        <a:lnTo>
                          <a:pt x="637" y="458"/>
                        </a:lnTo>
                        <a:lnTo>
                          <a:pt x="637" y="461"/>
                        </a:lnTo>
                        <a:lnTo>
                          <a:pt x="638" y="464"/>
                        </a:lnTo>
                        <a:lnTo>
                          <a:pt x="640" y="461"/>
                        </a:lnTo>
                        <a:lnTo>
                          <a:pt x="641" y="462"/>
                        </a:lnTo>
                        <a:lnTo>
                          <a:pt x="642" y="464"/>
                        </a:lnTo>
                        <a:lnTo>
                          <a:pt x="641" y="466"/>
                        </a:lnTo>
                        <a:lnTo>
                          <a:pt x="641" y="469"/>
                        </a:lnTo>
                        <a:lnTo>
                          <a:pt x="642" y="469"/>
                        </a:lnTo>
                        <a:lnTo>
                          <a:pt x="645" y="468"/>
                        </a:lnTo>
                        <a:lnTo>
                          <a:pt x="646" y="466"/>
                        </a:lnTo>
                        <a:lnTo>
                          <a:pt x="645" y="469"/>
                        </a:lnTo>
                        <a:lnTo>
                          <a:pt x="644" y="470"/>
                        </a:lnTo>
                        <a:lnTo>
                          <a:pt x="644" y="473"/>
                        </a:lnTo>
                        <a:lnTo>
                          <a:pt x="645" y="476"/>
                        </a:lnTo>
                        <a:lnTo>
                          <a:pt x="644" y="478"/>
                        </a:lnTo>
                        <a:lnTo>
                          <a:pt x="644" y="480"/>
                        </a:lnTo>
                        <a:lnTo>
                          <a:pt x="648" y="481"/>
                        </a:lnTo>
                        <a:lnTo>
                          <a:pt x="648" y="480"/>
                        </a:lnTo>
                        <a:lnTo>
                          <a:pt x="649" y="477"/>
                        </a:lnTo>
                        <a:lnTo>
                          <a:pt x="649" y="480"/>
                        </a:lnTo>
                        <a:lnTo>
                          <a:pt x="649" y="480"/>
                        </a:lnTo>
                        <a:lnTo>
                          <a:pt x="649" y="484"/>
                        </a:lnTo>
                        <a:lnTo>
                          <a:pt x="652" y="485"/>
                        </a:lnTo>
                        <a:lnTo>
                          <a:pt x="653" y="481"/>
                        </a:lnTo>
                        <a:lnTo>
                          <a:pt x="655" y="477"/>
                        </a:lnTo>
                        <a:lnTo>
                          <a:pt x="655" y="474"/>
                        </a:lnTo>
                        <a:lnTo>
                          <a:pt x="656" y="468"/>
                        </a:lnTo>
                        <a:lnTo>
                          <a:pt x="657" y="462"/>
                        </a:lnTo>
                        <a:lnTo>
                          <a:pt x="657" y="457"/>
                        </a:lnTo>
                        <a:lnTo>
                          <a:pt x="657" y="451"/>
                        </a:lnTo>
                        <a:lnTo>
                          <a:pt x="656" y="450"/>
                        </a:lnTo>
                        <a:lnTo>
                          <a:pt x="656" y="450"/>
                        </a:lnTo>
                        <a:lnTo>
                          <a:pt x="657" y="450"/>
                        </a:lnTo>
                        <a:lnTo>
                          <a:pt x="659" y="454"/>
                        </a:lnTo>
                        <a:lnTo>
                          <a:pt x="660" y="454"/>
                        </a:lnTo>
                        <a:lnTo>
                          <a:pt x="661" y="450"/>
                        </a:lnTo>
                        <a:lnTo>
                          <a:pt x="664" y="449"/>
                        </a:lnTo>
                        <a:lnTo>
                          <a:pt x="663" y="453"/>
                        </a:lnTo>
                        <a:lnTo>
                          <a:pt x="661" y="457"/>
                        </a:lnTo>
                        <a:lnTo>
                          <a:pt x="663" y="461"/>
                        </a:lnTo>
                        <a:lnTo>
                          <a:pt x="660" y="466"/>
                        </a:lnTo>
                        <a:lnTo>
                          <a:pt x="659" y="470"/>
                        </a:lnTo>
                        <a:lnTo>
                          <a:pt x="660" y="472"/>
                        </a:lnTo>
                        <a:lnTo>
                          <a:pt x="659" y="473"/>
                        </a:lnTo>
                        <a:lnTo>
                          <a:pt x="659" y="477"/>
                        </a:lnTo>
                        <a:lnTo>
                          <a:pt x="659" y="480"/>
                        </a:lnTo>
                        <a:lnTo>
                          <a:pt x="659" y="483"/>
                        </a:lnTo>
                        <a:lnTo>
                          <a:pt x="661" y="485"/>
                        </a:lnTo>
                        <a:lnTo>
                          <a:pt x="663" y="488"/>
                        </a:lnTo>
                        <a:lnTo>
                          <a:pt x="663" y="488"/>
                        </a:lnTo>
                        <a:lnTo>
                          <a:pt x="664" y="491"/>
                        </a:lnTo>
                        <a:lnTo>
                          <a:pt x="665" y="493"/>
                        </a:lnTo>
                        <a:lnTo>
                          <a:pt x="667" y="492"/>
                        </a:lnTo>
                        <a:lnTo>
                          <a:pt x="668" y="493"/>
                        </a:lnTo>
                        <a:lnTo>
                          <a:pt x="671" y="492"/>
                        </a:lnTo>
                        <a:lnTo>
                          <a:pt x="675" y="492"/>
                        </a:lnTo>
                        <a:lnTo>
                          <a:pt x="675" y="492"/>
                        </a:lnTo>
                        <a:lnTo>
                          <a:pt x="671" y="495"/>
                        </a:lnTo>
                        <a:lnTo>
                          <a:pt x="669" y="496"/>
                        </a:lnTo>
                        <a:lnTo>
                          <a:pt x="669" y="496"/>
                        </a:lnTo>
                        <a:lnTo>
                          <a:pt x="671" y="499"/>
                        </a:lnTo>
                        <a:lnTo>
                          <a:pt x="669" y="499"/>
                        </a:lnTo>
                        <a:lnTo>
                          <a:pt x="668" y="499"/>
                        </a:lnTo>
                        <a:lnTo>
                          <a:pt x="668" y="502"/>
                        </a:lnTo>
                        <a:lnTo>
                          <a:pt x="669" y="504"/>
                        </a:lnTo>
                        <a:lnTo>
                          <a:pt x="669" y="507"/>
                        </a:lnTo>
                        <a:lnTo>
                          <a:pt x="668" y="507"/>
                        </a:lnTo>
                        <a:lnTo>
                          <a:pt x="667" y="506"/>
                        </a:lnTo>
                        <a:lnTo>
                          <a:pt x="665" y="504"/>
                        </a:lnTo>
                        <a:lnTo>
                          <a:pt x="665" y="504"/>
                        </a:lnTo>
                        <a:lnTo>
                          <a:pt x="665" y="507"/>
                        </a:lnTo>
                        <a:lnTo>
                          <a:pt x="664" y="508"/>
                        </a:lnTo>
                        <a:lnTo>
                          <a:pt x="664" y="511"/>
                        </a:lnTo>
                        <a:lnTo>
                          <a:pt x="665" y="512"/>
                        </a:lnTo>
                        <a:lnTo>
                          <a:pt x="664" y="514"/>
                        </a:lnTo>
                        <a:lnTo>
                          <a:pt x="663" y="514"/>
                        </a:lnTo>
                        <a:lnTo>
                          <a:pt x="661" y="517"/>
                        </a:lnTo>
                        <a:lnTo>
                          <a:pt x="661" y="518"/>
                        </a:lnTo>
                        <a:lnTo>
                          <a:pt x="663" y="518"/>
                        </a:lnTo>
                        <a:lnTo>
                          <a:pt x="664" y="518"/>
                        </a:lnTo>
                        <a:lnTo>
                          <a:pt x="665" y="521"/>
                        </a:lnTo>
                        <a:lnTo>
                          <a:pt x="667" y="522"/>
                        </a:lnTo>
                        <a:lnTo>
                          <a:pt x="668" y="522"/>
                        </a:lnTo>
                        <a:lnTo>
                          <a:pt x="671" y="523"/>
                        </a:lnTo>
                        <a:lnTo>
                          <a:pt x="671" y="523"/>
                        </a:lnTo>
                        <a:lnTo>
                          <a:pt x="668" y="523"/>
                        </a:lnTo>
                        <a:lnTo>
                          <a:pt x="667" y="525"/>
                        </a:lnTo>
                        <a:lnTo>
                          <a:pt x="668" y="526"/>
                        </a:lnTo>
                        <a:lnTo>
                          <a:pt x="669" y="527"/>
                        </a:lnTo>
                        <a:lnTo>
                          <a:pt x="671" y="530"/>
                        </a:lnTo>
                        <a:lnTo>
                          <a:pt x="674" y="531"/>
                        </a:lnTo>
                        <a:lnTo>
                          <a:pt x="675" y="531"/>
                        </a:lnTo>
                        <a:lnTo>
                          <a:pt x="672" y="533"/>
                        </a:lnTo>
                        <a:lnTo>
                          <a:pt x="671" y="533"/>
                        </a:lnTo>
                        <a:lnTo>
                          <a:pt x="669" y="534"/>
                        </a:lnTo>
                        <a:lnTo>
                          <a:pt x="669" y="538"/>
                        </a:lnTo>
                        <a:lnTo>
                          <a:pt x="672" y="542"/>
                        </a:lnTo>
                        <a:lnTo>
                          <a:pt x="674" y="544"/>
                        </a:lnTo>
                        <a:lnTo>
                          <a:pt x="678" y="544"/>
                        </a:lnTo>
                        <a:lnTo>
                          <a:pt x="679" y="544"/>
                        </a:lnTo>
                        <a:lnTo>
                          <a:pt x="676" y="545"/>
                        </a:lnTo>
                        <a:lnTo>
                          <a:pt x="672" y="545"/>
                        </a:lnTo>
                        <a:lnTo>
                          <a:pt x="671" y="545"/>
                        </a:lnTo>
                        <a:lnTo>
                          <a:pt x="669" y="549"/>
                        </a:lnTo>
                        <a:lnTo>
                          <a:pt x="665" y="553"/>
                        </a:lnTo>
                        <a:lnTo>
                          <a:pt x="661" y="556"/>
                        </a:lnTo>
                        <a:lnTo>
                          <a:pt x="661" y="559"/>
                        </a:lnTo>
                        <a:lnTo>
                          <a:pt x="663" y="561"/>
                        </a:lnTo>
                        <a:lnTo>
                          <a:pt x="665" y="559"/>
                        </a:lnTo>
                        <a:lnTo>
                          <a:pt x="668" y="556"/>
                        </a:lnTo>
                        <a:lnTo>
                          <a:pt x="668" y="555"/>
                        </a:lnTo>
                        <a:lnTo>
                          <a:pt x="669" y="553"/>
                        </a:lnTo>
                        <a:lnTo>
                          <a:pt x="674" y="550"/>
                        </a:lnTo>
                        <a:lnTo>
                          <a:pt x="674" y="552"/>
                        </a:lnTo>
                        <a:lnTo>
                          <a:pt x="676" y="550"/>
                        </a:lnTo>
                        <a:lnTo>
                          <a:pt x="679" y="550"/>
                        </a:lnTo>
                        <a:lnTo>
                          <a:pt x="678" y="553"/>
                        </a:lnTo>
                        <a:lnTo>
                          <a:pt x="678" y="555"/>
                        </a:lnTo>
                        <a:lnTo>
                          <a:pt x="680" y="555"/>
                        </a:lnTo>
                        <a:lnTo>
                          <a:pt x="680" y="556"/>
                        </a:lnTo>
                        <a:lnTo>
                          <a:pt x="678" y="559"/>
                        </a:lnTo>
                        <a:lnTo>
                          <a:pt x="678" y="560"/>
                        </a:lnTo>
                        <a:lnTo>
                          <a:pt x="679" y="563"/>
                        </a:lnTo>
                        <a:lnTo>
                          <a:pt x="676" y="565"/>
                        </a:lnTo>
                        <a:lnTo>
                          <a:pt x="676" y="568"/>
                        </a:lnTo>
                        <a:lnTo>
                          <a:pt x="676" y="569"/>
                        </a:lnTo>
                        <a:lnTo>
                          <a:pt x="678" y="571"/>
                        </a:lnTo>
                        <a:lnTo>
                          <a:pt x="675" y="571"/>
                        </a:lnTo>
                        <a:lnTo>
                          <a:pt x="672" y="571"/>
                        </a:lnTo>
                        <a:lnTo>
                          <a:pt x="671" y="572"/>
                        </a:lnTo>
                        <a:lnTo>
                          <a:pt x="671" y="574"/>
                        </a:lnTo>
                        <a:lnTo>
                          <a:pt x="672" y="574"/>
                        </a:lnTo>
                        <a:lnTo>
                          <a:pt x="674" y="574"/>
                        </a:lnTo>
                        <a:lnTo>
                          <a:pt x="676" y="574"/>
                        </a:lnTo>
                        <a:lnTo>
                          <a:pt x="678" y="575"/>
                        </a:lnTo>
                        <a:lnTo>
                          <a:pt x="675" y="576"/>
                        </a:lnTo>
                        <a:lnTo>
                          <a:pt x="674" y="576"/>
                        </a:lnTo>
                        <a:lnTo>
                          <a:pt x="671" y="576"/>
                        </a:lnTo>
                        <a:lnTo>
                          <a:pt x="669" y="578"/>
                        </a:lnTo>
                        <a:lnTo>
                          <a:pt x="669" y="580"/>
                        </a:lnTo>
                        <a:lnTo>
                          <a:pt x="671" y="583"/>
                        </a:lnTo>
                        <a:lnTo>
                          <a:pt x="672" y="583"/>
                        </a:lnTo>
                        <a:lnTo>
                          <a:pt x="674" y="580"/>
                        </a:lnTo>
                        <a:lnTo>
                          <a:pt x="675" y="580"/>
                        </a:lnTo>
                        <a:lnTo>
                          <a:pt x="678" y="580"/>
                        </a:lnTo>
                        <a:lnTo>
                          <a:pt x="680" y="576"/>
                        </a:lnTo>
                        <a:lnTo>
                          <a:pt x="684" y="571"/>
                        </a:lnTo>
                        <a:lnTo>
                          <a:pt x="684" y="565"/>
                        </a:lnTo>
                        <a:lnTo>
                          <a:pt x="688" y="559"/>
                        </a:lnTo>
                        <a:lnTo>
                          <a:pt x="690" y="557"/>
                        </a:lnTo>
                        <a:lnTo>
                          <a:pt x="690" y="557"/>
                        </a:lnTo>
                        <a:lnTo>
                          <a:pt x="690" y="557"/>
                        </a:lnTo>
                        <a:close/>
                        <a:moveTo>
                          <a:pt x="648" y="574"/>
                        </a:moveTo>
                        <a:lnTo>
                          <a:pt x="646" y="572"/>
                        </a:lnTo>
                        <a:lnTo>
                          <a:pt x="646" y="571"/>
                        </a:lnTo>
                        <a:lnTo>
                          <a:pt x="648" y="572"/>
                        </a:lnTo>
                        <a:lnTo>
                          <a:pt x="648" y="574"/>
                        </a:lnTo>
                        <a:lnTo>
                          <a:pt x="648" y="574"/>
                        </a:lnTo>
                        <a:close/>
                        <a:moveTo>
                          <a:pt x="663" y="579"/>
                        </a:moveTo>
                        <a:lnTo>
                          <a:pt x="665" y="576"/>
                        </a:lnTo>
                        <a:lnTo>
                          <a:pt x="667" y="578"/>
                        </a:lnTo>
                        <a:lnTo>
                          <a:pt x="665" y="580"/>
                        </a:lnTo>
                        <a:lnTo>
                          <a:pt x="663" y="579"/>
                        </a:lnTo>
                        <a:lnTo>
                          <a:pt x="663" y="579"/>
                        </a:lnTo>
                        <a:close/>
                        <a:moveTo>
                          <a:pt x="664" y="571"/>
                        </a:moveTo>
                        <a:lnTo>
                          <a:pt x="667" y="569"/>
                        </a:lnTo>
                        <a:lnTo>
                          <a:pt x="668" y="574"/>
                        </a:lnTo>
                        <a:lnTo>
                          <a:pt x="665" y="576"/>
                        </a:lnTo>
                        <a:lnTo>
                          <a:pt x="663" y="575"/>
                        </a:lnTo>
                        <a:lnTo>
                          <a:pt x="664" y="572"/>
                        </a:lnTo>
                        <a:lnTo>
                          <a:pt x="664" y="571"/>
                        </a:lnTo>
                        <a:lnTo>
                          <a:pt x="664" y="571"/>
                        </a:lnTo>
                        <a:close/>
                        <a:moveTo>
                          <a:pt x="663" y="564"/>
                        </a:moveTo>
                        <a:lnTo>
                          <a:pt x="665" y="568"/>
                        </a:lnTo>
                        <a:lnTo>
                          <a:pt x="663" y="569"/>
                        </a:lnTo>
                        <a:lnTo>
                          <a:pt x="663" y="567"/>
                        </a:lnTo>
                        <a:lnTo>
                          <a:pt x="663" y="565"/>
                        </a:lnTo>
                        <a:lnTo>
                          <a:pt x="663" y="564"/>
                        </a:lnTo>
                        <a:lnTo>
                          <a:pt x="663" y="564"/>
                        </a:lnTo>
                        <a:close/>
                        <a:moveTo>
                          <a:pt x="665" y="564"/>
                        </a:moveTo>
                        <a:lnTo>
                          <a:pt x="668" y="561"/>
                        </a:lnTo>
                        <a:lnTo>
                          <a:pt x="668" y="560"/>
                        </a:lnTo>
                        <a:lnTo>
                          <a:pt x="669" y="556"/>
                        </a:lnTo>
                        <a:lnTo>
                          <a:pt x="672" y="556"/>
                        </a:lnTo>
                        <a:lnTo>
                          <a:pt x="672" y="555"/>
                        </a:lnTo>
                        <a:lnTo>
                          <a:pt x="676" y="553"/>
                        </a:lnTo>
                        <a:lnTo>
                          <a:pt x="676" y="557"/>
                        </a:lnTo>
                        <a:lnTo>
                          <a:pt x="676" y="560"/>
                        </a:lnTo>
                        <a:lnTo>
                          <a:pt x="676" y="563"/>
                        </a:lnTo>
                        <a:lnTo>
                          <a:pt x="674" y="568"/>
                        </a:lnTo>
                        <a:lnTo>
                          <a:pt x="668" y="571"/>
                        </a:lnTo>
                        <a:lnTo>
                          <a:pt x="667" y="569"/>
                        </a:lnTo>
                        <a:lnTo>
                          <a:pt x="669" y="567"/>
                        </a:lnTo>
                        <a:lnTo>
                          <a:pt x="672" y="564"/>
                        </a:lnTo>
                        <a:lnTo>
                          <a:pt x="672" y="563"/>
                        </a:lnTo>
                        <a:lnTo>
                          <a:pt x="667" y="565"/>
                        </a:lnTo>
                        <a:lnTo>
                          <a:pt x="665" y="564"/>
                        </a:lnTo>
                        <a:lnTo>
                          <a:pt x="665" y="564"/>
                        </a:lnTo>
                        <a:close/>
                        <a:moveTo>
                          <a:pt x="641" y="574"/>
                        </a:moveTo>
                        <a:lnTo>
                          <a:pt x="642" y="572"/>
                        </a:lnTo>
                        <a:lnTo>
                          <a:pt x="644" y="574"/>
                        </a:lnTo>
                        <a:lnTo>
                          <a:pt x="644" y="575"/>
                        </a:lnTo>
                        <a:lnTo>
                          <a:pt x="645" y="579"/>
                        </a:lnTo>
                        <a:lnTo>
                          <a:pt x="644" y="582"/>
                        </a:lnTo>
                        <a:lnTo>
                          <a:pt x="642" y="582"/>
                        </a:lnTo>
                        <a:lnTo>
                          <a:pt x="642" y="579"/>
                        </a:lnTo>
                        <a:lnTo>
                          <a:pt x="640" y="575"/>
                        </a:lnTo>
                        <a:lnTo>
                          <a:pt x="641" y="574"/>
                        </a:lnTo>
                        <a:lnTo>
                          <a:pt x="641" y="574"/>
                        </a:lnTo>
                        <a:close/>
                        <a:moveTo>
                          <a:pt x="641" y="569"/>
                        </a:moveTo>
                        <a:lnTo>
                          <a:pt x="642" y="568"/>
                        </a:lnTo>
                        <a:lnTo>
                          <a:pt x="644" y="569"/>
                        </a:lnTo>
                        <a:lnTo>
                          <a:pt x="645" y="571"/>
                        </a:lnTo>
                        <a:lnTo>
                          <a:pt x="642" y="572"/>
                        </a:lnTo>
                        <a:lnTo>
                          <a:pt x="641" y="569"/>
                        </a:lnTo>
                        <a:lnTo>
                          <a:pt x="641" y="569"/>
                        </a:lnTo>
                        <a:close/>
                        <a:moveTo>
                          <a:pt x="640" y="567"/>
                        </a:moveTo>
                        <a:lnTo>
                          <a:pt x="642" y="564"/>
                        </a:lnTo>
                        <a:lnTo>
                          <a:pt x="642" y="567"/>
                        </a:lnTo>
                        <a:lnTo>
                          <a:pt x="640" y="567"/>
                        </a:lnTo>
                        <a:lnTo>
                          <a:pt x="640" y="567"/>
                        </a:lnTo>
                        <a:close/>
                        <a:moveTo>
                          <a:pt x="638" y="561"/>
                        </a:moveTo>
                        <a:lnTo>
                          <a:pt x="640" y="563"/>
                        </a:lnTo>
                        <a:lnTo>
                          <a:pt x="638" y="565"/>
                        </a:lnTo>
                        <a:lnTo>
                          <a:pt x="638" y="561"/>
                        </a:lnTo>
                        <a:lnTo>
                          <a:pt x="638" y="561"/>
                        </a:lnTo>
                        <a:close/>
                        <a:moveTo>
                          <a:pt x="637" y="549"/>
                        </a:moveTo>
                        <a:lnTo>
                          <a:pt x="635" y="546"/>
                        </a:lnTo>
                        <a:lnTo>
                          <a:pt x="638" y="548"/>
                        </a:lnTo>
                        <a:lnTo>
                          <a:pt x="637" y="549"/>
                        </a:lnTo>
                        <a:lnTo>
                          <a:pt x="637" y="549"/>
                        </a:lnTo>
                        <a:close/>
                        <a:moveTo>
                          <a:pt x="644" y="552"/>
                        </a:moveTo>
                        <a:lnTo>
                          <a:pt x="645" y="550"/>
                        </a:lnTo>
                        <a:lnTo>
                          <a:pt x="646" y="553"/>
                        </a:lnTo>
                        <a:lnTo>
                          <a:pt x="645" y="553"/>
                        </a:lnTo>
                        <a:lnTo>
                          <a:pt x="644" y="552"/>
                        </a:lnTo>
                        <a:lnTo>
                          <a:pt x="644" y="552"/>
                        </a:lnTo>
                        <a:close/>
                        <a:moveTo>
                          <a:pt x="645" y="548"/>
                        </a:moveTo>
                        <a:lnTo>
                          <a:pt x="646" y="545"/>
                        </a:lnTo>
                        <a:lnTo>
                          <a:pt x="649" y="544"/>
                        </a:lnTo>
                        <a:lnTo>
                          <a:pt x="650" y="545"/>
                        </a:lnTo>
                        <a:lnTo>
                          <a:pt x="649" y="546"/>
                        </a:lnTo>
                        <a:lnTo>
                          <a:pt x="648" y="546"/>
                        </a:lnTo>
                        <a:lnTo>
                          <a:pt x="646" y="548"/>
                        </a:lnTo>
                        <a:lnTo>
                          <a:pt x="645" y="548"/>
                        </a:lnTo>
                        <a:lnTo>
                          <a:pt x="645" y="548"/>
                        </a:lnTo>
                        <a:close/>
                        <a:moveTo>
                          <a:pt x="650" y="550"/>
                        </a:moveTo>
                        <a:lnTo>
                          <a:pt x="652" y="546"/>
                        </a:lnTo>
                        <a:lnTo>
                          <a:pt x="652" y="544"/>
                        </a:lnTo>
                        <a:lnTo>
                          <a:pt x="649" y="541"/>
                        </a:lnTo>
                        <a:lnTo>
                          <a:pt x="652" y="540"/>
                        </a:lnTo>
                        <a:lnTo>
                          <a:pt x="653" y="540"/>
                        </a:lnTo>
                        <a:lnTo>
                          <a:pt x="656" y="542"/>
                        </a:lnTo>
                        <a:lnTo>
                          <a:pt x="653" y="545"/>
                        </a:lnTo>
                        <a:lnTo>
                          <a:pt x="653" y="548"/>
                        </a:lnTo>
                        <a:lnTo>
                          <a:pt x="655" y="549"/>
                        </a:lnTo>
                        <a:lnTo>
                          <a:pt x="656" y="549"/>
                        </a:lnTo>
                        <a:lnTo>
                          <a:pt x="659" y="550"/>
                        </a:lnTo>
                        <a:lnTo>
                          <a:pt x="659" y="555"/>
                        </a:lnTo>
                        <a:lnTo>
                          <a:pt x="657" y="555"/>
                        </a:lnTo>
                        <a:lnTo>
                          <a:pt x="659" y="557"/>
                        </a:lnTo>
                        <a:lnTo>
                          <a:pt x="659" y="560"/>
                        </a:lnTo>
                        <a:lnTo>
                          <a:pt x="657" y="560"/>
                        </a:lnTo>
                        <a:lnTo>
                          <a:pt x="656" y="559"/>
                        </a:lnTo>
                        <a:lnTo>
                          <a:pt x="655" y="561"/>
                        </a:lnTo>
                        <a:lnTo>
                          <a:pt x="659" y="564"/>
                        </a:lnTo>
                        <a:lnTo>
                          <a:pt x="660" y="567"/>
                        </a:lnTo>
                        <a:lnTo>
                          <a:pt x="657" y="568"/>
                        </a:lnTo>
                        <a:lnTo>
                          <a:pt x="656" y="569"/>
                        </a:lnTo>
                        <a:lnTo>
                          <a:pt x="659" y="568"/>
                        </a:lnTo>
                        <a:lnTo>
                          <a:pt x="660" y="569"/>
                        </a:lnTo>
                        <a:lnTo>
                          <a:pt x="660" y="571"/>
                        </a:lnTo>
                        <a:lnTo>
                          <a:pt x="657" y="574"/>
                        </a:lnTo>
                        <a:lnTo>
                          <a:pt x="656" y="574"/>
                        </a:lnTo>
                        <a:lnTo>
                          <a:pt x="655" y="576"/>
                        </a:lnTo>
                        <a:lnTo>
                          <a:pt x="656" y="576"/>
                        </a:lnTo>
                        <a:lnTo>
                          <a:pt x="656" y="578"/>
                        </a:lnTo>
                        <a:lnTo>
                          <a:pt x="656" y="579"/>
                        </a:lnTo>
                        <a:lnTo>
                          <a:pt x="656" y="580"/>
                        </a:lnTo>
                        <a:lnTo>
                          <a:pt x="655" y="582"/>
                        </a:lnTo>
                        <a:lnTo>
                          <a:pt x="653" y="582"/>
                        </a:lnTo>
                        <a:lnTo>
                          <a:pt x="652" y="580"/>
                        </a:lnTo>
                        <a:lnTo>
                          <a:pt x="652" y="579"/>
                        </a:lnTo>
                        <a:lnTo>
                          <a:pt x="649" y="576"/>
                        </a:lnTo>
                        <a:lnTo>
                          <a:pt x="649" y="574"/>
                        </a:lnTo>
                        <a:lnTo>
                          <a:pt x="652" y="572"/>
                        </a:lnTo>
                        <a:lnTo>
                          <a:pt x="650" y="571"/>
                        </a:lnTo>
                        <a:lnTo>
                          <a:pt x="650" y="569"/>
                        </a:lnTo>
                        <a:lnTo>
                          <a:pt x="653" y="568"/>
                        </a:lnTo>
                        <a:lnTo>
                          <a:pt x="652" y="567"/>
                        </a:lnTo>
                        <a:lnTo>
                          <a:pt x="649" y="567"/>
                        </a:lnTo>
                        <a:lnTo>
                          <a:pt x="649" y="568"/>
                        </a:lnTo>
                        <a:lnTo>
                          <a:pt x="648" y="567"/>
                        </a:lnTo>
                        <a:lnTo>
                          <a:pt x="645" y="567"/>
                        </a:lnTo>
                        <a:lnTo>
                          <a:pt x="645" y="565"/>
                        </a:lnTo>
                        <a:lnTo>
                          <a:pt x="646" y="564"/>
                        </a:lnTo>
                        <a:lnTo>
                          <a:pt x="648" y="564"/>
                        </a:lnTo>
                        <a:lnTo>
                          <a:pt x="648" y="563"/>
                        </a:lnTo>
                        <a:lnTo>
                          <a:pt x="648" y="561"/>
                        </a:lnTo>
                        <a:lnTo>
                          <a:pt x="650" y="559"/>
                        </a:lnTo>
                        <a:lnTo>
                          <a:pt x="650" y="557"/>
                        </a:lnTo>
                        <a:lnTo>
                          <a:pt x="649" y="557"/>
                        </a:lnTo>
                        <a:lnTo>
                          <a:pt x="648" y="557"/>
                        </a:lnTo>
                        <a:lnTo>
                          <a:pt x="646" y="556"/>
                        </a:lnTo>
                        <a:lnTo>
                          <a:pt x="648" y="556"/>
                        </a:lnTo>
                        <a:lnTo>
                          <a:pt x="650" y="555"/>
                        </a:lnTo>
                        <a:lnTo>
                          <a:pt x="652" y="552"/>
                        </a:lnTo>
                        <a:lnTo>
                          <a:pt x="650" y="550"/>
                        </a:lnTo>
                        <a:lnTo>
                          <a:pt x="650" y="550"/>
                        </a:lnTo>
                        <a:close/>
                        <a:moveTo>
                          <a:pt x="668" y="548"/>
                        </a:moveTo>
                        <a:lnTo>
                          <a:pt x="667" y="545"/>
                        </a:lnTo>
                        <a:lnTo>
                          <a:pt x="668" y="544"/>
                        </a:lnTo>
                        <a:lnTo>
                          <a:pt x="668" y="541"/>
                        </a:lnTo>
                        <a:lnTo>
                          <a:pt x="669" y="542"/>
                        </a:lnTo>
                        <a:lnTo>
                          <a:pt x="669" y="545"/>
                        </a:lnTo>
                        <a:lnTo>
                          <a:pt x="668" y="548"/>
                        </a:lnTo>
                        <a:lnTo>
                          <a:pt x="668" y="548"/>
                        </a:lnTo>
                        <a:close/>
                        <a:moveTo>
                          <a:pt x="663" y="550"/>
                        </a:moveTo>
                        <a:lnTo>
                          <a:pt x="664" y="546"/>
                        </a:lnTo>
                        <a:lnTo>
                          <a:pt x="665" y="546"/>
                        </a:lnTo>
                        <a:lnTo>
                          <a:pt x="665" y="549"/>
                        </a:lnTo>
                        <a:lnTo>
                          <a:pt x="664" y="550"/>
                        </a:lnTo>
                        <a:lnTo>
                          <a:pt x="663" y="550"/>
                        </a:lnTo>
                        <a:lnTo>
                          <a:pt x="663" y="550"/>
                        </a:lnTo>
                        <a:close/>
                        <a:moveTo>
                          <a:pt x="660" y="548"/>
                        </a:moveTo>
                        <a:lnTo>
                          <a:pt x="661" y="545"/>
                        </a:lnTo>
                        <a:lnTo>
                          <a:pt x="665" y="542"/>
                        </a:lnTo>
                        <a:lnTo>
                          <a:pt x="665" y="544"/>
                        </a:lnTo>
                        <a:lnTo>
                          <a:pt x="664" y="545"/>
                        </a:lnTo>
                        <a:lnTo>
                          <a:pt x="663" y="548"/>
                        </a:lnTo>
                        <a:lnTo>
                          <a:pt x="660" y="548"/>
                        </a:lnTo>
                        <a:lnTo>
                          <a:pt x="660" y="548"/>
                        </a:lnTo>
                        <a:close/>
                        <a:moveTo>
                          <a:pt x="657" y="541"/>
                        </a:moveTo>
                        <a:lnTo>
                          <a:pt x="660" y="538"/>
                        </a:lnTo>
                        <a:lnTo>
                          <a:pt x="664" y="538"/>
                        </a:lnTo>
                        <a:lnTo>
                          <a:pt x="664" y="540"/>
                        </a:lnTo>
                        <a:lnTo>
                          <a:pt x="661" y="544"/>
                        </a:lnTo>
                        <a:lnTo>
                          <a:pt x="659" y="542"/>
                        </a:lnTo>
                        <a:lnTo>
                          <a:pt x="657" y="541"/>
                        </a:lnTo>
                        <a:lnTo>
                          <a:pt x="657" y="541"/>
                        </a:lnTo>
                        <a:close/>
                        <a:moveTo>
                          <a:pt x="661" y="533"/>
                        </a:moveTo>
                        <a:lnTo>
                          <a:pt x="664" y="530"/>
                        </a:lnTo>
                        <a:lnTo>
                          <a:pt x="667" y="529"/>
                        </a:lnTo>
                        <a:lnTo>
                          <a:pt x="668" y="533"/>
                        </a:lnTo>
                        <a:lnTo>
                          <a:pt x="665" y="536"/>
                        </a:lnTo>
                        <a:lnTo>
                          <a:pt x="663" y="537"/>
                        </a:lnTo>
                        <a:lnTo>
                          <a:pt x="661" y="536"/>
                        </a:lnTo>
                        <a:lnTo>
                          <a:pt x="661" y="533"/>
                        </a:lnTo>
                        <a:lnTo>
                          <a:pt x="661" y="533"/>
                        </a:lnTo>
                        <a:close/>
                        <a:moveTo>
                          <a:pt x="652" y="537"/>
                        </a:moveTo>
                        <a:lnTo>
                          <a:pt x="652" y="534"/>
                        </a:lnTo>
                        <a:lnTo>
                          <a:pt x="655" y="527"/>
                        </a:lnTo>
                        <a:lnTo>
                          <a:pt x="656" y="525"/>
                        </a:lnTo>
                        <a:lnTo>
                          <a:pt x="653" y="525"/>
                        </a:lnTo>
                        <a:lnTo>
                          <a:pt x="653" y="522"/>
                        </a:lnTo>
                        <a:lnTo>
                          <a:pt x="652" y="521"/>
                        </a:lnTo>
                        <a:lnTo>
                          <a:pt x="653" y="518"/>
                        </a:lnTo>
                        <a:lnTo>
                          <a:pt x="656" y="518"/>
                        </a:lnTo>
                        <a:lnTo>
                          <a:pt x="659" y="522"/>
                        </a:lnTo>
                        <a:lnTo>
                          <a:pt x="661" y="522"/>
                        </a:lnTo>
                        <a:lnTo>
                          <a:pt x="664" y="525"/>
                        </a:lnTo>
                        <a:lnTo>
                          <a:pt x="664" y="527"/>
                        </a:lnTo>
                        <a:lnTo>
                          <a:pt x="661" y="531"/>
                        </a:lnTo>
                        <a:lnTo>
                          <a:pt x="660" y="531"/>
                        </a:lnTo>
                        <a:lnTo>
                          <a:pt x="660" y="527"/>
                        </a:lnTo>
                        <a:lnTo>
                          <a:pt x="659" y="529"/>
                        </a:lnTo>
                        <a:lnTo>
                          <a:pt x="659" y="531"/>
                        </a:lnTo>
                        <a:lnTo>
                          <a:pt x="657" y="533"/>
                        </a:lnTo>
                        <a:lnTo>
                          <a:pt x="659" y="536"/>
                        </a:lnTo>
                        <a:lnTo>
                          <a:pt x="657" y="537"/>
                        </a:lnTo>
                        <a:lnTo>
                          <a:pt x="656" y="536"/>
                        </a:lnTo>
                        <a:lnTo>
                          <a:pt x="655" y="538"/>
                        </a:lnTo>
                        <a:lnTo>
                          <a:pt x="652" y="537"/>
                        </a:lnTo>
                        <a:lnTo>
                          <a:pt x="652" y="537"/>
                        </a:lnTo>
                        <a:close/>
                        <a:moveTo>
                          <a:pt x="645" y="533"/>
                        </a:moveTo>
                        <a:lnTo>
                          <a:pt x="642" y="531"/>
                        </a:lnTo>
                        <a:lnTo>
                          <a:pt x="645" y="529"/>
                        </a:lnTo>
                        <a:lnTo>
                          <a:pt x="644" y="527"/>
                        </a:lnTo>
                        <a:lnTo>
                          <a:pt x="644" y="525"/>
                        </a:lnTo>
                        <a:lnTo>
                          <a:pt x="645" y="523"/>
                        </a:lnTo>
                        <a:lnTo>
                          <a:pt x="648" y="523"/>
                        </a:lnTo>
                        <a:lnTo>
                          <a:pt x="648" y="521"/>
                        </a:lnTo>
                        <a:lnTo>
                          <a:pt x="648" y="521"/>
                        </a:lnTo>
                        <a:lnTo>
                          <a:pt x="650" y="525"/>
                        </a:lnTo>
                        <a:lnTo>
                          <a:pt x="649" y="526"/>
                        </a:lnTo>
                        <a:lnTo>
                          <a:pt x="650" y="529"/>
                        </a:lnTo>
                        <a:lnTo>
                          <a:pt x="652" y="526"/>
                        </a:lnTo>
                        <a:lnTo>
                          <a:pt x="652" y="529"/>
                        </a:lnTo>
                        <a:lnTo>
                          <a:pt x="650" y="534"/>
                        </a:lnTo>
                        <a:lnTo>
                          <a:pt x="646" y="538"/>
                        </a:lnTo>
                        <a:lnTo>
                          <a:pt x="646" y="541"/>
                        </a:lnTo>
                        <a:lnTo>
                          <a:pt x="645" y="542"/>
                        </a:lnTo>
                        <a:lnTo>
                          <a:pt x="642" y="544"/>
                        </a:lnTo>
                        <a:lnTo>
                          <a:pt x="642" y="541"/>
                        </a:lnTo>
                        <a:lnTo>
                          <a:pt x="642" y="540"/>
                        </a:lnTo>
                        <a:lnTo>
                          <a:pt x="641" y="545"/>
                        </a:lnTo>
                        <a:lnTo>
                          <a:pt x="640" y="544"/>
                        </a:lnTo>
                        <a:lnTo>
                          <a:pt x="640" y="541"/>
                        </a:lnTo>
                        <a:lnTo>
                          <a:pt x="641" y="538"/>
                        </a:lnTo>
                        <a:lnTo>
                          <a:pt x="641" y="537"/>
                        </a:lnTo>
                        <a:lnTo>
                          <a:pt x="642" y="536"/>
                        </a:lnTo>
                        <a:lnTo>
                          <a:pt x="644" y="537"/>
                        </a:lnTo>
                        <a:lnTo>
                          <a:pt x="645" y="536"/>
                        </a:lnTo>
                        <a:lnTo>
                          <a:pt x="645" y="533"/>
                        </a:lnTo>
                        <a:lnTo>
                          <a:pt x="645" y="533"/>
                        </a:lnTo>
                        <a:close/>
                        <a:moveTo>
                          <a:pt x="644" y="508"/>
                        </a:moveTo>
                        <a:lnTo>
                          <a:pt x="645" y="508"/>
                        </a:lnTo>
                        <a:lnTo>
                          <a:pt x="645" y="511"/>
                        </a:lnTo>
                        <a:lnTo>
                          <a:pt x="644" y="508"/>
                        </a:lnTo>
                        <a:lnTo>
                          <a:pt x="644" y="508"/>
                        </a:lnTo>
                        <a:close/>
                        <a:moveTo>
                          <a:pt x="637" y="510"/>
                        </a:moveTo>
                        <a:lnTo>
                          <a:pt x="638" y="508"/>
                        </a:lnTo>
                        <a:lnTo>
                          <a:pt x="640" y="507"/>
                        </a:lnTo>
                        <a:lnTo>
                          <a:pt x="641" y="507"/>
                        </a:lnTo>
                        <a:lnTo>
                          <a:pt x="642" y="511"/>
                        </a:lnTo>
                        <a:lnTo>
                          <a:pt x="642" y="517"/>
                        </a:lnTo>
                        <a:lnTo>
                          <a:pt x="642" y="521"/>
                        </a:lnTo>
                        <a:lnTo>
                          <a:pt x="641" y="522"/>
                        </a:lnTo>
                        <a:lnTo>
                          <a:pt x="640" y="527"/>
                        </a:lnTo>
                        <a:lnTo>
                          <a:pt x="638" y="529"/>
                        </a:lnTo>
                        <a:lnTo>
                          <a:pt x="637" y="533"/>
                        </a:lnTo>
                        <a:lnTo>
                          <a:pt x="637" y="536"/>
                        </a:lnTo>
                        <a:lnTo>
                          <a:pt x="637" y="538"/>
                        </a:lnTo>
                        <a:lnTo>
                          <a:pt x="635" y="538"/>
                        </a:lnTo>
                        <a:lnTo>
                          <a:pt x="634" y="537"/>
                        </a:lnTo>
                        <a:lnTo>
                          <a:pt x="635" y="534"/>
                        </a:lnTo>
                        <a:lnTo>
                          <a:pt x="634" y="533"/>
                        </a:lnTo>
                        <a:lnTo>
                          <a:pt x="633" y="530"/>
                        </a:lnTo>
                        <a:lnTo>
                          <a:pt x="634" y="527"/>
                        </a:lnTo>
                        <a:lnTo>
                          <a:pt x="635" y="527"/>
                        </a:lnTo>
                        <a:lnTo>
                          <a:pt x="637" y="526"/>
                        </a:lnTo>
                        <a:lnTo>
                          <a:pt x="637" y="525"/>
                        </a:lnTo>
                        <a:lnTo>
                          <a:pt x="635" y="526"/>
                        </a:lnTo>
                        <a:lnTo>
                          <a:pt x="634" y="526"/>
                        </a:lnTo>
                        <a:lnTo>
                          <a:pt x="634" y="523"/>
                        </a:lnTo>
                        <a:lnTo>
                          <a:pt x="635" y="523"/>
                        </a:lnTo>
                        <a:lnTo>
                          <a:pt x="635" y="522"/>
                        </a:lnTo>
                        <a:lnTo>
                          <a:pt x="633" y="521"/>
                        </a:lnTo>
                        <a:lnTo>
                          <a:pt x="633" y="519"/>
                        </a:lnTo>
                        <a:lnTo>
                          <a:pt x="635" y="519"/>
                        </a:lnTo>
                        <a:lnTo>
                          <a:pt x="637" y="518"/>
                        </a:lnTo>
                        <a:lnTo>
                          <a:pt x="637" y="515"/>
                        </a:lnTo>
                        <a:lnTo>
                          <a:pt x="638" y="512"/>
                        </a:lnTo>
                        <a:lnTo>
                          <a:pt x="637" y="511"/>
                        </a:lnTo>
                        <a:lnTo>
                          <a:pt x="637" y="510"/>
                        </a:lnTo>
                        <a:lnTo>
                          <a:pt x="637" y="510"/>
                        </a:lnTo>
                        <a:close/>
                        <a:moveTo>
                          <a:pt x="631" y="510"/>
                        </a:moveTo>
                        <a:lnTo>
                          <a:pt x="633" y="508"/>
                        </a:lnTo>
                        <a:lnTo>
                          <a:pt x="634" y="510"/>
                        </a:lnTo>
                        <a:lnTo>
                          <a:pt x="633" y="512"/>
                        </a:lnTo>
                        <a:lnTo>
                          <a:pt x="633" y="515"/>
                        </a:lnTo>
                        <a:lnTo>
                          <a:pt x="630" y="517"/>
                        </a:lnTo>
                        <a:lnTo>
                          <a:pt x="630" y="515"/>
                        </a:lnTo>
                        <a:lnTo>
                          <a:pt x="631" y="512"/>
                        </a:lnTo>
                        <a:lnTo>
                          <a:pt x="630" y="512"/>
                        </a:lnTo>
                        <a:lnTo>
                          <a:pt x="631" y="510"/>
                        </a:lnTo>
                        <a:lnTo>
                          <a:pt x="631" y="510"/>
                        </a:lnTo>
                        <a:close/>
                        <a:moveTo>
                          <a:pt x="645" y="517"/>
                        </a:moveTo>
                        <a:lnTo>
                          <a:pt x="646" y="514"/>
                        </a:lnTo>
                        <a:lnTo>
                          <a:pt x="646" y="510"/>
                        </a:lnTo>
                        <a:lnTo>
                          <a:pt x="648" y="508"/>
                        </a:lnTo>
                        <a:lnTo>
                          <a:pt x="652" y="508"/>
                        </a:lnTo>
                        <a:lnTo>
                          <a:pt x="650" y="507"/>
                        </a:lnTo>
                        <a:lnTo>
                          <a:pt x="652" y="506"/>
                        </a:lnTo>
                        <a:lnTo>
                          <a:pt x="649" y="504"/>
                        </a:lnTo>
                        <a:lnTo>
                          <a:pt x="650" y="499"/>
                        </a:lnTo>
                        <a:lnTo>
                          <a:pt x="653" y="495"/>
                        </a:lnTo>
                        <a:lnTo>
                          <a:pt x="653" y="487"/>
                        </a:lnTo>
                        <a:lnTo>
                          <a:pt x="655" y="483"/>
                        </a:lnTo>
                        <a:lnTo>
                          <a:pt x="656" y="484"/>
                        </a:lnTo>
                        <a:lnTo>
                          <a:pt x="656" y="487"/>
                        </a:lnTo>
                        <a:lnTo>
                          <a:pt x="660" y="489"/>
                        </a:lnTo>
                        <a:lnTo>
                          <a:pt x="661" y="492"/>
                        </a:lnTo>
                        <a:lnTo>
                          <a:pt x="663" y="502"/>
                        </a:lnTo>
                        <a:lnTo>
                          <a:pt x="660" y="506"/>
                        </a:lnTo>
                        <a:lnTo>
                          <a:pt x="659" y="506"/>
                        </a:lnTo>
                        <a:lnTo>
                          <a:pt x="660" y="499"/>
                        </a:lnTo>
                        <a:lnTo>
                          <a:pt x="659" y="493"/>
                        </a:lnTo>
                        <a:lnTo>
                          <a:pt x="659" y="496"/>
                        </a:lnTo>
                        <a:lnTo>
                          <a:pt x="657" y="506"/>
                        </a:lnTo>
                        <a:lnTo>
                          <a:pt x="657" y="507"/>
                        </a:lnTo>
                        <a:lnTo>
                          <a:pt x="657" y="510"/>
                        </a:lnTo>
                        <a:lnTo>
                          <a:pt x="656" y="511"/>
                        </a:lnTo>
                        <a:lnTo>
                          <a:pt x="653" y="510"/>
                        </a:lnTo>
                        <a:lnTo>
                          <a:pt x="652" y="514"/>
                        </a:lnTo>
                        <a:lnTo>
                          <a:pt x="648" y="517"/>
                        </a:lnTo>
                        <a:lnTo>
                          <a:pt x="646" y="518"/>
                        </a:lnTo>
                        <a:lnTo>
                          <a:pt x="645" y="517"/>
                        </a:lnTo>
                        <a:lnTo>
                          <a:pt x="645" y="517"/>
                        </a:lnTo>
                        <a:close/>
                        <a:moveTo>
                          <a:pt x="637" y="484"/>
                        </a:moveTo>
                        <a:lnTo>
                          <a:pt x="641" y="483"/>
                        </a:lnTo>
                        <a:lnTo>
                          <a:pt x="644" y="485"/>
                        </a:lnTo>
                        <a:lnTo>
                          <a:pt x="644" y="487"/>
                        </a:lnTo>
                        <a:lnTo>
                          <a:pt x="642" y="489"/>
                        </a:lnTo>
                        <a:lnTo>
                          <a:pt x="644" y="491"/>
                        </a:lnTo>
                        <a:lnTo>
                          <a:pt x="645" y="489"/>
                        </a:lnTo>
                        <a:lnTo>
                          <a:pt x="648" y="488"/>
                        </a:lnTo>
                        <a:lnTo>
                          <a:pt x="650" y="491"/>
                        </a:lnTo>
                        <a:lnTo>
                          <a:pt x="650" y="492"/>
                        </a:lnTo>
                        <a:lnTo>
                          <a:pt x="648" y="493"/>
                        </a:lnTo>
                        <a:lnTo>
                          <a:pt x="648" y="495"/>
                        </a:lnTo>
                        <a:lnTo>
                          <a:pt x="646" y="496"/>
                        </a:lnTo>
                        <a:lnTo>
                          <a:pt x="645" y="496"/>
                        </a:lnTo>
                        <a:lnTo>
                          <a:pt x="642" y="493"/>
                        </a:lnTo>
                        <a:lnTo>
                          <a:pt x="640" y="489"/>
                        </a:lnTo>
                        <a:lnTo>
                          <a:pt x="640" y="491"/>
                        </a:lnTo>
                        <a:lnTo>
                          <a:pt x="642" y="496"/>
                        </a:lnTo>
                        <a:lnTo>
                          <a:pt x="642" y="499"/>
                        </a:lnTo>
                        <a:lnTo>
                          <a:pt x="646" y="499"/>
                        </a:lnTo>
                        <a:lnTo>
                          <a:pt x="648" y="502"/>
                        </a:lnTo>
                        <a:lnTo>
                          <a:pt x="646" y="503"/>
                        </a:lnTo>
                        <a:lnTo>
                          <a:pt x="645" y="507"/>
                        </a:lnTo>
                        <a:lnTo>
                          <a:pt x="644" y="507"/>
                        </a:lnTo>
                        <a:lnTo>
                          <a:pt x="641" y="504"/>
                        </a:lnTo>
                        <a:lnTo>
                          <a:pt x="641" y="502"/>
                        </a:lnTo>
                        <a:lnTo>
                          <a:pt x="638" y="495"/>
                        </a:lnTo>
                        <a:lnTo>
                          <a:pt x="637" y="497"/>
                        </a:lnTo>
                        <a:lnTo>
                          <a:pt x="638" y="502"/>
                        </a:lnTo>
                        <a:lnTo>
                          <a:pt x="638" y="504"/>
                        </a:lnTo>
                        <a:lnTo>
                          <a:pt x="637" y="507"/>
                        </a:lnTo>
                        <a:lnTo>
                          <a:pt x="634" y="507"/>
                        </a:lnTo>
                        <a:lnTo>
                          <a:pt x="633" y="504"/>
                        </a:lnTo>
                        <a:lnTo>
                          <a:pt x="634" y="502"/>
                        </a:lnTo>
                        <a:lnTo>
                          <a:pt x="631" y="500"/>
                        </a:lnTo>
                        <a:lnTo>
                          <a:pt x="633" y="497"/>
                        </a:lnTo>
                        <a:lnTo>
                          <a:pt x="631" y="493"/>
                        </a:lnTo>
                        <a:lnTo>
                          <a:pt x="633" y="491"/>
                        </a:lnTo>
                        <a:lnTo>
                          <a:pt x="634" y="492"/>
                        </a:lnTo>
                        <a:lnTo>
                          <a:pt x="635" y="491"/>
                        </a:lnTo>
                        <a:lnTo>
                          <a:pt x="633" y="489"/>
                        </a:lnTo>
                        <a:lnTo>
                          <a:pt x="633" y="487"/>
                        </a:lnTo>
                        <a:lnTo>
                          <a:pt x="634" y="483"/>
                        </a:lnTo>
                        <a:lnTo>
                          <a:pt x="635" y="487"/>
                        </a:lnTo>
                        <a:lnTo>
                          <a:pt x="637" y="485"/>
                        </a:lnTo>
                        <a:lnTo>
                          <a:pt x="637" y="484"/>
                        </a:lnTo>
                        <a:lnTo>
                          <a:pt x="637" y="484"/>
                        </a:lnTo>
                        <a:close/>
                        <a:moveTo>
                          <a:pt x="638" y="481"/>
                        </a:moveTo>
                        <a:lnTo>
                          <a:pt x="641" y="478"/>
                        </a:lnTo>
                        <a:lnTo>
                          <a:pt x="642" y="480"/>
                        </a:lnTo>
                        <a:lnTo>
                          <a:pt x="640" y="481"/>
                        </a:lnTo>
                        <a:lnTo>
                          <a:pt x="638" y="481"/>
                        </a:lnTo>
                        <a:lnTo>
                          <a:pt x="638" y="481"/>
                        </a:lnTo>
                        <a:close/>
                        <a:moveTo>
                          <a:pt x="213" y="306"/>
                        </a:moveTo>
                        <a:lnTo>
                          <a:pt x="212" y="305"/>
                        </a:lnTo>
                        <a:lnTo>
                          <a:pt x="213" y="303"/>
                        </a:lnTo>
                        <a:lnTo>
                          <a:pt x="214" y="305"/>
                        </a:lnTo>
                        <a:lnTo>
                          <a:pt x="213" y="306"/>
                        </a:lnTo>
                        <a:lnTo>
                          <a:pt x="213" y="306"/>
                        </a:lnTo>
                        <a:close/>
                        <a:moveTo>
                          <a:pt x="213" y="307"/>
                        </a:moveTo>
                        <a:lnTo>
                          <a:pt x="214" y="309"/>
                        </a:lnTo>
                        <a:lnTo>
                          <a:pt x="214" y="311"/>
                        </a:lnTo>
                        <a:lnTo>
                          <a:pt x="218" y="315"/>
                        </a:lnTo>
                        <a:lnTo>
                          <a:pt x="217" y="317"/>
                        </a:lnTo>
                        <a:lnTo>
                          <a:pt x="212" y="313"/>
                        </a:lnTo>
                        <a:lnTo>
                          <a:pt x="212" y="310"/>
                        </a:lnTo>
                        <a:lnTo>
                          <a:pt x="210" y="309"/>
                        </a:lnTo>
                        <a:lnTo>
                          <a:pt x="210" y="309"/>
                        </a:lnTo>
                        <a:lnTo>
                          <a:pt x="213" y="307"/>
                        </a:lnTo>
                        <a:lnTo>
                          <a:pt x="213" y="307"/>
                        </a:lnTo>
                        <a:close/>
                        <a:moveTo>
                          <a:pt x="360" y="260"/>
                        </a:moveTo>
                        <a:lnTo>
                          <a:pt x="358" y="262"/>
                        </a:lnTo>
                        <a:lnTo>
                          <a:pt x="358" y="269"/>
                        </a:lnTo>
                        <a:lnTo>
                          <a:pt x="356" y="268"/>
                        </a:lnTo>
                        <a:lnTo>
                          <a:pt x="356" y="265"/>
                        </a:lnTo>
                        <a:lnTo>
                          <a:pt x="354" y="264"/>
                        </a:lnTo>
                        <a:lnTo>
                          <a:pt x="350" y="265"/>
                        </a:lnTo>
                        <a:lnTo>
                          <a:pt x="347" y="264"/>
                        </a:lnTo>
                        <a:lnTo>
                          <a:pt x="347" y="262"/>
                        </a:lnTo>
                        <a:lnTo>
                          <a:pt x="356" y="254"/>
                        </a:lnTo>
                        <a:lnTo>
                          <a:pt x="358" y="253"/>
                        </a:lnTo>
                        <a:lnTo>
                          <a:pt x="360" y="253"/>
                        </a:lnTo>
                        <a:lnTo>
                          <a:pt x="360" y="260"/>
                        </a:lnTo>
                        <a:lnTo>
                          <a:pt x="360" y="260"/>
                        </a:lnTo>
                        <a:close/>
                        <a:moveTo>
                          <a:pt x="362" y="260"/>
                        </a:moveTo>
                        <a:lnTo>
                          <a:pt x="362" y="260"/>
                        </a:lnTo>
                        <a:lnTo>
                          <a:pt x="364" y="257"/>
                        </a:lnTo>
                        <a:lnTo>
                          <a:pt x="364" y="256"/>
                        </a:lnTo>
                        <a:lnTo>
                          <a:pt x="362" y="254"/>
                        </a:lnTo>
                        <a:lnTo>
                          <a:pt x="362" y="252"/>
                        </a:lnTo>
                        <a:lnTo>
                          <a:pt x="360" y="250"/>
                        </a:lnTo>
                        <a:lnTo>
                          <a:pt x="362" y="249"/>
                        </a:lnTo>
                        <a:lnTo>
                          <a:pt x="368" y="248"/>
                        </a:lnTo>
                        <a:lnTo>
                          <a:pt x="373" y="252"/>
                        </a:lnTo>
                        <a:lnTo>
                          <a:pt x="373" y="253"/>
                        </a:lnTo>
                        <a:lnTo>
                          <a:pt x="371" y="254"/>
                        </a:lnTo>
                        <a:lnTo>
                          <a:pt x="364" y="260"/>
                        </a:lnTo>
                        <a:lnTo>
                          <a:pt x="362" y="260"/>
                        </a:lnTo>
                        <a:lnTo>
                          <a:pt x="362" y="260"/>
                        </a:lnTo>
                        <a:close/>
                        <a:moveTo>
                          <a:pt x="390" y="241"/>
                        </a:moveTo>
                        <a:lnTo>
                          <a:pt x="391" y="241"/>
                        </a:lnTo>
                        <a:lnTo>
                          <a:pt x="395" y="239"/>
                        </a:lnTo>
                        <a:lnTo>
                          <a:pt x="396" y="242"/>
                        </a:lnTo>
                        <a:lnTo>
                          <a:pt x="395" y="245"/>
                        </a:lnTo>
                        <a:lnTo>
                          <a:pt x="394" y="245"/>
                        </a:lnTo>
                        <a:lnTo>
                          <a:pt x="390" y="241"/>
                        </a:lnTo>
                        <a:lnTo>
                          <a:pt x="390" y="241"/>
                        </a:lnTo>
                        <a:close/>
                        <a:moveTo>
                          <a:pt x="535" y="378"/>
                        </a:moveTo>
                        <a:lnTo>
                          <a:pt x="536" y="377"/>
                        </a:lnTo>
                        <a:lnTo>
                          <a:pt x="538" y="378"/>
                        </a:lnTo>
                        <a:lnTo>
                          <a:pt x="536" y="379"/>
                        </a:lnTo>
                        <a:lnTo>
                          <a:pt x="535" y="378"/>
                        </a:lnTo>
                        <a:lnTo>
                          <a:pt x="535" y="378"/>
                        </a:lnTo>
                        <a:close/>
                        <a:moveTo>
                          <a:pt x="521" y="421"/>
                        </a:moveTo>
                        <a:lnTo>
                          <a:pt x="524" y="419"/>
                        </a:lnTo>
                        <a:lnTo>
                          <a:pt x="525" y="420"/>
                        </a:lnTo>
                        <a:lnTo>
                          <a:pt x="521" y="421"/>
                        </a:lnTo>
                        <a:lnTo>
                          <a:pt x="521" y="421"/>
                        </a:lnTo>
                        <a:close/>
                        <a:moveTo>
                          <a:pt x="553" y="413"/>
                        </a:moveTo>
                        <a:lnTo>
                          <a:pt x="555" y="412"/>
                        </a:lnTo>
                        <a:lnTo>
                          <a:pt x="558" y="412"/>
                        </a:lnTo>
                        <a:lnTo>
                          <a:pt x="555" y="415"/>
                        </a:lnTo>
                        <a:lnTo>
                          <a:pt x="553" y="416"/>
                        </a:lnTo>
                        <a:lnTo>
                          <a:pt x="553" y="413"/>
                        </a:lnTo>
                        <a:lnTo>
                          <a:pt x="553" y="413"/>
                        </a:lnTo>
                        <a:close/>
                        <a:moveTo>
                          <a:pt x="530" y="385"/>
                        </a:moveTo>
                        <a:lnTo>
                          <a:pt x="530" y="382"/>
                        </a:lnTo>
                        <a:lnTo>
                          <a:pt x="532" y="382"/>
                        </a:lnTo>
                        <a:lnTo>
                          <a:pt x="532" y="385"/>
                        </a:lnTo>
                        <a:lnTo>
                          <a:pt x="530" y="385"/>
                        </a:lnTo>
                        <a:lnTo>
                          <a:pt x="530" y="385"/>
                        </a:lnTo>
                        <a:close/>
                        <a:moveTo>
                          <a:pt x="534" y="396"/>
                        </a:moveTo>
                        <a:lnTo>
                          <a:pt x="534" y="392"/>
                        </a:lnTo>
                        <a:lnTo>
                          <a:pt x="535" y="390"/>
                        </a:lnTo>
                        <a:lnTo>
                          <a:pt x="536" y="390"/>
                        </a:lnTo>
                        <a:lnTo>
                          <a:pt x="536" y="393"/>
                        </a:lnTo>
                        <a:lnTo>
                          <a:pt x="539" y="393"/>
                        </a:lnTo>
                        <a:lnTo>
                          <a:pt x="539" y="396"/>
                        </a:lnTo>
                        <a:lnTo>
                          <a:pt x="538" y="396"/>
                        </a:lnTo>
                        <a:lnTo>
                          <a:pt x="534" y="396"/>
                        </a:lnTo>
                        <a:lnTo>
                          <a:pt x="534" y="396"/>
                        </a:lnTo>
                        <a:close/>
                        <a:moveTo>
                          <a:pt x="510" y="406"/>
                        </a:moveTo>
                        <a:lnTo>
                          <a:pt x="512" y="406"/>
                        </a:lnTo>
                        <a:lnTo>
                          <a:pt x="513" y="405"/>
                        </a:lnTo>
                        <a:lnTo>
                          <a:pt x="513" y="404"/>
                        </a:lnTo>
                        <a:lnTo>
                          <a:pt x="519" y="400"/>
                        </a:lnTo>
                        <a:lnTo>
                          <a:pt x="521" y="400"/>
                        </a:lnTo>
                        <a:lnTo>
                          <a:pt x="524" y="396"/>
                        </a:lnTo>
                        <a:lnTo>
                          <a:pt x="525" y="396"/>
                        </a:lnTo>
                        <a:lnTo>
                          <a:pt x="528" y="392"/>
                        </a:lnTo>
                        <a:lnTo>
                          <a:pt x="530" y="394"/>
                        </a:lnTo>
                        <a:lnTo>
                          <a:pt x="528" y="396"/>
                        </a:lnTo>
                        <a:lnTo>
                          <a:pt x="530" y="396"/>
                        </a:lnTo>
                        <a:lnTo>
                          <a:pt x="528" y="398"/>
                        </a:lnTo>
                        <a:lnTo>
                          <a:pt x="525" y="398"/>
                        </a:lnTo>
                        <a:lnTo>
                          <a:pt x="521" y="404"/>
                        </a:lnTo>
                        <a:lnTo>
                          <a:pt x="519" y="405"/>
                        </a:lnTo>
                        <a:lnTo>
                          <a:pt x="519" y="406"/>
                        </a:lnTo>
                        <a:lnTo>
                          <a:pt x="517" y="408"/>
                        </a:lnTo>
                        <a:lnTo>
                          <a:pt x="515" y="406"/>
                        </a:lnTo>
                        <a:lnTo>
                          <a:pt x="513" y="408"/>
                        </a:lnTo>
                        <a:lnTo>
                          <a:pt x="510" y="408"/>
                        </a:lnTo>
                        <a:lnTo>
                          <a:pt x="510" y="406"/>
                        </a:lnTo>
                        <a:lnTo>
                          <a:pt x="510" y="406"/>
                        </a:lnTo>
                        <a:close/>
                        <a:moveTo>
                          <a:pt x="509" y="401"/>
                        </a:moveTo>
                        <a:lnTo>
                          <a:pt x="513" y="398"/>
                        </a:lnTo>
                        <a:lnTo>
                          <a:pt x="513" y="401"/>
                        </a:lnTo>
                        <a:lnTo>
                          <a:pt x="510" y="402"/>
                        </a:lnTo>
                        <a:lnTo>
                          <a:pt x="510" y="402"/>
                        </a:lnTo>
                        <a:lnTo>
                          <a:pt x="509" y="401"/>
                        </a:lnTo>
                        <a:lnTo>
                          <a:pt x="509" y="401"/>
                        </a:lnTo>
                        <a:close/>
                        <a:moveTo>
                          <a:pt x="517" y="394"/>
                        </a:moveTo>
                        <a:lnTo>
                          <a:pt x="521" y="390"/>
                        </a:lnTo>
                        <a:lnTo>
                          <a:pt x="521" y="389"/>
                        </a:lnTo>
                        <a:lnTo>
                          <a:pt x="523" y="387"/>
                        </a:lnTo>
                        <a:lnTo>
                          <a:pt x="524" y="387"/>
                        </a:lnTo>
                        <a:lnTo>
                          <a:pt x="525" y="389"/>
                        </a:lnTo>
                        <a:lnTo>
                          <a:pt x="523" y="390"/>
                        </a:lnTo>
                        <a:lnTo>
                          <a:pt x="523" y="393"/>
                        </a:lnTo>
                        <a:lnTo>
                          <a:pt x="520" y="394"/>
                        </a:lnTo>
                        <a:lnTo>
                          <a:pt x="519" y="396"/>
                        </a:lnTo>
                        <a:lnTo>
                          <a:pt x="517" y="396"/>
                        </a:lnTo>
                        <a:lnTo>
                          <a:pt x="517" y="394"/>
                        </a:lnTo>
                        <a:lnTo>
                          <a:pt x="517" y="394"/>
                        </a:lnTo>
                        <a:close/>
                        <a:moveTo>
                          <a:pt x="521" y="377"/>
                        </a:moveTo>
                        <a:lnTo>
                          <a:pt x="523" y="374"/>
                        </a:lnTo>
                        <a:lnTo>
                          <a:pt x="524" y="375"/>
                        </a:lnTo>
                        <a:lnTo>
                          <a:pt x="524" y="377"/>
                        </a:lnTo>
                        <a:lnTo>
                          <a:pt x="524" y="378"/>
                        </a:lnTo>
                        <a:lnTo>
                          <a:pt x="524" y="379"/>
                        </a:lnTo>
                        <a:lnTo>
                          <a:pt x="521" y="377"/>
                        </a:lnTo>
                        <a:lnTo>
                          <a:pt x="521" y="377"/>
                        </a:lnTo>
                        <a:close/>
                        <a:moveTo>
                          <a:pt x="350" y="178"/>
                        </a:moveTo>
                        <a:lnTo>
                          <a:pt x="350" y="178"/>
                        </a:lnTo>
                        <a:lnTo>
                          <a:pt x="352" y="178"/>
                        </a:lnTo>
                        <a:lnTo>
                          <a:pt x="354" y="178"/>
                        </a:lnTo>
                        <a:lnTo>
                          <a:pt x="352" y="181"/>
                        </a:lnTo>
                        <a:lnTo>
                          <a:pt x="350" y="178"/>
                        </a:lnTo>
                        <a:lnTo>
                          <a:pt x="350" y="178"/>
                        </a:lnTo>
                        <a:close/>
                        <a:moveTo>
                          <a:pt x="294" y="238"/>
                        </a:moveTo>
                        <a:lnTo>
                          <a:pt x="297" y="234"/>
                        </a:lnTo>
                        <a:lnTo>
                          <a:pt x="296" y="231"/>
                        </a:lnTo>
                        <a:lnTo>
                          <a:pt x="293" y="230"/>
                        </a:lnTo>
                        <a:lnTo>
                          <a:pt x="294" y="226"/>
                        </a:lnTo>
                        <a:lnTo>
                          <a:pt x="293" y="222"/>
                        </a:lnTo>
                        <a:lnTo>
                          <a:pt x="290" y="219"/>
                        </a:lnTo>
                        <a:lnTo>
                          <a:pt x="285" y="219"/>
                        </a:lnTo>
                        <a:lnTo>
                          <a:pt x="284" y="220"/>
                        </a:lnTo>
                        <a:lnTo>
                          <a:pt x="281" y="222"/>
                        </a:lnTo>
                        <a:lnTo>
                          <a:pt x="278" y="218"/>
                        </a:lnTo>
                        <a:lnTo>
                          <a:pt x="278" y="214"/>
                        </a:lnTo>
                        <a:lnTo>
                          <a:pt x="285" y="208"/>
                        </a:lnTo>
                        <a:lnTo>
                          <a:pt x="288" y="203"/>
                        </a:lnTo>
                        <a:lnTo>
                          <a:pt x="289" y="203"/>
                        </a:lnTo>
                        <a:lnTo>
                          <a:pt x="289" y="208"/>
                        </a:lnTo>
                        <a:lnTo>
                          <a:pt x="288" y="209"/>
                        </a:lnTo>
                        <a:lnTo>
                          <a:pt x="292" y="211"/>
                        </a:lnTo>
                        <a:lnTo>
                          <a:pt x="292" y="214"/>
                        </a:lnTo>
                        <a:lnTo>
                          <a:pt x="294" y="214"/>
                        </a:lnTo>
                        <a:lnTo>
                          <a:pt x="296" y="212"/>
                        </a:lnTo>
                        <a:lnTo>
                          <a:pt x="301" y="212"/>
                        </a:lnTo>
                        <a:lnTo>
                          <a:pt x="304" y="215"/>
                        </a:lnTo>
                        <a:lnTo>
                          <a:pt x="304" y="218"/>
                        </a:lnTo>
                        <a:lnTo>
                          <a:pt x="303" y="219"/>
                        </a:lnTo>
                        <a:lnTo>
                          <a:pt x="304" y="222"/>
                        </a:lnTo>
                        <a:lnTo>
                          <a:pt x="307" y="224"/>
                        </a:lnTo>
                        <a:lnTo>
                          <a:pt x="307" y="227"/>
                        </a:lnTo>
                        <a:lnTo>
                          <a:pt x="312" y="233"/>
                        </a:lnTo>
                        <a:lnTo>
                          <a:pt x="312" y="234"/>
                        </a:lnTo>
                        <a:lnTo>
                          <a:pt x="311" y="237"/>
                        </a:lnTo>
                        <a:lnTo>
                          <a:pt x="307" y="234"/>
                        </a:lnTo>
                        <a:lnTo>
                          <a:pt x="305" y="234"/>
                        </a:lnTo>
                        <a:lnTo>
                          <a:pt x="304" y="235"/>
                        </a:lnTo>
                        <a:lnTo>
                          <a:pt x="301" y="237"/>
                        </a:lnTo>
                        <a:lnTo>
                          <a:pt x="297" y="239"/>
                        </a:lnTo>
                        <a:lnTo>
                          <a:pt x="294" y="238"/>
                        </a:lnTo>
                        <a:lnTo>
                          <a:pt x="294" y="238"/>
                        </a:lnTo>
                        <a:close/>
                        <a:moveTo>
                          <a:pt x="275" y="334"/>
                        </a:moveTo>
                        <a:lnTo>
                          <a:pt x="280" y="334"/>
                        </a:lnTo>
                        <a:lnTo>
                          <a:pt x="282" y="336"/>
                        </a:lnTo>
                        <a:lnTo>
                          <a:pt x="285" y="336"/>
                        </a:lnTo>
                        <a:lnTo>
                          <a:pt x="288" y="336"/>
                        </a:lnTo>
                        <a:lnTo>
                          <a:pt x="290" y="333"/>
                        </a:lnTo>
                        <a:lnTo>
                          <a:pt x="294" y="333"/>
                        </a:lnTo>
                        <a:lnTo>
                          <a:pt x="294" y="334"/>
                        </a:lnTo>
                        <a:lnTo>
                          <a:pt x="297" y="337"/>
                        </a:lnTo>
                        <a:lnTo>
                          <a:pt x="299" y="340"/>
                        </a:lnTo>
                        <a:lnTo>
                          <a:pt x="296" y="343"/>
                        </a:lnTo>
                        <a:lnTo>
                          <a:pt x="294" y="347"/>
                        </a:lnTo>
                        <a:lnTo>
                          <a:pt x="290" y="347"/>
                        </a:lnTo>
                        <a:lnTo>
                          <a:pt x="288" y="345"/>
                        </a:lnTo>
                        <a:lnTo>
                          <a:pt x="285" y="348"/>
                        </a:lnTo>
                        <a:lnTo>
                          <a:pt x="282" y="345"/>
                        </a:lnTo>
                        <a:lnTo>
                          <a:pt x="280" y="345"/>
                        </a:lnTo>
                        <a:lnTo>
                          <a:pt x="277" y="340"/>
                        </a:lnTo>
                        <a:lnTo>
                          <a:pt x="275" y="334"/>
                        </a:lnTo>
                        <a:lnTo>
                          <a:pt x="275" y="334"/>
                        </a:lnTo>
                        <a:close/>
                        <a:moveTo>
                          <a:pt x="464" y="378"/>
                        </a:moveTo>
                        <a:lnTo>
                          <a:pt x="468" y="374"/>
                        </a:lnTo>
                        <a:lnTo>
                          <a:pt x="470" y="374"/>
                        </a:lnTo>
                        <a:lnTo>
                          <a:pt x="471" y="377"/>
                        </a:lnTo>
                        <a:lnTo>
                          <a:pt x="467" y="378"/>
                        </a:lnTo>
                        <a:lnTo>
                          <a:pt x="464" y="378"/>
                        </a:lnTo>
                        <a:lnTo>
                          <a:pt x="464" y="378"/>
                        </a:lnTo>
                        <a:close/>
                        <a:moveTo>
                          <a:pt x="434" y="398"/>
                        </a:moveTo>
                        <a:lnTo>
                          <a:pt x="437" y="398"/>
                        </a:lnTo>
                        <a:lnTo>
                          <a:pt x="438" y="398"/>
                        </a:lnTo>
                        <a:lnTo>
                          <a:pt x="437" y="400"/>
                        </a:lnTo>
                        <a:lnTo>
                          <a:pt x="434" y="398"/>
                        </a:lnTo>
                        <a:lnTo>
                          <a:pt x="434" y="398"/>
                        </a:lnTo>
                        <a:close/>
                        <a:moveTo>
                          <a:pt x="434" y="423"/>
                        </a:moveTo>
                        <a:lnTo>
                          <a:pt x="436" y="423"/>
                        </a:lnTo>
                        <a:lnTo>
                          <a:pt x="438" y="423"/>
                        </a:lnTo>
                        <a:lnTo>
                          <a:pt x="437" y="424"/>
                        </a:lnTo>
                        <a:lnTo>
                          <a:pt x="436" y="427"/>
                        </a:lnTo>
                        <a:lnTo>
                          <a:pt x="434" y="425"/>
                        </a:lnTo>
                        <a:lnTo>
                          <a:pt x="434" y="423"/>
                        </a:lnTo>
                        <a:lnTo>
                          <a:pt x="434" y="423"/>
                        </a:lnTo>
                        <a:close/>
                        <a:moveTo>
                          <a:pt x="424" y="436"/>
                        </a:moveTo>
                        <a:lnTo>
                          <a:pt x="422" y="435"/>
                        </a:lnTo>
                        <a:lnTo>
                          <a:pt x="424" y="434"/>
                        </a:lnTo>
                        <a:lnTo>
                          <a:pt x="425" y="435"/>
                        </a:lnTo>
                        <a:lnTo>
                          <a:pt x="426" y="434"/>
                        </a:lnTo>
                        <a:lnTo>
                          <a:pt x="429" y="435"/>
                        </a:lnTo>
                        <a:lnTo>
                          <a:pt x="430" y="432"/>
                        </a:lnTo>
                        <a:lnTo>
                          <a:pt x="429" y="431"/>
                        </a:lnTo>
                        <a:lnTo>
                          <a:pt x="430" y="428"/>
                        </a:lnTo>
                        <a:lnTo>
                          <a:pt x="433" y="428"/>
                        </a:lnTo>
                        <a:lnTo>
                          <a:pt x="434" y="428"/>
                        </a:lnTo>
                        <a:lnTo>
                          <a:pt x="434" y="431"/>
                        </a:lnTo>
                        <a:lnTo>
                          <a:pt x="434" y="431"/>
                        </a:lnTo>
                        <a:lnTo>
                          <a:pt x="436" y="430"/>
                        </a:lnTo>
                        <a:lnTo>
                          <a:pt x="437" y="430"/>
                        </a:lnTo>
                        <a:lnTo>
                          <a:pt x="438" y="432"/>
                        </a:lnTo>
                        <a:lnTo>
                          <a:pt x="437" y="432"/>
                        </a:lnTo>
                        <a:lnTo>
                          <a:pt x="436" y="435"/>
                        </a:lnTo>
                        <a:lnTo>
                          <a:pt x="438" y="435"/>
                        </a:lnTo>
                        <a:lnTo>
                          <a:pt x="438" y="438"/>
                        </a:lnTo>
                        <a:lnTo>
                          <a:pt x="437" y="438"/>
                        </a:lnTo>
                        <a:lnTo>
                          <a:pt x="436" y="436"/>
                        </a:lnTo>
                        <a:lnTo>
                          <a:pt x="433" y="439"/>
                        </a:lnTo>
                        <a:lnTo>
                          <a:pt x="432" y="439"/>
                        </a:lnTo>
                        <a:lnTo>
                          <a:pt x="430" y="438"/>
                        </a:lnTo>
                        <a:lnTo>
                          <a:pt x="428" y="439"/>
                        </a:lnTo>
                        <a:lnTo>
                          <a:pt x="426" y="439"/>
                        </a:lnTo>
                        <a:lnTo>
                          <a:pt x="424" y="436"/>
                        </a:lnTo>
                        <a:lnTo>
                          <a:pt x="424" y="436"/>
                        </a:lnTo>
                        <a:close/>
                        <a:moveTo>
                          <a:pt x="394" y="466"/>
                        </a:moveTo>
                        <a:lnTo>
                          <a:pt x="392" y="468"/>
                        </a:lnTo>
                        <a:lnTo>
                          <a:pt x="391" y="468"/>
                        </a:lnTo>
                        <a:lnTo>
                          <a:pt x="390" y="468"/>
                        </a:lnTo>
                        <a:lnTo>
                          <a:pt x="390" y="464"/>
                        </a:lnTo>
                        <a:lnTo>
                          <a:pt x="391" y="462"/>
                        </a:lnTo>
                        <a:lnTo>
                          <a:pt x="391" y="459"/>
                        </a:lnTo>
                        <a:lnTo>
                          <a:pt x="391" y="455"/>
                        </a:lnTo>
                        <a:lnTo>
                          <a:pt x="390" y="454"/>
                        </a:lnTo>
                        <a:lnTo>
                          <a:pt x="391" y="453"/>
                        </a:lnTo>
                        <a:lnTo>
                          <a:pt x="395" y="450"/>
                        </a:lnTo>
                        <a:lnTo>
                          <a:pt x="400" y="447"/>
                        </a:lnTo>
                        <a:lnTo>
                          <a:pt x="405" y="447"/>
                        </a:lnTo>
                        <a:lnTo>
                          <a:pt x="405" y="447"/>
                        </a:lnTo>
                        <a:lnTo>
                          <a:pt x="406" y="453"/>
                        </a:lnTo>
                        <a:lnTo>
                          <a:pt x="406" y="453"/>
                        </a:lnTo>
                        <a:lnTo>
                          <a:pt x="409" y="450"/>
                        </a:lnTo>
                        <a:lnTo>
                          <a:pt x="407" y="447"/>
                        </a:lnTo>
                        <a:lnTo>
                          <a:pt x="409" y="447"/>
                        </a:lnTo>
                        <a:lnTo>
                          <a:pt x="410" y="449"/>
                        </a:lnTo>
                        <a:lnTo>
                          <a:pt x="411" y="446"/>
                        </a:lnTo>
                        <a:lnTo>
                          <a:pt x="409" y="444"/>
                        </a:lnTo>
                        <a:lnTo>
                          <a:pt x="409" y="443"/>
                        </a:lnTo>
                        <a:lnTo>
                          <a:pt x="411" y="440"/>
                        </a:lnTo>
                        <a:lnTo>
                          <a:pt x="413" y="440"/>
                        </a:lnTo>
                        <a:lnTo>
                          <a:pt x="414" y="442"/>
                        </a:lnTo>
                        <a:lnTo>
                          <a:pt x="414" y="444"/>
                        </a:lnTo>
                        <a:lnTo>
                          <a:pt x="414" y="446"/>
                        </a:lnTo>
                        <a:lnTo>
                          <a:pt x="414" y="447"/>
                        </a:lnTo>
                        <a:lnTo>
                          <a:pt x="415" y="447"/>
                        </a:lnTo>
                        <a:lnTo>
                          <a:pt x="417" y="444"/>
                        </a:lnTo>
                        <a:lnTo>
                          <a:pt x="418" y="444"/>
                        </a:lnTo>
                        <a:lnTo>
                          <a:pt x="419" y="446"/>
                        </a:lnTo>
                        <a:lnTo>
                          <a:pt x="419" y="443"/>
                        </a:lnTo>
                        <a:lnTo>
                          <a:pt x="418" y="440"/>
                        </a:lnTo>
                        <a:lnTo>
                          <a:pt x="419" y="440"/>
                        </a:lnTo>
                        <a:lnTo>
                          <a:pt x="422" y="442"/>
                        </a:lnTo>
                        <a:lnTo>
                          <a:pt x="422" y="443"/>
                        </a:lnTo>
                        <a:lnTo>
                          <a:pt x="421" y="444"/>
                        </a:lnTo>
                        <a:lnTo>
                          <a:pt x="421" y="446"/>
                        </a:lnTo>
                        <a:lnTo>
                          <a:pt x="422" y="446"/>
                        </a:lnTo>
                        <a:lnTo>
                          <a:pt x="425" y="443"/>
                        </a:lnTo>
                        <a:lnTo>
                          <a:pt x="428" y="443"/>
                        </a:lnTo>
                        <a:lnTo>
                          <a:pt x="430" y="443"/>
                        </a:lnTo>
                        <a:lnTo>
                          <a:pt x="430" y="446"/>
                        </a:lnTo>
                        <a:lnTo>
                          <a:pt x="429" y="447"/>
                        </a:lnTo>
                        <a:lnTo>
                          <a:pt x="426" y="447"/>
                        </a:lnTo>
                        <a:lnTo>
                          <a:pt x="426" y="449"/>
                        </a:lnTo>
                        <a:lnTo>
                          <a:pt x="428" y="450"/>
                        </a:lnTo>
                        <a:lnTo>
                          <a:pt x="428" y="451"/>
                        </a:lnTo>
                        <a:lnTo>
                          <a:pt x="426" y="454"/>
                        </a:lnTo>
                        <a:lnTo>
                          <a:pt x="424" y="454"/>
                        </a:lnTo>
                        <a:lnTo>
                          <a:pt x="424" y="453"/>
                        </a:lnTo>
                        <a:lnTo>
                          <a:pt x="421" y="453"/>
                        </a:lnTo>
                        <a:lnTo>
                          <a:pt x="419" y="453"/>
                        </a:lnTo>
                        <a:lnTo>
                          <a:pt x="418" y="453"/>
                        </a:lnTo>
                        <a:lnTo>
                          <a:pt x="417" y="454"/>
                        </a:lnTo>
                        <a:lnTo>
                          <a:pt x="419" y="454"/>
                        </a:lnTo>
                        <a:lnTo>
                          <a:pt x="421" y="458"/>
                        </a:lnTo>
                        <a:lnTo>
                          <a:pt x="418" y="459"/>
                        </a:lnTo>
                        <a:lnTo>
                          <a:pt x="417" y="459"/>
                        </a:lnTo>
                        <a:lnTo>
                          <a:pt x="414" y="457"/>
                        </a:lnTo>
                        <a:lnTo>
                          <a:pt x="411" y="457"/>
                        </a:lnTo>
                        <a:lnTo>
                          <a:pt x="409" y="458"/>
                        </a:lnTo>
                        <a:lnTo>
                          <a:pt x="411" y="459"/>
                        </a:lnTo>
                        <a:lnTo>
                          <a:pt x="413" y="461"/>
                        </a:lnTo>
                        <a:lnTo>
                          <a:pt x="411" y="462"/>
                        </a:lnTo>
                        <a:lnTo>
                          <a:pt x="409" y="461"/>
                        </a:lnTo>
                        <a:lnTo>
                          <a:pt x="406" y="462"/>
                        </a:lnTo>
                        <a:lnTo>
                          <a:pt x="405" y="462"/>
                        </a:lnTo>
                        <a:lnTo>
                          <a:pt x="403" y="465"/>
                        </a:lnTo>
                        <a:lnTo>
                          <a:pt x="402" y="465"/>
                        </a:lnTo>
                        <a:lnTo>
                          <a:pt x="400" y="466"/>
                        </a:lnTo>
                        <a:lnTo>
                          <a:pt x="402" y="468"/>
                        </a:lnTo>
                        <a:lnTo>
                          <a:pt x="398" y="469"/>
                        </a:lnTo>
                        <a:lnTo>
                          <a:pt x="398" y="472"/>
                        </a:lnTo>
                        <a:lnTo>
                          <a:pt x="396" y="472"/>
                        </a:lnTo>
                        <a:lnTo>
                          <a:pt x="395" y="474"/>
                        </a:lnTo>
                        <a:lnTo>
                          <a:pt x="392" y="473"/>
                        </a:lnTo>
                        <a:lnTo>
                          <a:pt x="392" y="472"/>
                        </a:lnTo>
                        <a:lnTo>
                          <a:pt x="398" y="468"/>
                        </a:lnTo>
                        <a:lnTo>
                          <a:pt x="398" y="466"/>
                        </a:lnTo>
                        <a:lnTo>
                          <a:pt x="399" y="464"/>
                        </a:lnTo>
                        <a:lnTo>
                          <a:pt x="398" y="464"/>
                        </a:lnTo>
                        <a:lnTo>
                          <a:pt x="396" y="466"/>
                        </a:lnTo>
                        <a:lnTo>
                          <a:pt x="395" y="465"/>
                        </a:lnTo>
                        <a:lnTo>
                          <a:pt x="396" y="464"/>
                        </a:lnTo>
                        <a:lnTo>
                          <a:pt x="392" y="464"/>
                        </a:lnTo>
                        <a:lnTo>
                          <a:pt x="391" y="465"/>
                        </a:lnTo>
                        <a:lnTo>
                          <a:pt x="392" y="465"/>
                        </a:lnTo>
                        <a:lnTo>
                          <a:pt x="394" y="466"/>
                        </a:lnTo>
                        <a:lnTo>
                          <a:pt x="394" y="466"/>
                        </a:lnTo>
                        <a:close/>
                        <a:moveTo>
                          <a:pt x="388" y="477"/>
                        </a:moveTo>
                        <a:lnTo>
                          <a:pt x="390" y="477"/>
                        </a:lnTo>
                        <a:lnTo>
                          <a:pt x="388" y="478"/>
                        </a:lnTo>
                        <a:lnTo>
                          <a:pt x="388" y="477"/>
                        </a:lnTo>
                        <a:lnTo>
                          <a:pt x="388" y="477"/>
                        </a:lnTo>
                        <a:close/>
                        <a:moveTo>
                          <a:pt x="380" y="480"/>
                        </a:moveTo>
                        <a:lnTo>
                          <a:pt x="381" y="477"/>
                        </a:lnTo>
                        <a:lnTo>
                          <a:pt x="388" y="474"/>
                        </a:lnTo>
                        <a:lnTo>
                          <a:pt x="383" y="480"/>
                        </a:lnTo>
                        <a:lnTo>
                          <a:pt x="380" y="480"/>
                        </a:lnTo>
                        <a:lnTo>
                          <a:pt x="380" y="480"/>
                        </a:lnTo>
                        <a:close/>
                        <a:moveTo>
                          <a:pt x="361" y="496"/>
                        </a:moveTo>
                        <a:lnTo>
                          <a:pt x="360" y="496"/>
                        </a:lnTo>
                        <a:lnTo>
                          <a:pt x="360" y="495"/>
                        </a:lnTo>
                        <a:lnTo>
                          <a:pt x="362" y="493"/>
                        </a:lnTo>
                        <a:lnTo>
                          <a:pt x="362" y="496"/>
                        </a:lnTo>
                        <a:lnTo>
                          <a:pt x="361" y="496"/>
                        </a:lnTo>
                        <a:lnTo>
                          <a:pt x="361" y="496"/>
                        </a:lnTo>
                        <a:close/>
                        <a:moveTo>
                          <a:pt x="350" y="470"/>
                        </a:moveTo>
                        <a:lnTo>
                          <a:pt x="353" y="470"/>
                        </a:lnTo>
                        <a:lnTo>
                          <a:pt x="354" y="472"/>
                        </a:lnTo>
                        <a:lnTo>
                          <a:pt x="353" y="473"/>
                        </a:lnTo>
                        <a:lnTo>
                          <a:pt x="350" y="470"/>
                        </a:lnTo>
                        <a:lnTo>
                          <a:pt x="350" y="470"/>
                        </a:lnTo>
                        <a:close/>
                        <a:moveTo>
                          <a:pt x="294" y="496"/>
                        </a:moveTo>
                        <a:lnTo>
                          <a:pt x="294" y="496"/>
                        </a:lnTo>
                        <a:lnTo>
                          <a:pt x="296" y="495"/>
                        </a:lnTo>
                        <a:lnTo>
                          <a:pt x="296" y="496"/>
                        </a:lnTo>
                        <a:lnTo>
                          <a:pt x="294" y="496"/>
                        </a:lnTo>
                        <a:lnTo>
                          <a:pt x="294" y="496"/>
                        </a:lnTo>
                        <a:close/>
                        <a:moveTo>
                          <a:pt x="292" y="497"/>
                        </a:moveTo>
                        <a:lnTo>
                          <a:pt x="293" y="497"/>
                        </a:lnTo>
                        <a:lnTo>
                          <a:pt x="292" y="499"/>
                        </a:lnTo>
                        <a:lnTo>
                          <a:pt x="292" y="497"/>
                        </a:lnTo>
                        <a:lnTo>
                          <a:pt x="292" y="497"/>
                        </a:lnTo>
                        <a:close/>
                        <a:moveTo>
                          <a:pt x="304" y="507"/>
                        </a:moveTo>
                        <a:lnTo>
                          <a:pt x="304" y="510"/>
                        </a:lnTo>
                        <a:lnTo>
                          <a:pt x="303" y="511"/>
                        </a:lnTo>
                        <a:lnTo>
                          <a:pt x="303" y="508"/>
                        </a:lnTo>
                        <a:lnTo>
                          <a:pt x="304" y="507"/>
                        </a:lnTo>
                        <a:lnTo>
                          <a:pt x="304" y="507"/>
                        </a:lnTo>
                        <a:close/>
                        <a:moveTo>
                          <a:pt x="301" y="507"/>
                        </a:moveTo>
                        <a:lnTo>
                          <a:pt x="303" y="503"/>
                        </a:lnTo>
                        <a:lnTo>
                          <a:pt x="303" y="506"/>
                        </a:lnTo>
                        <a:lnTo>
                          <a:pt x="303" y="506"/>
                        </a:lnTo>
                        <a:lnTo>
                          <a:pt x="301" y="507"/>
                        </a:lnTo>
                        <a:lnTo>
                          <a:pt x="301" y="507"/>
                        </a:lnTo>
                        <a:close/>
                        <a:moveTo>
                          <a:pt x="290" y="510"/>
                        </a:moveTo>
                        <a:lnTo>
                          <a:pt x="292" y="506"/>
                        </a:lnTo>
                        <a:lnTo>
                          <a:pt x="294" y="503"/>
                        </a:lnTo>
                        <a:lnTo>
                          <a:pt x="294" y="503"/>
                        </a:lnTo>
                        <a:lnTo>
                          <a:pt x="299" y="502"/>
                        </a:lnTo>
                        <a:lnTo>
                          <a:pt x="296" y="504"/>
                        </a:lnTo>
                        <a:lnTo>
                          <a:pt x="296" y="506"/>
                        </a:lnTo>
                        <a:lnTo>
                          <a:pt x="292" y="508"/>
                        </a:lnTo>
                        <a:lnTo>
                          <a:pt x="290" y="510"/>
                        </a:lnTo>
                        <a:lnTo>
                          <a:pt x="290" y="510"/>
                        </a:lnTo>
                        <a:close/>
                        <a:moveTo>
                          <a:pt x="286" y="502"/>
                        </a:moveTo>
                        <a:lnTo>
                          <a:pt x="285" y="499"/>
                        </a:lnTo>
                        <a:lnTo>
                          <a:pt x="286" y="497"/>
                        </a:lnTo>
                        <a:lnTo>
                          <a:pt x="288" y="496"/>
                        </a:lnTo>
                        <a:lnTo>
                          <a:pt x="289" y="497"/>
                        </a:lnTo>
                        <a:lnTo>
                          <a:pt x="289" y="500"/>
                        </a:lnTo>
                        <a:lnTo>
                          <a:pt x="288" y="502"/>
                        </a:lnTo>
                        <a:lnTo>
                          <a:pt x="286" y="502"/>
                        </a:lnTo>
                        <a:lnTo>
                          <a:pt x="286" y="502"/>
                        </a:lnTo>
                        <a:close/>
                        <a:moveTo>
                          <a:pt x="273" y="500"/>
                        </a:moveTo>
                        <a:lnTo>
                          <a:pt x="274" y="499"/>
                        </a:lnTo>
                        <a:lnTo>
                          <a:pt x="275" y="502"/>
                        </a:lnTo>
                        <a:lnTo>
                          <a:pt x="273" y="503"/>
                        </a:lnTo>
                        <a:lnTo>
                          <a:pt x="273" y="500"/>
                        </a:lnTo>
                        <a:lnTo>
                          <a:pt x="273" y="500"/>
                        </a:lnTo>
                        <a:close/>
                        <a:moveTo>
                          <a:pt x="263" y="507"/>
                        </a:moveTo>
                        <a:lnTo>
                          <a:pt x="262" y="504"/>
                        </a:lnTo>
                        <a:lnTo>
                          <a:pt x="265" y="503"/>
                        </a:lnTo>
                        <a:lnTo>
                          <a:pt x="265" y="504"/>
                        </a:lnTo>
                        <a:lnTo>
                          <a:pt x="263" y="507"/>
                        </a:lnTo>
                        <a:lnTo>
                          <a:pt x="263" y="507"/>
                        </a:lnTo>
                        <a:close/>
                        <a:moveTo>
                          <a:pt x="252" y="514"/>
                        </a:moveTo>
                        <a:lnTo>
                          <a:pt x="255" y="517"/>
                        </a:lnTo>
                        <a:lnTo>
                          <a:pt x="254" y="517"/>
                        </a:lnTo>
                        <a:lnTo>
                          <a:pt x="251" y="515"/>
                        </a:lnTo>
                        <a:lnTo>
                          <a:pt x="252" y="514"/>
                        </a:lnTo>
                        <a:lnTo>
                          <a:pt x="252" y="514"/>
                        </a:lnTo>
                        <a:close/>
                        <a:moveTo>
                          <a:pt x="2" y="563"/>
                        </a:moveTo>
                        <a:lnTo>
                          <a:pt x="0" y="565"/>
                        </a:lnTo>
                        <a:lnTo>
                          <a:pt x="2" y="564"/>
                        </a:lnTo>
                        <a:lnTo>
                          <a:pt x="2" y="563"/>
                        </a:lnTo>
                        <a:lnTo>
                          <a:pt x="2" y="563"/>
                        </a:lnTo>
                        <a:close/>
                        <a:moveTo>
                          <a:pt x="4" y="556"/>
                        </a:moveTo>
                        <a:lnTo>
                          <a:pt x="2" y="557"/>
                        </a:lnTo>
                        <a:lnTo>
                          <a:pt x="4" y="560"/>
                        </a:lnTo>
                        <a:lnTo>
                          <a:pt x="6" y="557"/>
                        </a:lnTo>
                        <a:lnTo>
                          <a:pt x="4" y="556"/>
                        </a:lnTo>
                        <a:lnTo>
                          <a:pt x="4" y="556"/>
                        </a:lnTo>
                        <a:close/>
                        <a:moveTo>
                          <a:pt x="8" y="549"/>
                        </a:moveTo>
                        <a:lnTo>
                          <a:pt x="9" y="552"/>
                        </a:lnTo>
                        <a:lnTo>
                          <a:pt x="9" y="548"/>
                        </a:lnTo>
                        <a:lnTo>
                          <a:pt x="8" y="549"/>
                        </a:lnTo>
                        <a:lnTo>
                          <a:pt x="8" y="549"/>
                        </a:lnTo>
                        <a:close/>
                        <a:moveTo>
                          <a:pt x="25" y="552"/>
                        </a:moveTo>
                        <a:lnTo>
                          <a:pt x="21" y="548"/>
                        </a:lnTo>
                        <a:lnTo>
                          <a:pt x="20" y="548"/>
                        </a:lnTo>
                        <a:lnTo>
                          <a:pt x="17" y="549"/>
                        </a:lnTo>
                        <a:lnTo>
                          <a:pt x="19" y="550"/>
                        </a:lnTo>
                        <a:lnTo>
                          <a:pt x="21" y="552"/>
                        </a:lnTo>
                        <a:lnTo>
                          <a:pt x="19" y="553"/>
                        </a:lnTo>
                        <a:lnTo>
                          <a:pt x="20" y="555"/>
                        </a:lnTo>
                        <a:lnTo>
                          <a:pt x="21" y="555"/>
                        </a:lnTo>
                        <a:lnTo>
                          <a:pt x="24" y="553"/>
                        </a:lnTo>
                        <a:lnTo>
                          <a:pt x="25" y="552"/>
                        </a:lnTo>
                        <a:lnTo>
                          <a:pt x="25" y="552"/>
                        </a:lnTo>
                        <a:close/>
                        <a:moveTo>
                          <a:pt x="27" y="557"/>
                        </a:moveTo>
                        <a:lnTo>
                          <a:pt x="28" y="559"/>
                        </a:lnTo>
                        <a:lnTo>
                          <a:pt x="32" y="556"/>
                        </a:lnTo>
                        <a:lnTo>
                          <a:pt x="32" y="553"/>
                        </a:lnTo>
                        <a:lnTo>
                          <a:pt x="34" y="550"/>
                        </a:lnTo>
                        <a:lnTo>
                          <a:pt x="32" y="550"/>
                        </a:lnTo>
                        <a:lnTo>
                          <a:pt x="31" y="553"/>
                        </a:lnTo>
                        <a:lnTo>
                          <a:pt x="30" y="556"/>
                        </a:lnTo>
                        <a:lnTo>
                          <a:pt x="27" y="557"/>
                        </a:lnTo>
                        <a:lnTo>
                          <a:pt x="27" y="557"/>
                        </a:lnTo>
                        <a:close/>
                        <a:moveTo>
                          <a:pt x="42" y="555"/>
                        </a:moveTo>
                        <a:lnTo>
                          <a:pt x="40" y="552"/>
                        </a:lnTo>
                        <a:lnTo>
                          <a:pt x="39" y="550"/>
                        </a:lnTo>
                        <a:lnTo>
                          <a:pt x="39" y="555"/>
                        </a:lnTo>
                        <a:lnTo>
                          <a:pt x="36" y="555"/>
                        </a:lnTo>
                        <a:lnTo>
                          <a:pt x="35" y="559"/>
                        </a:lnTo>
                        <a:lnTo>
                          <a:pt x="38" y="559"/>
                        </a:lnTo>
                        <a:lnTo>
                          <a:pt x="42" y="555"/>
                        </a:lnTo>
                        <a:lnTo>
                          <a:pt x="42" y="555"/>
                        </a:lnTo>
                        <a:close/>
                        <a:moveTo>
                          <a:pt x="76" y="555"/>
                        </a:moveTo>
                        <a:lnTo>
                          <a:pt x="76" y="552"/>
                        </a:lnTo>
                        <a:lnTo>
                          <a:pt x="78" y="550"/>
                        </a:lnTo>
                        <a:lnTo>
                          <a:pt x="77" y="548"/>
                        </a:lnTo>
                        <a:lnTo>
                          <a:pt x="76" y="546"/>
                        </a:lnTo>
                        <a:lnTo>
                          <a:pt x="73" y="548"/>
                        </a:lnTo>
                        <a:lnTo>
                          <a:pt x="73" y="550"/>
                        </a:lnTo>
                        <a:lnTo>
                          <a:pt x="72" y="552"/>
                        </a:lnTo>
                        <a:lnTo>
                          <a:pt x="70" y="550"/>
                        </a:lnTo>
                        <a:lnTo>
                          <a:pt x="68" y="553"/>
                        </a:lnTo>
                        <a:lnTo>
                          <a:pt x="66" y="553"/>
                        </a:lnTo>
                        <a:lnTo>
                          <a:pt x="64" y="552"/>
                        </a:lnTo>
                        <a:lnTo>
                          <a:pt x="62" y="553"/>
                        </a:lnTo>
                        <a:lnTo>
                          <a:pt x="65" y="555"/>
                        </a:lnTo>
                        <a:lnTo>
                          <a:pt x="66" y="555"/>
                        </a:lnTo>
                        <a:lnTo>
                          <a:pt x="69" y="555"/>
                        </a:lnTo>
                        <a:lnTo>
                          <a:pt x="73" y="553"/>
                        </a:lnTo>
                        <a:lnTo>
                          <a:pt x="76" y="555"/>
                        </a:lnTo>
                        <a:lnTo>
                          <a:pt x="76" y="555"/>
                        </a:lnTo>
                        <a:close/>
                        <a:moveTo>
                          <a:pt x="81" y="555"/>
                        </a:moveTo>
                        <a:lnTo>
                          <a:pt x="88" y="556"/>
                        </a:lnTo>
                        <a:lnTo>
                          <a:pt x="89" y="556"/>
                        </a:lnTo>
                        <a:lnTo>
                          <a:pt x="92" y="557"/>
                        </a:lnTo>
                        <a:lnTo>
                          <a:pt x="88" y="559"/>
                        </a:lnTo>
                        <a:lnTo>
                          <a:pt x="81" y="557"/>
                        </a:lnTo>
                        <a:lnTo>
                          <a:pt x="80" y="557"/>
                        </a:lnTo>
                        <a:lnTo>
                          <a:pt x="78" y="556"/>
                        </a:lnTo>
                        <a:lnTo>
                          <a:pt x="78" y="556"/>
                        </a:lnTo>
                        <a:lnTo>
                          <a:pt x="81" y="555"/>
                        </a:lnTo>
                        <a:lnTo>
                          <a:pt x="81" y="555"/>
                        </a:lnTo>
                        <a:close/>
                        <a:moveTo>
                          <a:pt x="104" y="552"/>
                        </a:moveTo>
                        <a:lnTo>
                          <a:pt x="102" y="550"/>
                        </a:lnTo>
                        <a:lnTo>
                          <a:pt x="97" y="550"/>
                        </a:lnTo>
                        <a:lnTo>
                          <a:pt x="97" y="553"/>
                        </a:lnTo>
                        <a:lnTo>
                          <a:pt x="102" y="553"/>
                        </a:lnTo>
                        <a:lnTo>
                          <a:pt x="104" y="552"/>
                        </a:lnTo>
                        <a:lnTo>
                          <a:pt x="104" y="552"/>
                        </a:lnTo>
                        <a:close/>
                        <a:moveTo>
                          <a:pt x="119" y="550"/>
                        </a:moveTo>
                        <a:lnTo>
                          <a:pt x="119" y="546"/>
                        </a:lnTo>
                        <a:lnTo>
                          <a:pt x="118" y="549"/>
                        </a:lnTo>
                        <a:lnTo>
                          <a:pt x="119" y="550"/>
                        </a:lnTo>
                        <a:lnTo>
                          <a:pt x="119" y="550"/>
                        </a:lnTo>
                        <a:close/>
                        <a:moveTo>
                          <a:pt x="130" y="546"/>
                        </a:moveTo>
                        <a:lnTo>
                          <a:pt x="127" y="544"/>
                        </a:lnTo>
                        <a:lnTo>
                          <a:pt x="126" y="545"/>
                        </a:lnTo>
                        <a:lnTo>
                          <a:pt x="125" y="548"/>
                        </a:lnTo>
                        <a:lnTo>
                          <a:pt x="129" y="545"/>
                        </a:lnTo>
                        <a:lnTo>
                          <a:pt x="130" y="546"/>
                        </a:lnTo>
                        <a:lnTo>
                          <a:pt x="130" y="546"/>
                        </a:lnTo>
                        <a:close/>
                        <a:moveTo>
                          <a:pt x="137" y="545"/>
                        </a:moveTo>
                        <a:lnTo>
                          <a:pt x="136" y="544"/>
                        </a:lnTo>
                        <a:lnTo>
                          <a:pt x="134" y="545"/>
                        </a:lnTo>
                        <a:lnTo>
                          <a:pt x="136" y="546"/>
                        </a:lnTo>
                        <a:lnTo>
                          <a:pt x="137" y="545"/>
                        </a:lnTo>
                        <a:lnTo>
                          <a:pt x="137" y="545"/>
                        </a:lnTo>
                        <a:close/>
                        <a:moveTo>
                          <a:pt x="138" y="541"/>
                        </a:moveTo>
                        <a:lnTo>
                          <a:pt x="138" y="540"/>
                        </a:lnTo>
                        <a:lnTo>
                          <a:pt x="136" y="541"/>
                        </a:lnTo>
                        <a:lnTo>
                          <a:pt x="138" y="541"/>
                        </a:lnTo>
                        <a:lnTo>
                          <a:pt x="138" y="541"/>
                        </a:lnTo>
                        <a:close/>
                        <a:moveTo>
                          <a:pt x="140" y="542"/>
                        </a:moveTo>
                        <a:lnTo>
                          <a:pt x="141" y="545"/>
                        </a:lnTo>
                        <a:lnTo>
                          <a:pt x="144" y="544"/>
                        </a:lnTo>
                        <a:lnTo>
                          <a:pt x="142" y="541"/>
                        </a:lnTo>
                        <a:lnTo>
                          <a:pt x="140" y="542"/>
                        </a:lnTo>
                        <a:lnTo>
                          <a:pt x="140" y="542"/>
                        </a:lnTo>
                        <a:close/>
                        <a:moveTo>
                          <a:pt x="172" y="527"/>
                        </a:moveTo>
                        <a:lnTo>
                          <a:pt x="174" y="530"/>
                        </a:lnTo>
                        <a:lnTo>
                          <a:pt x="175" y="531"/>
                        </a:lnTo>
                        <a:lnTo>
                          <a:pt x="172" y="533"/>
                        </a:lnTo>
                        <a:lnTo>
                          <a:pt x="171" y="536"/>
                        </a:lnTo>
                        <a:lnTo>
                          <a:pt x="167" y="537"/>
                        </a:lnTo>
                        <a:lnTo>
                          <a:pt x="163" y="541"/>
                        </a:lnTo>
                        <a:lnTo>
                          <a:pt x="159" y="541"/>
                        </a:lnTo>
                        <a:lnTo>
                          <a:pt x="156" y="545"/>
                        </a:lnTo>
                        <a:lnTo>
                          <a:pt x="150" y="545"/>
                        </a:lnTo>
                        <a:lnTo>
                          <a:pt x="153" y="542"/>
                        </a:lnTo>
                        <a:lnTo>
                          <a:pt x="155" y="542"/>
                        </a:lnTo>
                        <a:lnTo>
                          <a:pt x="156" y="540"/>
                        </a:lnTo>
                        <a:lnTo>
                          <a:pt x="159" y="538"/>
                        </a:lnTo>
                        <a:lnTo>
                          <a:pt x="159" y="537"/>
                        </a:lnTo>
                        <a:lnTo>
                          <a:pt x="161" y="534"/>
                        </a:lnTo>
                        <a:lnTo>
                          <a:pt x="164" y="533"/>
                        </a:lnTo>
                        <a:lnTo>
                          <a:pt x="165" y="530"/>
                        </a:lnTo>
                        <a:lnTo>
                          <a:pt x="165" y="529"/>
                        </a:lnTo>
                        <a:lnTo>
                          <a:pt x="169" y="529"/>
                        </a:lnTo>
                        <a:lnTo>
                          <a:pt x="169" y="529"/>
                        </a:lnTo>
                        <a:lnTo>
                          <a:pt x="172" y="527"/>
                        </a:lnTo>
                        <a:lnTo>
                          <a:pt x="172" y="527"/>
                        </a:lnTo>
                        <a:close/>
                        <a:moveTo>
                          <a:pt x="195" y="518"/>
                        </a:moveTo>
                        <a:lnTo>
                          <a:pt x="194" y="518"/>
                        </a:lnTo>
                        <a:lnTo>
                          <a:pt x="191" y="521"/>
                        </a:lnTo>
                        <a:lnTo>
                          <a:pt x="191" y="523"/>
                        </a:lnTo>
                        <a:lnTo>
                          <a:pt x="193" y="525"/>
                        </a:lnTo>
                        <a:lnTo>
                          <a:pt x="191" y="526"/>
                        </a:lnTo>
                        <a:lnTo>
                          <a:pt x="189" y="525"/>
                        </a:lnTo>
                        <a:lnTo>
                          <a:pt x="186" y="526"/>
                        </a:lnTo>
                        <a:lnTo>
                          <a:pt x="187" y="529"/>
                        </a:lnTo>
                        <a:lnTo>
                          <a:pt x="186" y="529"/>
                        </a:lnTo>
                        <a:lnTo>
                          <a:pt x="183" y="531"/>
                        </a:lnTo>
                        <a:lnTo>
                          <a:pt x="182" y="531"/>
                        </a:lnTo>
                        <a:lnTo>
                          <a:pt x="178" y="534"/>
                        </a:lnTo>
                        <a:lnTo>
                          <a:pt x="175" y="534"/>
                        </a:lnTo>
                        <a:lnTo>
                          <a:pt x="174" y="534"/>
                        </a:lnTo>
                        <a:lnTo>
                          <a:pt x="175" y="537"/>
                        </a:lnTo>
                        <a:lnTo>
                          <a:pt x="180" y="537"/>
                        </a:lnTo>
                        <a:lnTo>
                          <a:pt x="184" y="536"/>
                        </a:lnTo>
                        <a:lnTo>
                          <a:pt x="187" y="531"/>
                        </a:lnTo>
                        <a:lnTo>
                          <a:pt x="187" y="534"/>
                        </a:lnTo>
                        <a:lnTo>
                          <a:pt x="189" y="534"/>
                        </a:lnTo>
                        <a:lnTo>
                          <a:pt x="190" y="531"/>
                        </a:lnTo>
                        <a:lnTo>
                          <a:pt x="190" y="530"/>
                        </a:lnTo>
                        <a:lnTo>
                          <a:pt x="193" y="530"/>
                        </a:lnTo>
                        <a:lnTo>
                          <a:pt x="193" y="531"/>
                        </a:lnTo>
                        <a:lnTo>
                          <a:pt x="194" y="531"/>
                        </a:lnTo>
                        <a:lnTo>
                          <a:pt x="197" y="529"/>
                        </a:lnTo>
                        <a:lnTo>
                          <a:pt x="201" y="527"/>
                        </a:lnTo>
                        <a:lnTo>
                          <a:pt x="201" y="526"/>
                        </a:lnTo>
                        <a:lnTo>
                          <a:pt x="198" y="525"/>
                        </a:lnTo>
                        <a:lnTo>
                          <a:pt x="201" y="523"/>
                        </a:lnTo>
                        <a:lnTo>
                          <a:pt x="199" y="521"/>
                        </a:lnTo>
                        <a:lnTo>
                          <a:pt x="197" y="519"/>
                        </a:lnTo>
                        <a:lnTo>
                          <a:pt x="195" y="518"/>
                        </a:lnTo>
                        <a:lnTo>
                          <a:pt x="195" y="518"/>
                        </a:lnTo>
                        <a:close/>
                        <a:moveTo>
                          <a:pt x="205" y="522"/>
                        </a:moveTo>
                        <a:lnTo>
                          <a:pt x="205" y="521"/>
                        </a:lnTo>
                        <a:lnTo>
                          <a:pt x="202" y="519"/>
                        </a:lnTo>
                        <a:lnTo>
                          <a:pt x="202" y="521"/>
                        </a:lnTo>
                        <a:lnTo>
                          <a:pt x="205" y="522"/>
                        </a:lnTo>
                        <a:lnTo>
                          <a:pt x="205" y="522"/>
                        </a:lnTo>
                        <a:close/>
                        <a:moveTo>
                          <a:pt x="220" y="519"/>
                        </a:moveTo>
                        <a:lnTo>
                          <a:pt x="218" y="518"/>
                        </a:lnTo>
                        <a:lnTo>
                          <a:pt x="221" y="518"/>
                        </a:lnTo>
                        <a:lnTo>
                          <a:pt x="222" y="519"/>
                        </a:lnTo>
                        <a:lnTo>
                          <a:pt x="220" y="521"/>
                        </a:lnTo>
                        <a:lnTo>
                          <a:pt x="220" y="519"/>
                        </a:lnTo>
                        <a:lnTo>
                          <a:pt x="220" y="519"/>
                        </a:lnTo>
                        <a:close/>
                        <a:moveTo>
                          <a:pt x="214" y="521"/>
                        </a:moveTo>
                        <a:lnTo>
                          <a:pt x="216" y="519"/>
                        </a:lnTo>
                        <a:lnTo>
                          <a:pt x="217" y="521"/>
                        </a:lnTo>
                        <a:lnTo>
                          <a:pt x="214" y="521"/>
                        </a:lnTo>
                        <a:lnTo>
                          <a:pt x="214" y="521"/>
                        </a:lnTo>
                        <a:close/>
                        <a:moveTo>
                          <a:pt x="213" y="518"/>
                        </a:moveTo>
                        <a:lnTo>
                          <a:pt x="213" y="515"/>
                        </a:lnTo>
                        <a:lnTo>
                          <a:pt x="213" y="514"/>
                        </a:lnTo>
                        <a:lnTo>
                          <a:pt x="214" y="514"/>
                        </a:lnTo>
                        <a:lnTo>
                          <a:pt x="216" y="517"/>
                        </a:lnTo>
                        <a:lnTo>
                          <a:pt x="213" y="518"/>
                        </a:lnTo>
                        <a:lnTo>
                          <a:pt x="213" y="518"/>
                        </a:lnTo>
                        <a:close/>
                        <a:moveTo>
                          <a:pt x="208" y="515"/>
                        </a:moveTo>
                        <a:lnTo>
                          <a:pt x="205" y="517"/>
                        </a:lnTo>
                        <a:lnTo>
                          <a:pt x="205" y="518"/>
                        </a:lnTo>
                        <a:lnTo>
                          <a:pt x="208" y="521"/>
                        </a:lnTo>
                        <a:lnTo>
                          <a:pt x="210" y="519"/>
                        </a:lnTo>
                        <a:lnTo>
                          <a:pt x="210" y="518"/>
                        </a:lnTo>
                        <a:lnTo>
                          <a:pt x="209" y="517"/>
                        </a:lnTo>
                        <a:lnTo>
                          <a:pt x="208" y="515"/>
                        </a:lnTo>
                        <a:lnTo>
                          <a:pt x="208" y="515"/>
                        </a:lnTo>
                        <a:close/>
                        <a:moveTo>
                          <a:pt x="339" y="400"/>
                        </a:moveTo>
                        <a:lnTo>
                          <a:pt x="339" y="398"/>
                        </a:lnTo>
                        <a:lnTo>
                          <a:pt x="341" y="397"/>
                        </a:lnTo>
                        <a:lnTo>
                          <a:pt x="341" y="400"/>
                        </a:lnTo>
                        <a:lnTo>
                          <a:pt x="339" y="400"/>
                        </a:lnTo>
                        <a:lnTo>
                          <a:pt x="339" y="400"/>
                        </a:lnTo>
                        <a:close/>
                        <a:moveTo>
                          <a:pt x="334" y="401"/>
                        </a:moveTo>
                        <a:lnTo>
                          <a:pt x="333" y="400"/>
                        </a:lnTo>
                        <a:lnTo>
                          <a:pt x="333" y="397"/>
                        </a:lnTo>
                        <a:lnTo>
                          <a:pt x="335" y="396"/>
                        </a:lnTo>
                        <a:lnTo>
                          <a:pt x="338" y="394"/>
                        </a:lnTo>
                        <a:lnTo>
                          <a:pt x="338" y="396"/>
                        </a:lnTo>
                        <a:lnTo>
                          <a:pt x="335" y="400"/>
                        </a:lnTo>
                        <a:lnTo>
                          <a:pt x="334" y="401"/>
                        </a:lnTo>
                        <a:lnTo>
                          <a:pt x="334" y="401"/>
                        </a:lnTo>
                        <a:close/>
                        <a:moveTo>
                          <a:pt x="225" y="508"/>
                        </a:moveTo>
                        <a:lnTo>
                          <a:pt x="225" y="506"/>
                        </a:lnTo>
                        <a:lnTo>
                          <a:pt x="227" y="504"/>
                        </a:lnTo>
                        <a:lnTo>
                          <a:pt x="228" y="506"/>
                        </a:lnTo>
                        <a:lnTo>
                          <a:pt x="231" y="503"/>
                        </a:lnTo>
                        <a:lnTo>
                          <a:pt x="232" y="503"/>
                        </a:lnTo>
                        <a:lnTo>
                          <a:pt x="233" y="497"/>
                        </a:lnTo>
                        <a:lnTo>
                          <a:pt x="235" y="497"/>
                        </a:lnTo>
                        <a:lnTo>
                          <a:pt x="237" y="500"/>
                        </a:lnTo>
                        <a:lnTo>
                          <a:pt x="239" y="499"/>
                        </a:lnTo>
                        <a:lnTo>
                          <a:pt x="241" y="499"/>
                        </a:lnTo>
                        <a:lnTo>
                          <a:pt x="244" y="499"/>
                        </a:lnTo>
                        <a:lnTo>
                          <a:pt x="244" y="497"/>
                        </a:lnTo>
                        <a:lnTo>
                          <a:pt x="248" y="497"/>
                        </a:lnTo>
                        <a:lnTo>
                          <a:pt x="250" y="500"/>
                        </a:lnTo>
                        <a:lnTo>
                          <a:pt x="248" y="503"/>
                        </a:lnTo>
                        <a:lnTo>
                          <a:pt x="252" y="506"/>
                        </a:lnTo>
                        <a:lnTo>
                          <a:pt x="252" y="508"/>
                        </a:lnTo>
                        <a:lnTo>
                          <a:pt x="250" y="507"/>
                        </a:lnTo>
                        <a:lnTo>
                          <a:pt x="247" y="508"/>
                        </a:lnTo>
                        <a:lnTo>
                          <a:pt x="243" y="510"/>
                        </a:lnTo>
                        <a:lnTo>
                          <a:pt x="240" y="508"/>
                        </a:lnTo>
                        <a:lnTo>
                          <a:pt x="235" y="508"/>
                        </a:lnTo>
                        <a:lnTo>
                          <a:pt x="232" y="511"/>
                        </a:lnTo>
                        <a:lnTo>
                          <a:pt x="231" y="511"/>
                        </a:lnTo>
                        <a:lnTo>
                          <a:pt x="228" y="512"/>
                        </a:lnTo>
                        <a:lnTo>
                          <a:pt x="225" y="511"/>
                        </a:lnTo>
                        <a:lnTo>
                          <a:pt x="225" y="508"/>
                        </a:lnTo>
                        <a:close/>
                      </a:path>
                    </a:pathLst>
                  </a:custGeom>
                  <a:solidFill>
                    <a:srgbClr val="D4D4D4"/>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72" name="Freeform 975">
                    <a:extLst>
                      <a:ext uri="{FF2B5EF4-FFF2-40B4-BE49-F238E27FC236}">
                        <a16:creationId xmlns:a16="http://schemas.microsoft.com/office/drawing/2014/main" id="{F5074CD7-D537-07FC-9BFC-83DC11D1A4AB}"/>
                      </a:ext>
                    </a:extLst>
                  </p:cNvPr>
                  <p:cNvSpPr>
                    <a:spLocks noEditPoints="1"/>
                  </p:cNvSpPr>
                  <p:nvPr/>
                </p:nvSpPr>
                <p:spPr bwMode="auto">
                  <a:xfrm>
                    <a:off x="7657772" y="1447800"/>
                    <a:ext cx="1126870" cy="953295"/>
                  </a:xfrm>
                  <a:custGeom>
                    <a:avLst/>
                    <a:gdLst/>
                    <a:ahLst/>
                    <a:cxnLst>
                      <a:cxn ang="0">
                        <a:pos x="900" y="83"/>
                      </a:cxn>
                      <a:cxn ang="0">
                        <a:pos x="906" y="197"/>
                      </a:cxn>
                      <a:cxn ang="0">
                        <a:pos x="902" y="215"/>
                      </a:cxn>
                      <a:cxn ang="0">
                        <a:pos x="967" y="134"/>
                      </a:cxn>
                      <a:cxn ang="0">
                        <a:pos x="991" y="79"/>
                      </a:cxn>
                      <a:cxn ang="0">
                        <a:pos x="1059" y="27"/>
                      </a:cxn>
                      <a:cxn ang="0">
                        <a:pos x="1228" y="42"/>
                      </a:cxn>
                      <a:cxn ang="0">
                        <a:pos x="1050" y="177"/>
                      </a:cxn>
                      <a:cxn ang="0">
                        <a:pos x="951" y="254"/>
                      </a:cxn>
                      <a:cxn ang="0">
                        <a:pos x="988" y="579"/>
                      </a:cxn>
                      <a:cxn ang="0">
                        <a:pos x="863" y="219"/>
                      </a:cxn>
                      <a:cxn ang="0">
                        <a:pos x="773" y="154"/>
                      </a:cxn>
                      <a:cxn ang="0">
                        <a:pos x="644" y="130"/>
                      </a:cxn>
                      <a:cxn ang="0">
                        <a:pos x="844" y="259"/>
                      </a:cxn>
                      <a:cxn ang="0">
                        <a:pos x="879" y="346"/>
                      </a:cxn>
                      <a:cxn ang="0">
                        <a:pos x="512" y="175"/>
                      </a:cxn>
                      <a:cxn ang="0">
                        <a:pos x="802" y="348"/>
                      </a:cxn>
                      <a:cxn ang="0">
                        <a:pos x="742" y="266"/>
                      </a:cxn>
                      <a:cxn ang="0">
                        <a:pos x="564" y="198"/>
                      </a:cxn>
                      <a:cxn ang="0">
                        <a:pos x="621" y="238"/>
                      </a:cxn>
                      <a:cxn ang="0">
                        <a:pos x="424" y="285"/>
                      </a:cxn>
                      <a:cxn ang="0">
                        <a:pos x="645" y="379"/>
                      </a:cxn>
                      <a:cxn ang="0">
                        <a:pos x="719" y="357"/>
                      </a:cxn>
                      <a:cxn ang="0">
                        <a:pos x="738" y="397"/>
                      </a:cxn>
                      <a:cxn ang="0">
                        <a:pos x="852" y="554"/>
                      </a:cxn>
                      <a:cxn ang="0">
                        <a:pos x="761" y="610"/>
                      </a:cxn>
                      <a:cxn ang="0">
                        <a:pos x="602" y="461"/>
                      </a:cxn>
                      <a:cxn ang="0">
                        <a:pos x="548" y="348"/>
                      </a:cxn>
                      <a:cxn ang="0">
                        <a:pos x="492" y="420"/>
                      </a:cxn>
                      <a:cxn ang="0">
                        <a:pos x="864" y="569"/>
                      </a:cxn>
                      <a:cxn ang="0">
                        <a:pos x="957" y="486"/>
                      </a:cxn>
                      <a:cxn ang="0">
                        <a:pos x="901" y="611"/>
                      </a:cxn>
                      <a:cxn ang="0">
                        <a:pos x="821" y="489"/>
                      </a:cxn>
                      <a:cxn ang="0">
                        <a:pos x="811" y="446"/>
                      </a:cxn>
                      <a:cxn ang="0">
                        <a:pos x="886" y="432"/>
                      </a:cxn>
                      <a:cxn ang="0">
                        <a:pos x="959" y="485"/>
                      </a:cxn>
                      <a:cxn ang="0">
                        <a:pos x="993" y="550"/>
                      </a:cxn>
                      <a:cxn ang="0">
                        <a:pos x="1014" y="618"/>
                      </a:cxn>
                      <a:cxn ang="0">
                        <a:pos x="982" y="651"/>
                      </a:cxn>
                      <a:cxn ang="0">
                        <a:pos x="976" y="701"/>
                      </a:cxn>
                      <a:cxn ang="0">
                        <a:pos x="777" y="683"/>
                      </a:cxn>
                      <a:cxn ang="0">
                        <a:pos x="957" y="759"/>
                      </a:cxn>
                      <a:cxn ang="0">
                        <a:pos x="750" y="864"/>
                      </a:cxn>
                      <a:cxn ang="0">
                        <a:pos x="999" y="1005"/>
                      </a:cxn>
                      <a:cxn ang="0">
                        <a:pos x="1037" y="1068"/>
                      </a:cxn>
                      <a:cxn ang="0">
                        <a:pos x="1015" y="1016"/>
                      </a:cxn>
                      <a:cxn ang="0">
                        <a:pos x="953" y="1079"/>
                      </a:cxn>
                      <a:cxn ang="0">
                        <a:pos x="78" y="887"/>
                      </a:cxn>
                      <a:cxn ang="0">
                        <a:pos x="330" y="359"/>
                      </a:cxn>
                      <a:cxn ang="0">
                        <a:pos x="87" y="910"/>
                      </a:cxn>
                      <a:cxn ang="0">
                        <a:pos x="74" y="751"/>
                      </a:cxn>
                      <a:cxn ang="0">
                        <a:pos x="273" y="393"/>
                      </a:cxn>
                      <a:cxn ang="0">
                        <a:pos x="488" y="515"/>
                      </a:cxn>
                      <a:cxn ang="0">
                        <a:pos x="625" y="535"/>
                      </a:cxn>
                      <a:cxn ang="0">
                        <a:pos x="670" y="459"/>
                      </a:cxn>
                      <a:cxn ang="0">
                        <a:pos x="757" y="554"/>
                      </a:cxn>
                      <a:cxn ang="0">
                        <a:pos x="742" y="592"/>
                      </a:cxn>
                      <a:cxn ang="0">
                        <a:pos x="609" y="711"/>
                      </a:cxn>
                      <a:cxn ang="0">
                        <a:pos x="734" y="908"/>
                      </a:cxn>
                      <a:cxn ang="0">
                        <a:pos x="890" y="814"/>
                      </a:cxn>
                      <a:cxn ang="0">
                        <a:pos x="973" y="889"/>
                      </a:cxn>
                      <a:cxn ang="0">
                        <a:pos x="988" y="985"/>
                      </a:cxn>
                      <a:cxn ang="0">
                        <a:pos x="913" y="1103"/>
                      </a:cxn>
                    </a:cxnLst>
                    <a:rect l="0" t="0" r="r" b="b"/>
                    <a:pathLst>
                      <a:path w="1236" h="1147">
                        <a:moveTo>
                          <a:pt x="894" y="201"/>
                        </a:moveTo>
                        <a:lnTo>
                          <a:pt x="895" y="200"/>
                        </a:lnTo>
                        <a:lnTo>
                          <a:pt x="898" y="197"/>
                        </a:lnTo>
                        <a:lnTo>
                          <a:pt x="902" y="192"/>
                        </a:lnTo>
                        <a:lnTo>
                          <a:pt x="904" y="185"/>
                        </a:lnTo>
                        <a:lnTo>
                          <a:pt x="906" y="183"/>
                        </a:lnTo>
                        <a:lnTo>
                          <a:pt x="906" y="186"/>
                        </a:lnTo>
                        <a:lnTo>
                          <a:pt x="905" y="190"/>
                        </a:lnTo>
                        <a:lnTo>
                          <a:pt x="905" y="192"/>
                        </a:lnTo>
                        <a:lnTo>
                          <a:pt x="908" y="192"/>
                        </a:lnTo>
                        <a:lnTo>
                          <a:pt x="910" y="189"/>
                        </a:lnTo>
                        <a:lnTo>
                          <a:pt x="913" y="187"/>
                        </a:lnTo>
                        <a:lnTo>
                          <a:pt x="912" y="185"/>
                        </a:lnTo>
                        <a:lnTo>
                          <a:pt x="909" y="183"/>
                        </a:lnTo>
                        <a:lnTo>
                          <a:pt x="909" y="183"/>
                        </a:lnTo>
                        <a:lnTo>
                          <a:pt x="913" y="182"/>
                        </a:lnTo>
                        <a:lnTo>
                          <a:pt x="913" y="178"/>
                        </a:lnTo>
                        <a:lnTo>
                          <a:pt x="912" y="177"/>
                        </a:lnTo>
                        <a:lnTo>
                          <a:pt x="912" y="174"/>
                        </a:lnTo>
                        <a:lnTo>
                          <a:pt x="916" y="171"/>
                        </a:lnTo>
                        <a:lnTo>
                          <a:pt x="917" y="166"/>
                        </a:lnTo>
                        <a:lnTo>
                          <a:pt x="920" y="166"/>
                        </a:lnTo>
                        <a:lnTo>
                          <a:pt x="921" y="163"/>
                        </a:lnTo>
                        <a:lnTo>
                          <a:pt x="920" y="166"/>
                        </a:lnTo>
                        <a:lnTo>
                          <a:pt x="921" y="167"/>
                        </a:lnTo>
                        <a:lnTo>
                          <a:pt x="919" y="167"/>
                        </a:lnTo>
                        <a:lnTo>
                          <a:pt x="917" y="173"/>
                        </a:lnTo>
                        <a:lnTo>
                          <a:pt x="914" y="175"/>
                        </a:lnTo>
                        <a:lnTo>
                          <a:pt x="914" y="179"/>
                        </a:lnTo>
                        <a:lnTo>
                          <a:pt x="916" y="182"/>
                        </a:lnTo>
                        <a:lnTo>
                          <a:pt x="916" y="185"/>
                        </a:lnTo>
                        <a:lnTo>
                          <a:pt x="917" y="183"/>
                        </a:lnTo>
                        <a:lnTo>
                          <a:pt x="920" y="179"/>
                        </a:lnTo>
                        <a:lnTo>
                          <a:pt x="925" y="175"/>
                        </a:lnTo>
                        <a:lnTo>
                          <a:pt x="927" y="171"/>
                        </a:lnTo>
                        <a:lnTo>
                          <a:pt x="927" y="168"/>
                        </a:lnTo>
                        <a:lnTo>
                          <a:pt x="929" y="164"/>
                        </a:lnTo>
                        <a:lnTo>
                          <a:pt x="931" y="164"/>
                        </a:lnTo>
                        <a:lnTo>
                          <a:pt x="931" y="166"/>
                        </a:lnTo>
                        <a:lnTo>
                          <a:pt x="931" y="167"/>
                        </a:lnTo>
                        <a:lnTo>
                          <a:pt x="931" y="170"/>
                        </a:lnTo>
                        <a:lnTo>
                          <a:pt x="932" y="170"/>
                        </a:lnTo>
                        <a:lnTo>
                          <a:pt x="935" y="166"/>
                        </a:lnTo>
                        <a:lnTo>
                          <a:pt x="938" y="166"/>
                        </a:lnTo>
                        <a:lnTo>
                          <a:pt x="942" y="166"/>
                        </a:lnTo>
                        <a:lnTo>
                          <a:pt x="947" y="164"/>
                        </a:lnTo>
                        <a:lnTo>
                          <a:pt x="950" y="164"/>
                        </a:lnTo>
                        <a:lnTo>
                          <a:pt x="951" y="162"/>
                        </a:lnTo>
                        <a:lnTo>
                          <a:pt x="954" y="162"/>
                        </a:lnTo>
                        <a:lnTo>
                          <a:pt x="955" y="159"/>
                        </a:lnTo>
                        <a:lnTo>
                          <a:pt x="955" y="156"/>
                        </a:lnTo>
                        <a:lnTo>
                          <a:pt x="955" y="155"/>
                        </a:lnTo>
                        <a:lnTo>
                          <a:pt x="954" y="152"/>
                        </a:lnTo>
                        <a:lnTo>
                          <a:pt x="955" y="149"/>
                        </a:lnTo>
                        <a:lnTo>
                          <a:pt x="955" y="143"/>
                        </a:lnTo>
                        <a:lnTo>
                          <a:pt x="954" y="143"/>
                        </a:lnTo>
                        <a:lnTo>
                          <a:pt x="953" y="147"/>
                        </a:lnTo>
                        <a:lnTo>
                          <a:pt x="948" y="151"/>
                        </a:lnTo>
                        <a:lnTo>
                          <a:pt x="947" y="151"/>
                        </a:lnTo>
                        <a:lnTo>
                          <a:pt x="947" y="148"/>
                        </a:lnTo>
                        <a:lnTo>
                          <a:pt x="950" y="145"/>
                        </a:lnTo>
                        <a:lnTo>
                          <a:pt x="953" y="144"/>
                        </a:lnTo>
                        <a:lnTo>
                          <a:pt x="953" y="141"/>
                        </a:lnTo>
                        <a:lnTo>
                          <a:pt x="950" y="139"/>
                        </a:lnTo>
                        <a:lnTo>
                          <a:pt x="948" y="137"/>
                        </a:lnTo>
                        <a:lnTo>
                          <a:pt x="947" y="137"/>
                        </a:lnTo>
                        <a:lnTo>
                          <a:pt x="946" y="137"/>
                        </a:lnTo>
                        <a:lnTo>
                          <a:pt x="946" y="140"/>
                        </a:lnTo>
                        <a:lnTo>
                          <a:pt x="943" y="139"/>
                        </a:lnTo>
                        <a:lnTo>
                          <a:pt x="940" y="139"/>
                        </a:lnTo>
                        <a:lnTo>
                          <a:pt x="939" y="140"/>
                        </a:lnTo>
                        <a:lnTo>
                          <a:pt x="936" y="140"/>
                        </a:lnTo>
                        <a:lnTo>
                          <a:pt x="938" y="139"/>
                        </a:lnTo>
                        <a:lnTo>
                          <a:pt x="944" y="136"/>
                        </a:lnTo>
                        <a:lnTo>
                          <a:pt x="947" y="134"/>
                        </a:lnTo>
                        <a:lnTo>
                          <a:pt x="951" y="129"/>
                        </a:lnTo>
                        <a:lnTo>
                          <a:pt x="953" y="129"/>
                        </a:lnTo>
                        <a:lnTo>
                          <a:pt x="957" y="122"/>
                        </a:lnTo>
                        <a:lnTo>
                          <a:pt x="958" y="118"/>
                        </a:lnTo>
                        <a:lnTo>
                          <a:pt x="957" y="117"/>
                        </a:lnTo>
                        <a:lnTo>
                          <a:pt x="954" y="118"/>
                        </a:lnTo>
                        <a:lnTo>
                          <a:pt x="953" y="120"/>
                        </a:lnTo>
                        <a:lnTo>
                          <a:pt x="951" y="118"/>
                        </a:lnTo>
                        <a:lnTo>
                          <a:pt x="953" y="115"/>
                        </a:lnTo>
                        <a:lnTo>
                          <a:pt x="954" y="115"/>
                        </a:lnTo>
                        <a:lnTo>
                          <a:pt x="957" y="115"/>
                        </a:lnTo>
                        <a:lnTo>
                          <a:pt x="958" y="114"/>
                        </a:lnTo>
                        <a:lnTo>
                          <a:pt x="958" y="110"/>
                        </a:lnTo>
                        <a:lnTo>
                          <a:pt x="961" y="107"/>
                        </a:lnTo>
                        <a:lnTo>
                          <a:pt x="961" y="105"/>
                        </a:lnTo>
                        <a:lnTo>
                          <a:pt x="959" y="103"/>
                        </a:lnTo>
                        <a:lnTo>
                          <a:pt x="959" y="101"/>
                        </a:lnTo>
                        <a:lnTo>
                          <a:pt x="957" y="101"/>
                        </a:lnTo>
                        <a:lnTo>
                          <a:pt x="954" y="102"/>
                        </a:lnTo>
                        <a:lnTo>
                          <a:pt x="951" y="107"/>
                        </a:lnTo>
                        <a:lnTo>
                          <a:pt x="951" y="111"/>
                        </a:lnTo>
                        <a:lnTo>
                          <a:pt x="953" y="113"/>
                        </a:lnTo>
                        <a:lnTo>
                          <a:pt x="950" y="115"/>
                        </a:lnTo>
                        <a:lnTo>
                          <a:pt x="948" y="115"/>
                        </a:lnTo>
                        <a:lnTo>
                          <a:pt x="948" y="115"/>
                        </a:lnTo>
                        <a:lnTo>
                          <a:pt x="948" y="114"/>
                        </a:lnTo>
                        <a:lnTo>
                          <a:pt x="947" y="113"/>
                        </a:lnTo>
                        <a:lnTo>
                          <a:pt x="947" y="110"/>
                        </a:lnTo>
                        <a:lnTo>
                          <a:pt x="950" y="106"/>
                        </a:lnTo>
                        <a:lnTo>
                          <a:pt x="948" y="103"/>
                        </a:lnTo>
                        <a:lnTo>
                          <a:pt x="950" y="102"/>
                        </a:lnTo>
                        <a:lnTo>
                          <a:pt x="951" y="102"/>
                        </a:lnTo>
                        <a:lnTo>
                          <a:pt x="953" y="101"/>
                        </a:lnTo>
                        <a:lnTo>
                          <a:pt x="951" y="98"/>
                        </a:lnTo>
                        <a:lnTo>
                          <a:pt x="950" y="95"/>
                        </a:lnTo>
                        <a:lnTo>
                          <a:pt x="947" y="95"/>
                        </a:lnTo>
                        <a:lnTo>
                          <a:pt x="944" y="95"/>
                        </a:lnTo>
                        <a:lnTo>
                          <a:pt x="943" y="98"/>
                        </a:lnTo>
                        <a:lnTo>
                          <a:pt x="942" y="96"/>
                        </a:lnTo>
                        <a:lnTo>
                          <a:pt x="942" y="95"/>
                        </a:lnTo>
                        <a:lnTo>
                          <a:pt x="942" y="91"/>
                        </a:lnTo>
                        <a:lnTo>
                          <a:pt x="940" y="88"/>
                        </a:lnTo>
                        <a:lnTo>
                          <a:pt x="940" y="82"/>
                        </a:lnTo>
                        <a:lnTo>
                          <a:pt x="940" y="77"/>
                        </a:lnTo>
                        <a:lnTo>
                          <a:pt x="942" y="73"/>
                        </a:lnTo>
                        <a:lnTo>
                          <a:pt x="943" y="69"/>
                        </a:lnTo>
                        <a:lnTo>
                          <a:pt x="942" y="67"/>
                        </a:lnTo>
                        <a:lnTo>
                          <a:pt x="944" y="61"/>
                        </a:lnTo>
                        <a:lnTo>
                          <a:pt x="944" y="57"/>
                        </a:lnTo>
                        <a:lnTo>
                          <a:pt x="942" y="54"/>
                        </a:lnTo>
                        <a:lnTo>
                          <a:pt x="942" y="52"/>
                        </a:lnTo>
                        <a:lnTo>
                          <a:pt x="938" y="49"/>
                        </a:lnTo>
                        <a:lnTo>
                          <a:pt x="936" y="46"/>
                        </a:lnTo>
                        <a:lnTo>
                          <a:pt x="932" y="45"/>
                        </a:lnTo>
                        <a:lnTo>
                          <a:pt x="931" y="45"/>
                        </a:lnTo>
                        <a:lnTo>
                          <a:pt x="931" y="48"/>
                        </a:lnTo>
                        <a:lnTo>
                          <a:pt x="931" y="48"/>
                        </a:lnTo>
                        <a:lnTo>
                          <a:pt x="927" y="45"/>
                        </a:lnTo>
                        <a:lnTo>
                          <a:pt x="924" y="45"/>
                        </a:lnTo>
                        <a:lnTo>
                          <a:pt x="924" y="48"/>
                        </a:lnTo>
                        <a:lnTo>
                          <a:pt x="921" y="52"/>
                        </a:lnTo>
                        <a:lnTo>
                          <a:pt x="923" y="53"/>
                        </a:lnTo>
                        <a:lnTo>
                          <a:pt x="927" y="53"/>
                        </a:lnTo>
                        <a:lnTo>
                          <a:pt x="928" y="53"/>
                        </a:lnTo>
                        <a:lnTo>
                          <a:pt x="932" y="54"/>
                        </a:lnTo>
                        <a:lnTo>
                          <a:pt x="934" y="56"/>
                        </a:lnTo>
                        <a:lnTo>
                          <a:pt x="935" y="57"/>
                        </a:lnTo>
                        <a:lnTo>
                          <a:pt x="935" y="58"/>
                        </a:lnTo>
                        <a:lnTo>
                          <a:pt x="931" y="62"/>
                        </a:lnTo>
                        <a:lnTo>
                          <a:pt x="929" y="62"/>
                        </a:lnTo>
                        <a:lnTo>
                          <a:pt x="927" y="61"/>
                        </a:lnTo>
                        <a:lnTo>
                          <a:pt x="924" y="61"/>
                        </a:lnTo>
                        <a:lnTo>
                          <a:pt x="921" y="60"/>
                        </a:lnTo>
                        <a:lnTo>
                          <a:pt x="923" y="62"/>
                        </a:lnTo>
                        <a:lnTo>
                          <a:pt x="924" y="62"/>
                        </a:lnTo>
                        <a:lnTo>
                          <a:pt x="921" y="65"/>
                        </a:lnTo>
                        <a:lnTo>
                          <a:pt x="920" y="67"/>
                        </a:lnTo>
                        <a:lnTo>
                          <a:pt x="916" y="62"/>
                        </a:lnTo>
                        <a:lnTo>
                          <a:pt x="912" y="64"/>
                        </a:lnTo>
                        <a:lnTo>
                          <a:pt x="910" y="68"/>
                        </a:lnTo>
                        <a:lnTo>
                          <a:pt x="908" y="69"/>
                        </a:lnTo>
                        <a:lnTo>
                          <a:pt x="909" y="72"/>
                        </a:lnTo>
                        <a:lnTo>
                          <a:pt x="910" y="72"/>
                        </a:lnTo>
                        <a:lnTo>
                          <a:pt x="912" y="76"/>
                        </a:lnTo>
                        <a:lnTo>
                          <a:pt x="914" y="77"/>
                        </a:lnTo>
                        <a:lnTo>
                          <a:pt x="914" y="79"/>
                        </a:lnTo>
                        <a:lnTo>
                          <a:pt x="913" y="79"/>
                        </a:lnTo>
                        <a:lnTo>
                          <a:pt x="912" y="80"/>
                        </a:lnTo>
                        <a:lnTo>
                          <a:pt x="913" y="83"/>
                        </a:lnTo>
                        <a:lnTo>
                          <a:pt x="913" y="84"/>
                        </a:lnTo>
                        <a:lnTo>
                          <a:pt x="912" y="84"/>
                        </a:lnTo>
                        <a:lnTo>
                          <a:pt x="909" y="83"/>
                        </a:lnTo>
                        <a:lnTo>
                          <a:pt x="906" y="82"/>
                        </a:lnTo>
                        <a:lnTo>
                          <a:pt x="904" y="80"/>
                        </a:lnTo>
                        <a:lnTo>
                          <a:pt x="902" y="80"/>
                        </a:lnTo>
                        <a:lnTo>
                          <a:pt x="900" y="82"/>
                        </a:lnTo>
                        <a:lnTo>
                          <a:pt x="900" y="83"/>
                        </a:lnTo>
                        <a:lnTo>
                          <a:pt x="901" y="86"/>
                        </a:lnTo>
                        <a:lnTo>
                          <a:pt x="900" y="88"/>
                        </a:lnTo>
                        <a:lnTo>
                          <a:pt x="898" y="87"/>
                        </a:lnTo>
                        <a:lnTo>
                          <a:pt x="898" y="86"/>
                        </a:lnTo>
                        <a:lnTo>
                          <a:pt x="895" y="84"/>
                        </a:lnTo>
                        <a:lnTo>
                          <a:pt x="893" y="83"/>
                        </a:lnTo>
                        <a:lnTo>
                          <a:pt x="891" y="83"/>
                        </a:lnTo>
                        <a:lnTo>
                          <a:pt x="890" y="82"/>
                        </a:lnTo>
                        <a:lnTo>
                          <a:pt x="889" y="80"/>
                        </a:lnTo>
                        <a:lnTo>
                          <a:pt x="887" y="83"/>
                        </a:lnTo>
                        <a:lnTo>
                          <a:pt x="889" y="86"/>
                        </a:lnTo>
                        <a:lnTo>
                          <a:pt x="889" y="88"/>
                        </a:lnTo>
                        <a:lnTo>
                          <a:pt x="890" y="92"/>
                        </a:lnTo>
                        <a:lnTo>
                          <a:pt x="891" y="94"/>
                        </a:lnTo>
                        <a:lnTo>
                          <a:pt x="895" y="95"/>
                        </a:lnTo>
                        <a:lnTo>
                          <a:pt x="897" y="96"/>
                        </a:lnTo>
                        <a:lnTo>
                          <a:pt x="895" y="96"/>
                        </a:lnTo>
                        <a:lnTo>
                          <a:pt x="893" y="96"/>
                        </a:lnTo>
                        <a:lnTo>
                          <a:pt x="895" y="99"/>
                        </a:lnTo>
                        <a:lnTo>
                          <a:pt x="897" y="101"/>
                        </a:lnTo>
                        <a:lnTo>
                          <a:pt x="900" y="103"/>
                        </a:lnTo>
                        <a:lnTo>
                          <a:pt x="904" y="102"/>
                        </a:lnTo>
                        <a:lnTo>
                          <a:pt x="905" y="101"/>
                        </a:lnTo>
                        <a:lnTo>
                          <a:pt x="906" y="101"/>
                        </a:lnTo>
                        <a:lnTo>
                          <a:pt x="906" y="103"/>
                        </a:lnTo>
                        <a:lnTo>
                          <a:pt x="904" y="105"/>
                        </a:lnTo>
                        <a:lnTo>
                          <a:pt x="902" y="109"/>
                        </a:lnTo>
                        <a:lnTo>
                          <a:pt x="901" y="109"/>
                        </a:lnTo>
                        <a:lnTo>
                          <a:pt x="898" y="106"/>
                        </a:lnTo>
                        <a:lnTo>
                          <a:pt x="890" y="105"/>
                        </a:lnTo>
                        <a:lnTo>
                          <a:pt x="887" y="101"/>
                        </a:lnTo>
                        <a:lnTo>
                          <a:pt x="885" y="99"/>
                        </a:lnTo>
                        <a:lnTo>
                          <a:pt x="885" y="98"/>
                        </a:lnTo>
                        <a:lnTo>
                          <a:pt x="883" y="98"/>
                        </a:lnTo>
                        <a:lnTo>
                          <a:pt x="882" y="102"/>
                        </a:lnTo>
                        <a:lnTo>
                          <a:pt x="882" y="103"/>
                        </a:lnTo>
                        <a:lnTo>
                          <a:pt x="881" y="105"/>
                        </a:lnTo>
                        <a:lnTo>
                          <a:pt x="882" y="109"/>
                        </a:lnTo>
                        <a:lnTo>
                          <a:pt x="881" y="110"/>
                        </a:lnTo>
                        <a:lnTo>
                          <a:pt x="878" y="109"/>
                        </a:lnTo>
                        <a:lnTo>
                          <a:pt x="878" y="113"/>
                        </a:lnTo>
                        <a:lnTo>
                          <a:pt x="876" y="114"/>
                        </a:lnTo>
                        <a:lnTo>
                          <a:pt x="876" y="120"/>
                        </a:lnTo>
                        <a:lnTo>
                          <a:pt x="879" y="121"/>
                        </a:lnTo>
                        <a:lnTo>
                          <a:pt x="883" y="121"/>
                        </a:lnTo>
                        <a:lnTo>
                          <a:pt x="886" y="122"/>
                        </a:lnTo>
                        <a:lnTo>
                          <a:pt x="889" y="122"/>
                        </a:lnTo>
                        <a:lnTo>
                          <a:pt x="889" y="124"/>
                        </a:lnTo>
                        <a:lnTo>
                          <a:pt x="886" y="125"/>
                        </a:lnTo>
                        <a:lnTo>
                          <a:pt x="883" y="124"/>
                        </a:lnTo>
                        <a:lnTo>
                          <a:pt x="879" y="124"/>
                        </a:lnTo>
                        <a:lnTo>
                          <a:pt x="878" y="122"/>
                        </a:lnTo>
                        <a:lnTo>
                          <a:pt x="875" y="124"/>
                        </a:lnTo>
                        <a:lnTo>
                          <a:pt x="871" y="128"/>
                        </a:lnTo>
                        <a:lnTo>
                          <a:pt x="871" y="130"/>
                        </a:lnTo>
                        <a:lnTo>
                          <a:pt x="872" y="132"/>
                        </a:lnTo>
                        <a:lnTo>
                          <a:pt x="872" y="133"/>
                        </a:lnTo>
                        <a:lnTo>
                          <a:pt x="870" y="134"/>
                        </a:lnTo>
                        <a:lnTo>
                          <a:pt x="870" y="136"/>
                        </a:lnTo>
                        <a:lnTo>
                          <a:pt x="871" y="139"/>
                        </a:lnTo>
                        <a:lnTo>
                          <a:pt x="874" y="137"/>
                        </a:lnTo>
                        <a:lnTo>
                          <a:pt x="876" y="137"/>
                        </a:lnTo>
                        <a:lnTo>
                          <a:pt x="879" y="134"/>
                        </a:lnTo>
                        <a:lnTo>
                          <a:pt x="881" y="136"/>
                        </a:lnTo>
                        <a:lnTo>
                          <a:pt x="881" y="139"/>
                        </a:lnTo>
                        <a:lnTo>
                          <a:pt x="878" y="139"/>
                        </a:lnTo>
                        <a:lnTo>
                          <a:pt x="876" y="141"/>
                        </a:lnTo>
                        <a:lnTo>
                          <a:pt x="876" y="143"/>
                        </a:lnTo>
                        <a:lnTo>
                          <a:pt x="879" y="143"/>
                        </a:lnTo>
                        <a:lnTo>
                          <a:pt x="882" y="140"/>
                        </a:lnTo>
                        <a:lnTo>
                          <a:pt x="883" y="140"/>
                        </a:lnTo>
                        <a:lnTo>
                          <a:pt x="886" y="139"/>
                        </a:lnTo>
                        <a:lnTo>
                          <a:pt x="886" y="140"/>
                        </a:lnTo>
                        <a:lnTo>
                          <a:pt x="885" y="141"/>
                        </a:lnTo>
                        <a:lnTo>
                          <a:pt x="886" y="143"/>
                        </a:lnTo>
                        <a:lnTo>
                          <a:pt x="890" y="143"/>
                        </a:lnTo>
                        <a:lnTo>
                          <a:pt x="891" y="144"/>
                        </a:lnTo>
                        <a:lnTo>
                          <a:pt x="889" y="144"/>
                        </a:lnTo>
                        <a:lnTo>
                          <a:pt x="889" y="147"/>
                        </a:lnTo>
                        <a:lnTo>
                          <a:pt x="891" y="147"/>
                        </a:lnTo>
                        <a:lnTo>
                          <a:pt x="894" y="147"/>
                        </a:lnTo>
                        <a:lnTo>
                          <a:pt x="897" y="148"/>
                        </a:lnTo>
                        <a:lnTo>
                          <a:pt x="904" y="151"/>
                        </a:lnTo>
                        <a:lnTo>
                          <a:pt x="905" y="151"/>
                        </a:lnTo>
                        <a:lnTo>
                          <a:pt x="898" y="151"/>
                        </a:lnTo>
                        <a:lnTo>
                          <a:pt x="895" y="152"/>
                        </a:lnTo>
                        <a:lnTo>
                          <a:pt x="893" y="149"/>
                        </a:lnTo>
                        <a:lnTo>
                          <a:pt x="889" y="151"/>
                        </a:lnTo>
                        <a:lnTo>
                          <a:pt x="889" y="152"/>
                        </a:lnTo>
                        <a:lnTo>
                          <a:pt x="893" y="154"/>
                        </a:lnTo>
                        <a:lnTo>
                          <a:pt x="898" y="155"/>
                        </a:lnTo>
                        <a:lnTo>
                          <a:pt x="904" y="155"/>
                        </a:lnTo>
                        <a:lnTo>
                          <a:pt x="905" y="156"/>
                        </a:lnTo>
                        <a:lnTo>
                          <a:pt x="900" y="156"/>
                        </a:lnTo>
                        <a:lnTo>
                          <a:pt x="897" y="156"/>
                        </a:lnTo>
                        <a:lnTo>
                          <a:pt x="891" y="155"/>
                        </a:lnTo>
                        <a:lnTo>
                          <a:pt x="889" y="155"/>
                        </a:lnTo>
                        <a:lnTo>
                          <a:pt x="886" y="154"/>
                        </a:lnTo>
                        <a:lnTo>
                          <a:pt x="883" y="152"/>
                        </a:lnTo>
                        <a:lnTo>
                          <a:pt x="879" y="148"/>
                        </a:lnTo>
                        <a:lnTo>
                          <a:pt x="878" y="149"/>
                        </a:lnTo>
                        <a:lnTo>
                          <a:pt x="876" y="152"/>
                        </a:lnTo>
                        <a:lnTo>
                          <a:pt x="872" y="152"/>
                        </a:lnTo>
                        <a:lnTo>
                          <a:pt x="870" y="154"/>
                        </a:lnTo>
                        <a:lnTo>
                          <a:pt x="870" y="159"/>
                        </a:lnTo>
                        <a:lnTo>
                          <a:pt x="872" y="162"/>
                        </a:lnTo>
                        <a:lnTo>
                          <a:pt x="872" y="164"/>
                        </a:lnTo>
                        <a:lnTo>
                          <a:pt x="871" y="166"/>
                        </a:lnTo>
                        <a:lnTo>
                          <a:pt x="870" y="162"/>
                        </a:lnTo>
                        <a:lnTo>
                          <a:pt x="868" y="162"/>
                        </a:lnTo>
                        <a:lnTo>
                          <a:pt x="866" y="167"/>
                        </a:lnTo>
                        <a:lnTo>
                          <a:pt x="867" y="171"/>
                        </a:lnTo>
                        <a:lnTo>
                          <a:pt x="868" y="171"/>
                        </a:lnTo>
                        <a:lnTo>
                          <a:pt x="870" y="171"/>
                        </a:lnTo>
                        <a:lnTo>
                          <a:pt x="871" y="171"/>
                        </a:lnTo>
                        <a:lnTo>
                          <a:pt x="872" y="174"/>
                        </a:lnTo>
                        <a:lnTo>
                          <a:pt x="875" y="175"/>
                        </a:lnTo>
                        <a:lnTo>
                          <a:pt x="872" y="175"/>
                        </a:lnTo>
                        <a:lnTo>
                          <a:pt x="871" y="177"/>
                        </a:lnTo>
                        <a:lnTo>
                          <a:pt x="868" y="174"/>
                        </a:lnTo>
                        <a:lnTo>
                          <a:pt x="866" y="174"/>
                        </a:lnTo>
                        <a:lnTo>
                          <a:pt x="864" y="179"/>
                        </a:lnTo>
                        <a:lnTo>
                          <a:pt x="866" y="181"/>
                        </a:lnTo>
                        <a:lnTo>
                          <a:pt x="868" y="179"/>
                        </a:lnTo>
                        <a:lnTo>
                          <a:pt x="867" y="182"/>
                        </a:lnTo>
                        <a:lnTo>
                          <a:pt x="867" y="189"/>
                        </a:lnTo>
                        <a:lnTo>
                          <a:pt x="868" y="186"/>
                        </a:lnTo>
                        <a:lnTo>
                          <a:pt x="871" y="187"/>
                        </a:lnTo>
                        <a:lnTo>
                          <a:pt x="871" y="192"/>
                        </a:lnTo>
                        <a:lnTo>
                          <a:pt x="875" y="193"/>
                        </a:lnTo>
                        <a:lnTo>
                          <a:pt x="881" y="197"/>
                        </a:lnTo>
                        <a:lnTo>
                          <a:pt x="883" y="196"/>
                        </a:lnTo>
                        <a:lnTo>
                          <a:pt x="883" y="193"/>
                        </a:lnTo>
                        <a:lnTo>
                          <a:pt x="883" y="190"/>
                        </a:lnTo>
                        <a:lnTo>
                          <a:pt x="887" y="192"/>
                        </a:lnTo>
                        <a:lnTo>
                          <a:pt x="887" y="193"/>
                        </a:lnTo>
                        <a:lnTo>
                          <a:pt x="887" y="196"/>
                        </a:lnTo>
                        <a:lnTo>
                          <a:pt x="887" y="198"/>
                        </a:lnTo>
                        <a:lnTo>
                          <a:pt x="889" y="198"/>
                        </a:lnTo>
                        <a:lnTo>
                          <a:pt x="891" y="192"/>
                        </a:lnTo>
                        <a:lnTo>
                          <a:pt x="891" y="186"/>
                        </a:lnTo>
                        <a:lnTo>
                          <a:pt x="893" y="182"/>
                        </a:lnTo>
                        <a:lnTo>
                          <a:pt x="895" y="178"/>
                        </a:lnTo>
                        <a:lnTo>
                          <a:pt x="897" y="175"/>
                        </a:lnTo>
                        <a:lnTo>
                          <a:pt x="897" y="179"/>
                        </a:lnTo>
                        <a:lnTo>
                          <a:pt x="893" y="185"/>
                        </a:lnTo>
                        <a:lnTo>
                          <a:pt x="893" y="189"/>
                        </a:lnTo>
                        <a:lnTo>
                          <a:pt x="894" y="190"/>
                        </a:lnTo>
                        <a:lnTo>
                          <a:pt x="893" y="196"/>
                        </a:lnTo>
                        <a:lnTo>
                          <a:pt x="894" y="198"/>
                        </a:lnTo>
                        <a:lnTo>
                          <a:pt x="893" y="201"/>
                        </a:lnTo>
                        <a:lnTo>
                          <a:pt x="894" y="201"/>
                        </a:lnTo>
                        <a:lnTo>
                          <a:pt x="894" y="201"/>
                        </a:lnTo>
                        <a:close/>
                        <a:moveTo>
                          <a:pt x="901" y="76"/>
                        </a:moveTo>
                        <a:lnTo>
                          <a:pt x="902" y="76"/>
                        </a:lnTo>
                        <a:lnTo>
                          <a:pt x="904" y="76"/>
                        </a:lnTo>
                        <a:lnTo>
                          <a:pt x="905" y="76"/>
                        </a:lnTo>
                        <a:lnTo>
                          <a:pt x="908" y="76"/>
                        </a:lnTo>
                        <a:lnTo>
                          <a:pt x="908" y="79"/>
                        </a:lnTo>
                        <a:lnTo>
                          <a:pt x="906" y="79"/>
                        </a:lnTo>
                        <a:lnTo>
                          <a:pt x="905" y="77"/>
                        </a:lnTo>
                        <a:lnTo>
                          <a:pt x="902" y="77"/>
                        </a:lnTo>
                        <a:lnTo>
                          <a:pt x="901" y="76"/>
                        </a:lnTo>
                        <a:lnTo>
                          <a:pt x="901" y="76"/>
                        </a:lnTo>
                        <a:close/>
                        <a:moveTo>
                          <a:pt x="904" y="200"/>
                        </a:moveTo>
                        <a:lnTo>
                          <a:pt x="904" y="198"/>
                        </a:lnTo>
                        <a:lnTo>
                          <a:pt x="905" y="196"/>
                        </a:lnTo>
                        <a:lnTo>
                          <a:pt x="905" y="194"/>
                        </a:lnTo>
                        <a:lnTo>
                          <a:pt x="908" y="193"/>
                        </a:lnTo>
                        <a:lnTo>
                          <a:pt x="908" y="194"/>
                        </a:lnTo>
                        <a:lnTo>
                          <a:pt x="908" y="196"/>
                        </a:lnTo>
                        <a:lnTo>
                          <a:pt x="906" y="197"/>
                        </a:lnTo>
                        <a:lnTo>
                          <a:pt x="904" y="200"/>
                        </a:lnTo>
                        <a:lnTo>
                          <a:pt x="904" y="200"/>
                        </a:lnTo>
                        <a:lnTo>
                          <a:pt x="904" y="200"/>
                        </a:lnTo>
                        <a:close/>
                        <a:moveTo>
                          <a:pt x="932" y="173"/>
                        </a:moveTo>
                        <a:lnTo>
                          <a:pt x="936" y="168"/>
                        </a:lnTo>
                        <a:lnTo>
                          <a:pt x="938" y="168"/>
                        </a:lnTo>
                        <a:lnTo>
                          <a:pt x="940" y="167"/>
                        </a:lnTo>
                        <a:lnTo>
                          <a:pt x="943" y="168"/>
                        </a:lnTo>
                        <a:lnTo>
                          <a:pt x="946" y="171"/>
                        </a:lnTo>
                        <a:lnTo>
                          <a:pt x="944" y="173"/>
                        </a:lnTo>
                        <a:lnTo>
                          <a:pt x="942" y="173"/>
                        </a:lnTo>
                        <a:lnTo>
                          <a:pt x="939" y="175"/>
                        </a:lnTo>
                        <a:lnTo>
                          <a:pt x="935" y="175"/>
                        </a:lnTo>
                        <a:lnTo>
                          <a:pt x="934" y="175"/>
                        </a:lnTo>
                        <a:lnTo>
                          <a:pt x="932" y="173"/>
                        </a:lnTo>
                        <a:lnTo>
                          <a:pt x="932" y="173"/>
                        </a:lnTo>
                        <a:close/>
                        <a:moveTo>
                          <a:pt x="1147" y="5"/>
                        </a:moveTo>
                        <a:lnTo>
                          <a:pt x="1148" y="3"/>
                        </a:lnTo>
                        <a:lnTo>
                          <a:pt x="1150" y="3"/>
                        </a:lnTo>
                        <a:lnTo>
                          <a:pt x="1151" y="5"/>
                        </a:lnTo>
                        <a:lnTo>
                          <a:pt x="1148" y="7"/>
                        </a:lnTo>
                        <a:lnTo>
                          <a:pt x="1147" y="5"/>
                        </a:lnTo>
                        <a:lnTo>
                          <a:pt x="1147" y="5"/>
                        </a:lnTo>
                        <a:close/>
                        <a:moveTo>
                          <a:pt x="1044" y="207"/>
                        </a:moveTo>
                        <a:lnTo>
                          <a:pt x="1042" y="208"/>
                        </a:lnTo>
                        <a:lnTo>
                          <a:pt x="1044" y="209"/>
                        </a:lnTo>
                        <a:lnTo>
                          <a:pt x="1046" y="209"/>
                        </a:lnTo>
                        <a:lnTo>
                          <a:pt x="1046" y="208"/>
                        </a:lnTo>
                        <a:lnTo>
                          <a:pt x="1045" y="207"/>
                        </a:lnTo>
                        <a:lnTo>
                          <a:pt x="1045" y="207"/>
                        </a:lnTo>
                        <a:lnTo>
                          <a:pt x="1044" y="207"/>
                        </a:lnTo>
                        <a:lnTo>
                          <a:pt x="1044" y="207"/>
                        </a:lnTo>
                        <a:close/>
                        <a:moveTo>
                          <a:pt x="992" y="238"/>
                        </a:moveTo>
                        <a:lnTo>
                          <a:pt x="993" y="239"/>
                        </a:lnTo>
                        <a:lnTo>
                          <a:pt x="996" y="239"/>
                        </a:lnTo>
                        <a:lnTo>
                          <a:pt x="995" y="238"/>
                        </a:lnTo>
                        <a:lnTo>
                          <a:pt x="992" y="238"/>
                        </a:lnTo>
                        <a:lnTo>
                          <a:pt x="992" y="238"/>
                        </a:lnTo>
                        <a:close/>
                        <a:moveTo>
                          <a:pt x="920" y="236"/>
                        </a:moveTo>
                        <a:lnTo>
                          <a:pt x="919" y="234"/>
                        </a:lnTo>
                        <a:lnTo>
                          <a:pt x="919" y="231"/>
                        </a:lnTo>
                        <a:lnTo>
                          <a:pt x="921" y="231"/>
                        </a:lnTo>
                        <a:lnTo>
                          <a:pt x="923" y="232"/>
                        </a:lnTo>
                        <a:lnTo>
                          <a:pt x="923" y="235"/>
                        </a:lnTo>
                        <a:lnTo>
                          <a:pt x="921" y="236"/>
                        </a:lnTo>
                        <a:lnTo>
                          <a:pt x="920" y="236"/>
                        </a:lnTo>
                        <a:lnTo>
                          <a:pt x="920" y="236"/>
                        </a:lnTo>
                        <a:close/>
                        <a:moveTo>
                          <a:pt x="900" y="280"/>
                        </a:moveTo>
                        <a:lnTo>
                          <a:pt x="900" y="279"/>
                        </a:lnTo>
                        <a:lnTo>
                          <a:pt x="900" y="276"/>
                        </a:lnTo>
                        <a:lnTo>
                          <a:pt x="898" y="272"/>
                        </a:lnTo>
                        <a:lnTo>
                          <a:pt x="898" y="272"/>
                        </a:lnTo>
                        <a:lnTo>
                          <a:pt x="897" y="272"/>
                        </a:lnTo>
                        <a:lnTo>
                          <a:pt x="895" y="276"/>
                        </a:lnTo>
                        <a:lnTo>
                          <a:pt x="897" y="280"/>
                        </a:lnTo>
                        <a:lnTo>
                          <a:pt x="898" y="284"/>
                        </a:lnTo>
                        <a:lnTo>
                          <a:pt x="898" y="285"/>
                        </a:lnTo>
                        <a:lnTo>
                          <a:pt x="897" y="285"/>
                        </a:lnTo>
                        <a:lnTo>
                          <a:pt x="894" y="284"/>
                        </a:lnTo>
                        <a:lnTo>
                          <a:pt x="889" y="284"/>
                        </a:lnTo>
                        <a:lnTo>
                          <a:pt x="889" y="283"/>
                        </a:lnTo>
                        <a:lnTo>
                          <a:pt x="887" y="281"/>
                        </a:lnTo>
                        <a:lnTo>
                          <a:pt x="883" y="279"/>
                        </a:lnTo>
                        <a:lnTo>
                          <a:pt x="882" y="280"/>
                        </a:lnTo>
                        <a:lnTo>
                          <a:pt x="881" y="279"/>
                        </a:lnTo>
                        <a:lnTo>
                          <a:pt x="881" y="277"/>
                        </a:lnTo>
                        <a:lnTo>
                          <a:pt x="879" y="277"/>
                        </a:lnTo>
                        <a:lnTo>
                          <a:pt x="878" y="276"/>
                        </a:lnTo>
                        <a:lnTo>
                          <a:pt x="879" y="273"/>
                        </a:lnTo>
                        <a:lnTo>
                          <a:pt x="881" y="273"/>
                        </a:lnTo>
                        <a:lnTo>
                          <a:pt x="882" y="272"/>
                        </a:lnTo>
                        <a:lnTo>
                          <a:pt x="882" y="269"/>
                        </a:lnTo>
                        <a:lnTo>
                          <a:pt x="881" y="265"/>
                        </a:lnTo>
                        <a:lnTo>
                          <a:pt x="879" y="265"/>
                        </a:lnTo>
                        <a:lnTo>
                          <a:pt x="879" y="266"/>
                        </a:lnTo>
                        <a:lnTo>
                          <a:pt x="881" y="268"/>
                        </a:lnTo>
                        <a:lnTo>
                          <a:pt x="881" y="270"/>
                        </a:lnTo>
                        <a:lnTo>
                          <a:pt x="879" y="272"/>
                        </a:lnTo>
                        <a:lnTo>
                          <a:pt x="878" y="272"/>
                        </a:lnTo>
                        <a:lnTo>
                          <a:pt x="876" y="272"/>
                        </a:lnTo>
                        <a:lnTo>
                          <a:pt x="876" y="273"/>
                        </a:lnTo>
                        <a:lnTo>
                          <a:pt x="878" y="274"/>
                        </a:lnTo>
                        <a:lnTo>
                          <a:pt x="875" y="277"/>
                        </a:lnTo>
                        <a:lnTo>
                          <a:pt x="874" y="276"/>
                        </a:lnTo>
                        <a:lnTo>
                          <a:pt x="872" y="273"/>
                        </a:lnTo>
                        <a:lnTo>
                          <a:pt x="872" y="272"/>
                        </a:lnTo>
                        <a:lnTo>
                          <a:pt x="872" y="270"/>
                        </a:lnTo>
                        <a:lnTo>
                          <a:pt x="874" y="266"/>
                        </a:lnTo>
                        <a:lnTo>
                          <a:pt x="872" y="265"/>
                        </a:lnTo>
                        <a:lnTo>
                          <a:pt x="874" y="264"/>
                        </a:lnTo>
                        <a:lnTo>
                          <a:pt x="872" y="265"/>
                        </a:lnTo>
                        <a:lnTo>
                          <a:pt x="871" y="268"/>
                        </a:lnTo>
                        <a:lnTo>
                          <a:pt x="870" y="269"/>
                        </a:lnTo>
                        <a:lnTo>
                          <a:pt x="870" y="270"/>
                        </a:lnTo>
                        <a:lnTo>
                          <a:pt x="870" y="273"/>
                        </a:lnTo>
                        <a:lnTo>
                          <a:pt x="867" y="273"/>
                        </a:lnTo>
                        <a:lnTo>
                          <a:pt x="866" y="272"/>
                        </a:lnTo>
                        <a:lnTo>
                          <a:pt x="864" y="272"/>
                        </a:lnTo>
                        <a:lnTo>
                          <a:pt x="863" y="270"/>
                        </a:lnTo>
                        <a:lnTo>
                          <a:pt x="864" y="268"/>
                        </a:lnTo>
                        <a:lnTo>
                          <a:pt x="864" y="264"/>
                        </a:lnTo>
                        <a:lnTo>
                          <a:pt x="866" y="264"/>
                        </a:lnTo>
                        <a:lnTo>
                          <a:pt x="866" y="261"/>
                        </a:lnTo>
                        <a:lnTo>
                          <a:pt x="868" y="255"/>
                        </a:lnTo>
                        <a:lnTo>
                          <a:pt x="867" y="257"/>
                        </a:lnTo>
                        <a:lnTo>
                          <a:pt x="864" y="257"/>
                        </a:lnTo>
                        <a:lnTo>
                          <a:pt x="863" y="262"/>
                        </a:lnTo>
                        <a:lnTo>
                          <a:pt x="863" y="266"/>
                        </a:lnTo>
                        <a:lnTo>
                          <a:pt x="862" y="269"/>
                        </a:lnTo>
                        <a:lnTo>
                          <a:pt x="860" y="268"/>
                        </a:lnTo>
                        <a:lnTo>
                          <a:pt x="862" y="265"/>
                        </a:lnTo>
                        <a:lnTo>
                          <a:pt x="862" y="265"/>
                        </a:lnTo>
                        <a:lnTo>
                          <a:pt x="862" y="264"/>
                        </a:lnTo>
                        <a:lnTo>
                          <a:pt x="859" y="268"/>
                        </a:lnTo>
                        <a:lnTo>
                          <a:pt x="856" y="268"/>
                        </a:lnTo>
                        <a:lnTo>
                          <a:pt x="855" y="266"/>
                        </a:lnTo>
                        <a:lnTo>
                          <a:pt x="856" y="262"/>
                        </a:lnTo>
                        <a:lnTo>
                          <a:pt x="855" y="261"/>
                        </a:lnTo>
                        <a:lnTo>
                          <a:pt x="855" y="259"/>
                        </a:lnTo>
                        <a:lnTo>
                          <a:pt x="859" y="257"/>
                        </a:lnTo>
                        <a:lnTo>
                          <a:pt x="859" y="255"/>
                        </a:lnTo>
                        <a:lnTo>
                          <a:pt x="859" y="254"/>
                        </a:lnTo>
                        <a:lnTo>
                          <a:pt x="860" y="251"/>
                        </a:lnTo>
                        <a:lnTo>
                          <a:pt x="862" y="250"/>
                        </a:lnTo>
                        <a:lnTo>
                          <a:pt x="864" y="249"/>
                        </a:lnTo>
                        <a:lnTo>
                          <a:pt x="866" y="249"/>
                        </a:lnTo>
                        <a:lnTo>
                          <a:pt x="870" y="247"/>
                        </a:lnTo>
                        <a:lnTo>
                          <a:pt x="871" y="246"/>
                        </a:lnTo>
                        <a:lnTo>
                          <a:pt x="872" y="245"/>
                        </a:lnTo>
                        <a:lnTo>
                          <a:pt x="875" y="245"/>
                        </a:lnTo>
                        <a:lnTo>
                          <a:pt x="875" y="243"/>
                        </a:lnTo>
                        <a:lnTo>
                          <a:pt x="876" y="242"/>
                        </a:lnTo>
                        <a:lnTo>
                          <a:pt x="879" y="242"/>
                        </a:lnTo>
                        <a:lnTo>
                          <a:pt x="882" y="243"/>
                        </a:lnTo>
                        <a:lnTo>
                          <a:pt x="887" y="243"/>
                        </a:lnTo>
                        <a:lnTo>
                          <a:pt x="889" y="242"/>
                        </a:lnTo>
                        <a:lnTo>
                          <a:pt x="891" y="243"/>
                        </a:lnTo>
                        <a:lnTo>
                          <a:pt x="891" y="246"/>
                        </a:lnTo>
                        <a:lnTo>
                          <a:pt x="894" y="246"/>
                        </a:lnTo>
                        <a:lnTo>
                          <a:pt x="894" y="243"/>
                        </a:lnTo>
                        <a:lnTo>
                          <a:pt x="895" y="243"/>
                        </a:lnTo>
                        <a:lnTo>
                          <a:pt x="898" y="246"/>
                        </a:lnTo>
                        <a:lnTo>
                          <a:pt x="900" y="245"/>
                        </a:lnTo>
                        <a:lnTo>
                          <a:pt x="902" y="246"/>
                        </a:lnTo>
                        <a:lnTo>
                          <a:pt x="904" y="245"/>
                        </a:lnTo>
                        <a:lnTo>
                          <a:pt x="902" y="243"/>
                        </a:lnTo>
                        <a:lnTo>
                          <a:pt x="901" y="243"/>
                        </a:lnTo>
                        <a:lnTo>
                          <a:pt x="898" y="242"/>
                        </a:lnTo>
                        <a:lnTo>
                          <a:pt x="897" y="242"/>
                        </a:lnTo>
                        <a:lnTo>
                          <a:pt x="897" y="240"/>
                        </a:lnTo>
                        <a:lnTo>
                          <a:pt x="900" y="239"/>
                        </a:lnTo>
                        <a:lnTo>
                          <a:pt x="900" y="238"/>
                        </a:lnTo>
                        <a:lnTo>
                          <a:pt x="897" y="236"/>
                        </a:lnTo>
                        <a:lnTo>
                          <a:pt x="898" y="236"/>
                        </a:lnTo>
                        <a:lnTo>
                          <a:pt x="901" y="236"/>
                        </a:lnTo>
                        <a:lnTo>
                          <a:pt x="901" y="235"/>
                        </a:lnTo>
                        <a:lnTo>
                          <a:pt x="898" y="235"/>
                        </a:lnTo>
                        <a:lnTo>
                          <a:pt x="897" y="235"/>
                        </a:lnTo>
                        <a:lnTo>
                          <a:pt x="895" y="235"/>
                        </a:lnTo>
                        <a:lnTo>
                          <a:pt x="894" y="234"/>
                        </a:lnTo>
                        <a:lnTo>
                          <a:pt x="894" y="231"/>
                        </a:lnTo>
                        <a:lnTo>
                          <a:pt x="897" y="230"/>
                        </a:lnTo>
                        <a:lnTo>
                          <a:pt x="897" y="228"/>
                        </a:lnTo>
                        <a:lnTo>
                          <a:pt x="895" y="228"/>
                        </a:lnTo>
                        <a:lnTo>
                          <a:pt x="894" y="226"/>
                        </a:lnTo>
                        <a:lnTo>
                          <a:pt x="894" y="221"/>
                        </a:lnTo>
                        <a:lnTo>
                          <a:pt x="895" y="220"/>
                        </a:lnTo>
                        <a:lnTo>
                          <a:pt x="895" y="217"/>
                        </a:lnTo>
                        <a:lnTo>
                          <a:pt x="895" y="215"/>
                        </a:lnTo>
                        <a:lnTo>
                          <a:pt x="897" y="215"/>
                        </a:lnTo>
                        <a:lnTo>
                          <a:pt x="900" y="215"/>
                        </a:lnTo>
                        <a:lnTo>
                          <a:pt x="902" y="215"/>
                        </a:lnTo>
                        <a:lnTo>
                          <a:pt x="905" y="213"/>
                        </a:lnTo>
                        <a:lnTo>
                          <a:pt x="908" y="215"/>
                        </a:lnTo>
                        <a:lnTo>
                          <a:pt x="910" y="215"/>
                        </a:lnTo>
                        <a:lnTo>
                          <a:pt x="913" y="219"/>
                        </a:lnTo>
                        <a:lnTo>
                          <a:pt x="914" y="224"/>
                        </a:lnTo>
                        <a:lnTo>
                          <a:pt x="914" y="232"/>
                        </a:lnTo>
                        <a:lnTo>
                          <a:pt x="913" y="236"/>
                        </a:lnTo>
                        <a:lnTo>
                          <a:pt x="914" y="236"/>
                        </a:lnTo>
                        <a:lnTo>
                          <a:pt x="916" y="236"/>
                        </a:lnTo>
                        <a:lnTo>
                          <a:pt x="921" y="239"/>
                        </a:lnTo>
                        <a:lnTo>
                          <a:pt x="923" y="242"/>
                        </a:lnTo>
                        <a:lnTo>
                          <a:pt x="925" y="243"/>
                        </a:lnTo>
                        <a:lnTo>
                          <a:pt x="925" y="240"/>
                        </a:lnTo>
                        <a:lnTo>
                          <a:pt x="931" y="240"/>
                        </a:lnTo>
                        <a:lnTo>
                          <a:pt x="935" y="245"/>
                        </a:lnTo>
                        <a:lnTo>
                          <a:pt x="936" y="243"/>
                        </a:lnTo>
                        <a:lnTo>
                          <a:pt x="934" y="242"/>
                        </a:lnTo>
                        <a:lnTo>
                          <a:pt x="936" y="239"/>
                        </a:lnTo>
                        <a:lnTo>
                          <a:pt x="940" y="238"/>
                        </a:lnTo>
                        <a:lnTo>
                          <a:pt x="943" y="234"/>
                        </a:lnTo>
                        <a:lnTo>
                          <a:pt x="948" y="230"/>
                        </a:lnTo>
                        <a:lnTo>
                          <a:pt x="954" y="226"/>
                        </a:lnTo>
                        <a:lnTo>
                          <a:pt x="954" y="223"/>
                        </a:lnTo>
                        <a:lnTo>
                          <a:pt x="955" y="221"/>
                        </a:lnTo>
                        <a:lnTo>
                          <a:pt x="954" y="221"/>
                        </a:lnTo>
                        <a:lnTo>
                          <a:pt x="951" y="223"/>
                        </a:lnTo>
                        <a:lnTo>
                          <a:pt x="951" y="224"/>
                        </a:lnTo>
                        <a:lnTo>
                          <a:pt x="947" y="230"/>
                        </a:lnTo>
                        <a:lnTo>
                          <a:pt x="943" y="231"/>
                        </a:lnTo>
                        <a:lnTo>
                          <a:pt x="943" y="232"/>
                        </a:lnTo>
                        <a:lnTo>
                          <a:pt x="939" y="236"/>
                        </a:lnTo>
                        <a:lnTo>
                          <a:pt x="935" y="238"/>
                        </a:lnTo>
                        <a:lnTo>
                          <a:pt x="934" y="236"/>
                        </a:lnTo>
                        <a:lnTo>
                          <a:pt x="932" y="236"/>
                        </a:lnTo>
                        <a:lnTo>
                          <a:pt x="931" y="238"/>
                        </a:lnTo>
                        <a:lnTo>
                          <a:pt x="928" y="238"/>
                        </a:lnTo>
                        <a:lnTo>
                          <a:pt x="924" y="235"/>
                        </a:lnTo>
                        <a:lnTo>
                          <a:pt x="924" y="234"/>
                        </a:lnTo>
                        <a:lnTo>
                          <a:pt x="927" y="232"/>
                        </a:lnTo>
                        <a:lnTo>
                          <a:pt x="929" y="230"/>
                        </a:lnTo>
                        <a:lnTo>
                          <a:pt x="929" y="227"/>
                        </a:lnTo>
                        <a:lnTo>
                          <a:pt x="927" y="230"/>
                        </a:lnTo>
                        <a:lnTo>
                          <a:pt x="925" y="231"/>
                        </a:lnTo>
                        <a:lnTo>
                          <a:pt x="923" y="231"/>
                        </a:lnTo>
                        <a:lnTo>
                          <a:pt x="921" y="228"/>
                        </a:lnTo>
                        <a:lnTo>
                          <a:pt x="921" y="227"/>
                        </a:lnTo>
                        <a:lnTo>
                          <a:pt x="923" y="227"/>
                        </a:lnTo>
                        <a:lnTo>
                          <a:pt x="925" y="226"/>
                        </a:lnTo>
                        <a:lnTo>
                          <a:pt x="925" y="224"/>
                        </a:lnTo>
                        <a:lnTo>
                          <a:pt x="924" y="224"/>
                        </a:lnTo>
                        <a:lnTo>
                          <a:pt x="924" y="223"/>
                        </a:lnTo>
                        <a:lnTo>
                          <a:pt x="925" y="221"/>
                        </a:lnTo>
                        <a:lnTo>
                          <a:pt x="927" y="223"/>
                        </a:lnTo>
                        <a:lnTo>
                          <a:pt x="929" y="223"/>
                        </a:lnTo>
                        <a:lnTo>
                          <a:pt x="929" y="221"/>
                        </a:lnTo>
                        <a:lnTo>
                          <a:pt x="927" y="221"/>
                        </a:lnTo>
                        <a:lnTo>
                          <a:pt x="925" y="220"/>
                        </a:lnTo>
                        <a:lnTo>
                          <a:pt x="924" y="221"/>
                        </a:lnTo>
                        <a:lnTo>
                          <a:pt x="921" y="221"/>
                        </a:lnTo>
                        <a:lnTo>
                          <a:pt x="921" y="219"/>
                        </a:lnTo>
                        <a:lnTo>
                          <a:pt x="921" y="217"/>
                        </a:lnTo>
                        <a:lnTo>
                          <a:pt x="924" y="217"/>
                        </a:lnTo>
                        <a:lnTo>
                          <a:pt x="925" y="216"/>
                        </a:lnTo>
                        <a:lnTo>
                          <a:pt x="929" y="216"/>
                        </a:lnTo>
                        <a:lnTo>
                          <a:pt x="932" y="217"/>
                        </a:lnTo>
                        <a:lnTo>
                          <a:pt x="934" y="216"/>
                        </a:lnTo>
                        <a:lnTo>
                          <a:pt x="931" y="216"/>
                        </a:lnTo>
                        <a:lnTo>
                          <a:pt x="929" y="215"/>
                        </a:lnTo>
                        <a:lnTo>
                          <a:pt x="932" y="212"/>
                        </a:lnTo>
                        <a:lnTo>
                          <a:pt x="935" y="212"/>
                        </a:lnTo>
                        <a:lnTo>
                          <a:pt x="935" y="211"/>
                        </a:lnTo>
                        <a:lnTo>
                          <a:pt x="934" y="211"/>
                        </a:lnTo>
                        <a:lnTo>
                          <a:pt x="934" y="209"/>
                        </a:lnTo>
                        <a:lnTo>
                          <a:pt x="935" y="207"/>
                        </a:lnTo>
                        <a:lnTo>
                          <a:pt x="938" y="205"/>
                        </a:lnTo>
                        <a:lnTo>
                          <a:pt x="936" y="204"/>
                        </a:lnTo>
                        <a:lnTo>
                          <a:pt x="940" y="198"/>
                        </a:lnTo>
                        <a:lnTo>
                          <a:pt x="942" y="197"/>
                        </a:lnTo>
                        <a:lnTo>
                          <a:pt x="943" y="194"/>
                        </a:lnTo>
                        <a:lnTo>
                          <a:pt x="940" y="196"/>
                        </a:lnTo>
                        <a:lnTo>
                          <a:pt x="936" y="200"/>
                        </a:lnTo>
                        <a:lnTo>
                          <a:pt x="934" y="207"/>
                        </a:lnTo>
                        <a:lnTo>
                          <a:pt x="929" y="209"/>
                        </a:lnTo>
                        <a:lnTo>
                          <a:pt x="925" y="213"/>
                        </a:lnTo>
                        <a:lnTo>
                          <a:pt x="924" y="212"/>
                        </a:lnTo>
                        <a:lnTo>
                          <a:pt x="920" y="212"/>
                        </a:lnTo>
                        <a:lnTo>
                          <a:pt x="920" y="211"/>
                        </a:lnTo>
                        <a:lnTo>
                          <a:pt x="921" y="208"/>
                        </a:lnTo>
                        <a:lnTo>
                          <a:pt x="924" y="207"/>
                        </a:lnTo>
                        <a:lnTo>
                          <a:pt x="924" y="204"/>
                        </a:lnTo>
                        <a:lnTo>
                          <a:pt x="920" y="207"/>
                        </a:lnTo>
                        <a:lnTo>
                          <a:pt x="916" y="207"/>
                        </a:lnTo>
                        <a:lnTo>
                          <a:pt x="917" y="208"/>
                        </a:lnTo>
                        <a:lnTo>
                          <a:pt x="914" y="209"/>
                        </a:lnTo>
                        <a:lnTo>
                          <a:pt x="910" y="209"/>
                        </a:lnTo>
                        <a:lnTo>
                          <a:pt x="906" y="207"/>
                        </a:lnTo>
                        <a:lnTo>
                          <a:pt x="909" y="205"/>
                        </a:lnTo>
                        <a:lnTo>
                          <a:pt x="912" y="204"/>
                        </a:lnTo>
                        <a:lnTo>
                          <a:pt x="910" y="202"/>
                        </a:lnTo>
                        <a:lnTo>
                          <a:pt x="909" y="202"/>
                        </a:lnTo>
                        <a:lnTo>
                          <a:pt x="909" y="200"/>
                        </a:lnTo>
                        <a:lnTo>
                          <a:pt x="913" y="197"/>
                        </a:lnTo>
                        <a:lnTo>
                          <a:pt x="913" y="194"/>
                        </a:lnTo>
                        <a:lnTo>
                          <a:pt x="916" y="193"/>
                        </a:lnTo>
                        <a:lnTo>
                          <a:pt x="919" y="192"/>
                        </a:lnTo>
                        <a:lnTo>
                          <a:pt x="921" y="192"/>
                        </a:lnTo>
                        <a:lnTo>
                          <a:pt x="921" y="187"/>
                        </a:lnTo>
                        <a:lnTo>
                          <a:pt x="924" y="185"/>
                        </a:lnTo>
                        <a:lnTo>
                          <a:pt x="928" y="179"/>
                        </a:lnTo>
                        <a:lnTo>
                          <a:pt x="929" y="181"/>
                        </a:lnTo>
                        <a:lnTo>
                          <a:pt x="935" y="179"/>
                        </a:lnTo>
                        <a:lnTo>
                          <a:pt x="939" y="181"/>
                        </a:lnTo>
                        <a:lnTo>
                          <a:pt x="942" y="179"/>
                        </a:lnTo>
                        <a:lnTo>
                          <a:pt x="944" y="179"/>
                        </a:lnTo>
                        <a:lnTo>
                          <a:pt x="947" y="177"/>
                        </a:lnTo>
                        <a:lnTo>
                          <a:pt x="948" y="177"/>
                        </a:lnTo>
                        <a:lnTo>
                          <a:pt x="950" y="178"/>
                        </a:lnTo>
                        <a:lnTo>
                          <a:pt x="953" y="181"/>
                        </a:lnTo>
                        <a:lnTo>
                          <a:pt x="955" y="182"/>
                        </a:lnTo>
                        <a:lnTo>
                          <a:pt x="961" y="186"/>
                        </a:lnTo>
                        <a:lnTo>
                          <a:pt x="962" y="187"/>
                        </a:lnTo>
                        <a:lnTo>
                          <a:pt x="963" y="190"/>
                        </a:lnTo>
                        <a:lnTo>
                          <a:pt x="965" y="190"/>
                        </a:lnTo>
                        <a:lnTo>
                          <a:pt x="969" y="196"/>
                        </a:lnTo>
                        <a:lnTo>
                          <a:pt x="969" y="192"/>
                        </a:lnTo>
                        <a:lnTo>
                          <a:pt x="972" y="192"/>
                        </a:lnTo>
                        <a:lnTo>
                          <a:pt x="972" y="190"/>
                        </a:lnTo>
                        <a:lnTo>
                          <a:pt x="967" y="190"/>
                        </a:lnTo>
                        <a:lnTo>
                          <a:pt x="966" y="189"/>
                        </a:lnTo>
                        <a:lnTo>
                          <a:pt x="966" y="186"/>
                        </a:lnTo>
                        <a:lnTo>
                          <a:pt x="969" y="186"/>
                        </a:lnTo>
                        <a:lnTo>
                          <a:pt x="974" y="186"/>
                        </a:lnTo>
                        <a:lnTo>
                          <a:pt x="977" y="187"/>
                        </a:lnTo>
                        <a:lnTo>
                          <a:pt x="978" y="186"/>
                        </a:lnTo>
                        <a:lnTo>
                          <a:pt x="978" y="182"/>
                        </a:lnTo>
                        <a:lnTo>
                          <a:pt x="980" y="179"/>
                        </a:lnTo>
                        <a:lnTo>
                          <a:pt x="980" y="178"/>
                        </a:lnTo>
                        <a:lnTo>
                          <a:pt x="978" y="179"/>
                        </a:lnTo>
                        <a:lnTo>
                          <a:pt x="978" y="181"/>
                        </a:lnTo>
                        <a:lnTo>
                          <a:pt x="976" y="183"/>
                        </a:lnTo>
                        <a:lnTo>
                          <a:pt x="973" y="185"/>
                        </a:lnTo>
                        <a:lnTo>
                          <a:pt x="967" y="183"/>
                        </a:lnTo>
                        <a:lnTo>
                          <a:pt x="963" y="183"/>
                        </a:lnTo>
                        <a:lnTo>
                          <a:pt x="962" y="181"/>
                        </a:lnTo>
                        <a:lnTo>
                          <a:pt x="959" y="179"/>
                        </a:lnTo>
                        <a:lnTo>
                          <a:pt x="955" y="179"/>
                        </a:lnTo>
                        <a:lnTo>
                          <a:pt x="953" y="174"/>
                        </a:lnTo>
                        <a:lnTo>
                          <a:pt x="953" y="168"/>
                        </a:lnTo>
                        <a:lnTo>
                          <a:pt x="954" y="167"/>
                        </a:lnTo>
                        <a:lnTo>
                          <a:pt x="957" y="168"/>
                        </a:lnTo>
                        <a:lnTo>
                          <a:pt x="957" y="171"/>
                        </a:lnTo>
                        <a:lnTo>
                          <a:pt x="958" y="174"/>
                        </a:lnTo>
                        <a:lnTo>
                          <a:pt x="961" y="170"/>
                        </a:lnTo>
                        <a:lnTo>
                          <a:pt x="961" y="167"/>
                        </a:lnTo>
                        <a:lnTo>
                          <a:pt x="959" y="167"/>
                        </a:lnTo>
                        <a:lnTo>
                          <a:pt x="958" y="166"/>
                        </a:lnTo>
                        <a:lnTo>
                          <a:pt x="958" y="163"/>
                        </a:lnTo>
                        <a:lnTo>
                          <a:pt x="961" y="159"/>
                        </a:lnTo>
                        <a:lnTo>
                          <a:pt x="961" y="155"/>
                        </a:lnTo>
                        <a:lnTo>
                          <a:pt x="962" y="151"/>
                        </a:lnTo>
                        <a:lnTo>
                          <a:pt x="961" y="143"/>
                        </a:lnTo>
                        <a:lnTo>
                          <a:pt x="959" y="139"/>
                        </a:lnTo>
                        <a:lnTo>
                          <a:pt x="958" y="137"/>
                        </a:lnTo>
                        <a:lnTo>
                          <a:pt x="957" y="134"/>
                        </a:lnTo>
                        <a:lnTo>
                          <a:pt x="958" y="133"/>
                        </a:lnTo>
                        <a:lnTo>
                          <a:pt x="959" y="132"/>
                        </a:lnTo>
                        <a:lnTo>
                          <a:pt x="961" y="132"/>
                        </a:lnTo>
                        <a:lnTo>
                          <a:pt x="962" y="133"/>
                        </a:lnTo>
                        <a:lnTo>
                          <a:pt x="965" y="133"/>
                        </a:lnTo>
                        <a:lnTo>
                          <a:pt x="966" y="137"/>
                        </a:lnTo>
                        <a:lnTo>
                          <a:pt x="967" y="136"/>
                        </a:lnTo>
                        <a:lnTo>
                          <a:pt x="967" y="134"/>
                        </a:lnTo>
                        <a:lnTo>
                          <a:pt x="966" y="130"/>
                        </a:lnTo>
                        <a:lnTo>
                          <a:pt x="963" y="130"/>
                        </a:lnTo>
                        <a:lnTo>
                          <a:pt x="961" y="128"/>
                        </a:lnTo>
                        <a:lnTo>
                          <a:pt x="961" y="126"/>
                        </a:lnTo>
                        <a:lnTo>
                          <a:pt x="962" y="122"/>
                        </a:lnTo>
                        <a:lnTo>
                          <a:pt x="970" y="113"/>
                        </a:lnTo>
                        <a:lnTo>
                          <a:pt x="974" y="111"/>
                        </a:lnTo>
                        <a:lnTo>
                          <a:pt x="977" y="113"/>
                        </a:lnTo>
                        <a:lnTo>
                          <a:pt x="978" y="115"/>
                        </a:lnTo>
                        <a:lnTo>
                          <a:pt x="982" y="118"/>
                        </a:lnTo>
                        <a:lnTo>
                          <a:pt x="984" y="118"/>
                        </a:lnTo>
                        <a:lnTo>
                          <a:pt x="991" y="122"/>
                        </a:lnTo>
                        <a:lnTo>
                          <a:pt x="991" y="125"/>
                        </a:lnTo>
                        <a:lnTo>
                          <a:pt x="993" y="129"/>
                        </a:lnTo>
                        <a:lnTo>
                          <a:pt x="995" y="136"/>
                        </a:lnTo>
                        <a:lnTo>
                          <a:pt x="995" y="141"/>
                        </a:lnTo>
                        <a:lnTo>
                          <a:pt x="996" y="145"/>
                        </a:lnTo>
                        <a:lnTo>
                          <a:pt x="997" y="148"/>
                        </a:lnTo>
                        <a:lnTo>
                          <a:pt x="999" y="147"/>
                        </a:lnTo>
                        <a:lnTo>
                          <a:pt x="1000" y="147"/>
                        </a:lnTo>
                        <a:lnTo>
                          <a:pt x="1003" y="149"/>
                        </a:lnTo>
                        <a:lnTo>
                          <a:pt x="1003" y="152"/>
                        </a:lnTo>
                        <a:lnTo>
                          <a:pt x="1003" y="151"/>
                        </a:lnTo>
                        <a:lnTo>
                          <a:pt x="1006" y="149"/>
                        </a:lnTo>
                        <a:lnTo>
                          <a:pt x="1008" y="149"/>
                        </a:lnTo>
                        <a:lnTo>
                          <a:pt x="1006" y="148"/>
                        </a:lnTo>
                        <a:lnTo>
                          <a:pt x="1003" y="148"/>
                        </a:lnTo>
                        <a:lnTo>
                          <a:pt x="1000" y="145"/>
                        </a:lnTo>
                        <a:lnTo>
                          <a:pt x="999" y="144"/>
                        </a:lnTo>
                        <a:lnTo>
                          <a:pt x="999" y="141"/>
                        </a:lnTo>
                        <a:lnTo>
                          <a:pt x="1001" y="139"/>
                        </a:lnTo>
                        <a:lnTo>
                          <a:pt x="1001" y="137"/>
                        </a:lnTo>
                        <a:lnTo>
                          <a:pt x="1000" y="126"/>
                        </a:lnTo>
                        <a:lnTo>
                          <a:pt x="1000" y="124"/>
                        </a:lnTo>
                        <a:lnTo>
                          <a:pt x="1000" y="121"/>
                        </a:lnTo>
                        <a:lnTo>
                          <a:pt x="1006" y="121"/>
                        </a:lnTo>
                        <a:lnTo>
                          <a:pt x="1008" y="122"/>
                        </a:lnTo>
                        <a:lnTo>
                          <a:pt x="1012" y="124"/>
                        </a:lnTo>
                        <a:lnTo>
                          <a:pt x="1016" y="124"/>
                        </a:lnTo>
                        <a:lnTo>
                          <a:pt x="1020" y="125"/>
                        </a:lnTo>
                        <a:lnTo>
                          <a:pt x="1026" y="125"/>
                        </a:lnTo>
                        <a:lnTo>
                          <a:pt x="1030" y="122"/>
                        </a:lnTo>
                        <a:lnTo>
                          <a:pt x="1033" y="124"/>
                        </a:lnTo>
                        <a:lnTo>
                          <a:pt x="1035" y="125"/>
                        </a:lnTo>
                        <a:lnTo>
                          <a:pt x="1041" y="126"/>
                        </a:lnTo>
                        <a:lnTo>
                          <a:pt x="1044" y="128"/>
                        </a:lnTo>
                        <a:lnTo>
                          <a:pt x="1046" y="126"/>
                        </a:lnTo>
                        <a:lnTo>
                          <a:pt x="1046" y="125"/>
                        </a:lnTo>
                        <a:lnTo>
                          <a:pt x="1044" y="124"/>
                        </a:lnTo>
                        <a:lnTo>
                          <a:pt x="1041" y="124"/>
                        </a:lnTo>
                        <a:lnTo>
                          <a:pt x="1035" y="122"/>
                        </a:lnTo>
                        <a:lnTo>
                          <a:pt x="1035" y="121"/>
                        </a:lnTo>
                        <a:lnTo>
                          <a:pt x="1035" y="121"/>
                        </a:lnTo>
                        <a:lnTo>
                          <a:pt x="1037" y="120"/>
                        </a:lnTo>
                        <a:lnTo>
                          <a:pt x="1041" y="118"/>
                        </a:lnTo>
                        <a:lnTo>
                          <a:pt x="1052" y="118"/>
                        </a:lnTo>
                        <a:lnTo>
                          <a:pt x="1057" y="117"/>
                        </a:lnTo>
                        <a:lnTo>
                          <a:pt x="1063" y="118"/>
                        </a:lnTo>
                        <a:lnTo>
                          <a:pt x="1067" y="121"/>
                        </a:lnTo>
                        <a:lnTo>
                          <a:pt x="1068" y="121"/>
                        </a:lnTo>
                        <a:lnTo>
                          <a:pt x="1072" y="120"/>
                        </a:lnTo>
                        <a:lnTo>
                          <a:pt x="1071" y="118"/>
                        </a:lnTo>
                        <a:lnTo>
                          <a:pt x="1069" y="118"/>
                        </a:lnTo>
                        <a:lnTo>
                          <a:pt x="1067" y="117"/>
                        </a:lnTo>
                        <a:lnTo>
                          <a:pt x="1067" y="115"/>
                        </a:lnTo>
                        <a:lnTo>
                          <a:pt x="1064" y="114"/>
                        </a:lnTo>
                        <a:lnTo>
                          <a:pt x="1060" y="114"/>
                        </a:lnTo>
                        <a:lnTo>
                          <a:pt x="1059" y="113"/>
                        </a:lnTo>
                        <a:lnTo>
                          <a:pt x="1050" y="113"/>
                        </a:lnTo>
                        <a:lnTo>
                          <a:pt x="1050" y="111"/>
                        </a:lnTo>
                        <a:lnTo>
                          <a:pt x="1052" y="110"/>
                        </a:lnTo>
                        <a:lnTo>
                          <a:pt x="1054" y="107"/>
                        </a:lnTo>
                        <a:lnTo>
                          <a:pt x="1057" y="106"/>
                        </a:lnTo>
                        <a:lnTo>
                          <a:pt x="1060" y="103"/>
                        </a:lnTo>
                        <a:lnTo>
                          <a:pt x="1061" y="101"/>
                        </a:lnTo>
                        <a:lnTo>
                          <a:pt x="1069" y="95"/>
                        </a:lnTo>
                        <a:lnTo>
                          <a:pt x="1073" y="95"/>
                        </a:lnTo>
                        <a:lnTo>
                          <a:pt x="1080" y="92"/>
                        </a:lnTo>
                        <a:lnTo>
                          <a:pt x="1080" y="90"/>
                        </a:lnTo>
                        <a:lnTo>
                          <a:pt x="1072" y="94"/>
                        </a:lnTo>
                        <a:lnTo>
                          <a:pt x="1067" y="94"/>
                        </a:lnTo>
                        <a:lnTo>
                          <a:pt x="1059" y="99"/>
                        </a:lnTo>
                        <a:lnTo>
                          <a:pt x="1059" y="103"/>
                        </a:lnTo>
                        <a:lnTo>
                          <a:pt x="1057" y="103"/>
                        </a:lnTo>
                        <a:lnTo>
                          <a:pt x="1057" y="99"/>
                        </a:lnTo>
                        <a:lnTo>
                          <a:pt x="1056" y="99"/>
                        </a:lnTo>
                        <a:lnTo>
                          <a:pt x="1053" y="102"/>
                        </a:lnTo>
                        <a:lnTo>
                          <a:pt x="1050" y="103"/>
                        </a:lnTo>
                        <a:lnTo>
                          <a:pt x="1048" y="107"/>
                        </a:lnTo>
                        <a:lnTo>
                          <a:pt x="1049" y="107"/>
                        </a:lnTo>
                        <a:lnTo>
                          <a:pt x="1049" y="109"/>
                        </a:lnTo>
                        <a:lnTo>
                          <a:pt x="1045" y="113"/>
                        </a:lnTo>
                        <a:lnTo>
                          <a:pt x="1041" y="113"/>
                        </a:lnTo>
                        <a:lnTo>
                          <a:pt x="1031" y="117"/>
                        </a:lnTo>
                        <a:lnTo>
                          <a:pt x="1029" y="118"/>
                        </a:lnTo>
                        <a:lnTo>
                          <a:pt x="1026" y="117"/>
                        </a:lnTo>
                        <a:lnTo>
                          <a:pt x="1018" y="117"/>
                        </a:lnTo>
                        <a:lnTo>
                          <a:pt x="1014" y="114"/>
                        </a:lnTo>
                        <a:lnTo>
                          <a:pt x="1010" y="114"/>
                        </a:lnTo>
                        <a:lnTo>
                          <a:pt x="1007" y="114"/>
                        </a:lnTo>
                        <a:lnTo>
                          <a:pt x="1007" y="111"/>
                        </a:lnTo>
                        <a:lnTo>
                          <a:pt x="1011" y="107"/>
                        </a:lnTo>
                        <a:lnTo>
                          <a:pt x="1014" y="107"/>
                        </a:lnTo>
                        <a:lnTo>
                          <a:pt x="1016" y="107"/>
                        </a:lnTo>
                        <a:lnTo>
                          <a:pt x="1022" y="106"/>
                        </a:lnTo>
                        <a:lnTo>
                          <a:pt x="1025" y="103"/>
                        </a:lnTo>
                        <a:lnTo>
                          <a:pt x="1022" y="103"/>
                        </a:lnTo>
                        <a:lnTo>
                          <a:pt x="1019" y="105"/>
                        </a:lnTo>
                        <a:lnTo>
                          <a:pt x="1015" y="105"/>
                        </a:lnTo>
                        <a:lnTo>
                          <a:pt x="1012" y="106"/>
                        </a:lnTo>
                        <a:lnTo>
                          <a:pt x="1010" y="105"/>
                        </a:lnTo>
                        <a:lnTo>
                          <a:pt x="1010" y="103"/>
                        </a:lnTo>
                        <a:lnTo>
                          <a:pt x="1012" y="101"/>
                        </a:lnTo>
                        <a:lnTo>
                          <a:pt x="1010" y="101"/>
                        </a:lnTo>
                        <a:lnTo>
                          <a:pt x="1006" y="102"/>
                        </a:lnTo>
                        <a:lnTo>
                          <a:pt x="1006" y="106"/>
                        </a:lnTo>
                        <a:lnTo>
                          <a:pt x="1001" y="110"/>
                        </a:lnTo>
                        <a:lnTo>
                          <a:pt x="997" y="110"/>
                        </a:lnTo>
                        <a:lnTo>
                          <a:pt x="991" y="109"/>
                        </a:lnTo>
                        <a:lnTo>
                          <a:pt x="985" y="109"/>
                        </a:lnTo>
                        <a:lnTo>
                          <a:pt x="982" y="106"/>
                        </a:lnTo>
                        <a:lnTo>
                          <a:pt x="982" y="103"/>
                        </a:lnTo>
                        <a:lnTo>
                          <a:pt x="980" y="103"/>
                        </a:lnTo>
                        <a:lnTo>
                          <a:pt x="977" y="102"/>
                        </a:lnTo>
                        <a:lnTo>
                          <a:pt x="977" y="99"/>
                        </a:lnTo>
                        <a:lnTo>
                          <a:pt x="978" y="98"/>
                        </a:lnTo>
                        <a:lnTo>
                          <a:pt x="981" y="94"/>
                        </a:lnTo>
                        <a:lnTo>
                          <a:pt x="985" y="92"/>
                        </a:lnTo>
                        <a:lnTo>
                          <a:pt x="988" y="88"/>
                        </a:lnTo>
                        <a:lnTo>
                          <a:pt x="992" y="87"/>
                        </a:lnTo>
                        <a:lnTo>
                          <a:pt x="993" y="84"/>
                        </a:lnTo>
                        <a:lnTo>
                          <a:pt x="996" y="86"/>
                        </a:lnTo>
                        <a:lnTo>
                          <a:pt x="1001" y="86"/>
                        </a:lnTo>
                        <a:lnTo>
                          <a:pt x="1004" y="84"/>
                        </a:lnTo>
                        <a:lnTo>
                          <a:pt x="1007" y="86"/>
                        </a:lnTo>
                        <a:lnTo>
                          <a:pt x="1012" y="88"/>
                        </a:lnTo>
                        <a:lnTo>
                          <a:pt x="1016" y="88"/>
                        </a:lnTo>
                        <a:lnTo>
                          <a:pt x="1019" y="90"/>
                        </a:lnTo>
                        <a:lnTo>
                          <a:pt x="1023" y="88"/>
                        </a:lnTo>
                        <a:lnTo>
                          <a:pt x="1025" y="87"/>
                        </a:lnTo>
                        <a:lnTo>
                          <a:pt x="1022" y="86"/>
                        </a:lnTo>
                        <a:lnTo>
                          <a:pt x="1016" y="87"/>
                        </a:lnTo>
                        <a:lnTo>
                          <a:pt x="1011" y="86"/>
                        </a:lnTo>
                        <a:lnTo>
                          <a:pt x="1007" y="83"/>
                        </a:lnTo>
                        <a:lnTo>
                          <a:pt x="1003" y="83"/>
                        </a:lnTo>
                        <a:lnTo>
                          <a:pt x="997" y="84"/>
                        </a:lnTo>
                        <a:lnTo>
                          <a:pt x="992" y="83"/>
                        </a:lnTo>
                        <a:lnTo>
                          <a:pt x="991" y="83"/>
                        </a:lnTo>
                        <a:lnTo>
                          <a:pt x="989" y="84"/>
                        </a:lnTo>
                        <a:lnTo>
                          <a:pt x="987" y="87"/>
                        </a:lnTo>
                        <a:lnTo>
                          <a:pt x="981" y="91"/>
                        </a:lnTo>
                        <a:lnTo>
                          <a:pt x="976" y="92"/>
                        </a:lnTo>
                        <a:lnTo>
                          <a:pt x="973" y="98"/>
                        </a:lnTo>
                        <a:lnTo>
                          <a:pt x="972" y="98"/>
                        </a:lnTo>
                        <a:lnTo>
                          <a:pt x="969" y="96"/>
                        </a:lnTo>
                        <a:lnTo>
                          <a:pt x="965" y="92"/>
                        </a:lnTo>
                        <a:lnTo>
                          <a:pt x="963" y="91"/>
                        </a:lnTo>
                        <a:lnTo>
                          <a:pt x="962" y="90"/>
                        </a:lnTo>
                        <a:lnTo>
                          <a:pt x="961" y="86"/>
                        </a:lnTo>
                        <a:lnTo>
                          <a:pt x="961" y="82"/>
                        </a:lnTo>
                        <a:lnTo>
                          <a:pt x="959" y="80"/>
                        </a:lnTo>
                        <a:lnTo>
                          <a:pt x="959" y="77"/>
                        </a:lnTo>
                        <a:lnTo>
                          <a:pt x="961" y="76"/>
                        </a:lnTo>
                        <a:lnTo>
                          <a:pt x="963" y="76"/>
                        </a:lnTo>
                        <a:lnTo>
                          <a:pt x="966" y="76"/>
                        </a:lnTo>
                        <a:lnTo>
                          <a:pt x="967" y="77"/>
                        </a:lnTo>
                        <a:lnTo>
                          <a:pt x="976" y="76"/>
                        </a:lnTo>
                        <a:lnTo>
                          <a:pt x="980" y="80"/>
                        </a:lnTo>
                        <a:lnTo>
                          <a:pt x="982" y="80"/>
                        </a:lnTo>
                        <a:lnTo>
                          <a:pt x="984" y="80"/>
                        </a:lnTo>
                        <a:lnTo>
                          <a:pt x="987" y="80"/>
                        </a:lnTo>
                        <a:lnTo>
                          <a:pt x="991" y="79"/>
                        </a:lnTo>
                        <a:lnTo>
                          <a:pt x="993" y="80"/>
                        </a:lnTo>
                        <a:lnTo>
                          <a:pt x="995" y="79"/>
                        </a:lnTo>
                        <a:lnTo>
                          <a:pt x="997" y="79"/>
                        </a:lnTo>
                        <a:lnTo>
                          <a:pt x="999" y="77"/>
                        </a:lnTo>
                        <a:lnTo>
                          <a:pt x="1004" y="76"/>
                        </a:lnTo>
                        <a:lnTo>
                          <a:pt x="1010" y="75"/>
                        </a:lnTo>
                        <a:lnTo>
                          <a:pt x="1011" y="73"/>
                        </a:lnTo>
                        <a:lnTo>
                          <a:pt x="1011" y="72"/>
                        </a:lnTo>
                        <a:lnTo>
                          <a:pt x="1008" y="72"/>
                        </a:lnTo>
                        <a:lnTo>
                          <a:pt x="1007" y="73"/>
                        </a:lnTo>
                        <a:lnTo>
                          <a:pt x="1006" y="75"/>
                        </a:lnTo>
                        <a:lnTo>
                          <a:pt x="1001" y="75"/>
                        </a:lnTo>
                        <a:lnTo>
                          <a:pt x="996" y="75"/>
                        </a:lnTo>
                        <a:lnTo>
                          <a:pt x="992" y="77"/>
                        </a:lnTo>
                        <a:lnTo>
                          <a:pt x="989" y="77"/>
                        </a:lnTo>
                        <a:lnTo>
                          <a:pt x="985" y="77"/>
                        </a:lnTo>
                        <a:lnTo>
                          <a:pt x="984" y="77"/>
                        </a:lnTo>
                        <a:lnTo>
                          <a:pt x="982" y="77"/>
                        </a:lnTo>
                        <a:lnTo>
                          <a:pt x="978" y="75"/>
                        </a:lnTo>
                        <a:lnTo>
                          <a:pt x="977" y="75"/>
                        </a:lnTo>
                        <a:lnTo>
                          <a:pt x="976" y="73"/>
                        </a:lnTo>
                        <a:lnTo>
                          <a:pt x="972" y="73"/>
                        </a:lnTo>
                        <a:lnTo>
                          <a:pt x="967" y="72"/>
                        </a:lnTo>
                        <a:lnTo>
                          <a:pt x="965" y="73"/>
                        </a:lnTo>
                        <a:lnTo>
                          <a:pt x="961" y="72"/>
                        </a:lnTo>
                        <a:lnTo>
                          <a:pt x="961" y="69"/>
                        </a:lnTo>
                        <a:lnTo>
                          <a:pt x="962" y="68"/>
                        </a:lnTo>
                        <a:lnTo>
                          <a:pt x="962" y="64"/>
                        </a:lnTo>
                        <a:lnTo>
                          <a:pt x="963" y="62"/>
                        </a:lnTo>
                        <a:lnTo>
                          <a:pt x="965" y="62"/>
                        </a:lnTo>
                        <a:lnTo>
                          <a:pt x="967" y="65"/>
                        </a:lnTo>
                        <a:lnTo>
                          <a:pt x="972" y="65"/>
                        </a:lnTo>
                        <a:lnTo>
                          <a:pt x="973" y="64"/>
                        </a:lnTo>
                        <a:lnTo>
                          <a:pt x="972" y="62"/>
                        </a:lnTo>
                        <a:lnTo>
                          <a:pt x="969" y="62"/>
                        </a:lnTo>
                        <a:lnTo>
                          <a:pt x="966" y="60"/>
                        </a:lnTo>
                        <a:lnTo>
                          <a:pt x="967" y="58"/>
                        </a:lnTo>
                        <a:lnTo>
                          <a:pt x="972" y="58"/>
                        </a:lnTo>
                        <a:lnTo>
                          <a:pt x="976" y="56"/>
                        </a:lnTo>
                        <a:lnTo>
                          <a:pt x="980" y="56"/>
                        </a:lnTo>
                        <a:lnTo>
                          <a:pt x="982" y="54"/>
                        </a:lnTo>
                        <a:lnTo>
                          <a:pt x="985" y="54"/>
                        </a:lnTo>
                        <a:lnTo>
                          <a:pt x="987" y="54"/>
                        </a:lnTo>
                        <a:lnTo>
                          <a:pt x="989" y="54"/>
                        </a:lnTo>
                        <a:lnTo>
                          <a:pt x="989" y="53"/>
                        </a:lnTo>
                        <a:lnTo>
                          <a:pt x="988" y="52"/>
                        </a:lnTo>
                        <a:lnTo>
                          <a:pt x="981" y="52"/>
                        </a:lnTo>
                        <a:lnTo>
                          <a:pt x="977" y="53"/>
                        </a:lnTo>
                        <a:lnTo>
                          <a:pt x="973" y="54"/>
                        </a:lnTo>
                        <a:lnTo>
                          <a:pt x="970" y="54"/>
                        </a:lnTo>
                        <a:lnTo>
                          <a:pt x="969" y="56"/>
                        </a:lnTo>
                        <a:lnTo>
                          <a:pt x="966" y="56"/>
                        </a:lnTo>
                        <a:lnTo>
                          <a:pt x="966" y="54"/>
                        </a:lnTo>
                        <a:lnTo>
                          <a:pt x="965" y="52"/>
                        </a:lnTo>
                        <a:lnTo>
                          <a:pt x="969" y="50"/>
                        </a:lnTo>
                        <a:lnTo>
                          <a:pt x="973" y="48"/>
                        </a:lnTo>
                        <a:lnTo>
                          <a:pt x="977" y="46"/>
                        </a:lnTo>
                        <a:lnTo>
                          <a:pt x="980" y="45"/>
                        </a:lnTo>
                        <a:lnTo>
                          <a:pt x="976" y="45"/>
                        </a:lnTo>
                        <a:lnTo>
                          <a:pt x="976" y="43"/>
                        </a:lnTo>
                        <a:lnTo>
                          <a:pt x="976" y="39"/>
                        </a:lnTo>
                        <a:lnTo>
                          <a:pt x="974" y="41"/>
                        </a:lnTo>
                        <a:lnTo>
                          <a:pt x="973" y="43"/>
                        </a:lnTo>
                        <a:lnTo>
                          <a:pt x="972" y="45"/>
                        </a:lnTo>
                        <a:lnTo>
                          <a:pt x="972" y="42"/>
                        </a:lnTo>
                        <a:lnTo>
                          <a:pt x="970" y="42"/>
                        </a:lnTo>
                        <a:lnTo>
                          <a:pt x="969" y="43"/>
                        </a:lnTo>
                        <a:lnTo>
                          <a:pt x="965" y="43"/>
                        </a:lnTo>
                        <a:lnTo>
                          <a:pt x="965" y="46"/>
                        </a:lnTo>
                        <a:lnTo>
                          <a:pt x="965" y="48"/>
                        </a:lnTo>
                        <a:lnTo>
                          <a:pt x="961" y="49"/>
                        </a:lnTo>
                        <a:lnTo>
                          <a:pt x="961" y="46"/>
                        </a:lnTo>
                        <a:lnTo>
                          <a:pt x="961" y="43"/>
                        </a:lnTo>
                        <a:lnTo>
                          <a:pt x="959" y="42"/>
                        </a:lnTo>
                        <a:lnTo>
                          <a:pt x="959" y="41"/>
                        </a:lnTo>
                        <a:lnTo>
                          <a:pt x="959" y="39"/>
                        </a:lnTo>
                        <a:lnTo>
                          <a:pt x="962" y="41"/>
                        </a:lnTo>
                        <a:lnTo>
                          <a:pt x="962" y="37"/>
                        </a:lnTo>
                        <a:lnTo>
                          <a:pt x="965" y="37"/>
                        </a:lnTo>
                        <a:lnTo>
                          <a:pt x="967" y="37"/>
                        </a:lnTo>
                        <a:lnTo>
                          <a:pt x="969" y="34"/>
                        </a:lnTo>
                        <a:lnTo>
                          <a:pt x="973" y="31"/>
                        </a:lnTo>
                        <a:lnTo>
                          <a:pt x="974" y="33"/>
                        </a:lnTo>
                        <a:lnTo>
                          <a:pt x="978" y="30"/>
                        </a:lnTo>
                        <a:lnTo>
                          <a:pt x="985" y="30"/>
                        </a:lnTo>
                        <a:lnTo>
                          <a:pt x="987" y="29"/>
                        </a:lnTo>
                        <a:lnTo>
                          <a:pt x="988" y="30"/>
                        </a:lnTo>
                        <a:lnTo>
                          <a:pt x="989" y="31"/>
                        </a:lnTo>
                        <a:lnTo>
                          <a:pt x="988" y="33"/>
                        </a:lnTo>
                        <a:lnTo>
                          <a:pt x="988" y="39"/>
                        </a:lnTo>
                        <a:lnTo>
                          <a:pt x="989" y="39"/>
                        </a:lnTo>
                        <a:lnTo>
                          <a:pt x="991" y="34"/>
                        </a:lnTo>
                        <a:lnTo>
                          <a:pt x="993" y="33"/>
                        </a:lnTo>
                        <a:lnTo>
                          <a:pt x="993" y="34"/>
                        </a:lnTo>
                        <a:lnTo>
                          <a:pt x="993" y="35"/>
                        </a:lnTo>
                        <a:lnTo>
                          <a:pt x="993" y="38"/>
                        </a:lnTo>
                        <a:lnTo>
                          <a:pt x="995" y="37"/>
                        </a:lnTo>
                        <a:lnTo>
                          <a:pt x="995" y="34"/>
                        </a:lnTo>
                        <a:lnTo>
                          <a:pt x="996" y="33"/>
                        </a:lnTo>
                        <a:lnTo>
                          <a:pt x="995" y="31"/>
                        </a:lnTo>
                        <a:lnTo>
                          <a:pt x="996" y="27"/>
                        </a:lnTo>
                        <a:lnTo>
                          <a:pt x="997" y="27"/>
                        </a:lnTo>
                        <a:lnTo>
                          <a:pt x="1001" y="24"/>
                        </a:lnTo>
                        <a:lnTo>
                          <a:pt x="1003" y="24"/>
                        </a:lnTo>
                        <a:lnTo>
                          <a:pt x="1003" y="27"/>
                        </a:lnTo>
                        <a:lnTo>
                          <a:pt x="1003" y="30"/>
                        </a:lnTo>
                        <a:lnTo>
                          <a:pt x="1006" y="31"/>
                        </a:lnTo>
                        <a:lnTo>
                          <a:pt x="1006" y="35"/>
                        </a:lnTo>
                        <a:lnTo>
                          <a:pt x="1006" y="37"/>
                        </a:lnTo>
                        <a:lnTo>
                          <a:pt x="1007" y="39"/>
                        </a:lnTo>
                        <a:lnTo>
                          <a:pt x="1006" y="42"/>
                        </a:lnTo>
                        <a:lnTo>
                          <a:pt x="1008" y="43"/>
                        </a:lnTo>
                        <a:lnTo>
                          <a:pt x="1010" y="42"/>
                        </a:lnTo>
                        <a:lnTo>
                          <a:pt x="1008" y="39"/>
                        </a:lnTo>
                        <a:lnTo>
                          <a:pt x="1008" y="37"/>
                        </a:lnTo>
                        <a:lnTo>
                          <a:pt x="1010" y="35"/>
                        </a:lnTo>
                        <a:lnTo>
                          <a:pt x="1012" y="31"/>
                        </a:lnTo>
                        <a:lnTo>
                          <a:pt x="1014" y="31"/>
                        </a:lnTo>
                        <a:lnTo>
                          <a:pt x="1016" y="35"/>
                        </a:lnTo>
                        <a:lnTo>
                          <a:pt x="1016" y="38"/>
                        </a:lnTo>
                        <a:lnTo>
                          <a:pt x="1015" y="42"/>
                        </a:lnTo>
                        <a:lnTo>
                          <a:pt x="1018" y="43"/>
                        </a:lnTo>
                        <a:lnTo>
                          <a:pt x="1018" y="45"/>
                        </a:lnTo>
                        <a:lnTo>
                          <a:pt x="1019" y="43"/>
                        </a:lnTo>
                        <a:lnTo>
                          <a:pt x="1019" y="39"/>
                        </a:lnTo>
                        <a:lnTo>
                          <a:pt x="1020" y="39"/>
                        </a:lnTo>
                        <a:lnTo>
                          <a:pt x="1022" y="38"/>
                        </a:lnTo>
                        <a:lnTo>
                          <a:pt x="1023" y="39"/>
                        </a:lnTo>
                        <a:lnTo>
                          <a:pt x="1022" y="41"/>
                        </a:lnTo>
                        <a:lnTo>
                          <a:pt x="1022" y="43"/>
                        </a:lnTo>
                        <a:lnTo>
                          <a:pt x="1023" y="45"/>
                        </a:lnTo>
                        <a:lnTo>
                          <a:pt x="1026" y="42"/>
                        </a:lnTo>
                        <a:lnTo>
                          <a:pt x="1027" y="42"/>
                        </a:lnTo>
                        <a:lnTo>
                          <a:pt x="1027" y="45"/>
                        </a:lnTo>
                        <a:lnTo>
                          <a:pt x="1029" y="43"/>
                        </a:lnTo>
                        <a:lnTo>
                          <a:pt x="1029" y="41"/>
                        </a:lnTo>
                        <a:lnTo>
                          <a:pt x="1026" y="37"/>
                        </a:lnTo>
                        <a:lnTo>
                          <a:pt x="1025" y="37"/>
                        </a:lnTo>
                        <a:lnTo>
                          <a:pt x="1023" y="34"/>
                        </a:lnTo>
                        <a:lnTo>
                          <a:pt x="1023" y="31"/>
                        </a:lnTo>
                        <a:lnTo>
                          <a:pt x="1020" y="29"/>
                        </a:lnTo>
                        <a:lnTo>
                          <a:pt x="1019" y="27"/>
                        </a:lnTo>
                        <a:lnTo>
                          <a:pt x="1018" y="26"/>
                        </a:lnTo>
                        <a:lnTo>
                          <a:pt x="1019" y="22"/>
                        </a:lnTo>
                        <a:lnTo>
                          <a:pt x="1022" y="22"/>
                        </a:lnTo>
                        <a:lnTo>
                          <a:pt x="1023" y="24"/>
                        </a:lnTo>
                        <a:lnTo>
                          <a:pt x="1027" y="23"/>
                        </a:lnTo>
                        <a:lnTo>
                          <a:pt x="1029" y="24"/>
                        </a:lnTo>
                        <a:lnTo>
                          <a:pt x="1030" y="23"/>
                        </a:lnTo>
                        <a:lnTo>
                          <a:pt x="1030" y="18"/>
                        </a:lnTo>
                        <a:lnTo>
                          <a:pt x="1029" y="15"/>
                        </a:lnTo>
                        <a:lnTo>
                          <a:pt x="1030" y="12"/>
                        </a:lnTo>
                        <a:lnTo>
                          <a:pt x="1033" y="12"/>
                        </a:lnTo>
                        <a:lnTo>
                          <a:pt x="1034" y="12"/>
                        </a:lnTo>
                        <a:lnTo>
                          <a:pt x="1039" y="14"/>
                        </a:lnTo>
                        <a:lnTo>
                          <a:pt x="1041" y="15"/>
                        </a:lnTo>
                        <a:lnTo>
                          <a:pt x="1041" y="16"/>
                        </a:lnTo>
                        <a:lnTo>
                          <a:pt x="1039" y="19"/>
                        </a:lnTo>
                        <a:lnTo>
                          <a:pt x="1039" y="20"/>
                        </a:lnTo>
                        <a:lnTo>
                          <a:pt x="1045" y="22"/>
                        </a:lnTo>
                        <a:lnTo>
                          <a:pt x="1045" y="24"/>
                        </a:lnTo>
                        <a:lnTo>
                          <a:pt x="1044" y="29"/>
                        </a:lnTo>
                        <a:lnTo>
                          <a:pt x="1045" y="34"/>
                        </a:lnTo>
                        <a:lnTo>
                          <a:pt x="1046" y="33"/>
                        </a:lnTo>
                        <a:lnTo>
                          <a:pt x="1049" y="30"/>
                        </a:lnTo>
                        <a:lnTo>
                          <a:pt x="1049" y="30"/>
                        </a:lnTo>
                        <a:lnTo>
                          <a:pt x="1050" y="33"/>
                        </a:lnTo>
                        <a:lnTo>
                          <a:pt x="1050" y="34"/>
                        </a:lnTo>
                        <a:lnTo>
                          <a:pt x="1053" y="33"/>
                        </a:lnTo>
                        <a:lnTo>
                          <a:pt x="1054" y="31"/>
                        </a:lnTo>
                        <a:lnTo>
                          <a:pt x="1057" y="30"/>
                        </a:lnTo>
                        <a:lnTo>
                          <a:pt x="1059" y="27"/>
                        </a:lnTo>
                        <a:lnTo>
                          <a:pt x="1056" y="23"/>
                        </a:lnTo>
                        <a:lnTo>
                          <a:pt x="1059" y="20"/>
                        </a:lnTo>
                        <a:lnTo>
                          <a:pt x="1060" y="20"/>
                        </a:lnTo>
                        <a:lnTo>
                          <a:pt x="1061" y="22"/>
                        </a:lnTo>
                        <a:lnTo>
                          <a:pt x="1067" y="22"/>
                        </a:lnTo>
                        <a:lnTo>
                          <a:pt x="1065" y="19"/>
                        </a:lnTo>
                        <a:lnTo>
                          <a:pt x="1061" y="16"/>
                        </a:lnTo>
                        <a:lnTo>
                          <a:pt x="1061" y="12"/>
                        </a:lnTo>
                        <a:lnTo>
                          <a:pt x="1061" y="11"/>
                        </a:lnTo>
                        <a:lnTo>
                          <a:pt x="1063" y="8"/>
                        </a:lnTo>
                        <a:lnTo>
                          <a:pt x="1064" y="8"/>
                        </a:lnTo>
                        <a:lnTo>
                          <a:pt x="1069" y="11"/>
                        </a:lnTo>
                        <a:lnTo>
                          <a:pt x="1069" y="15"/>
                        </a:lnTo>
                        <a:lnTo>
                          <a:pt x="1071" y="19"/>
                        </a:lnTo>
                        <a:lnTo>
                          <a:pt x="1071" y="22"/>
                        </a:lnTo>
                        <a:lnTo>
                          <a:pt x="1072" y="24"/>
                        </a:lnTo>
                        <a:lnTo>
                          <a:pt x="1072" y="27"/>
                        </a:lnTo>
                        <a:lnTo>
                          <a:pt x="1073" y="30"/>
                        </a:lnTo>
                        <a:lnTo>
                          <a:pt x="1075" y="29"/>
                        </a:lnTo>
                        <a:lnTo>
                          <a:pt x="1075" y="26"/>
                        </a:lnTo>
                        <a:lnTo>
                          <a:pt x="1075" y="23"/>
                        </a:lnTo>
                        <a:lnTo>
                          <a:pt x="1075" y="20"/>
                        </a:lnTo>
                        <a:lnTo>
                          <a:pt x="1073" y="16"/>
                        </a:lnTo>
                        <a:lnTo>
                          <a:pt x="1073" y="11"/>
                        </a:lnTo>
                        <a:lnTo>
                          <a:pt x="1073" y="5"/>
                        </a:lnTo>
                        <a:lnTo>
                          <a:pt x="1073" y="3"/>
                        </a:lnTo>
                        <a:lnTo>
                          <a:pt x="1076" y="3"/>
                        </a:lnTo>
                        <a:lnTo>
                          <a:pt x="1079" y="5"/>
                        </a:lnTo>
                        <a:lnTo>
                          <a:pt x="1080" y="5"/>
                        </a:lnTo>
                        <a:lnTo>
                          <a:pt x="1082" y="7"/>
                        </a:lnTo>
                        <a:lnTo>
                          <a:pt x="1082" y="11"/>
                        </a:lnTo>
                        <a:lnTo>
                          <a:pt x="1083" y="14"/>
                        </a:lnTo>
                        <a:lnTo>
                          <a:pt x="1083" y="16"/>
                        </a:lnTo>
                        <a:lnTo>
                          <a:pt x="1083" y="22"/>
                        </a:lnTo>
                        <a:lnTo>
                          <a:pt x="1084" y="22"/>
                        </a:lnTo>
                        <a:lnTo>
                          <a:pt x="1084" y="19"/>
                        </a:lnTo>
                        <a:lnTo>
                          <a:pt x="1086" y="18"/>
                        </a:lnTo>
                        <a:lnTo>
                          <a:pt x="1087" y="18"/>
                        </a:lnTo>
                        <a:lnTo>
                          <a:pt x="1091" y="23"/>
                        </a:lnTo>
                        <a:lnTo>
                          <a:pt x="1092" y="22"/>
                        </a:lnTo>
                        <a:lnTo>
                          <a:pt x="1094" y="22"/>
                        </a:lnTo>
                        <a:lnTo>
                          <a:pt x="1094" y="20"/>
                        </a:lnTo>
                        <a:lnTo>
                          <a:pt x="1092" y="19"/>
                        </a:lnTo>
                        <a:lnTo>
                          <a:pt x="1090" y="16"/>
                        </a:lnTo>
                        <a:lnTo>
                          <a:pt x="1091" y="15"/>
                        </a:lnTo>
                        <a:lnTo>
                          <a:pt x="1091" y="14"/>
                        </a:lnTo>
                        <a:lnTo>
                          <a:pt x="1088" y="11"/>
                        </a:lnTo>
                        <a:lnTo>
                          <a:pt x="1087" y="10"/>
                        </a:lnTo>
                        <a:lnTo>
                          <a:pt x="1088" y="8"/>
                        </a:lnTo>
                        <a:lnTo>
                          <a:pt x="1091" y="8"/>
                        </a:lnTo>
                        <a:lnTo>
                          <a:pt x="1090" y="7"/>
                        </a:lnTo>
                        <a:lnTo>
                          <a:pt x="1087" y="5"/>
                        </a:lnTo>
                        <a:lnTo>
                          <a:pt x="1086" y="4"/>
                        </a:lnTo>
                        <a:lnTo>
                          <a:pt x="1087" y="3"/>
                        </a:lnTo>
                        <a:lnTo>
                          <a:pt x="1090" y="3"/>
                        </a:lnTo>
                        <a:lnTo>
                          <a:pt x="1092" y="0"/>
                        </a:lnTo>
                        <a:lnTo>
                          <a:pt x="1099" y="1"/>
                        </a:lnTo>
                        <a:lnTo>
                          <a:pt x="1099" y="3"/>
                        </a:lnTo>
                        <a:lnTo>
                          <a:pt x="1099" y="5"/>
                        </a:lnTo>
                        <a:lnTo>
                          <a:pt x="1098" y="8"/>
                        </a:lnTo>
                        <a:lnTo>
                          <a:pt x="1099" y="10"/>
                        </a:lnTo>
                        <a:lnTo>
                          <a:pt x="1101" y="10"/>
                        </a:lnTo>
                        <a:lnTo>
                          <a:pt x="1102" y="5"/>
                        </a:lnTo>
                        <a:lnTo>
                          <a:pt x="1103" y="5"/>
                        </a:lnTo>
                        <a:lnTo>
                          <a:pt x="1105" y="7"/>
                        </a:lnTo>
                        <a:lnTo>
                          <a:pt x="1103" y="11"/>
                        </a:lnTo>
                        <a:lnTo>
                          <a:pt x="1105" y="11"/>
                        </a:lnTo>
                        <a:lnTo>
                          <a:pt x="1107" y="11"/>
                        </a:lnTo>
                        <a:lnTo>
                          <a:pt x="1107" y="10"/>
                        </a:lnTo>
                        <a:lnTo>
                          <a:pt x="1111" y="7"/>
                        </a:lnTo>
                        <a:lnTo>
                          <a:pt x="1111" y="8"/>
                        </a:lnTo>
                        <a:lnTo>
                          <a:pt x="1111" y="11"/>
                        </a:lnTo>
                        <a:lnTo>
                          <a:pt x="1110" y="14"/>
                        </a:lnTo>
                        <a:lnTo>
                          <a:pt x="1111" y="18"/>
                        </a:lnTo>
                        <a:lnTo>
                          <a:pt x="1110" y="20"/>
                        </a:lnTo>
                        <a:lnTo>
                          <a:pt x="1111" y="22"/>
                        </a:lnTo>
                        <a:lnTo>
                          <a:pt x="1114" y="20"/>
                        </a:lnTo>
                        <a:lnTo>
                          <a:pt x="1116" y="22"/>
                        </a:lnTo>
                        <a:lnTo>
                          <a:pt x="1117" y="20"/>
                        </a:lnTo>
                        <a:lnTo>
                          <a:pt x="1117" y="16"/>
                        </a:lnTo>
                        <a:lnTo>
                          <a:pt x="1120" y="11"/>
                        </a:lnTo>
                        <a:lnTo>
                          <a:pt x="1117" y="5"/>
                        </a:lnTo>
                        <a:lnTo>
                          <a:pt x="1118" y="1"/>
                        </a:lnTo>
                        <a:lnTo>
                          <a:pt x="1120" y="0"/>
                        </a:lnTo>
                        <a:lnTo>
                          <a:pt x="1121" y="1"/>
                        </a:lnTo>
                        <a:lnTo>
                          <a:pt x="1124" y="1"/>
                        </a:lnTo>
                        <a:lnTo>
                          <a:pt x="1126" y="3"/>
                        </a:lnTo>
                        <a:lnTo>
                          <a:pt x="1129" y="1"/>
                        </a:lnTo>
                        <a:lnTo>
                          <a:pt x="1133" y="1"/>
                        </a:lnTo>
                        <a:lnTo>
                          <a:pt x="1135" y="4"/>
                        </a:lnTo>
                        <a:lnTo>
                          <a:pt x="1137" y="5"/>
                        </a:lnTo>
                        <a:lnTo>
                          <a:pt x="1141" y="4"/>
                        </a:lnTo>
                        <a:lnTo>
                          <a:pt x="1144" y="7"/>
                        </a:lnTo>
                        <a:lnTo>
                          <a:pt x="1145" y="10"/>
                        </a:lnTo>
                        <a:lnTo>
                          <a:pt x="1147" y="11"/>
                        </a:lnTo>
                        <a:lnTo>
                          <a:pt x="1147" y="14"/>
                        </a:lnTo>
                        <a:lnTo>
                          <a:pt x="1145" y="18"/>
                        </a:lnTo>
                        <a:lnTo>
                          <a:pt x="1145" y="19"/>
                        </a:lnTo>
                        <a:lnTo>
                          <a:pt x="1148" y="18"/>
                        </a:lnTo>
                        <a:lnTo>
                          <a:pt x="1151" y="15"/>
                        </a:lnTo>
                        <a:lnTo>
                          <a:pt x="1155" y="12"/>
                        </a:lnTo>
                        <a:lnTo>
                          <a:pt x="1158" y="10"/>
                        </a:lnTo>
                        <a:lnTo>
                          <a:pt x="1160" y="10"/>
                        </a:lnTo>
                        <a:lnTo>
                          <a:pt x="1163" y="11"/>
                        </a:lnTo>
                        <a:lnTo>
                          <a:pt x="1167" y="11"/>
                        </a:lnTo>
                        <a:lnTo>
                          <a:pt x="1167" y="14"/>
                        </a:lnTo>
                        <a:lnTo>
                          <a:pt x="1163" y="16"/>
                        </a:lnTo>
                        <a:lnTo>
                          <a:pt x="1166" y="19"/>
                        </a:lnTo>
                        <a:lnTo>
                          <a:pt x="1167" y="18"/>
                        </a:lnTo>
                        <a:lnTo>
                          <a:pt x="1167" y="15"/>
                        </a:lnTo>
                        <a:lnTo>
                          <a:pt x="1170" y="14"/>
                        </a:lnTo>
                        <a:lnTo>
                          <a:pt x="1173" y="12"/>
                        </a:lnTo>
                        <a:lnTo>
                          <a:pt x="1178" y="14"/>
                        </a:lnTo>
                        <a:lnTo>
                          <a:pt x="1183" y="15"/>
                        </a:lnTo>
                        <a:lnTo>
                          <a:pt x="1185" y="16"/>
                        </a:lnTo>
                        <a:lnTo>
                          <a:pt x="1183" y="19"/>
                        </a:lnTo>
                        <a:lnTo>
                          <a:pt x="1182" y="19"/>
                        </a:lnTo>
                        <a:lnTo>
                          <a:pt x="1182" y="20"/>
                        </a:lnTo>
                        <a:lnTo>
                          <a:pt x="1181" y="23"/>
                        </a:lnTo>
                        <a:lnTo>
                          <a:pt x="1182" y="24"/>
                        </a:lnTo>
                        <a:lnTo>
                          <a:pt x="1183" y="23"/>
                        </a:lnTo>
                        <a:lnTo>
                          <a:pt x="1186" y="22"/>
                        </a:lnTo>
                        <a:lnTo>
                          <a:pt x="1186" y="24"/>
                        </a:lnTo>
                        <a:lnTo>
                          <a:pt x="1189" y="26"/>
                        </a:lnTo>
                        <a:lnTo>
                          <a:pt x="1190" y="23"/>
                        </a:lnTo>
                        <a:lnTo>
                          <a:pt x="1194" y="23"/>
                        </a:lnTo>
                        <a:lnTo>
                          <a:pt x="1194" y="24"/>
                        </a:lnTo>
                        <a:lnTo>
                          <a:pt x="1193" y="26"/>
                        </a:lnTo>
                        <a:lnTo>
                          <a:pt x="1194" y="29"/>
                        </a:lnTo>
                        <a:lnTo>
                          <a:pt x="1196" y="29"/>
                        </a:lnTo>
                        <a:lnTo>
                          <a:pt x="1197" y="27"/>
                        </a:lnTo>
                        <a:lnTo>
                          <a:pt x="1200" y="26"/>
                        </a:lnTo>
                        <a:lnTo>
                          <a:pt x="1201" y="26"/>
                        </a:lnTo>
                        <a:lnTo>
                          <a:pt x="1201" y="29"/>
                        </a:lnTo>
                        <a:lnTo>
                          <a:pt x="1207" y="31"/>
                        </a:lnTo>
                        <a:lnTo>
                          <a:pt x="1209" y="31"/>
                        </a:lnTo>
                        <a:lnTo>
                          <a:pt x="1211" y="33"/>
                        </a:lnTo>
                        <a:lnTo>
                          <a:pt x="1209" y="34"/>
                        </a:lnTo>
                        <a:lnTo>
                          <a:pt x="1204" y="37"/>
                        </a:lnTo>
                        <a:lnTo>
                          <a:pt x="1201" y="39"/>
                        </a:lnTo>
                        <a:lnTo>
                          <a:pt x="1197" y="41"/>
                        </a:lnTo>
                        <a:lnTo>
                          <a:pt x="1193" y="42"/>
                        </a:lnTo>
                        <a:lnTo>
                          <a:pt x="1192" y="42"/>
                        </a:lnTo>
                        <a:lnTo>
                          <a:pt x="1189" y="42"/>
                        </a:lnTo>
                        <a:lnTo>
                          <a:pt x="1188" y="43"/>
                        </a:lnTo>
                        <a:lnTo>
                          <a:pt x="1183" y="45"/>
                        </a:lnTo>
                        <a:lnTo>
                          <a:pt x="1190" y="45"/>
                        </a:lnTo>
                        <a:lnTo>
                          <a:pt x="1196" y="45"/>
                        </a:lnTo>
                        <a:lnTo>
                          <a:pt x="1197" y="46"/>
                        </a:lnTo>
                        <a:lnTo>
                          <a:pt x="1200" y="46"/>
                        </a:lnTo>
                        <a:lnTo>
                          <a:pt x="1201" y="43"/>
                        </a:lnTo>
                        <a:lnTo>
                          <a:pt x="1203" y="42"/>
                        </a:lnTo>
                        <a:lnTo>
                          <a:pt x="1205" y="42"/>
                        </a:lnTo>
                        <a:lnTo>
                          <a:pt x="1207" y="39"/>
                        </a:lnTo>
                        <a:lnTo>
                          <a:pt x="1211" y="38"/>
                        </a:lnTo>
                        <a:lnTo>
                          <a:pt x="1213" y="38"/>
                        </a:lnTo>
                        <a:lnTo>
                          <a:pt x="1215" y="39"/>
                        </a:lnTo>
                        <a:lnTo>
                          <a:pt x="1213" y="43"/>
                        </a:lnTo>
                        <a:lnTo>
                          <a:pt x="1215" y="45"/>
                        </a:lnTo>
                        <a:lnTo>
                          <a:pt x="1216" y="43"/>
                        </a:lnTo>
                        <a:lnTo>
                          <a:pt x="1217" y="41"/>
                        </a:lnTo>
                        <a:lnTo>
                          <a:pt x="1220" y="38"/>
                        </a:lnTo>
                        <a:lnTo>
                          <a:pt x="1222" y="39"/>
                        </a:lnTo>
                        <a:lnTo>
                          <a:pt x="1220" y="42"/>
                        </a:lnTo>
                        <a:lnTo>
                          <a:pt x="1220" y="43"/>
                        </a:lnTo>
                        <a:lnTo>
                          <a:pt x="1219" y="46"/>
                        </a:lnTo>
                        <a:lnTo>
                          <a:pt x="1219" y="48"/>
                        </a:lnTo>
                        <a:lnTo>
                          <a:pt x="1222" y="46"/>
                        </a:lnTo>
                        <a:lnTo>
                          <a:pt x="1223" y="45"/>
                        </a:lnTo>
                        <a:lnTo>
                          <a:pt x="1223" y="42"/>
                        </a:lnTo>
                        <a:lnTo>
                          <a:pt x="1227" y="42"/>
                        </a:lnTo>
                        <a:lnTo>
                          <a:pt x="1228" y="42"/>
                        </a:lnTo>
                        <a:lnTo>
                          <a:pt x="1227" y="49"/>
                        </a:lnTo>
                        <a:lnTo>
                          <a:pt x="1226" y="49"/>
                        </a:lnTo>
                        <a:lnTo>
                          <a:pt x="1227" y="50"/>
                        </a:lnTo>
                        <a:lnTo>
                          <a:pt x="1228" y="53"/>
                        </a:lnTo>
                        <a:lnTo>
                          <a:pt x="1227" y="57"/>
                        </a:lnTo>
                        <a:lnTo>
                          <a:pt x="1224" y="58"/>
                        </a:lnTo>
                        <a:lnTo>
                          <a:pt x="1224" y="61"/>
                        </a:lnTo>
                        <a:lnTo>
                          <a:pt x="1220" y="65"/>
                        </a:lnTo>
                        <a:lnTo>
                          <a:pt x="1222" y="67"/>
                        </a:lnTo>
                        <a:lnTo>
                          <a:pt x="1224" y="65"/>
                        </a:lnTo>
                        <a:lnTo>
                          <a:pt x="1226" y="62"/>
                        </a:lnTo>
                        <a:lnTo>
                          <a:pt x="1228" y="62"/>
                        </a:lnTo>
                        <a:lnTo>
                          <a:pt x="1228" y="61"/>
                        </a:lnTo>
                        <a:lnTo>
                          <a:pt x="1231" y="61"/>
                        </a:lnTo>
                        <a:lnTo>
                          <a:pt x="1234" y="64"/>
                        </a:lnTo>
                        <a:lnTo>
                          <a:pt x="1235" y="68"/>
                        </a:lnTo>
                        <a:lnTo>
                          <a:pt x="1236" y="72"/>
                        </a:lnTo>
                        <a:lnTo>
                          <a:pt x="1235" y="79"/>
                        </a:lnTo>
                        <a:lnTo>
                          <a:pt x="1231" y="84"/>
                        </a:lnTo>
                        <a:lnTo>
                          <a:pt x="1226" y="87"/>
                        </a:lnTo>
                        <a:lnTo>
                          <a:pt x="1224" y="88"/>
                        </a:lnTo>
                        <a:lnTo>
                          <a:pt x="1222" y="88"/>
                        </a:lnTo>
                        <a:lnTo>
                          <a:pt x="1220" y="90"/>
                        </a:lnTo>
                        <a:lnTo>
                          <a:pt x="1220" y="91"/>
                        </a:lnTo>
                        <a:lnTo>
                          <a:pt x="1217" y="92"/>
                        </a:lnTo>
                        <a:lnTo>
                          <a:pt x="1209" y="96"/>
                        </a:lnTo>
                        <a:lnTo>
                          <a:pt x="1207" y="99"/>
                        </a:lnTo>
                        <a:lnTo>
                          <a:pt x="1204" y="99"/>
                        </a:lnTo>
                        <a:lnTo>
                          <a:pt x="1200" y="101"/>
                        </a:lnTo>
                        <a:lnTo>
                          <a:pt x="1196" y="101"/>
                        </a:lnTo>
                        <a:lnTo>
                          <a:pt x="1193" y="99"/>
                        </a:lnTo>
                        <a:lnTo>
                          <a:pt x="1192" y="102"/>
                        </a:lnTo>
                        <a:lnTo>
                          <a:pt x="1190" y="102"/>
                        </a:lnTo>
                        <a:lnTo>
                          <a:pt x="1188" y="101"/>
                        </a:lnTo>
                        <a:lnTo>
                          <a:pt x="1183" y="99"/>
                        </a:lnTo>
                        <a:lnTo>
                          <a:pt x="1179" y="98"/>
                        </a:lnTo>
                        <a:lnTo>
                          <a:pt x="1179" y="101"/>
                        </a:lnTo>
                        <a:lnTo>
                          <a:pt x="1183" y="101"/>
                        </a:lnTo>
                        <a:lnTo>
                          <a:pt x="1185" y="102"/>
                        </a:lnTo>
                        <a:lnTo>
                          <a:pt x="1182" y="103"/>
                        </a:lnTo>
                        <a:lnTo>
                          <a:pt x="1179" y="102"/>
                        </a:lnTo>
                        <a:lnTo>
                          <a:pt x="1177" y="102"/>
                        </a:lnTo>
                        <a:lnTo>
                          <a:pt x="1175" y="101"/>
                        </a:lnTo>
                        <a:lnTo>
                          <a:pt x="1170" y="101"/>
                        </a:lnTo>
                        <a:lnTo>
                          <a:pt x="1169" y="99"/>
                        </a:lnTo>
                        <a:lnTo>
                          <a:pt x="1167" y="99"/>
                        </a:lnTo>
                        <a:lnTo>
                          <a:pt x="1166" y="99"/>
                        </a:lnTo>
                        <a:lnTo>
                          <a:pt x="1160" y="95"/>
                        </a:lnTo>
                        <a:lnTo>
                          <a:pt x="1158" y="92"/>
                        </a:lnTo>
                        <a:lnTo>
                          <a:pt x="1159" y="95"/>
                        </a:lnTo>
                        <a:lnTo>
                          <a:pt x="1162" y="98"/>
                        </a:lnTo>
                        <a:lnTo>
                          <a:pt x="1162" y="99"/>
                        </a:lnTo>
                        <a:lnTo>
                          <a:pt x="1160" y="99"/>
                        </a:lnTo>
                        <a:lnTo>
                          <a:pt x="1156" y="98"/>
                        </a:lnTo>
                        <a:lnTo>
                          <a:pt x="1158" y="101"/>
                        </a:lnTo>
                        <a:lnTo>
                          <a:pt x="1167" y="102"/>
                        </a:lnTo>
                        <a:lnTo>
                          <a:pt x="1173" y="103"/>
                        </a:lnTo>
                        <a:lnTo>
                          <a:pt x="1174" y="105"/>
                        </a:lnTo>
                        <a:lnTo>
                          <a:pt x="1171" y="106"/>
                        </a:lnTo>
                        <a:lnTo>
                          <a:pt x="1159" y="111"/>
                        </a:lnTo>
                        <a:lnTo>
                          <a:pt x="1151" y="113"/>
                        </a:lnTo>
                        <a:lnTo>
                          <a:pt x="1148" y="113"/>
                        </a:lnTo>
                        <a:lnTo>
                          <a:pt x="1144" y="114"/>
                        </a:lnTo>
                        <a:lnTo>
                          <a:pt x="1140" y="113"/>
                        </a:lnTo>
                        <a:lnTo>
                          <a:pt x="1140" y="111"/>
                        </a:lnTo>
                        <a:lnTo>
                          <a:pt x="1137" y="113"/>
                        </a:lnTo>
                        <a:lnTo>
                          <a:pt x="1135" y="111"/>
                        </a:lnTo>
                        <a:lnTo>
                          <a:pt x="1132" y="113"/>
                        </a:lnTo>
                        <a:lnTo>
                          <a:pt x="1131" y="115"/>
                        </a:lnTo>
                        <a:lnTo>
                          <a:pt x="1133" y="115"/>
                        </a:lnTo>
                        <a:lnTo>
                          <a:pt x="1135" y="118"/>
                        </a:lnTo>
                        <a:lnTo>
                          <a:pt x="1137" y="115"/>
                        </a:lnTo>
                        <a:lnTo>
                          <a:pt x="1145" y="115"/>
                        </a:lnTo>
                        <a:lnTo>
                          <a:pt x="1150" y="115"/>
                        </a:lnTo>
                        <a:lnTo>
                          <a:pt x="1160" y="115"/>
                        </a:lnTo>
                        <a:lnTo>
                          <a:pt x="1167" y="114"/>
                        </a:lnTo>
                        <a:lnTo>
                          <a:pt x="1171" y="110"/>
                        </a:lnTo>
                        <a:lnTo>
                          <a:pt x="1175" y="109"/>
                        </a:lnTo>
                        <a:lnTo>
                          <a:pt x="1177" y="110"/>
                        </a:lnTo>
                        <a:lnTo>
                          <a:pt x="1181" y="110"/>
                        </a:lnTo>
                        <a:lnTo>
                          <a:pt x="1185" y="110"/>
                        </a:lnTo>
                        <a:lnTo>
                          <a:pt x="1183" y="114"/>
                        </a:lnTo>
                        <a:lnTo>
                          <a:pt x="1181" y="118"/>
                        </a:lnTo>
                        <a:lnTo>
                          <a:pt x="1177" y="120"/>
                        </a:lnTo>
                        <a:lnTo>
                          <a:pt x="1175" y="121"/>
                        </a:lnTo>
                        <a:lnTo>
                          <a:pt x="1169" y="122"/>
                        </a:lnTo>
                        <a:lnTo>
                          <a:pt x="1167" y="125"/>
                        </a:lnTo>
                        <a:lnTo>
                          <a:pt x="1164" y="125"/>
                        </a:lnTo>
                        <a:lnTo>
                          <a:pt x="1162" y="129"/>
                        </a:lnTo>
                        <a:lnTo>
                          <a:pt x="1158" y="130"/>
                        </a:lnTo>
                        <a:lnTo>
                          <a:pt x="1155" y="130"/>
                        </a:lnTo>
                        <a:lnTo>
                          <a:pt x="1152" y="132"/>
                        </a:lnTo>
                        <a:lnTo>
                          <a:pt x="1150" y="132"/>
                        </a:lnTo>
                        <a:lnTo>
                          <a:pt x="1147" y="133"/>
                        </a:lnTo>
                        <a:lnTo>
                          <a:pt x="1141" y="134"/>
                        </a:lnTo>
                        <a:lnTo>
                          <a:pt x="1140" y="137"/>
                        </a:lnTo>
                        <a:lnTo>
                          <a:pt x="1135" y="139"/>
                        </a:lnTo>
                        <a:lnTo>
                          <a:pt x="1132" y="140"/>
                        </a:lnTo>
                        <a:lnTo>
                          <a:pt x="1129" y="140"/>
                        </a:lnTo>
                        <a:lnTo>
                          <a:pt x="1126" y="141"/>
                        </a:lnTo>
                        <a:lnTo>
                          <a:pt x="1125" y="141"/>
                        </a:lnTo>
                        <a:lnTo>
                          <a:pt x="1124" y="143"/>
                        </a:lnTo>
                        <a:lnTo>
                          <a:pt x="1124" y="145"/>
                        </a:lnTo>
                        <a:lnTo>
                          <a:pt x="1121" y="148"/>
                        </a:lnTo>
                        <a:lnTo>
                          <a:pt x="1120" y="151"/>
                        </a:lnTo>
                        <a:lnTo>
                          <a:pt x="1113" y="151"/>
                        </a:lnTo>
                        <a:lnTo>
                          <a:pt x="1110" y="152"/>
                        </a:lnTo>
                        <a:lnTo>
                          <a:pt x="1109" y="151"/>
                        </a:lnTo>
                        <a:lnTo>
                          <a:pt x="1107" y="149"/>
                        </a:lnTo>
                        <a:lnTo>
                          <a:pt x="1109" y="148"/>
                        </a:lnTo>
                        <a:lnTo>
                          <a:pt x="1109" y="145"/>
                        </a:lnTo>
                        <a:lnTo>
                          <a:pt x="1107" y="144"/>
                        </a:lnTo>
                        <a:lnTo>
                          <a:pt x="1107" y="148"/>
                        </a:lnTo>
                        <a:lnTo>
                          <a:pt x="1106" y="149"/>
                        </a:lnTo>
                        <a:lnTo>
                          <a:pt x="1106" y="151"/>
                        </a:lnTo>
                        <a:lnTo>
                          <a:pt x="1109" y="154"/>
                        </a:lnTo>
                        <a:lnTo>
                          <a:pt x="1110" y="156"/>
                        </a:lnTo>
                        <a:lnTo>
                          <a:pt x="1106" y="159"/>
                        </a:lnTo>
                        <a:lnTo>
                          <a:pt x="1105" y="159"/>
                        </a:lnTo>
                        <a:lnTo>
                          <a:pt x="1102" y="156"/>
                        </a:lnTo>
                        <a:lnTo>
                          <a:pt x="1101" y="158"/>
                        </a:lnTo>
                        <a:lnTo>
                          <a:pt x="1095" y="156"/>
                        </a:lnTo>
                        <a:lnTo>
                          <a:pt x="1094" y="158"/>
                        </a:lnTo>
                        <a:lnTo>
                          <a:pt x="1092" y="158"/>
                        </a:lnTo>
                        <a:lnTo>
                          <a:pt x="1092" y="155"/>
                        </a:lnTo>
                        <a:lnTo>
                          <a:pt x="1091" y="154"/>
                        </a:lnTo>
                        <a:lnTo>
                          <a:pt x="1090" y="156"/>
                        </a:lnTo>
                        <a:lnTo>
                          <a:pt x="1087" y="156"/>
                        </a:lnTo>
                        <a:lnTo>
                          <a:pt x="1087" y="159"/>
                        </a:lnTo>
                        <a:lnTo>
                          <a:pt x="1092" y="159"/>
                        </a:lnTo>
                        <a:lnTo>
                          <a:pt x="1099" y="159"/>
                        </a:lnTo>
                        <a:lnTo>
                          <a:pt x="1102" y="162"/>
                        </a:lnTo>
                        <a:lnTo>
                          <a:pt x="1101" y="164"/>
                        </a:lnTo>
                        <a:lnTo>
                          <a:pt x="1098" y="166"/>
                        </a:lnTo>
                        <a:lnTo>
                          <a:pt x="1094" y="166"/>
                        </a:lnTo>
                        <a:lnTo>
                          <a:pt x="1091" y="166"/>
                        </a:lnTo>
                        <a:lnTo>
                          <a:pt x="1090" y="167"/>
                        </a:lnTo>
                        <a:lnTo>
                          <a:pt x="1091" y="168"/>
                        </a:lnTo>
                        <a:lnTo>
                          <a:pt x="1092" y="167"/>
                        </a:lnTo>
                        <a:lnTo>
                          <a:pt x="1094" y="168"/>
                        </a:lnTo>
                        <a:lnTo>
                          <a:pt x="1094" y="171"/>
                        </a:lnTo>
                        <a:lnTo>
                          <a:pt x="1090" y="175"/>
                        </a:lnTo>
                        <a:lnTo>
                          <a:pt x="1086" y="175"/>
                        </a:lnTo>
                        <a:lnTo>
                          <a:pt x="1078" y="175"/>
                        </a:lnTo>
                        <a:lnTo>
                          <a:pt x="1078" y="174"/>
                        </a:lnTo>
                        <a:lnTo>
                          <a:pt x="1075" y="174"/>
                        </a:lnTo>
                        <a:lnTo>
                          <a:pt x="1073" y="173"/>
                        </a:lnTo>
                        <a:lnTo>
                          <a:pt x="1073" y="167"/>
                        </a:lnTo>
                        <a:lnTo>
                          <a:pt x="1069" y="167"/>
                        </a:lnTo>
                        <a:lnTo>
                          <a:pt x="1068" y="166"/>
                        </a:lnTo>
                        <a:lnTo>
                          <a:pt x="1068" y="163"/>
                        </a:lnTo>
                        <a:lnTo>
                          <a:pt x="1067" y="162"/>
                        </a:lnTo>
                        <a:lnTo>
                          <a:pt x="1064" y="162"/>
                        </a:lnTo>
                        <a:lnTo>
                          <a:pt x="1063" y="162"/>
                        </a:lnTo>
                        <a:lnTo>
                          <a:pt x="1059" y="162"/>
                        </a:lnTo>
                        <a:lnTo>
                          <a:pt x="1057" y="163"/>
                        </a:lnTo>
                        <a:lnTo>
                          <a:pt x="1060" y="164"/>
                        </a:lnTo>
                        <a:lnTo>
                          <a:pt x="1061" y="163"/>
                        </a:lnTo>
                        <a:lnTo>
                          <a:pt x="1063" y="163"/>
                        </a:lnTo>
                        <a:lnTo>
                          <a:pt x="1069" y="170"/>
                        </a:lnTo>
                        <a:lnTo>
                          <a:pt x="1069" y="178"/>
                        </a:lnTo>
                        <a:lnTo>
                          <a:pt x="1068" y="179"/>
                        </a:lnTo>
                        <a:lnTo>
                          <a:pt x="1065" y="178"/>
                        </a:lnTo>
                        <a:lnTo>
                          <a:pt x="1063" y="177"/>
                        </a:lnTo>
                        <a:lnTo>
                          <a:pt x="1061" y="177"/>
                        </a:lnTo>
                        <a:lnTo>
                          <a:pt x="1061" y="179"/>
                        </a:lnTo>
                        <a:lnTo>
                          <a:pt x="1060" y="179"/>
                        </a:lnTo>
                        <a:lnTo>
                          <a:pt x="1057" y="177"/>
                        </a:lnTo>
                        <a:lnTo>
                          <a:pt x="1054" y="177"/>
                        </a:lnTo>
                        <a:lnTo>
                          <a:pt x="1053" y="179"/>
                        </a:lnTo>
                        <a:lnTo>
                          <a:pt x="1052" y="179"/>
                        </a:lnTo>
                        <a:lnTo>
                          <a:pt x="1050" y="177"/>
                        </a:lnTo>
                        <a:lnTo>
                          <a:pt x="1048" y="177"/>
                        </a:lnTo>
                        <a:lnTo>
                          <a:pt x="1045" y="174"/>
                        </a:lnTo>
                        <a:lnTo>
                          <a:pt x="1044" y="174"/>
                        </a:lnTo>
                        <a:lnTo>
                          <a:pt x="1044" y="171"/>
                        </a:lnTo>
                        <a:lnTo>
                          <a:pt x="1041" y="170"/>
                        </a:lnTo>
                        <a:lnTo>
                          <a:pt x="1037" y="170"/>
                        </a:lnTo>
                        <a:lnTo>
                          <a:pt x="1035" y="167"/>
                        </a:lnTo>
                        <a:lnTo>
                          <a:pt x="1034" y="168"/>
                        </a:lnTo>
                        <a:lnTo>
                          <a:pt x="1035" y="171"/>
                        </a:lnTo>
                        <a:lnTo>
                          <a:pt x="1038" y="173"/>
                        </a:lnTo>
                        <a:lnTo>
                          <a:pt x="1041" y="174"/>
                        </a:lnTo>
                        <a:lnTo>
                          <a:pt x="1045" y="178"/>
                        </a:lnTo>
                        <a:lnTo>
                          <a:pt x="1044" y="181"/>
                        </a:lnTo>
                        <a:lnTo>
                          <a:pt x="1035" y="178"/>
                        </a:lnTo>
                        <a:lnTo>
                          <a:pt x="1033" y="177"/>
                        </a:lnTo>
                        <a:lnTo>
                          <a:pt x="1033" y="174"/>
                        </a:lnTo>
                        <a:lnTo>
                          <a:pt x="1031" y="171"/>
                        </a:lnTo>
                        <a:lnTo>
                          <a:pt x="1030" y="173"/>
                        </a:lnTo>
                        <a:lnTo>
                          <a:pt x="1031" y="174"/>
                        </a:lnTo>
                        <a:lnTo>
                          <a:pt x="1030" y="177"/>
                        </a:lnTo>
                        <a:lnTo>
                          <a:pt x="1027" y="175"/>
                        </a:lnTo>
                        <a:lnTo>
                          <a:pt x="1026" y="174"/>
                        </a:lnTo>
                        <a:lnTo>
                          <a:pt x="1023" y="175"/>
                        </a:lnTo>
                        <a:lnTo>
                          <a:pt x="1023" y="177"/>
                        </a:lnTo>
                        <a:lnTo>
                          <a:pt x="1027" y="178"/>
                        </a:lnTo>
                        <a:lnTo>
                          <a:pt x="1027" y="181"/>
                        </a:lnTo>
                        <a:lnTo>
                          <a:pt x="1029" y="181"/>
                        </a:lnTo>
                        <a:lnTo>
                          <a:pt x="1030" y="179"/>
                        </a:lnTo>
                        <a:lnTo>
                          <a:pt x="1033" y="179"/>
                        </a:lnTo>
                        <a:lnTo>
                          <a:pt x="1034" y="182"/>
                        </a:lnTo>
                        <a:lnTo>
                          <a:pt x="1038" y="182"/>
                        </a:lnTo>
                        <a:lnTo>
                          <a:pt x="1039" y="185"/>
                        </a:lnTo>
                        <a:lnTo>
                          <a:pt x="1042" y="185"/>
                        </a:lnTo>
                        <a:lnTo>
                          <a:pt x="1044" y="185"/>
                        </a:lnTo>
                        <a:lnTo>
                          <a:pt x="1052" y="186"/>
                        </a:lnTo>
                        <a:lnTo>
                          <a:pt x="1053" y="187"/>
                        </a:lnTo>
                        <a:lnTo>
                          <a:pt x="1050" y="190"/>
                        </a:lnTo>
                        <a:lnTo>
                          <a:pt x="1052" y="192"/>
                        </a:lnTo>
                        <a:lnTo>
                          <a:pt x="1052" y="194"/>
                        </a:lnTo>
                        <a:lnTo>
                          <a:pt x="1052" y="197"/>
                        </a:lnTo>
                        <a:lnTo>
                          <a:pt x="1050" y="198"/>
                        </a:lnTo>
                        <a:lnTo>
                          <a:pt x="1049" y="198"/>
                        </a:lnTo>
                        <a:lnTo>
                          <a:pt x="1048" y="196"/>
                        </a:lnTo>
                        <a:lnTo>
                          <a:pt x="1044" y="196"/>
                        </a:lnTo>
                        <a:lnTo>
                          <a:pt x="1039" y="193"/>
                        </a:lnTo>
                        <a:lnTo>
                          <a:pt x="1038" y="190"/>
                        </a:lnTo>
                        <a:lnTo>
                          <a:pt x="1039" y="187"/>
                        </a:lnTo>
                        <a:lnTo>
                          <a:pt x="1038" y="185"/>
                        </a:lnTo>
                        <a:lnTo>
                          <a:pt x="1033" y="185"/>
                        </a:lnTo>
                        <a:lnTo>
                          <a:pt x="1027" y="183"/>
                        </a:lnTo>
                        <a:lnTo>
                          <a:pt x="1025" y="182"/>
                        </a:lnTo>
                        <a:lnTo>
                          <a:pt x="1022" y="182"/>
                        </a:lnTo>
                        <a:lnTo>
                          <a:pt x="1022" y="183"/>
                        </a:lnTo>
                        <a:lnTo>
                          <a:pt x="1025" y="185"/>
                        </a:lnTo>
                        <a:lnTo>
                          <a:pt x="1031" y="185"/>
                        </a:lnTo>
                        <a:lnTo>
                          <a:pt x="1037" y="187"/>
                        </a:lnTo>
                        <a:lnTo>
                          <a:pt x="1037" y="190"/>
                        </a:lnTo>
                        <a:lnTo>
                          <a:pt x="1035" y="190"/>
                        </a:lnTo>
                        <a:lnTo>
                          <a:pt x="1033" y="189"/>
                        </a:lnTo>
                        <a:lnTo>
                          <a:pt x="1027" y="189"/>
                        </a:lnTo>
                        <a:lnTo>
                          <a:pt x="1023" y="190"/>
                        </a:lnTo>
                        <a:lnTo>
                          <a:pt x="1023" y="187"/>
                        </a:lnTo>
                        <a:lnTo>
                          <a:pt x="1022" y="186"/>
                        </a:lnTo>
                        <a:lnTo>
                          <a:pt x="1016" y="186"/>
                        </a:lnTo>
                        <a:lnTo>
                          <a:pt x="1015" y="185"/>
                        </a:lnTo>
                        <a:lnTo>
                          <a:pt x="1015" y="186"/>
                        </a:lnTo>
                        <a:lnTo>
                          <a:pt x="1020" y="189"/>
                        </a:lnTo>
                        <a:lnTo>
                          <a:pt x="1019" y="189"/>
                        </a:lnTo>
                        <a:lnTo>
                          <a:pt x="1019" y="192"/>
                        </a:lnTo>
                        <a:lnTo>
                          <a:pt x="1022" y="192"/>
                        </a:lnTo>
                        <a:lnTo>
                          <a:pt x="1022" y="192"/>
                        </a:lnTo>
                        <a:lnTo>
                          <a:pt x="1023" y="192"/>
                        </a:lnTo>
                        <a:lnTo>
                          <a:pt x="1026" y="192"/>
                        </a:lnTo>
                        <a:lnTo>
                          <a:pt x="1026" y="190"/>
                        </a:lnTo>
                        <a:lnTo>
                          <a:pt x="1027" y="192"/>
                        </a:lnTo>
                        <a:lnTo>
                          <a:pt x="1030" y="190"/>
                        </a:lnTo>
                        <a:lnTo>
                          <a:pt x="1033" y="192"/>
                        </a:lnTo>
                        <a:lnTo>
                          <a:pt x="1037" y="196"/>
                        </a:lnTo>
                        <a:lnTo>
                          <a:pt x="1037" y="197"/>
                        </a:lnTo>
                        <a:lnTo>
                          <a:pt x="1033" y="197"/>
                        </a:lnTo>
                        <a:lnTo>
                          <a:pt x="1030" y="198"/>
                        </a:lnTo>
                        <a:lnTo>
                          <a:pt x="1030" y="200"/>
                        </a:lnTo>
                        <a:lnTo>
                          <a:pt x="1033" y="198"/>
                        </a:lnTo>
                        <a:lnTo>
                          <a:pt x="1035" y="198"/>
                        </a:lnTo>
                        <a:lnTo>
                          <a:pt x="1037" y="198"/>
                        </a:lnTo>
                        <a:lnTo>
                          <a:pt x="1039" y="201"/>
                        </a:lnTo>
                        <a:lnTo>
                          <a:pt x="1042" y="202"/>
                        </a:lnTo>
                        <a:lnTo>
                          <a:pt x="1042" y="205"/>
                        </a:lnTo>
                        <a:lnTo>
                          <a:pt x="1039" y="211"/>
                        </a:lnTo>
                        <a:lnTo>
                          <a:pt x="1038" y="215"/>
                        </a:lnTo>
                        <a:lnTo>
                          <a:pt x="1037" y="215"/>
                        </a:lnTo>
                        <a:lnTo>
                          <a:pt x="1033" y="217"/>
                        </a:lnTo>
                        <a:lnTo>
                          <a:pt x="1031" y="217"/>
                        </a:lnTo>
                        <a:lnTo>
                          <a:pt x="1029" y="217"/>
                        </a:lnTo>
                        <a:lnTo>
                          <a:pt x="1026" y="216"/>
                        </a:lnTo>
                        <a:lnTo>
                          <a:pt x="1026" y="215"/>
                        </a:lnTo>
                        <a:lnTo>
                          <a:pt x="1023" y="213"/>
                        </a:lnTo>
                        <a:lnTo>
                          <a:pt x="1020" y="213"/>
                        </a:lnTo>
                        <a:lnTo>
                          <a:pt x="1020" y="215"/>
                        </a:lnTo>
                        <a:lnTo>
                          <a:pt x="1025" y="216"/>
                        </a:lnTo>
                        <a:lnTo>
                          <a:pt x="1025" y="217"/>
                        </a:lnTo>
                        <a:lnTo>
                          <a:pt x="1026" y="217"/>
                        </a:lnTo>
                        <a:lnTo>
                          <a:pt x="1030" y="220"/>
                        </a:lnTo>
                        <a:lnTo>
                          <a:pt x="1030" y="224"/>
                        </a:lnTo>
                        <a:lnTo>
                          <a:pt x="1030" y="226"/>
                        </a:lnTo>
                        <a:lnTo>
                          <a:pt x="1027" y="226"/>
                        </a:lnTo>
                        <a:lnTo>
                          <a:pt x="1025" y="228"/>
                        </a:lnTo>
                        <a:lnTo>
                          <a:pt x="1022" y="228"/>
                        </a:lnTo>
                        <a:lnTo>
                          <a:pt x="1018" y="226"/>
                        </a:lnTo>
                        <a:lnTo>
                          <a:pt x="1015" y="226"/>
                        </a:lnTo>
                        <a:lnTo>
                          <a:pt x="1014" y="224"/>
                        </a:lnTo>
                        <a:lnTo>
                          <a:pt x="1011" y="224"/>
                        </a:lnTo>
                        <a:lnTo>
                          <a:pt x="1010" y="226"/>
                        </a:lnTo>
                        <a:lnTo>
                          <a:pt x="1010" y="227"/>
                        </a:lnTo>
                        <a:lnTo>
                          <a:pt x="1018" y="231"/>
                        </a:lnTo>
                        <a:lnTo>
                          <a:pt x="1022" y="232"/>
                        </a:lnTo>
                        <a:lnTo>
                          <a:pt x="1022" y="234"/>
                        </a:lnTo>
                        <a:lnTo>
                          <a:pt x="1019" y="235"/>
                        </a:lnTo>
                        <a:lnTo>
                          <a:pt x="1016" y="238"/>
                        </a:lnTo>
                        <a:lnTo>
                          <a:pt x="1015" y="238"/>
                        </a:lnTo>
                        <a:lnTo>
                          <a:pt x="1012" y="235"/>
                        </a:lnTo>
                        <a:lnTo>
                          <a:pt x="1010" y="235"/>
                        </a:lnTo>
                        <a:lnTo>
                          <a:pt x="1007" y="238"/>
                        </a:lnTo>
                        <a:lnTo>
                          <a:pt x="1003" y="238"/>
                        </a:lnTo>
                        <a:lnTo>
                          <a:pt x="1001" y="235"/>
                        </a:lnTo>
                        <a:lnTo>
                          <a:pt x="996" y="234"/>
                        </a:lnTo>
                        <a:lnTo>
                          <a:pt x="992" y="235"/>
                        </a:lnTo>
                        <a:lnTo>
                          <a:pt x="991" y="240"/>
                        </a:lnTo>
                        <a:lnTo>
                          <a:pt x="988" y="243"/>
                        </a:lnTo>
                        <a:lnTo>
                          <a:pt x="991" y="242"/>
                        </a:lnTo>
                        <a:lnTo>
                          <a:pt x="992" y="243"/>
                        </a:lnTo>
                        <a:lnTo>
                          <a:pt x="992" y="246"/>
                        </a:lnTo>
                        <a:lnTo>
                          <a:pt x="988" y="249"/>
                        </a:lnTo>
                        <a:lnTo>
                          <a:pt x="988" y="251"/>
                        </a:lnTo>
                        <a:lnTo>
                          <a:pt x="985" y="253"/>
                        </a:lnTo>
                        <a:lnTo>
                          <a:pt x="984" y="251"/>
                        </a:lnTo>
                        <a:lnTo>
                          <a:pt x="982" y="253"/>
                        </a:lnTo>
                        <a:lnTo>
                          <a:pt x="982" y="255"/>
                        </a:lnTo>
                        <a:lnTo>
                          <a:pt x="980" y="255"/>
                        </a:lnTo>
                        <a:lnTo>
                          <a:pt x="977" y="255"/>
                        </a:lnTo>
                        <a:lnTo>
                          <a:pt x="978" y="254"/>
                        </a:lnTo>
                        <a:lnTo>
                          <a:pt x="977" y="254"/>
                        </a:lnTo>
                        <a:lnTo>
                          <a:pt x="976" y="255"/>
                        </a:lnTo>
                        <a:lnTo>
                          <a:pt x="974" y="259"/>
                        </a:lnTo>
                        <a:lnTo>
                          <a:pt x="972" y="261"/>
                        </a:lnTo>
                        <a:lnTo>
                          <a:pt x="966" y="257"/>
                        </a:lnTo>
                        <a:lnTo>
                          <a:pt x="962" y="257"/>
                        </a:lnTo>
                        <a:lnTo>
                          <a:pt x="961" y="258"/>
                        </a:lnTo>
                        <a:lnTo>
                          <a:pt x="958" y="257"/>
                        </a:lnTo>
                        <a:lnTo>
                          <a:pt x="951" y="250"/>
                        </a:lnTo>
                        <a:lnTo>
                          <a:pt x="950" y="243"/>
                        </a:lnTo>
                        <a:lnTo>
                          <a:pt x="953" y="242"/>
                        </a:lnTo>
                        <a:lnTo>
                          <a:pt x="953" y="240"/>
                        </a:lnTo>
                        <a:lnTo>
                          <a:pt x="951" y="238"/>
                        </a:lnTo>
                        <a:lnTo>
                          <a:pt x="953" y="236"/>
                        </a:lnTo>
                        <a:lnTo>
                          <a:pt x="950" y="239"/>
                        </a:lnTo>
                        <a:lnTo>
                          <a:pt x="950" y="242"/>
                        </a:lnTo>
                        <a:lnTo>
                          <a:pt x="948" y="246"/>
                        </a:lnTo>
                        <a:lnTo>
                          <a:pt x="947" y="247"/>
                        </a:lnTo>
                        <a:lnTo>
                          <a:pt x="950" y="251"/>
                        </a:lnTo>
                        <a:lnTo>
                          <a:pt x="948" y="253"/>
                        </a:lnTo>
                        <a:lnTo>
                          <a:pt x="947" y="253"/>
                        </a:lnTo>
                        <a:lnTo>
                          <a:pt x="943" y="253"/>
                        </a:lnTo>
                        <a:lnTo>
                          <a:pt x="943" y="253"/>
                        </a:lnTo>
                        <a:lnTo>
                          <a:pt x="940" y="253"/>
                        </a:lnTo>
                        <a:lnTo>
                          <a:pt x="943" y="254"/>
                        </a:lnTo>
                        <a:lnTo>
                          <a:pt x="942" y="259"/>
                        </a:lnTo>
                        <a:lnTo>
                          <a:pt x="943" y="259"/>
                        </a:lnTo>
                        <a:lnTo>
                          <a:pt x="946" y="255"/>
                        </a:lnTo>
                        <a:lnTo>
                          <a:pt x="948" y="255"/>
                        </a:lnTo>
                        <a:lnTo>
                          <a:pt x="948" y="254"/>
                        </a:lnTo>
                        <a:lnTo>
                          <a:pt x="951" y="254"/>
                        </a:lnTo>
                        <a:lnTo>
                          <a:pt x="954" y="255"/>
                        </a:lnTo>
                        <a:lnTo>
                          <a:pt x="957" y="259"/>
                        </a:lnTo>
                        <a:lnTo>
                          <a:pt x="955" y="262"/>
                        </a:lnTo>
                        <a:lnTo>
                          <a:pt x="958" y="259"/>
                        </a:lnTo>
                        <a:lnTo>
                          <a:pt x="963" y="258"/>
                        </a:lnTo>
                        <a:lnTo>
                          <a:pt x="967" y="259"/>
                        </a:lnTo>
                        <a:lnTo>
                          <a:pt x="967" y="262"/>
                        </a:lnTo>
                        <a:lnTo>
                          <a:pt x="966" y="265"/>
                        </a:lnTo>
                        <a:lnTo>
                          <a:pt x="965" y="269"/>
                        </a:lnTo>
                        <a:lnTo>
                          <a:pt x="963" y="269"/>
                        </a:lnTo>
                        <a:lnTo>
                          <a:pt x="962" y="272"/>
                        </a:lnTo>
                        <a:lnTo>
                          <a:pt x="963" y="272"/>
                        </a:lnTo>
                        <a:lnTo>
                          <a:pt x="965" y="272"/>
                        </a:lnTo>
                        <a:lnTo>
                          <a:pt x="965" y="273"/>
                        </a:lnTo>
                        <a:lnTo>
                          <a:pt x="962" y="276"/>
                        </a:lnTo>
                        <a:lnTo>
                          <a:pt x="965" y="276"/>
                        </a:lnTo>
                        <a:lnTo>
                          <a:pt x="966" y="274"/>
                        </a:lnTo>
                        <a:lnTo>
                          <a:pt x="970" y="272"/>
                        </a:lnTo>
                        <a:lnTo>
                          <a:pt x="972" y="272"/>
                        </a:lnTo>
                        <a:lnTo>
                          <a:pt x="973" y="272"/>
                        </a:lnTo>
                        <a:lnTo>
                          <a:pt x="974" y="272"/>
                        </a:lnTo>
                        <a:lnTo>
                          <a:pt x="974" y="274"/>
                        </a:lnTo>
                        <a:lnTo>
                          <a:pt x="974" y="277"/>
                        </a:lnTo>
                        <a:lnTo>
                          <a:pt x="974" y="281"/>
                        </a:lnTo>
                        <a:lnTo>
                          <a:pt x="970" y="287"/>
                        </a:lnTo>
                        <a:lnTo>
                          <a:pt x="967" y="287"/>
                        </a:lnTo>
                        <a:lnTo>
                          <a:pt x="965" y="289"/>
                        </a:lnTo>
                        <a:lnTo>
                          <a:pt x="963" y="292"/>
                        </a:lnTo>
                        <a:lnTo>
                          <a:pt x="961" y="295"/>
                        </a:lnTo>
                        <a:lnTo>
                          <a:pt x="959" y="293"/>
                        </a:lnTo>
                        <a:lnTo>
                          <a:pt x="961" y="289"/>
                        </a:lnTo>
                        <a:lnTo>
                          <a:pt x="961" y="287"/>
                        </a:lnTo>
                        <a:lnTo>
                          <a:pt x="961" y="287"/>
                        </a:lnTo>
                        <a:lnTo>
                          <a:pt x="958" y="287"/>
                        </a:lnTo>
                        <a:lnTo>
                          <a:pt x="957" y="291"/>
                        </a:lnTo>
                        <a:lnTo>
                          <a:pt x="954" y="292"/>
                        </a:lnTo>
                        <a:lnTo>
                          <a:pt x="950" y="295"/>
                        </a:lnTo>
                        <a:lnTo>
                          <a:pt x="950" y="295"/>
                        </a:lnTo>
                        <a:lnTo>
                          <a:pt x="947" y="295"/>
                        </a:lnTo>
                        <a:lnTo>
                          <a:pt x="942" y="298"/>
                        </a:lnTo>
                        <a:lnTo>
                          <a:pt x="940" y="298"/>
                        </a:lnTo>
                        <a:lnTo>
                          <a:pt x="938" y="299"/>
                        </a:lnTo>
                        <a:lnTo>
                          <a:pt x="935" y="299"/>
                        </a:lnTo>
                        <a:lnTo>
                          <a:pt x="935" y="296"/>
                        </a:lnTo>
                        <a:lnTo>
                          <a:pt x="934" y="295"/>
                        </a:lnTo>
                        <a:lnTo>
                          <a:pt x="936" y="293"/>
                        </a:lnTo>
                        <a:lnTo>
                          <a:pt x="938" y="291"/>
                        </a:lnTo>
                        <a:lnTo>
                          <a:pt x="938" y="288"/>
                        </a:lnTo>
                        <a:lnTo>
                          <a:pt x="935" y="284"/>
                        </a:lnTo>
                        <a:lnTo>
                          <a:pt x="932" y="287"/>
                        </a:lnTo>
                        <a:lnTo>
                          <a:pt x="929" y="285"/>
                        </a:lnTo>
                        <a:lnTo>
                          <a:pt x="928" y="283"/>
                        </a:lnTo>
                        <a:lnTo>
                          <a:pt x="929" y="280"/>
                        </a:lnTo>
                        <a:lnTo>
                          <a:pt x="932" y="279"/>
                        </a:lnTo>
                        <a:lnTo>
                          <a:pt x="931" y="279"/>
                        </a:lnTo>
                        <a:lnTo>
                          <a:pt x="928" y="277"/>
                        </a:lnTo>
                        <a:lnTo>
                          <a:pt x="927" y="273"/>
                        </a:lnTo>
                        <a:lnTo>
                          <a:pt x="928" y="272"/>
                        </a:lnTo>
                        <a:lnTo>
                          <a:pt x="928" y="269"/>
                        </a:lnTo>
                        <a:lnTo>
                          <a:pt x="927" y="266"/>
                        </a:lnTo>
                        <a:lnTo>
                          <a:pt x="927" y="269"/>
                        </a:lnTo>
                        <a:lnTo>
                          <a:pt x="924" y="274"/>
                        </a:lnTo>
                        <a:lnTo>
                          <a:pt x="927" y="279"/>
                        </a:lnTo>
                        <a:lnTo>
                          <a:pt x="927" y="280"/>
                        </a:lnTo>
                        <a:lnTo>
                          <a:pt x="925" y="281"/>
                        </a:lnTo>
                        <a:lnTo>
                          <a:pt x="925" y="285"/>
                        </a:lnTo>
                        <a:lnTo>
                          <a:pt x="924" y="287"/>
                        </a:lnTo>
                        <a:lnTo>
                          <a:pt x="921" y="285"/>
                        </a:lnTo>
                        <a:lnTo>
                          <a:pt x="919" y="285"/>
                        </a:lnTo>
                        <a:lnTo>
                          <a:pt x="917" y="284"/>
                        </a:lnTo>
                        <a:lnTo>
                          <a:pt x="917" y="283"/>
                        </a:lnTo>
                        <a:lnTo>
                          <a:pt x="919" y="277"/>
                        </a:lnTo>
                        <a:lnTo>
                          <a:pt x="917" y="274"/>
                        </a:lnTo>
                        <a:lnTo>
                          <a:pt x="919" y="272"/>
                        </a:lnTo>
                        <a:lnTo>
                          <a:pt x="921" y="269"/>
                        </a:lnTo>
                        <a:lnTo>
                          <a:pt x="917" y="269"/>
                        </a:lnTo>
                        <a:lnTo>
                          <a:pt x="916" y="272"/>
                        </a:lnTo>
                        <a:lnTo>
                          <a:pt x="916" y="276"/>
                        </a:lnTo>
                        <a:lnTo>
                          <a:pt x="916" y="279"/>
                        </a:lnTo>
                        <a:lnTo>
                          <a:pt x="914" y="283"/>
                        </a:lnTo>
                        <a:lnTo>
                          <a:pt x="912" y="283"/>
                        </a:lnTo>
                        <a:lnTo>
                          <a:pt x="909" y="281"/>
                        </a:lnTo>
                        <a:lnTo>
                          <a:pt x="909" y="279"/>
                        </a:lnTo>
                        <a:lnTo>
                          <a:pt x="908" y="279"/>
                        </a:lnTo>
                        <a:lnTo>
                          <a:pt x="908" y="276"/>
                        </a:lnTo>
                        <a:lnTo>
                          <a:pt x="909" y="274"/>
                        </a:lnTo>
                        <a:lnTo>
                          <a:pt x="910" y="272"/>
                        </a:lnTo>
                        <a:lnTo>
                          <a:pt x="909" y="269"/>
                        </a:lnTo>
                        <a:lnTo>
                          <a:pt x="908" y="269"/>
                        </a:lnTo>
                        <a:lnTo>
                          <a:pt x="908" y="270"/>
                        </a:lnTo>
                        <a:lnTo>
                          <a:pt x="908" y="273"/>
                        </a:lnTo>
                        <a:lnTo>
                          <a:pt x="906" y="274"/>
                        </a:lnTo>
                        <a:lnTo>
                          <a:pt x="905" y="277"/>
                        </a:lnTo>
                        <a:lnTo>
                          <a:pt x="905" y="279"/>
                        </a:lnTo>
                        <a:lnTo>
                          <a:pt x="902" y="279"/>
                        </a:lnTo>
                        <a:lnTo>
                          <a:pt x="902" y="279"/>
                        </a:lnTo>
                        <a:lnTo>
                          <a:pt x="900" y="280"/>
                        </a:lnTo>
                        <a:lnTo>
                          <a:pt x="900" y="280"/>
                        </a:lnTo>
                        <a:close/>
                        <a:moveTo>
                          <a:pt x="977" y="701"/>
                        </a:moveTo>
                        <a:lnTo>
                          <a:pt x="977" y="706"/>
                        </a:lnTo>
                        <a:lnTo>
                          <a:pt x="976" y="709"/>
                        </a:lnTo>
                        <a:lnTo>
                          <a:pt x="977" y="712"/>
                        </a:lnTo>
                        <a:lnTo>
                          <a:pt x="978" y="711"/>
                        </a:lnTo>
                        <a:lnTo>
                          <a:pt x="977" y="708"/>
                        </a:lnTo>
                        <a:lnTo>
                          <a:pt x="978" y="705"/>
                        </a:lnTo>
                        <a:lnTo>
                          <a:pt x="978" y="702"/>
                        </a:lnTo>
                        <a:lnTo>
                          <a:pt x="977" y="701"/>
                        </a:lnTo>
                        <a:lnTo>
                          <a:pt x="977" y="701"/>
                        </a:lnTo>
                        <a:close/>
                        <a:moveTo>
                          <a:pt x="974" y="686"/>
                        </a:moveTo>
                        <a:lnTo>
                          <a:pt x="973" y="685"/>
                        </a:lnTo>
                        <a:lnTo>
                          <a:pt x="974" y="683"/>
                        </a:lnTo>
                        <a:lnTo>
                          <a:pt x="976" y="685"/>
                        </a:lnTo>
                        <a:lnTo>
                          <a:pt x="976" y="686"/>
                        </a:lnTo>
                        <a:lnTo>
                          <a:pt x="974" y="686"/>
                        </a:lnTo>
                        <a:lnTo>
                          <a:pt x="974" y="686"/>
                        </a:lnTo>
                        <a:close/>
                        <a:moveTo>
                          <a:pt x="970" y="677"/>
                        </a:moveTo>
                        <a:lnTo>
                          <a:pt x="972" y="674"/>
                        </a:lnTo>
                        <a:lnTo>
                          <a:pt x="974" y="674"/>
                        </a:lnTo>
                        <a:lnTo>
                          <a:pt x="974" y="675"/>
                        </a:lnTo>
                        <a:lnTo>
                          <a:pt x="973" y="677"/>
                        </a:lnTo>
                        <a:lnTo>
                          <a:pt x="972" y="678"/>
                        </a:lnTo>
                        <a:lnTo>
                          <a:pt x="970" y="677"/>
                        </a:lnTo>
                        <a:lnTo>
                          <a:pt x="970" y="677"/>
                        </a:lnTo>
                        <a:close/>
                        <a:moveTo>
                          <a:pt x="947" y="465"/>
                        </a:moveTo>
                        <a:lnTo>
                          <a:pt x="947" y="463"/>
                        </a:lnTo>
                        <a:lnTo>
                          <a:pt x="948" y="462"/>
                        </a:lnTo>
                        <a:lnTo>
                          <a:pt x="948" y="465"/>
                        </a:lnTo>
                        <a:lnTo>
                          <a:pt x="947" y="465"/>
                        </a:lnTo>
                        <a:lnTo>
                          <a:pt x="947" y="465"/>
                        </a:lnTo>
                        <a:close/>
                        <a:moveTo>
                          <a:pt x="951" y="467"/>
                        </a:moveTo>
                        <a:lnTo>
                          <a:pt x="951" y="466"/>
                        </a:lnTo>
                        <a:lnTo>
                          <a:pt x="951" y="463"/>
                        </a:lnTo>
                        <a:lnTo>
                          <a:pt x="953" y="463"/>
                        </a:lnTo>
                        <a:lnTo>
                          <a:pt x="954" y="465"/>
                        </a:lnTo>
                        <a:lnTo>
                          <a:pt x="953" y="467"/>
                        </a:lnTo>
                        <a:lnTo>
                          <a:pt x="951" y="467"/>
                        </a:lnTo>
                        <a:lnTo>
                          <a:pt x="951" y="467"/>
                        </a:lnTo>
                        <a:close/>
                        <a:moveTo>
                          <a:pt x="947" y="474"/>
                        </a:moveTo>
                        <a:lnTo>
                          <a:pt x="946" y="473"/>
                        </a:lnTo>
                        <a:lnTo>
                          <a:pt x="946" y="471"/>
                        </a:lnTo>
                        <a:lnTo>
                          <a:pt x="946" y="469"/>
                        </a:lnTo>
                        <a:lnTo>
                          <a:pt x="947" y="467"/>
                        </a:lnTo>
                        <a:lnTo>
                          <a:pt x="948" y="469"/>
                        </a:lnTo>
                        <a:lnTo>
                          <a:pt x="950" y="469"/>
                        </a:lnTo>
                        <a:lnTo>
                          <a:pt x="951" y="470"/>
                        </a:lnTo>
                        <a:lnTo>
                          <a:pt x="948" y="471"/>
                        </a:lnTo>
                        <a:lnTo>
                          <a:pt x="947" y="474"/>
                        </a:lnTo>
                        <a:lnTo>
                          <a:pt x="947" y="474"/>
                        </a:lnTo>
                        <a:lnTo>
                          <a:pt x="947" y="474"/>
                        </a:lnTo>
                        <a:close/>
                        <a:moveTo>
                          <a:pt x="989" y="538"/>
                        </a:moveTo>
                        <a:lnTo>
                          <a:pt x="991" y="537"/>
                        </a:lnTo>
                        <a:lnTo>
                          <a:pt x="993" y="537"/>
                        </a:lnTo>
                        <a:lnTo>
                          <a:pt x="992" y="538"/>
                        </a:lnTo>
                        <a:lnTo>
                          <a:pt x="991" y="538"/>
                        </a:lnTo>
                        <a:lnTo>
                          <a:pt x="989" y="538"/>
                        </a:lnTo>
                        <a:lnTo>
                          <a:pt x="989" y="538"/>
                        </a:lnTo>
                        <a:close/>
                        <a:moveTo>
                          <a:pt x="984" y="537"/>
                        </a:moveTo>
                        <a:lnTo>
                          <a:pt x="984" y="535"/>
                        </a:lnTo>
                        <a:lnTo>
                          <a:pt x="988" y="535"/>
                        </a:lnTo>
                        <a:lnTo>
                          <a:pt x="988" y="534"/>
                        </a:lnTo>
                        <a:lnTo>
                          <a:pt x="989" y="535"/>
                        </a:lnTo>
                        <a:lnTo>
                          <a:pt x="987" y="538"/>
                        </a:lnTo>
                        <a:lnTo>
                          <a:pt x="985" y="538"/>
                        </a:lnTo>
                        <a:lnTo>
                          <a:pt x="984" y="537"/>
                        </a:lnTo>
                        <a:lnTo>
                          <a:pt x="984" y="537"/>
                        </a:lnTo>
                        <a:close/>
                        <a:moveTo>
                          <a:pt x="976" y="567"/>
                        </a:moveTo>
                        <a:lnTo>
                          <a:pt x="978" y="568"/>
                        </a:lnTo>
                        <a:lnTo>
                          <a:pt x="980" y="567"/>
                        </a:lnTo>
                        <a:lnTo>
                          <a:pt x="978" y="567"/>
                        </a:lnTo>
                        <a:lnTo>
                          <a:pt x="976" y="567"/>
                        </a:lnTo>
                        <a:lnTo>
                          <a:pt x="976" y="567"/>
                        </a:lnTo>
                        <a:close/>
                        <a:moveTo>
                          <a:pt x="988" y="579"/>
                        </a:moveTo>
                        <a:lnTo>
                          <a:pt x="991" y="581"/>
                        </a:lnTo>
                        <a:lnTo>
                          <a:pt x="992" y="580"/>
                        </a:lnTo>
                        <a:lnTo>
                          <a:pt x="991" y="579"/>
                        </a:lnTo>
                        <a:lnTo>
                          <a:pt x="989" y="579"/>
                        </a:lnTo>
                        <a:lnTo>
                          <a:pt x="989" y="579"/>
                        </a:lnTo>
                        <a:lnTo>
                          <a:pt x="988" y="579"/>
                        </a:lnTo>
                        <a:lnTo>
                          <a:pt x="988" y="579"/>
                        </a:lnTo>
                        <a:close/>
                        <a:moveTo>
                          <a:pt x="1010" y="600"/>
                        </a:moveTo>
                        <a:lnTo>
                          <a:pt x="1010" y="598"/>
                        </a:lnTo>
                        <a:lnTo>
                          <a:pt x="1011" y="596"/>
                        </a:lnTo>
                        <a:lnTo>
                          <a:pt x="1012" y="598"/>
                        </a:lnTo>
                        <a:lnTo>
                          <a:pt x="1012" y="600"/>
                        </a:lnTo>
                        <a:lnTo>
                          <a:pt x="1011" y="600"/>
                        </a:lnTo>
                        <a:lnTo>
                          <a:pt x="1010" y="600"/>
                        </a:lnTo>
                        <a:lnTo>
                          <a:pt x="1010" y="600"/>
                        </a:lnTo>
                        <a:close/>
                        <a:moveTo>
                          <a:pt x="1020" y="614"/>
                        </a:moveTo>
                        <a:lnTo>
                          <a:pt x="1020" y="611"/>
                        </a:lnTo>
                        <a:lnTo>
                          <a:pt x="1023" y="610"/>
                        </a:lnTo>
                        <a:lnTo>
                          <a:pt x="1025" y="610"/>
                        </a:lnTo>
                        <a:lnTo>
                          <a:pt x="1026" y="610"/>
                        </a:lnTo>
                        <a:lnTo>
                          <a:pt x="1023" y="613"/>
                        </a:lnTo>
                        <a:lnTo>
                          <a:pt x="1022" y="614"/>
                        </a:lnTo>
                        <a:lnTo>
                          <a:pt x="1022" y="614"/>
                        </a:lnTo>
                        <a:lnTo>
                          <a:pt x="1020" y="614"/>
                        </a:lnTo>
                        <a:lnTo>
                          <a:pt x="1020" y="614"/>
                        </a:lnTo>
                        <a:close/>
                        <a:moveTo>
                          <a:pt x="942" y="311"/>
                        </a:moveTo>
                        <a:lnTo>
                          <a:pt x="942" y="307"/>
                        </a:lnTo>
                        <a:lnTo>
                          <a:pt x="943" y="307"/>
                        </a:lnTo>
                        <a:lnTo>
                          <a:pt x="946" y="304"/>
                        </a:lnTo>
                        <a:lnTo>
                          <a:pt x="951" y="300"/>
                        </a:lnTo>
                        <a:lnTo>
                          <a:pt x="954" y="299"/>
                        </a:lnTo>
                        <a:lnTo>
                          <a:pt x="953" y="303"/>
                        </a:lnTo>
                        <a:lnTo>
                          <a:pt x="948" y="306"/>
                        </a:lnTo>
                        <a:lnTo>
                          <a:pt x="947" y="308"/>
                        </a:lnTo>
                        <a:lnTo>
                          <a:pt x="948" y="310"/>
                        </a:lnTo>
                        <a:lnTo>
                          <a:pt x="948" y="311"/>
                        </a:lnTo>
                        <a:lnTo>
                          <a:pt x="947" y="311"/>
                        </a:lnTo>
                        <a:lnTo>
                          <a:pt x="946" y="308"/>
                        </a:lnTo>
                        <a:lnTo>
                          <a:pt x="944" y="310"/>
                        </a:lnTo>
                        <a:lnTo>
                          <a:pt x="943" y="311"/>
                        </a:lnTo>
                        <a:lnTo>
                          <a:pt x="942" y="311"/>
                        </a:lnTo>
                        <a:lnTo>
                          <a:pt x="942" y="311"/>
                        </a:lnTo>
                        <a:close/>
                        <a:moveTo>
                          <a:pt x="928" y="298"/>
                        </a:moveTo>
                        <a:lnTo>
                          <a:pt x="928" y="298"/>
                        </a:lnTo>
                        <a:lnTo>
                          <a:pt x="929" y="299"/>
                        </a:lnTo>
                        <a:lnTo>
                          <a:pt x="931" y="299"/>
                        </a:lnTo>
                        <a:lnTo>
                          <a:pt x="932" y="298"/>
                        </a:lnTo>
                        <a:lnTo>
                          <a:pt x="931" y="296"/>
                        </a:lnTo>
                        <a:lnTo>
                          <a:pt x="928" y="298"/>
                        </a:lnTo>
                        <a:lnTo>
                          <a:pt x="928" y="298"/>
                        </a:lnTo>
                        <a:close/>
                        <a:moveTo>
                          <a:pt x="852" y="264"/>
                        </a:moveTo>
                        <a:lnTo>
                          <a:pt x="848" y="262"/>
                        </a:lnTo>
                        <a:lnTo>
                          <a:pt x="848" y="259"/>
                        </a:lnTo>
                        <a:lnTo>
                          <a:pt x="848" y="254"/>
                        </a:lnTo>
                        <a:lnTo>
                          <a:pt x="847" y="253"/>
                        </a:lnTo>
                        <a:lnTo>
                          <a:pt x="847" y="250"/>
                        </a:lnTo>
                        <a:lnTo>
                          <a:pt x="847" y="249"/>
                        </a:lnTo>
                        <a:lnTo>
                          <a:pt x="849" y="247"/>
                        </a:lnTo>
                        <a:lnTo>
                          <a:pt x="853" y="250"/>
                        </a:lnTo>
                        <a:lnTo>
                          <a:pt x="855" y="253"/>
                        </a:lnTo>
                        <a:lnTo>
                          <a:pt x="852" y="258"/>
                        </a:lnTo>
                        <a:lnTo>
                          <a:pt x="852" y="259"/>
                        </a:lnTo>
                        <a:lnTo>
                          <a:pt x="852" y="261"/>
                        </a:lnTo>
                        <a:lnTo>
                          <a:pt x="853" y="264"/>
                        </a:lnTo>
                        <a:lnTo>
                          <a:pt x="852" y="264"/>
                        </a:lnTo>
                        <a:lnTo>
                          <a:pt x="852" y="264"/>
                        </a:lnTo>
                        <a:close/>
                        <a:moveTo>
                          <a:pt x="851" y="106"/>
                        </a:moveTo>
                        <a:lnTo>
                          <a:pt x="853" y="103"/>
                        </a:lnTo>
                        <a:lnTo>
                          <a:pt x="856" y="99"/>
                        </a:lnTo>
                        <a:lnTo>
                          <a:pt x="856" y="96"/>
                        </a:lnTo>
                        <a:lnTo>
                          <a:pt x="859" y="95"/>
                        </a:lnTo>
                        <a:lnTo>
                          <a:pt x="862" y="91"/>
                        </a:lnTo>
                        <a:lnTo>
                          <a:pt x="860" y="88"/>
                        </a:lnTo>
                        <a:lnTo>
                          <a:pt x="857" y="88"/>
                        </a:lnTo>
                        <a:lnTo>
                          <a:pt x="855" y="88"/>
                        </a:lnTo>
                        <a:lnTo>
                          <a:pt x="856" y="86"/>
                        </a:lnTo>
                        <a:lnTo>
                          <a:pt x="855" y="86"/>
                        </a:lnTo>
                        <a:lnTo>
                          <a:pt x="852" y="88"/>
                        </a:lnTo>
                        <a:lnTo>
                          <a:pt x="848" y="90"/>
                        </a:lnTo>
                        <a:lnTo>
                          <a:pt x="847" y="91"/>
                        </a:lnTo>
                        <a:lnTo>
                          <a:pt x="845" y="94"/>
                        </a:lnTo>
                        <a:lnTo>
                          <a:pt x="845" y="95"/>
                        </a:lnTo>
                        <a:lnTo>
                          <a:pt x="848" y="96"/>
                        </a:lnTo>
                        <a:lnTo>
                          <a:pt x="851" y="95"/>
                        </a:lnTo>
                        <a:lnTo>
                          <a:pt x="851" y="98"/>
                        </a:lnTo>
                        <a:lnTo>
                          <a:pt x="848" y="101"/>
                        </a:lnTo>
                        <a:lnTo>
                          <a:pt x="848" y="103"/>
                        </a:lnTo>
                        <a:lnTo>
                          <a:pt x="849" y="103"/>
                        </a:lnTo>
                        <a:lnTo>
                          <a:pt x="851" y="106"/>
                        </a:lnTo>
                        <a:lnTo>
                          <a:pt x="851" y="106"/>
                        </a:lnTo>
                        <a:close/>
                        <a:moveTo>
                          <a:pt x="814" y="192"/>
                        </a:moveTo>
                        <a:lnTo>
                          <a:pt x="814" y="189"/>
                        </a:lnTo>
                        <a:lnTo>
                          <a:pt x="815" y="186"/>
                        </a:lnTo>
                        <a:lnTo>
                          <a:pt x="814" y="185"/>
                        </a:lnTo>
                        <a:lnTo>
                          <a:pt x="814" y="181"/>
                        </a:lnTo>
                        <a:lnTo>
                          <a:pt x="811" y="179"/>
                        </a:lnTo>
                        <a:lnTo>
                          <a:pt x="813" y="178"/>
                        </a:lnTo>
                        <a:lnTo>
                          <a:pt x="813" y="175"/>
                        </a:lnTo>
                        <a:lnTo>
                          <a:pt x="817" y="177"/>
                        </a:lnTo>
                        <a:lnTo>
                          <a:pt x="819" y="178"/>
                        </a:lnTo>
                        <a:lnTo>
                          <a:pt x="821" y="179"/>
                        </a:lnTo>
                        <a:lnTo>
                          <a:pt x="821" y="177"/>
                        </a:lnTo>
                        <a:lnTo>
                          <a:pt x="818" y="173"/>
                        </a:lnTo>
                        <a:lnTo>
                          <a:pt x="815" y="170"/>
                        </a:lnTo>
                        <a:lnTo>
                          <a:pt x="814" y="168"/>
                        </a:lnTo>
                        <a:lnTo>
                          <a:pt x="817" y="168"/>
                        </a:lnTo>
                        <a:lnTo>
                          <a:pt x="815" y="166"/>
                        </a:lnTo>
                        <a:lnTo>
                          <a:pt x="818" y="163"/>
                        </a:lnTo>
                        <a:lnTo>
                          <a:pt x="818" y="159"/>
                        </a:lnTo>
                        <a:lnTo>
                          <a:pt x="819" y="155"/>
                        </a:lnTo>
                        <a:lnTo>
                          <a:pt x="821" y="155"/>
                        </a:lnTo>
                        <a:lnTo>
                          <a:pt x="823" y="154"/>
                        </a:lnTo>
                        <a:lnTo>
                          <a:pt x="823" y="149"/>
                        </a:lnTo>
                        <a:lnTo>
                          <a:pt x="825" y="148"/>
                        </a:lnTo>
                        <a:lnTo>
                          <a:pt x="829" y="145"/>
                        </a:lnTo>
                        <a:lnTo>
                          <a:pt x="832" y="145"/>
                        </a:lnTo>
                        <a:lnTo>
                          <a:pt x="834" y="149"/>
                        </a:lnTo>
                        <a:lnTo>
                          <a:pt x="836" y="152"/>
                        </a:lnTo>
                        <a:lnTo>
                          <a:pt x="836" y="155"/>
                        </a:lnTo>
                        <a:lnTo>
                          <a:pt x="837" y="156"/>
                        </a:lnTo>
                        <a:lnTo>
                          <a:pt x="838" y="158"/>
                        </a:lnTo>
                        <a:lnTo>
                          <a:pt x="838" y="160"/>
                        </a:lnTo>
                        <a:lnTo>
                          <a:pt x="840" y="162"/>
                        </a:lnTo>
                        <a:lnTo>
                          <a:pt x="840" y="163"/>
                        </a:lnTo>
                        <a:lnTo>
                          <a:pt x="841" y="166"/>
                        </a:lnTo>
                        <a:lnTo>
                          <a:pt x="844" y="166"/>
                        </a:lnTo>
                        <a:lnTo>
                          <a:pt x="844" y="167"/>
                        </a:lnTo>
                        <a:lnTo>
                          <a:pt x="845" y="170"/>
                        </a:lnTo>
                        <a:lnTo>
                          <a:pt x="847" y="175"/>
                        </a:lnTo>
                        <a:lnTo>
                          <a:pt x="844" y="178"/>
                        </a:lnTo>
                        <a:lnTo>
                          <a:pt x="842" y="179"/>
                        </a:lnTo>
                        <a:lnTo>
                          <a:pt x="840" y="179"/>
                        </a:lnTo>
                        <a:lnTo>
                          <a:pt x="838" y="179"/>
                        </a:lnTo>
                        <a:lnTo>
                          <a:pt x="840" y="181"/>
                        </a:lnTo>
                        <a:lnTo>
                          <a:pt x="841" y="181"/>
                        </a:lnTo>
                        <a:lnTo>
                          <a:pt x="841" y="186"/>
                        </a:lnTo>
                        <a:lnTo>
                          <a:pt x="841" y="189"/>
                        </a:lnTo>
                        <a:lnTo>
                          <a:pt x="836" y="192"/>
                        </a:lnTo>
                        <a:lnTo>
                          <a:pt x="834" y="193"/>
                        </a:lnTo>
                        <a:lnTo>
                          <a:pt x="833" y="193"/>
                        </a:lnTo>
                        <a:lnTo>
                          <a:pt x="833" y="190"/>
                        </a:lnTo>
                        <a:lnTo>
                          <a:pt x="832" y="189"/>
                        </a:lnTo>
                        <a:lnTo>
                          <a:pt x="829" y="192"/>
                        </a:lnTo>
                        <a:lnTo>
                          <a:pt x="826" y="190"/>
                        </a:lnTo>
                        <a:lnTo>
                          <a:pt x="822" y="192"/>
                        </a:lnTo>
                        <a:lnTo>
                          <a:pt x="819" y="192"/>
                        </a:lnTo>
                        <a:lnTo>
                          <a:pt x="819" y="189"/>
                        </a:lnTo>
                        <a:lnTo>
                          <a:pt x="817" y="189"/>
                        </a:lnTo>
                        <a:lnTo>
                          <a:pt x="817" y="190"/>
                        </a:lnTo>
                        <a:lnTo>
                          <a:pt x="814" y="192"/>
                        </a:lnTo>
                        <a:lnTo>
                          <a:pt x="814" y="192"/>
                        </a:lnTo>
                        <a:close/>
                        <a:moveTo>
                          <a:pt x="847" y="187"/>
                        </a:moveTo>
                        <a:lnTo>
                          <a:pt x="848" y="186"/>
                        </a:lnTo>
                        <a:lnTo>
                          <a:pt x="848" y="185"/>
                        </a:lnTo>
                        <a:lnTo>
                          <a:pt x="848" y="179"/>
                        </a:lnTo>
                        <a:lnTo>
                          <a:pt x="847" y="179"/>
                        </a:lnTo>
                        <a:lnTo>
                          <a:pt x="845" y="182"/>
                        </a:lnTo>
                        <a:lnTo>
                          <a:pt x="845" y="185"/>
                        </a:lnTo>
                        <a:lnTo>
                          <a:pt x="847" y="187"/>
                        </a:lnTo>
                        <a:lnTo>
                          <a:pt x="847" y="187"/>
                        </a:lnTo>
                        <a:close/>
                        <a:moveTo>
                          <a:pt x="857" y="230"/>
                        </a:moveTo>
                        <a:lnTo>
                          <a:pt x="857" y="232"/>
                        </a:lnTo>
                        <a:lnTo>
                          <a:pt x="859" y="235"/>
                        </a:lnTo>
                        <a:lnTo>
                          <a:pt x="863" y="235"/>
                        </a:lnTo>
                        <a:lnTo>
                          <a:pt x="866" y="234"/>
                        </a:lnTo>
                        <a:lnTo>
                          <a:pt x="868" y="228"/>
                        </a:lnTo>
                        <a:lnTo>
                          <a:pt x="868" y="227"/>
                        </a:lnTo>
                        <a:lnTo>
                          <a:pt x="867" y="226"/>
                        </a:lnTo>
                        <a:lnTo>
                          <a:pt x="868" y="224"/>
                        </a:lnTo>
                        <a:lnTo>
                          <a:pt x="867" y="223"/>
                        </a:lnTo>
                        <a:lnTo>
                          <a:pt x="864" y="223"/>
                        </a:lnTo>
                        <a:lnTo>
                          <a:pt x="863" y="219"/>
                        </a:lnTo>
                        <a:lnTo>
                          <a:pt x="860" y="219"/>
                        </a:lnTo>
                        <a:lnTo>
                          <a:pt x="857" y="221"/>
                        </a:lnTo>
                        <a:lnTo>
                          <a:pt x="857" y="224"/>
                        </a:lnTo>
                        <a:lnTo>
                          <a:pt x="856" y="227"/>
                        </a:lnTo>
                        <a:lnTo>
                          <a:pt x="857" y="230"/>
                        </a:lnTo>
                        <a:lnTo>
                          <a:pt x="857" y="230"/>
                        </a:lnTo>
                        <a:close/>
                        <a:moveTo>
                          <a:pt x="853" y="231"/>
                        </a:moveTo>
                        <a:lnTo>
                          <a:pt x="853" y="232"/>
                        </a:lnTo>
                        <a:lnTo>
                          <a:pt x="853" y="235"/>
                        </a:lnTo>
                        <a:lnTo>
                          <a:pt x="855" y="236"/>
                        </a:lnTo>
                        <a:lnTo>
                          <a:pt x="856" y="235"/>
                        </a:lnTo>
                        <a:lnTo>
                          <a:pt x="856" y="234"/>
                        </a:lnTo>
                        <a:lnTo>
                          <a:pt x="855" y="232"/>
                        </a:lnTo>
                        <a:lnTo>
                          <a:pt x="855" y="231"/>
                        </a:lnTo>
                        <a:lnTo>
                          <a:pt x="853" y="231"/>
                        </a:lnTo>
                        <a:lnTo>
                          <a:pt x="853" y="231"/>
                        </a:lnTo>
                        <a:close/>
                        <a:moveTo>
                          <a:pt x="811" y="209"/>
                        </a:moveTo>
                        <a:lnTo>
                          <a:pt x="811" y="205"/>
                        </a:lnTo>
                        <a:lnTo>
                          <a:pt x="813" y="201"/>
                        </a:lnTo>
                        <a:lnTo>
                          <a:pt x="815" y="198"/>
                        </a:lnTo>
                        <a:lnTo>
                          <a:pt x="818" y="198"/>
                        </a:lnTo>
                        <a:lnTo>
                          <a:pt x="819" y="198"/>
                        </a:lnTo>
                        <a:lnTo>
                          <a:pt x="822" y="198"/>
                        </a:lnTo>
                        <a:lnTo>
                          <a:pt x="823" y="198"/>
                        </a:lnTo>
                        <a:lnTo>
                          <a:pt x="826" y="198"/>
                        </a:lnTo>
                        <a:lnTo>
                          <a:pt x="826" y="200"/>
                        </a:lnTo>
                        <a:lnTo>
                          <a:pt x="829" y="201"/>
                        </a:lnTo>
                        <a:lnTo>
                          <a:pt x="829" y="200"/>
                        </a:lnTo>
                        <a:lnTo>
                          <a:pt x="832" y="201"/>
                        </a:lnTo>
                        <a:lnTo>
                          <a:pt x="833" y="201"/>
                        </a:lnTo>
                        <a:lnTo>
                          <a:pt x="837" y="205"/>
                        </a:lnTo>
                        <a:lnTo>
                          <a:pt x="838" y="205"/>
                        </a:lnTo>
                        <a:lnTo>
                          <a:pt x="837" y="207"/>
                        </a:lnTo>
                        <a:lnTo>
                          <a:pt x="838" y="208"/>
                        </a:lnTo>
                        <a:lnTo>
                          <a:pt x="840" y="208"/>
                        </a:lnTo>
                        <a:lnTo>
                          <a:pt x="842" y="207"/>
                        </a:lnTo>
                        <a:lnTo>
                          <a:pt x="844" y="209"/>
                        </a:lnTo>
                        <a:lnTo>
                          <a:pt x="845" y="211"/>
                        </a:lnTo>
                        <a:lnTo>
                          <a:pt x="845" y="212"/>
                        </a:lnTo>
                        <a:lnTo>
                          <a:pt x="847" y="213"/>
                        </a:lnTo>
                        <a:lnTo>
                          <a:pt x="845" y="215"/>
                        </a:lnTo>
                        <a:lnTo>
                          <a:pt x="841" y="215"/>
                        </a:lnTo>
                        <a:lnTo>
                          <a:pt x="838" y="217"/>
                        </a:lnTo>
                        <a:lnTo>
                          <a:pt x="836" y="219"/>
                        </a:lnTo>
                        <a:lnTo>
                          <a:pt x="832" y="216"/>
                        </a:lnTo>
                        <a:lnTo>
                          <a:pt x="828" y="216"/>
                        </a:lnTo>
                        <a:lnTo>
                          <a:pt x="823" y="213"/>
                        </a:lnTo>
                        <a:lnTo>
                          <a:pt x="821" y="213"/>
                        </a:lnTo>
                        <a:lnTo>
                          <a:pt x="818" y="212"/>
                        </a:lnTo>
                        <a:lnTo>
                          <a:pt x="817" y="209"/>
                        </a:lnTo>
                        <a:lnTo>
                          <a:pt x="814" y="209"/>
                        </a:lnTo>
                        <a:lnTo>
                          <a:pt x="811" y="209"/>
                        </a:lnTo>
                        <a:lnTo>
                          <a:pt x="811" y="209"/>
                        </a:lnTo>
                        <a:close/>
                        <a:moveTo>
                          <a:pt x="777" y="162"/>
                        </a:moveTo>
                        <a:lnTo>
                          <a:pt x="777" y="160"/>
                        </a:lnTo>
                        <a:lnTo>
                          <a:pt x="779" y="160"/>
                        </a:lnTo>
                        <a:lnTo>
                          <a:pt x="780" y="160"/>
                        </a:lnTo>
                        <a:lnTo>
                          <a:pt x="779" y="163"/>
                        </a:lnTo>
                        <a:lnTo>
                          <a:pt x="777" y="163"/>
                        </a:lnTo>
                        <a:lnTo>
                          <a:pt x="777" y="162"/>
                        </a:lnTo>
                        <a:lnTo>
                          <a:pt x="777" y="162"/>
                        </a:lnTo>
                        <a:close/>
                        <a:moveTo>
                          <a:pt x="779" y="178"/>
                        </a:moveTo>
                        <a:lnTo>
                          <a:pt x="780" y="182"/>
                        </a:lnTo>
                        <a:lnTo>
                          <a:pt x="783" y="185"/>
                        </a:lnTo>
                        <a:lnTo>
                          <a:pt x="784" y="185"/>
                        </a:lnTo>
                        <a:lnTo>
                          <a:pt x="787" y="185"/>
                        </a:lnTo>
                        <a:lnTo>
                          <a:pt x="788" y="186"/>
                        </a:lnTo>
                        <a:lnTo>
                          <a:pt x="790" y="186"/>
                        </a:lnTo>
                        <a:lnTo>
                          <a:pt x="794" y="183"/>
                        </a:lnTo>
                        <a:lnTo>
                          <a:pt x="794" y="182"/>
                        </a:lnTo>
                        <a:lnTo>
                          <a:pt x="796" y="181"/>
                        </a:lnTo>
                        <a:lnTo>
                          <a:pt x="799" y="177"/>
                        </a:lnTo>
                        <a:lnTo>
                          <a:pt x="799" y="174"/>
                        </a:lnTo>
                        <a:lnTo>
                          <a:pt x="800" y="168"/>
                        </a:lnTo>
                        <a:lnTo>
                          <a:pt x="802" y="166"/>
                        </a:lnTo>
                        <a:lnTo>
                          <a:pt x="800" y="164"/>
                        </a:lnTo>
                        <a:lnTo>
                          <a:pt x="800" y="163"/>
                        </a:lnTo>
                        <a:lnTo>
                          <a:pt x="802" y="162"/>
                        </a:lnTo>
                        <a:lnTo>
                          <a:pt x="804" y="158"/>
                        </a:lnTo>
                        <a:lnTo>
                          <a:pt x="806" y="158"/>
                        </a:lnTo>
                        <a:lnTo>
                          <a:pt x="809" y="155"/>
                        </a:lnTo>
                        <a:lnTo>
                          <a:pt x="811" y="152"/>
                        </a:lnTo>
                        <a:lnTo>
                          <a:pt x="811" y="149"/>
                        </a:lnTo>
                        <a:lnTo>
                          <a:pt x="811" y="147"/>
                        </a:lnTo>
                        <a:lnTo>
                          <a:pt x="814" y="145"/>
                        </a:lnTo>
                        <a:lnTo>
                          <a:pt x="814" y="143"/>
                        </a:lnTo>
                        <a:lnTo>
                          <a:pt x="813" y="140"/>
                        </a:lnTo>
                        <a:lnTo>
                          <a:pt x="813" y="137"/>
                        </a:lnTo>
                        <a:lnTo>
                          <a:pt x="811" y="137"/>
                        </a:lnTo>
                        <a:lnTo>
                          <a:pt x="809" y="136"/>
                        </a:lnTo>
                        <a:lnTo>
                          <a:pt x="806" y="136"/>
                        </a:lnTo>
                        <a:lnTo>
                          <a:pt x="804" y="134"/>
                        </a:lnTo>
                        <a:lnTo>
                          <a:pt x="806" y="132"/>
                        </a:lnTo>
                        <a:lnTo>
                          <a:pt x="810" y="130"/>
                        </a:lnTo>
                        <a:lnTo>
                          <a:pt x="810" y="129"/>
                        </a:lnTo>
                        <a:lnTo>
                          <a:pt x="809" y="126"/>
                        </a:lnTo>
                        <a:lnTo>
                          <a:pt x="809" y="124"/>
                        </a:lnTo>
                        <a:lnTo>
                          <a:pt x="809" y="121"/>
                        </a:lnTo>
                        <a:lnTo>
                          <a:pt x="806" y="118"/>
                        </a:lnTo>
                        <a:lnTo>
                          <a:pt x="804" y="118"/>
                        </a:lnTo>
                        <a:lnTo>
                          <a:pt x="802" y="121"/>
                        </a:lnTo>
                        <a:lnTo>
                          <a:pt x="798" y="121"/>
                        </a:lnTo>
                        <a:lnTo>
                          <a:pt x="796" y="124"/>
                        </a:lnTo>
                        <a:lnTo>
                          <a:pt x="795" y="125"/>
                        </a:lnTo>
                        <a:lnTo>
                          <a:pt x="792" y="125"/>
                        </a:lnTo>
                        <a:lnTo>
                          <a:pt x="792" y="122"/>
                        </a:lnTo>
                        <a:lnTo>
                          <a:pt x="795" y="121"/>
                        </a:lnTo>
                        <a:lnTo>
                          <a:pt x="796" y="120"/>
                        </a:lnTo>
                        <a:lnTo>
                          <a:pt x="796" y="115"/>
                        </a:lnTo>
                        <a:lnTo>
                          <a:pt x="798" y="110"/>
                        </a:lnTo>
                        <a:lnTo>
                          <a:pt x="796" y="107"/>
                        </a:lnTo>
                        <a:lnTo>
                          <a:pt x="795" y="106"/>
                        </a:lnTo>
                        <a:lnTo>
                          <a:pt x="794" y="103"/>
                        </a:lnTo>
                        <a:lnTo>
                          <a:pt x="791" y="102"/>
                        </a:lnTo>
                        <a:lnTo>
                          <a:pt x="788" y="102"/>
                        </a:lnTo>
                        <a:lnTo>
                          <a:pt x="784" y="102"/>
                        </a:lnTo>
                        <a:lnTo>
                          <a:pt x="781" y="105"/>
                        </a:lnTo>
                        <a:lnTo>
                          <a:pt x="779" y="103"/>
                        </a:lnTo>
                        <a:lnTo>
                          <a:pt x="779" y="99"/>
                        </a:lnTo>
                        <a:lnTo>
                          <a:pt x="779" y="98"/>
                        </a:lnTo>
                        <a:lnTo>
                          <a:pt x="776" y="101"/>
                        </a:lnTo>
                        <a:lnTo>
                          <a:pt x="775" y="103"/>
                        </a:lnTo>
                        <a:lnTo>
                          <a:pt x="772" y="105"/>
                        </a:lnTo>
                        <a:lnTo>
                          <a:pt x="770" y="107"/>
                        </a:lnTo>
                        <a:lnTo>
                          <a:pt x="768" y="111"/>
                        </a:lnTo>
                        <a:lnTo>
                          <a:pt x="768" y="114"/>
                        </a:lnTo>
                        <a:lnTo>
                          <a:pt x="770" y="115"/>
                        </a:lnTo>
                        <a:lnTo>
                          <a:pt x="772" y="114"/>
                        </a:lnTo>
                        <a:lnTo>
                          <a:pt x="775" y="113"/>
                        </a:lnTo>
                        <a:lnTo>
                          <a:pt x="776" y="114"/>
                        </a:lnTo>
                        <a:lnTo>
                          <a:pt x="773" y="117"/>
                        </a:lnTo>
                        <a:lnTo>
                          <a:pt x="769" y="120"/>
                        </a:lnTo>
                        <a:lnTo>
                          <a:pt x="766" y="124"/>
                        </a:lnTo>
                        <a:lnTo>
                          <a:pt x="766" y="125"/>
                        </a:lnTo>
                        <a:lnTo>
                          <a:pt x="770" y="122"/>
                        </a:lnTo>
                        <a:lnTo>
                          <a:pt x="775" y="120"/>
                        </a:lnTo>
                        <a:lnTo>
                          <a:pt x="776" y="120"/>
                        </a:lnTo>
                        <a:lnTo>
                          <a:pt x="779" y="118"/>
                        </a:lnTo>
                        <a:lnTo>
                          <a:pt x="780" y="121"/>
                        </a:lnTo>
                        <a:lnTo>
                          <a:pt x="779" y="124"/>
                        </a:lnTo>
                        <a:lnTo>
                          <a:pt x="777" y="124"/>
                        </a:lnTo>
                        <a:lnTo>
                          <a:pt x="773" y="126"/>
                        </a:lnTo>
                        <a:lnTo>
                          <a:pt x="773" y="129"/>
                        </a:lnTo>
                        <a:lnTo>
                          <a:pt x="773" y="130"/>
                        </a:lnTo>
                        <a:lnTo>
                          <a:pt x="777" y="129"/>
                        </a:lnTo>
                        <a:lnTo>
                          <a:pt x="780" y="130"/>
                        </a:lnTo>
                        <a:lnTo>
                          <a:pt x="777" y="133"/>
                        </a:lnTo>
                        <a:lnTo>
                          <a:pt x="773" y="134"/>
                        </a:lnTo>
                        <a:lnTo>
                          <a:pt x="770" y="134"/>
                        </a:lnTo>
                        <a:lnTo>
                          <a:pt x="770" y="136"/>
                        </a:lnTo>
                        <a:lnTo>
                          <a:pt x="773" y="136"/>
                        </a:lnTo>
                        <a:lnTo>
                          <a:pt x="773" y="139"/>
                        </a:lnTo>
                        <a:lnTo>
                          <a:pt x="769" y="143"/>
                        </a:lnTo>
                        <a:lnTo>
                          <a:pt x="768" y="143"/>
                        </a:lnTo>
                        <a:lnTo>
                          <a:pt x="766" y="139"/>
                        </a:lnTo>
                        <a:lnTo>
                          <a:pt x="764" y="137"/>
                        </a:lnTo>
                        <a:lnTo>
                          <a:pt x="762" y="134"/>
                        </a:lnTo>
                        <a:lnTo>
                          <a:pt x="756" y="137"/>
                        </a:lnTo>
                        <a:lnTo>
                          <a:pt x="756" y="139"/>
                        </a:lnTo>
                        <a:lnTo>
                          <a:pt x="753" y="143"/>
                        </a:lnTo>
                        <a:lnTo>
                          <a:pt x="756" y="147"/>
                        </a:lnTo>
                        <a:lnTo>
                          <a:pt x="756" y="149"/>
                        </a:lnTo>
                        <a:lnTo>
                          <a:pt x="758" y="151"/>
                        </a:lnTo>
                        <a:lnTo>
                          <a:pt x="760" y="148"/>
                        </a:lnTo>
                        <a:lnTo>
                          <a:pt x="762" y="148"/>
                        </a:lnTo>
                        <a:lnTo>
                          <a:pt x="766" y="149"/>
                        </a:lnTo>
                        <a:lnTo>
                          <a:pt x="770" y="149"/>
                        </a:lnTo>
                        <a:lnTo>
                          <a:pt x="772" y="151"/>
                        </a:lnTo>
                        <a:lnTo>
                          <a:pt x="776" y="149"/>
                        </a:lnTo>
                        <a:lnTo>
                          <a:pt x="776" y="152"/>
                        </a:lnTo>
                        <a:lnTo>
                          <a:pt x="773" y="152"/>
                        </a:lnTo>
                        <a:lnTo>
                          <a:pt x="773" y="154"/>
                        </a:lnTo>
                        <a:lnTo>
                          <a:pt x="773" y="156"/>
                        </a:lnTo>
                        <a:lnTo>
                          <a:pt x="777" y="156"/>
                        </a:lnTo>
                        <a:lnTo>
                          <a:pt x="780" y="159"/>
                        </a:lnTo>
                        <a:lnTo>
                          <a:pt x="781" y="163"/>
                        </a:lnTo>
                        <a:lnTo>
                          <a:pt x="784" y="163"/>
                        </a:lnTo>
                        <a:lnTo>
                          <a:pt x="785" y="164"/>
                        </a:lnTo>
                        <a:lnTo>
                          <a:pt x="784" y="166"/>
                        </a:lnTo>
                        <a:lnTo>
                          <a:pt x="784" y="170"/>
                        </a:lnTo>
                        <a:lnTo>
                          <a:pt x="779" y="178"/>
                        </a:lnTo>
                        <a:lnTo>
                          <a:pt x="779" y="178"/>
                        </a:lnTo>
                        <a:close/>
                        <a:moveTo>
                          <a:pt x="764" y="158"/>
                        </a:moveTo>
                        <a:lnTo>
                          <a:pt x="765" y="155"/>
                        </a:lnTo>
                        <a:lnTo>
                          <a:pt x="768" y="154"/>
                        </a:lnTo>
                        <a:lnTo>
                          <a:pt x="770" y="154"/>
                        </a:lnTo>
                        <a:lnTo>
                          <a:pt x="769" y="154"/>
                        </a:lnTo>
                        <a:lnTo>
                          <a:pt x="769" y="156"/>
                        </a:lnTo>
                        <a:lnTo>
                          <a:pt x="766" y="158"/>
                        </a:lnTo>
                        <a:lnTo>
                          <a:pt x="764" y="158"/>
                        </a:lnTo>
                        <a:lnTo>
                          <a:pt x="764" y="158"/>
                        </a:lnTo>
                        <a:close/>
                        <a:moveTo>
                          <a:pt x="758" y="173"/>
                        </a:moveTo>
                        <a:lnTo>
                          <a:pt x="760" y="170"/>
                        </a:lnTo>
                        <a:lnTo>
                          <a:pt x="765" y="170"/>
                        </a:lnTo>
                        <a:lnTo>
                          <a:pt x="768" y="171"/>
                        </a:lnTo>
                        <a:lnTo>
                          <a:pt x="773" y="175"/>
                        </a:lnTo>
                        <a:lnTo>
                          <a:pt x="772" y="178"/>
                        </a:lnTo>
                        <a:lnTo>
                          <a:pt x="773" y="183"/>
                        </a:lnTo>
                        <a:lnTo>
                          <a:pt x="770" y="183"/>
                        </a:lnTo>
                        <a:lnTo>
                          <a:pt x="768" y="182"/>
                        </a:lnTo>
                        <a:lnTo>
                          <a:pt x="765" y="183"/>
                        </a:lnTo>
                        <a:lnTo>
                          <a:pt x="764" y="183"/>
                        </a:lnTo>
                        <a:lnTo>
                          <a:pt x="761" y="179"/>
                        </a:lnTo>
                        <a:lnTo>
                          <a:pt x="758" y="177"/>
                        </a:lnTo>
                        <a:lnTo>
                          <a:pt x="758" y="173"/>
                        </a:lnTo>
                        <a:lnTo>
                          <a:pt x="758" y="173"/>
                        </a:lnTo>
                        <a:close/>
                        <a:moveTo>
                          <a:pt x="723" y="197"/>
                        </a:moveTo>
                        <a:lnTo>
                          <a:pt x="724" y="196"/>
                        </a:lnTo>
                        <a:lnTo>
                          <a:pt x="728" y="196"/>
                        </a:lnTo>
                        <a:lnTo>
                          <a:pt x="727" y="197"/>
                        </a:lnTo>
                        <a:lnTo>
                          <a:pt x="724" y="198"/>
                        </a:lnTo>
                        <a:lnTo>
                          <a:pt x="723" y="197"/>
                        </a:lnTo>
                        <a:lnTo>
                          <a:pt x="723" y="197"/>
                        </a:lnTo>
                        <a:close/>
                        <a:moveTo>
                          <a:pt x="720" y="193"/>
                        </a:moveTo>
                        <a:lnTo>
                          <a:pt x="719" y="190"/>
                        </a:lnTo>
                        <a:lnTo>
                          <a:pt x="720" y="187"/>
                        </a:lnTo>
                        <a:lnTo>
                          <a:pt x="722" y="183"/>
                        </a:lnTo>
                        <a:lnTo>
                          <a:pt x="722" y="181"/>
                        </a:lnTo>
                        <a:lnTo>
                          <a:pt x="724" y="178"/>
                        </a:lnTo>
                        <a:lnTo>
                          <a:pt x="724" y="177"/>
                        </a:lnTo>
                        <a:lnTo>
                          <a:pt x="726" y="175"/>
                        </a:lnTo>
                        <a:lnTo>
                          <a:pt x="726" y="174"/>
                        </a:lnTo>
                        <a:lnTo>
                          <a:pt x="727" y="170"/>
                        </a:lnTo>
                        <a:lnTo>
                          <a:pt x="727" y="167"/>
                        </a:lnTo>
                        <a:lnTo>
                          <a:pt x="728" y="166"/>
                        </a:lnTo>
                        <a:lnTo>
                          <a:pt x="731" y="167"/>
                        </a:lnTo>
                        <a:lnTo>
                          <a:pt x="731" y="171"/>
                        </a:lnTo>
                        <a:lnTo>
                          <a:pt x="732" y="173"/>
                        </a:lnTo>
                        <a:lnTo>
                          <a:pt x="730" y="178"/>
                        </a:lnTo>
                        <a:lnTo>
                          <a:pt x="730" y="181"/>
                        </a:lnTo>
                        <a:lnTo>
                          <a:pt x="728" y="183"/>
                        </a:lnTo>
                        <a:lnTo>
                          <a:pt x="730" y="185"/>
                        </a:lnTo>
                        <a:lnTo>
                          <a:pt x="727" y="192"/>
                        </a:lnTo>
                        <a:lnTo>
                          <a:pt x="724" y="194"/>
                        </a:lnTo>
                        <a:lnTo>
                          <a:pt x="720" y="193"/>
                        </a:lnTo>
                        <a:lnTo>
                          <a:pt x="720" y="193"/>
                        </a:lnTo>
                        <a:close/>
                        <a:moveTo>
                          <a:pt x="689" y="128"/>
                        </a:moveTo>
                        <a:lnTo>
                          <a:pt x="686" y="125"/>
                        </a:lnTo>
                        <a:lnTo>
                          <a:pt x="685" y="122"/>
                        </a:lnTo>
                        <a:lnTo>
                          <a:pt x="688" y="121"/>
                        </a:lnTo>
                        <a:lnTo>
                          <a:pt x="685" y="120"/>
                        </a:lnTo>
                        <a:lnTo>
                          <a:pt x="682" y="120"/>
                        </a:lnTo>
                        <a:lnTo>
                          <a:pt x="681" y="118"/>
                        </a:lnTo>
                        <a:lnTo>
                          <a:pt x="679" y="120"/>
                        </a:lnTo>
                        <a:lnTo>
                          <a:pt x="675" y="120"/>
                        </a:lnTo>
                        <a:lnTo>
                          <a:pt x="673" y="120"/>
                        </a:lnTo>
                        <a:lnTo>
                          <a:pt x="673" y="118"/>
                        </a:lnTo>
                        <a:lnTo>
                          <a:pt x="675" y="115"/>
                        </a:lnTo>
                        <a:lnTo>
                          <a:pt x="677" y="113"/>
                        </a:lnTo>
                        <a:lnTo>
                          <a:pt x="679" y="113"/>
                        </a:lnTo>
                        <a:lnTo>
                          <a:pt x="682" y="113"/>
                        </a:lnTo>
                        <a:lnTo>
                          <a:pt x="690" y="110"/>
                        </a:lnTo>
                        <a:lnTo>
                          <a:pt x="693" y="111"/>
                        </a:lnTo>
                        <a:lnTo>
                          <a:pt x="696" y="113"/>
                        </a:lnTo>
                        <a:lnTo>
                          <a:pt x="697" y="113"/>
                        </a:lnTo>
                        <a:lnTo>
                          <a:pt x="700" y="113"/>
                        </a:lnTo>
                        <a:lnTo>
                          <a:pt x="704" y="110"/>
                        </a:lnTo>
                        <a:lnTo>
                          <a:pt x="708" y="110"/>
                        </a:lnTo>
                        <a:lnTo>
                          <a:pt x="709" y="110"/>
                        </a:lnTo>
                        <a:lnTo>
                          <a:pt x="711" y="109"/>
                        </a:lnTo>
                        <a:lnTo>
                          <a:pt x="713" y="110"/>
                        </a:lnTo>
                        <a:lnTo>
                          <a:pt x="713" y="111"/>
                        </a:lnTo>
                        <a:lnTo>
                          <a:pt x="715" y="114"/>
                        </a:lnTo>
                        <a:lnTo>
                          <a:pt x="715" y="117"/>
                        </a:lnTo>
                        <a:lnTo>
                          <a:pt x="712" y="121"/>
                        </a:lnTo>
                        <a:lnTo>
                          <a:pt x="715" y="125"/>
                        </a:lnTo>
                        <a:lnTo>
                          <a:pt x="712" y="130"/>
                        </a:lnTo>
                        <a:lnTo>
                          <a:pt x="709" y="132"/>
                        </a:lnTo>
                        <a:lnTo>
                          <a:pt x="707" y="134"/>
                        </a:lnTo>
                        <a:lnTo>
                          <a:pt x="704" y="134"/>
                        </a:lnTo>
                        <a:lnTo>
                          <a:pt x="701" y="134"/>
                        </a:lnTo>
                        <a:lnTo>
                          <a:pt x="700" y="132"/>
                        </a:lnTo>
                        <a:lnTo>
                          <a:pt x="697" y="133"/>
                        </a:lnTo>
                        <a:lnTo>
                          <a:pt x="694" y="129"/>
                        </a:lnTo>
                        <a:lnTo>
                          <a:pt x="694" y="125"/>
                        </a:lnTo>
                        <a:lnTo>
                          <a:pt x="692" y="122"/>
                        </a:lnTo>
                        <a:lnTo>
                          <a:pt x="690" y="124"/>
                        </a:lnTo>
                        <a:lnTo>
                          <a:pt x="690" y="126"/>
                        </a:lnTo>
                        <a:lnTo>
                          <a:pt x="689" y="128"/>
                        </a:lnTo>
                        <a:lnTo>
                          <a:pt x="689" y="128"/>
                        </a:lnTo>
                        <a:close/>
                        <a:moveTo>
                          <a:pt x="648" y="151"/>
                        </a:moveTo>
                        <a:lnTo>
                          <a:pt x="651" y="148"/>
                        </a:lnTo>
                        <a:lnTo>
                          <a:pt x="651" y="145"/>
                        </a:lnTo>
                        <a:lnTo>
                          <a:pt x="655" y="143"/>
                        </a:lnTo>
                        <a:lnTo>
                          <a:pt x="655" y="140"/>
                        </a:lnTo>
                        <a:lnTo>
                          <a:pt x="658" y="139"/>
                        </a:lnTo>
                        <a:lnTo>
                          <a:pt x="660" y="136"/>
                        </a:lnTo>
                        <a:lnTo>
                          <a:pt x="662" y="136"/>
                        </a:lnTo>
                        <a:lnTo>
                          <a:pt x="669" y="134"/>
                        </a:lnTo>
                        <a:lnTo>
                          <a:pt x="670" y="136"/>
                        </a:lnTo>
                        <a:lnTo>
                          <a:pt x="673" y="136"/>
                        </a:lnTo>
                        <a:lnTo>
                          <a:pt x="675" y="137"/>
                        </a:lnTo>
                        <a:lnTo>
                          <a:pt x="678" y="137"/>
                        </a:lnTo>
                        <a:lnTo>
                          <a:pt x="679" y="136"/>
                        </a:lnTo>
                        <a:lnTo>
                          <a:pt x="685" y="137"/>
                        </a:lnTo>
                        <a:lnTo>
                          <a:pt x="685" y="139"/>
                        </a:lnTo>
                        <a:lnTo>
                          <a:pt x="689" y="139"/>
                        </a:lnTo>
                        <a:lnTo>
                          <a:pt x="692" y="139"/>
                        </a:lnTo>
                        <a:lnTo>
                          <a:pt x="693" y="140"/>
                        </a:lnTo>
                        <a:lnTo>
                          <a:pt x="696" y="140"/>
                        </a:lnTo>
                        <a:lnTo>
                          <a:pt x="697" y="141"/>
                        </a:lnTo>
                        <a:lnTo>
                          <a:pt x="694" y="147"/>
                        </a:lnTo>
                        <a:lnTo>
                          <a:pt x="692" y="145"/>
                        </a:lnTo>
                        <a:lnTo>
                          <a:pt x="685" y="148"/>
                        </a:lnTo>
                        <a:lnTo>
                          <a:pt x="682" y="148"/>
                        </a:lnTo>
                        <a:lnTo>
                          <a:pt x="679" y="152"/>
                        </a:lnTo>
                        <a:lnTo>
                          <a:pt x="679" y="154"/>
                        </a:lnTo>
                        <a:lnTo>
                          <a:pt x="682" y="154"/>
                        </a:lnTo>
                        <a:lnTo>
                          <a:pt x="684" y="154"/>
                        </a:lnTo>
                        <a:lnTo>
                          <a:pt x="684" y="155"/>
                        </a:lnTo>
                        <a:lnTo>
                          <a:pt x="681" y="159"/>
                        </a:lnTo>
                        <a:lnTo>
                          <a:pt x="679" y="162"/>
                        </a:lnTo>
                        <a:lnTo>
                          <a:pt x="677" y="162"/>
                        </a:lnTo>
                        <a:lnTo>
                          <a:pt x="677" y="163"/>
                        </a:lnTo>
                        <a:lnTo>
                          <a:pt x="675" y="166"/>
                        </a:lnTo>
                        <a:lnTo>
                          <a:pt x="673" y="166"/>
                        </a:lnTo>
                        <a:lnTo>
                          <a:pt x="670" y="167"/>
                        </a:lnTo>
                        <a:lnTo>
                          <a:pt x="666" y="167"/>
                        </a:lnTo>
                        <a:lnTo>
                          <a:pt x="663" y="164"/>
                        </a:lnTo>
                        <a:lnTo>
                          <a:pt x="662" y="166"/>
                        </a:lnTo>
                        <a:lnTo>
                          <a:pt x="659" y="166"/>
                        </a:lnTo>
                        <a:lnTo>
                          <a:pt x="656" y="166"/>
                        </a:lnTo>
                        <a:lnTo>
                          <a:pt x="655" y="164"/>
                        </a:lnTo>
                        <a:lnTo>
                          <a:pt x="656" y="163"/>
                        </a:lnTo>
                        <a:lnTo>
                          <a:pt x="655" y="159"/>
                        </a:lnTo>
                        <a:lnTo>
                          <a:pt x="652" y="158"/>
                        </a:lnTo>
                        <a:lnTo>
                          <a:pt x="650" y="156"/>
                        </a:lnTo>
                        <a:lnTo>
                          <a:pt x="650" y="154"/>
                        </a:lnTo>
                        <a:lnTo>
                          <a:pt x="648" y="151"/>
                        </a:lnTo>
                        <a:lnTo>
                          <a:pt x="648" y="151"/>
                        </a:lnTo>
                        <a:close/>
                        <a:moveTo>
                          <a:pt x="645" y="140"/>
                        </a:moveTo>
                        <a:lnTo>
                          <a:pt x="647" y="141"/>
                        </a:lnTo>
                        <a:lnTo>
                          <a:pt x="651" y="140"/>
                        </a:lnTo>
                        <a:lnTo>
                          <a:pt x="654" y="137"/>
                        </a:lnTo>
                        <a:lnTo>
                          <a:pt x="654" y="133"/>
                        </a:lnTo>
                        <a:lnTo>
                          <a:pt x="654" y="132"/>
                        </a:lnTo>
                        <a:lnTo>
                          <a:pt x="654" y="129"/>
                        </a:lnTo>
                        <a:lnTo>
                          <a:pt x="655" y="126"/>
                        </a:lnTo>
                        <a:lnTo>
                          <a:pt x="652" y="126"/>
                        </a:lnTo>
                        <a:lnTo>
                          <a:pt x="651" y="126"/>
                        </a:lnTo>
                        <a:lnTo>
                          <a:pt x="648" y="125"/>
                        </a:lnTo>
                        <a:lnTo>
                          <a:pt x="647" y="128"/>
                        </a:lnTo>
                        <a:lnTo>
                          <a:pt x="644" y="128"/>
                        </a:lnTo>
                        <a:lnTo>
                          <a:pt x="644" y="130"/>
                        </a:lnTo>
                        <a:lnTo>
                          <a:pt x="644" y="133"/>
                        </a:lnTo>
                        <a:lnTo>
                          <a:pt x="643" y="136"/>
                        </a:lnTo>
                        <a:lnTo>
                          <a:pt x="645" y="140"/>
                        </a:lnTo>
                        <a:lnTo>
                          <a:pt x="645" y="140"/>
                        </a:lnTo>
                        <a:close/>
                        <a:moveTo>
                          <a:pt x="885" y="349"/>
                        </a:moveTo>
                        <a:lnTo>
                          <a:pt x="885" y="349"/>
                        </a:lnTo>
                        <a:lnTo>
                          <a:pt x="889" y="351"/>
                        </a:lnTo>
                        <a:lnTo>
                          <a:pt x="891" y="349"/>
                        </a:lnTo>
                        <a:lnTo>
                          <a:pt x="891" y="352"/>
                        </a:lnTo>
                        <a:lnTo>
                          <a:pt x="894" y="352"/>
                        </a:lnTo>
                        <a:lnTo>
                          <a:pt x="894" y="353"/>
                        </a:lnTo>
                        <a:lnTo>
                          <a:pt x="897" y="353"/>
                        </a:lnTo>
                        <a:lnTo>
                          <a:pt x="902" y="351"/>
                        </a:lnTo>
                        <a:lnTo>
                          <a:pt x="905" y="351"/>
                        </a:lnTo>
                        <a:lnTo>
                          <a:pt x="909" y="352"/>
                        </a:lnTo>
                        <a:lnTo>
                          <a:pt x="912" y="352"/>
                        </a:lnTo>
                        <a:lnTo>
                          <a:pt x="913" y="353"/>
                        </a:lnTo>
                        <a:lnTo>
                          <a:pt x="914" y="352"/>
                        </a:lnTo>
                        <a:lnTo>
                          <a:pt x="914" y="349"/>
                        </a:lnTo>
                        <a:lnTo>
                          <a:pt x="916" y="346"/>
                        </a:lnTo>
                        <a:lnTo>
                          <a:pt x="919" y="346"/>
                        </a:lnTo>
                        <a:lnTo>
                          <a:pt x="919" y="345"/>
                        </a:lnTo>
                        <a:lnTo>
                          <a:pt x="917" y="341"/>
                        </a:lnTo>
                        <a:lnTo>
                          <a:pt x="917" y="338"/>
                        </a:lnTo>
                        <a:lnTo>
                          <a:pt x="919" y="340"/>
                        </a:lnTo>
                        <a:lnTo>
                          <a:pt x="919" y="342"/>
                        </a:lnTo>
                        <a:lnTo>
                          <a:pt x="920" y="345"/>
                        </a:lnTo>
                        <a:lnTo>
                          <a:pt x="921" y="344"/>
                        </a:lnTo>
                        <a:lnTo>
                          <a:pt x="924" y="344"/>
                        </a:lnTo>
                        <a:lnTo>
                          <a:pt x="925" y="342"/>
                        </a:lnTo>
                        <a:lnTo>
                          <a:pt x="927" y="344"/>
                        </a:lnTo>
                        <a:lnTo>
                          <a:pt x="927" y="342"/>
                        </a:lnTo>
                        <a:lnTo>
                          <a:pt x="927" y="340"/>
                        </a:lnTo>
                        <a:lnTo>
                          <a:pt x="927" y="337"/>
                        </a:lnTo>
                        <a:lnTo>
                          <a:pt x="925" y="336"/>
                        </a:lnTo>
                        <a:lnTo>
                          <a:pt x="921" y="337"/>
                        </a:lnTo>
                        <a:lnTo>
                          <a:pt x="919" y="337"/>
                        </a:lnTo>
                        <a:lnTo>
                          <a:pt x="919" y="334"/>
                        </a:lnTo>
                        <a:lnTo>
                          <a:pt x="920" y="334"/>
                        </a:lnTo>
                        <a:lnTo>
                          <a:pt x="921" y="334"/>
                        </a:lnTo>
                        <a:lnTo>
                          <a:pt x="924" y="334"/>
                        </a:lnTo>
                        <a:lnTo>
                          <a:pt x="925" y="331"/>
                        </a:lnTo>
                        <a:lnTo>
                          <a:pt x="927" y="333"/>
                        </a:lnTo>
                        <a:lnTo>
                          <a:pt x="929" y="333"/>
                        </a:lnTo>
                        <a:lnTo>
                          <a:pt x="931" y="330"/>
                        </a:lnTo>
                        <a:lnTo>
                          <a:pt x="929" y="327"/>
                        </a:lnTo>
                        <a:lnTo>
                          <a:pt x="931" y="325"/>
                        </a:lnTo>
                        <a:lnTo>
                          <a:pt x="931" y="323"/>
                        </a:lnTo>
                        <a:lnTo>
                          <a:pt x="932" y="323"/>
                        </a:lnTo>
                        <a:lnTo>
                          <a:pt x="934" y="322"/>
                        </a:lnTo>
                        <a:lnTo>
                          <a:pt x="929" y="321"/>
                        </a:lnTo>
                        <a:lnTo>
                          <a:pt x="927" y="322"/>
                        </a:lnTo>
                        <a:lnTo>
                          <a:pt x="928" y="319"/>
                        </a:lnTo>
                        <a:lnTo>
                          <a:pt x="929" y="319"/>
                        </a:lnTo>
                        <a:lnTo>
                          <a:pt x="929" y="317"/>
                        </a:lnTo>
                        <a:lnTo>
                          <a:pt x="927" y="314"/>
                        </a:lnTo>
                        <a:lnTo>
                          <a:pt x="921" y="314"/>
                        </a:lnTo>
                        <a:lnTo>
                          <a:pt x="920" y="312"/>
                        </a:lnTo>
                        <a:lnTo>
                          <a:pt x="921" y="311"/>
                        </a:lnTo>
                        <a:lnTo>
                          <a:pt x="923" y="311"/>
                        </a:lnTo>
                        <a:lnTo>
                          <a:pt x="921" y="308"/>
                        </a:lnTo>
                        <a:lnTo>
                          <a:pt x="917" y="304"/>
                        </a:lnTo>
                        <a:lnTo>
                          <a:pt x="914" y="304"/>
                        </a:lnTo>
                        <a:lnTo>
                          <a:pt x="913" y="306"/>
                        </a:lnTo>
                        <a:lnTo>
                          <a:pt x="909" y="306"/>
                        </a:lnTo>
                        <a:lnTo>
                          <a:pt x="905" y="307"/>
                        </a:lnTo>
                        <a:lnTo>
                          <a:pt x="900" y="303"/>
                        </a:lnTo>
                        <a:lnTo>
                          <a:pt x="900" y="302"/>
                        </a:lnTo>
                        <a:lnTo>
                          <a:pt x="897" y="300"/>
                        </a:lnTo>
                        <a:lnTo>
                          <a:pt x="895" y="302"/>
                        </a:lnTo>
                        <a:lnTo>
                          <a:pt x="893" y="302"/>
                        </a:lnTo>
                        <a:lnTo>
                          <a:pt x="891" y="303"/>
                        </a:lnTo>
                        <a:lnTo>
                          <a:pt x="889" y="303"/>
                        </a:lnTo>
                        <a:lnTo>
                          <a:pt x="887" y="306"/>
                        </a:lnTo>
                        <a:lnTo>
                          <a:pt x="886" y="303"/>
                        </a:lnTo>
                        <a:lnTo>
                          <a:pt x="883" y="302"/>
                        </a:lnTo>
                        <a:lnTo>
                          <a:pt x="881" y="303"/>
                        </a:lnTo>
                        <a:lnTo>
                          <a:pt x="878" y="304"/>
                        </a:lnTo>
                        <a:lnTo>
                          <a:pt x="878" y="306"/>
                        </a:lnTo>
                        <a:lnTo>
                          <a:pt x="876" y="307"/>
                        </a:lnTo>
                        <a:lnTo>
                          <a:pt x="876" y="304"/>
                        </a:lnTo>
                        <a:lnTo>
                          <a:pt x="875" y="303"/>
                        </a:lnTo>
                        <a:lnTo>
                          <a:pt x="872" y="304"/>
                        </a:lnTo>
                        <a:lnTo>
                          <a:pt x="867" y="303"/>
                        </a:lnTo>
                        <a:lnTo>
                          <a:pt x="866" y="304"/>
                        </a:lnTo>
                        <a:lnTo>
                          <a:pt x="867" y="306"/>
                        </a:lnTo>
                        <a:lnTo>
                          <a:pt x="867" y="308"/>
                        </a:lnTo>
                        <a:lnTo>
                          <a:pt x="870" y="310"/>
                        </a:lnTo>
                        <a:lnTo>
                          <a:pt x="867" y="310"/>
                        </a:lnTo>
                        <a:lnTo>
                          <a:pt x="866" y="307"/>
                        </a:lnTo>
                        <a:lnTo>
                          <a:pt x="864" y="307"/>
                        </a:lnTo>
                        <a:lnTo>
                          <a:pt x="860" y="308"/>
                        </a:lnTo>
                        <a:lnTo>
                          <a:pt x="859" y="307"/>
                        </a:lnTo>
                        <a:lnTo>
                          <a:pt x="862" y="306"/>
                        </a:lnTo>
                        <a:lnTo>
                          <a:pt x="862" y="304"/>
                        </a:lnTo>
                        <a:lnTo>
                          <a:pt x="859" y="300"/>
                        </a:lnTo>
                        <a:lnTo>
                          <a:pt x="859" y="299"/>
                        </a:lnTo>
                        <a:lnTo>
                          <a:pt x="857" y="298"/>
                        </a:lnTo>
                        <a:lnTo>
                          <a:pt x="855" y="299"/>
                        </a:lnTo>
                        <a:lnTo>
                          <a:pt x="855" y="302"/>
                        </a:lnTo>
                        <a:lnTo>
                          <a:pt x="855" y="303"/>
                        </a:lnTo>
                        <a:lnTo>
                          <a:pt x="852" y="302"/>
                        </a:lnTo>
                        <a:lnTo>
                          <a:pt x="853" y="300"/>
                        </a:lnTo>
                        <a:lnTo>
                          <a:pt x="852" y="299"/>
                        </a:lnTo>
                        <a:lnTo>
                          <a:pt x="851" y="298"/>
                        </a:lnTo>
                        <a:lnTo>
                          <a:pt x="848" y="299"/>
                        </a:lnTo>
                        <a:lnTo>
                          <a:pt x="847" y="299"/>
                        </a:lnTo>
                        <a:lnTo>
                          <a:pt x="847" y="296"/>
                        </a:lnTo>
                        <a:lnTo>
                          <a:pt x="847" y="295"/>
                        </a:lnTo>
                        <a:lnTo>
                          <a:pt x="847" y="292"/>
                        </a:lnTo>
                        <a:lnTo>
                          <a:pt x="844" y="293"/>
                        </a:lnTo>
                        <a:lnTo>
                          <a:pt x="841" y="296"/>
                        </a:lnTo>
                        <a:lnTo>
                          <a:pt x="841" y="299"/>
                        </a:lnTo>
                        <a:lnTo>
                          <a:pt x="840" y="300"/>
                        </a:lnTo>
                        <a:lnTo>
                          <a:pt x="838" y="298"/>
                        </a:lnTo>
                        <a:lnTo>
                          <a:pt x="840" y="295"/>
                        </a:lnTo>
                        <a:lnTo>
                          <a:pt x="840" y="293"/>
                        </a:lnTo>
                        <a:lnTo>
                          <a:pt x="841" y="289"/>
                        </a:lnTo>
                        <a:lnTo>
                          <a:pt x="838" y="287"/>
                        </a:lnTo>
                        <a:lnTo>
                          <a:pt x="836" y="288"/>
                        </a:lnTo>
                        <a:lnTo>
                          <a:pt x="836" y="287"/>
                        </a:lnTo>
                        <a:lnTo>
                          <a:pt x="838" y="285"/>
                        </a:lnTo>
                        <a:lnTo>
                          <a:pt x="840" y="283"/>
                        </a:lnTo>
                        <a:lnTo>
                          <a:pt x="838" y="280"/>
                        </a:lnTo>
                        <a:lnTo>
                          <a:pt x="837" y="281"/>
                        </a:lnTo>
                        <a:lnTo>
                          <a:pt x="834" y="280"/>
                        </a:lnTo>
                        <a:lnTo>
                          <a:pt x="833" y="281"/>
                        </a:lnTo>
                        <a:lnTo>
                          <a:pt x="832" y="281"/>
                        </a:lnTo>
                        <a:lnTo>
                          <a:pt x="833" y="280"/>
                        </a:lnTo>
                        <a:lnTo>
                          <a:pt x="832" y="279"/>
                        </a:lnTo>
                        <a:lnTo>
                          <a:pt x="830" y="279"/>
                        </a:lnTo>
                        <a:lnTo>
                          <a:pt x="829" y="280"/>
                        </a:lnTo>
                        <a:lnTo>
                          <a:pt x="825" y="281"/>
                        </a:lnTo>
                        <a:lnTo>
                          <a:pt x="825" y="280"/>
                        </a:lnTo>
                        <a:lnTo>
                          <a:pt x="826" y="279"/>
                        </a:lnTo>
                        <a:lnTo>
                          <a:pt x="828" y="276"/>
                        </a:lnTo>
                        <a:lnTo>
                          <a:pt x="829" y="274"/>
                        </a:lnTo>
                        <a:lnTo>
                          <a:pt x="830" y="274"/>
                        </a:lnTo>
                        <a:lnTo>
                          <a:pt x="833" y="277"/>
                        </a:lnTo>
                        <a:lnTo>
                          <a:pt x="837" y="277"/>
                        </a:lnTo>
                        <a:lnTo>
                          <a:pt x="836" y="276"/>
                        </a:lnTo>
                        <a:lnTo>
                          <a:pt x="834" y="273"/>
                        </a:lnTo>
                        <a:lnTo>
                          <a:pt x="832" y="272"/>
                        </a:lnTo>
                        <a:lnTo>
                          <a:pt x="833" y="272"/>
                        </a:lnTo>
                        <a:lnTo>
                          <a:pt x="829" y="268"/>
                        </a:lnTo>
                        <a:lnTo>
                          <a:pt x="826" y="266"/>
                        </a:lnTo>
                        <a:lnTo>
                          <a:pt x="828" y="266"/>
                        </a:lnTo>
                        <a:lnTo>
                          <a:pt x="829" y="264"/>
                        </a:lnTo>
                        <a:lnTo>
                          <a:pt x="830" y="264"/>
                        </a:lnTo>
                        <a:lnTo>
                          <a:pt x="832" y="266"/>
                        </a:lnTo>
                        <a:lnTo>
                          <a:pt x="834" y="269"/>
                        </a:lnTo>
                        <a:lnTo>
                          <a:pt x="837" y="270"/>
                        </a:lnTo>
                        <a:lnTo>
                          <a:pt x="840" y="273"/>
                        </a:lnTo>
                        <a:lnTo>
                          <a:pt x="841" y="272"/>
                        </a:lnTo>
                        <a:lnTo>
                          <a:pt x="842" y="273"/>
                        </a:lnTo>
                        <a:lnTo>
                          <a:pt x="847" y="274"/>
                        </a:lnTo>
                        <a:lnTo>
                          <a:pt x="851" y="274"/>
                        </a:lnTo>
                        <a:lnTo>
                          <a:pt x="851" y="272"/>
                        </a:lnTo>
                        <a:lnTo>
                          <a:pt x="851" y="269"/>
                        </a:lnTo>
                        <a:lnTo>
                          <a:pt x="844" y="265"/>
                        </a:lnTo>
                        <a:lnTo>
                          <a:pt x="842" y="262"/>
                        </a:lnTo>
                        <a:lnTo>
                          <a:pt x="840" y="262"/>
                        </a:lnTo>
                        <a:lnTo>
                          <a:pt x="840" y="259"/>
                        </a:lnTo>
                        <a:lnTo>
                          <a:pt x="837" y="257"/>
                        </a:lnTo>
                        <a:lnTo>
                          <a:pt x="836" y="257"/>
                        </a:lnTo>
                        <a:lnTo>
                          <a:pt x="834" y="255"/>
                        </a:lnTo>
                        <a:lnTo>
                          <a:pt x="836" y="254"/>
                        </a:lnTo>
                        <a:lnTo>
                          <a:pt x="837" y="254"/>
                        </a:lnTo>
                        <a:lnTo>
                          <a:pt x="840" y="257"/>
                        </a:lnTo>
                        <a:lnTo>
                          <a:pt x="841" y="257"/>
                        </a:lnTo>
                        <a:lnTo>
                          <a:pt x="842" y="259"/>
                        </a:lnTo>
                        <a:lnTo>
                          <a:pt x="844" y="259"/>
                        </a:lnTo>
                        <a:lnTo>
                          <a:pt x="845" y="258"/>
                        </a:lnTo>
                        <a:lnTo>
                          <a:pt x="844" y="253"/>
                        </a:lnTo>
                        <a:lnTo>
                          <a:pt x="840" y="249"/>
                        </a:lnTo>
                        <a:lnTo>
                          <a:pt x="838" y="249"/>
                        </a:lnTo>
                        <a:lnTo>
                          <a:pt x="837" y="249"/>
                        </a:lnTo>
                        <a:lnTo>
                          <a:pt x="834" y="249"/>
                        </a:lnTo>
                        <a:lnTo>
                          <a:pt x="832" y="250"/>
                        </a:lnTo>
                        <a:lnTo>
                          <a:pt x="829" y="250"/>
                        </a:lnTo>
                        <a:lnTo>
                          <a:pt x="826" y="249"/>
                        </a:lnTo>
                        <a:lnTo>
                          <a:pt x="825" y="249"/>
                        </a:lnTo>
                        <a:lnTo>
                          <a:pt x="822" y="247"/>
                        </a:lnTo>
                        <a:lnTo>
                          <a:pt x="819" y="251"/>
                        </a:lnTo>
                        <a:lnTo>
                          <a:pt x="815" y="253"/>
                        </a:lnTo>
                        <a:lnTo>
                          <a:pt x="815" y="255"/>
                        </a:lnTo>
                        <a:lnTo>
                          <a:pt x="813" y="257"/>
                        </a:lnTo>
                        <a:lnTo>
                          <a:pt x="813" y="254"/>
                        </a:lnTo>
                        <a:lnTo>
                          <a:pt x="815" y="251"/>
                        </a:lnTo>
                        <a:lnTo>
                          <a:pt x="817" y="251"/>
                        </a:lnTo>
                        <a:lnTo>
                          <a:pt x="822" y="246"/>
                        </a:lnTo>
                        <a:lnTo>
                          <a:pt x="822" y="245"/>
                        </a:lnTo>
                        <a:lnTo>
                          <a:pt x="821" y="242"/>
                        </a:lnTo>
                        <a:lnTo>
                          <a:pt x="822" y="235"/>
                        </a:lnTo>
                        <a:lnTo>
                          <a:pt x="822" y="234"/>
                        </a:lnTo>
                        <a:lnTo>
                          <a:pt x="821" y="232"/>
                        </a:lnTo>
                        <a:lnTo>
                          <a:pt x="819" y="234"/>
                        </a:lnTo>
                        <a:lnTo>
                          <a:pt x="815" y="234"/>
                        </a:lnTo>
                        <a:lnTo>
                          <a:pt x="814" y="231"/>
                        </a:lnTo>
                        <a:lnTo>
                          <a:pt x="814" y="230"/>
                        </a:lnTo>
                        <a:lnTo>
                          <a:pt x="814" y="227"/>
                        </a:lnTo>
                        <a:lnTo>
                          <a:pt x="810" y="226"/>
                        </a:lnTo>
                        <a:lnTo>
                          <a:pt x="807" y="223"/>
                        </a:lnTo>
                        <a:lnTo>
                          <a:pt x="804" y="223"/>
                        </a:lnTo>
                        <a:lnTo>
                          <a:pt x="802" y="221"/>
                        </a:lnTo>
                        <a:lnTo>
                          <a:pt x="800" y="223"/>
                        </a:lnTo>
                        <a:lnTo>
                          <a:pt x="795" y="224"/>
                        </a:lnTo>
                        <a:lnTo>
                          <a:pt x="795" y="224"/>
                        </a:lnTo>
                        <a:lnTo>
                          <a:pt x="792" y="224"/>
                        </a:lnTo>
                        <a:lnTo>
                          <a:pt x="792" y="227"/>
                        </a:lnTo>
                        <a:lnTo>
                          <a:pt x="794" y="230"/>
                        </a:lnTo>
                        <a:lnTo>
                          <a:pt x="795" y="232"/>
                        </a:lnTo>
                        <a:lnTo>
                          <a:pt x="792" y="232"/>
                        </a:lnTo>
                        <a:lnTo>
                          <a:pt x="790" y="228"/>
                        </a:lnTo>
                        <a:lnTo>
                          <a:pt x="790" y="231"/>
                        </a:lnTo>
                        <a:lnTo>
                          <a:pt x="790" y="234"/>
                        </a:lnTo>
                        <a:lnTo>
                          <a:pt x="792" y="235"/>
                        </a:lnTo>
                        <a:lnTo>
                          <a:pt x="795" y="239"/>
                        </a:lnTo>
                        <a:lnTo>
                          <a:pt x="798" y="239"/>
                        </a:lnTo>
                        <a:lnTo>
                          <a:pt x="796" y="240"/>
                        </a:lnTo>
                        <a:lnTo>
                          <a:pt x="794" y="240"/>
                        </a:lnTo>
                        <a:lnTo>
                          <a:pt x="794" y="243"/>
                        </a:lnTo>
                        <a:lnTo>
                          <a:pt x="798" y="249"/>
                        </a:lnTo>
                        <a:lnTo>
                          <a:pt x="800" y="250"/>
                        </a:lnTo>
                        <a:lnTo>
                          <a:pt x="800" y="251"/>
                        </a:lnTo>
                        <a:lnTo>
                          <a:pt x="799" y="250"/>
                        </a:lnTo>
                        <a:lnTo>
                          <a:pt x="795" y="250"/>
                        </a:lnTo>
                        <a:lnTo>
                          <a:pt x="795" y="251"/>
                        </a:lnTo>
                        <a:lnTo>
                          <a:pt x="792" y="253"/>
                        </a:lnTo>
                        <a:lnTo>
                          <a:pt x="792" y="254"/>
                        </a:lnTo>
                        <a:lnTo>
                          <a:pt x="796" y="253"/>
                        </a:lnTo>
                        <a:lnTo>
                          <a:pt x="798" y="254"/>
                        </a:lnTo>
                        <a:lnTo>
                          <a:pt x="802" y="253"/>
                        </a:lnTo>
                        <a:lnTo>
                          <a:pt x="803" y="255"/>
                        </a:lnTo>
                        <a:lnTo>
                          <a:pt x="806" y="255"/>
                        </a:lnTo>
                        <a:lnTo>
                          <a:pt x="806" y="257"/>
                        </a:lnTo>
                        <a:lnTo>
                          <a:pt x="810" y="261"/>
                        </a:lnTo>
                        <a:lnTo>
                          <a:pt x="811" y="261"/>
                        </a:lnTo>
                        <a:lnTo>
                          <a:pt x="811" y="258"/>
                        </a:lnTo>
                        <a:lnTo>
                          <a:pt x="813" y="259"/>
                        </a:lnTo>
                        <a:lnTo>
                          <a:pt x="815" y="258"/>
                        </a:lnTo>
                        <a:lnTo>
                          <a:pt x="817" y="258"/>
                        </a:lnTo>
                        <a:lnTo>
                          <a:pt x="818" y="261"/>
                        </a:lnTo>
                        <a:lnTo>
                          <a:pt x="817" y="264"/>
                        </a:lnTo>
                        <a:lnTo>
                          <a:pt x="817" y="268"/>
                        </a:lnTo>
                        <a:lnTo>
                          <a:pt x="815" y="272"/>
                        </a:lnTo>
                        <a:lnTo>
                          <a:pt x="815" y="274"/>
                        </a:lnTo>
                        <a:lnTo>
                          <a:pt x="817" y="277"/>
                        </a:lnTo>
                        <a:lnTo>
                          <a:pt x="817" y="280"/>
                        </a:lnTo>
                        <a:lnTo>
                          <a:pt x="817" y="283"/>
                        </a:lnTo>
                        <a:lnTo>
                          <a:pt x="815" y="285"/>
                        </a:lnTo>
                        <a:lnTo>
                          <a:pt x="811" y="288"/>
                        </a:lnTo>
                        <a:lnTo>
                          <a:pt x="809" y="289"/>
                        </a:lnTo>
                        <a:lnTo>
                          <a:pt x="807" y="291"/>
                        </a:lnTo>
                        <a:lnTo>
                          <a:pt x="804" y="295"/>
                        </a:lnTo>
                        <a:lnTo>
                          <a:pt x="804" y="296"/>
                        </a:lnTo>
                        <a:lnTo>
                          <a:pt x="802" y="299"/>
                        </a:lnTo>
                        <a:lnTo>
                          <a:pt x="800" y="300"/>
                        </a:lnTo>
                        <a:lnTo>
                          <a:pt x="800" y="304"/>
                        </a:lnTo>
                        <a:lnTo>
                          <a:pt x="803" y="304"/>
                        </a:lnTo>
                        <a:lnTo>
                          <a:pt x="803" y="306"/>
                        </a:lnTo>
                        <a:lnTo>
                          <a:pt x="800" y="307"/>
                        </a:lnTo>
                        <a:lnTo>
                          <a:pt x="799" y="310"/>
                        </a:lnTo>
                        <a:lnTo>
                          <a:pt x="800" y="311"/>
                        </a:lnTo>
                        <a:lnTo>
                          <a:pt x="799" y="314"/>
                        </a:lnTo>
                        <a:lnTo>
                          <a:pt x="798" y="317"/>
                        </a:lnTo>
                        <a:lnTo>
                          <a:pt x="799" y="319"/>
                        </a:lnTo>
                        <a:lnTo>
                          <a:pt x="802" y="319"/>
                        </a:lnTo>
                        <a:lnTo>
                          <a:pt x="802" y="322"/>
                        </a:lnTo>
                        <a:lnTo>
                          <a:pt x="803" y="323"/>
                        </a:lnTo>
                        <a:lnTo>
                          <a:pt x="804" y="323"/>
                        </a:lnTo>
                        <a:lnTo>
                          <a:pt x="806" y="321"/>
                        </a:lnTo>
                        <a:lnTo>
                          <a:pt x="806" y="319"/>
                        </a:lnTo>
                        <a:lnTo>
                          <a:pt x="807" y="321"/>
                        </a:lnTo>
                        <a:lnTo>
                          <a:pt x="809" y="321"/>
                        </a:lnTo>
                        <a:lnTo>
                          <a:pt x="811" y="317"/>
                        </a:lnTo>
                        <a:lnTo>
                          <a:pt x="813" y="318"/>
                        </a:lnTo>
                        <a:lnTo>
                          <a:pt x="811" y="322"/>
                        </a:lnTo>
                        <a:lnTo>
                          <a:pt x="809" y="322"/>
                        </a:lnTo>
                        <a:lnTo>
                          <a:pt x="809" y="323"/>
                        </a:lnTo>
                        <a:lnTo>
                          <a:pt x="809" y="325"/>
                        </a:lnTo>
                        <a:lnTo>
                          <a:pt x="810" y="326"/>
                        </a:lnTo>
                        <a:lnTo>
                          <a:pt x="811" y="330"/>
                        </a:lnTo>
                        <a:lnTo>
                          <a:pt x="814" y="329"/>
                        </a:lnTo>
                        <a:lnTo>
                          <a:pt x="815" y="330"/>
                        </a:lnTo>
                        <a:lnTo>
                          <a:pt x="819" y="330"/>
                        </a:lnTo>
                        <a:lnTo>
                          <a:pt x="821" y="329"/>
                        </a:lnTo>
                        <a:lnTo>
                          <a:pt x="823" y="327"/>
                        </a:lnTo>
                        <a:lnTo>
                          <a:pt x="823" y="325"/>
                        </a:lnTo>
                        <a:lnTo>
                          <a:pt x="825" y="325"/>
                        </a:lnTo>
                        <a:lnTo>
                          <a:pt x="826" y="323"/>
                        </a:lnTo>
                        <a:lnTo>
                          <a:pt x="826" y="325"/>
                        </a:lnTo>
                        <a:lnTo>
                          <a:pt x="826" y="326"/>
                        </a:lnTo>
                        <a:lnTo>
                          <a:pt x="826" y="327"/>
                        </a:lnTo>
                        <a:lnTo>
                          <a:pt x="828" y="327"/>
                        </a:lnTo>
                        <a:lnTo>
                          <a:pt x="829" y="323"/>
                        </a:lnTo>
                        <a:lnTo>
                          <a:pt x="832" y="322"/>
                        </a:lnTo>
                        <a:lnTo>
                          <a:pt x="832" y="323"/>
                        </a:lnTo>
                        <a:lnTo>
                          <a:pt x="832" y="326"/>
                        </a:lnTo>
                        <a:lnTo>
                          <a:pt x="828" y="331"/>
                        </a:lnTo>
                        <a:lnTo>
                          <a:pt x="826" y="333"/>
                        </a:lnTo>
                        <a:lnTo>
                          <a:pt x="826" y="336"/>
                        </a:lnTo>
                        <a:lnTo>
                          <a:pt x="829" y="337"/>
                        </a:lnTo>
                        <a:lnTo>
                          <a:pt x="832" y="338"/>
                        </a:lnTo>
                        <a:lnTo>
                          <a:pt x="834" y="338"/>
                        </a:lnTo>
                        <a:lnTo>
                          <a:pt x="834" y="340"/>
                        </a:lnTo>
                        <a:lnTo>
                          <a:pt x="837" y="340"/>
                        </a:lnTo>
                        <a:lnTo>
                          <a:pt x="838" y="337"/>
                        </a:lnTo>
                        <a:lnTo>
                          <a:pt x="841" y="337"/>
                        </a:lnTo>
                        <a:lnTo>
                          <a:pt x="840" y="338"/>
                        </a:lnTo>
                        <a:lnTo>
                          <a:pt x="841" y="341"/>
                        </a:lnTo>
                        <a:lnTo>
                          <a:pt x="842" y="341"/>
                        </a:lnTo>
                        <a:lnTo>
                          <a:pt x="845" y="342"/>
                        </a:lnTo>
                        <a:lnTo>
                          <a:pt x="847" y="341"/>
                        </a:lnTo>
                        <a:lnTo>
                          <a:pt x="845" y="340"/>
                        </a:lnTo>
                        <a:lnTo>
                          <a:pt x="845" y="337"/>
                        </a:lnTo>
                        <a:lnTo>
                          <a:pt x="848" y="336"/>
                        </a:lnTo>
                        <a:lnTo>
                          <a:pt x="848" y="337"/>
                        </a:lnTo>
                        <a:lnTo>
                          <a:pt x="848" y="340"/>
                        </a:lnTo>
                        <a:lnTo>
                          <a:pt x="848" y="342"/>
                        </a:lnTo>
                        <a:lnTo>
                          <a:pt x="849" y="342"/>
                        </a:lnTo>
                        <a:lnTo>
                          <a:pt x="851" y="340"/>
                        </a:lnTo>
                        <a:lnTo>
                          <a:pt x="852" y="338"/>
                        </a:lnTo>
                        <a:lnTo>
                          <a:pt x="853" y="338"/>
                        </a:lnTo>
                        <a:lnTo>
                          <a:pt x="853" y="340"/>
                        </a:lnTo>
                        <a:lnTo>
                          <a:pt x="852" y="341"/>
                        </a:lnTo>
                        <a:lnTo>
                          <a:pt x="852" y="342"/>
                        </a:lnTo>
                        <a:lnTo>
                          <a:pt x="856" y="342"/>
                        </a:lnTo>
                        <a:lnTo>
                          <a:pt x="857" y="341"/>
                        </a:lnTo>
                        <a:lnTo>
                          <a:pt x="860" y="337"/>
                        </a:lnTo>
                        <a:lnTo>
                          <a:pt x="860" y="340"/>
                        </a:lnTo>
                        <a:lnTo>
                          <a:pt x="859" y="341"/>
                        </a:lnTo>
                        <a:lnTo>
                          <a:pt x="859" y="342"/>
                        </a:lnTo>
                        <a:lnTo>
                          <a:pt x="863" y="342"/>
                        </a:lnTo>
                        <a:lnTo>
                          <a:pt x="864" y="338"/>
                        </a:lnTo>
                        <a:lnTo>
                          <a:pt x="864" y="337"/>
                        </a:lnTo>
                        <a:lnTo>
                          <a:pt x="864" y="342"/>
                        </a:lnTo>
                        <a:lnTo>
                          <a:pt x="864" y="345"/>
                        </a:lnTo>
                        <a:lnTo>
                          <a:pt x="867" y="345"/>
                        </a:lnTo>
                        <a:lnTo>
                          <a:pt x="871" y="346"/>
                        </a:lnTo>
                        <a:lnTo>
                          <a:pt x="874" y="346"/>
                        </a:lnTo>
                        <a:lnTo>
                          <a:pt x="875" y="345"/>
                        </a:lnTo>
                        <a:lnTo>
                          <a:pt x="876" y="348"/>
                        </a:lnTo>
                        <a:lnTo>
                          <a:pt x="879" y="346"/>
                        </a:lnTo>
                        <a:lnTo>
                          <a:pt x="882" y="345"/>
                        </a:lnTo>
                        <a:lnTo>
                          <a:pt x="882" y="342"/>
                        </a:lnTo>
                        <a:lnTo>
                          <a:pt x="885" y="340"/>
                        </a:lnTo>
                        <a:lnTo>
                          <a:pt x="885" y="338"/>
                        </a:lnTo>
                        <a:lnTo>
                          <a:pt x="883" y="336"/>
                        </a:lnTo>
                        <a:lnTo>
                          <a:pt x="885" y="333"/>
                        </a:lnTo>
                        <a:lnTo>
                          <a:pt x="886" y="333"/>
                        </a:lnTo>
                        <a:lnTo>
                          <a:pt x="886" y="337"/>
                        </a:lnTo>
                        <a:lnTo>
                          <a:pt x="887" y="337"/>
                        </a:lnTo>
                        <a:lnTo>
                          <a:pt x="889" y="338"/>
                        </a:lnTo>
                        <a:lnTo>
                          <a:pt x="886" y="340"/>
                        </a:lnTo>
                        <a:lnTo>
                          <a:pt x="885" y="344"/>
                        </a:lnTo>
                        <a:lnTo>
                          <a:pt x="885" y="349"/>
                        </a:lnTo>
                        <a:lnTo>
                          <a:pt x="885" y="349"/>
                        </a:lnTo>
                        <a:close/>
                        <a:moveTo>
                          <a:pt x="788" y="221"/>
                        </a:moveTo>
                        <a:lnTo>
                          <a:pt x="790" y="220"/>
                        </a:lnTo>
                        <a:lnTo>
                          <a:pt x="790" y="219"/>
                        </a:lnTo>
                        <a:lnTo>
                          <a:pt x="788" y="219"/>
                        </a:lnTo>
                        <a:lnTo>
                          <a:pt x="787" y="220"/>
                        </a:lnTo>
                        <a:lnTo>
                          <a:pt x="788" y="221"/>
                        </a:lnTo>
                        <a:lnTo>
                          <a:pt x="788" y="221"/>
                        </a:lnTo>
                        <a:close/>
                        <a:moveTo>
                          <a:pt x="783" y="239"/>
                        </a:moveTo>
                        <a:lnTo>
                          <a:pt x="784" y="236"/>
                        </a:lnTo>
                        <a:lnTo>
                          <a:pt x="785" y="235"/>
                        </a:lnTo>
                        <a:lnTo>
                          <a:pt x="785" y="236"/>
                        </a:lnTo>
                        <a:lnTo>
                          <a:pt x="784" y="238"/>
                        </a:lnTo>
                        <a:lnTo>
                          <a:pt x="783" y="239"/>
                        </a:lnTo>
                        <a:lnTo>
                          <a:pt x="783" y="239"/>
                        </a:lnTo>
                        <a:close/>
                        <a:moveTo>
                          <a:pt x="715" y="264"/>
                        </a:moveTo>
                        <a:lnTo>
                          <a:pt x="713" y="265"/>
                        </a:lnTo>
                        <a:lnTo>
                          <a:pt x="715" y="265"/>
                        </a:lnTo>
                        <a:lnTo>
                          <a:pt x="715" y="264"/>
                        </a:lnTo>
                        <a:lnTo>
                          <a:pt x="715" y="264"/>
                        </a:lnTo>
                        <a:lnTo>
                          <a:pt x="715" y="264"/>
                        </a:lnTo>
                        <a:close/>
                        <a:moveTo>
                          <a:pt x="758" y="220"/>
                        </a:moveTo>
                        <a:lnTo>
                          <a:pt x="758" y="221"/>
                        </a:lnTo>
                        <a:lnTo>
                          <a:pt x="760" y="224"/>
                        </a:lnTo>
                        <a:lnTo>
                          <a:pt x="761" y="226"/>
                        </a:lnTo>
                        <a:lnTo>
                          <a:pt x="762" y="224"/>
                        </a:lnTo>
                        <a:lnTo>
                          <a:pt x="761" y="221"/>
                        </a:lnTo>
                        <a:lnTo>
                          <a:pt x="760" y="220"/>
                        </a:lnTo>
                        <a:lnTo>
                          <a:pt x="758" y="220"/>
                        </a:lnTo>
                        <a:lnTo>
                          <a:pt x="758" y="220"/>
                        </a:lnTo>
                        <a:close/>
                        <a:moveTo>
                          <a:pt x="738" y="221"/>
                        </a:moveTo>
                        <a:lnTo>
                          <a:pt x="738" y="223"/>
                        </a:lnTo>
                        <a:lnTo>
                          <a:pt x="739" y="224"/>
                        </a:lnTo>
                        <a:lnTo>
                          <a:pt x="741" y="223"/>
                        </a:lnTo>
                        <a:lnTo>
                          <a:pt x="743" y="221"/>
                        </a:lnTo>
                        <a:lnTo>
                          <a:pt x="746" y="223"/>
                        </a:lnTo>
                        <a:lnTo>
                          <a:pt x="750" y="220"/>
                        </a:lnTo>
                        <a:lnTo>
                          <a:pt x="751" y="220"/>
                        </a:lnTo>
                        <a:lnTo>
                          <a:pt x="754" y="219"/>
                        </a:lnTo>
                        <a:lnTo>
                          <a:pt x="753" y="217"/>
                        </a:lnTo>
                        <a:lnTo>
                          <a:pt x="749" y="217"/>
                        </a:lnTo>
                        <a:lnTo>
                          <a:pt x="746" y="219"/>
                        </a:lnTo>
                        <a:lnTo>
                          <a:pt x="746" y="219"/>
                        </a:lnTo>
                        <a:lnTo>
                          <a:pt x="743" y="220"/>
                        </a:lnTo>
                        <a:lnTo>
                          <a:pt x="743" y="220"/>
                        </a:lnTo>
                        <a:lnTo>
                          <a:pt x="742" y="219"/>
                        </a:lnTo>
                        <a:lnTo>
                          <a:pt x="739" y="220"/>
                        </a:lnTo>
                        <a:lnTo>
                          <a:pt x="738" y="221"/>
                        </a:lnTo>
                        <a:lnTo>
                          <a:pt x="738" y="221"/>
                        </a:lnTo>
                        <a:close/>
                        <a:moveTo>
                          <a:pt x="715" y="228"/>
                        </a:moveTo>
                        <a:lnTo>
                          <a:pt x="713" y="227"/>
                        </a:lnTo>
                        <a:lnTo>
                          <a:pt x="709" y="227"/>
                        </a:lnTo>
                        <a:lnTo>
                          <a:pt x="707" y="226"/>
                        </a:lnTo>
                        <a:lnTo>
                          <a:pt x="707" y="221"/>
                        </a:lnTo>
                        <a:lnTo>
                          <a:pt x="708" y="220"/>
                        </a:lnTo>
                        <a:lnTo>
                          <a:pt x="709" y="217"/>
                        </a:lnTo>
                        <a:lnTo>
                          <a:pt x="708" y="216"/>
                        </a:lnTo>
                        <a:lnTo>
                          <a:pt x="709" y="213"/>
                        </a:lnTo>
                        <a:lnTo>
                          <a:pt x="711" y="212"/>
                        </a:lnTo>
                        <a:lnTo>
                          <a:pt x="715" y="212"/>
                        </a:lnTo>
                        <a:lnTo>
                          <a:pt x="715" y="213"/>
                        </a:lnTo>
                        <a:lnTo>
                          <a:pt x="716" y="213"/>
                        </a:lnTo>
                        <a:lnTo>
                          <a:pt x="718" y="215"/>
                        </a:lnTo>
                        <a:lnTo>
                          <a:pt x="715" y="216"/>
                        </a:lnTo>
                        <a:lnTo>
                          <a:pt x="715" y="217"/>
                        </a:lnTo>
                        <a:lnTo>
                          <a:pt x="716" y="217"/>
                        </a:lnTo>
                        <a:lnTo>
                          <a:pt x="719" y="217"/>
                        </a:lnTo>
                        <a:lnTo>
                          <a:pt x="718" y="219"/>
                        </a:lnTo>
                        <a:lnTo>
                          <a:pt x="718" y="220"/>
                        </a:lnTo>
                        <a:lnTo>
                          <a:pt x="718" y="223"/>
                        </a:lnTo>
                        <a:lnTo>
                          <a:pt x="719" y="226"/>
                        </a:lnTo>
                        <a:lnTo>
                          <a:pt x="718" y="228"/>
                        </a:lnTo>
                        <a:lnTo>
                          <a:pt x="715" y="228"/>
                        </a:lnTo>
                        <a:lnTo>
                          <a:pt x="715" y="228"/>
                        </a:lnTo>
                        <a:close/>
                        <a:moveTo>
                          <a:pt x="712" y="239"/>
                        </a:moveTo>
                        <a:lnTo>
                          <a:pt x="718" y="239"/>
                        </a:lnTo>
                        <a:lnTo>
                          <a:pt x="719" y="238"/>
                        </a:lnTo>
                        <a:lnTo>
                          <a:pt x="722" y="234"/>
                        </a:lnTo>
                        <a:lnTo>
                          <a:pt x="719" y="231"/>
                        </a:lnTo>
                        <a:lnTo>
                          <a:pt x="716" y="231"/>
                        </a:lnTo>
                        <a:lnTo>
                          <a:pt x="713" y="230"/>
                        </a:lnTo>
                        <a:lnTo>
                          <a:pt x="709" y="230"/>
                        </a:lnTo>
                        <a:lnTo>
                          <a:pt x="707" y="230"/>
                        </a:lnTo>
                        <a:lnTo>
                          <a:pt x="705" y="230"/>
                        </a:lnTo>
                        <a:lnTo>
                          <a:pt x="704" y="231"/>
                        </a:lnTo>
                        <a:lnTo>
                          <a:pt x="703" y="231"/>
                        </a:lnTo>
                        <a:lnTo>
                          <a:pt x="701" y="234"/>
                        </a:lnTo>
                        <a:lnTo>
                          <a:pt x="703" y="235"/>
                        </a:lnTo>
                        <a:lnTo>
                          <a:pt x="703" y="235"/>
                        </a:lnTo>
                        <a:lnTo>
                          <a:pt x="704" y="236"/>
                        </a:lnTo>
                        <a:lnTo>
                          <a:pt x="707" y="238"/>
                        </a:lnTo>
                        <a:lnTo>
                          <a:pt x="708" y="239"/>
                        </a:lnTo>
                        <a:lnTo>
                          <a:pt x="712" y="239"/>
                        </a:lnTo>
                        <a:lnTo>
                          <a:pt x="712" y="239"/>
                        </a:lnTo>
                        <a:close/>
                        <a:moveTo>
                          <a:pt x="701" y="243"/>
                        </a:moveTo>
                        <a:lnTo>
                          <a:pt x="708" y="245"/>
                        </a:lnTo>
                        <a:lnTo>
                          <a:pt x="711" y="243"/>
                        </a:lnTo>
                        <a:lnTo>
                          <a:pt x="713" y="243"/>
                        </a:lnTo>
                        <a:lnTo>
                          <a:pt x="713" y="245"/>
                        </a:lnTo>
                        <a:lnTo>
                          <a:pt x="716" y="243"/>
                        </a:lnTo>
                        <a:lnTo>
                          <a:pt x="719" y="243"/>
                        </a:lnTo>
                        <a:lnTo>
                          <a:pt x="719" y="242"/>
                        </a:lnTo>
                        <a:lnTo>
                          <a:pt x="716" y="240"/>
                        </a:lnTo>
                        <a:lnTo>
                          <a:pt x="711" y="242"/>
                        </a:lnTo>
                        <a:lnTo>
                          <a:pt x="708" y="242"/>
                        </a:lnTo>
                        <a:lnTo>
                          <a:pt x="707" y="240"/>
                        </a:lnTo>
                        <a:lnTo>
                          <a:pt x="703" y="240"/>
                        </a:lnTo>
                        <a:lnTo>
                          <a:pt x="701" y="242"/>
                        </a:lnTo>
                        <a:lnTo>
                          <a:pt x="701" y="243"/>
                        </a:lnTo>
                        <a:lnTo>
                          <a:pt x="701" y="243"/>
                        </a:lnTo>
                        <a:close/>
                        <a:moveTo>
                          <a:pt x="700" y="250"/>
                        </a:moveTo>
                        <a:lnTo>
                          <a:pt x="703" y="250"/>
                        </a:lnTo>
                        <a:lnTo>
                          <a:pt x="704" y="249"/>
                        </a:lnTo>
                        <a:lnTo>
                          <a:pt x="708" y="247"/>
                        </a:lnTo>
                        <a:lnTo>
                          <a:pt x="713" y="246"/>
                        </a:lnTo>
                        <a:lnTo>
                          <a:pt x="715" y="246"/>
                        </a:lnTo>
                        <a:lnTo>
                          <a:pt x="716" y="246"/>
                        </a:lnTo>
                        <a:lnTo>
                          <a:pt x="719" y="246"/>
                        </a:lnTo>
                        <a:lnTo>
                          <a:pt x="719" y="247"/>
                        </a:lnTo>
                        <a:lnTo>
                          <a:pt x="716" y="249"/>
                        </a:lnTo>
                        <a:lnTo>
                          <a:pt x="715" y="249"/>
                        </a:lnTo>
                        <a:lnTo>
                          <a:pt x="711" y="250"/>
                        </a:lnTo>
                        <a:lnTo>
                          <a:pt x="711" y="251"/>
                        </a:lnTo>
                        <a:lnTo>
                          <a:pt x="708" y="253"/>
                        </a:lnTo>
                        <a:lnTo>
                          <a:pt x="705" y="251"/>
                        </a:lnTo>
                        <a:lnTo>
                          <a:pt x="703" y="251"/>
                        </a:lnTo>
                        <a:lnTo>
                          <a:pt x="701" y="251"/>
                        </a:lnTo>
                        <a:lnTo>
                          <a:pt x="700" y="251"/>
                        </a:lnTo>
                        <a:lnTo>
                          <a:pt x="700" y="250"/>
                        </a:lnTo>
                        <a:lnTo>
                          <a:pt x="700" y="250"/>
                        </a:lnTo>
                        <a:close/>
                        <a:moveTo>
                          <a:pt x="633" y="164"/>
                        </a:moveTo>
                        <a:lnTo>
                          <a:pt x="632" y="164"/>
                        </a:lnTo>
                        <a:lnTo>
                          <a:pt x="633" y="162"/>
                        </a:lnTo>
                        <a:lnTo>
                          <a:pt x="636" y="162"/>
                        </a:lnTo>
                        <a:lnTo>
                          <a:pt x="635" y="164"/>
                        </a:lnTo>
                        <a:lnTo>
                          <a:pt x="633" y="164"/>
                        </a:lnTo>
                        <a:lnTo>
                          <a:pt x="633" y="164"/>
                        </a:lnTo>
                        <a:close/>
                        <a:moveTo>
                          <a:pt x="614" y="173"/>
                        </a:moveTo>
                        <a:lnTo>
                          <a:pt x="617" y="173"/>
                        </a:lnTo>
                        <a:lnTo>
                          <a:pt x="618" y="171"/>
                        </a:lnTo>
                        <a:lnTo>
                          <a:pt x="622" y="174"/>
                        </a:lnTo>
                        <a:lnTo>
                          <a:pt x="624" y="173"/>
                        </a:lnTo>
                        <a:lnTo>
                          <a:pt x="626" y="174"/>
                        </a:lnTo>
                        <a:lnTo>
                          <a:pt x="626" y="175"/>
                        </a:lnTo>
                        <a:lnTo>
                          <a:pt x="628" y="177"/>
                        </a:lnTo>
                        <a:lnTo>
                          <a:pt x="626" y="179"/>
                        </a:lnTo>
                        <a:lnTo>
                          <a:pt x="624" y="181"/>
                        </a:lnTo>
                        <a:lnTo>
                          <a:pt x="621" y="179"/>
                        </a:lnTo>
                        <a:lnTo>
                          <a:pt x="620" y="179"/>
                        </a:lnTo>
                        <a:lnTo>
                          <a:pt x="618" y="177"/>
                        </a:lnTo>
                        <a:lnTo>
                          <a:pt x="617" y="174"/>
                        </a:lnTo>
                        <a:lnTo>
                          <a:pt x="614" y="174"/>
                        </a:lnTo>
                        <a:lnTo>
                          <a:pt x="614" y="174"/>
                        </a:lnTo>
                        <a:lnTo>
                          <a:pt x="614" y="173"/>
                        </a:lnTo>
                        <a:lnTo>
                          <a:pt x="614" y="173"/>
                        </a:lnTo>
                        <a:close/>
                        <a:moveTo>
                          <a:pt x="515" y="178"/>
                        </a:moveTo>
                        <a:lnTo>
                          <a:pt x="512" y="178"/>
                        </a:lnTo>
                        <a:lnTo>
                          <a:pt x="511" y="177"/>
                        </a:lnTo>
                        <a:lnTo>
                          <a:pt x="512" y="175"/>
                        </a:lnTo>
                        <a:lnTo>
                          <a:pt x="515" y="177"/>
                        </a:lnTo>
                        <a:lnTo>
                          <a:pt x="515" y="178"/>
                        </a:lnTo>
                        <a:lnTo>
                          <a:pt x="515" y="178"/>
                        </a:lnTo>
                        <a:lnTo>
                          <a:pt x="515" y="178"/>
                        </a:lnTo>
                        <a:close/>
                        <a:moveTo>
                          <a:pt x="525" y="193"/>
                        </a:moveTo>
                        <a:lnTo>
                          <a:pt x="529" y="190"/>
                        </a:lnTo>
                        <a:lnTo>
                          <a:pt x="529" y="192"/>
                        </a:lnTo>
                        <a:lnTo>
                          <a:pt x="525" y="193"/>
                        </a:lnTo>
                        <a:lnTo>
                          <a:pt x="525" y="193"/>
                        </a:lnTo>
                        <a:lnTo>
                          <a:pt x="525" y="193"/>
                        </a:lnTo>
                        <a:lnTo>
                          <a:pt x="525" y="193"/>
                        </a:lnTo>
                        <a:close/>
                        <a:moveTo>
                          <a:pt x="530" y="189"/>
                        </a:moveTo>
                        <a:lnTo>
                          <a:pt x="531" y="187"/>
                        </a:lnTo>
                        <a:lnTo>
                          <a:pt x="531" y="185"/>
                        </a:lnTo>
                        <a:lnTo>
                          <a:pt x="533" y="183"/>
                        </a:lnTo>
                        <a:lnTo>
                          <a:pt x="534" y="181"/>
                        </a:lnTo>
                        <a:lnTo>
                          <a:pt x="535" y="179"/>
                        </a:lnTo>
                        <a:lnTo>
                          <a:pt x="538" y="178"/>
                        </a:lnTo>
                        <a:lnTo>
                          <a:pt x="540" y="179"/>
                        </a:lnTo>
                        <a:lnTo>
                          <a:pt x="540" y="181"/>
                        </a:lnTo>
                        <a:lnTo>
                          <a:pt x="537" y="183"/>
                        </a:lnTo>
                        <a:lnTo>
                          <a:pt x="535" y="186"/>
                        </a:lnTo>
                        <a:lnTo>
                          <a:pt x="537" y="189"/>
                        </a:lnTo>
                        <a:lnTo>
                          <a:pt x="535" y="190"/>
                        </a:lnTo>
                        <a:lnTo>
                          <a:pt x="534" y="193"/>
                        </a:lnTo>
                        <a:lnTo>
                          <a:pt x="535" y="194"/>
                        </a:lnTo>
                        <a:lnTo>
                          <a:pt x="537" y="193"/>
                        </a:lnTo>
                        <a:lnTo>
                          <a:pt x="538" y="193"/>
                        </a:lnTo>
                        <a:lnTo>
                          <a:pt x="538" y="194"/>
                        </a:lnTo>
                        <a:lnTo>
                          <a:pt x="540" y="196"/>
                        </a:lnTo>
                        <a:lnTo>
                          <a:pt x="544" y="193"/>
                        </a:lnTo>
                        <a:lnTo>
                          <a:pt x="546" y="190"/>
                        </a:lnTo>
                        <a:lnTo>
                          <a:pt x="548" y="190"/>
                        </a:lnTo>
                        <a:lnTo>
                          <a:pt x="549" y="187"/>
                        </a:lnTo>
                        <a:lnTo>
                          <a:pt x="549" y="185"/>
                        </a:lnTo>
                        <a:lnTo>
                          <a:pt x="550" y="185"/>
                        </a:lnTo>
                        <a:lnTo>
                          <a:pt x="553" y="182"/>
                        </a:lnTo>
                        <a:lnTo>
                          <a:pt x="553" y="178"/>
                        </a:lnTo>
                        <a:lnTo>
                          <a:pt x="554" y="178"/>
                        </a:lnTo>
                        <a:lnTo>
                          <a:pt x="554" y="178"/>
                        </a:lnTo>
                        <a:lnTo>
                          <a:pt x="554" y="181"/>
                        </a:lnTo>
                        <a:lnTo>
                          <a:pt x="554" y="182"/>
                        </a:lnTo>
                        <a:lnTo>
                          <a:pt x="554" y="186"/>
                        </a:lnTo>
                        <a:lnTo>
                          <a:pt x="556" y="189"/>
                        </a:lnTo>
                        <a:lnTo>
                          <a:pt x="556" y="189"/>
                        </a:lnTo>
                        <a:lnTo>
                          <a:pt x="559" y="186"/>
                        </a:lnTo>
                        <a:lnTo>
                          <a:pt x="559" y="183"/>
                        </a:lnTo>
                        <a:lnTo>
                          <a:pt x="560" y="182"/>
                        </a:lnTo>
                        <a:lnTo>
                          <a:pt x="563" y="181"/>
                        </a:lnTo>
                        <a:lnTo>
                          <a:pt x="565" y="177"/>
                        </a:lnTo>
                        <a:lnTo>
                          <a:pt x="565" y="174"/>
                        </a:lnTo>
                        <a:lnTo>
                          <a:pt x="565" y="171"/>
                        </a:lnTo>
                        <a:lnTo>
                          <a:pt x="567" y="168"/>
                        </a:lnTo>
                        <a:lnTo>
                          <a:pt x="568" y="171"/>
                        </a:lnTo>
                        <a:lnTo>
                          <a:pt x="573" y="168"/>
                        </a:lnTo>
                        <a:lnTo>
                          <a:pt x="575" y="164"/>
                        </a:lnTo>
                        <a:lnTo>
                          <a:pt x="575" y="162"/>
                        </a:lnTo>
                        <a:lnTo>
                          <a:pt x="578" y="162"/>
                        </a:lnTo>
                        <a:lnTo>
                          <a:pt x="579" y="160"/>
                        </a:lnTo>
                        <a:lnTo>
                          <a:pt x="580" y="162"/>
                        </a:lnTo>
                        <a:lnTo>
                          <a:pt x="583" y="160"/>
                        </a:lnTo>
                        <a:lnTo>
                          <a:pt x="584" y="160"/>
                        </a:lnTo>
                        <a:lnTo>
                          <a:pt x="583" y="166"/>
                        </a:lnTo>
                        <a:lnTo>
                          <a:pt x="579" y="170"/>
                        </a:lnTo>
                        <a:lnTo>
                          <a:pt x="579" y="173"/>
                        </a:lnTo>
                        <a:lnTo>
                          <a:pt x="578" y="174"/>
                        </a:lnTo>
                        <a:lnTo>
                          <a:pt x="576" y="175"/>
                        </a:lnTo>
                        <a:lnTo>
                          <a:pt x="575" y="177"/>
                        </a:lnTo>
                        <a:lnTo>
                          <a:pt x="571" y="182"/>
                        </a:lnTo>
                        <a:lnTo>
                          <a:pt x="571" y="185"/>
                        </a:lnTo>
                        <a:lnTo>
                          <a:pt x="572" y="186"/>
                        </a:lnTo>
                        <a:lnTo>
                          <a:pt x="572" y="189"/>
                        </a:lnTo>
                        <a:lnTo>
                          <a:pt x="573" y="190"/>
                        </a:lnTo>
                        <a:lnTo>
                          <a:pt x="576" y="190"/>
                        </a:lnTo>
                        <a:lnTo>
                          <a:pt x="578" y="189"/>
                        </a:lnTo>
                        <a:lnTo>
                          <a:pt x="580" y="187"/>
                        </a:lnTo>
                        <a:lnTo>
                          <a:pt x="582" y="185"/>
                        </a:lnTo>
                        <a:lnTo>
                          <a:pt x="582" y="182"/>
                        </a:lnTo>
                        <a:lnTo>
                          <a:pt x="583" y="181"/>
                        </a:lnTo>
                        <a:lnTo>
                          <a:pt x="584" y="178"/>
                        </a:lnTo>
                        <a:lnTo>
                          <a:pt x="587" y="178"/>
                        </a:lnTo>
                        <a:lnTo>
                          <a:pt x="588" y="178"/>
                        </a:lnTo>
                        <a:lnTo>
                          <a:pt x="590" y="179"/>
                        </a:lnTo>
                        <a:lnTo>
                          <a:pt x="593" y="179"/>
                        </a:lnTo>
                        <a:lnTo>
                          <a:pt x="594" y="178"/>
                        </a:lnTo>
                        <a:lnTo>
                          <a:pt x="598" y="177"/>
                        </a:lnTo>
                        <a:lnTo>
                          <a:pt x="599" y="175"/>
                        </a:lnTo>
                        <a:lnTo>
                          <a:pt x="601" y="170"/>
                        </a:lnTo>
                        <a:lnTo>
                          <a:pt x="603" y="166"/>
                        </a:lnTo>
                        <a:lnTo>
                          <a:pt x="603" y="163"/>
                        </a:lnTo>
                        <a:lnTo>
                          <a:pt x="605" y="162"/>
                        </a:lnTo>
                        <a:lnTo>
                          <a:pt x="607" y="166"/>
                        </a:lnTo>
                        <a:lnTo>
                          <a:pt x="609" y="166"/>
                        </a:lnTo>
                        <a:lnTo>
                          <a:pt x="610" y="164"/>
                        </a:lnTo>
                        <a:lnTo>
                          <a:pt x="610" y="163"/>
                        </a:lnTo>
                        <a:lnTo>
                          <a:pt x="607" y="159"/>
                        </a:lnTo>
                        <a:lnTo>
                          <a:pt x="607" y="156"/>
                        </a:lnTo>
                        <a:lnTo>
                          <a:pt x="610" y="154"/>
                        </a:lnTo>
                        <a:lnTo>
                          <a:pt x="613" y="154"/>
                        </a:lnTo>
                        <a:lnTo>
                          <a:pt x="616" y="152"/>
                        </a:lnTo>
                        <a:lnTo>
                          <a:pt x="617" y="154"/>
                        </a:lnTo>
                        <a:lnTo>
                          <a:pt x="620" y="152"/>
                        </a:lnTo>
                        <a:lnTo>
                          <a:pt x="622" y="149"/>
                        </a:lnTo>
                        <a:lnTo>
                          <a:pt x="621" y="148"/>
                        </a:lnTo>
                        <a:lnTo>
                          <a:pt x="621" y="141"/>
                        </a:lnTo>
                        <a:lnTo>
                          <a:pt x="621" y="140"/>
                        </a:lnTo>
                        <a:lnTo>
                          <a:pt x="621" y="139"/>
                        </a:lnTo>
                        <a:lnTo>
                          <a:pt x="621" y="136"/>
                        </a:lnTo>
                        <a:lnTo>
                          <a:pt x="618" y="134"/>
                        </a:lnTo>
                        <a:lnTo>
                          <a:pt x="617" y="136"/>
                        </a:lnTo>
                        <a:lnTo>
                          <a:pt x="613" y="137"/>
                        </a:lnTo>
                        <a:lnTo>
                          <a:pt x="613" y="141"/>
                        </a:lnTo>
                        <a:lnTo>
                          <a:pt x="613" y="143"/>
                        </a:lnTo>
                        <a:lnTo>
                          <a:pt x="613" y="145"/>
                        </a:lnTo>
                        <a:lnTo>
                          <a:pt x="612" y="145"/>
                        </a:lnTo>
                        <a:lnTo>
                          <a:pt x="610" y="143"/>
                        </a:lnTo>
                        <a:lnTo>
                          <a:pt x="609" y="143"/>
                        </a:lnTo>
                        <a:lnTo>
                          <a:pt x="609" y="144"/>
                        </a:lnTo>
                        <a:lnTo>
                          <a:pt x="607" y="145"/>
                        </a:lnTo>
                        <a:lnTo>
                          <a:pt x="606" y="144"/>
                        </a:lnTo>
                        <a:lnTo>
                          <a:pt x="606" y="140"/>
                        </a:lnTo>
                        <a:lnTo>
                          <a:pt x="603" y="137"/>
                        </a:lnTo>
                        <a:lnTo>
                          <a:pt x="602" y="137"/>
                        </a:lnTo>
                        <a:lnTo>
                          <a:pt x="601" y="139"/>
                        </a:lnTo>
                        <a:lnTo>
                          <a:pt x="598" y="137"/>
                        </a:lnTo>
                        <a:lnTo>
                          <a:pt x="595" y="137"/>
                        </a:lnTo>
                        <a:lnTo>
                          <a:pt x="593" y="137"/>
                        </a:lnTo>
                        <a:lnTo>
                          <a:pt x="587" y="136"/>
                        </a:lnTo>
                        <a:lnTo>
                          <a:pt x="584" y="139"/>
                        </a:lnTo>
                        <a:lnTo>
                          <a:pt x="583" y="141"/>
                        </a:lnTo>
                        <a:lnTo>
                          <a:pt x="582" y="143"/>
                        </a:lnTo>
                        <a:lnTo>
                          <a:pt x="580" y="141"/>
                        </a:lnTo>
                        <a:lnTo>
                          <a:pt x="579" y="141"/>
                        </a:lnTo>
                        <a:lnTo>
                          <a:pt x="572" y="147"/>
                        </a:lnTo>
                        <a:lnTo>
                          <a:pt x="569" y="149"/>
                        </a:lnTo>
                        <a:lnTo>
                          <a:pt x="568" y="149"/>
                        </a:lnTo>
                        <a:lnTo>
                          <a:pt x="564" y="152"/>
                        </a:lnTo>
                        <a:lnTo>
                          <a:pt x="561" y="152"/>
                        </a:lnTo>
                        <a:lnTo>
                          <a:pt x="560" y="154"/>
                        </a:lnTo>
                        <a:lnTo>
                          <a:pt x="559" y="156"/>
                        </a:lnTo>
                        <a:lnTo>
                          <a:pt x="554" y="156"/>
                        </a:lnTo>
                        <a:lnTo>
                          <a:pt x="553" y="156"/>
                        </a:lnTo>
                        <a:lnTo>
                          <a:pt x="550" y="156"/>
                        </a:lnTo>
                        <a:lnTo>
                          <a:pt x="549" y="158"/>
                        </a:lnTo>
                        <a:lnTo>
                          <a:pt x="546" y="158"/>
                        </a:lnTo>
                        <a:lnTo>
                          <a:pt x="542" y="162"/>
                        </a:lnTo>
                        <a:lnTo>
                          <a:pt x="540" y="163"/>
                        </a:lnTo>
                        <a:lnTo>
                          <a:pt x="535" y="162"/>
                        </a:lnTo>
                        <a:lnTo>
                          <a:pt x="533" y="163"/>
                        </a:lnTo>
                        <a:lnTo>
                          <a:pt x="526" y="164"/>
                        </a:lnTo>
                        <a:lnTo>
                          <a:pt x="523" y="168"/>
                        </a:lnTo>
                        <a:lnTo>
                          <a:pt x="522" y="168"/>
                        </a:lnTo>
                        <a:lnTo>
                          <a:pt x="518" y="170"/>
                        </a:lnTo>
                        <a:lnTo>
                          <a:pt x="516" y="173"/>
                        </a:lnTo>
                        <a:lnTo>
                          <a:pt x="519" y="173"/>
                        </a:lnTo>
                        <a:lnTo>
                          <a:pt x="519" y="174"/>
                        </a:lnTo>
                        <a:lnTo>
                          <a:pt x="518" y="174"/>
                        </a:lnTo>
                        <a:lnTo>
                          <a:pt x="516" y="175"/>
                        </a:lnTo>
                        <a:lnTo>
                          <a:pt x="519" y="177"/>
                        </a:lnTo>
                        <a:lnTo>
                          <a:pt x="518" y="179"/>
                        </a:lnTo>
                        <a:lnTo>
                          <a:pt x="514" y="181"/>
                        </a:lnTo>
                        <a:lnTo>
                          <a:pt x="514" y="182"/>
                        </a:lnTo>
                        <a:lnTo>
                          <a:pt x="516" y="182"/>
                        </a:lnTo>
                        <a:lnTo>
                          <a:pt x="519" y="182"/>
                        </a:lnTo>
                        <a:lnTo>
                          <a:pt x="521" y="179"/>
                        </a:lnTo>
                        <a:lnTo>
                          <a:pt x="523" y="179"/>
                        </a:lnTo>
                        <a:lnTo>
                          <a:pt x="526" y="181"/>
                        </a:lnTo>
                        <a:lnTo>
                          <a:pt x="527" y="183"/>
                        </a:lnTo>
                        <a:lnTo>
                          <a:pt x="527" y="187"/>
                        </a:lnTo>
                        <a:lnTo>
                          <a:pt x="530" y="189"/>
                        </a:lnTo>
                        <a:lnTo>
                          <a:pt x="530" y="189"/>
                        </a:lnTo>
                        <a:close/>
                        <a:moveTo>
                          <a:pt x="802" y="348"/>
                        </a:moveTo>
                        <a:lnTo>
                          <a:pt x="802" y="346"/>
                        </a:lnTo>
                        <a:lnTo>
                          <a:pt x="806" y="348"/>
                        </a:lnTo>
                        <a:lnTo>
                          <a:pt x="806" y="349"/>
                        </a:lnTo>
                        <a:lnTo>
                          <a:pt x="804" y="351"/>
                        </a:lnTo>
                        <a:lnTo>
                          <a:pt x="803" y="349"/>
                        </a:lnTo>
                        <a:lnTo>
                          <a:pt x="802" y="348"/>
                        </a:lnTo>
                        <a:lnTo>
                          <a:pt x="802" y="348"/>
                        </a:lnTo>
                        <a:close/>
                        <a:moveTo>
                          <a:pt x="770" y="285"/>
                        </a:moveTo>
                        <a:lnTo>
                          <a:pt x="768" y="284"/>
                        </a:lnTo>
                        <a:lnTo>
                          <a:pt x="765" y="284"/>
                        </a:lnTo>
                        <a:lnTo>
                          <a:pt x="764" y="285"/>
                        </a:lnTo>
                        <a:lnTo>
                          <a:pt x="766" y="285"/>
                        </a:lnTo>
                        <a:lnTo>
                          <a:pt x="768" y="287"/>
                        </a:lnTo>
                        <a:lnTo>
                          <a:pt x="768" y="287"/>
                        </a:lnTo>
                        <a:lnTo>
                          <a:pt x="764" y="288"/>
                        </a:lnTo>
                        <a:lnTo>
                          <a:pt x="762" y="288"/>
                        </a:lnTo>
                        <a:lnTo>
                          <a:pt x="764" y="291"/>
                        </a:lnTo>
                        <a:lnTo>
                          <a:pt x="765" y="292"/>
                        </a:lnTo>
                        <a:lnTo>
                          <a:pt x="765" y="292"/>
                        </a:lnTo>
                        <a:lnTo>
                          <a:pt x="761" y="292"/>
                        </a:lnTo>
                        <a:lnTo>
                          <a:pt x="758" y="292"/>
                        </a:lnTo>
                        <a:lnTo>
                          <a:pt x="756" y="295"/>
                        </a:lnTo>
                        <a:lnTo>
                          <a:pt x="756" y="298"/>
                        </a:lnTo>
                        <a:lnTo>
                          <a:pt x="754" y="298"/>
                        </a:lnTo>
                        <a:lnTo>
                          <a:pt x="754" y="299"/>
                        </a:lnTo>
                        <a:lnTo>
                          <a:pt x="756" y="299"/>
                        </a:lnTo>
                        <a:lnTo>
                          <a:pt x="756" y="300"/>
                        </a:lnTo>
                        <a:lnTo>
                          <a:pt x="756" y="302"/>
                        </a:lnTo>
                        <a:lnTo>
                          <a:pt x="756" y="303"/>
                        </a:lnTo>
                        <a:lnTo>
                          <a:pt x="757" y="300"/>
                        </a:lnTo>
                        <a:lnTo>
                          <a:pt x="758" y="300"/>
                        </a:lnTo>
                        <a:lnTo>
                          <a:pt x="757" y="304"/>
                        </a:lnTo>
                        <a:lnTo>
                          <a:pt x="757" y="304"/>
                        </a:lnTo>
                        <a:lnTo>
                          <a:pt x="760" y="306"/>
                        </a:lnTo>
                        <a:lnTo>
                          <a:pt x="761" y="306"/>
                        </a:lnTo>
                        <a:lnTo>
                          <a:pt x="761" y="306"/>
                        </a:lnTo>
                        <a:lnTo>
                          <a:pt x="762" y="308"/>
                        </a:lnTo>
                        <a:lnTo>
                          <a:pt x="762" y="308"/>
                        </a:lnTo>
                        <a:lnTo>
                          <a:pt x="764" y="307"/>
                        </a:lnTo>
                        <a:lnTo>
                          <a:pt x="765" y="307"/>
                        </a:lnTo>
                        <a:lnTo>
                          <a:pt x="765" y="311"/>
                        </a:lnTo>
                        <a:lnTo>
                          <a:pt x="766" y="312"/>
                        </a:lnTo>
                        <a:lnTo>
                          <a:pt x="769" y="312"/>
                        </a:lnTo>
                        <a:lnTo>
                          <a:pt x="769" y="315"/>
                        </a:lnTo>
                        <a:lnTo>
                          <a:pt x="772" y="315"/>
                        </a:lnTo>
                        <a:lnTo>
                          <a:pt x="775" y="317"/>
                        </a:lnTo>
                        <a:lnTo>
                          <a:pt x="777" y="317"/>
                        </a:lnTo>
                        <a:lnTo>
                          <a:pt x="779" y="318"/>
                        </a:lnTo>
                        <a:lnTo>
                          <a:pt x="780" y="317"/>
                        </a:lnTo>
                        <a:lnTo>
                          <a:pt x="779" y="315"/>
                        </a:lnTo>
                        <a:lnTo>
                          <a:pt x="781" y="314"/>
                        </a:lnTo>
                        <a:lnTo>
                          <a:pt x="783" y="310"/>
                        </a:lnTo>
                        <a:lnTo>
                          <a:pt x="781" y="307"/>
                        </a:lnTo>
                        <a:lnTo>
                          <a:pt x="784" y="303"/>
                        </a:lnTo>
                        <a:lnTo>
                          <a:pt x="785" y="303"/>
                        </a:lnTo>
                        <a:lnTo>
                          <a:pt x="787" y="298"/>
                        </a:lnTo>
                        <a:lnTo>
                          <a:pt x="787" y="293"/>
                        </a:lnTo>
                        <a:lnTo>
                          <a:pt x="787" y="293"/>
                        </a:lnTo>
                        <a:lnTo>
                          <a:pt x="787" y="291"/>
                        </a:lnTo>
                        <a:lnTo>
                          <a:pt x="784" y="288"/>
                        </a:lnTo>
                        <a:lnTo>
                          <a:pt x="784" y="285"/>
                        </a:lnTo>
                        <a:lnTo>
                          <a:pt x="783" y="284"/>
                        </a:lnTo>
                        <a:lnTo>
                          <a:pt x="783" y="281"/>
                        </a:lnTo>
                        <a:lnTo>
                          <a:pt x="779" y="280"/>
                        </a:lnTo>
                        <a:lnTo>
                          <a:pt x="776" y="281"/>
                        </a:lnTo>
                        <a:lnTo>
                          <a:pt x="773" y="280"/>
                        </a:lnTo>
                        <a:lnTo>
                          <a:pt x="770" y="281"/>
                        </a:lnTo>
                        <a:lnTo>
                          <a:pt x="769" y="283"/>
                        </a:lnTo>
                        <a:lnTo>
                          <a:pt x="770" y="284"/>
                        </a:lnTo>
                        <a:lnTo>
                          <a:pt x="770" y="285"/>
                        </a:lnTo>
                        <a:lnTo>
                          <a:pt x="770" y="285"/>
                        </a:lnTo>
                        <a:lnTo>
                          <a:pt x="770" y="285"/>
                        </a:lnTo>
                        <a:close/>
                        <a:moveTo>
                          <a:pt x="788" y="264"/>
                        </a:moveTo>
                        <a:lnTo>
                          <a:pt x="787" y="262"/>
                        </a:lnTo>
                        <a:lnTo>
                          <a:pt x="787" y="261"/>
                        </a:lnTo>
                        <a:lnTo>
                          <a:pt x="790" y="261"/>
                        </a:lnTo>
                        <a:lnTo>
                          <a:pt x="790" y="261"/>
                        </a:lnTo>
                        <a:lnTo>
                          <a:pt x="788" y="264"/>
                        </a:lnTo>
                        <a:lnTo>
                          <a:pt x="788" y="264"/>
                        </a:lnTo>
                        <a:close/>
                        <a:moveTo>
                          <a:pt x="785" y="277"/>
                        </a:moveTo>
                        <a:lnTo>
                          <a:pt x="784" y="276"/>
                        </a:lnTo>
                        <a:lnTo>
                          <a:pt x="783" y="274"/>
                        </a:lnTo>
                        <a:lnTo>
                          <a:pt x="784" y="273"/>
                        </a:lnTo>
                        <a:lnTo>
                          <a:pt x="784" y="272"/>
                        </a:lnTo>
                        <a:lnTo>
                          <a:pt x="784" y="269"/>
                        </a:lnTo>
                        <a:lnTo>
                          <a:pt x="785" y="268"/>
                        </a:lnTo>
                        <a:lnTo>
                          <a:pt x="790" y="268"/>
                        </a:lnTo>
                        <a:lnTo>
                          <a:pt x="787" y="274"/>
                        </a:lnTo>
                        <a:lnTo>
                          <a:pt x="785" y="277"/>
                        </a:lnTo>
                        <a:lnTo>
                          <a:pt x="785" y="277"/>
                        </a:lnTo>
                        <a:lnTo>
                          <a:pt x="785" y="277"/>
                        </a:lnTo>
                        <a:lnTo>
                          <a:pt x="785" y="277"/>
                        </a:lnTo>
                        <a:close/>
                        <a:moveTo>
                          <a:pt x="765" y="272"/>
                        </a:moveTo>
                        <a:lnTo>
                          <a:pt x="764" y="270"/>
                        </a:lnTo>
                        <a:lnTo>
                          <a:pt x="765" y="269"/>
                        </a:lnTo>
                        <a:lnTo>
                          <a:pt x="768" y="268"/>
                        </a:lnTo>
                        <a:lnTo>
                          <a:pt x="769" y="269"/>
                        </a:lnTo>
                        <a:lnTo>
                          <a:pt x="768" y="270"/>
                        </a:lnTo>
                        <a:lnTo>
                          <a:pt x="766" y="270"/>
                        </a:lnTo>
                        <a:lnTo>
                          <a:pt x="765" y="272"/>
                        </a:lnTo>
                        <a:lnTo>
                          <a:pt x="765" y="272"/>
                        </a:lnTo>
                        <a:close/>
                        <a:moveTo>
                          <a:pt x="760" y="274"/>
                        </a:moveTo>
                        <a:lnTo>
                          <a:pt x="760" y="274"/>
                        </a:lnTo>
                        <a:lnTo>
                          <a:pt x="761" y="273"/>
                        </a:lnTo>
                        <a:lnTo>
                          <a:pt x="762" y="273"/>
                        </a:lnTo>
                        <a:lnTo>
                          <a:pt x="761" y="274"/>
                        </a:lnTo>
                        <a:lnTo>
                          <a:pt x="760" y="274"/>
                        </a:lnTo>
                        <a:lnTo>
                          <a:pt x="760" y="274"/>
                        </a:lnTo>
                        <a:close/>
                        <a:moveTo>
                          <a:pt x="764" y="281"/>
                        </a:moveTo>
                        <a:lnTo>
                          <a:pt x="765" y="280"/>
                        </a:lnTo>
                        <a:lnTo>
                          <a:pt x="764" y="279"/>
                        </a:lnTo>
                        <a:lnTo>
                          <a:pt x="764" y="276"/>
                        </a:lnTo>
                        <a:lnTo>
                          <a:pt x="765" y="276"/>
                        </a:lnTo>
                        <a:lnTo>
                          <a:pt x="766" y="277"/>
                        </a:lnTo>
                        <a:lnTo>
                          <a:pt x="768" y="279"/>
                        </a:lnTo>
                        <a:lnTo>
                          <a:pt x="765" y="281"/>
                        </a:lnTo>
                        <a:lnTo>
                          <a:pt x="764" y="281"/>
                        </a:lnTo>
                        <a:lnTo>
                          <a:pt x="764" y="281"/>
                        </a:lnTo>
                        <a:close/>
                        <a:moveTo>
                          <a:pt x="758" y="284"/>
                        </a:moveTo>
                        <a:lnTo>
                          <a:pt x="757" y="283"/>
                        </a:lnTo>
                        <a:lnTo>
                          <a:pt x="757" y="279"/>
                        </a:lnTo>
                        <a:lnTo>
                          <a:pt x="757" y="279"/>
                        </a:lnTo>
                        <a:lnTo>
                          <a:pt x="758" y="277"/>
                        </a:lnTo>
                        <a:lnTo>
                          <a:pt x="760" y="277"/>
                        </a:lnTo>
                        <a:lnTo>
                          <a:pt x="762" y="279"/>
                        </a:lnTo>
                        <a:lnTo>
                          <a:pt x="762" y="279"/>
                        </a:lnTo>
                        <a:lnTo>
                          <a:pt x="762" y="280"/>
                        </a:lnTo>
                        <a:lnTo>
                          <a:pt x="762" y="281"/>
                        </a:lnTo>
                        <a:lnTo>
                          <a:pt x="760" y="283"/>
                        </a:lnTo>
                        <a:lnTo>
                          <a:pt x="760" y="284"/>
                        </a:lnTo>
                        <a:lnTo>
                          <a:pt x="758" y="284"/>
                        </a:lnTo>
                        <a:lnTo>
                          <a:pt x="758" y="284"/>
                        </a:lnTo>
                        <a:close/>
                        <a:moveTo>
                          <a:pt x="751" y="285"/>
                        </a:moveTo>
                        <a:lnTo>
                          <a:pt x="750" y="283"/>
                        </a:lnTo>
                        <a:lnTo>
                          <a:pt x="751" y="283"/>
                        </a:lnTo>
                        <a:lnTo>
                          <a:pt x="753" y="284"/>
                        </a:lnTo>
                        <a:lnTo>
                          <a:pt x="751" y="285"/>
                        </a:lnTo>
                        <a:lnTo>
                          <a:pt x="751" y="285"/>
                        </a:lnTo>
                        <a:lnTo>
                          <a:pt x="751" y="285"/>
                        </a:lnTo>
                        <a:close/>
                        <a:moveTo>
                          <a:pt x="722" y="289"/>
                        </a:moveTo>
                        <a:lnTo>
                          <a:pt x="720" y="288"/>
                        </a:lnTo>
                        <a:lnTo>
                          <a:pt x="718" y="288"/>
                        </a:lnTo>
                        <a:lnTo>
                          <a:pt x="716" y="287"/>
                        </a:lnTo>
                        <a:lnTo>
                          <a:pt x="716" y="284"/>
                        </a:lnTo>
                        <a:lnTo>
                          <a:pt x="718" y="283"/>
                        </a:lnTo>
                        <a:lnTo>
                          <a:pt x="716" y="281"/>
                        </a:lnTo>
                        <a:lnTo>
                          <a:pt x="718" y="279"/>
                        </a:lnTo>
                        <a:lnTo>
                          <a:pt x="719" y="279"/>
                        </a:lnTo>
                        <a:lnTo>
                          <a:pt x="720" y="280"/>
                        </a:lnTo>
                        <a:lnTo>
                          <a:pt x="722" y="280"/>
                        </a:lnTo>
                        <a:lnTo>
                          <a:pt x="720" y="279"/>
                        </a:lnTo>
                        <a:lnTo>
                          <a:pt x="720" y="276"/>
                        </a:lnTo>
                        <a:lnTo>
                          <a:pt x="719" y="276"/>
                        </a:lnTo>
                        <a:lnTo>
                          <a:pt x="718" y="274"/>
                        </a:lnTo>
                        <a:lnTo>
                          <a:pt x="718" y="273"/>
                        </a:lnTo>
                        <a:lnTo>
                          <a:pt x="716" y="272"/>
                        </a:lnTo>
                        <a:lnTo>
                          <a:pt x="718" y="272"/>
                        </a:lnTo>
                        <a:lnTo>
                          <a:pt x="719" y="273"/>
                        </a:lnTo>
                        <a:lnTo>
                          <a:pt x="720" y="272"/>
                        </a:lnTo>
                        <a:lnTo>
                          <a:pt x="719" y="270"/>
                        </a:lnTo>
                        <a:lnTo>
                          <a:pt x="722" y="270"/>
                        </a:lnTo>
                        <a:lnTo>
                          <a:pt x="723" y="270"/>
                        </a:lnTo>
                        <a:lnTo>
                          <a:pt x="727" y="272"/>
                        </a:lnTo>
                        <a:lnTo>
                          <a:pt x="728" y="270"/>
                        </a:lnTo>
                        <a:lnTo>
                          <a:pt x="727" y="269"/>
                        </a:lnTo>
                        <a:lnTo>
                          <a:pt x="726" y="269"/>
                        </a:lnTo>
                        <a:lnTo>
                          <a:pt x="727" y="269"/>
                        </a:lnTo>
                        <a:lnTo>
                          <a:pt x="731" y="269"/>
                        </a:lnTo>
                        <a:lnTo>
                          <a:pt x="734" y="266"/>
                        </a:lnTo>
                        <a:lnTo>
                          <a:pt x="737" y="266"/>
                        </a:lnTo>
                        <a:lnTo>
                          <a:pt x="741" y="268"/>
                        </a:lnTo>
                        <a:lnTo>
                          <a:pt x="742" y="266"/>
                        </a:lnTo>
                        <a:lnTo>
                          <a:pt x="741" y="265"/>
                        </a:lnTo>
                        <a:lnTo>
                          <a:pt x="730" y="262"/>
                        </a:lnTo>
                        <a:lnTo>
                          <a:pt x="727" y="262"/>
                        </a:lnTo>
                        <a:lnTo>
                          <a:pt x="724" y="262"/>
                        </a:lnTo>
                        <a:lnTo>
                          <a:pt x="720" y="262"/>
                        </a:lnTo>
                        <a:lnTo>
                          <a:pt x="718" y="261"/>
                        </a:lnTo>
                        <a:lnTo>
                          <a:pt x="716" y="261"/>
                        </a:lnTo>
                        <a:lnTo>
                          <a:pt x="713" y="261"/>
                        </a:lnTo>
                        <a:lnTo>
                          <a:pt x="711" y="261"/>
                        </a:lnTo>
                        <a:lnTo>
                          <a:pt x="711" y="261"/>
                        </a:lnTo>
                        <a:lnTo>
                          <a:pt x="709" y="261"/>
                        </a:lnTo>
                        <a:lnTo>
                          <a:pt x="707" y="261"/>
                        </a:lnTo>
                        <a:lnTo>
                          <a:pt x="705" y="259"/>
                        </a:lnTo>
                        <a:lnTo>
                          <a:pt x="705" y="257"/>
                        </a:lnTo>
                        <a:lnTo>
                          <a:pt x="708" y="257"/>
                        </a:lnTo>
                        <a:lnTo>
                          <a:pt x="709" y="255"/>
                        </a:lnTo>
                        <a:lnTo>
                          <a:pt x="711" y="257"/>
                        </a:lnTo>
                        <a:lnTo>
                          <a:pt x="713" y="255"/>
                        </a:lnTo>
                        <a:lnTo>
                          <a:pt x="712" y="254"/>
                        </a:lnTo>
                        <a:lnTo>
                          <a:pt x="712" y="253"/>
                        </a:lnTo>
                        <a:lnTo>
                          <a:pt x="715" y="251"/>
                        </a:lnTo>
                        <a:lnTo>
                          <a:pt x="718" y="251"/>
                        </a:lnTo>
                        <a:lnTo>
                          <a:pt x="719" y="250"/>
                        </a:lnTo>
                        <a:lnTo>
                          <a:pt x="719" y="253"/>
                        </a:lnTo>
                        <a:lnTo>
                          <a:pt x="720" y="254"/>
                        </a:lnTo>
                        <a:lnTo>
                          <a:pt x="720" y="258"/>
                        </a:lnTo>
                        <a:lnTo>
                          <a:pt x="722" y="258"/>
                        </a:lnTo>
                        <a:lnTo>
                          <a:pt x="723" y="257"/>
                        </a:lnTo>
                        <a:lnTo>
                          <a:pt x="722" y="254"/>
                        </a:lnTo>
                        <a:lnTo>
                          <a:pt x="720" y="251"/>
                        </a:lnTo>
                        <a:lnTo>
                          <a:pt x="722" y="250"/>
                        </a:lnTo>
                        <a:lnTo>
                          <a:pt x="724" y="249"/>
                        </a:lnTo>
                        <a:lnTo>
                          <a:pt x="724" y="247"/>
                        </a:lnTo>
                        <a:lnTo>
                          <a:pt x="723" y="246"/>
                        </a:lnTo>
                        <a:lnTo>
                          <a:pt x="723" y="242"/>
                        </a:lnTo>
                        <a:lnTo>
                          <a:pt x="726" y="242"/>
                        </a:lnTo>
                        <a:lnTo>
                          <a:pt x="727" y="239"/>
                        </a:lnTo>
                        <a:lnTo>
                          <a:pt x="730" y="239"/>
                        </a:lnTo>
                        <a:lnTo>
                          <a:pt x="728" y="236"/>
                        </a:lnTo>
                        <a:lnTo>
                          <a:pt x="727" y="236"/>
                        </a:lnTo>
                        <a:lnTo>
                          <a:pt x="726" y="236"/>
                        </a:lnTo>
                        <a:lnTo>
                          <a:pt x="726" y="235"/>
                        </a:lnTo>
                        <a:lnTo>
                          <a:pt x="728" y="232"/>
                        </a:lnTo>
                        <a:lnTo>
                          <a:pt x="728" y="231"/>
                        </a:lnTo>
                        <a:lnTo>
                          <a:pt x="731" y="230"/>
                        </a:lnTo>
                        <a:lnTo>
                          <a:pt x="732" y="231"/>
                        </a:lnTo>
                        <a:lnTo>
                          <a:pt x="734" y="234"/>
                        </a:lnTo>
                        <a:lnTo>
                          <a:pt x="735" y="235"/>
                        </a:lnTo>
                        <a:lnTo>
                          <a:pt x="735" y="238"/>
                        </a:lnTo>
                        <a:lnTo>
                          <a:pt x="734" y="238"/>
                        </a:lnTo>
                        <a:lnTo>
                          <a:pt x="735" y="240"/>
                        </a:lnTo>
                        <a:lnTo>
                          <a:pt x="737" y="242"/>
                        </a:lnTo>
                        <a:lnTo>
                          <a:pt x="738" y="250"/>
                        </a:lnTo>
                        <a:lnTo>
                          <a:pt x="737" y="253"/>
                        </a:lnTo>
                        <a:lnTo>
                          <a:pt x="737" y="254"/>
                        </a:lnTo>
                        <a:lnTo>
                          <a:pt x="739" y="255"/>
                        </a:lnTo>
                        <a:lnTo>
                          <a:pt x="742" y="253"/>
                        </a:lnTo>
                        <a:lnTo>
                          <a:pt x="741" y="251"/>
                        </a:lnTo>
                        <a:lnTo>
                          <a:pt x="742" y="247"/>
                        </a:lnTo>
                        <a:lnTo>
                          <a:pt x="743" y="247"/>
                        </a:lnTo>
                        <a:lnTo>
                          <a:pt x="743" y="245"/>
                        </a:lnTo>
                        <a:lnTo>
                          <a:pt x="739" y="242"/>
                        </a:lnTo>
                        <a:lnTo>
                          <a:pt x="741" y="240"/>
                        </a:lnTo>
                        <a:lnTo>
                          <a:pt x="742" y="240"/>
                        </a:lnTo>
                        <a:lnTo>
                          <a:pt x="745" y="242"/>
                        </a:lnTo>
                        <a:lnTo>
                          <a:pt x="745" y="239"/>
                        </a:lnTo>
                        <a:lnTo>
                          <a:pt x="742" y="236"/>
                        </a:lnTo>
                        <a:lnTo>
                          <a:pt x="741" y="234"/>
                        </a:lnTo>
                        <a:lnTo>
                          <a:pt x="742" y="232"/>
                        </a:lnTo>
                        <a:lnTo>
                          <a:pt x="742" y="228"/>
                        </a:lnTo>
                        <a:lnTo>
                          <a:pt x="743" y="227"/>
                        </a:lnTo>
                        <a:lnTo>
                          <a:pt x="746" y="227"/>
                        </a:lnTo>
                        <a:lnTo>
                          <a:pt x="747" y="226"/>
                        </a:lnTo>
                        <a:lnTo>
                          <a:pt x="750" y="226"/>
                        </a:lnTo>
                        <a:lnTo>
                          <a:pt x="750" y="226"/>
                        </a:lnTo>
                        <a:lnTo>
                          <a:pt x="753" y="224"/>
                        </a:lnTo>
                        <a:lnTo>
                          <a:pt x="753" y="224"/>
                        </a:lnTo>
                        <a:lnTo>
                          <a:pt x="754" y="224"/>
                        </a:lnTo>
                        <a:lnTo>
                          <a:pt x="756" y="226"/>
                        </a:lnTo>
                        <a:lnTo>
                          <a:pt x="757" y="227"/>
                        </a:lnTo>
                        <a:lnTo>
                          <a:pt x="760" y="227"/>
                        </a:lnTo>
                        <a:lnTo>
                          <a:pt x="761" y="228"/>
                        </a:lnTo>
                        <a:lnTo>
                          <a:pt x="760" y="234"/>
                        </a:lnTo>
                        <a:lnTo>
                          <a:pt x="758" y="235"/>
                        </a:lnTo>
                        <a:lnTo>
                          <a:pt x="758" y="238"/>
                        </a:lnTo>
                        <a:lnTo>
                          <a:pt x="760" y="238"/>
                        </a:lnTo>
                        <a:lnTo>
                          <a:pt x="761" y="236"/>
                        </a:lnTo>
                        <a:lnTo>
                          <a:pt x="762" y="236"/>
                        </a:lnTo>
                        <a:lnTo>
                          <a:pt x="764" y="235"/>
                        </a:lnTo>
                        <a:lnTo>
                          <a:pt x="764" y="231"/>
                        </a:lnTo>
                        <a:lnTo>
                          <a:pt x="765" y="230"/>
                        </a:lnTo>
                        <a:lnTo>
                          <a:pt x="768" y="231"/>
                        </a:lnTo>
                        <a:lnTo>
                          <a:pt x="770" y="230"/>
                        </a:lnTo>
                        <a:lnTo>
                          <a:pt x="769" y="228"/>
                        </a:lnTo>
                        <a:lnTo>
                          <a:pt x="769" y="227"/>
                        </a:lnTo>
                        <a:lnTo>
                          <a:pt x="770" y="227"/>
                        </a:lnTo>
                        <a:lnTo>
                          <a:pt x="772" y="228"/>
                        </a:lnTo>
                        <a:lnTo>
                          <a:pt x="772" y="231"/>
                        </a:lnTo>
                        <a:lnTo>
                          <a:pt x="772" y="232"/>
                        </a:lnTo>
                        <a:lnTo>
                          <a:pt x="772" y="234"/>
                        </a:lnTo>
                        <a:lnTo>
                          <a:pt x="770" y="232"/>
                        </a:lnTo>
                        <a:lnTo>
                          <a:pt x="772" y="235"/>
                        </a:lnTo>
                        <a:lnTo>
                          <a:pt x="773" y="236"/>
                        </a:lnTo>
                        <a:lnTo>
                          <a:pt x="775" y="239"/>
                        </a:lnTo>
                        <a:lnTo>
                          <a:pt x="775" y="242"/>
                        </a:lnTo>
                        <a:lnTo>
                          <a:pt x="772" y="243"/>
                        </a:lnTo>
                        <a:lnTo>
                          <a:pt x="769" y="247"/>
                        </a:lnTo>
                        <a:lnTo>
                          <a:pt x="769" y="251"/>
                        </a:lnTo>
                        <a:lnTo>
                          <a:pt x="769" y="253"/>
                        </a:lnTo>
                        <a:lnTo>
                          <a:pt x="766" y="254"/>
                        </a:lnTo>
                        <a:lnTo>
                          <a:pt x="764" y="258"/>
                        </a:lnTo>
                        <a:lnTo>
                          <a:pt x="762" y="259"/>
                        </a:lnTo>
                        <a:lnTo>
                          <a:pt x="760" y="262"/>
                        </a:lnTo>
                        <a:lnTo>
                          <a:pt x="760" y="264"/>
                        </a:lnTo>
                        <a:lnTo>
                          <a:pt x="758" y="266"/>
                        </a:lnTo>
                        <a:lnTo>
                          <a:pt x="757" y="266"/>
                        </a:lnTo>
                        <a:lnTo>
                          <a:pt x="756" y="266"/>
                        </a:lnTo>
                        <a:lnTo>
                          <a:pt x="754" y="266"/>
                        </a:lnTo>
                        <a:lnTo>
                          <a:pt x="754" y="268"/>
                        </a:lnTo>
                        <a:lnTo>
                          <a:pt x="757" y="270"/>
                        </a:lnTo>
                        <a:lnTo>
                          <a:pt x="757" y="272"/>
                        </a:lnTo>
                        <a:lnTo>
                          <a:pt x="754" y="276"/>
                        </a:lnTo>
                        <a:lnTo>
                          <a:pt x="753" y="277"/>
                        </a:lnTo>
                        <a:lnTo>
                          <a:pt x="753" y="276"/>
                        </a:lnTo>
                        <a:lnTo>
                          <a:pt x="753" y="274"/>
                        </a:lnTo>
                        <a:lnTo>
                          <a:pt x="750" y="273"/>
                        </a:lnTo>
                        <a:lnTo>
                          <a:pt x="749" y="274"/>
                        </a:lnTo>
                        <a:lnTo>
                          <a:pt x="749" y="276"/>
                        </a:lnTo>
                        <a:lnTo>
                          <a:pt x="747" y="277"/>
                        </a:lnTo>
                        <a:lnTo>
                          <a:pt x="746" y="279"/>
                        </a:lnTo>
                        <a:lnTo>
                          <a:pt x="743" y="280"/>
                        </a:lnTo>
                        <a:lnTo>
                          <a:pt x="742" y="283"/>
                        </a:lnTo>
                        <a:lnTo>
                          <a:pt x="743" y="283"/>
                        </a:lnTo>
                        <a:lnTo>
                          <a:pt x="746" y="283"/>
                        </a:lnTo>
                        <a:lnTo>
                          <a:pt x="746" y="284"/>
                        </a:lnTo>
                        <a:lnTo>
                          <a:pt x="745" y="285"/>
                        </a:lnTo>
                        <a:lnTo>
                          <a:pt x="745" y="287"/>
                        </a:lnTo>
                        <a:lnTo>
                          <a:pt x="745" y="289"/>
                        </a:lnTo>
                        <a:lnTo>
                          <a:pt x="743" y="291"/>
                        </a:lnTo>
                        <a:lnTo>
                          <a:pt x="742" y="288"/>
                        </a:lnTo>
                        <a:lnTo>
                          <a:pt x="742" y="285"/>
                        </a:lnTo>
                        <a:lnTo>
                          <a:pt x="741" y="284"/>
                        </a:lnTo>
                        <a:lnTo>
                          <a:pt x="741" y="285"/>
                        </a:lnTo>
                        <a:lnTo>
                          <a:pt x="739" y="287"/>
                        </a:lnTo>
                        <a:lnTo>
                          <a:pt x="741" y="289"/>
                        </a:lnTo>
                        <a:lnTo>
                          <a:pt x="738" y="292"/>
                        </a:lnTo>
                        <a:lnTo>
                          <a:pt x="731" y="291"/>
                        </a:lnTo>
                        <a:lnTo>
                          <a:pt x="731" y="289"/>
                        </a:lnTo>
                        <a:lnTo>
                          <a:pt x="730" y="288"/>
                        </a:lnTo>
                        <a:lnTo>
                          <a:pt x="728" y="289"/>
                        </a:lnTo>
                        <a:lnTo>
                          <a:pt x="726" y="289"/>
                        </a:lnTo>
                        <a:lnTo>
                          <a:pt x="726" y="288"/>
                        </a:lnTo>
                        <a:lnTo>
                          <a:pt x="727" y="285"/>
                        </a:lnTo>
                        <a:lnTo>
                          <a:pt x="724" y="287"/>
                        </a:lnTo>
                        <a:lnTo>
                          <a:pt x="723" y="288"/>
                        </a:lnTo>
                        <a:lnTo>
                          <a:pt x="722" y="289"/>
                        </a:lnTo>
                        <a:lnTo>
                          <a:pt x="722" y="289"/>
                        </a:lnTo>
                        <a:close/>
                        <a:moveTo>
                          <a:pt x="537" y="211"/>
                        </a:moveTo>
                        <a:lnTo>
                          <a:pt x="535" y="211"/>
                        </a:lnTo>
                        <a:lnTo>
                          <a:pt x="537" y="207"/>
                        </a:lnTo>
                        <a:lnTo>
                          <a:pt x="542" y="202"/>
                        </a:lnTo>
                        <a:lnTo>
                          <a:pt x="546" y="201"/>
                        </a:lnTo>
                        <a:lnTo>
                          <a:pt x="549" y="200"/>
                        </a:lnTo>
                        <a:lnTo>
                          <a:pt x="550" y="198"/>
                        </a:lnTo>
                        <a:lnTo>
                          <a:pt x="554" y="196"/>
                        </a:lnTo>
                        <a:lnTo>
                          <a:pt x="559" y="196"/>
                        </a:lnTo>
                        <a:lnTo>
                          <a:pt x="561" y="194"/>
                        </a:lnTo>
                        <a:lnTo>
                          <a:pt x="563" y="194"/>
                        </a:lnTo>
                        <a:lnTo>
                          <a:pt x="567" y="193"/>
                        </a:lnTo>
                        <a:lnTo>
                          <a:pt x="568" y="194"/>
                        </a:lnTo>
                        <a:lnTo>
                          <a:pt x="568" y="196"/>
                        </a:lnTo>
                        <a:lnTo>
                          <a:pt x="564" y="198"/>
                        </a:lnTo>
                        <a:lnTo>
                          <a:pt x="559" y="201"/>
                        </a:lnTo>
                        <a:lnTo>
                          <a:pt x="550" y="208"/>
                        </a:lnTo>
                        <a:lnTo>
                          <a:pt x="548" y="212"/>
                        </a:lnTo>
                        <a:lnTo>
                          <a:pt x="545" y="212"/>
                        </a:lnTo>
                        <a:lnTo>
                          <a:pt x="544" y="212"/>
                        </a:lnTo>
                        <a:lnTo>
                          <a:pt x="542" y="215"/>
                        </a:lnTo>
                        <a:lnTo>
                          <a:pt x="541" y="215"/>
                        </a:lnTo>
                        <a:lnTo>
                          <a:pt x="540" y="211"/>
                        </a:lnTo>
                        <a:lnTo>
                          <a:pt x="538" y="211"/>
                        </a:lnTo>
                        <a:lnTo>
                          <a:pt x="537" y="211"/>
                        </a:lnTo>
                        <a:lnTo>
                          <a:pt x="537" y="211"/>
                        </a:lnTo>
                        <a:close/>
                        <a:moveTo>
                          <a:pt x="674" y="269"/>
                        </a:moveTo>
                        <a:lnTo>
                          <a:pt x="673" y="268"/>
                        </a:lnTo>
                        <a:lnTo>
                          <a:pt x="674" y="268"/>
                        </a:lnTo>
                        <a:lnTo>
                          <a:pt x="677" y="266"/>
                        </a:lnTo>
                        <a:lnTo>
                          <a:pt x="678" y="264"/>
                        </a:lnTo>
                        <a:lnTo>
                          <a:pt x="678" y="262"/>
                        </a:lnTo>
                        <a:lnTo>
                          <a:pt x="682" y="261"/>
                        </a:lnTo>
                        <a:lnTo>
                          <a:pt x="682" y="259"/>
                        </a:lnTo>
                        <a:lnTo>
                          <a:pt x="685" y="259"/>
                        </a:lnTo>
                        <a:lnTo>
                          <a:pt x="685" y="262"/>
                        </a:lnTo>
                        <a:lnTo>
                          <a:pt x="686" y="264"/>
                        </a:lnTo>
                        <a:lnTo>
                          <a:pt x="686" y="268"/>
                        </a:lnTo>
                        <a:lnTo>
                          <a:pt x="685" y="270"/>
                        </a:lnTo>
                        <a:lnTo>
                          <a:pt x="682" y="272"/>
                        </a:lnTo>
                        <a:lnTo>
                          <a:pt x="681" y="272"/>
                        </a:lnTo>
                        <a:lnTo>
                          <a:pt x="679" y="273"/>
                        </a:lnTo>
                        <a:lnTo>
                          <a:pt x="677" y="273"/>
                        </a:lnTo>
                        <a:lnTo>
                          <a:pt x="675" y="270"/>
                        </a:lnTo>
                        <a:lnTo>
                          <a:pt x="674" y="269"/>
                        </a:lnTo>
                        <a:lnTo>
                          <a:pt x="674" y="269"/>
                        </a:lnTo>
                        <a:close/>
                        <a:moveTo>
                          <a:pt x="564" y="265"/>
                        </a:moveTo>
                        <a:lnTo>
                          <a:pt x="565" y="262"/>
                        </a:lnTo>
                        <a:lnTo>
                          <a:pt x="564" y="259"/>
                        </a:lnTo>
                        <a:lnTo>
                          <a:pt x="565" y="255"/>
                        </a:lnTo>
                        <a:lnTo>
                          <a:pt x="569" y="254"/>
                        </a:lnTo>
                        <a:lnTo>
                          <a:pt x="573" y="255"/>
                        </a:lnTo>
                        <a:lnTo>
                          <a:pt x="576" y="254"/>
                        </a:lnTo>
                        <a:lnTo>
                          <a:pt x="579" y="255"/>
                        </a:lnTo>
                        <a:lnTo>
                          <a:pt x="582" y="254"/>
                        </a:lnTo>
                        <a:lnTo>
                          <a:pt x="586" y="253"/>
                        </a:lnTo>
                        <a:lnTo>
                          <a:pt x="590" y="253"/>
                        </a:lnTo>
                        <a:lnTo>
                          <a:pt x="594" y="254"/>
                        </a:lnTo>
                        <a:lnTo>
                          <a:pt x="598" y="254"/>
                        </a:lnTo>
                        <a:lnTo>
                          <a:pt x="599" y="255"/>
                        </a:lnTo>
                        <a:lnTo>
                          <a:pt x="602" y="253"/>
                        </a:lnTo>
                        <a:lnTo>
                          <a:pt x="609" y="253"/>
                        </a:lnTo>
                        <a:lnTo>
                          <a:pt x="609" y="251"/>
                        </a:lnTo>
                        <a:lnTo>
                          <a:pt x="612" y="250"/>
                        </a:lnTo>
                        <a:lnTo>
                          <a:pt x="610" y="249"/>
                        </a:lnTo>
                        <a:lnTo>
                          <a:pt x="607" y="250"/>
                        </a:lnTo>
                        <a:lnTo>
                          <a:pt x="605" y="250"/>
                        </a:lnTo>
                        <a:lnTo>
                          <a:pt x="603" y="249"/>
                        </a:lnTo>
                        <a:lnTo>
                          <a:pt x="599" y="250"/>
                        </a:lnTo>
                        <a:lnTo>
                          <a:pt x="597" y="250"/>
                        </a:lnTo>
                        <a:lnTo>
                          <a:pt x="597" y="249"/>
                        </a:lnTo>
                        <a:lnTo>
                          <a:pt x="595" y="247"/>
                        </a:lnTo>
                        <a:lnTo>
                          <a:pt x="593" y="249"/>
                        </a:lnTo>
                        <a:lnTo>
                          <a:pt x="590" y="249"/>
                        </a:lnTo>
                        <a:lnTo>
                          <a:pt x="587" y="250"/>
                        </a:lnTo>
                        <a:lnTo>
                          <a:pt x="586" y="249"/>
                        </a:lnTo>
                        <a:lnTo>
                          <a:pt x="583" y="249"/>
                        </a:lnTo>
                        <a:lnTo>
                          <a:pt x="579" y="249"/>
                        </a:lnTo>
                        <a:lnTo>
                          <a:pt x="579" y="246"/>
                        </a:lnTo>
                        <a:lnTo>
                          <a:pt x="583" y="243"/>
                        </a:lnTo>
                        <a:lnTo>
                          <a:pt x="586" y="240"/>
                        </a:lnTo>
                        <a:lnTo>
                          <a:pt x="584" y="240"/>
                        </a:lnTo>
                        <a:lnTo>
                          <a:pt x="582" y="242"/>
                        </a:lnTo>
                        <a:lnTo>
                          <a:pt x="579" y="243"/>
                        </a:lnTo>
                        <a:lnTo>
                          <a:pt x="578" y="240"/>
                        </a:lnTo>
                        <a:lnTo>
                          <a:pt x="576" y="242"/>
                        </a:lnTo>
                        <a:lnTo>
                          <a:pt x="576" y="245"/>
                        </a:lnTo>
                        <a:lnTo>
                          <a:pt x="572" y="247"/>
                        </a:lnTo>
                        <a:lnTo>
                          <a:pt x="571" y="249"/>
                        </a:lnTo>
                        <a:lnTo>
                          <a:pt x="568" y="249"/>
                        </a:lnTo>
                        <a:lnTo>
                          <a:pt x="565" y="247"/>
                        </a:lnTo>
                        <a:lnTo>
                          <a:pt x="565" y="245"/>
                        </a:lnTo>
                        <a:lnTo>
                          <a:pt x="567" y="243"/>
                        </a:lnTo>
                        <a:lnTo>
                          <a:pt x="564" y="243"/>
                        </a:lnTo>
                        <a:lnTo>
                          <a:pt x="563" y="242"/>
                        </a:lnTo>
                        <a:lnTo>
                          <a:pt x="563" y="246"/>
                        </a:lnTo>
                        <a:lnTo>
                          <a:pt x="561" y="247"/>
                        </a:lnTo>
                        <a:lnTo>
                          <a:pt x="559" y="246"/>
                        </a:lnTo>
                        <a:lnTo>
                          <a:pt x="559" y="242"/>
                        </a:lnTo>
                        <a:lnTo>
                          <a:pt x="554" y="240"/>
                        </a:lnTo>
                        <a:lnTo>
                          <a:pt x="556" y="238"/>
                        </a:lnTo>
                        <a:lnTo>
                          <a:pt x="554" y="238"/>
                        </a:lnTo>
                        <a:lnTo>
                          <a:pt x="554" y="240"/>
                        </a:lnTo>
                        <a:lnTo>
                          <a:pt x="552" y="240"/>
                        </a:lnTo>
                        <a:lnTo>
                          <a:pt x="549" y="236"/>
                        </a:lnTo>
                        <a:lnTo>
                          <a:pt x="545" y="232"/>
                        </a:lnTo>
                        <a:lnTo>
                          <a:pt x="545" y="231"/>
                        </a:lnTo>
                        <a:lnTo>
                          <a:pt x="548" y="231"/>
                        </a:lnTo>
                        <a:lnTo>
                          <a:pt x="548" y="228"/>
                        </a:lnTo>
                        <a:lnTo>
                          <a:pt x="546" y="227"/>
                        </a:lnTo>
                        <a:lnTo>
                          <a:pt x="552" y="223"/>
                        </a:lnTo>
                        <a:lnTo>
                          <a:pt x="554" y="223"/>
                        </a:lnTo>
                        <a:lnTo>
                          <a:pt x="557" y="223"/>
                        </a:lnTo>
                        <a:lnTo>
                          <a:pt x="561" y="223"/>
                        </a:lnTo>
                        <a:lnTo>
                          <a:pt x="565" y="226"/>
                        </a:lnTo>
                        <a:lnTo>
                          <a:pt x="568" y="226"/>
                        </a:lnTo>
                        <a:lnTo>
                          <a:pt x="571" y="224"/>
                        </a:lnTo>
                        <a:lnTo>
                          <a:pt x="575" y="224"/>
                        </a:lnTo>
                        <a:lnTo>
                          <a:pt x="578" y="221"/>
                        </a:lnTo>
                        <a:lnTo>
                          <a:pt x="575" y="220"/>
                        </a:lnTo>
                        <a:lnTo>
                          <a:pt x="573" y="219"/>
                        </a:lnTo>
                        <a:lnTo>
                          <a:pt x="571" y="219"/>
                        </a:lnTo>
                        <a:lnTo>
                          <a:pt x="568" y="220"/>
                        </a:lnTo>
                        <a:lnTo>
                          <a:pt x="564" y="217"/>
                        </a:lnTo>
                        <a:lnTo>
                          <a:pt x="560" y="217"/>
                        </a:lnTo>
                        <a:lnTo>
                          <a:pt x="560" y="217"/>
                        </a:lnTo>
                        <a:lnTo>
                          <a:pt x="564" y="213"/>
                        </a:lnTo>
                        <a:lnTo>
                          <a:pt x="567" y="209"/>
                        </a:lnTo>
                        <a:lnTo>
                          <a:pt x="569" y="209"/>
                        </a:lnTo>
                        <a:lnTo>
                          <a:pt x="572" y="209"/>
                        </a:lnTo>
                        <a:lnTo>
                          <a:pt x="578" y="208"/>
                        </a:lnTo>
                        <a:lnTo>
                          <a:pt x="583" y="209"/>
                        </a:lnTo>
                        <a:lnTo>
                          <a:pt x="587" y="209"/>
                        </a:lnTo>
                        <a:lnTo>
                          <a:pt x="588" y="209"/>
                        </a:lnTo>
                        <a:lnTo>
                          <a:pt x="587" y="208"/>
                        </a:lnTo>
                        <a:lnTo>
                          <a:pt x="586" y="208"/>
                        </a:lnTo>
                        <a:lnTo>
                          <a:pt x="583" y="207"/>
                        </a:lnTo>
                        <a:lnTo>
                          <a:pt x="580" y="207"/>
                        </a:lnTo>
                        <a:lnTo>
                          <a:pt x="573" y="204"/>
                        </a:lnTo>
                        <a:lnTo>
                          <a:pt x="572" y="202"/>
                        </a:lnTo>
                        <a:lnTo>
                          <a:pt x="575" y="200"/>
                        </a:lnTo>
                        <a:lnTo>
                          <a:pt x="578" y="197"/>
                        </a:lnTo>
                        <a:lnTo>
                          <a:pt x="579" y="196"/>
                        </a:lnTo>
                        <a:lnTo>
                          <a:pt x="580" y="196"/>
                        </a:lnTo>
                        <a:lnTo>
                          <a:pt x="584" y="194"/>
                        </a:lnTo>
                        <a:lnTo>
                          <a:pt x="587" y="194"/>
                        </a:lnTo>
                        <a:lnTo>
                          <a:pt x="587" y="196"/>
                        </a:lnTo>
                        <a:lnTo>
                          <a:pt x="590" y="196"/>
                        </a:lnTo>
                        <a:lnTo>
                          <a:pt x="593" y="198"/>
                        </a:lnTo>
                        <a:lnTo>
                          <a:pt x="595" y="198"/>
                        </a:lnTo>
                        <a:lnTo>
                          <a:pt x="594" y="196"/>
                        </a:lnTo>
                        <a:lnTo>
                          <a:pt x="591" y="194"/>
                        </a:lnTo>
                        <a:lnTo>
                          <a:pt x="590" y="192"/>
                        </a:lnTo>
                        <a:lnTo>
                          <a:pt x="588" y="190"/>
                        </a:lnTo>
                        <a:lnTo>
                          <a:pt x="591" y="189"/>
                        </a:lnTo>
                        <a:lnTo>
                          <a:pt x="598" y="187"/>
                        </a:lnTo>
                        <a:lnTo>
                          <a:pt x="601" y="187"/>
                        </a:lnTo>
                        <a:lnTo>
                          <a:pt x="605" y="187"/>
                        </a:lnTo>
                        <a:lnTo>
                          <a:pt x="607" y="190"/>
                        </a:lnTo>
                        <a:lnTo>
                          <a:pt x="609" y="194"/>
                        </a:lnTo>
                        <a:lnTo>
                          <a:pt x="607" y="196"/>
                        </a:lnTo>
                        <a:lnTo>
                          <a:pt x="605" y="200"/>
                        </a:lnTo>
                        <a:lnTo>
                          <a:pt x="606" y="201"/>
                        </a:lnTo>
                        <a:lnTo>
                          <a:pt x="612" y="201"/>
                        </a:lnTo>
                        <a:lnTo>
                          <a:pt x="613" y="200"/>
                        </a:lnTo>
                        <a:lnTo>
                          <a:pt x="614" y="201"/>
                        </a:lnTo>
                        <a:lnTo>
                          <a:pt x="617" y="201"/>
                        </a:lnTo>
                        <a:lnTo>
                          <a:pt x="617" y="202"/>
                        </a:lnTo>
                        <a:lnTo>
                          <a:pt x="617" y="205"/>
                        </a:lnTo>
                        <a:lnTo>
                          <a:pt x="620" y="207"/>
                        </a:lnTo>
                        <a:lnTo>
                          <a:pt x="620" y="208"/>
                        </a:lnTo>
                        <a:lnTo>
                          <a:pt x="617" y="209"/>
                        </a:lnTo>
                        <a:lnTo>
                          <a:pt x="617" y="211"/>
                        </a:lnTo>
                        <a:lnTo>
                          <a:pt x="618" y="215"/>
                        </a:lnTo>
                        <a:lnTo>
                          <a:pt x="620" y="220"/>
                        </a:lnTo>
                        <a:lnTo>
                          <a:pt x="618" y="223"/>
                        </a:lnTo>
                        <a:lnTo>
                          <a:pt x="616" y="221"/>
                        </a:lnTo>
                        <a:lnTo>
                          <a:pt x="613" y="223"/>
                        </a:lnTo>
                        <a:lnTo>
                          <a:pt x="613" y="224"/>
                        </a:lnTo>
                        <a:lnTo>
                          <a:pt x="616" y="223"/>
                        </a:lnTo>
                        <a:lnTo>
                          <a:pt x="620" y="224"/>
                        </a:lnTo>
                        <a:lnTo>
                          <a:pt x="621" y="224"/>
                        </a:lnTo>
                        <a:lnTo>
                          <a:pt x="620" y="231"/>
                        </a:lnTo>
                        <a:lnTo>
                          <a:pt x="617" y="232"/>
                        </a:lnTo>
                        <a:lnTo>
                          <a:pt x="617" y="238"/>
                        </a:lnTo>
                        <a:lnTo>
                          <a:pt x="618" y="239"/>
                        </a:lnTo>
                        <a:lnTo>
                          <a:pt x="621" y="238"/>
                        </a:lnTo>
                        <a:lnTo>
                          <a:pt x="624" y="235"/>
                        </a:lnTo>
                        <a:lnTo>
                          <a:pt x="624" y="236"/>
                        </a:lnTo>
                        <a:lnTo>
                          <a:pt x="625" y="239"/>
                        </a:lnTo>
                        <a:lnTo>
                          <a:pt x="628" y="239"/>
                        </a:lnTo>
                        <a:lnTo>
                          <a:pt x="629" y="239"/>
                        </a:lnTo>
                        <a:lnTo>
                          <a:pt x="635" y="240"/>
                        </a:lnTo>
                        <a:lnTo>
                          <a:pt x="637" y="243"/>
                        </a:lnTo>
                        <a:lnTo>
                          <a:pt x="639" y="243"/>
                        </a:lnTo>
                        <a:lnTo>
                          <a:pt x="639" y="240"/>
                        </a:lnTo>
                        <a:lnTo>
                          <a:pt x="637" y="240"/>
                        </a:lnTo>
                        <a:lnTo>
                          <a:pt x="641" y="238"/>
                        </a:lnTo>
                        <a:lnTo>
                          <a:pt x="640" y="234"/>
                        </a:lnTo>
                        <a:lnTo>
                          <a:pt x="639" y="231"/>
                        </a:lnTo>
                        <a:lnTo>
                          <a:pt x="639" y="228"/>
                        </a:lnTo>
                        <a:lnTo>
                          <a:pt x="637" y="226"/>
                        </a:lnTo>
                        <a:lnTo>
                          <a:pt x="637" y="224"/>
                        </a:lnTo>
                        <a:lnTo>
                          <a:pt x="640" y="224"/>
                        </a:lnTo>
                        <a:lnTo>
                          <a:pt x="644" y="223"/>
                        </a:lnTo>
                        <a:lnTo>
                          <a:pt x="647" y="223"/>
                        </a:lnTo>
                        <a:lnTo>
                          <a:pt x="648" y="219"/>
                        </a:lnTo>
                        <a:lnTo>
                          <a:pt x="647" y="215"/>
                        </a:lnTo>
                        <a:lnTo>
                          <a:pt x="645" y="213"/>
                        </a:lnTo>
                        <a:lnTo>
                          <a:pt x="645" y="211"/>
                        </a:lnTo>
                        <a:lnTo>
                          <a:pt x="644" y="207"/>
                        </a:lnTo>
                        <a:lnTo>
                          <a:pt x="647" y="204"/>
                        </a:lnTo>
                        <a:lnTo>
                          <a:pt x="648" y="202"/>
                        </a:lnTo>
                        <a:lnTo>
                          <a:pt x="650" y="202"/>
                        </a:lnTo>
                        <a:lnTo>
                          <a:pt x="654" y="202"/>
                        </a:lnTo>
                        <a:lnTo>
                          <a:pt x="652" y="201"/>
                        </a:lnTo>
                        <a:lnTo>
                          <a:pt x="654" y="198"/>
                        </a:lnTo>
                        <a:lnTo>
                          <a:pt x="656" y="197"/>
                        </a:lnTo>
                        <a:lnTo>
                          <a:pt x="663" y="192"/>
                        </a:lnTo>
                        <a:lnTo>
                          <a:pt x="665" y="192"/>
                        </a:lnTo>
                        <a:lnTo>
                          <a:pt x="669" y="194"/>
                        </a:lnTo>
                        <a:lnTo>
                          <a:pt x="669" y="196"/>
                        </a:lnTo>
                        <a:lnTo>
                          <a:pt x="670" y="197"/>
                        </a:lnTo>
                        <a:lnTo>
                          <a:pt x="669" y="200"/>
                        </a:lnTo>
                        <a:lnTo>
                          <a:pt x="666" y="200"/>
                        </a:lnTo>
                        <a:lnTo>
                          <a:pt x="665" y="201"/>
                        </a:lnTo>
                        <a:lnTo>
                          <a:pt x="665" y="204"/>
                        </a:lnTo>
                        <a:lnTo>
                          <a:pt x="663" y="207"/>
                        </a:lnTo>
                        <a:lnTo>
                          <a:pt x="663" y="209"/>
                        </a:lnTo>
                        <a:lnTo>
                          <a:pt x="665" y="211"/>
                        </a:lnTo>
                        <a:lnTo>
                          <a:pt x="665" y="217"/>
                        </a:lnTo>
                        <a:lnTo>
                          <a:pt x="663" y="219"/>
                        </a:lnTo>
                        <a:lnTo>
                          <a:pt x="662" y="219"/>
                        </a:lnTo>
                        <a:lnTo>
                          <a:pt x="658" y="223"/>
                        </a:lnTo>
                        <a:lnTo>
                          <a:pt x="655" y="224"/>
                        </a:lnTo>
                        <a:lnTo>
                          <a:pt x="655" y="226"/>
                        </a:lnTo>
                        <a:lnTo>
                          <a:pt x="656" y="226"/>
                        </a:lnTo>
                        <a:lnTo>
                          <a:pt x="659" y="224"/>
                        </a:lnTo>
                        <a:lnTo>
                          <a:pt x="663" y="224"/>
                        </a:lnTo>
                        <a:lnTo>
                          <a:pt x="665" y="226"/>
                        </a:lnTo>
                        <a:lnTo>
                          <a:pt x="662" y="230"/>
                        </a:lnTo>
                        <a:lnTo>
                          <a:pt x="658" y="232"/>
                        </a:lnTo>
                        <a:lnTo>
                          <a:pt x="654" y="235"/>
                        </a:lnTo>
                        <a:lnTo>
                          <a:pt x="652" y="238"/>
                        </a:lnTo>
                        <a:lnTo>
                          <a:pt x="654" y="239"/>
                        </a:lnTo>
                        <a:lnTo>
                          <a:pt x="655" y="236"/>
                        </a:lnTo>
                        <a:lnTo>
                          <a:pt x="660" y="234"/>
                        </a:lnTo>
                        <a:lnTo>
                          <a:pt x="662" y="232"/>
                        </a:lnTo>
                        <a:lnTo>
                          <a:pt x="665" y="232"/>
                        </a:lnTo>
                        <a:lnTo>
                          <a:pt x="667" y="234"/>
                        </a:lnTo>
                        <a:lnTo>
                          <a:pt x="667" y="238"/>
                        </a:lnTo>
                        <a:lnTo>
                          <a:pt x="665" y="242"/>
                        </a:lnTo>
                        <a:lnTo>
                          <a:pt x="666" y="243"/>
                        </a:lnTo>
                        <a:lnTo>
                          <a:pt x="669" y="240"/>
                        </a:lnTo>
                        <a:lnTo>
                          <a:pt x="670" y="240"/>
                        </a:lnTo>
                        <a:lnTo>
                          <a:pt x="671" y="239"/>
                        </a:lnTo>
                        <a:lnTo>
                          <a:pt x="670" y="238"/>
                        </a:lnTo>
                        <a:lnTo>
                          <a:pt x="673" y="235"/>
                        </a:lnTo>
                        <a:lnTo>
                          <a:pt x="673" y="232"/>
                        </a:lnTo>
                        <a:lnTo>
                          <a:pt x="677" y="230"/>
                        </a:lnTo>
                        <a:lnTo>
                          <a:pt x="678" y="230"/>
                        </a:lnTo>
                        <a:lnTo>
                          <a:pt x="682" y="231"/>
                        </a:lnTo>
                        <a:lnTo>
                          <a:pt x="684" y="236"/>
                        </a:lnTo>
                        <a:lnTo>
                          <a:pt x="685" y="238"/>
                        </a:lnTo>
                        <a:lnTo>
                          <a:pt x="685" y="242"/>
                        </a:lnTo>
                        <a:lnTo>
                          <a:pt x="681" y="249"/>
                        </a:lnTo>
                        <a:lnTo>
                          <a:pt x="677" y="251"/>
                        </a:lnTo>
                        <a:lnTo>
                          <a:pt x="674" y="253"/>
                        </a:lnTo>
                        <a:lnTo>
                          <a:pt x="673" y="253"/>
                        </a:lnTo>
                        <a:lnTo>
                          <a:pt x="673" y="254"/>
                        </a:lnTo>
                        <a:lnTo>
                          <a:pt x="673" y="257"/>
                        </a:lnTo>
                        <a:lnTo>
                          <a:pt x="670" y="261"/>
                        </a:lnTo>
                        <a:lnTo>
                          <a:pt x="667" y="261"/>
                        </a:lnTo>
                        <a:lnTo>
                          <a:pt x="665" y="262"/>
                        </a:lnTo>
                        <a:lnTo>
                          <a:pt x="665" y="265"/>
                        </a:lnTo>
                        <a:lnTo>
                          <a:pt x="663" y="266"/>
                        </a:lnTo>
                        <a:lnTo>
                          <a:pt x="662" y="266"/>
                        </a:lnTo>
                        <a:lnTo>
                          <a:pt x="660" y="268"/>
                        </a:lnTo>
                        <a:lnTo>
                          <a:pt x="660" y="269"/>
                        </a:lnTo>
                        <a:lnTo>
                          <a:pt x="659" y="269"/>
                        </a:lnTo>
                        <a:lnTo>
                          <a:pt x="658" y="268"/>
                        </a:lnTo>
                        <a:lnTo>
                          <a:pt x="655" y="269"/>
                        </a:lnTo>
                        <a:lnTo>
                          <a:pt x="652" y="268"/>
                        </a:lnTo>
                        <a:lnTo>
                          <a:pt x="648" y="270"/>
                        </a:lnTo>
                        <a:lnTo>
                          <a:pt x="644" y="272"/>
                        </a:lnTo>
                        <a:lnTo>
                          <a:pt x="641" y="270"/>
                        </a:lnTo>
                        <a:lnTo>
                          <a:pt x="640" y="268"/>
                        </a:lnTo>
                        <a:lnTo>
                          <a:pt x="641" y="265"/>
                        </a:lnTo>
                        <a:lnTo>
                          <a:pt x="641" y="264"/>
                        </a:lnTo>
                        <a:lnTo>
                          <a:pt x="640" y="264"/>
                        </a:lnTo>
                        <a:lnTo>
                          <a:pt x="637" y="265"/>
                        </a:lnTo>
                        <a:lnTo>
                          <a:pt x="637" y="266"/>
                        </a:lnTo>
                        <a:lnTo>
                          <a:pt x="635" y="268"/>
                        </a:lnTo>
                        <a:lnTo>
                          <a:pt x="631" y="266"/>
                        </a:lnTo>
                        <a:lnTo>
                          <a:pt x="631" y="265"/>
                        </a:lnTo>
                        <a:lnTo>
                          <a:pt x="632" y="264"/>
                        </a:lnTo>
                        <a:lnTo>
                          <a:pt x="632" y="261"/>
                        </a:lnTo>
                        <a:lnTo>
                          <a:pt x="629" y="261"/>
                        </a:lnTo>
                        <a:lnTo>
                          <a:pt x="629" y="262"/>
                        </a:lnTo>
                        <a:lnTo>
                          <a:pt x="628" y="264"/>
                        </a:lnTo>
                        <a:lnTo>
                          <a:pt x="625" y="264"/>
                        </a:lnTo>
                        <a:lnTo>
                          <a:pt x="621" y="265"/>
                        </a:lnTo>
                        <a:lnTo>
                          <a:pt x="620" y="266"/>
                        </a:lnTo>
                        <a:lnTo>
                          <a:pt x="617" y="266"/>
                        </a:lnTo>
                        <a:lnTo>
                          <a:pt x="616" y="265"/>
                        </a:lnTo>
                        <a:lnTo>
                          <a:pt x="613" y="266"/>
                        </a:lnTo>
                        <a:lnTo>
                          <a:pt x="610" y="265"/>
                        </a:lnTo>
                        <a:lnTo>
                          <a:pt x="609" y="266"/>
                        </a:lnTo>
                        <a:lnTo>
                          <a:pt x="607" y="266"/>
                        </a:lnTo>
                        <a:lnTo>
                          <a:pt x="605" y="268"/>
                        </a:lnTo>
                        <a:lnTo>
                          <a:pt x="605" y="269"/>
                        </a:lnTo>
                        <a:lnTo>
                          <a:pt x="603" y="270"/>
                        </a:lnTo>
                        <a:lnTo>
                          <a:pt x="601" y="270"/>
                        </a:lnTo>
                        <a:lnTo>
                          <a:pt x="599" y="272"/>
                        </a:lnTo>
                        <a:lnTo>
                          <a:pt x="597" y="273"/>
                        </a:lnTo>
                        <a:lnTo>
                          <a:pt x="595" y="273"/>
                        </a:lnTo>
                        <a:lnTo>
                          <a:pt x="593" y="274"/>
                        </a:lnTo>
                        <a:lnTo>
                          <a:pt x="590" y="274"/>
                        </a:lnTo>
                        <a:lnTo>
                          <a:pt x="588" y="272"/>
                        </a:lnTo>
                        <a:lnTo>
                          <a:pt x="584" y="273"/>
                        </a:lnTo>
                        <a:lnTo>
                          <a:pt x="580" y="273"/>
                        </a:lnTo>
                        <a:lnTo>
                          <a:pt x="576" y="273"/>
                        </a:lnTo>
                        <a:lnTo>
                          <a:pt x="572" y="272"/>
                        </a:lnTo>
                        <a:lnTo>
                          <a:pt x="569" y="270"/>
                        </a:lnTo>
                        <a:lnTo>
                          <a:pt x="567" y="268"/>
                        </a:lnTo>
                        <a:lnTo>
                          <a:pt x="564" y="265"/>
                        </a:lnTo>
                        <a:lnTo>
                          <a:pt x="564" y="265"/>
                        </a:lnTo>
                        <a:close/>
                        <a:moveTo>
                          <a:pt x="396" y="355"/>
                        </a:moveTo>
                        <a:lnTo>
                          <a:pt x="396" y="349"/>
                        </a:lnTo>
                        <a:lnTo>
                          <a:pt x="397" y="344"/>
                        </a:lnTo>
                        <a:lnTo>
                          <a:pt x="396" y="341"/>
                        </a:lnTo>
                        <a:lnTo>
                          <a:pt x="397" y="337"/>
                        </a:lnTo>
                        <a:lnTo>
                          <a:pt x="397" y="333"/>
                        </a:lnTo>
                        <a:lnTo>
                          <a:pt x="396" y="331"/>
                        </a:lnTo>
                        <a:lnTo>
                          <a:pt x="393" y="325"/>
                        </a:lnTo>
                        <a:lnTo>
                          <a:pt x="397" y="325"/>
                        </a:lnTo>
                        <a:lnTo>
                          <a:pt x="397" y="323"/>
                        </a:lnTo>
                        <a:lnTo>
                          <a:pt x="391" y="323"/>
                        </a:lnTo>
                        <a:lnTo>
                          <a:pt x="387" y="321"/>
                        </a:lnTo>
                        <a:lnTo>
                          <a:pt x="387" y="319"/>
                        </a:lnTo>
                        <a:lnTo>
                          <a:pt x="389" y="319"/>
                        </a:lnTo>
                        <a:lnTo>
                          <a:pt x="391" y="318"/>
                        </a:lnTo>
                        <a:lnTo>
                          <a:pt x="396" y="315"/>
                        </a:lnTo>
                        <a:lnTo>
                          <a:pt x="396" y="314"/>
                        </a:lnTo>
                        <a:lnTo>
                          <a:pt x="398" y="314"/>
                        </a:lnTo>
                        <a:lnTo>
                          <a:pt x="400" y="311"/>
                        </a:lnTo>
                        <a:lnTo>
                          <a:pt x="402" y="310"/>
                        </a:lnTo>
                        <a:lnTo>
                          <a:pt x="404" y="306"/>
                        </a:lnTo>
                        <a:lnTo>
                          <a:pt x="409" y="304"/>
                        </a:lnTo>
                        <a:lnTo>
                          <a:pt x="409" y="303"/>
                        </a:lnTo>
                        <a:lnTo>
                          <a:pt x="412" y="303"/>
                        </a:lnTo>
                        <a:lnTo>
                          <a:pt x="415" y="299"/>
                        </a:lnTo>
                        <a:lnTo>
                          <a:pt x="415" y="295"/>
                        </a:lnTo>
                        <a:lnTo>
                          <a:pt x="415" y="296"/>
                        </a:lnTo>
                        <a:lnTo>
                          <a:pt x="423" y="298"/>
                        </a:lnTo>
                        <a:lnTo>
                          <a:pt x="423" y="293"/>
                        </a:lnTo>
                        <a:lnTo>
                          <a:pt x="421" y="289"/>
                        </a:lnTo>
                        <a:lnTo>
                          <a:pt x="421" y="287"/>
                        </a:lnTo>
                        <a:lnTo>
                          <a:pt x="424" y="285"/>
                        </a:lnTo>
                        <a:lnTo>
                          <a:pt x="431" y="281"/>
                        </a:lnTo>
                        <a:lnTo>
                          <a:pt x="434" y="277"/>
                        </a:lnTo>
                        <a:lnTo>
                          <a:pt x="439" y="276"/>
                        </a:lnTo>
                        <a:lnTo>
                          <a:pt x="440" y="273"/>
                        </a:lnTo>
                        <a:lnTo>
                          <a:pt x="444" y="269"/>
                        </a:lnTo>
                        <a:lnTo>
                          <a:pt x="447" y="269"/>
                        </a:lnTo>
                        <a:lnTo>
                          <a:pt x="450" y="266"/>
                        </a:lnTo>
                        <a:lnTo>
                          <a:pt x="447" y="264"/>
                        </a:lnTo>
                        <a:lnTo>
                          <a:pt x="449" y="258"/>
                        </a:lnTo>
                        <a:lnTo>
                          <a:pt x="449" y="254"/>
                        </a:lnTo>
                        <a:lnTo>
                          <a:pt x="450" y="251"/>
                        </a:lnTo>
                        <a:lnTo>
                          <a:pt x="449" y="250"/>
                        </a:lnTo>
                        <a:lnTo>
                          <a:pt x="450" y="249"/>
                        </a:lnTo>
                        <a:lnTo>
                          <a:pt x="454" y="247"/>
                        </a:lnTo>
                        <a:lnTo>
                          <a:pt x="457" y="247"/>
                        </a:lnTo>
                        <a:lnTo>
                          <a:pt x="465" y="247"/>
                        </a:lnTo>
                        <a:lnTo>
                          <a:pt x="466" y="247"/>
                        </a:lnTo>
                        <a:lnTo>
                          <a:pt x="476" y="247"/>
                        </a:lnTo>
                        <a:lnTo>
                          <a:pt x="482" y="245"/>
                        </a:lnTo>
                        <a:lnTo>
                          <a:pt x="491" y="247"/>
                        </a:lnTo>
                        <a:lnTo>
                          <a:pt x="489" y="250"/>
                        </a:lnTo>
                        <a:lnTo>
                          <a:pt x="492" y="251"/>
                        </a:lnTo>
                        <a:lnTo>
                          <a:pt x="493" y="255"/>
                        </a:lnTo>
                        <a:lnTo>
                          <a:pt x="500" y="259"/>
                        </a:lnTo>
                        <a:lnTo>
                          <a:pt x="501" y="261"/>
                        </a:lnTo>
                        <a:lnTo>
                          <a:pt x="499" y="264"/>
                        </a:lnTo>
                        <a:lnTo>
                          <a:pt x="501" y="262"/>
                        </a:lnTo>
                        <a:lnTo>
                          <a:pt x="504" y="261"/>
                        </a:lnTo>
                        <a:lnTo>
                          <a:pt x="507" y="264"/>
                        </a:lnTo>
                        <a:lnTo>
                          <a:pt x="506" y="266"/>
                        </a:lnTo>
                        <a:lnTo>
                          <a:pt x="501" y="270"/>
                        </a:lnTo>
                        <a:lnTo>
                          <a:pt x="503" y="272"/>
                        </a:lnTo>
                        <a:lnTo>
                          <a:pt x="508" y="269"/>
                        </a:lnTo>
                        <a:lnTo>
                          <a:pt x="508" y="266"/>
                        </a:lnTo>
                        <a:lnTo>
                          <a:pt x="510" y="264"/>
                        </a:lnTo>
                        <a:lnTo>
                          <a:pt x="514" y="264"/>
                        </a:lnTo>
                        <a:lnTo>
                          <a:pt x="518" y="264"/>
                        </a:lnTo>
                        <a:lnTo>
                          <a:pt x="519" y="264"/>
                        </a:lnTo>
                        <a:lnTo>
                          <a:pt x="521" y="266"/>
                        </a:lnTo>
                        <a:lnTo>
                          <a:pt x="525" y="272"/>
                        </a:lnTo>
                        <a:lnTo>
                          <a:pt x="526" y="279"/>
                        </a:lnTo>
                        <a:lnTo>
                          <a:pt x="525" y="281"/>
                        </a:lnTo>
                        <a:lnTo>
                          <a:pt x="527" y="287"/>
                        </a:lnTo>
                        <a:lnTo>
                          <a:pt x="526" y="291"/>
                        </a:lnTo>
                        <a:lnTo>
                          <a:pt x="526" y="292"/>
                        </a:lnTo>
                        <a:lnTo>
                          <a:pt x="527" y="293"/>
                        </a:lnTo>
                        <a:lnTo>
                          <a:pt x="527" y="296"/>
                        </a:lnTo>
                        <a:lnTo>
                          <a:pt x="527" y="299"/>
                        </a:lnTo>
                        <a:lnTo>
                          <a:pt x="525" y="303"/>
                        </a:lnTo>
                        <a:lnTo>
                          <a:pt x="519" y="303"/>
                        </a:lnTo>
                        <a:lnTo>
                          <a:pt x="518" y="306"/>
                        </a:lnTo>
                        <a:lnTo>
                          <a:pt x="511" y="306"/>
                        </a:lnTo>
                        <a:lnTo>
                          <a:pt x="507" y="306"/>
                        </a:lnTo>
                        <a:lnTo>
                          <a:pt x="500" y="308"/>
                        </a:lnTo>
                        <a:lnTo>
                          <a:pt x="495" y="310"/>
                        </a:lnTo>
                        <a:lnTo>
                          <a:pt x="488" y="312"/>
                        </a:lnTo>
                        <a:lnTo>
                          <a:pt x="487" y="312"/>
                        </a:lnTo>
                        <a:lnTo>
                          <a:pt x="482" y="314"/>
                        </a:lnTo>
                        <a:lnTo>
                          <a:pt x="478" y="314"/>
                        </a:lnTo>
                        <a:lnTo>
                          <a:pt x="476" y="315"/>
                        </a:lnTo>
                        <a:lnTo>
                          <a:pt x="474" y="314"/>
                        </a:lnTo>
                        <a:lnTo>
                          <a:pt x="473" y="315"/>
                        </a:lnTo>
                        <a:lnTo>
                          <a:pt x="468" y="317"/>
                        </a:lnTo>
                        <a:lnTo>
                          <a:pt x="466" y="319"/>
                        </a:lnTo>
                        <a:lnTo>
                          <a:pt x="463" y="322"/>
                        </a:lnTo>
                        <a:lnTo>
                          <a:pt x="462" y="322"/>
                        </a:lnTo>
                        <a:lnTo>
                          <a:pt x="461" y="326"/>
                        </a:lnTo>
                        <a:lnTo>
                          <a:pt x="458" y="327"/>
                        </a:lnTo>
                        <a:lnTo>
                          <a:pt x="454" y="330"/>
                        </a:lnTo>
                        <a:lnTo>
                          <a:pt x="451" y="330"/>
                        </a:lnTo>
                        <a:lnTo>
                          <a:pt x="449" y="326"/>
                        </a:lnTo>
                        <a:lnTo>
                          <a:pt x="447" y="330"/>
                        </a:lnTo>
                        <a:lnTo>
                          <a:pt x="446" y="333"/>
                        </a:lnTo>
                        <a:lnTo>
                          <a:pt x="443" y="334"/>
                        </a:lnTo>
                        <a:lnTo>
                          <a:pt x="439" y="338"/>
                        </a:lnTo>
                        <a:lnTo>
                          <a:pt x="439" y="340"/>
                        </a:lnTo>
                        <a:lnTo>
                          <a:pt x="435" y="344"/>
                        </a:lnTo>
                        <a:lnTo>
                          <a:pt x="436" y="345"/>
                        </a:lnTo>
                        <a:lnTo>
                          <a:pt x="432" y="349"/>
                        </a:lnTo>
                        <a:lnTo>
                          <a:pt x="429" y="352"/>
                        </a:lnTo>
                        <a:lnTo>
                          <a:pt x="425" y="352"/>
                        </a:lnTo>
                        <a:lnTo>
                          <a:pt x="421" y="353"/>
                        </a:lnTo>
                        <a:lnTo>
                          <a:pt x="419" y="353"/>
                        </a:lnTo>
                        <a:lnTo>
                          <a:pt x="417" y="352"/>
                        </a:lnTo>
                        <a:lnTo>
                          <a:pt x="420" y="349"/>
                        </a:lnTo>
                        <a:lnTo>
                          <a:pt x="419" y="346"/>
                        </a:lnTo>
                        <a:lnTo>
                          <a:pt x="417" y="345"/>
                        </a:lnTo>
                        <a:lnTo>
                          <a:pt x="416" y="346"/>
                        </a:lnTo>
                        <a:lnTo>
                          <a:pt x="416" y="348"/>
                        </a:lnTo>
                        <a:lnTo>
                          <a:pt x="413" y="349"/>
                        </a:lnTo>
                        <a:lnTo>
                          <a:pt x="409" y="353"/>
                        </a:lnTo>
                        <a:lnTo>
                          <a:pt x="406" y="353"/>
                        </a:lnTo>
                        <a:lnTo>
                          <a:pt x="404" y="353"/>
                        </a:lnTo>
                        <a:lnTo>
                          <a:pt x="401" y="353"/>
                        </a:lnTo>
                        <a:lnTo>
                          <a:pt x="398" y="356"/>
                        </a:lnTo>
                        <a:lnTo>
                          <a:pt x="397" y="356"/>
                        </a:lnTo>
                        <a:lnTo>
                          <a:pt x="394" y="356"/>
                        </a:lnTo>
                        <a:lnTo>
                          <a:pt x="396" y="355"/>
                        </a:lnTo>
                        <a:lnTo>
                          <a:pt x="396" y="355"/>
                        </a:lnTo>
                        <a:close/>
                        <a:moveTo>
                          <a:pt x="757" y="311"/>
                        </a:moveTo>
                        <a:lnTo>
                          <a:pt x="758" y="312"/>
                        </a:lnTo>
                        <a:lnTo>
                          <a:pt x="758" y="314"/>
                        </a:lnTo>
                        <a:lnTo>
                          <a:pt x="758" y="317"/>
                        </a:lnTo>
                        <a:lnTo>
                          <a:pt x="757" y="318"/>
                        </a:lnTo>
                        <a:lnTo>
                          <a:pt x="756" y="317"/>
                        </a:lnTo>
                        <a:lnTo>
                          <a:pt x="756" y="312"/>
                        </a:lnTo>
                        <a:lnTo>
                          <a:pt x="757" y="311"/>
                        </a:lnTo>
                        <a:lnTo>
                          <a:pt x="757" y="311"/>
                        </a:lnTo>
                        <a:close/>
                        <a:moveTo>
                          <a:pt x="728" y="312"/>
                        </a:moveTo>
                        <a:lnTo>
                          <a:pt x="731" y="308"/>
                        </a:lnTo>
                        <a:lnTo>
                          <a:pt x="734" y="307"/>
                        </a:lnTo>
                        <a:lnTo>
                          <a:pt x="735" y="308"/>
                        </a:lnTo>
                        <a:lnTo>
                          <a:pt x="735" y="311"/>
                        </a:lnTo>
                        <a:lnTo>
                          <a:pt x="732" y="311"/>
                        </a:lnTo>
                        <a:lnTo>
                          <a:pt x="731" y="312"/>
                        </a:lnTo>
                        <a:lnTo>
                          <a:pt x="728" y="312"/>
                        </a:lnTo>
                        <a:lnTo>
                          <a:pt x="728" y="312"/>
                        </a:lnTo>
                        <a:close/>
                        <a:moveTo>
                          <a:pt x="701" y="327"/>
                        </a:moveTo>
                        <a:lnTo>
                          <a:pt x="703" y="329"/>
                        </a:lnTo>
                        <a:lnTo>
                          <a:pt x="707" y="330"/>
                        </a:lnTo>
                        <a:lnTo>
                          <a:pt x="711" y="333"/>
                        </a:lnTo>
                        <a:lnTo>
                          <a:pt x="711" y="331"/>
                        </a:lnTo>
                        <a:lnTo>
                          <a:pt x="713" y="333"/>
                        </a:lnTo>
                        <a:lnTo>
                          <a:pt x="718" y="330"/>
                        </a:lnTo>
                        <a:lnTo>
                          <a:pt x="719" y="331"/>
                        </a:lnTo>
                        <a:lnTo>
                          <a:pt x="722" y="331"/>
                        </a:lnTo>
                        <a:lnTo>
                          <a:pt x="723" y="329"/>
                        </a:lnTo>
                        <a:lnTo>
                          <a:pt x="727" y="329"/>
                        </a:lnTo>
                        <a:lnTo>
                          <a:pt x="727" y="327"/>
                        </a:lnTo>
                        <a:lnTo>
                          <a:pt x="723" y="325"/>
                        </a:lnTo>
                        <a:lnTo>
                          <a:pt x="720" y="326"/>
                        </a:lnTo>
                        <a:lnTo>
                          <a:pt x="718" y="326"/>
                        </a:lnTo>
                        <a:lnTo>
                          <a:pt x="716" y="326"/>
                        </a:lnTo>
                        <a:lnTo>
                          <a:pt x="712" y="327"/>
                        </a:lnTo>
                        <a:lnTo>
                          <a:pt x="709" y="325"/>
                        </a:lnTo>
                        <a:lnTo>
                          <a:pt x="707" y="327"/>
                        </a:lnTo>
                        <a:lnTo>
                          <a:pt x="703" y="327"/>
                        </a:lnTo>
                        <a:lnTo>
                          <a:pt x="701" y="327"/>
                        </a:lnTo>
                        <a:lnTo>
                          <a:pt x="701" y="327"/>
                        </a:lnTo>
                        <a:close/>
                        <a:moveTo>
                          <a:pt x="686" y="427"/>
                        </a:moveTo>
                        <a:lnTo>
                          <a:pt x="685" y="425"/>
                        </a:lnTo>
                        <a:lnTo>
                          <a:pt x="686" y="424"/>
                        </a:lnTo>
                        <a:lnTo>
                          <a:pt x="686" y="424"/>
                        </a:lnTo>
                        <a:lnTo>
                          <a:pt x="686" y="427"/>
                        </a:lnTo>
                        <a:lnTo>
                          <a:pt x="686" y="427"/>
                        </a:lnTo>
                        <a:lnTo>
                          <a:pt x="686" y="427"/>
                        </a:lnTo>
                        <a:close/>
                        <a:moveTo>
                          <a:pt x="669" y="424"/>
                        </a:moveTo>
                        <a:lnTo>
                          <a:pt x="667" y="423"/>
                        </a:lnTo>
                        <a:lnTo>
                          <a:pt x="667" y="420"/>
                        </a:lnTo>
                        <a:lnTo>
                          <a:pt x="666" y="418"/>
                        </a:lnTo>
                        <a:lnTo>
                          <a:pt x="665" y="420"/>
                        </a:lnTo>
                        <a:lnTo>
                          <a:pt x="663" y="418"/>
                        </a:lnTo>
                        <a:lnTo>
                          <a:pt x="665" y="416"/>
                        </a:lnTo>
                        <a:lnTo>
                          <a:pt x="663" y="412"/>
                        </a:lnTo>
                        <a:lnTo>
                          <a:pt x="662" y="410"/>
                        </a:lnTo>
                        <a:lnTo>
                          <a:pt x="663" y="408"/>
                        </a:lnTo>
                        <a:lnTo>
                          <a:pt x="663" y="403"/>
                        </a:lnTo>
                        <a:lnTo>
                          <a:pt x="663" y="401"/>
                        </a:lnTo>
                        <a:lnTo>
                          <a:pt x="662" y="401"/>
                        </a:lnTo>
                        <a:lnTo>
                          <a:pt x="660" y="398"/>
                        </a:lnTo>
                        <a:lnTo>
                          <a:pt x="660" y="395"/>
                        </a:lnTo>
                        <a:lnTo>
                          <a:pt x="658" y="393"/>
                        </a:lnTo>
                        <a:lnTo>
                          <a:pt x="658" y="389"/>
                        </a:lnTo>
                        <a:lnTo>
                          <a:pt x="656" y="384"/>
                        </a:lnTo>
                        <a:lnTo>
                          <a:pt x="655" y="384"/>
                        </a:lnTo>
                        <a:lnTo>
                          <a:pt x="654" y="383"/>
                        </a:lnTo>
                        <a:lnTo>
                          <a:pt x="654" y="380"/>
                        </a:lnTo>
                        <a:lnTo>
                          <a:pt x="652" y="379"/>
                        </a:lnTo>
                        <a:lnTo>
                          <a:pt x="651" y="380"/>
                        </a:lnTo>
                        <a:lnTo>
                          <a:pt x="650" y="379"/>
                        </a:lnTo>
                        <a:lnTo>
                          <a:pt x="647" y="380"/>
                        </a:lnTo>
                        <a:lnTo>
                          <a:pt x="645" y="379"/>
                        </a:lnTo>
                        <a:lnTo>
                          <a:pt x="645" y="375"/>
                        </a:lnTo>
                        <a:lnTo>
                          <a:pt x="648" y="374"/>
                        </a:lnTo>
                        <a:lnTo>
                          <a:pt x="650" y="370"/>
                        </a:lnTo>
                        <a:lnTo>
                          <a:pt x="648" y="368"/>
                        </a:lnTo>
                        <a:lnTo>
                          <a:pt x="648" y="367"/>
                        </a:lnTo>
                        <a:lnTo>
                          <a:pt x="648" y="361"/>
                        </a:lnTo>
                        <a:lnTo>
                          <a:pt x="648" y="360"/>
                        </a:lnTo>
                        <a:lnTo>
                          <a:pt x="651" y="356"/>
                        </a:lnTo>
                        <a:lnTo>
                          <a:pt x="654" y="355"/>
                        </a:lnTo>
                        <a:lnTo>
                          <a:pt x="655" y="353"/>
                        </a:lnTo>
                        <a:lnTo>
                          <a:pt x="656" y="352"/>
                        </a:lnTo>
                        <a:lnTo>
                          <a:pt x="658" y="353"/>
                        </a:lnTo>
                        <a:lnTo>
                          <a:pt x="662" y="352"/>
                        </a:lnTo>
                        <a:lnTo>
                          <a:pt x="665" y="353"/>
                        </a:lnTo>
                        <a:lnTo>
                          <a:pt x="665" y="355"/>
                        </a:lnTo>
                        <a:lnTo>
                          <a:pt x="665" y="356"/>
                        </a:lnTo>
                        <a:lnTo>
                          <a:pt x="663" y="356"/>
                        </a:lnTo>
                        <a:lnTo>
                          <a:pt x="663" y="357"/>
                        </a:lnTo>
                        <a:lnTo>
                          <a:pt x="665" y="359"/>
                        </a:lnTo>
                        <a:lnTo>
                          <a:pt x="666" y="360"/>
                        </a:lnTo>
                        <a:lnTo>
                          <a:pt x="665" y="363"/>
                        </a:lnTo>
                        <a:lnTo>
                          <a:pt x="669" y="365"/>
                        </a:lnTo>
                        <a:lnTo>
                          <a:pt x="669" y="368"/>
                        </a:lnTo>
                        <a:lnTo>
                          <a:pt x="670" y="371"/>
                        </a:lnTo>
                        <a:lnTo>
                          <a:pt x="673" y="371"/>
                        </a:lnTo>
                        <a:lnTo>
                          <a:pt x="674" y="371"/>
                        </a:lnTo>
                        <a:lnTo>
                          <a:pt x="674" y="368"/>
                        </a:lnTo>
                        <a:lnTo>
                          <a:pt x="675" y="367"/>
                        </a:lnTo>
                        <a:lnTo>
                          <a:pt x="677" y="364"/>
                        </a:lnTo>
                        <a:lnTo>
                          <a:pt x="677" y="361"/>
                        </a:lnTo>
                        <a:lnTo>
                          <a:pt x="678" y="360"/>
                        </a:lnTo>
                        <a:lnTo>
                          <a:pt x="679" y="359"/>
                        </a:lnTo>
                        <a:lnTo>
                          <a:pt x="678" y="356"/>
                        </a:lnTo>
                        <a:lnTo>
                          <a:pt x="679" y="355"/>
                        </a:lnTo>
                        <a:lnTo>
                          <a:pt x="682" y="353"/>
                        </a:lnTo>
                        <a:lnTo>
                          <a:pt x="684" y="355"/>
                        </a:lnTo>
                        <a:lnTo>
                          <a:pt x="685" y="357"/>
                        </a:lnTo>
                        <a:lnTo>
                          <a:pt x="686" y="357"/>
                        </a:lnTo>
                        <a:lnTo>
                          <a:pt x="686" y="356"/>
                        </a:lnTo>
                        <a:lnTo>
                          <a:pt x="685" y="352"/>
                        </a:lnTo>
                        <a:lnTo>
                          <a:pt x="684" y="349"/>
                        </a:lnTo>
                        <a:lnTo>
                          <a:pt x="684" y="349"/>
                        </a:lnTo>
                        <a:lnTo>
                          <a:pt x="682" y="352"/>
                        </a:lnTo>
                        <a:lnTo>
                          <a:pt x="678" y="352"/>
                        </a:lnTo>
                        <a:lnTo>
                          <a:pt x="675" y="349"/>
                        </a:lnTo>
                        <a:lnTo>
                          <a:pt x="675" y="346"/>
                        </a:lnTo>
                        <a:lnTo>
                          <a:pt x="674" y="344"/>
                        </a:lnTo>
                        <a:lnTo>
                          <a:pt x="674" y="341"/>
                        </a:lnTo>
                        <a:lnTo>
                          <a:pt x="675" y="340"/>
                        </a:lnTo>
                        <a:lnTo>
                          <a:pt x="678" y="340"/>
                        </a:lnTo>
                        <a:lnTo>
                          <a:pt x="678" y="337"/>
                        </a:lnTo>
                        <a:lnTo>
                          <a:pt x="681" y="338"/>
                        </a:lnTo>
                        <a:lnTo>
                          <a:pt x="682" y="341"/>
                        </a:lnTo>
                        <a:lnTo>
                          <a:pt x="682" y="346"/>
                        </a:lnTo>
                        <a:lnTo>
                          <a:pt x="684" y="346"/>
                        </a:lnTo>
                        <a:lnTo>
                          <a:pt x="684" y="344"/>
                        </a:lnTo>
                        <a:lnTo>
                          <a:pt x="685" y="342"/>
                        </a:lnTo>
                        <a:lnTo>
                          <a:pt x="685" y="340"/>
                        </a:lnTo>
                        <a:lnTo>
                          <a:pt x="682" y="338"/>
                        </a:lnTo>
                        <a:lnTo>
                          <a:pt x="682" y="336"/>
                        </a:lnTo>
                        <a:lnTo>
                          <a:pt x="682" y="333"/>
                        </a:lnTo>
                        <a:lnTo>
                          <a:pt x="684" y="331"/>
                        </a:lnTo>
                        <a:lnTo>
                          <a:pt x="684" y="329"/>
                        </a:lnTo>
                        <a:lnTo>
                          <a:pt x="686" y="327"/>
                        </a:lnTo>
                        <a:lnTo>
                          <a:pt x="688" y="329"/>
                        </a:lnTo>
                        <a:lnTo>
                          <a:pt x="689" y="329"/>
                        </a:lnTo>
                        <a:lnTo>
                          <a:pt x="692" y="331"/>
                        </a:lnTo>
                        <a:lnTo>
                          <a:pt x="694" y="333"/>
                        </a:lnTo>
                        <a:lnTo>
                          <a:pt x="696" y="330"/>
                        </a:lnTo>
                        <a:lnTo>
                          <a:pt x="693" y="330"/>
                        </a:lnTo>
                        <a:lnTo>
                          <a:pt x="692" y="329"/>
                        </a:lnTo>
                        <a:lnTo>
                          <a:pt x="693" y="327"/>
                        </a:lnTo>
                        <a:lnTo>
                          <a:pt x="696" y="326"/>
                        </a:lnTo>
                        <a:lnTo>
                          <a:pt x="698" y="326"/>
                        </a:lnTo>
                        <a:lnTo>
                          <a:pt x="700" y="327"/>
                        </a:lnTo>
                        <a:lnTo>
                          <a:pt x="698" y="329"/>
                        </a:lnTo>
                        <a:lnTo>
                          <a:pt x="698" y="330"/>
                        </a:lnTo>
                        <a:lnTo>
                          <a:pt x="701" y="331"/>
                        </a:lnTo>
                        <a:lnTo>
                          <a:pt x="703" y="334"/>
                        </a:lnTo>
                        <a:lnTo>
                          <a:pt x="705" y="334"/>
                        </a:lnTo>
                        <a:lnTo>
                          <a:pt x="708" y="336"/>
                        </a:lnTo>
                        <a:lnTo>
                          <a:pt x="711" y="336"/>
                        </a:lnTo>
                        <a:lnTo>
                          <a:pt x="712" y="334"/>
                        </a:lnTo>
                        <a:lnTo>
                          <a:pt x="715" y="334"/>
                        </a:lnTo>
                        <a:lnTo>
                          <a:pt x="722" y="334"/>
                        </a:lnTo>
                        <a:lnTo>
                          <a:pt x="724" y="337"/>
                        </a:lnTo>
                        <a:lnTo>
                          <a:pt x="726" y="337"/>
                        </a:lnTo>
                        <a:lnTo>
                          <a:pt x="726" y="338"/>
                        </a:lnTo>
                        <a:lnTo>
                          <a:pt x="726" y="340"/>
                        </a:lnTo>
                        <a:lnTo>
                          <a:pt x="726" y="342"/>
                        </a:lnTo>
                        <a:lnTo>
                          <a:pt x="724" y="344"/>
                        </a:lnTo>
                        <a:lnTo>
                          <a:pt x="722" y="346"/>
                        </a:lnTo>
                        <a:lnTo>
                          <a:pt x="719" y="345"/>
                        </a:lnTo>
                        <a:lnTo>
                          <a:pt x="719" y="344"/>
                        </a:lnTo>
                        <a:lnTo>
                          <a:pt x="718" y="345"/>
                        </a:lnTo>
                        <a:lnTo>
                          <a:pt x="716" y="346"/>
                        </a:lnTo>
                        <a:lnTo>
                          <a:pt x="716" y="348"/>
                        </a:lnTo>
                        <a:lnTo>
                          <a:pt x="719" y="349"/>
                        </a:lnTo>
                        <a:lnTo>
                          <a:pt x="718" y="352"/>
                        </a:lnTo>
                        <a:lnTo>
                          <a:pt x="718" y="355"/>
                        </a:lnTo>
                        <a:lnTo>
                          <a:pt x="716" y="356"/>
                        </a:lnTo>
                        <a:lnTo>
                          <a:pt x="715" y="355"/>
                        </a:lnTo>
                        <a:lnTo>
                          <a:pt x="713" y="355"/>
                        </a:lnTo>
                        <a:lnTo>
                          <a:pt x="711" y="356"/>
                        </a:lnTo>
                        <a:lnTo>
                          <a:pt x="709" y="357"/>
                        </a:lnTo>
                        <a:lnTo>
                          <a:pt x="704" y="359"/>
                        </a:lnTo>
                        <a:lnTo>
                          <a:pt x="700" y="361"/>
                        </a:lnTo>
                        <a:lnTo>
                          <a:pt x="698" y="361"/>
                        </a:lnTo>
                        <a:lnTo>
                          <a:pt x="697" y="364"/>
                        </a:lnTo>
                        <a:lnTo>
                          <a:pt x="697" y="367"/>
                        </a:lnTo>
                        <a:lnTo>
                          <a:pt x="698" y="365"/>
                        </a:lnTo>
                        <a:lnTo>
                          <a:pt x="700" y="365"/>
                        </a:lnTo>
                        <a:lnTo>
                          <a:pt x="704" y="364"/>
                        </a:lnTo>
                        <a:lnTo>
                          <a:pt x="705" y="363"/>
                        </a:lnTo>
                        <a:lnTo>
                          <a:pt x="709" y="365"/>
                        </a:lnTo>
                        <a:lnTo>
                          <a:pt x="711" y="368"/>
                        </a:lnTo>
                        <a:lnTo>
                          <a:pt x="709" y="370"/>
                        </a:lnTo>
                        <a:lnTo>
                          <a:pt x="707" y="370"/>
                        </a:lnTo>
                        <a:lnTo>
                          <a:pt x="709" y="371"/>
                        </a:lnTo>
                        <a:lnTo>
                          <a:pt x="709" y="374"/>
                        </a:lnTo>
                        <a:lnTo>
                          <a:pt x="709" y="376"/>
                        </a:lnTo>
                        <a:lnTo>
                          <a:pt x="707" y="378"/>
                        </a:lnTo>
                        <a:lnTo>
                          <a:pt x="707" y="380"/>
                        </a:lnTo>
                        <a:lnTo>
                          <a:pt x="708" y="382"/>
                        </a:lnTo>
                        <a:lnTo>
                          <a:pt x="709" y="378"/>
                        </a:lnTo>
                        <a:lnTo>
                          <a:pt x="712" y="378"/>
                        </a:lnTo>
                        <a:lnTo>
                          <a:pt x="713" y="376"/>
                        </a:lnTo>
                        <a:lnTo>
                          <a:pt x="715" y="376"/>
                        </a:lnTo>
                        <a:lnTo>
                          <a:pt x="713" y="378"/>
                        </a:lnTo>
                        <a:lnTo>
                          <a:pt x="713" y="382"/>
                        </a:lnTo>
                        <a:lnTo>
                          <a:pt x="712" y="386"/>
                        </a:lnTo>
                        <a:lnTo>
                          <a:pt x="712" y="389"/>
                        </a:lnTo>
                        <a:lnTo>
                          <a:pt x="708" y="391"/>
                        </a:lnTo>
                        <a:lnTo>
                          <a:pt x="705" y="391"/>
                        </a:lnTo>
                        <a:lnTo>
                          <a:pt x="705" y="393"/>
                        </a:lnTo>
                        <a:lnTo>
                          <a:pt x="705" y="394"/>
                        </a:lnTo>
                        <a:lnTo>
                          <a:pt x="704" y="398"/>
                        </a:lnTo>
                        <a:lnTo>
                          <a:pt x="703" y="398"/>
                        </a:lnTo>
                        <a:lnTo>
                          <a:pt x="703" y="398"/>
                        </a:lnTo>
                        <a:lnTo>
                          <a:pt x="700" y="398"/>
                        </a:lnTo>
                        <a:lnTo>
                          <a:pt x="700" y="399"/>
                        </a:lnTo>
                        <a:lnTo>
                          <a:pt x="704" y="402"/>
                        </a:lnTo>
                        <a:lnTo>
                          <a:pt x="703" y="403"/>
                        </a:lnTo>
                        <a:lnTo>
                          <a:pt x="700" y="403"/>
                        </a:lnTo>
                        <a:lnTo>
                          <a:pt x="703" y="406"/>
                        </a:lnTo>
                        <a:lnTo>
                          <a:pt x="698" y="409"/>
                        </a:lnTo>
                        <a:lnTo>
                          <a:pt x="697" y="408"/>
                        </a:lnTo>
                        <a:lnTo>
                          <a:pt x="696" y="409"/>
                        </a:lnTo>
                        <a:lnTo>
                          <a:pt x="693" y="409"/>
                        </a:lnTo>
                        <a:lnTo>
                          <a:pt x="690" y="410"/>
                        </a:lnTo>
                        <a:lnTo>
                          <a:pt x="690" y="413"/>
                        </a:lnTo>
                        <a:lnTo>
                          <a:pt x="686" y="413"/>
                        </a:lnTo>
                        <a:lnTo>
                          <a:pt x="682" y="412"/>
                        </a:lnTo>
                        <a:lnTo>
                          <a:pt x="679" y="413"/>
                        </a:lnTo>
                        <a:lnTo>
                          <a:pt x="678" y="412"/>
                        </a:lnTo>
                        <a:lnTo>
                          <a:pt x="677" y="406"/>
                        </a:lnTo>
                        <a:lnTo>
                          <a:pt x="679" y="403"/>
                        </a:lnTo>
                        <a:lnTo>
                          <a:pt x="679" y="401"/>
                        </a:lnTo>
                        <a:lnTo>
                          <a:pt x="675" y="406"/>
                        </a:lnTo>
                        <a:lnTo>
                          <a:pt x="674" y="409"/>
                        </a:lnTo>
                        <a:lnTo>
                          <a:pt x="677" y="414"/>
                        </a:lnTo>
                        <a:lnTo>
                          <a:pt x="678" y="416"/>
                        </a:lnTo>
                        <a:lnTo>
                          <a:pt x="677" y="417"/>
                        </a:lnTo>
                        <a:lnTo>
                          <a:pt x="674" y="420"/>
                        </a:lnTo>
                        <a:lnTo>
                          <a:pt x="673" y="423"/>
                        </a:lnTo>
                        <a:lnTo>
                          <a:pt x="673" y="423"/>
                        </a:lnTo>
                        <a:lnTo>
                          <a:pt x="669" y="424"/>
                        </a:lnTo>
                        <a:lnTo>
                          <a:pt x="669" y="424"/>
                        </a:lnTo>
                        <a:close/>
                        <a:moveTo>
                          <a:pt x="716" y="357"/>
                        </a:moveTo>
                        <a:lnTo>
                          <a:pt x="716" y="359"/>
                        </a:lnTo>
                        <a:lnTo>
                          <a:pt x="718" y="359"/>
                        </a:lnTo>
                        <a:lnTo>
                          <a:pt x="719" y="357"/>
                        </a:lnTo>
                        <a:lnTo>
                          <a:pt x="716" y="357"/>
                        </a:lnTo>
                        <a:lnTo>
                          <a:pt x="716" y="357"/>
                        </a:lnTo>
                        <a:close/>
                        <a:moveTo>
                          <a:pt x="715" y="370"/>
                        </a:moveTo>
                        <a:lnTo>
                          <a:pt x="716" y="370"/>
                        </a:lnTo>
                        <a:lnTo>
                          <a:pt x="719" y="365"/>
                        </a:lnTo>
                        <a:lnTo>
                          <a:pt x="719" y="364"/>
                        </a:lnTo>
                        <a:lnTo>
                          <a:pt x="718" y="363"/>
                        </a:lnTo>
                        <a:lnTo>
                          <a:pt x="718" y="360"/>
                        </a:lnTo>
                        <a:lnTo>
                          <a:pt x="715" y="361"/>
                        </a:lnTo>
                        <a:lnTo>
                          <a:pt x="715" y="364"/>
                        </a:lnTo>
                        <a:lnTo>
                          <a:pt x="713" y="364"/>
                        </a:lnTo>
                        <a:lnTo>
                          <a:pt x="713" y="368"/>
                        </a:lnTo>
                        <a:lnTo>
                          <a:pt x="715" y="370"/>
                        </a:lnTo>
                        <a:lnTo>
                          <a:pt x="715" y="370"/>
                        </a:lnTo>
                        <a:close/>
                        <a:moveTo>
                          <a:pt x="713" y="375"/>
                        </a:moveTo>
                        <a:lnTo>
                          <a:pt x="715" y="375"/>
                        </a:lnTo>
                        <a:lnTo>
                          <a:pt x="715" y="371"/>
                        </a:lnTo>
                        <a:lnTo>
                          <a:pt x="713" y="371"/>
                        </a:lnTo>
                        <a:lnTo>
                          <a:pt x="711" y="372"/>
                        </a:lnTo>
                        <a:lnTo>
                          <a:pt x="711" y="375"/>
                        </a:lnTo>
                        <a:lnTo>
                          <a:pt x="713" y="375"/>
                        </a:lnTo>
                        <a:lnTo>
                          <a:pt x="713" y="375"/>
                        </a:lnTo>
                        <a:close/>
                        <a:moveTo>
                          <a:pt x="605" y="315"/>
                        </a:moveTo>
                        <a:lnTo>
                          <a:pt x="605" y="317"/>
                        </a:lnTo>
                        <a:lnTo>
                          <a:pt x="605" y="317"/>
                        </a:lnTo>
                        <a:lnTo>
                          <a:pt x="607" y="317"/>
                        </a:lnTo>
                        <a:lnTo>
                          <a:pt x="609" y="318"/>
                        </a:lnTo>
                        <a:lnTo>
                          <a:pt x="610" y="317"/>
                        </a:lnTo>
                        <a:lnTo>
                          <a:pt x="609" y="315"/>
                        </a:lnTo>
                        <a:lnTo>
                          <a:pt x="605" y="314"/>
                        </a:lnTo>
                        <a:lnTo>
                          <a:pt x="605" y="315"/>
                        </a:lnTo>
                        <a:lnTo>
                          <a:pt x="605" y="315"/>
                        </a:lnTo>
                        <a:close/>
                        <a:moveTo>
                          <a:pt x="622" y="351"/>
                        </a:moveTo>
                        <a:lnTo>
                          <a:pt x="621" y="348"/>
                        </a:lnTo>
                        <a:lnTo>
                          <a:pt x="620" y="342"/>
                        </a:lnTo>
                        <a:lnTo>
                          <a:pt x="618" y="338"/>
                        </a:lnTo>
                        <a:lnTo>
                          <a:pt x="618" y="337"/>
                        </a:lnTo>
                        <a:lnTo>
                          <a:pt x="620" y="336"/>
                        </a:lnTo>
                        <a:lnTo>
                          <a:pt x="618" y="331"/>
                        </a:lnTo>
                        <a:lnTo>
                          <a:pt x="618" y="329"/>
                        </a:lnTo>
                        <a:lnTo>
                          <a:pt x="616" y="325"/>
                        </a:lnTo>
                        <a:lnTo>
                          <a:pt x="613" y="323"/>
                        </a:lnTo>
                        <a:lnTo>
                          <a:pt x="614" y="322"/>
                        </a:lnTo>
                        <a:lnTo>
                          <a:pt x="618" y="318"/>
                        </a:lnTo>
                        <a:lnTo>
                          <a:pt x="620" y="317"/>
                        </a:lnTo>
                        <a:lnTo>
                          <a:pt x="622" y="315"/>
                        </a:lnTo>
                        <a:lnTo>
                          <a:pt x="626" y="314"/>
                        </a:lnTo>
                        <a:lnTo>
                          <a:pt x="629" y="317"/>
                        </a:lnTo>
                        <a:lnTo>
                          <a:pt x="631" y="317"/>
                        </a:lnTo>
                        <a:lnTo>
                          <a:pt x="633" y="318"/>
                        </a:lnTo>
                        <a:lnTo>
                          <a:pt x="635" y="317"/>
                        </a:lnTo>
                        <a:lnTo>
                          <a:pt x="637" y="318"/>
                        </a:lnTo>
                        <a:lnTo>
                          <a:pt x="639" y="318"/>
                        </a:lnTo>
                        <a:lnTo>
                          <a:pt x="641" y="318"/>
                        </a:lnTo>
                        <a:lnTo>
                          <a:pt x="644" y="322"/>
                        </a:lnTo>
                        <a:lnTo>
                          <a:pt x="644" y="323"/>
                        </a:lnTo>
                        <a:lnTo>
                          <a:pt x="643" y="325"/>
                        </a:lnTo>
                        <a:lnTo>
                          <a:pt x="644" y="327"/>
                        </a:lnTo>
                        <a:lnTo>
                          <a:pt x="644" y="329"/>
                        </a:lnTo>
                        <a:lnTo>
                          <a:pt x="643" y="330"/>
                        </a:lnTo>
                        <a:lnTo>
                          <a:pt x="643" y="333"/>
                        </a:lnTo>
                        <a:lnTo>
                          <a:pt x="640" y="336"/>
                        </a:lnTo>
                        <a:lnTo>
                          <a:pt x="639" y="336"/>
                        </a:lnTo>
                        <a:lnTo>
                          <a:pt x="635" y="340"/>
                        </a:lnTo>
                        <a:lnTo>
                          <a:pt x="631" y="342"/>
                        </a:lnTo>
                        <a:lnTo>
                          <a:pt x="628" y="346"/>
                        </a:lnTo>
                        <a:lnTo>
                          <a:pt x="625" y="346"/>
                        </a:lnTo>
                        <a:lnTo>
                          <a:pt x="624" y="348"/>
                        </a:lnTo>
                        <a:lnTo>
                          <a:pt x="624" y="349"/>
                        </a:lnTo>
                        <a:lnTo>
                          <a:pt x="622" y="351"/>
                        </a:lnTo>
                        <a:lnTo>
                          <a:pt x="622" y="351"/>
                        </a:lnTo>
                        <a:close/>
                        <a:moveTo>
                          <a:pt x="724" y="409"/>
                        </a:moveTo>
                        <a:lnTo>
                          <a:pt x="720" y="405"/>
                        </a:lnTo>
                        <a:lnTo>
                          <a:pt x="719" y="406"/>
                        </a:lnTo>
                        <a:lnTo>
                          <a:pt x="713" y="405"/>
                        </a:lnTo>
                        <a:lnTo>
                          <a:pt x="715" y="402"/>
                        </a:lnTo>
                        <a:lnTo>
                          <a:pt x="718" y="401"/>
                        </a:lnTo>
                        <a:lnTo>
                          <a:pt x="719" y="402"/>
                        </a:lnTo>
                        <a:lnTo>
                          <a:pt x="720" y="401"/>
                        </a:lnTo>
                        <a:lnTo>
                          <a:pt x="720" y="399"/>
                        </a:lnTo>
                        <a:lnTo>
                          <a:pt x="718" y="399"/>
                        </a:lnTo>
                        <a:lnTo>
                          <a:pt x="716" y="398"/>
                        </a:lnTo>
                        <a:lnTo>
                          <a:pt x="720" y="394"/>
                        </a:lnTo>
                        <a:lnTo>
                          <a:pt x="722" y="389"/>
                        </a:lnTo>
                        <a:lnTo>
                          <a:pt x="722" y="387"/>
                        </a:lnTo>
                        <a:lnTo>
                          <a:pt x="723" y="386"/>
                        </a:lnTo>
                        <a:lnTo>
                          <a:pt x="723" y="384"/>
                        </a:lnTo>
                        <a:lnTo>
                          <a:pt x="720" y="382"/>
                        </a:lnTo>
                        <a:lnTo>
                          <a:pt x="722" y="380"/>
                        </a:lnTo>
                        <a:lnTo>
                          <a:pt x="722" y="378"/>
                        </a:lnTo>
                        <a:lnTo>
                          <a:pt x="724" y="371"/>
                        </a:lnTo>
                        <a:lnTo>
                          <a:pt x="727" y="370"/>
                        </a:lnTo>
                        <a:lnTo>
                          <a:pt x="727" y="368"/>
                        </a:lnTo>
                        <a:lnTo>
                          <a:pt x="728" y="365"/>
                        </a:lnTo>
                        <a:lnTo>
                          <a:pt x="730" y="363"/>
                        </a:lnTo>
                        <a:lnTo>
                          <a:pt x="731" y="361"/>
                        </a:lnTo>
                        <a:lnTo>
                          <a:pt x="731" y="357"/>
                        </a:lnTo>
                        <a:lnTo>
                          <a:pt x="735" y="355"/>
                        </a:lnTo>
                        <a:lnTo>
                          <a:pt x="737" y="351"/>
                        </a:lnTo>
                        <a:lnTo>
                          <a:pt x="738" y="349"/>
                        </a:lnTo>
                        <a:lnTo>
                          <a:pt x="739" y="348"/>
                        </a:lnTo>
                        <a:lnTo>
                          <a:pt x="738" y="346"/>
                        </a:lnTo>
                        <a:lnTo>
                          <a:pt x="741" y="344"/>
                        </a:lnTo>
                        <a:lnTo>
                          <a:pt x="742" y="344"/>
                        </a:lnTo>
                        <a:lnTo>
                          <a:pt x="745" y="348"/>
                        </a:lnTo>
                        <a:lnTo>
                          <a:pt x="745" y="351"/>
                        </a:lnTo>
                        <a:lnTo>
                          <a:pt x="747" y="351"/>
                        </a:lnTo>
                        <a:lnTo>
                          <a:pt x="747" y="348"/>
                        </a:lnTo>
                        <a:lnTo>
                          <a:pt x="745" y="345"/>
                        </a:lnTo>
                        <a:lnTo>
                          <a:pt x="746" y="344"/>
                        </a:lnTo>
                        <a:lnTo>
                          <a:pt x="747" y="342"/>
                        </a:lnTo>
                        <a:lnTo>
                          <a:pt x="745" y="340"/>
                        </a:lnTo>
                        <a:lnTo>
                          <a:pt x="747" y="336"/>
                        </a:lnTo>
                        <a:lnTo>
                          <a:pt x="754" y="334"/>
                        </a:lnTo>
                        <a:lnTo>
                          <a:pt x="758" y="334"/>
                        </a:lnTo>
                        <a:lnTo>
                          <a:pt x="761" y="334"/>
                        </a:lnTo>
                        <a:lnTo>
                          <a:pt x="762" y="336"/>
                        </a:lnTo>
                        <a:lnTo>
                          <a:pt x="765" y="334"/>
                        </a:lnTo>
                        <a:lnTo>
                          <a:pt x="765" y="337"/>
                        </a:lnTo>
                        <a:lnTo>
                          <a:pt x="768" y="336"/>
                        </a:lnTo>
                        <a:lnTo>
                          <a:pt x="770" y="336"/>
                        </a:lnTo>
                        <a:lnTo>
                          <a:pt x="773" y="338"/>
                        </a:lnTo>
                        <a:lnTo>
                          <a:pt x="776" y="340"/>
                        </a:lnTo>
                        <a:lnTo>
                          <a:pt x="776" y="340"/>
                        </a:lnTo>
                        <a:lnTo>
                          <a:pt x="777" y="340"/>
                        </a:lnTo>
                        <a:lnTo>
                          <a:pt x="779" y="342"/>
                        </a:lnTo>
                        <a:lnTo>
                          <a:pt x="779" y="345"/>
                        </a:lnTo>
                        <a:lnTo>
                          <a:pt x="780" y="345"/>
                        </a:lnTo>
                        <a:lnTo>
                          <a:pt x="781" y="345"/>
                        </a:lnTo>
                        <a:lnTo>
                          <a:pt x="785" y="345"/>
                        </a:lnTo>
                        <a:lnTo>
                          <a:pt x="792" y="346"/>
                        </a:lnTo>
                        <a:lnTo>
                          <a:pt x="796" y="348"/>
                        </a:lnTo>
                        <a:lnTo>
                          <a:pt x="796" y="351"/>
                        </a:lnTo>
                        <a:lnTo>
                          <a:pt x="798" y="352"/>
                        </a:lnTo>
                        <a:lnTo>
                          <a:pt x="799" y="355"/>
                        </a:lnTo>
                        <a:lnTo>
                          <a:pt x="798" y="353"/>
                        </a:lnTo>
                        <a:lnTo>
                          <a:pt x="796" y="353"/>
                        </a:lnTo>
                        <a:lnTo>
                          <a:pt x="795" y="357"/>
                        </a:lnTo>
                        <a:lnTo>
                          <a:pt x="791" y="360"/>
                        </a:lnTo>
                        <a:lnTo>
                          <a:pt x="788" y="364"/>
                        </a:lnTo>
                        <a:lnTo>
                          <a:pt x="785" y="364"/>
                        </a:lnTo>
                        <a:lnTo>
                          <a:pt x="785" y="365"/>
                        </a:lnTo>
                        <a:lnTo>
                          <a:pt x="780" y="370"/>
                        </a:lnTo>
                        <a:lnTo>
                          <a:pt x="777" y="374"/>
                        </a:lnTo>
                        <a:lnTo>
                          <a:pt x="775" y="374"/>
                        </a:lnTo>
                        <a:lnTo>
                          <a:pt x="773" y="375"/>
                        </a:lnTo>
                        <a:lnTo>
                          <a:pt x="775" y="376"/>
                        </a:lnTo>
                        <a:lnTo>
                          <a:pt x="773" y="379"/>
                        </a:lnTo>
                        <a:lnTo>
                          <a:pt x="769" y="382"/>
                        </a:lnTo>
                        <a:lnTo>
                          <a:pt x="765" y="384"/>
                        </a:lnTo>
                        <a:lnTo>
                          <a:pt x="760" y="389"/>
                        </a:lnTo>
                        <a:lnTo>
                          <a:pt x="757" y="390"/>
                        </a:lnTo>
                        <a:lnTo>
                          <a:pt x="756" y="389"/>
                        </a:lnTo>
                        <a:lnTo>
                          <a:pt x="754" y="389"/>
                        </a:lnTo>
                        <a:lnTo>
                          <a:pt x="753" y="389"/>
                        </a:lnTo>
                        <a:lnTo>
                          <a:pt x="749" y="384"/>
                        </a:lnTo>
                        <a:lnTo>
                          <a:pt x="749" y="383"/>
                        </a:lnTo>
                        <a:lnTo>
                          <a:pt x="747" y="382"/>
                        </a:lnTo>
                        <a:lnTo>
                          <a:pt x="745" y="383"/>
                        </a:lnTo>
                        <a:lnTo>
                          <a:pt x="742" y="382"/>
                        </a:lnTo>
                        <a:lnTo>
                          <a:pt x="739" y="382"/>
                        </a:lnTo>
                        <a:lnTo>
                          <a:pt x="738" y="382"/>
                        </a:lnTo>
                        <a:lnTo>
                          <a:pt x="735" y="382"/>
                        </a:lnTo>
                        <a:lnTo>
                          <a:pt x="735" y="383"/>
                        </a:lnTo>
                        <a:lnTo>
                          <a:pt x="737" y="384"/>
                        </a:lnTo>
                        <a:lnTo>
                          <a:pt x="742" y="384"/>
                        </a:lnTo>
                        <a:lnTo>
                          <a:pt x="741" y="386"/>
                        </a:lnTo>
                        <a:lnTo>
                          <a:pt x="739" y="389"/>
                        </a:lnTo>
                        <a:lnTo>
                          <a:pt x="741" y="390"/>
                        </a:lnTo>
                        <a:lnTo>
                          <a:pt x="741" y="393"/>
                        </a:lnTo>
                        <a:lnTo>
                          <a:pt x="739" y="395"/>
                        </a:lnTo>
                        <a:lnTo>
                          <a:pt x="738" y="397"/>
                        </a:lnTo>
                        <a:lnTo>
                          <a:pt x="735" y="399"/>
                        </a:lnTo>
                        <a:lnTo>
                          <a:pt x="732" y="398"/>
                        </a:lnTo>
                        <a:lnTo>
                          <a:pt x="731" y="401"/>
                        </a:lnTo>
                        <a:lnTo>
                          <a:pt x="730" y="403"/>
                        </a:lnTo>
                        <a:lnTo>
                          <a:pt x="727" y="405"/>
                        </a:lnTo>
                        <a:lnTo>
                          <a:pt x="726" y="405"/>
                        </a:lnTo>
                        <a:lnTo>
                          <a:pt x="726" y="408"/>
                        </a:lnTo>
                        <a:lnTo>
                          <a:pt x="726" y="408"/>
                        </a:lnTo>
                        <a:lnTo>
                          <a:pt x="724" y="409"/>
                        </a:lnTo>
                        <a:lnTo>
                          <a:pt x="724" y="409"/>
                        </a:lnTo>
                        <a:close/>
                        <a:moveTo>
                          <a:pt x="900" y="420"/>
                        </a:moveTo>
                        <a:lnTo>
                          <a:pt x="895" y="418"/>
                        </a:lnTo>
                        <a:lnTo>
                          <a:pt x="893" y="417"/>
                        </a:lnTo>
                        <a:lnTo>
                          <a:pt x="891" y="414"/>
                        </a:lnTo>
                        <a:lnTo>
                          <a:pt x="890" y="413"/>
                        </a:lnTo>
                        <a:lnTo>
                          <a:pt x="889" y="410"/>
                        </a:lnTo>
                        <a:lnTo>
                          <a:pt x="890" y="408"/>
                        </a:lnTo>
                        <a:lnTo>
                          <a:pt x="893" y="405"/>
                        </a:lnTo>
                        <a:lnTo>
                          <a:pt x="893" y="403"/>
                        </a:lnTo>
                        <a:lnTo>
                          <a:pt x="894" y="401"/>
                        </a:lnTo>
                        <a:lnTo>
                          <a:pt x="893" y="399"/>
                        </a:lnTo>
                        <a:lnTo>
                          <a:pt x="890" y="398"/>
                        </a:lnTo>
                        <a:lnTo>
                          <a:pt x="889" y="397"/>
                        </a:lnTo>
                        <a:lnTo>
                          <a:pt x="890" y="390"/>
                        </a:lnTo>
                        <a:lnTo>
                          <a:pt x="893" y="391"/>
                        </a:lnTo>
                        <a:lnTo>
                          <a:pt x="893" y="389"/>
                        </a:lnTo>
                        <a:lnTo>
                          <a:pt x="893" y="386"/>
                        </a:lnTo>
                        <a:lnTo>
                          <a:pt x="894" y="384"/>
                        </a:lnTo>
                        <a:lnTo>
                          <a:pt x="895" y="380"/>
                        </a:lnTo>
                        <a:lnTo>
                          <a:pt x="898" y="379"/>
                        </a:lnTo>
                        <a:lnTo>
                          <a:pt x="900" y="382"/>
                        </a:lnTo>
                        <a:lnTo>
                          <a:pt x="901" y="383"/>
                        </a:lnTo>
                        <a:lnTo>
                          <a:pt x="906" y="386"/>
                        </a:lnTo>
                        <a:lnTo>
                          <a:pt x="908" y="387"/>
                        </a:lnTo>
                        <a:lnTo>
                          <a:pt x="910" y="389"/>
                        </a:lnTo>
                        <a:lnTo>
                          <a:pt x="912" y="387"/>
                        </a:lnTo>
                        <a:lnTo>
                          <a:pt x="917" y="389"/>
                        </a:lnTo>
                        <a:lnTo>
                          <a:pt x="921" y="389"/>
                        </a:lnTo>
                        <a:lnTo>
                          <a:pt x="923" y="390"/>
                        </a:lnTo>
                        <a:lnTo>
                          <a:pt x="924" y="393"/>
                        </a:lnTo>
                        <a:lnTo>
                          <a:pt x="928" y="395"/>
                        </a:lnTo>
                        <a:lnTo>
                          <a:pt x="929" y="398"/>
                        </a:lnTo>
                        <a:lnTo>
                          <a:pt x="928" y="401"/>
                        </a:lnTo>
                        <a:lnTo>
                          <a:pt x="928" y="403"/>
                        </a:lnTo>
                        <a:lnTo>
                          <a:pt x="931" y="405"/>
                        </a:lnTo>
                        <a:lnTo>
                          <a:pt x="929" y="406"/>
                        </a:lnTo>
                        <a:lnTo>
                          <a:pt x="931" y="409"/>
                        </a:lnTo>
                        <a:lnTo>
                          <a:pt x="931" y="410"/>
                        </a:lnTo>
                        <a:lnTo>
                          <a:pt x="932" y="413"/>
                        </a:lnTo>
                        <a:lnTo>
                          <a:pt x="931" y="416"/>
                        </a:lnTo>
                        <a:lnTo>
                          <a:pt x="929" y="417"/>
                        </a:lnTo>
                        <a:lnTo>
                          <a:pt x="934" y="418"/>
                        </a:lnTo>
                        <a:lnTo>
                          <a:pt x="934" y="420"/>
                        </a:lnTo>
                        <a:lnTo>
                          <a:pt x="932" y="421"/>
                        </a:lnTo>
                        <a:lnTo>
                          <a:pt x="931" y="423"/>
                        </a:lnTo>
                        <a:lnTo>
                          <a:pt x="925" y="421"/>
                        </a:lnTo>
                        <a:lnTo>
                          <a:pt x="924" y="421"/>
                        </a:lnTo>
                        <a:lnTo>
                          <a:pt x="920" y="420"/>
                        </a:lnTo>
                        <a:lnTo>
                          <a:pt x="917" y="418"/>
                        </a:lnTo>
                        <a:lnTo>
                          <a:pt x="914" y="417"/>
                        </a:lnTo>
                        <a:lnTo>
                          <a:pt x="913" y="417"/>
                        </a:lnTo>
                        <a:lnTo>
                          <a:pt x="910" y="416"/>
                        </a:lnTo>
                        <a:lnTo>
                          <a:pt x="906" y="417"/>
                        </a:lnTo>
                        <a:lnTo>
                          <a:pt x="904" y="417"/>
                        </a:lnTo>
                        <a:lnTo>
                          <a:pt x="901" y="420"/>
                        </a:lnTo>
                        <a:lnTo>
                          <a:pt x="900" y="420"/>
                        </a:lnTo>
                        <a:lnTo>
                          <a:pt x="900" y="420"/>
                        </a:lnTo>
                        <a:close/>
                        <a:moveTo>
                          <a:pt x="883" y="425"/>
                        </a:moveTo>
                        <a:lnTo>
                          <a:pt x="883" y="423"/>
                        </a:lnTo>
                        <a:lnTo>
                          <a:pt x="885" y="420"/>
                        </a:lnTo>
                        <a:lnTo>
                          <a:pt x="885" y="421"/>
                        </a:lnTo>
                        <a:lnTo>
                          <a:pt x="885" y="424"/>
                        </a:lnTo>
                        <a:lnTo>
                          <a:pt x="883" y="425"/>
                        </a:lnTo>
                        <a:lnTo>
                          <a:pt x="883" y="425"/>
                        </a:lnTo>
                        <a:close/>
                        <a:moveTo>
                          <a:pt x="887" y="428"/>
                        </a:moveTo>
                        <a:lnTo>
                          <a:pt x="886" y="425"/>
                        </a:lnTo>
                        <a:lnTo>
                          <a:pt x="887" y="424"/>
                        </a:lnTo>
                        <a:lnTo>
                          <a:pt x="889" y="425"/>
                        </a:lnTo>
                        <a:lnTo>
                          <a:pt x="889" y="427"/>
                        </a:lnTo>
                        <a:lnTo>
                          <a:pt x="887" y="428"/>
                        </a:lnTo>
                        <a:lnTo>
                          <a:pt x="887" y="428"/>
                        </a:lnTo>
                        <a:close/>
                        <a:moveTo>
                          <a:pt x="895" y="428"/>
                        </a:moveTo>
                        <a:lnTo>
                          <a:pt x="893" y="427"/>
                        </a:lnTo>
                        <a:lnTo>
                          <a:pt x="893" y="425"/>
                        </a:lnTo>
                        <a:lnTo>
                          <a:pt x="894" y="425"/>
                        </a:lnTo>
                        <a:lnTo>
                          <a:pt x="895" y="427"/>
                        </a:lnTo>
                        <a:lnTo>
                          <a:pt x="895" y="428"/>
                        </a:lnTo>
                        <a:lnTo>
                          <a:pt x="895" y="428"/>
                        </a:lnTo>
                        <a:close/>
                        <a:moveTo>
                          <a:pt x="719" y="488"/>
                        </a:moveTo>
                        <a:lnTo>
                          <a:pt x="718" y="486"/>
                        </a:lnTo>
                        <a:lnTo>
                          <a:pt x="719" y="485"/>
                        </a:lnTo>
                        <a:lnTo>
                          <a:pt x="720" y="485"/>
                        </a:lnTo>
                        <a:lnTo>
                          <a:pt x="722" y="485"/>
                        </a:lnTo>
                        <a:lnTo>
                          <a:pt x="722" y="486"/>
                        </a:lnTo>
                        <a:lnTo>
                          <a:pt x="720" y="488"/>
                        </a:lnTo>
                        <a:lnTo>
                          <a:pt x="719" y="488"/>
                        </a:lnTo>
                        <a:lnTo>
                          <a:pt x="719" y="488"/>
                        </a:lnTo>
                        <a:close/>
                        <a:moveTo>
                          <a:pt x="727" y="501"/>
                        </a:moveTo>
                        <a:lnTo>
                          <a:pt x="727" y="505"/>
                        </a:lnTo>
                        <a:lnTo>
                          <a:pt x="728" y="504"/>
                        </a:lnTo>
                        <a:lnTo>
                          <a:pt x="730" y="504"/>
                        </a:lnTo>
                        <a:lnTo>
                          <a:pt x="730" y="501"/>
                        </a:lnTo>
                        <a:lnTo>
                          <a:pt x="728" y="500"/>
                        </a:lnTo>
                        <a:lnTo>
                          <a:pt x="727" y="501"/>
                        </a:lnTo>
                        <a:lnTo>
                          <a:pt x="727" y="501"/>
                        </a:lnTo>
                        <a:close/>
                        <a:moveTo>
                          <a:pt x="724" y="503"/>
                        </a:moveTo>
                        <a:lnTo>
                          <a:pt x="723" y="504"/>
                        </a:lnTo>
                        <a:lnTo>
                          <a:pt x="724" y="505"/>
                        </a:lnTo>
                        <a:lnTo>
                          <a:pt x="724" y="507"/>
                        </a:lnTo>
                        <a:lnTo>
                          <a:pt x="726" y="508"/>
                        </a:lnTo>
                        <a:lnTo>
                          <a:pt x="726" y="507"/>
                        </a:lnTo>
                        <a:lnTo>
                          <a:pt x="726" y="503"/>
                        </a:lnTo>
                        <a:lnTo>
                          <a:pt x="726" y="501"/>
                        </a:lnTo>
                        <a:lnTo>
                          <a:pt x="724" y="503"/>
                        </a:lnTo>
                        <a:lnTo>
                          <a:pt x="724" y="503"/>
                        </a:lnTo>
                        <a:close/>
                        <a:moveTo>
                          <a:pt x="779" y="492"/>
                        </a:moveTo>
                        <a:lnTo>
                          <a:pt x="779" y="490"/>
                        </a:lnTo>
                        <a:lnTo>
                          <a:pt x="776" y="490"/>
                        </a:lnTo>
                        <a:lnTo>
                          <a:pt x="775" y="489"/>
                        </a:lnTo>
                        <a:lnTo>
                          <a:pt x="775" y="490"/>
                        </a:lnTo>
                        <a:lnTo>
                          <a:pt x="772" y="490"/>
                        </a:lnTo>
                        <a:lnTo>
                          <a:pt x="772" y="488"/>
                        </a:lnTo>
                        <a:lnTo>
                          <a:pt x="770" y="486"/>
                        </a:lnTo>
                        <a:lnTo>
                          <a:pt x="775" y="486"/>
                        </a:lnTo>
                        <a:lnTo>
                          <a:pt x="775" y="485"/>
                        </a:lnTo>
                        <a:lnTo>
                          <a:pt x="777" y="485"/>
                        </a:lnTo>
                        <a:lnTo>
                          <a:pt x="779" y="488"/>
                        </a:lnTo>
                        <a:lnTo>
                          <a:pt x="781" y="488"/>
                        </a:lnTo>
                        <a:lnTo>
                          <a:pt x="781" y="490"/>
                        </a:lnTo>
                        <a:lnTo>
                          <a:pt x="781" y="492"/>
                        </a:lnTo>
                        <a:lnTo>
                          <a:pt x="781" y="492"/>
                        </a:lnTo>
                        <a:lnTo>
                          <a:pt x="779" y="492"/>
                        </a:lnTo>
                        <a:lnTo>
                          <a:pt x="779" y="492"/>
                        </a:lnTo>
                        <a:close/>
                        <a:moveTo>
                          <a:pt x="810" y="504"/>
                        </a:moveTo>
                        <a:lnTo>
                          <a:pt x="809" y="504"/>
                        </a:lnTo>
                        <a:lnTo>
                          <a:pt x="807" y="501"/>
                        </a:lnTo>
                        <a:lnTo>
                          <a:pt x="809" y="503"/>
                        </a:lnTo>
                        <a:lnTo>
                          <a:pt x="810" y="503"/>
                        </a:lnTo>
                        <a:lnTo>
                          <a:pt x="811" y="504"/>
                        </a:lnTo>
                        <a:lnTo>
                          <a:pt x="810" y="504"/>
                        </a:lnTo>
                        <a:lnTo>
                          <a:pt x="810" y="504"/>
                        </a:lnTo>
                        <a:close/>
                        <a:moveTo>
                          <a:pt x="814" y="505"/>
                        </a:moveTo>
                        <a:lnTo>
                          <a:pt x="815" y="505"/>
                        </a:lnTo>
                        <a:lnTo>
                          <a:pt x="815" y="504"/>
                        </a:lnTo>
                        <a:lnTo>
                          <a:pt x="814" y="505"/>
                        </a:lnTo>
                        <a:lnTo>
                          <a:pt x="814" y="505"/>
                        </a:lnTo>
                        <a:close/>
                        <a:moveTo>
                          <a:pt x="818" y="507"/>
                        </a:moveTo>
                        <a:lnTo>
                          <a:pt x="819" y="507"/>
                        </a:lnTo>
                        <a:lnTo>
                          <a:pt x="821" y="508"/>
                        </a:lnTo>
                        <a:lnTo>
                          <a:pt x="822" y="508"/>
                        </a:lnTo>
                        <a:lnTo>
                          <a:pt x="822" y="507"/>
                        </a:lnTo>
                        <a:lnTo>
                          <a:pt x="821" y="505"/>
                        </a:lnTo>
                        <a:lnTo>
                          <a:pt x="819" y="504"/>
                        </a:lnTo>
                        <a:lnTo>
                          <a:pt x="818" y="504"/>
                        </a:lnTo>
                        <a:lnTo>
                          <a:pt x="817" y="505"/>
                        </a:lnTo>
                        <a:lnTo>
                          <a:pt x="818" y="507"/>
                        </a:lnTo>
                        <a:lnTo>
                          <a:pt x="818" y="507"/>
                        </a:lnTo>
                        <a:close/>
                        <a:moveTo>
                          <a:pt x="851" y="550"/>
                        </a:moveTo>
                        <a:lnTo>
                          <a:pt x="851" y="549"/>
                        </a:lnTo>
                        <a:lnTo>
                          <a:pt x="852" y="548"/>
                        </a:lnTo>
                        <a:lnTo>
                          <a:pt x="851" y="545"/>
                        </a:lnTo>
                        <a:lnTo>
                          <a:pt x="852" y="546"/>
                        </a:lnTo>
                        <a:lnTo>
                          <a:pt x="853" y="548"/>
                        </a:lnTo>
                        <a:lnTo>
                          <a:pt x="853" y="549"/>
                        </a:lnTo>
                        <a:lnTo>
                          <a:pt x="853" y="550"/>
                        </a:lnTo>
                        <a:lnTo>
                          <a:pt x="851" y="550"/>
                        </a:lnTo>
                        <a:lnTo>
                          <a:pt x="851" y="550"/>
                        </a:lnTo>
                        <a:close/>
                        <a:moveTo>
                          <a:pt x="848" y="560"/>
                        </a:moveTo>
                        <a:lnTo>
                          <a:pt x="847" y="556"/>
                        </a:lnTo>
                        <a:lnTo>
                          <a:pt x="848" y="554"/>
                        </a:lnTo>
                        <a:lnTo>
                          <a:pt x="849" y="554"/>
                        </a:lnTo>
                        <a:lnTo>
                          <a:pt x="852" y="554"/>
                        </a:lnTo>
                        <a:lnTo>
                          <a:pt x="852" y="557"/>
                        </a:lnTo>
                        <a:lnTo>
                          <a:pt x="849" y="557"/>
                        </a:lnTo>
                        <a:lnTo>
                          <a:pt x="849" y="558"/>
                        </a:lnTo>
                        <a:lnTo>
                          <a:pt x="848" y="560"/>
                        </a:lnTo>
                        <a:lnTo>
                          <a:pt x="848" y="560"/>
                        </a:lnTo>
                        <a:close/>
                        <a:moveTo>
                          <a:pt x="829" y="516"/>
                        </a:moveTo>
                        <a:lnTo>
                          <a:pt x="828" y="515"/>
                        </a:lnTo>
                        <a:lnTo>
                          <a:pt x="829" y="515"/>
                        </a:lnTo>
                        <a:lnTo>
                          <a:pt x="829" y="516"/>
                        </a:lnTo>
                        <a:lnTo>
                          <a:pt x="829" y="516"/>
                        </a:lnTo>
                        <a:close/>
                        <a:moveTo>
                          <a:pt x="825" y="518"/>
                        </a:moveTo>
                        <a:lnTo>
                          <a:pt x="823" y="515"/>
                        </a:lnTo>
                        <a:lnTo>
                          <a:pt x="825" y="515"/>
                        </a:lnTo>
                        <a:lnTo>
                          <a:pt x="825" y="516"/>
                        </a:lnTo>
                        <a:lnTo>
                          <a:pt x="825" y="518"/>
                        </a:lnTo>
                        <a:lnTo>
                          <a:pt x="825" y="518"/>
                        </a:lnTo>
                        <a:close/>
                        <a:moveTo>
                          <a:pt x="825" y="519"/>
                        </a:moveTo>
                        <a:lnTo>
                          <a:pt x="826" y="520"/>
                        </a:lnTo>
                        <a:lnTo>
                          <a:pt x="828" y="520"/>
                        </a:lnTo>
                        <a:lnTo>
                          <a:pt x="829" y="520"/>
                        </a:lnTo>
                        <a:lnTo>
                          <a:pt x="830" y="519"/>
                        </a:lnTo>
                        <a:lnTo>
                          <a:pt x="828" y="518"/>
                        </a:lnTo>
                        <a:lnTo>
                          <a:pt x="826" y="518"/>
                        </a:lnTo>
                        <a:lnTo>
                          <a:pt x="825" y="519"/>
                        </a:lnTo>
                        <a:lnTo>
                          <a:pt x="825" y="519"/>
                        </a:lnTo>
                        <a:close/>
                        <a:moveTo>
                          <a:pt x="844" y="511"/>
                        </a:moveTo>
                        <a:lnTo>
                          <a:pt x="845" y="512"/>
                        </a:lnTo>
                        <a:lnTo>
                          <a:pt x="847" y="514"/>
                        </a:lnTo>
                        <a:lnTo>
                          <a:pt x="847" y="515"/>
                        </a:lnTo>
                        <a:lnTo>
                          <a:pt x="847" y="515"/>
                        </a:lnTo>
                        <a:lnTo>
                          <a:pt x="848" y="516"/>
                        </a:lnTo>
                        <a:lnTo>
                          <a:pt x="849" y="516"/>
                        </a:lnTo>
                        <a:lnTo>
                          <a:pt x="849" y="515"/>
                        </a:lnTo>
                        <a:lnTo>
                          <a:pt x="851" y="515"/>
                        </a:lnTo>
                        <a:lnTo>
                          <a:pt x="853" y="515"/>
                        </a:lnTo>
                        <a:lnTo>
                          <a:pt x="853" y="515"/>
                        </a:lnTo>
                        <a:lnTo>
                          <a:pt x="856" y="514"/>
                        </a:lnTo>
                        <a:lnTo>
                          <a:pt x="855" y="511"/>
                        </a:lnTo>
                        <a:lnTo>
                          <a:pt x="851" y="511"/>
                        </a:lnTo>
                        <a:lnTo>
                          <a:pt x="849" y="509"/>
                        </a:lnTo>
                        <a:lnTo>
                          <a:pt x="847" y="508"/>
                        </a:lnTo>
                        <a:lnTo>
                          <a:pt x="845" y="509"/>
                        </a:lnTo>
                        <a:lnTo>
                          <a:pt x="845" y="509"/>
                        </a:lnTo>
                        <a:lnTo>
                          <a:pt x="844" y="511"/>
                        </a:lnTo>
                        <a:lnTo>
                          <a:pt x="844" y="511"/>
                        </a:lnTo>
                        <a:close/>
                        <a:moveTo>
                          <a:pt x="875" y="509"/>
                        </a:moveTo>
                        <a:lnTo>
                          <a:pt x="876" y="507"/>
                        </a:lnTo>
                        <a:lnTo>
                          <a:pt x="878" y="507"/>
                        </a:lnTo>
                        <a:lnTo>
                          <a:pt x="876" y="509"/>
                        </a:lnTo>
                        <a:lnTo>
                          <a:pt x="875" y="509"/>
                        </a:lnTo>
                        <a:lnTo>
                          <a:pt x="875" y="509"/>
                        </a:lnTo>
                        <a:close/>
                        <a:moveTo>
                          <a:pt x="864" y="522"/>
                        </a:moveTo>
                        <a:lnTo>
                          <a:pt x="867" y="520"/>
                        </a:lnTo>
                        <a:lnTo>
                          <a:pt x="868" y="518"/>
                        </a:lnTo>
                        <a:lnTo>
                          <a:pt x="870" y="518"/>
                        </a:lnTo>
                        <a:lnTo>
                          <a:pt x="871" y="516"/>
                        </a:lnTo>
                        <a:lnTo>
                          <a:pt x="872" y="516"/>
                        </a:lnTo>
                        <a:lnTo>
                          <a:pt x="874" y="518"/>
                        </a:lnTo>
                        <a:lnTo>
                          <a:pt x="872" y="519"/>
                        </a:lnTo>
                        <a:lnTo>
                          <a:pt x="870" y="520"/>
                        </a:lnTo>
                        <a:lnTo>
                          <a:pt x="868" y="522"/>
                        </a:lnTo>
                        <a:lnTo>
                          <a:pt x="866" y="522"/>
                        </a:lnTo>
                        <a:lnTo>
                          <a:pt x="864" y="522"/>
                        </a:lnTo>
                        <a:lnTo>
                          <a:pt x="864" y="522"/>
                        </a:lnTo>
                        <a:close/>
                        <a:moveTo>
                          <a:pt x="855" y="539"/>
                        </a:moveTo>
                        <a:lnTo>
                          <a:pt x="859" y="535"/>
                        </a:lnTo>
                        <a:lnTo>
                          <a:pt x="860" y="534"/>
                        </a:lnTo>
                        <a:lnTo>
                          <a:pt x="862" y="534"/>
                        </a:lnTo>
                        <a:lnTo>
                          <a:pt x="864" y="531"/>
                        </a:lnTo>
                        <a:lnTo>
                          <a:pt x="867" y="528"/>
                        </a:lnTo>
                        <a:lnTo>
                          <a:pt x="867" y="526"/>
                        </a:lnTo>
                        <a:lnTo>
                          <a:pt x="866" y="526"/>
                        </a:lnTo>
                        <a:lnTo>
                          <a:pt x="863" y="526"/>
                        </a:lnTo>
                        <a:lnTo>
                          <a:pt x="863" y="528"/>
                        </a:lnTo>
                        <a:lnTo>
                          <a:pt x="862" y="528"/>
                        </a:lnTo>
                        <a:lnTo>
                          <a:pt x="859" y="531"/>
                        </a:lnTo>
                        <a:lnTo>
                          <a:pt x="856" y="533"/>
                        </a:lnTo>
                        <a:lnTo>
                          <a:pt x="853" y="533"/>
                        </a:lnTo>
                        <a:lnTo>
                          <a:pt x="851" y="533"/>
                        </a:lnTo>
                        <a:lnTo>
                          <a:pt x="849" y="535"/>
                        </a:lnTo>
                        <a:lnTo>
                          <a:pt x="848" y="537"/>
                        </a:lnTo>
                        <a:lnTo>
                          <a:pt x="848" y="539"/>
                        </a:lnTo>
                        <a:lnTo>
                          <a:pt x="849" y="539"/>
                        </a:lnTo>
                        <a:lnTo>
                          <a:pt x="852" y="539"/>
                        </a:lnTo>
                        <a:lnTo>
                          <a:pt x="855" y="539"/>
                        </a:lnTo>
                        <a:lnTo>
                          <a:pt x="855" y="539"/>
                        </a:lnTo>
                        <a:close/>
                        <a:moveTo>
                          <a:pt x="876" y="537"/>
                        </a:moveTo>
                        <a:lnTo>
                          <a:pt x="876" y="533"/>
                        </a:lnTo>
                        <a:lnTo>
                          <a:pt x="878" y="531"/>
                        </a:lnTo>
                        <a:lnTo>
                          <a:pt x="879" y="528"/>
                        </a:lnTo>
                        <a:lnTo>
                          <a:pt x="881" y="528"/>
                        </a:lnTo>
                        <a:lnTo>
                          <a:pt x="883" y="530"/>
                        </a:lnTo>
                        <a:lnTo>
                          <a:pt x="883" y="533"/>
                        </a:lnTo>
                        <a:lnTo>
                          <a:pt x="883" y="535"/>
                        </a:lnTo>
                        <a:lnTo>
                          <a:pt x="881" y="535"/>
                        </a:lnTo>
                        <a:lnTo>
                          <a:pt x="879" y="538"/>
                        </a:lnTo>
                        <a:lnTo>
                          <a:pt x="876" y="537"/>
                        </a:lnTo>
                        <a:lnTo>
                          <a:pt x="876" y="537"/>
                        </a:lnTo>
                        <a:close/>
                        <a:moveTo>
                          <a:pt x="895" y="560"/>
                        </a:moveTo>
                        <a:lnTo>
                          <a:pt x="895" y="556"/>
                        </a:lnTo>
                        <a:lnTo>
                          <a:pt x="895" y="553"/>
                        </a:lnTo>
                        <a:lnTo>
                          <a:pt x="894" y="550"/>
                        </a:lnTo>
                        <a:lnTo>
                          <a:pt x="893" y="550"/>
                        </a:lnTo>
                        <a:lnTo>
                          <a:pt x="893" y="553"/>
                        </a:lnTo>
                        <a:lnTo>
                          <a:pt x="891" y="556"/>
                        </a:lnTo>
                        <a:lnTo>
                          <a:pt x="891" y="558"/>
                        </a:lnTo>
                        <a:lnTo>
                          <a:pt x="893" y="560"/>
                        </a:lnTo>
                        <a:lnTo>
                          <a:pt x="893" y="562"/>
                        </a:lnTo>
                        <a:lnTo>
                          <a:pt x="894" y="561"/>
                        </a:lnTo>
                        <a:lnTo>
                          <a:pt x="895" y="560"/>
                        </a:lnTo>
                        <a:lnTo>
                          <a:pt x="895" y="560"/>
                        </a:lnTo>
                        <a:close/>
                        <a:moveTo>
                          <a:pt x="898" y="558"/>
                        </a:moveTo>
                        <a:lnTo>
                          <a:pt x="897" y="556"/>
                        </a:lnTo>
                        <a:lnTo>
                          <a:pt x="898" y="553"/>
                        </a:lnTo>
                        <a:lnTo>
                          <a:pt x="898" y="556"/>
                        </a:lnTo>
                        <a:lnTo>
                          <a:pt x="900" y="557"/>
                        </a:lnTo>
                        <a:lnTo>
                          <a:pt x="898" y="558"/>
                        </a:lnTo>
                        <a:lnTo>
                          <a:pt x="898" y="558"/>
                        </a:lnTo>
                        <a:lnTo>
                          <a:pt x="898" y="558"/>
                        </a:lnTo>
                        <a:close/>
                        <a:moveTo>
                          <a:pt x="902" y="564"/>
                        </a:moveTo>
                        <a:lnTo>
                          <a:pt x="901" y="562"/>
                        </a:lnTo>
                        <a:lnTo>
                          <a:pt x="901" y="561"/>
                        </a:lnTo>
                        <a:lnTo>
                          <a:pt x="902" y="561"/>
                        </a:lnTo>
                        <a:lnTo>
                          <a:pt x="902" y="564"/>
                        </a:lnTo>
                        <a:lnTo>
                          <a:pt x="902" y="564"/>
                        </a:lnTo>
                        <a:lnTo>
                          <a:pt x="902" y="564"/>
                        </a:lnTo>
                        <a:close/>
                        <a:moveTo>
                          <a:pt x="893" y="569"/>
                        </a:moveTo>
                        <a:lnTo>
                          <a:pt x="891" y="571"/>
                        </a:lnTo>
                        <a:lnTo>
                          <a:pt x="893" y="573"/>
                        </a:lnTo>
                        <a:lnTo>
                          <a:pt x="893" y="577"/>
                        </a:lnTo>
                        <a:lnTo>
                          <a:pt x="894" y="577"/>
                        </a:lnTo>
                        <a:lnTo>
                          <a:pt x="895" y="577"/>
                        </a:lnTo>
                        <a:lnTo>
                          <a:pt x="898" y="577"/>
                        </a:lnTo>
                        <a:lnTo>
                          <a:pt x="900" y="579"/>
                        </a:lnTo>
                        <a:lnTo>
                          <a:pt x="902" y="579"/>
                        </a:lnTo>
                        <a:lnTo>
                          <a:pt x="905" y="579"/>
                        </a:lnTo>
                        <a:lnTo>
                          <a:pt x="905" y="577"/>
                        </a:lnTo>
                        <a:lnTo>
                          <a:pt x="905" y="576"/>
                        </a:lnTo>
                        <a:lnTo>
                          <a:pt x="905" y="572"/>
                        </a:lnTo>
                        <a:lnTo>
                          <a:pt x="902" y="572"/>
                        </a:lnTo>
                        <a:lnTo>
                          <a:pt x="901" y="571"/>
                        </a:lnTo>
                        <a:lnTo>
                          <a:pt x="898" y="571"/>
                        </a:lnTo>
                        <a:lnTo>
                          <a:pt x="898" y="571"/>
                        </a:lnTo>
                        <a:lnTo>
                          <a:pt x="898" y="569"/>
                        </a:lnTo>
                        <a:lnTo>
                          <a:pt x="897" y="568"/>
                        </a:lnTo>
                        <a:lnTo>
                          <a:pt x="897" y="568"/>
                        </a:lnTo>
                        <a:lnTo>
                          <a:pt x="895" y="569"/>
                        </a:lnTo>
                        <a:lnTo>
                          <a:pt x="894" y="571"/>
                        </a:lnTo>
                        <a:lnTo>
                          <a:pt x="893" y="569"/>
                        </a:lnTo>
                        <a:lnTo>
                          <a:pt x="893" y="569"/>
                        </a:lnTo>
                        <a:close/>
                        <a:moveTo>
                          <a:pt x="818" y="674"/>
                        </a:moveTo>
                        <a:lnTo>
                          <a:pt x="821" y="674"/>
                        </a:lnTo>
                        <a:lnTo>
                          <a:pt x="822" y="674"/>
                        </a:lnTo>
                        <a:lnTo>
                          <a:pt x="821" y="672"/>
                        </a:lnTo>
                        <a:lnTo>
                          <a:pt x="818" y="672"/>
                        </a:lnTo>
                        <a:lnTo>
                          <a:pt x="818" y="674"/>
                        </a:lnTo>
                        <a:lnTo>
                          <a:pt x="818" y="674"/>
                        </a:lnTo>
                        <a:close/>
                        <a:moveTo>
                          <a:pt x="776" y="605"/>
                        </a:moveTo>
                        <a:lnTo>
                          <a:pt x="779" y="607"/>
                        </a:lnTo>
                        <a:lnTo>
                          <a:pt x="780" y="607"/>
                        </a:lnTo>
                        <a:lnTo>
                          <a:pt x="780" y="606"/>
                        </a:lnTo>
                        <a:lnTo>
                          <a:pt x="779" y="605"/>
                        </a:lnTo>
                        <a:lnTo>
                          <a:pt x="777" y="605"/>
                        </a:lnTo>
                        <a:lnTo>
                          <a:pt x="776" y="605"/>
                        </a:lnTo>
                        <a:lnTo>
                          <a:pt x="776" y="605"/>
                        </a:lnTo>
                        <a:close/>
                        <a:moveTo>
                          <a:pt x="766" y="621"/>
                        </a:moveTo>
                        <a:lnTo>
                          <a:pt x="766" y="620"/>
                        </a:lnTo>
                        <a:lnTo>
                          <a:pt x="765" y="617"/>
                        </a:lnTo>
                        <a:lnTo>
                          <a:pt x="762" y="615"/>
                        </a:lnTo>
                        <a:lnTo>
                          <a:pt x="764" y="614"/>
                        </a:lnTo>
                        <a:lnTo>
                          <a:pt x="762" y="611"/>
                        </a:lnTo>
                        <a:lnTo>
                          <a:pt x="761" y="610"/>
                        </a:lnTo>
                        <a:lnTo>
                          <a:pt x="761" y="606"/>
                        </a:lnTo>
                        <a:lnTo>
                          <a:pt x="761" y="606"/>
                        </a:lnTo>
                        <a:lnTo>
                          <a:pt x="762" y="609"/>
                        </a:lnTo>
                        <a:lnTo>
                          <a:pt x="765" y="609"/>
                        </a:lnTo>
                        <a:lnTo>
                          <a:pt x="765" y="611"/>
                        </a:lnTo>
                        <a:lnTo>
                          <a:pt x="768" y="613"/>
                        </a:lnTo>
                        <a:lnTo>
                          <a:pt x="768" y="617"/>
                        </a:lnTo>
                        <a:lnTo>
                          <a:pt x="770" y="618"/>
                        </a:lnTo>
                        <a:lnTo>
                          <a:pt x="772" y="618"/>
                        </a:lnTo>
                        <a:lnTo>
                          <a:pt x="772" y="621"/>
                        </a:lnTo>
                        <a:lnTo>
                          <a:pt x="769" y="621"/>
                        </a:lnTo>
                        <a:lnTo>
                          <a:pt x="766" y="621"/>
                        </a:lnTo>
                        <a:lnTo>
                          <a:pt x="766" y="621"/>
                        </a:lnTo>
                        <a:close/>
                        <a:moveTo>
                          <a:pt x="750" y="620"/>
                        </a:moveTo>
                        <a:lnTo>
                          <a:pt x="750" y="617"/>
                        </a:lnTo>
                        <a:lnTo>
                          <a:pt x="750" y="615"/>
                        </a:lnTo>
                        <a:lnTo>
                          <a:pt x="750" y="614"/>
                        </a:lnTo>
                        <a:lnTo>
                          <a:pt x="750" y="610"/>
                        </a:lnTo>
                        <a:lnTo>
                          <a:pt x="751" y="607"/>
                        </a:lnTo>
                        <a:lnTo>
                          <a:pt x="753" y="609"/>
                        </a:lnTo>
                        <a:lnTo>
                          <a:pt x="754" y="610"/>
                        </a:lnTo>
                        <a:lnTo>
                          <a:pt x="753" y="611"/>
                        </a:lnTo>
                        <a:lnTo>
                          <a:pt x="753" y="613"/>
                        </a:lnTo>
                        <a:lnTo>
                          <a:pt x="754" y="615"/>
                        </a:lnTo>
                        <a:lnTo>
                          <a:pt x="751" y="620"/>
                        </a:lnTo>
                        <a:lnTo>
                          <a:pt x="750" y="620"/>
                        </a:lnTo>
                        <a:lnTo>
                          <a:pt x="750" y="620"/>
                        </a:lnTo>
                        <a:close/>
                        <a:moveTo>
                          <a:pt x="749" y="553"/>
                        </a:moveTo>
                        <a:lnTo>
                          <a:pt x="749" y="556"/>
                        </a:lnTo>
                        <a:lnTo>
                          <a:pt x="750" y="556"/>
                        </a:lnTo>
                        <a:lnTo>
                          <a:pt x="753" y="556"/>
                        </a:lnTo>
                        <a:lnTo>
                          <a:pt x="754" y="554"/>
                        </a:lnTo>
                        <a:lnTo>
                          <a:pt x="754" y="553"/>
                        </a:lnTo>
                        <a:lnTo>
                          <a:pt x="751" y="553"/>
                        </a:lnTo>
                        <a:lnTo>
                          <a:pt x="749" y="553"/>
                        </a:lnTo>
                        <a:lnTo>
                          <a:pt x="749" y="553"/>
                        </a:lnTo>
                        <a:close/>
                        <a:moveTo>
                          <a:pt x="750" y="552"/>
                        </a:moveTo>
                        <a:lnTo>
                          <a:pt x="751" y="549"/>
                        </a:lnTo>
                        <a:lnTo>
                          <a:pt x="751" y="546"/>
                        </a:lnTo>
                        <a:lnTo>
                          <a:pt x="754" y="543"/>
                        </a:lnTo>
                        <a:lnTo>
                          <a:pt x="756" y="542"/>
                        </a:lnTo>
                        <a:lnTo>
                          <a:pt x="757" y="542"/>
                        </a:lnTo>
                        <a:lnTo>
                          <a:pt x="757" y="545"/>
                        </a:lnTo>
                        <a:lnTo>
                          <a:pt x="756" y="549"/>
                        </a:lnTo>
                        <a:lnTo>
                          <a:pt x="756" y="550"/>
                        </a:lnTo>
                        <a:lnTo>
                          <a:pt x="753" y="552"/>
                        </a:lnTo>
                        <a:lnTo>
                          <a:pt x="750" y="552"/>
                        </a:lnTo>
                        <a:lnTo>
                          <a:pt x="750" y="552"/>
                        </a:lnTo>
                        <a:close/>
                        <a:moveTo>
                          <a:pt x="613" y="523"/>
                        </a:moveTo>
                        <a:lnTo>
                          <a:pt x="614" y="522"/>
                        </a:lnTo>
                        <a:lnTo>
                          <a:pt x="614" y="520"/>
                        </a:lnTo>
                        <a:lnTo>
                          <a:pt x="612" y="520"/>
                        </a:lnTo>
                        <a:lnTo>
                          <a:pt x="612" y="522"/>
                        </a:lnTo>
                        <a:lnTo>
                          <a:pt x="613" y="523"/>
                        </a:lnTo>
                        <a:lnTo>
                          <a:pt x="613" y="523"/>
                        </a:lnTo>
                        <a:close/>
                        <a:moveTo>
                          <a:pt x="497" y="490"/>
                        </a:moveTo>
                        <a:lnTo>
                          <a:pt x="497" y="489"/>
                        </a:lnTo>
                        <a:lnTo>
                          <a:pt x="500" y="489"/>
                        </a:lnTo>
                        <a:lnTo>
                          <a:pt x="499" y="490"/>
                        </a:lnTo>
                        <a:lnTo>
                          <a:pt x="499" y="490"/>
                        </a:lnTo>
                        <a:lnTo>
                          <a:pt x="497" y="490"/>
                        </a:lnTo>
                        <a:lnTo>
                          <a:pt x="497" y="490"/>
                        </a:lnTo>
                        <a:close/>
                        <a:moveTo>
                          <a:pt x="488" y="495"/>
                        </a:moveTo>
                        <a:lnTo>
                          <a:pt x="491" y="495"/>
                        </a:lnTo>
                        <a:lnTo>
                          <a:pt x="491" y="493"/>
                        </a:lnTo>
                        <a:lnTo>
                          <a:pt x="488" y="493"/>
                        </a:lnTo>
                        <a:lnTo>
                          <a:pt x="488" y="495"/>
                        </a:lnTo>
                        <a:lnTo>
                          <a:pt x="488" y="495"/>
                        </a:lnTo>
                        <a:close/>
                        <a:moveTo>
                          <a:pt x="492" y="505"/>
                        </a:moveTo>
                        <a:lnTo>
                          <a:pt x="491" y="504"/>
                        </a:lnTo>
                        <a:lnTo>
                          <a:pt x="492" y="503"/>
                        </a:lnTo>
                        <a:lnTo>
                          <a:pt x="492" y="505"/>
                        </a:lnTo>
                        <a:lnTo>
                          <a:pt x="492" y="505"/>
                        </a:lnTo>
                        <a:lnTo>
                          <a:pt x="492" y="505"/>
                        </a:lnTo>
                        <a:close/>
                        <a:moveTo>
                          <a:pt x="492" y="507"/>
                        </a:moveTo>
                        <a:lnTo>
                          <a:pt x="489" y="503"/>
                        </a:lnTo>
                        <a:lnTo>
                          <a:pt x="489" y="504"/>
                        </a:lnTo>
                        <a:lnTo>
                          <a:pt x="491" y="505"/>
                        </a:lnTo>
                        <a:lnTo>
                          <a:pt x="492" y="507"/>
                        </a:lnTo>
                        <a:lnTo>
                          <a:pt x="492" y="507"/>
                        </a:lnTo>
                        <a:close/>
                        <a:moveTo>
                          <a:pt x="496" y="512"/>
                        </a:moveTo>
                        <a:lnTo>
                          <a:pt x="497" y="516"/>
                        </a:lnTo>
                        <a:lnTo>
                          <a:pt x="499" y="516"/>
                        </a:lnTo>
                        <a:lnTo>
                          <a:pt x="500" y="515"/>
                        </a:lnTo>
                        <a:lnTo>
                          <a:pt x="500" y="514"/>
                        </a:lnTo>
                        <a:lnTo>
                          <a:pt x="501" y="512"/>
                        </a:lnTo>
                        <a:lnTo>
                          <a:pt x="499" y="512"/>
                        </a:lnTo>
                        <a:lnTo>
                          <a:pt x="499" y="514"/>
                        </a:lnTo>
                        <a:lnTo>
                          <a:pt x="497" y="512"/>
                        </a:lnTo>
                        <a:lnTo>
                          <a:pt x="496" y="512"/>
                        </a:lnTo>
                        <a:lnTo>
                          <a:pt x="496" y="512"/>
                        </a:lnTo>
                        <a:close/>
                        <a:moveTo>
                          <a:pt x="492" y="530"/>
                        </a:moveTo>
                        <a:lnTo>
                          <a:pt x="492" y="526"/>
                        </a:lnTo>
                        <a:lnTo>
                          <a:pt x="492" y="524"/>
                        </a:lnTo>
                        <a:lnTo>
                          <a:pt x="493" y="522"/>
                        </a:lnTo>
                        <a:lnTo>
                          <a:pt x="495" y="519"/>
                        </a:lnTo>
                        <a:lnTo>
                          <a:pt x="496" y="520"/>
                        </a:lnTo>
                        <a:lnTo>
                          <a:pt x="495" y="522"/>
                        </a:lnTo>
                        <a:lnTo>
                          <a:pt x="496" y="523"/>
                        </a:lnTo>
                        <a:lnTo>
                          <a:pt x="495" y="524"/>
                        </a:lnTo>
                        <a:lnTo>
                          <a:pt x="496" y="526"/>
                        </a:lnTo>
                        <a:lnTo>
                          <a:pt x="495" y="527"/>
                        </a:lnTo>
                        <a:lnTo>
                          <a:pt x="493" y="528"/>
                        </a:lnTo>
                        <a:lnTo>
                          <a:pt x="492" y="530"/>
                        </a:lnTo>
                        <a:lnTo>
                          <a:pt x="492" y="530"/>
                        </a:lnTo>
                        <a:close/>
                        <a:moveTo>
                          <a:pt x="598" y="465"/>
                        </a:moveTo>
                        <a:lnTo>
                          <a:pt x="598" y="463"/>
                        </a:lnTo>
                        <a:lnTo>
                          <a:pt x="599" y="463"/>
                        </a:lnTo>
                        <a:lnTo>
                          <a:pt x="599" y="463"/>
                        </a:lnTo>
                        <a:lnTo>
                          <a:pt x="599" y="466"/>
                        </a:lnTo>
                        <a:lnTo>
                          <a:pt x="598" y="465"/>
                        </a:lnTo>
                        <a:lnTo>
                          <a:pt x="598" y="465"/>
                        </a:lnTo>
                        <a:close/>
                        <a:moveTo>
                          <a:pt x="633" y="444"/>
                        </a:moveTo>
                        <a:lnTo>
                          <a:pt x="632" y="440"/>
                        </a:lnTo>
                        <a:lnTo>
                          <a:pt x="632" y="439"/>
                        </a:lnTo>
                        <a:lnTo>
                          <a:pt x="632" y="436"/>
                        </a:lnTo>
                        <a:lnTo>
                          <a:pt x="633" y="435"/>
                        </a:lnTo>
                        <a:lnTo>
                          <a:pt x="635" y="436"/>
                        </a:lnTo>
                        <a:lnTo>
                          <a:pt x="635" y="437"/>
                        </a:lnTo>
                        <a:lnTo>
                          <a:pt x="636" y="439"/>
                        </a:lnTo>
                        <a:lnTo>
                          <a:pt x="635" y="440"/>
                        </a:lnTo>
                        <a:lnTo>
                          <a:pt x="635" y="443"/>
                        </a:lnTo>
                        <a:lnTo>
                          <a:pt x="633" y="444"/>
                        </a:lnTo>
                        <a:lnTo>
                          <a:pt x="633" y="444"/>
                        </a:lnTo>
                        <a:close/>
                        <a:moveTo>
                          <a:pt x="594" y="486"/>
                        </a:moveTo>
                        <a:lnTo>
                          <a:pt x="594" y="485"/>
                        </a:lnTo>
                        <a:lnTo>
                          <a:pt x="594" y="484"/>
                        </a:lnTo>
                        <a:lnTo>
                          <a:pt x="595" y="482"/>
                        </a:lnTo>
                        <a:lnTo>
                          <a:pt x="595" y="481"/>
                        </a:lnTo>
                        <a:lnTo>
                          <a:pt x="597" y="480"/>
                        </a:lnTo>
                        <a:lnTo>
                          <a:pt x="597" y="477"/>
                        </a:lnTo>
                        <a:lnTo>
                          <a:pt x="594" y="477"/>
                        </a:lnTo>
                        <a:lnTo>
                          <a:pt x="594" y="476"/>
                        </a:lnTo>
                        <a:lnTo>
                          <a:pt x="594" y="473"/>
                        </a:lnTo>
                        <a:lnTo>
                          <a:pt x="597" y="473"/>
                        </a:lnTo>
                        <a:lnTo>
                          <a:pt x="597" y="470"/>
                        </a:lnTo>
                        <a:lnTo>
                          <a:pt x="594" y="469"/>
                        </a:lnTo>
                        <a:lnTo>
                          <a:pt x="593" y="469"/>
                        </a:lnTo>
                        <a:lnTo>
                          <a:pt x="593" y="470"/>
                        </a:lnTo>
                        <a:lnTo>
                          <a:pt x="591" y="471"/>
                        </a:lnTo>
                        <a:lnTo>
                          <a:pt x="590" y="470"/>
                        </a:lnTo>
                        <a:lnTo>
                          <a:pt x="586" y="470"/>
                        </a:lnTo>
                        <a:lnTo>
                          <a:pt x="583" y="474"/>
                        </a:lnTo>
                        <a:lnTo>
                          <a:pt x="580" y="476"/>
                        </a:lnTo>
                        <a:lnTo>
                          <a:pt x="580" y="474"/>
                        </a:lnTo>
                        <a:lnTo>
                          <a:pt x="583" y="473"/>
                        </a:lnTo>
                        <a:lnTo>
                          <a:pt x="584" y="470"/>
                        </a:lnTo>
                        <a:lnTo>
                          <a:pt x="584" y="467"/>
                        </a:lnTo>
                        <a:lnTo>
                          <a:pt x="583" y="469"/>
                        </a:lnTo>
                        <a:lnTo>
                          <a:pt x="582" y="469"/>
                        </a:lnTo>
                        <a:lnTo>
                          <a:pt x="582" y="466"/>
                        </a:lnTo>
                        <a:lnTo>
                          <a:pt x="584" y="465"/>
                        </a:lnTo>
                        <a:lnTo>
                          <a:pt x="583" y="462"/>
                        </a:lnTo>
                        <a:lnTo>
                          <a:pt x="584" y="459"/>
                        </a:lnTo>
                        <a:lnTo>
                          <a:pt x="586" y="459"/>
                        </a:lnTo>
                        <a:lnTo>
                          <a:pt x="586" y="461"/>
                        </a:lnTo>
                        <a:lnTo>
                          <a:pt x="587" y="465"/>
                        </a:lnTo>
                        <a:lnTo>
                          <a:pt x="588" y="466"/>
                        </a:lnTo>
                        <a:lnTo>
                          <a:pt x="590" y="466"/>
                        </a:lnTo>
                        <a:lnTo>
                          <a:pt x="593" y="466"/>
                        </a:lnTo>
                        <a:lnTo>
                          <a:pt x="594" y="462"/>
                        </a:lnTo>
                        <a:lnTo>
                          <a:pt x="593" y="462"/>
                        </a:lnTo>
                        <a:lnTo>
                          <a:pt x="593" y="461"/>
                        </a:lnTo>
                        <a:lnTo>
                          <a:pt x="595" y="461"/>
                        </a:lnTo>
                        <a:lnTo>
                          <a:pt x="595" y="461"/>
                        </a:lnTo>
                        <a:lnTo>
                          <a:pt x="597" y="461"/>
                        </a:lnTo>
                        <a:lnTo>
                          <a:pt x="599" y="458"/>
                        </a:lnTo>
                        <a:lnTo>
                          <a:pt x="601" y="455"/>
                        </a:lnTo>
                        <a:lnTo>
                          <a:pt x="601" y="458"/>
                        </a:lnTo>
                        <a:lnTo>
                          <a:pt x="602" y="458"/>
                        </a:lnTo>
                        <a:lnTo>
                          <a:pt x="605" y="456"/>
                        </a:lnTo>
                        <a:lnTo>
                          <a:pt x="602" y="461"/>
                        </a:lnTo>
                        <a:lnTo>
                          <a:pt x="602" y="465"/>
                        </a:lnTo>
                        <a:lnTo>
                          <a:pt x="603" y="463"/>
                        </a:lnTo>
                        <a:lnTo>
                          <a:pt x="605" y="465"/>
                        </a:lnTo>
                        <a:lnTo>
                          <a:pt x="603" y="466"/>
                        </a:lnTo>
                        <a:lnTo>
                          <a:pt x="605" y="466"/>
                        </a:lnTo>
                        <a:lnTo>
                          <a:pt x="606" y="463"/>
                        </a:lnTo>
                        <a:lnTo>
                          <a:pt x="607" y="462"/>
                        </a:lnTo>
                        <a:lnTo>
                          <a:pt x="610" y="458"/>
                        </a:lnTo>
                        <a:lnTo>
                          <a:pt x="612" y="458"/>
                        </a:lnTo>
                        <a:lnTo>
                          <a:pt x="612" y="461"/>
                        </a:lnTo>
                        <a:lnTo>
                          <a:pt x="609" y="463"/>
                        </a:lnTo>
                        <a:lnTo>
                          <a:pt x="609" y="467"/>
                        </a:lnTo>
                        <a:lnTo>
                          <a:pt x="612" y="467"/>
                        </a:lnTo>
                        <a:lnTo>
                          <a:pt x="613" y="469"/>
                        </a:lnTo>
                        <a:lnTo>
                          <a:pt x="614" y="467"/>
                        </a:lnTo>
                        <a:lnTo>
                          <a:pt x="617" y="463"/>
                        </a:lnTo>
                        <a:lnTo>
                          <a:pt x="618" y="459"/>
                        </a:lnTo>
                        <a:lnTo>
                          <a:pt x="620" y="456"/>
                        </a:lnTo>
                        <a:lnTo>
                          <a:pt x="620" y="454"/>
                        </a:lnTo>
                        <a:lnTo>
                          <a:pt x="620" y="452"/>
                        </a:lnTo>
                        <a:lnTo>
                          <a:pt x="620" y="451"/>
                        </a:lnTo>
                        <a:lnTo>
                          <a:pt x="618" y="451"/>
                        </a:lnTo>
                        <a:lnTo>
                          <a:pt x="617" y="451"/>
                        </a:lnTo>
                        <a:lnTo>
                          <a:pt x="616" y="452"/>
                        </a:lnTo>
                        <a:lnTo>
                          <a:pt x="616" y="448"/>
                        </a:lnTo>
                        <a:lnTo>
                          <a:pt x="617" y="448"/>
                        </a:lnTo>
                        <a:lnTo>
                          <a:pt x="616" y="447"/>
                        </a:lnTo>
                        <a:lnTo>
                          <a:pt x="613" y="447"/>
                        </a:lnTo>
                        <a:lnTo>
                          <a:pt x="613" y="446"/>
                        </a:lnTo>
                        <a:lnTo>
                          <a:pt x="610" y="443"/>
                        </a:lnTo>
                        <a:lnTo>
                          <a:pt x="610" y="442"/>
                        </a:lnTo>
                        <a:lnTo>
                          <a:pt x="607" y="437"/>
                        </a:lnTo>
                        <a:lnTo>
                          <a:pt x="607" y="433"/>
                        </a:lnTo>
                        <a:lnTo>
                          <a:pt x="609" y="431"/>
                        </a:lnTo>
                        <a:lnTo>
                          <a:pt x="607" y="427"/>
                        </a:lnTo>
                        <a:lnTo>
                          <a:pt x="606" y="429"/>
                        </a:lnTo>
                        <a:lnTo>
                          <a:pt x="606" y="432"/>
                        </a:lnTo>
                        <a:lnTo>
                          <a:pt x="603" y="429"/>
                        </a:lnTo>
                        <a:lnTo>
                          <a:pt x="601" y="428"/>
                        </a:lnTo>
                        <a:lnTo>
                          <a:pt x="601" y="423"/>
                        </a:lnTo>
                        <a:lnTo>
                          <a:pt x="598" y="421"/>
                        </a:lnTo>
                        <a:lnTo>
                          <a:pt x="598" y="416"/>
                        </a:lnTo>
                        <a:lnTo>
                          <a:pt x="597" y="414"/>
                        </a:lnTo>
                        <a:lnTo>
                          <a:pt x="595" y="412"/>
                        </a:lnTo>
                        <a:lnTo>
                          <a:pt x="595" y="409"/>
                        </a:lnTo>
                        <a:lnTo>
                          <a:pt x="595" y="408"/>
                        </a:lnTo>
                        <a:lnTo>
                          <a:pt x="598" y="408"/>
                        </a:lnTo>
                        <a:lnTo>
                          <a:pt x="598" y="403"/>
                        </a:lnTo>
                        <a:lnTo>
                          <a:pt x="601" y="403"/>
                        </a:lnTo>
                        <a:lnTo>
                          <a:pt x="601" y="405"/>
                        </a:lnTo>
                        <a:lnTo>
                          <a:pt x="603" y="403"/>
                        </a:lnTo>
                        <a:lnTo>
                          <a:pt x="603" y="401"/>
                        </a:lnTo>
                        <a:lnTo>
                          <a:pt x="606" y="395"/>
                        </a:lnTo>
                        <a:lnTo>
                          <a:pt x="606" y="391"/>
                        </a:lnTo>
                        <a:lnTo>
                          <a:pt x="606" y="390"/>
                        </a:lnTo>
                        <a:lnTo>
                          <a:pt x="603" y="386"/>
                        </a:lnTo>
                        <a:lnTo>
                          <a:pt x="605" y="383"/>
                        </a:lnTo>
                        <a:lnTo>
                          <a:pt x="607" y="382"/>
                        </a:lnTo>
                        <a:lnTo>
                          <a:pt x="607" y="378"/>
                        </a:lnTo>
                        <a:lnTo>
                          <a:pt x="610" y="374"/>
                        </a:lnTo>
                        <a:lnTo>
                          <a:pt x="610" y="372"/>
                        </a:lnTo>
                        <a:lnTo>
                          <a:pt x="612" y="370"/>
                        </a:lnTo>
                        <a:lnTo>
                          <a:pt x="612" y="364"/>
                        </a:lnTo>
                        <a:lnTo>
                          <a:pt x="613" y="364"/>
                        </a:lnTo>
                        <a:lnTo>
                          <a:pt x="613" y="361"/>
                        </a:lnTo>
                        <a:lnTo>
                          <a:pt x="617" y="357"/>
                        </a:lnTo>
                        <a:lnTo>
                          <a:pt x="616" y="355"/>
                        </a:lnTo>
                        <a:lnTo>
                          <a:pt x="617" y="353"/>
                        </a:lnTo>
                        <a:lnTo>
                          <a:pt x="618" y="352"/>
                        </a:lnTo>
                        <a:lnTo>
                          <a:pt x="618" y="349"/>
                        </a:lnTo>
                        <a:lnTo>
                          <a:pt x="617" y="346"/>
                        </a:lnTo>
                        <a:lnTo>
                          <a:pt x="617" y="345"/>
                        </a:lnTo>
                        <a:lnTo>
                          <a:pt x="617" y="342"/>
                        </a:lnTo>
                        <a:lnTo>
                          <a:pt x="616" y="341"/>
                        </a:lnTo>
                        <a:lnTo>
                          <a:pt x="614" y="337"/>
                        </a:lnTo>
                        <a:lnTo>
                          <a:pt x="614" y="336"/>
                        </a:lnTo>
                        <a:lnTo>
                          <a:pt x="613" y="331"/>
                        </a:lnTo>
                        <a:lnTo>
                          <a:pt x="610" y="330"/>
                        </a:lnTo>
                        <a:lnTo>
                          <a:pt x="609" y="329"/>
                        </a:lnTo>
                        <a:lnTo>
                          <a:pt x="607" y="329"/>
                        </a:lnTo>
                        <a:lnTo>
                          <a:pt x="607" y="333"/>
                        </a:lnTo>
                        <a:lnTo>
                          <a:pt x="606" y="333"/>
                        </a:lnTo>
                        <a:lnTo>
                          <a:pt x="603" y="327"/>
                        </a:lnTo>
                        <a:lnTo>
                          <a:pt x="602" y="327"/>
                        </a:lnTo>
                        <a:lnTo>
                          <a:pt x="599" y="325"/>
                        </a:lnTo>
                        <a:lnTo>
                          <a:pt x="598" y="326"/>
                        </a:lnTo>
                        <a:lnTo>
                          <a:pt x="598" y="330"/>
                        </a:lnTo>
                        <a:lnTo>
                          <a:pt x="597" y="330"/>
                        </a:lnTo>
                        <a:lnTo>
                          <a:pt x="595" y="330"/>
                        </a:lnTo>
                        <a:lnTo>
                          <a:pt x="594" y="333"/>
                        </a:lnTo>
                        <a:lnTo>
                          <a:pt x="594" y="336"/>
                        </a:lnTo>
                        <a:lnTo>
                          <a:pt x="593" y="336"/>
                        </a:lnTo>
                        <a:lnTo>
                          <a:pt x="590" y="342"/>
                        </a:lnTo>
                        <a:lnTo>
                          <a:pt x="590" y="345"/>
                        </a:lnTo>
                        <a:lnTo>
                          <a:pt x="588" y="348"/>
                        </a:lnTo>
                        <a:lnTo>
                          <a:pt x="588" y="352"/>
                        </a:lnTo>
                        <a:lnTo>
                          <a:pt x="587" y="352"/>
                        </a:lnTo>
                        <a:lnTo>
                          <a:pt x="587" y="355"/>
                        </a:lnTo>
                        <a:lnTo>
                          <a:pt x="584" y="356"/>
                        </a:lnTo>
                        <a:lnTo>
                          <a:pt x="584" y="361"/>
                        </a:lnTo>
                        <a:lnTo>
                          <a:pt x="582" y="363"/>
                        </a:lnTo>
                        <a:lnTo>
                          <a:pt x="582" y="363"/>
                        </a:lnTo>
                        <a:lnTo>
                          <a:pt x="579" y="367"/>
                        </a:lnTo>
                        <a:lnTo>
                          <a:pt x="580" y="368"/>
                        </a:lnTo>
                        <a:lnTo>
                          <a:pt x="579" y="371"/>
                        </a:lnTo>
                        <a:lnTo>
                          <a:pt x="579" y="374"/>
                        </a:lnTo>
                        <a:lnTo>
                          <a:pt x="576" y="376"/>
                        </a:lnTo>
                        <a:lnTo>
                          <a:pt x="579" y="379"/>
                        </a:lnTo>
                        <a:lnTo>
                          <a:pt x="578" y="382"/>
                        </a:lnTo>
                        <a:lnTo>
                          <a:pt x="575" y="382"/>
                        </a:lnTo>
                        <a:lnTo>
                          <a:pt x="576" y="383"/>
                        </a:lnTo>
                        <a:lnTo>
                          <a:pt x="579" y="383"/>
                        </a:lnTo>
                        <a:lnTo>
                          <a:pt x="579" y="386"/>
                        </a:lnTo>
                        <a:lnTo>
                          <a:pt x="576" y="386"/>
                        </a:lnTo>
                        <a:lnTo>
                          <a:pt x="575" y="386"/>
                        </a:lnTo>
                        <a:lnTo>
                          <a:pt x="572" y="387"/>
                        </a:lnTo>
                        <a:lnTo>
                          <a:pt x="571" y="387"/>
                        </a:lnTo>
                        <a:lnTo>
                          <a:pt x="569" y="389"/>
                        </a:lnTo>
                        <a:lnTo>
                          <a:pt x="569" y="391"/>
                        </a:lnTo>
                        <a:lnTo>
                          <a:pt x="568" y="391"/>
                        </a:lnTo>
                        <a:lnTo>
                          <a:pt x="567" y="391"/>
                        </a:lnTo>
                        <a:lnTo>
                          <a:pt x="567" y="389"/>
                        </a:lnTo>
                        <a:lnTo>
                          <a:pt x="567" y="386"/>
                        </a:lnTo>
                        <a:lnTo>
                          <a:pt x="565" y="384"/>
                        </a:lnTo>
                        <a:lnTo>
                          <a:pt x="565" y="379"/>
                        </a:lnTo>
                        <a:lnTo>
                          <a:pt x="568" y="375"/>
                        </a:lnTo>
                        <a:lnTo>
                          <a:pt x="568" y="372"/>
                        </a:lnTo>
                        <a:lnTo>
                          <a:pt x="571" y="371"/>
                        </a:lnTo>
                        <a:lnTo>
                          <a:pt x="571" y="368"/>
                        </a:lnTo>
                        <a:lnTo>
                          <a:pt x="571" y="365"/>
                        </a:lnTo>
                        <a:lnTo>
                          <a:pt x="572" y="360"/>
                        </a:lnTo>
                        <a:lnTo>
                          <a:pt x="576" y="359"/>
                        </a:lnTo>
                        <a:lnTo>
                          <a:pt x="576" y="355"/>
                        </a:lnTo>
                        <a:lnTo>
                          <a:pt x="575" y="355"/>
                        </a:lnTo>
                        <a:lnTo>
                          <a:pt x="573" y="355"/>
                        </a:lnTo>
                        <a:lnTo>
                          <a:pt x="573" y="353"/>
                        </a:lnTo>
                        <a:lnTo>
                          <a:pt x="575" y="351"/>
                        </a:lnTo>
                        <a:lnTo>
                          <a:pt x="575" y="345"/>
                        </a:lnTo>
                        <a:lnTo>
                          <a:pt x="573" y="344"/>
                        </a:lnTo>
                        <a:lnTo>
                          <a:pt x="572" y="341"/>
                        </a:lnTo>
                        <a:lnTo>
                          <a:pt x="573" y="340"/>
                        </a:lnTo>
                        <a:lnTo>
                          <a:pt x="573" y="336"/>
                        </a:lnTo>
                        <a:lnTo>
                          <a:pt x="572" y="336"/>
                        </a:lnTo>
                        <a:lnTo>
                          <a:pt x="569" y="333"/>
                        </a:lnTo>
                        <a:lnTo>
                          <a:pt x="565" y="334"/>
                        </a:lnTo>
                        <a:lnTo>
                          <a:pt x="564" y="337"/>
                        </a:lnTo>
                        <a:lnTo>
                          <a:pt x="567" y="338"/>
                        </a:lnTo>
                        <a:lnTo>
                          <a:pt x="567" y="341"/>
                        </a:lnTo>
                        <a:lnTo>
                          <a:pt x="568" y="342"/>
                        </a:lnTo>
                        <a:lnTo>
                          <a:pt x="568" y="345"/>
                        </a:lnTo>
                        <a:lnTo>
                          <a:pt x="567" y="345"/>
                        </a:lnTo>
                        <a:lnTo>
                          <a:pt x="565" y="342"/>
                        </a:lnTo>
                        <a:lnTo>
                          <a:pt x="564" y="342"/>
                        </a:lnTo>
                        <a:lnTo>
                          <a:pt x="563" y="345"/>
                        </a:lnTo>
                        <a:lnTo>
                          <a:pt x="564" y="346"/>
                        </a:lnTo>
                        <a:lnTo>
                          <a:pt x="565" y="349"/>
                        </a:lnTo>
                        <a:lnTo>
                          <a:pt x="565" y="352"/>
                        </a:lnTo>
                        <a:lnTo>
                          <a:pt x="564" y="353"/>
                        </a:lnTo>
                        <a:lnTo>
                          <a:pt x="564" y="352"/>
                        </a:lnTo>
                        <a:lnTo>
                          <a:pt x="563" y="351"/>
                        </a:lnTo>
                        <a:lnTo>
                          <a:pt x="563" y="355"/>
                        </a:lnTo>
                        <a:lnTo>
                          <a:pt x="560" y="352"/>
                        </a:lnTo>
                        <a:lnTo>
                          <a:pt x="560" y="349"/>
                        </a:lnTo>
                        <a:lnTo>
                          <a:pt x="559" y="351"/>
                        </a:lnTo>
                        <a:lnTo>
                          <a:pt x="556" y="353"/>
                        </a:lnTo>
                        <a:lnTo>
                          <a:pt x="556" y="352"/>
                        </a:lnTo>
                        <a:lnTo>
                          <a:pt x="556" y="349"/>
                        </a:lnTo>
                        <a:lnTo>
                          <a:pt x="557" y="348"/>
                        </a:lnTo>
                        <a:lnTo>
                          <a:pt x="556" y="346"/>
                        </a:lnTo>
                        <a:lnTo>
                          <a:pt x="553" y="348"/>
                        </a:lnTo>
                        <a:lnTo>
                          <a:pt x="549" y="352"/>
                        </a:lnTo>
                        <a:lnTo>
                          <a:pt x="548" y="348"/>
                        </a:lnTo>
                        <a:lnTo>
                          <a:pt x="545" y="348"/>
                        </a:lnTo>
                        <a:lnTo>
                          <a:pt x="544" y="351"/>
                        </a:lnTo>
                        <a:lnTo>
                          <a:pt x="541" y="351"/>
                        </a:lnTo>
                        <a:lnTo>
                          <a:pt x="540" y="349"/>
                        </a:lnTo>
                        <a:lnTo>
                          <a:pt x="537" y="349"/>
                        </a:lnTo>
                        <a:lnTo>
                          <a:pt x="535" y="348"/>
                        </a:lnTo>
                        <a:lnTo>
                          <a:pt x="538" y="346"/>
                        </a:lnTo>
                        <a:lnTo>
                          <a:pt x="541" y="345"/>
                        </a:lnTo>
                        <a:lnTo>
                          <a:pt x="544" y="346"/>
                        </a:lnTo>
                        <a:lnTo>
                          <a:pt x="546" y="345"/>
                        </a:lnTo>
                        <a:lnTo>
                          <a:pt x="546" y="344"/>
                        </a:lnTo>
                        <a:lnTo>
                          <a:pt x="548" y="342"/>
                        </a:lnTo>
                        <a:lnTo>
                          <a:pt x="550" y="344"/>
                        </a:lnTo>
                        <a:lnTo>
                          <a:pt x="553" y="341"/>
                        </a:lnTo>
                        <a:lnTo>
                          <a:pt x="553" y="338"/>
                        </a:lnTo>
                        <a:lnTo>
                          <a:pt x="553" y="337"/>
                        </a:lnTo>
                        <a:lnTo>
                          <a:pt x="552" y="336"/>
                        </a:lnTo>
                        <a:lnTo>
                          <a:pt x="549" y="330"/>
                        </a:lnTo>
                        <a:lnTo>
                          <a:pt x="546" y="330"/>
                        </a:lnTo>
                        <a:lnTo>
                          <a:pt x="546" y="327"/>
                        </a:lnTo>
                        <a:lnTo>
                          <a:pt x="541" y="323"/>
                        </a:lnTo>
                        <a:lnTo>
                          <a:pt x="541" y="322"/>
                        </a:lnTo>
                        <a:lnTo>
                          <a:pt x="538" y="322"/>
                        </a:lnTo>
                        <a:lnTo>
                          <a:pt x="535" y="325"/>
                        </a:lnTo>
                        <a:lnTo>
                          <a:pt x="534" y="325"/>
                        </a:lnTo>
                        <a:lnTo>
                          <a:pt x="529" y="329"/>
                        </a:lnTo>
                        <a:lnTo>
                          <a:pt x="530" y="330"/>
                        </a:lnTo>
                        <a:lnTo>
                          <a:pt x="530" y="333"/>
                        </a:lnTo>
                        <a:lnTo>
                          <a:pt x="529" y="333"/>
                        </a:lnTo>
                        <a:lnTo>
                          <a:pt x="526" y="334"/>
                        </a:lnTo>
                        <a:lnTo>
                          <a:pt x="526" y="333"/>
                        </a:lnTo>
                        <a:lnTo>
                          <a:pt x="525" y="333"/>
                        </a:lnTo>
                        <a:lnTo>
                          <a:pt x="522" y="331"/>
                        </a:lnTo>
                        <a:lnTo>
                          <a:pt x="519" y="331"/>
                        </a:lnTo>
                        <a:lnTo>
                          <a:pt x="518" y="333"/>
                        </a:lnTo>
                        <a:lnTo>
                          <a:pt x="515" y="333"/>
                        </a:lnTo>
                        <a:lnTo>
                          <a:pt x="514" y="331"/>
                        </a:lnTo>
                        <a:lnTo>
                          <a:pt x="515" y="330"/>
                        </a:lnTo>
                        <a:lnTo>
                          <a:pt x="519" y="330"/>
                        </a:lnTo>
                        <a:lnTo>
                          <a:pt x="521" y="327"/>
                        </a:lnTo>
                        <a:lnTo>
                          <a:pt x="523" y="326"/>
                        </a:lnTo>
                        <a:lnTo>
                          <a:pt x="525" y="327"/>
                        </a:lnTo>
                        <a:lnTo>
                          <a:pt x="526" y="323"/>
                        </a:lnTo>
                        <a:lnTo>
                          <a:pt x="527" y="321"/>
                        </a:lnTo>
                        <a:lnTo>
                          <a:pt x="527" y="319"/>
                        </a:lnTo>
                        <a:lnTo>
                          <a:pt x="530" y="319"/>
                        </a:lnTo>
                        <a:lnTo>
                          <a:pt x="533" y="315"/>
                        </a:lnTo>
                        <a:lnTo>
                          <a:pt x="531" y="311"/>
                        </a:lnTo>
                        <a:lnTo>
                          <a:pt x="533" y="308"/>
                        </a:lnTo>
                        <a:lnTo>
                          <a:pt x="531" y="306"/>
                        </a:lnTo>
                        <a:lnTo>
                          <a:pt x="529" y="306"/>
                        </a:lnTo>
                        <a:lnTo>
                          <a:pt x="525" y="307"/>
                        </a:lnTo>
                        <a:lnTo>
                          <a:pt x="519" y="308"/>
                        </a:lnTo>
                        <a:lnTo>
                          <a:pt x="514" y="311"/>
                        </a:lnTo>
                        <a:lnTo>
                          <a:pt x="504" y="312"/>
                        </a:lnTo>
                        <a:lnTo>
                          <a:pt x="492" y="317"/>
                        </a:lnTo>
                        <a:lnTo>
                          <a:pt x="488" y="321"/>
                        </a:lnTo>
                        <a:lnTo>
                          <a:pt x="480" y="322"/>
                        </a:lnTo>
                        <a:lnTo>
                          <a:pt x="470" y="327"/>
                        </a:lnTo>
                        <a:lnTo>
                          <a:pt x="466" y="330"/>
                        </a:lnTo>
                        <a:lnTo>
                          <a:pt x="466" y="333"/>
                        </a:lnTo>
                        <a:lnTo>
                          <a:pt x="469" y="333"/>
                        </a:lnTo>
                        <a:lnTo>
                          <a:pt x="470" y="333"/>
                        </a:lnTo>
                        <a:lnTo>
                          <a:pt x="468" y="336"/>
                        </a:lnTo>
                        <a:lnTo>
                          <a:pt x="465" y="336"/>
                        </a:lnTo>
                        <a:lnTo>
                          <a:pt x="459" y="340"/>
                        </a:lnTo>
                        <a:lnTo>
                          <a:pt x="455" y="340"/>
                        </a:lnTo>
                        <a:lnTo>
                          <a:pt x="454" y="341"/>
                        </a:lnTo>
                        <a:lnTo>
                          <a:pt x="454" y="344"/>
                        </a:lnTo>
                        <a:lnTo>
                          <a:pt x="450" y="346"/>
                        </a:lnTo>
                        <a:lnTo>
                          <a:pt x="447" y="349"/>
                        </a:lnTo>
                        <a:lnTo>
                          <a:pt x="447" y="353"/>
                        </a:lnTo>
                        <a:lnTo>
                          <a:pt x="450" y="352"/>
                        </a:lnTo>
                        <a:lnTo>
                          <a:pt x="451" y="353"/>
                        </a:lnTo>
                        <a:lnTo>
                          <a:pt x="450" y="355"/>
                        </a:lnTo>
                        <a:lnTo>
                          <a:pt x="451" y="356"/>
                        </a:lnTo>
                        <a:lnTo>
                          <a:pt x="453" y="356"/>
                        </a:lnTo>
                        <a:lnTo>
                          <a:pt x="455" y="353"/>
                        </a:lnTo>
                        <a:lnTo>
                          <a:pt x="458" y="355"/>
                        </a:lnTo>
                        <a:lnTo>
                          <a:pt x="461" y="356"/>
                        </a:lnTo>
                        <a:lnTo>
                          <a:pt x="459" y="357"/>
                        </a:lnTo>
                        <a:lnTo>
                          <a:pt x="457" y="359"/>
                        </a:lnTo>
                        <a:lnTo>
                          <a:pt x="453" y="357"/>
                        </a:lnTo>
                        <a:lnTo>
                          <a:pt x="451" y="359"/>
                        </a:lnTo>
                        <a:lnTo>
                          <a:pt x="451" y="361"/>
                        </a:lnTo>
                        <a:lnTo>
                          <a:pt x="457" y="364"/>
                        </a:lnTo>
                        <a:lnTo>
                          <a:pt x="458" y="363"/>
                        </a:lnTo>
                        <a:lnTo>
                          <a:pt x="458" y="360"/>
                        </a:lnTo>
                        <a:lnTo>
                          <a:pt x="461" y="360"/>
                        </a:lnTo>
                        <a:lnTo>
                          <a:pt x="461" y="361"/>
                        </a:lnTo>
                        <a:lnTo>
                          <a:pt x="461" y="364"/>
                        </a:lnTo>
                        <a:lnTo>
                          <a:pt x="462" y="364"/>
                        </a:lnTo>
                        <a:lnTo>
                          <a:pt x="468" y="364"/>
                        </a:lnTo>
                        <a:lnTo>
                          <a:pt x="472" y="363"/>
                        </a:lnTo>
                        <a:lnTo>
                          <a:pt x="474" y="363"/>
                        </a:lnTo>
                        <a:lnTo>
                          <a:pt x="478" y="365"/>
                        </a:lnTo>
                        <a:lnTo>
                          <a:pt x="481" y="364"/>
                        </a:lnTo>
                        <a:lnTo>
                          <a:pt x="484" y="365"/>
                        </a:lnTo>
                        <a:lnTo>
                          <a:pt x="485" y="368"/>
                        </a:lnTo>
                        <a:lnTo>
                          <a:pt x="488" y="368"/>
                        </a:lnTo>
                        <a:lnTo>
                          <a:pt x="487" y="370"/>
                        </a:lnTo>
                        <a:lnTo>
                          <a:pt x="485" y="370"/>
                        </a:lnTo>
                        <a:lnTo>
                          <a:pt x="481" y="367"/>
                        </a:lnTo>
                        <a:lnTo>
                          <a:pt x="476" y="367"/>
                        </a:lnTo>
                        <a:lnTo>
                          <a:pt x="474" y="368"/>
                        </a:lnTo>
                        <a:lnTo>
                          <a:pt x="478" y="370"/>
                        </a:lnTo>
                        <a:lnTo>
                          <a:pt x="478" y="371"/>
                        </a:lnTo>
                        <a:lnTo>
                          <a:pt x="474" y="371"/>
                        </a:lnTo>
                        <a:lnTo>
                          <a:pt x="472" y="370"/>
                        </a:lnTo>
                        <a:lnTo>
                          <a:pt x="466" y="370"/>
                        </a:lnTo>
                        <a:lnTo>
                          <a:pt x="465" y="371"/>
                        </a:lnTo>
                        <a:lnTo>
                          <a:pt x="462" y="370"/>
                        </a:lnTo>
                        <a:lnTo>
                          <a:pt x="461" y="370"/>
                        </a:lnTo>
                        <a:lnTo>
                          <a:pt x="458" y="371"/>
                        </a:lnTo>
                        <a:lnTo>
                          <a:pt x="457" y="371"/>
                        </a:lnTo>
                        <a:lnTo>
                          <a:pt x="450" y="371"/>
                        </a:lnTo>
                        <a:lnTo>
                          <a:pt x="449" y="372"/>
                        </a:lnTo>
                        <a:lnTo>
                          <a:pt x="443" y="372"/>
                        </a:lnTo>
                        <a:lnTo>
                          <a:pt x="442" y="376"/>
                        </a:lnTo>
                        <a:lnTo>
                          <a:pt x="443" y="383"/>
                        </a:lnTo>
                        <a:lnTo>
                          <a:pt x="444" y="384"/>
                        </a:lnTo>
                        <a:lnTo>
                          <a:pt x="443" y="389"/>
                        </a:lnTo>
                        <a:lnTo>
                          <a:pt x="443" y="389"/>
                        </a:lnTo>
                        <a:lnTo>
                          <a:pt x="443" y="391"/>
                        </a:lnTo>
                        <a:lnTo>
                          <a:pt x="444" y="393"/>
                        </a:lnTo>
                        <a:lnTo>
                          <a:pt x="447" y="391"/>
                        </a:lnTo>
                        <a:lnTo>
                          <a:pt x="449" y="391"/>
                        </a:lnTo>
                        <a:lnTo>
                          <a:pt x="450" y="393"/>
                        </a:lnTo>
                        <a:lnTo>
                          <a:pt x="453" y="393"/>
                        </a:lnTo>
                        <a:lnTo>
                          <a:pt x="453" y="391"/>
                        </a:lnTo>
                        <a:lnTo>
                          <a:pt x="454" y="391"/>
                        </a:lnTo>
                        <a:lnTo>
                          <a:pt x="455" y="393"/>
                        </a:lnTo>
                        <a:lnTo>
                          <a:pt x="457" y="394"/>
                        </a:lnTo>
                        <a:lnTo>
                          <a:pt x="458" y="393"/>
                        </a:lnTo>
                        <a:lnTo>
                          <a:pt x="459" y="394"/>
                        </a:lnTo>
                        <a:lnTo>
                          <a:pt x="459" y="395"/>
                        </a:lnTo>
                        <a:lnTo>
                          <a:pt x="462" y="397"/>
                        </a:lnTo>
                        <a:lnTo>
                          <a:pt x="463" y="395"/>
                        </a:lnTo>
                        <a:lnTo>
                          <a:pt x="465" y="395"/>
                        </a:lnTo>
                        <a:lnTo>
                          <a:pt x="466" y="397"/>
                        </a:lnTo>
                        <a:lnTo>
                          <a:pt x="470" y="397"/>
                        </a:lnTo>
                        <a:lnTo>
                          <a:pt x="472" y="397"/>
                        </a:lnTo>
                        <a:lnTo>
                          <a:pt x="474" y="398"/>
                        </a:lnTo>
                        <a:lnTo>
                          <a:pt x="477" y="397"/>
                        </a:lnTo>
                        <a:lnTo>
                          <a:pt x="478" y="398"/>
                        </a:lnTo>
                        <a:lnTo>
                          <a:pt x="481" y="398"/>
                        </a:lnTo>
                        <a:lnTo>
                          <a:pt x="484" y="397"/>
                        </a:lnTo>
                        <a:lnTo>
                          <a:pt x="487" y="398"/>
                        </a:lnTo>
                        <a:lnTo>
                          <a:pt x="488" y="399"/>
                        </a:lnTo>
                        <a:lnTo>
                          <a:pt x="489" y="399"/>
                        </a:lnTo>
                        <a:lnTo>
                          <a:pt x="489" y="401"/>
                        </a:lnTo>
                        <a:lnTo>
                          <a:pt x="492" y="403"/>
                        </a:lnTo>
                        <a:lnTo>
                          <a:pt x="492" y="405"/>
                        </a:lnTo>
                        <a:lnTo>
                          <a:pt x="493" y="406"/>
                        </a:lnTo>
                        <a:lnTo>
                          <a:pt x="496" y="406"/>
                        </a:lnTo>
                        <a:lnTo>
                          <a:pt x="497" y="406"/>
                        </a:lnTo>
                        <a:lnTo>
                          <a:pt x="499" y="409"/>
                        </a:lnTo>
                        <a:lnTo>
                          <a:pt x="500" y="409"/>
                        </a:lnTo>
                        <a:lnTo>
                          <a:pt x="501" y="410"/>
                        </a:lnTo>
                        <a:lnTo>
                          <a:pt x="501" y="412"/>
                        </a:lnTo>
                        <a:lnTo>
                          <a:pt x="500" y="413"/>
                        </a:lnTo>
                        <a:lnTo>
                          <a:pt x="503" y="416"/>
                        </a:lnTo>
                        <a:lnTo>
                          <a:pt x="507" y="418"/>
                        </a:lnTo>
                        <a:lnTo>
                          <a:pt x="507" y="420"/>
                        </a:lnTo>
                        <a:lnTo>
                          <a:pt x="506" y="421"/>
                        </a:lnTo>
                        <a:lnTo>
                          <a:pt x="507" y="423"/>
                        </a:lnTo>
                        <a:lnTo>
                          <a:pt x="506" y="421"/>
                        </a:lnTo>
                        <a:lnTo>
                          <a:pt x="500" y="421"/>
                        </a:lnTo>
                        <a:lnTo>
                          <a:pt x="496" y="420"/>
                        </a:lnTo>
                        <a:lnTo>
                          <a:pt x="495" y="420"/>
                        </a:lnTo>
                        <a:lnTo>
                          <a:pt x="492" y="420"/>
                        </a:lnTo>
                        <a:lnTo>
                          <a:pt x="492" y="420"/>
                        </a:lnTo>
                        <a:lnTo>
                          <a:pt x="489" y="420"/>
                        </a:lnTo>
                        <a:lnTo>
                          <a:pt x="488" y="417"/>
                        </a:lnTo>
                        <a:lnTo>
                          <a:pt x="485" y="417"/>
                        </a:lnTo>
                        <a:lnTo>
                          <a:pt x="484" y="416"/>
                        </a:lnTo>
                        <a:lnTo>
                          <a:pt x="482" y="414"/>
                        </a:lnTo>
                        <a:lnTo>
                          <a:pt x="480" y="416"/>
                        </a:lnTo>
                        <a:lnTo>
                          <a:pt x="478" y="414"/>
                        </a:lnTo>
                        <a:lnTo>
                          <a:pt x="477" y="413"/>
                        </a:lnTo>
                        <a:lnTo>
                          <a:pt x="474" y="412"/>
                        </a:lnTo>
                        <a:lnTo>
                          <a:pt x="473" y="410"/>
                        </a:lnTo>
                        <a:lnTo>
                          <a:pt x="473" y="410"/>
                        </a:lnTo>
                        <a:lnTo>
                          <a:pt x="470" y="409"/>
                        </a:lnTo>
                        <a:lnTo>
                          <a:pt x="468" y="410"/>
                        </a:lnTo>
                        <a:lnTo>
                          <a:pt x="466" y="409"/>
                        </a:lnTo>
                        <a:lnTo>
                          <a:pt x="461" y="409"/>
                        </a:lnTo>
                        <a:lnTo>
                          <a:pt x="457" y="409"/>
                        </a:lnTo>
                        <a:lnTo>
                          <a:pt x="454" y="408"/>
                        </a:lnTo>
                        <a:lnTo>
                          <a:pt x="443" y="408"/>
                        </a:lnTo>
                        <a:lnTo>
                          <a:pt x="440" y="409"/>
                        </a:lnTo>
                        <a:lnTo>
                          <a:pt x="438" y="409"/>
                        </a:lnTo>
                        <a:lnTo>
                          <a:pt x="436" y="412"/>
                        </a:lnTo>
                        <a:lnTo>
                          <a:pt x="435" y="416"/>
                        </a:lnTo>
                        <a:lnTo>
                          <a:pt x="434" y="420"/>
                        </a:lnTo>
                        <a:lnTo>
                          <a:pt x="434" y="424"/>
                        </a:lnTo>
                        <a:lnTo>
                          <a:pt x="434" y="425"/>
                        </a:lnTo>
                        <a:lnTo>
                          <a:pt x="434" y="428"/>
                        </a:lnTo>
                        <a:lnTo>
                          <a:pt x="435" y="428"/>
                        </a:lnTo>
                        <a:lnTo>
                          <a:pt x="435" y="429"/>
                        </a:lnTo>
                        <a:lnTo>
                          <a:pt x="434" y="431"/>
                        </a:lnTo>
                        <a:lnTo>
                          <a:pt x="436" y="436"/>
                        </a:lnTo>
                        <a:lnTo>
                          <a:pt x="438" y="437"/>
                        </a:lnTo>
                        <a:lnTo>
                          <a:pt x="439" y="439"/>
                        </a:lnTo>
                        <a:lnTo>
                          <a:pt x="443" y="442"/>
                        </a:lnTo>
                        <a:lnTo>
                          <a:pt x="444" y="443"/>
                        </a:lnTo>
                        <a:lnTo>
                          <a:pt x="446" y="443"/>
                        </a:lnTo>
                        <a:lnTo>
                          <a:pt x="447" y="444"/>
                        </a:lnTo>
                        <a:lnTo>
                          <a:pt x="450" y="444"/>
                        </a:lnTo>
                        <a:lnTo>
                          <a:pt x="453" y="443"/>
                        </a:lnTo>
                        <a:lnTo>
                          <a:pt x="454" y="443"/>
                        </a:lnTo>
                        <a:lnTo>
                          <a:pt x="457" y="446"/>
                        </a:lnTo>
                        <a:lnTo>
                          <a:pt x="459" y="446"/>
                        </a:lnTo>
                        <a:lnTo>
                          <a:pt x="461" y="448"/>
                        </a:lnTo>
                        <a:lnTo>
                          <a:pt x="463" y="450"/>
                        </a:lnTo>
                        <a:lnTo>
                          <a:pt x="463" y="451"/>
                        </a:lnTo>
                        <a:lnTo>
                          <a:pt x="461" y="452"/>
                        </a:lnTo>
                        <a:lnTo>
                          <a:pt x="461" y="454"/>
                        </a:lnTo>
                        <a:lnTo>
                          <a:pt x="459" y="455"/>
                        </a:lnTo>
                        <a:lnTo>
                          <a:pt x="459" y="456"/>
                        </a:lnTo>
                        <a:lnTo>
                          <a:pt x="458" y="458"/>
                        </a:lnTo>
                        <a:lnTo>
                          <a:pt x="455" y="461"/>
                        </a:lnTo>
                        <a:lnTo>
                          <a:pt x="455" y="462"/>
                        </a:lnTo>
                        <a:lnTo>
                          <a:pt x="454" y="463"/>
                        </a:lnTo>
                        <a:lnTo>
                          <a:pt x="457" y="465"/>
                        </a:lnTo>
                        <a:lnTo>
                          <a:pt x="457" y="467"/>
                        </a:lnTo>
                        <a:lnTo>
                          <a:pt x="458" y="471"/>
                        </a:lnTo>
                        <a:lnTo>
                          <a:pt x="458" y="473"/>
                        </a:lnTo>
                        <a:lnTo>
                          <a:pt x="454" y="474"/>
                        </a:lnTo>
                        <a:lnTo>
                          <a:pt x="455" y="476"/>
                        </a:lnTo>
                        <a:lnTo>
                          <a:pt x="459" y="476"/>
                        </a:lnTo>
                        <a:lnTo>
                          <a:pt x="462" y="476"/>
                        </a:lnTo>
                        <a:lnTo>
                          <a:pt x="463" y="476"/>
                        </a:lnTo>
                        <a:lnTo>
                          <a:pt x="463" y="477"/>
                        </a:lnTo>
                        <a:lnTo>
                          <a:pt x="465" y="476"/>
                        </a:lnTo>
                        <a:lnTo>
                          <a:pt x="466" y="474"/>
                        </a:lnTo>
                        <a:lnTo>
                          <a:pt x="468" y="476"/>
                        </a:lnTo>
                        <a:lnTo>
                          <a:pt x="472" y="476"/>
                        </a:lnTo>
                        <a:lnTo>
                          <a:pt x="476" y="477"/>
                        </a:lnTo>
                        <a:lnTo>
                          <a:pt x="477" y="476"/>
                        </a:lnTo>
                        <a:lnTo>
                          <a:pt x="481" y="476"/>
                        </a:lnTo>
                        <a:lnTo>
                          <a:pt x="482" y="477"/>
                        </a:lnTo>
                        <a:lnTo>
                          <a:pt x="482" y="477"/>
                        </a:lnTo>
                        <a:lnTo>
                          <a:pt x="484" y="477"/>
                        </a:lnTo>
                        <a:lnTo>
                          <a:pt x="485" y="476"/>
                        </a:lnTo>
                        <a:lnTo>
                          <a:pt x="487" y="477"/>
                        </a:lnTo>
                        <a:lnTo>
                          <a:pt x="488" y="478"/>
                        </a:lnTo>
                        <a:lnTo>
                          <a:pt x="489" y="478"/>
                        </a:lnTo>
                        <a:lnTo>
                          <a:pt x="491" y="477"/>
                        </a:lnTo>
                        <a:lnTo>
                          <a:pt x="492" y="478"/>
                        </a:lnTo>
                        <a:lnTo>
                          <a:pt x="492" y="480"/>
                        </a:lnTo>
                        <a:lnTo>
                          <a:pt x="493" y="480"/>
                        </a:lnTo>
                        <a:lnTo>
                          <a:pt x="495" y="478"/>
                        </a:lnTo>
                        <a:lnTo>
                          <a:pt x="497" y="478"/>
                        </a:lnTo>
                        <a:lnTo>
                          <a:pt x="500" y="477"/>
                        </a:lnTo>
                        <a:lnTo>
                          <a:pt x="501" y="476"/>
                        </a:lnTo>
                        <a:lnTo>
                          <a:pt x="504" y="476"/>
                        </a:lnTo>
                        <a:lnTo>
                          <a:pt x="507" y="473"/>
                        </a:lnTo>
                        <a:lnTo>
                          <a:pt x="510" y="471"/>
                        </a:lnTo>
                        <a:lnTo>
                          <a:pt x="512" y="471"/>
                        </a:lnTo>
                        <a:lnTo>
                          <a:pt x="514" y="470"/>
                        </a:lnTo>
                        <a:lnTo>
                          <a:pt x="515" y="470"/>
                        </a:lnTo>
                        <a:lnTo>
                          <a:pt x="518" y="470"/>
                        </a:lnTo>
                        <a:lnTo>
                          <a:pt x="521" y="470"/>
                        </a:lnTo>
                        <a:lnTo>
                          <a:pt x="522" y="471"/>
                        </a:lnTo>
                        <a:lnTo>
                          <a:pt x="527" y="471"/>
                        </a:lnTo>
                        <a:lnTo>
                          <a:pt x="533" y="467"/>
                        </a:lnTo>
                        <a:lnTo>
                          <a:pt x="534" y="466"/>
                        </a:lnTo>
                        <a:lnTo>
                          <a:pt x="535" y="466"/>
                        </a:lnTo>
                        <a:lnTo>
                          <a:pt x="535" y="466"/>
                        </a:lnTo>
                        <a:lnTo>
                          <a:pt x="537" y="465"/>
                        </a:lnTo>
                        <a:lnTo>
                          <a:pt x="538" y="463"/>
                        </a:lnTo>
                        <a:lnTo>
                          <a:pt x="538" y="462"/>
                        </a:lnTo>
                        <a:lnTo>
                          <a:pt x="540" y="461"/>
                        </a:lnTo>
                        <a:lnTo>
                          <a:pt x="541" y="462"/>
                        </a:lnTo>
                        <a:lnTo>
                          <a:pt x="542" y="461"/>
                        </a:lnTo>
                        <a:lnTo>
                          <a:pt x="544" y="459"/>
                        </a:lnTo>
                        <a:lnTo>
                          <a:pt x="544" y="458"/>
                        </a:lnTo>
                        <a:lnTo>
                          <a:pt x="545" y="459"/>
                        </a:lnTo>
                        <a:lnTo>
                          <a:pt x="545" y="458"/>
                        </a:lnTo>
                        <a:lnTo>
                          <a:pt x="546" y="461"/>
                        </a:lnTo>
                        <a:lnTo>
                          <a:pt x="546" y="462"/>
                        </a:lnTo>
                        <a:lnTo>
                          <a:pt x="548" y="463"/>
                        </a:lnTo>
                        <a:lnTo>
                          <a:pt x="545" y="465"/>
                        </a:lnTo>
                        <a:lnTo>
                          <a:pt x="545" y="466"/>
                        </a:lnTo>
                        <a:lnTo>
                          <a:pt x="544" y="467"/>
                        </a:lnTo>
                        <a:lnTo>
                          <a:pt x="542" y="469"/>
                        </a:lnTo>
                        <a:lnTo>
                          <a:pt x="544" y="470"/>
                        </a:lnTo>
                        <a:lnTo>
                          <a:pt x="545" y="470"/>
                        </a:lnTo>
                        <a:lnTo>
                          <a:pt x="548" y="471"/>
                        </a:lnTo>
                        <a:lnTo>
                          <a:pt x="548" y="471"/>
                        </a:lnTo>
                        <a:lnTo>
                          <a:pt x="549" y="471"/>
                        </a:lnTo>
                        <a:lnTo>
                          <a:pt x="552" y="471"/>
                        </a:lnTo>
                        <a:lnTo>
                          <a:pt x="553" y="474"/>
                        </a:lnTo>
                        <a:lnTo>
                          <a:pt x="554" y="476"/>
                        </a:lnTo>
                        <a:lnTo>
                          <a:pt x="554" y="474"/>
                        </a:lnTo>
                        <a:lnTo>
                          <a:pt x="554" y="474"/>
                        </a:lnTo>
                        <a:lnTo>
                          <a:pt x="557" y="474"/>
                        </a:lnTo>
                        <a:lnTo>
                          <a:pt x="557" y="476"/>
                        </a:lnTo>
                        <a:lnTo>
                          <a:pt x="554" y="478"/>
                        </a:lnTo>
                        <a:lnTo>
                          <a:pt x="553" y="478"/>
                        </a:lnTo>
                        <a:lnTo>
                          <a:pt x="552" y="480"/>
                        </a:lnTo>
                        <a:lnTo>
                          <a:pt x="552" y="481"/>
                        </a:lnTo>
                        <a:lnTo>
                          <a:pt x="553" y="481"/>
                        </a:lnTo>
                        <a:lnTo>
                          <a:pt x="554" y="481"/>
                        </a:lnTo>
                        <a:lnTo>
                          <a:pt x="557" y="484"/>
                        </a:lnTo>
                        <a:lnTo>
                          <a:pt x="559" y="482"/>
                        </a:lnTo>
                        <a:lnTo>
                          <a:pt x="561" y="480"/>
                        </a:lnTo>
                        <a:lnTo>
                          <a:pt x="561" y="480"/>
                        </a:lnTo>
                        <a:lnTo>
                          <a:pt x="561" y="482"/>
                        </a:lnTo>
                        <a:lnTo>
                          <a:pt x="563" y="485"/>
                        </a:lnTo>
                        <a:lnTo>
                          <a:pt x="565" y="485"/>
                        </a:lnTo>
                        <a:lnTo>
                          <a:pt x="567" y="485"/>
                        </a:lnTo>
                        <a:lnTo>
                          <a:pt x="568" y="485"/>
                        </a:lnTo>
                        <a:lnTo>
                          <a:pt x="569" y="486"/>
                        </a:lnTo>
                        <a:lnTo>
                          <a:pt x="572" y="486"/>
                        </a:lnTo>
                        <a:lnTo>
                          <a:pt x="573" y="488"/>
                        </a:lnTo>
                        <a:lnTo>
                          <a:pt x="573" y="489"/>
                        </a:lnTo>
                        <a:lnTo>
                          <a:pt x="573" y="486"/>
                        </a:lnTo>
                        <a:lnTo>
                          <a:pt x="575" y="486"/>
                        </a:lnTo>
                        <a:lnTo>
                          <a:pt x="578" y="485"/>
                        </a:lnTo>
                        <a:lnTo>
                          <a:pt x="579" y="486"/>
                        </a:lnTo>
                        <a:lnTo>
                          <a:pt x="579" y="488"/>
                        </a:lnTo>
                        <a:lnTo>
                          <a:pt x="579" y="489"/>
                        </a:lnTo>
                        <a:lnTo>
                          <a:pt x="582" y="488"/>
                        </a:lnTo>
                        <a:lnTo>
                          <a:pt x="583" y="486"/>
                        </a:lnTo>
                        <a:lnTo>
                          <a:pt x="584" y="486"/>
                        </a:lnTo>
                        <a:lnTo>
                          <a:pt x="584" y="489"/>
                        </a:lnTo>
                        <a:lnTo>
                          <a:pt x="586" y="489"/>
                        </a:lnTo>
                        <a:lnTo>
                          <a:pt x="587" y="488"/>
                        </a:lnTo>
                        <a:lnTo>
                          <a:pt x="587" y="486"/>
                        </a:lnTo>
                        <a:lnTo>
                          <a:pt x="588" y="485"/>
                        </a:lnTo>
                        <a:lnTo>
                          <a:pt x="591" y="485"/>
                        </a:lnTo>
                        <a:lnTo>
                          <a:pt x="591" y="486"/>
                        </a:lnTo>
                        <a:lnTo>
                          <a:pt x="593" y="486"/>
                        </a:lnTo>
                        <a:lnTo>
                          <a:pt x="594" y="486"/>
                        </a:lnTo>
                        <a:lnTo>
                          <a:pt x="594" y="486"/>
                        </a:lnTo>
                        <a:close/>
                        <a:moveTo>
                          <a:pt x="859" y="587"/>
                        </a:moveTo>
                        <a:lnTo>
                          <a:pt x="860" y="583"/>
                        </a:lnTo>
                        <a:lnTo>
                          <a:pt x="859" y="583"/>
                        </a:lnTo>
                        <a:lnTo>
                          <a:pt x="859" y="579"/>
                        </a:lnTo>
                        <a:lnTo>
                          <a:pt x="860" y="576"/>
                        </a:lnTo>
                        <a:lnTo>
                          <a:pt x="863" y="572"/>
                        </a:lnTo>
                        <a:lnTo>
                          <a:pt x="864" y="569"/>
                        </a:lnTo>
                        <a:lnTo>
                          <a:pt x="867" y="568"/>
                        </a:lnTo>
                        <a:lnTo>
                          <a:pt x="871" y="561"/>
                        </a:lnTo>
                        <a:lnTo>
                          <a:pt x="874" y="560"/>
                        </a:lnTo>
                        <a:lnTo>
                          <a:pt x="875" y="560"/>
                        </a:lnTo>
                        <a:lnTo>
                          <a:pt x="876" y="558"/>
                        </a:lnTo>
                        <a:lnTo>
                          <a:pt x="878" y="560"/>
                        </a:lnTo>
                        <a:lnTo>
                          <a:pt x="881" y="558"/>
                        </a:lnTo>
                        <a:lnTo>
                          <a:pt x="883" y="560"/>
                        </a:lnTo>
                        <a:lnTo>
                          <a:pt x="885" y="561"/>
                        </a:lnTo>
                        <a:lnTo>
                          <a:pt x="886" y="561"/>
                        </a:lnTo>
                        <a:lnTo>
                          <a:pt x="889" y="562"/>
                        </a:lnTo>
                        <a:lnTo>
                          <a:pt x="890" y="567"/>
                        </a:lnTo>
                        <a:lnTo>
                          <a:pt x="890" y="568"/>
                        </a:lnTo>
                        <a:lnTo>
                          <a:pt x="887" y="571"/>
                        </a:lnTo>
                        <a:lnTo>
                          <a:pt x="886" y="573"/>
                        </a:lnTo>
                        <a:lnTo>
                          <a:pt x="886" y="576"/>
                        </a:lnTo>
                        <a:lnTo>
                          <a:pt x="882" y="581"/>
                        </a:lnTo>
                        <a:lnTo>
                          <a:pt x="881" y="584"/>
                        </a:lnTo>
                        <a:lnTo>
                          <a:pt x="878" y="584"/>
                        </a:lnTo>
                        <a:lnTo>
                          <a:pt x="875" y="586"/>
                        </a:lnTo>
                        <a:lnTo>
                          <a:pt x="874" y="587"/>
                        </a:lnTo>
                        <a:lnTo>
                          <a:pt x="872" y="587"/>
                        </a:lnTo>
                        <a:lnTo>
                          <a:pt x="868" y="588"/>
                        </a:lnTo>
                        <a:lnTo>
                          <a:pt x="867" y="587"/>
                        </a:lnTo>
                        <a:lnTo>
                          <a:pt x="863" y="588"/>
                        </a:lnTo>
                        <a:lnTo>
                          <a:pt x="862" y="587"/>
                        </a:lnTo>
                        <a:lnTo>
                          <a:pt x="859" y="587"/>
                        </a:lnTo>
                        <a:lnTo>
                          <a:pt x="859" y="587"/>
                        </a:lnTo>
                        <a:lnTo>
                          <a:pt x="859" y="587"/>
                        </a:lnTo>
                        <a:close/>
                        <a:moveTo>
                          <a:pt x="607" y="477"/>
                        </a:moveTo>
                        <a:lnTo>
                          <a:pt x="606" y="476"/>
                        </a:lnTo>
                        <a:lnTo>
                          <a:pt x="607" y="474"/>
                        </a:lnTo>
                        <a:lnTo>
                          <a:pt x="609" y="474"/>
                        </a:lnTo>
                        <a:lnTo>
                          <a:pt x="607" y="471"/>
                        </a:lnTo>
                        <a:lnTo>
                          <a:pt x="609" y="470"/>
                        </a:lnTo>
                        <a:lnTo>
                          <a:pt x="610" y="470"/>
                        </a:lnTo>
                        <a:lnTo>
                          <a:pt x="610" y="471"/>
                        </a:lnTo>
                        <a:lnTo>
                          <a:pt x="612" y="473"/>
                        </a:lnTo>
                        <a:lnTo>
                          <a:pt x="612" y="474"/>
                        </a:lnTo>
                        <a:lnTo>
                          <a:pt x="610" y="477"/>
                        </a:lnTo>
                        <a:lnTo>
                          <a:pt x="609" y="476"/>
                        </a:lnTo>
                        <a:lnTo>
                          <a:pt x="607" y="478"/>
                        </a:lnTo>
                        <a:lnTo>
                          <a:pt x="607" y="477"/>
                        </a:lnTo>
                        <a:lnTo>
                          <a:pt x="607" y="477"/>
                        </a:lnTo>
                        <a:close/>
                        <a:moveTo>
                          <a:pt x="583" y="500"/>
                        </a:moveTo>
                        <a:lnTo>
                          <a:pt x="584" y="499"/>
                        </a:lnTo>
                        <a:lnTo>
                          <a:pt x="586" y="497"/>
                        </a:lnTo>
                        <a:lnTo>
                          <a:pt x="586" y="495"/>
                        </a:lnTo>
                        <a:lnTo>
                          <a:pt x="586" y="493"/>
                        </a:lnTo>
                        <a:lnTo>
                          <a:pt x="586" y="493"/>
                        </a:lnTo>
                        <a:lnTo>
                          <a:pt x="583" y="495"/>
                        </a:lnTo>
                        <a:lnTo>
                          <a:pt x="583" y="495"/>
                        </a:lnTo>
                        <a:lnTo>
                          <a:pt x="580" y="495"/>
                        </a:lnTo>
                        <a:lnTo>
                          <a:pt x="579" y="496"/>
                        </a:lnTo>
                        <a:lnTo>
                          <a:pt x="582" y="499"/>
                        </a:lnTo>
                        <a:lnTo>
                          <a:pt x="583" y="500"/>
                        </a:lnTo>
                        <a:lnTo>
                          <a:pt x="583" y="500"/>
                        </a:lnTo>
                        <a:close/>
                        <a:moveTo>
                          <a:pt x="612" y="495"/>
                        </a:moveTo>
                        <a:lnTo>
                          <a:pt x="609" y="496"/>
                        </a:lnTo>
                        <a:lnTo>
                          <a:pt x="607" y="497"/>
                        </a:lnTo>
                        <a:lnTo>
                          <a:pt x="607" y="499"/>
                        </a:lnTo>
                        <a:lnTo>
                          <a:pt x="605" y="496"/>
                        </a:lnTo>
                        <a:lnTo>
                          <a:pt x="605" y="495"/>
                        </a:lnTo>
                        <a:lnTo>
                          <a:pt x="607" y="490"/>
                        </a:lnTo>
                        <a:lnTo>
                          <a:pt x="607" y="489"/>
                        </a:lnTo>
                        <a:lnTo>
                          <a:pt x="609" y="488"/>
                        </a:lnTo>
                        <a:lnTo>
                          <a:pt x="610" y="488"/>
                        </a:lnTo>
                        <a:lnTo>
                          <a:pt x="610" y="489"/>
                        </a:lnTo>
                        <a:lnTo>
                          <a:pt x="613" y="492"/>
                        </a:lnTo>
                        <a:lnTo>
                          <a:pt x="612" y="495"/>
                        </a:lnTo>
                        <a:lnTo>
                          <a:pt x="612" y="495"/>
                        </a:lnTo>
                        <a:close/>
                        <a:moveTo>
                          <a:pt x="614" y="490"/>
                        </a:moveTo>
                        <a:lnTo>
                          <a:pt x="614" y="489"/>
                        </a:lnTo>
                        <a:lnTo>
                          <a:pt x="613" y="488"/>
                        </a:lnTo>
                        <a:lnTo>
                          <a:pt x="616" y="484"/>
                        </a:lnTo>
                        <a:lnTo>
                          <a:pt x="616" y="484"/>
                        </a:lnTo>
                        <a:lnTo>
                          <a:pt x="618" y="486"/>
                        </a:lnTo>
                        <a:lnTo>
                          <a:pt x="617" y="488"/>
                        </a:lnTo>
                        <a:lnTo>
                          <a:pt x="616" y="490"/>
                        </a:lnTo>
                        <a:lnTo>
                          <a:pt x="616" y="490"/>
                        </a:lnTo>
                        <a:lnTo>
                          <a:pt x="614" y="490"/>
                        </a:lnTo>
                        <a:lnTo>
                          <a:pt x="614" y="490"/>
                        </a:lnTo>
                        <a:close/>
                        <a:moveTo>
                          <a:pt x="667" y="492"/>
                        </a:moveTo>
                        <a:lnTo>
                          <a:pt x="669" y="488"/>
                        </a:lnTo>
                        <a:lnTo>
                          <a:pt x="671" y="484"/>
                        </a:lnTo>
                        <a:lnTo>
                          <a:pt x="674" y="485"/>
                        </a:lnTo>
                        <a:lnTo>
                          <a:pt x="674" y="488"/>
                        </a:lnTo>
                        <a:lnTo>
                          <a:pt x="671" y="493"/>
                        </a:lnTo>
                        <a:lnTo>
                          <a:pt x="670" y="493"/>
                        </a:lnTo>
                        <a:lnTo>
                          <a:pt x="670" y="492"/>
                        </a:lnTo>
                        <a:lnTo>
                          <a:pt x="670" y="489"/>
                        </a:lnTo>
                        <a:lnTo>
                          <a:pt x="669" y="490"/>
                        </a:lnTo>
                        <a:lnTo>
                          <a:pt x="669" y="492"/>
                        </a:lnTo>
                        <a:lnTo>
                          <a:pt x="669" y="492"/>
                        </a:lnTo>
                        <a:lnTo>
                          <a:pt x="667" y="492"/>
                        </a:lnTo>
                        <a:lnTo>
                          <a:pt x="667" y="492"/>
                        </a:lnTo>
                        <a:close/>
                        <a:moveTo>
                          <a:pt x="665" y="488"/>
                        </a:moveTo>
                        <a:lnTo>
                          <a:pt x="666" y="489"/>
                        </a:lnTo>
                        <a:lnTo>
                          <a:pt x="667" y="485"/>
                        </a:lnTo>
                        <a:lnTo>
                          <a:pt x="666" y="482"/>
                        </a:lnTo>
                        <a:lnTo>
                          <a:pt x="665" y="484"/>
                        </a:lnTo>
                        <a:lnTo>
                          <a:pt x="665" y="488"/>
                        </a:lnTo>
                        <a:lnTo>
                          <a:pt x="665" y="488"/>
                        </a:lnTo>
                        <a:close/>
                        <a:moveTo>
                          <a:pt x="663" y="514"/>
                        </a:moveTo>
                        <a:lnTo>
                          <a:pt x="665" y="511"/>
                        </a:lnTo>
                        <a:lnTo>
                          <a:pt x="669" y="509"/>
                        </a:lnTo>
                        <a:lnTo>
                          <a:pt x="669" y="507"/>
                        </a:lnTo>
                        <a:lnTo>
                          <a:pt x="665" y="508"/>
                        </a:lnTo>
                        <a:lnTo>
                          <a:pt x="663" y="505"/>
                        </a:lnTo>
                        <a:lnTo>
                          <a:pt x="666" y="500"/>
                        </a:lnTo>
                        <a:lnTo>
                          <a:pt x="667" y="497"/>
                        </a:lnTo>
                        <a:lnTo>
                          <a:pt x="665" y="499"/>
                        </a:lnTo>
                        <a:lnTo>
                          <a:pt x="662" y="503"/>
                        </a:lnTo>
                        <a:lnTo>
                          <a:pt x="662" y="500"/>
                        </a:lnTo>
                        <a:lnTo>
                          <a:pt x="665" y="493"/>
                        </a:lnTo>
                        <a:lnTo>
                          <a:pt x="662" y="485"/>
                        </a:lnTo>
                        <a:lnTo>
                          <a:pt x="659" y="482"/>
                        </a:lnTo>
                        <a:lnTo>
                          <a:pt x="659" y="478"/>
                        </a:lnTo>
                        <a:lnTo>
                          <a:pt x="656" y="478"/>
                        </a:lnTo>
                        <a:lnTo>
                          <a:pt x="654" y="481"/>
                        </a:lnTo>
                        <a:lnTo>
                          <a:pt x="654" y="478"/>
                        </a:lnTo>
                        <a:lnTo>
                          <a:pt x="656" y="477"/>
                        </a:lnTo>
                        <a:lnTo>
                          <a:pt x="655" y="474"/>
                        </a:lnTo>
                        <a:lnTo>
                          <a:pt x="655" y="471"/>
                        </a:lnTo>
                        <a:lnTo>
                          <a:pt x="655" y="469"/>
                        </a:lnTo>
                        <a:lnTo>
                          <a:pt x="651" y="469"/>
                        </a:lnTo>
                        <a:lnTo>
                          <a:pt x="647" y="473"/>
                        </a:lnTo>
                        <a:lnTo>
                          <a:pt x="645" y="478"/>
                        </a:lnTo>
                        <a:lnTo>
                          <a:pt x="647" y="482"/>
                        </a:lnTo>
                        <a:lnTo>
                          <a:pt x="644" y="481"/>
                        </a:lnTo>
                        <a:lnTo>
                          <a:pt x="643" y="478"/>
                        </a:lnTo>
                        <a:lnTo>
                          <a:pt x="641" y="477"/>
                        </a:lnTo>
                        <a:lnTo>
                          <a:pt x="641" y="481"/>
                        </a:lnTo>
                        <a:lnTo>
                          <a:pt x="640" y="481"/>
                        </a:lnTo>
                        <a:lnTo>
                          <a:pt x="641" y="484"/>
                        </a:lnTo>
                        <a:lnTo>
                          <a:pt x="639" y="486"/>
                        </a:lnTo>
                        <a:lnTo>
                          <a:pt x="637" y="486"/>
                        </a:lnTo>
                        <a:lnTo>
                          <a:pt x="636" y="489"/>
                        </a:lnTo>
                        <a:lnTo>
                          <a:pt x="631" y="488"/>
                        </a:lnTo>
                        <a:lnTo>
                          <a:pt x="629" y="489"/>
                        </a:lnTo>
                        <a:lnTo>
                          <a:pt x="628" y="489"/>
                        </a:lnTo>
                        <a:lnTo>
                          <a:pt x="621" y="492"/>
                        </a:lnTo>
                        <a:lnTo>
                          <a:pt x="621" y="496"/>
                        </a:lnTo>
                        <a:lnTo>
                          <a:pt x="624" y="499"/>
                        </a:lnTo>
                        <a:lnTo>
                          <a:pt x="626" y="497"/>
                        </a:lnTo>
                        <a:lnTo>
                          <a:pt x="626" y="496"/>
                        </a:lnTo>
                        <a:lnTo>
                          <a:pt x="626" y="493"/>
                        </a:lnTo>
                        <a:lnTo>
                          <a:pt x="629" y="496"/>
                        </a:lnTo>
                        <a:lnTo>
                          <a:pt x="629" y="500"/>
                        </a:lnTo>
                        <a:lnTo>
                          <a:pt x="632" y="503"/>
                        </a:lnTo>
                        <a:lnTo>
                          <a:pt x="633" y="500"/>
                        </a:lnTo>
                        <a:lnTo>
                          <a:pt x="635" y="501"/>
                        </a:lnTo>
                        <a:lnTo>
                          <a:pt x="633" y="504"/>
                        </a:lnTo>
                        <a:lnTo>
                          <a:pt x="636" y="508"/>
                        </a:lnTo>
                        <a:lnTo>
                          <a:pt x="639" y="508"/>
                        </a:lnTo>
                        <a:lnTo>
                          <a:pt x="640" y="512"/>
                        </a:lnTo>
                        <a:lnTo>
                          <a:pt x="643" y="515"/>
                        </a:lnTo>
                        <a:lnTo>
                          <a:pt x="645" y="511"/>
                        </a:lnTo>
                        <a:lnTo>
                          <a:pt x="645" y="514"/>
                        </a:lnTo>
                        <a:lnTo>
                          <a:pt x="648" y="516"/>
                        </a:lnTo>
                        <a:lnTo>
                          <a:pt x="651" y="516"/>
                        </a:lnTo>
                        <a:lnTo>
                          <a:pt x="654" y="516"/>
                        </a:lnTo>
                        <a:lnTo>
                          <a:pt x="656" y="514"/>
                        </a:lnTo>
                        <a:lnTo>
                          <a:pt x="658" y="514"/>
                        </a:lnTo>
                        <a:lnTo>
                          <a:pt x="662" y="511"/>
                        </a:lnTo>
                        <a:lnTo>
                          <a:pt x="663" y="514"/>
                        </a:lnTo>
                        <a:lnTo>
                          <a:pt x="663" y="514"/>
                        </a:lnTo>
                        <a:close/>
                        <a:moveTo>
                          <a:pt x="954" y="493"/>
                        </a:moveTo>
                        <a:lnTo>
                          <a:pt x="954" y="490"/>
                        </a:lnTo>
                        <a:lnTo>
                          <a:pt x="953" y="489"/>
                        </a:lnTo>
                        <a:lnTo>
                          <a:pt x="954" y="488"/>
                        </a:lnTo>
                        <a:lnTo>
                          <a:pt x="957" y="486"/>
                        </a:lnTo>
                        <a:lnTo>
                          <a:pt x="958" y="486"/>
                        </a:lnTo>
                        <a:lnTo>
                          <a:pt x="959" y="488"/>
                        </a:lnTo>
                        <a:lnTo>
                          <a:pt x="961" y="488"/>
                        </a:lnTo>
                        <a:lnTo>
                          <a:pt x="962" y="489"/>
                        </a:lnTo>
                        <a:lnTo>
                          <a:pt x="961" y="492"/>
                        </a:lnTo>
                        <a:lnTo>
                          <a:pt x="958" y="492"/>
                        </a:lnTo>
                        <a:lnTo>
                          <a:pt x="957" y="492"/>
                        </a:lnTo>
                        <a:lnTo>
                          <a:pt x="955" y="492"/>
                        </a:lnTo>
                        <a:lnTo>
                          <a:pt x="954" y="493"/>
                        </a:lnTo>
                        <a:lnTo>
                          <a:pt x="954" y="493"/>
                        </a:lnTo>
                        <a:lnTo>
                          <a:pt x="954" y="493"/>
                        </a:lnTo>
                        <a:lnTo>
                          <a:pt x="954" y="493"/>
                        </a:lnTo>
                        <a:close/>
                        <a:moveTo>
                          <a:pt x="947" y="743"/>
                        </a:moveTo>
                        <a:lnTo>
                          <a:pt x="944" y="743"/>
                        </a:lnTo>
                        <a:lnTo>
                          <a:pt x="942" y="740"/>
                        </a:lnTo>
                        <a:lnTo>
                          <a:pt x="938" y="739"/>
                        </a:lnTo>
                        <a:lnTo>
                          <a:pt x="936" y="738"/>
                        </a:lnTo>
                        <a:lnTo>
                          <a:pt x="934" y="738"/>
                        </a:lnTo>
                        <a:lnTo>
                          <a:pt x="929" y="734"/>
                        </a:lnTo>
                        <a:lnTo>
                          <a:pt x="929" y="732"/>
                        </a:lnTo>
                        <a:lnTo>
                          <a:pt x="927" y="731"/>
                        </a:lnTo>
                        <a:lnTo>
                          <a:pt x="925" y="732"/>
                        </a:lnTo>
                        <a:lnTo>
                          <a:pt x="924" y="731"/>
                        </a:lnTo>
                        <a:lnTo>
                          <a:pt x="923" y="732"/>
                        </a:lnTo>
                        <a:lnTo>
                          <a:pt x="919" y="730"/>
                        </a:lnTo>
                        <a:lnTo>
                          <a:pt x="919" y="728"/>
                        </a:lnTo>
                        <a:lnTo>
                          <a:pt x="917" y="727"/>
                        </a:lnTo>
                        <a:lnTo>
                          <a:pt x="914" y="727"/>
                        </a:lnTo>
                        <a:lnTo>
                          <a:pt x="912" y="724"/>
                        </a:lnTo>
                        <a:lnTo>
                          <a:pt x="912" y="721"/>
                        </a:lnTo>
                        <a:lnTo>
                          <a:pt x="910" y="721"/>
                        </a:lnTo>
                        <a:lnTo>
                          <a:pt x="909" y="721"/>
                        </a:lnTo>
                        <a:lnTo>
                          <a:pt x="908" y="719"/>
                        </a:lnTo>
                        <a:lnTo>
                          <a:pt x="909" y="717"/>
                        </a:lnTo>
                        <a:lnTo>
                          <a:pt x="910" y="716"/>
                        </a:lnTo>
                        <a:lnTo>
                          <a:pt x="908" y="716"/>
                        </a:lnTo>
                        <a:lnTo>
                          <a:pt x="906" y="716"/>
                        </a:lnTo>
                        <a:lnTo>
                          <a:pt x="906" y="717"/>
                        </a:lnTo>
                        <a:lnTo>
                          <a:pt x="905" y="716"/>
                        </a:lnTo>
                        <a:lnTo>
                          <a:pt x="905" y="715"/>
                        </a:lnTo>
                        <a:lnTo>
                          <a:pt x="902" y="715"/>
                        </a:lnTo>
                        <a:lnTo>
                          <a:pt x="898" y="712"/>
                        </a:lnTo>
                        <a:lnTo>
                          <a:pt x="895" y="712"/>
                        </a:lnTo>
                        <a:lnTo>
                          <a:pt x="894" y="711"/>
                        </a:lnTo>
                        <a:lnTo>
                          <a:pt x="891" y="708"/>
                        </a:lnTo>
                        <a:lnTo>
                          <a:pt x="893" y="706"/>
                        </a:lnTo>
                        <a:lnTo>
                          <a:pt x="890" y="706"/>
                        </a:lnTo>
                        <a:lnTo>
                          <a:pt x="889" y="705"/>
                        </a:lnTo>
                        <a:lnTo>
                          <a:pt x="887" y="702"/>
                        </a:lnTo>
                        <a:lnTo>
                          <a:pt x="887" y="698"/>
                        </a:lnTo>
                        <a:lnTo>
                          <a:pt x="885" y="697"/>
                        </a:lnTo>
                        <a:lnTo>
                          <a:pt x="885" y="697"/>
                        </a:lnTo>
                        <a:lnTo>
                          <a:pt x="889" y="697"/>
                        </a:lnTo>
                        <a:lnTo>
                          <a:pt x="894" y="693"/>
                        </a:lnTo>
                        <a:lnTo>
                          <a:pt x="895" y="692"/>
                        </a:lnTo>
                        <a:lnTo>
                          <a:pt x="891" y="693"/>
                        </a:lnTo>
                        <a:lnTo>
                          <a:pt x="889" y="689"/>
                        </a:lnTo>
                        <a:lnTo>
                          <a:pt x="889" y="686"/>
                        </a:lnTo>
                        <a:lnTo>
                          <a:pt x="889" y="685"/>
                        </a:lnTo>
                        <a:lnTo>
                          <a:pt x="887" y="686"/>
                        </a:lnTo>
                        <a:lnTo>
                          <a:pt x="886" y="689"/>
                        </a:lnTo>
                        <a:lnTo>
                          <a:pt x="886" y="690"/>
                        </a:lnTo>
                        <a:lnTo>
                          <a:pt x="883" y="687"/>
                        </a:lnTo>
                        <a:lnTo>
                          <a:pt x="885" y="686"/>
                        </a:lnTo>
                        <a:lnTo>
                          <a:pt x="885" y="682"/>
                        </a:lnTo>
                        <a:lnTo>
                          <a:pt x="883" y="685"/>
                        </a:lnTo>
                        <a:lnTo>
                          <a:pt x="882" y="683"/>
                        </a:lnTo>
                        <a:lnTo>
                          <a:pt x="882" y="681"/>
                        </a:lnTo>
                        <a:lnTo>
                          <a:pt x="881" y="681"/>
                        </a:lnTo>
                        <a:lnTo>
                          <a:pt x="879" y="678"/>
                        </a:lnTo>
                        <a:lnTo>
                          <a:pt x="879" y="677"/>
                        </a:lnTo>
                        <a:lnTo>
                          <a:pt x="878" y="672"/>
                        </a:lnTo>
                        <a:lnTo>
                          <a:pt x="876" y="671"/>
                        </a:lnTo>
                        <a:lnTo>
                          <a:pt x="876" y="668"/>
                        </a:lnTo>
                        <a:lnTo>
                          <a:pt x="879" y="666"/>
                        </a:lnTo>
                        <a:lnTo>
                          <a:pt x="878" y="664"/>
                        </a:lnTo>
                        <a:lnTo>
                          <a:pt x="874" y="668"/>
                        </a:lnTo>
                        <a:lnTo>
                          <a:pt x="874" y="671"/>
                        </a:lnTo>
                        <a:lnTo>
                          <a:pt x="872" y="670"/>
                        </a:lnTo>
                        <a:lnTo>
                          <a:pt x="874" y="666"/>
                        </a:lnTo>
                        <a:lnTo>
                          <a:pt x="872" y="666"/>
                        </a:lnTo>
                        <a:lnTo>
                          <a:pt x="871" y="666"/>
                        </a:lnTo>
                        <a:lnTo>
                          <a:pt x="870" y="666"/>
                        </a:lnTo>
                        <a:lnTo>
                          <a:pt x="868" y="670"/>
                        </a:lnTo>
                        <a:lnTo>
                          <a:pt x="866" y="671"/>
                        </a:lnTo>
                        <a:lnTo>
                          <a:pt x="866" y="668"/>
                        </a:lnTo>
                        <a:lnTo>
                          <a:pt x="868" y="666"/>
                        </a:lnTo>
                        <a:lnTo>
                          <a:pt x="868" y="663"/>
                        </a:lnTo>
                        <a:lnTo>
                          <a:pt x="868" y="662"/>
                        </a:lnTo>
                        <a:lnTo>
                          <a:pt x="866" y="663"/>
                        </a:lnTo>
                        <a:lnTo>
                          <a:pt x="864" y="664"/>
                        </a:lnTo>
                        <a:lnTo>
                          <a:pt x="863" y="664"/>
                        </a:lnTo>
                        <a:lnTo>
                          <a:pt x="860" y="667"/>
                        </a:lnTo>
                        <a:lnTo>
                          <a:pt x="860" y="668"/>
                        </a:lnTo>
                        <a:lnTo>
                          <a:pt x="856" y="668"/>
                        </a:lnTo>
                        <a:lnTo>
                          <a:pt x="855" y="666"/>
                        </a:lnTo>
                        <a:lnTo>
                          <a:pt x="852" y="666"/>
                        </a:lnTo>
                        <a:lnTo>
                          <a:pt x="849" y="662"/>
                        </a:lnTo>
                        <a:lnTo>
                          <a:pt x="849" y="662"/>
                        </a:lnTo>
                        <a:lnTo>
                          <a:pt x="848" y="663"/>
                        </a:lnTo>
                        <a:lnTo>
                          <a:pt x="848" y="666"/>
                        </a:lnTo>
                        <a:lnTo>
                          <a:pt x="847" y="667"/>
                        </a:lnTo>
                        <a:lnTo>
                          <a:pt x="844" y="667"/>
                        </a:lnTo>
                        <a:lnTo>
                          <a:pt x="842" y="667"/>
                        </a:lnTo>
                        <a:lnTo>
                          <a:pt x="840" y="667"/>
                        </a:lnTo>
                        <a:lnTo>
                          <a:pt x="838" y="668"/>
                        </a:lnTo>
                        <a:lnTo>
                          <a:pt x="836" y="668"/>
                        </a:lnTo>
                        <a:lnTo>
                          <a:pt x="834" y="670"/>
                        </a:lnTo>
                        <a:lnTo>
                          <a:pt x="832" y="668"/>
                        </a:lnTo>
                        <a:lnTo>
                          <a:pt x="828" y="668"/>
                        </a:lnTo>
                        <a:lnTo>
                          <a:pt x="829" y="667"/>
                        </a:lnTo>
                        <a:lnTo>
                          <a:pt x="826" y="663"/>
                        </a:lnTo>
                        <a:lnTo>
                          <a:pt x="825" y="664"/>
                        </a:lnTo>
                        <a:lnTo>
                          <a:pt x="822" y="662"/>
                        </a:lnTo>
                        <a:lnTo>
                          <a:pt x="819" y="656"/>
                        </a:lnTo>
                        <a:lnTo>
                          <a:pt x="821" y="653"/>
                        </a:lnTo>
                        <a:lnTo>
                          <a:pt x="823" y="652"/>
                        </a:lnTo>
                        <a:lnTo>
                          <a:pt x="823" y="649"/>
                        </a:lnTo>
                        <a:lnTo>
                          <a:pt x="825" y="647"/>
                        </a:lnTo>
                        <a:lnTo>
                          <a:pt x="828" y="647"/>
                        </a:lnTo>
                        <a:lnTo>
                          <a:pt x="830" y="645"/>
                        </a:lnTo>
                        <a:lnTo>
                          <a:pt x="833" y="645"/>
                        </a:lnTo>
                        <a:lnTo>
                          <a:pt x="834" y="645"/>
                        </a:lnTo>
                        <a:lnTo>
                          <a:pt x="834" y="643"/>
                        </a:lnTo>
                        <a:lnTo>
                          <a:pt x="833" y="641"/>
                        </a:lnTo>
                        <a:lnTo>
                          <a:pt x="833" y="639"/>
                        </a:lnTo>
                        <a:lnTo>
                          <a:pt x="833" y="639"/>
                        </a:lnTo>
                        <a:lnTo>
                          <a:pt x="834" y="639"/>
                        </a:lnTo>
                        <a:lnTo>
                          <a:pt x="836" y="637"/>
                        </a:lnTo>
                        <a:lnTo>
                          <a:pt x="836" y="636"/>
                        </a:lnTo>
                        <a:lnTo>
                          <a:pt x="836" y="634"/>
                        </a:lnTo>
                        <a:lnTo>
                          <a:pt x="838" y="640"/>
                        </a:lnTo>
                        <a:lnTo>
                          <a:pt x="842" y="640"/>
                        </a:lnTo>
                        <a:lnTo>
                          <a:pt x="845" y="643"/>
                        </a:lnTo>
                        <a:lnTo>
                          <a:pt x="847" y="644"/>
                        </a:lnTo>
                        <a:lnTo>
                          <a:pt x="848" y="645"/>
                        </a:lnTo>
                        <a:lnTo>
                          <a:pt x="852" y="647"/>
                        </a:lnTo>
                        <a:lnTo>
                          <a:pt x="853" y="644"/>
                        </a:lnTo>
                        <a:lnTo>
                          <a:pt x="856" y="644"/>
                        </a:lnTo>
                        <a:lnTo>
                          <a:pt x="856" y="647"/>
                        </a:lnTo>
                        <a:lnTo>
                          <a:pt x="859" y="647"/>
                        </a:lnTo>
                        <a:lnTo>
                          <a:pt x="862" y="647"/>
                        </a:lnTo>
                        <a:lnTo>
                          <a:pt x="863" y="645"/>
                        </a:lnTo>
                        <a:lnTo>
                          <a:pt x="864" y="643"/>
                        </a:lnTo>
                        <a:lnTo>
                          <a:pt x="868" y="643"/>
                        </a:lnTo>
                        <a:lnTo>
                          <a:pt x="868" y="643"/>
                        </a:lnTo>
                        <a:lnTo>
                          <a:pt x="867" y="644"/>
                        </a:lnTo>
                        <a:lnTo>
                          <a:pt x="870" y="645"/>
                        </a:lnTo>
                        <a:lnTo>
                          <a:pt x="872" y="643"/>
                        </a:lnTo>
                        <a:lnTo>
                          <a:pt x="874" y="641"/>
                        </a:lnTo>
                        <a:lnTo>
                          <a:pt x="876" y="639"/>
                        </a:lnTo>
                        <a:lnTo>
                          <a:pt x="878" y="641"/>
                        </a:lnTo>
                        <a:lnTo>
                          <a:pt x="878" y="644"/>
                        </a:lnTo>
                        <a:lnTo>
                          <a:pt x="878" y="647"/>
                        </a:lnTo>
                        <a:lnTo>
                          <a:pt x="879" y="644"/>
                        </a:lnTo>
                        <a:lnTo>
                          <a:pt x="881" y="643"/>
                        </a:lnTo>
                        <a:lnTo>
                          <a:pt x="882" y="644"/>
                        </a:lnTo>
                        <a:lnTo>
                          <a:pt x="883" y="643"/>
                        </a:lnTo>
                        <a:lnTo>
                          <a:pt x="882" y="636"/>
                        </a:lnTo>
                        <a:lnTo>
                          <a:pt x="879" y="632"/>
                        </a:lnTo>
                        <a:lnTo>
                          <a:pt x="879" y="629"/>
                        </a:lnTo>
                        <a:lnTo>
                          <a:pt x="878" y="626"/>
                        </a:lnTo>
                        <a:lnTo>
                          <a:pt x="878" y="624"/>
                        </a:lnTo>
                        <a:lnTo>
                          <a:pt x="879" y="622"/>
                        </a:lnTo>
                        <a:lnTo>
                          <a:pt x="881" y="622"/>
                        </a:lnTo>
                        <a:lnTo>
                          <a:pt x="885" y="618"/>
                        </a:lnTo>
                        <a:lnTo>
                          <a:pt x="890" y="615"/>
                        </a:lnTo>
                        <a:lnTo>
                          <a:pt x="893" y="614"/>
                        </a:lnTo>
                        <a:lnTo>
                          <a:pt x="895" y="611"/>
                        </a:lnTo>
                        <a:lnTo>
                          <a:pt x="897" y="611"/>
                        </a:lnTo>
                        <a:lnTo>
                          <a:pt x="898" y="613"/>
                        </a:lnTo>
                        <a:lnTo>
                          <a:pt x="901" y="611"/>
                        </a:lnTo>
                        <a:lnTo>
                          <a:pt x="902" y="611"/>
                        </a:lnTo>
                        <a:lnTo>
                          <a:pt x="898" y="610"/>
                        </a:lnTo>
                        <a:lnTo>
                          <a:pt x="898" y="607"/>
                        </a:lnTo>
                        <a:lnTo>
                          <a:pt x="904" y="603"/>
                        </a:lnTo>
                        <a:lnTo>
                          <a:pt x="904" y="602"/>
                        </a:lnTo>
                        <a:lnTo>
                          <a:pt x="905" y="600"/>
                        </a:lnTo>
                        <a:lnTo>
                          <a:pt x="909" y="602"/>
                        </a:lnTo>
                        <a:lnTo>
                          <a:pt x="914" y="599"/>
                        </a:lnTo>
                        <a:lnTo>
                          <a:pt x="914" y="598"/>
                        </a:lnTo>
                        <a:lnTo>
                          <a:pt x="913" y="595"/>
                        </a:lnTo>
                        <a:lnTo>
                          <a:pt x="914" y="594"/>
                        </a:lnTo>
                        <a:lnTo>
                          <a:pt x="914" y="588"/>
                        </a:lnTo>
                        <a:lnTo>
                          <a:pt x="914" y="587"/>
                        </a:lnTo>
                        <a:lnTo>
                          <a:pt x="914" y="587"/>
                        </a:lnTo>
                        <a:lnTo>
                          <a:pt x="914" y="584"/>
                        </a:lnTo>
                        <a:lnTo>
                          <a:pt x="916" y="581"/>
                        </a:lnTo>
                        <a:lnTo>
                          <a:pt x="916" y="579"/>
                        </a:lnTo>
                        <a:lnTo>
                          <a:pt x="914" y="579"/>
                        </a:lnTo>
                        <a:lnTo>
                          <a:pt x="914" y="577"/>
                        </a:lnTo>
                        <a:lnTo>
                          <a:pt x="916" y="573"/>
                        </a:lnTo>
                        <a:lnTo>
                          <a:pt x="917" y="573"/>
                        </a:lnTo>
                        <a:lnTo>
                          <a:pt x="917" y="571"/>
                        </a:lnTo>
                        <a:lnTo>
                          <a:pt x="919" y="568"/>
                        </a:lnTo>
                        <a:lnTo>
                          <a:pt x="919" y="567"/>
                        </a:lnTo>
                        <a:lnTo>
                          <a:pt x="917" y="567"/>
                        </a:lnTo>
                        <a:lnTo>
                          <a:pt x="916" y="569"/>
                        </a:lnTo>
                        <a:lnTo>
                          <a:pt x="916" y="571"/>
                        </a:lnTo>
                        <a:lnTo>
                          <a:pt x="914" y="571"/>
                        </a:lnTo>
                        <a:lnTo>
                          <a:pt x="914" y="569"/>
                        </a:lnTo>
                        <a:lnTo>
                          <a:pt x="914" y="567"/>
                        </a:lnTo>
                        <a:lnTo>
                          <a:pt x="913" y="565"/>
                        </a:lnTo>
                        <a:lnTo>
                          <a:pt x="908" y="565"/>
                        </a:lnTo>
                        <a:lnTo>
                          <a:pt x="906" y="564"/>
                        </a:lnTo>
                        <a:lnTo>
                          <a:pt x="906" y="562"/>
                        </a:lnTo>
                        <a:lnTo>
                          <a:pt x="910" y="561"/>
                        </a:lnTo>
                        <a:lnTo>
                          <a:pt x="910" y="560"/>
                        </a:lnTo>
                        <a:lnTo>
                          <a:pt x="908" y="558"/>
                        </a:lnTo>
                        <a:lnTo>
                          <a:pt x="909" y="556"/>
                        </a:lnTo>
                        <a:lnTo>
                          <a:pt x="909" y="554"/>
                        </a:lnTo>
                        <a:lnTo>
                          <a:pt x="906" y="552"/>
                        </a:lnTo>
                        <a:lnTo>
                          <a:pt x="905" y="552"/>
                        </a:lnTo>
                        <a:lnTo>
                          <a:pt x="905" y="554"/>
                        </a:lnTo>
                        <a:lnTo>
                          <a:pt x="906" y="556"/>
                        </a:lnTo>
                        <a:lnTo>
                          <a:pt x="905" y="557"/>
                        </a:lnTo>
                        <a:lnTo>
                          <a:pt x="902" y="558"/>
                        </a:lnTo>
                        <a:lnTo>
                          <a:pt x="901" y="556"/>
                        </a:lnTo>
                        <a:lnTo>
                          <a:pt x="900" y="556"/>
                        </a:lnTo>
                        <a:lnTo>
                          <a:pt x="900" y="552"/>
                        </a:lnTo>
                        <a:lnTo>
                          <a:pt x="901" y="549"/>
                        </a:lnTo>
                        <a:lnTo>
                          <a:pt x="901" y="548"/>
                        </a:lnTo>
                        <a:lnTo>
                          <a:pt x="897" y="548"/>
                        </a:lnTo>
                        <a:lnTo>
                          <a:pt x="897" y="548"/>
                        </a:lnTo>
                        <a:lnTo>
                          <a:pt x="901" y="546"/>
                        </a:lnTo>
                        <a:lnTo>
                          <a:pt x="901" y="545"/>
                        </a:lnTo>
                        <a:lnTo>
                          <a:pt x="900" y="545"/>
                        </a:lnTo>
                        <a:lnTo>
                          <a:pt x="901" y="543"/>
                        </a:lnTo>
                        <a:lnTo>
                          <a:pt x="902" y="542"/>
                        </a:lnTo>
                        <a:lnTo>
                          <a:pt x="902" y="541"/>
                        </a:lnTo>
                        <a:lnTo>
                          <a:pt x="901" y="539"/>
                        </a:lnTo>
                        <a:lnTo>
                          <a:pt x="898" y="542"/>
                        </a:lnTo>
                        <a:lnTo>
                          <a:pt x="897" y="545"/>
                        </a:lnTo>
                        <a:lnTo>
                          <a:pt x="894" y="546"/>
                        </a:lnTo>
                        <a:lnTo>
                          <a:pt x="894" y="545"/>
                        </a:lnTo>
                        <a:lnTo>
                          <a:pt x="894" y="542"/>
                        </a:lnTo>
                        <a:lnTo>
                          <a:pt x="893" y="543"/>
                        </a:lnTo>
                        <a:lnTo>
                          <a:pt x="891" y="545"/>
                        </a:lnTo>
                        <a:lnTo>
                          <a:pt x="889" y="545"/>
                        </a:lnTo>
                        <a:lnTo>
                          <a:pt x="887" y="546"/>
                        </a:lnTo>
                        <a:lnTo>
                          <a:pt x="885" y="546"/>
                        </a:lnTo>
                        <a:lnTo>
                          <a:pt x="882" y="548"/>
                        </a:lnTo>
                        <a:lnTo>
                          <a:pt x="882" y="549"/>
                        </a:lnTo>
                        <a:lnTo>
                          <a:pt x="881" y="549"/>
                        </a:lnTo>
                        <a:lnTo>
                          <a:pt x="881" y="546"/>
                        </a:lnTo>
                        <a:lnTo>
                          <a:pt x="882" y="545"/>
                        </a:lnTo>
                        <a:lnTo>
                          <a:pt x="882" y="543"/>
                        </a:lnTo>
                        <a:lnTo>
                          <a:pt x="881" y="543"/>
                        </a:lnTo>
                        <a:lnTo>
                          <a:pt x="882" y="541"/>
                        </a:lnTo>
                        <a:lnTo>
                          <a:pt x="883" y="539"/>
                        </a:lnTo>
                        <a:lnTo>
                          <a:pt x="886" y="541"/>
                        </a:lnTo>
                        <a:lnTo>
                          <a:pt x="887" y="541"/>
                        </a:lnTo>
                        <a:lnTo>
                          <a:pt x="889" y="541"/>
                        </a:lnTo>
                        <a:lnTo>
                          <a:pt x="890" y="541"/>
                        </a:lnTo>
                        <a:lnTo>
                          <a:pt x="893" y="538"/>
                        </a:lnTo>
                        <a:lnTo>
                          <a:pt x="893" y="535"/>
                        </a:lnTo>
                        <a:lnTo>
                          <a:pt x="893" y="534"/>
                        </a:lnTo>
                        <a:lnTo>
                          <a:pt x="890" y="533"/>
                        </a:lnTo>
                        <a:lnTo>
                          <a:pt x="887" y="531"/>
                        </a:lnTo>
                        <a:lnTo>
                          <a:pt x="887" y="530"/>
                        </a:lnTo>
                        <a:lnTo>
                          <a:pt x="886" y="528"/>
                        </a:lnTo>
                        <a:lnTo>
                          <a:pt x="886" y="527"/>
                        </a:lnTo>
                        <a:lnTo>
                          <a:pt x="886" y="524"/>
                        </a:lnTo>
                        <a:lnTo>
                          <a:pt x="883" y="524"/>
                        </a:lnTo>
                        <a:lnTo>
                          <a:pt x="883" y="524"/>
                        </a:lnTo>
                        <a:lnTo>
                          <a:pt x="881" y="523"/>
                        </a:lnTo>
                        <a:lnTo>
                          <a:pt x="881" y="522"/>
                        </a:lnTo>
                        <a:lnTo>
                          <a:pt x="883" y="520"/>
                        </a:lnTo>
                        <a:lnTo>
                          <a:pt x="883" y="522"/>
                        </a:lnTo>
                        <a:lnTo>
                          <a:pt x="885" y="520"/>
                        </a:lnTo>
                        <a:lnTo>
                          <a:pt x="885" y="519"/>
                        </a:lnTo>
                        <a:lnTo>
                          <a:pt x="887" y="518"/>
                        </a:lnTo>
                        <a:lnTo>
                          <a:pt x="885" y="518"/>
                        </a:lnTo>
                        <a:lnTo>
                          <a:pt x="882" y="515"/>
                        </a:lnTo>
                        <a:lnTo>
                          <a:pt x="881" y="515"/>
                        </a:lnTo>
                        <a:lnTo>
                          <a:pt x="881" y="515"/>
                        </a:lnTo>
                        <a:lnTo>
                          <a:pt x="878" y="514"/>
                        </a:lnTo>
                        <a:lnTo>
                          <a:pt x="876" y="516"/>
                        </a:lnTo>
                        <a:lnTo>
                          <a:pt x="876" y="516"/>
                        </a:lnTo>
                        <a:lnTo>
                          <a:pt x="876" y="515"/>
                        </a:lnTo>
                        <a:lnTo>
                          <a:pt x="878" y="511"/>
                        </a:lnTo>
                        <a:lnTo>
                          <a:pt x="881" y="507"/>
                        </a:lnTo>
                        <a:lnTo>
                          <a:pt x="881" y="505"/>
                        </a:lnTo>
                        <a:lnTo>
                          <a:pt x="882" y="503"/>
                        </a:lnTo>
                        <a:lnTo>
                          <a:pt x="882" y="500"/>
                        </a:lnTo>
                        <a:lnTo>
                          <a:pt x="883" y="497"/>
                        </a:lnTo>
                        <a:lnTo>
                          <a:pt x="882" y="496"/>
                        </a:lnTo>
                        <a:lnTo>
                          <a:pt x="879" y="497"/>
                        </a:lnTo>
                        <a:lnTo>
                          <a:pt x="878" y="497"/>
                        </a:lnTo>
                        <a:lnTo>
                          <a:pt x="878" y="497"/>
                        </a:lnTo>
                        <a:lnTo>
                          <a:pt x="876" y="499"/>
                        </a:lnTo>
                        <a:lnTo>
                          <a:pt x="875" y="499"/>
                        </a:lnTo>
                        <a:lnTo>
                          <a:pt x="872" y="495"/>
                        </a:lnTo>
                        <a:lnTo>
                          <a:pt x="872" y="493"/>
                        </a:lnTo>
                        <a:lnTo>
                          <a:pt x="871" y="490"/>
                        </a:lnTo>
                        <a:lnTo>
                          <a:pt x="870" y="490"/>
                        </a:lnTo>
                        <a:lnTo>
                          <a:pt x="870" y="488"/>
                        </a:lnTo>
                        <a:lnTo>
                          <a:pt x="872" y="486"/>
                        </a:lnTo>
                        <a:lnTo>
                          <a:pt x="872" y="485"/>
                        </a:lnTo>
                        <a:lnTo>
                          <a:pt x="872" y="484"/>
                        </a:lnTo>
                        <a:lnTo>
                          <a:pt x="872" y="481"/>
                        </a:lnTo>
                        <a:lnTo>
                          <a:pt x="871" y="481"/>
                        </a:lnTo>
                        <a:lnTo>
                          <a:pt x="868" y="482"/>
                        </a:lnTo>
                        <a:lnTo>
                          <a:pt x="868" y="486"/>
                        </a:lnTo>
                        <a:lnTo>
                          <a:pt x="867" y="489"/>
                        </a:lnTo>
                        <a:lnTo>
                          <a:pt x="867" y="486"/>
                        </a:lnTo>
                        <a:lnTo>
                          <a:pt x="866" y="485"/>
                        </a:lnTo>
                        <a:lnTo>
                          <a:pt x="864" y="486"/>
                        </a:lnTo>
                        <a:lnTo>
                          <a:pt x="864" y="488"/>
                        </a:lnTo>
                        <a:lnTo>
                          <a:pt x="863" y="488"/>
                        </a:lnTo>
                        <a:lnTo>
                          <a:pt x="863" y="490"/>
                        </a:lnTo>
                        <a:lnTo>
                          <a:pt x="864" y="495"/>
                        </a:lnTo>
                        <a:lnTo>
                          <a:pt x="867" y="493"/>
                        </a:lnTo>
                        <a:lnTo>
                          <a:pt x="868" y="499"/>
                        </a:lnTo>
                        <a:lnTo>
                          <a:pt x="870" y="500"/>
                        </a:lnTo>
                        <a:lnTo>
                          <a:pt x="870" y="503"/>
                        </a:lnTo>
                        <a:lnTo>
                          <a:pt x="868" y="505"/>
                        </a:lnTo>
                        <a:lnTo>
                          <a:pt x="867" y="508"/>
                        </a:lnTo>
                        <a:lnTo>
                          <a:pt x="866" y="509"/>
                        </a:lnTo>
                        <a:lnTo>
                          <a:pt x="859" y="509"/>
                        </a:lnTo>
                        <a:lnTo>
                          <a:pt x="857" y="508"/>
                        </a:lnTo>
                        <a:lnTo>
                          <a:pt x="856" y="509"/>
                        </a:lnTo>
                        <a:lnTo>
                          <a:pt x="852" y="507"/>
                        </a:lnTo>
                        <a:lnTo>
                          <a:pt x="853" y="507"/>
                        </a:lnTo>
                        <a:lnTo>
                          <a:pt x="853" y="504"/>
                        </a:lnTo>
                        <a:lnTo>
                          <a:pt x="849" y="504"/>
                        </a:lnTo>
                        <a:lnTo>
                          <a:pt x="844" y="501"/>
                        </a:lnTo>
                        <a:lnTo>
                          <a:pt x="840" y="501"/>
                        </a:lnTo>
                        <a:lnTo>
                          <a:pt x="842" y="505"/>
                        </a:lnTo>
                        <a:lnTo>
                          <a:pt x="844" y="509"/>
                        </a:lnTo>
                        <a:lnTo>
                          <a:pt x="842" y="509"/>
                        </a:lnTo>
                        <a:lnTo>
                          <a:pt x="841" y="509"/>
                        </a:lnTo>
                        <a:lnTo>
                          <a:pt x="840" y="507"/>
                        </a:lnTo>
                        <a:lnTo>
                          <a:pt x="837" y="504"/>
                        </a:lnTo>
                        <a:lnTo>
                          <a:pt x="836" y="504"/>
                        </a:lnTo>
                        <a:lnTo>
                          <a:pt x="836" y="501"/>
                        </a:lnTo>
                        <a:lnTo>
                          <a:pt x="833" y="499"/>
                        </a:lnTo>
                        <a:lnTo>
                          <a:pt x="830" y="496"/>
                        </a:lnTo>
                        <a:lnTo>
                          <a:pt x="830" y="495"/>
                        </a:lnTo>
                        <a:lnTo>
                          <a:pt x="828" y="495"/>
                        </a:lnTo>
                        <a:lnTo>
                          <a:pt x="826" y="492"/>
                        </a:lnTo>
                        <a:lnTo>
                          <a:pt x="823" y="490"/>
                        </a:lnTo>
                        <a:lnTo>
                          <a:pt x="823" y="490"/>
                        </a:lnTo>
                        <a:lnTo>
                          <a:pt x="821" y="489"/>
                        </a:lnTo>
                        <a:lnTo>
                          <a:pt x="822" y="490"/>
                        </a:lnTo>
                        <a:lnTo>
                          <a:pt x="828" y="495"/>
                        </a:lnTo>
                        <a:lnTo>
                          <a:pt x="828" y="497"/>
                        </a:lnTo>
                        <a:lnTo>
                          <a:pt x="830" y="500"/>
                        </a:lnTo>
                        <a:lnTo>
                          <a:pt x="832" y="501"/>
                        </a:lnTo>
                        <a:lnTo>
                          <a:pt x="833" y="503"/>
                        </a:lnTo>
                        <a:lnTo>
                          <a:pt x="832" y="505"/>
                        </a:lnTo>
                        <a:lnTo>
                          <a:pt x="830" y="504"/>
                        </a:lnTo>
                        <a:lnTo>
                          <a:pt x="829" y="505"/>
                        </a:lnTo>
                        <a:lnTo>
                          <a:pt x="825" y="503"/>
                        </a:lnTo>
                        <a:lnTo>
                          <a:pt x="823" y="503"/>
                        </a:lnTo>
                        <a:lnTo>
                          <a:pt x="822" y="501"/>
                        </a:lnTo>
                        <a:lnTo>
                          <a:pt x="819" y="500"/>
                        </a:lnTo>
                        <a:lnTo>
                          <a:pt x="819" y="497"/>
                        </a:lnTo>
                        <a:lnTo>
                          <a:pt x="814" y="499"/>
                        </a:lnTo>
                        <a:lnTo>
                          <a:pt x="811" y="500"/>
                        </a:lnTo>
                        <a:lnTo>
                          <a:pt x="810" y="499"/>
                        </a:lnTo>
                        <a:lnTo>
                          <a:pt x="807" y="497"/>
                        </a:lnTo>
                        <a:lnTo>
                          <a:pt x="804" y="497"/>
                        </a:lnTo>
                        <a:lnTo>
                          <a:pt x="803" y="496"/>
                        </a:lnTo>
                        <a:lnTo>
                          <a:pt x="799" y="493"/>
                        </a:lnTo>
                        <a:lnTo>
                          <a:pt x="799" y="492"/>
                        </a:lnTo>
                        <a:lnTo>
                          <a:pt x="803" y="488"/>
                        </a:lnTo>
                        <a:lnTo>
                          <a:pt x="804" y="488"/>
                        </a:lnTo>
                        <a:lnTo>
                          <a:pt x="804" y="486"/>
                        </a:lnTo>
                        <a:lnTo>
                          <a:pt x="803" y="486"/>
                        </a:lnTo>
                        <a:lnTo>
                          <a:pt x="800" y="489"/>
                        </a:lnTo>
                        <a:lnTo>
                          <a:pt x="799" y="490"/>
                        </a:lnTo>
                        <a:lnTo>
                          <a:pt x="798" y="492"/>
                        </a:lnTo>
                        <a:lnTo>
                          <a:pt x="795" y="489"/>
                        </a:lnTo>
                        <a:lnTo>
                          <a:pt x="792" y="489"/>
                        </a:lnTo>
                        <a:lnTo>
                          <a:pt x="791" y="489"/>
                        </a:lnTo>
                        <a:lnTo>
                          <a:pt x="794" y="492"/>
                        </a:lnTo>
                        <a:lnTo>
                          <a:pt x="792" y="492"/>
                        </a:lnTo>
                        <a:lnTo>
                          <a:pt x="788" y="492"/>
                        </a:lnTo>
                        <a:lnTo>
                          <a:pt x="785" y="489"/>
                        </a:lnTo>
                        <a:lnTo>
                          <a:pt x="784" y="485"/>
                        </a:lnTo>
                        <a:lnTo>
                          <a:pt x="781" y="484"/>
                        </a:lnTo>
                        <a:lnTo>
                          <a:pt x="783" y="481"/>
                        </a:lnTo>
                        <a:lnTo>
                          <a:pt x="787" y="478"/>
                        </a:lnTo>
                        <a:lnTo>
                          <a:pt x="788" y="477"/>
                        </a:lnTo>
                        <a:lnTo>
                          <a:pt x="787" y="477"/>
                        </a:lnTo>
                        <a:lnTo>
                          <a:pt x="785" y="478"/>
                        </a:lnTo>
                        <a:lnTo>
                          <a:pt x="781" y="478"/>
                        </a:lnTo>
                        <a:lnTo>
                          <a:pt x="780" y="481"/>
                        </a:lnTo>
                        <a:lnTo>
                          <a:pt x="779" y="482"/>
                        </a:lnTo>
                        <a:lnTo>
                          <a:pt x="779" y="480"/>
                        </a:lnTo>
                        <a:lnTo>
                          <a:pt x="779" y="477"/>
                        </a:lnTo>
                        <a:lnTo>
                          <a:pt x="779" y="477"/>
                        </a:lnTo>
                        <a:lnTo>
                          <a:pt x="777" y="477"/>
                        </a:lnTo>
                        <a:lnTo>
                          <a:pt x="776" y="478"/>
                        </a:lnTo>
                        <a:lnTo>
                          <a:pt x="777" y="480"/>
                        </a:lnTo>
                        <a:lnTo>
                          <a:pt x="776" y="481"/>
                        </a:lnTo>
                        <a:lnTo>
                          <a:pt x="775" y="481"/>
                        </a:lnTo>
                        <a:lnTo>
                          <a:pt x="772" y="480"/>
                        </a:lnTo>
                        <a:lnTo>
                          <a:pt x="770" y="478"/>
                        </a:lnTo>
                        <a:lnTo>
                          <a:pt x="768" y="480"/>
                        </a:lnTo>
                        <a:lnTo>
                          <a:pt x="768" y="481"/>
                        </a:lnTo>
                        <a:lnTo>
                          <a:pt x="766" y="481"/>
                        </a:lnTo>
                        <a:lnTo>
                          <a:pt x="765" y="478"/>
                        </a:lnTo>
                        <a:lnTo>
                          <a:pt x="764" y="477"/>
                        </a:lnTo>
                        <a:lnTo>
                          <a:pt x="765" y="477"/>
                        </a:lnTo>
                        <a:lnTo>
                          <a:pt x="766" y="477"/>
                        </a:lnTo>
                        <a:lnTo>
                          <a:pt x="766" y="477"/>
                        </a:lnTo>
                        <a:lnTo>
                          <a:pt x="764" y="474"/>
                        </a:lnTo>
                        <a:lnTo>
                          <a:pt x="760" y="471"/>
                        </a:lnTo>
                        <a:lnTo>
                          <a:pt x="760" y="470"/>
                        </a:lnTo>
                        <a:lnTo>
                          <a:pt x="760" y="466"/>
                        </a:lnTo>
                        <a:lnTo>
                          <a:pt x="760" y="463"/>
                        </a:lnTo>
                        <a:lnTo>
                          <a:pt x="758" y="459"/>
                        </a:lnTo>
                        <a:lnTo>
                          <a:pt x="760" y="456"/>
                        </a:lnTo>
                        <a:lnTo>
                          <a:pt x="761" y="456"/>
                        </a:lnTo>
                        <a:lnTo>
                          <a:pt x="761" y="455"/>
                        </a:lnTo>
                        <a:lnTo>
                          <a:pt x="760" y="452"/>
                        </a:lnTo>
                        <a:lnTo>
                          <a:pt x="760" y="451"/>
                        </a:lnTo>
                        <a:lnTo>
                          <a:pt x="762" y="451"/>
                        </a:lnTo>
                        <a:lnTo>
                          <a:pt x="764" y="452"/>
                        </a:lnTo>
                        <a:lnTo>
                          <a:pt x="769" y="452"/>
                        </a:lnTo>
                        <a:lnTo>
                          <a:pt x="770" y="455"/>
                        </a:lnTo>
                        <a:lnTo>
                          <a:pt x="772" y="458"/>
                        </a:lnTo>
                        <a:lnTo>
                          <a:pt x="777" y="459"/>
                        </a:lnTo>
                        <a:lnTo>
                          <a:pt x="781" y="459"/>
                        </a:lnTo>
                        <a:lnTo>
                          <a:pt x="783" y="459"/>
                        </a:lnTo>
                        <a:lnTo>
                          <a:pt x="787" y="459"/>
                        </a:lnTo>
                        <a:lnTo>
                          <a:pt x="785" y="458"/>
                        </a:lnTo>
                        <a:lnTo>
                          <a:pt x="784" y="455"/>
                        </a:lnTo>
                        <a:lnTo>
                          <a:pt x="781" y="454"/>
                        </a:lnTo>
                        <a:lnTo>
                          <a:pt x="780" y="450"/>
                        </a:lnTo>
                        <a:lnTo>
                          <a:pt x="777" y="450"/>
                        </a:lnTo>
                        <a:lnTo>
                          <a:pt x="773" y="447"/>
                        </a:lnTo>
                        <a:lnTo>
                          <a:pt x="772" y="447"/>
                        </a:lnTo>
                        <a:lnTo>
                          <a:pt x="768" y="446"/>
                        </a:lnTo>
                        <a:lnTo>
                          <a:pt x="765" y="446"/>
                        </a:lnTo>
                        <a:lnTo>
                          <a:pt x="761" y="443"/>
                        </a:lnTo>
                        <a:lnTo>
                          <a:pt x="760" y="440"/>
                        </a:lnTo>
                        <a:lnTo>
                          <a:pt x="760" y="435"/>
                        </a:lnTo>
                        <a:lnTo>
                          <a:pt x="762" y="433"/>
                        </a:lnTo>
                        <a:lnTo>
                          <a:pt x="762" y="432"/>
                        </a:lnTo>
                        <a:lnTo>
                          <a:pt x="764" y="428"/>
                        </a:lnTo>
                        <a:lnTo>
                          <a:pt x="765" y="428"/>
                        </a:lnTo>
                        <a:lnTo>
                          <a:pt x="766" y="425"/>
                        </a:lnTo>
                        <a:lnTo>
                          <a:pt x="766" y="421"/>
                        </a:lnTo>
                        <a:lnTo>
                          <a:pt x="768" y="418"/>
                        </a:lnTo>
                        <a:lnTo>
                          <a:pt x="769" y="418"/>
                        </a:lnTo>
                        <a:lnTo>
                          <a:pt x="770" y="416"/>
                        </a:lnTo>
                        <a:lnTo>
                          <a:pt x="775" y="413"/>
                        </a:lnTo>
                        <a:lnTo>
                          <a:pt x="776" y="413"/>
                        </a:lnTo>
                        <a:lnTo>
                          <a:pt x="777" y="412"/>
                        </a:lnTo>
                        <a:lnTo>
                          <a:pt x="776" y="412"/>
                        </a:lnTo>
                        <a:lnTo>
                          <a:pt x="775" y="412"/>
                        </a:lnTo>
                        <a:lnTo>
                          <a:pt x="775" y="410"/>
                        </a:lnTo>
                        <a:lnTo>
                          <a:pt x="777" y="405"/>
                        </a:lnTo>
                        <a:lnTo>
                          <a:pt x="780" y="401"/>
                        </a:lnTo>
                        <a:lnTo>
                          <a:pt x="780" y="401"/>
                        </a:lnTo>
                        <a:lnTo>
                          <a:pt x="783" y="398"/>
                        </a:lnTo>
                        <a:lnTo>
                          <a:pt x="785" y="398"/>
                        </a:lnTo>
                        <a:lnTo>
                          <a:pt x="785" y="398"/>
                        </a:lnTo>
                        <a:lnTo>
                          <a:pt x="787" y="394"/>
                        </a:lnTo>
                        <a:lnTo>
                          <a:pt x="788" y="394"/>
                        </a:lnTo>
                        <a:lnTo>
                          <a:pt x="790" y="395"/>
                        </a:lnTo>
                        <a:lnTo>
                          <a:pt x="791" y="394"/>
                        </a:lnTo>
                        <a:lnTo>
                          <a:pt x="790" y="393"/>
                        </a:lnTo>
                        <a:lnTo>
                          <a:pt x="794" y="387"/>
                        </a:lnTo>
                        <a:lnTo>
                          <a:pt x="795" y="387"/>
                        </a:lnTo>
                        <a:lnTo>
                          <a:pt x="795" y="384"/>
                        </a:lnTo>
                        <a:lnTo>
                          <a:pt x="798" y="382"/>
                        </a:lnTo>
                        <a:lnTo>
                          <a:pt x="800" y="382"/>
                        </a:lnTo>
                        <a:lnTo>
                          <a:pt x="802" y="379"/>
                        </a:lnTo>
                        <a:lnTo>
                          <a:pt x="804" y="379"/>
                        </a:lnTo>
                        <a:lnTo>
                          <a:pt x="806" y="379"/>
                        </a:lnTo>
                        <a:lnTo>
                          <a:pt x="806" y="378"/>
                        </a:lnTo>
                        <a:lnTo>
                          <a:pt x="806" y="375"/>
                        </a:lnTo>
                        <a:lnTo>
                          <a:pt x="811" y="372"/>
                        </a:lnTo>
                        <a:lnTo>
                          <a:pt x="815" y="368"/>
                        </a:lnTo>
                        <a:lnTo>
                          <a:pt x="823" y="365"/>
                        </a:lnTo>
                        <a:lnTo>
                          <a:pt x="829" y="365"/>
                        </a:lnTo>
                        <a:lnTo>
                          <a:pt x="830" y="364"/>
                        </a:lnTo>
                        <a:lnTo>
                          <a:pt x="834" y="365"/>
                        </a:lnTo>
                        <a:lnTo>
                          <a:pt x="837" y="364"/>
                        </a:lnTo>
                        <a:lnTo>
                          <a:pt x="838" y="365"/>
                        </a:lnTo>
                        <a:lnTo>
                          <a:pt x="842" y="365"/>
                        </a:lnTo>
                        <a:lnTo>
                          <a:pt x="845" y="367"/>
                        </a:lnTo>
                        <a:lnTo>
                          <a:pt x="852" y="370"/>
                        </a:lnTo>
                        <a:lnTo>
                          <a:pt x="852" y="372"/>
                        </a:lnTo>
                        <a:lnTo>
                          <a:pt x="851" y="374"/>
                        </a:lnTo>
                        <a:lnTo>
                          <a:pt x="848" y="375"/>
                        </a:lnTo>
                        <a:lnTo>
                          <a:pt x="842" y="378"/>
                        </a:lnTo>
                        <a:lnTo>
                          <a:pt x="840" y="378"/>
                        </a:lnTo>
                        <a:lnTo>
                          <a:pt x="838" y="379"/>
                        </a:lnTo>
                        <a:lnTo>
                          <a:pt x="837" y="382"/>
                        </a:lnTo>
                        <a:lnTo>
                          <a:pt x="833" y="383"/>
                        </a:lnTo>
                        <a:lnTo>
                          <a:pt x="829" y="389"/>
                        </a:lnTo>
                        <a:lnTo>
                          <a:pt x="823" y="394"/>
                        </a:lnTo>
                        <a:lnTo>
                          <a:pt x="819" y="397"/>
                        </a:lnTo>
                        <a:lnTo>
                          <a:pt x="818" y="398"/>
                        </a:lnTo>
                        <a:lnTo>
                          <a:pt x="815" y="403"/>
                        </a:lnTo>
                        <a:lnTo>
                          <a:pt x="814" y="406"/>
                        </a:lnTo>
                        <a:lnTo>
                          <a:pt x="815" y="409"/>
                        </a:lnTo>
                        <a:lnTo>
                          <a:pt x="817" y="412"/>
                        </a:lnTo>
                        <a:lnTo>
                          <a:pt x="817" y="414"/>
                        </a:lnTo>
                        <a:lnTo>
                          <a:pt x="815" y="416"/>
                        </a:lnTo>
                        <a:lnTo>
                          <a:pt x="813" y="418"/>
                        </a:lnTo>
                        <a:lnTo>
                          <a:pt x="810" y="421"/>
                        </a:lnTo>
                        <a:lnTo>
                          <a:pt x="810" y="424"/>
                        </a:lnTo>
                        <a:lnTo>
                          <a:pt x="809" y="427"/>
                        </a:lnTo>
                        <a:lnTo>
                          <a:pt x="807" y="428"/>
                        </a:lnTo>
                        <a:lnTo>
                          <a:pt x="806" y="431"/>
                        </a:lnTo>
                        <a:lnTo>
                          <a:pt x="807" y="433"/>
                        </a:lnTo>
                        <a:lnTo>
                          <a:pt x="809" y="437"/>
                        </a:lnTo>
                        <a:lnTo>
                          <a:pt x="810" y="439"/>
                        </a:lnTo>
                        <a:lnTo>
                          <a:pt x="810" y="443"/>
                        </a:lnTo>
                        <a:lnTo>
                          <a:pt x="811" y="446"/>
                        </a:lnTo>
                        <a:lnTo>
                          <a:pt x="813" y="447"/>
                        </a:lnTo>
                        <a:lnTo>
                          <a:pt x="815" y="448"/>
                        </a:lnTo>
                        <a:lnTo>
                          <a:pt x="815" y="451"/>
                        </a:lnTo>
                        <a:lnTo>
                          <a:pt x="814" y="454"/>
                        </a:lnTo>
                        <a:lnTo>
                          <a:pt x="813" y="452"/>
                        </a:lnTo>
                        <a:lnTo>
                          <a:pt x="811" y="452"/>
                        </a:lnTo>
                        <a:lnTo>
                          <a:pt x="811" y="454"/>
                        </a:lnTo>
                        <a:lnTo>
                          <a:pt x="810" y="454"/>
                        </a:lnTo>
                        <a:lnTo>
                          <a:pt x="807" y="454"/>
                        </a:lnTo>
                        <a:lnTo>
                          <a:pt x="806" y="455"/>
                        </a:lnTo>
                        <a:lnTo>
                          <a:pt x="807" y="455"/>
                        </a:lnTo>
                        <a:lnTo>
                          <a:pt x="810" y="458"/>
                        </a:lnTo>
                        <a:lnTo>
                          <a:pt x="811" y="458"/>
                        </a:lnTo>
                        <a:lnTo>
                          <a:pt x="811" y="456"/>
                        </a:lnTo>
                        <a:lnTo>
                          <a:pt x="813" y="458"/>
                        </a:lnTo>
                        <a:lnTo>
                          <a:pt x="811" y="459"/>
                        </a:lnTo>
                        <a:lnTo>
                          <a:pt x="810" y="463"/>
                        </a:lnTo>
                        <a:lnTo>
                          <a:pt x="810" y="466"/>
                        </a:lnTo>
                        <a:lnTo>
                          <a:pt x="809" y="469"/>
                        </a:lnTo>
                        <a:lnTo>
                          <a:pt x="813" y="465"/>
                        </a:lnTo>
                        <a:lnTo>
                          <a:pt x="813" y="463"/>
                        </a:lnTo>
                        <a:lnTo>
                          <a:pt x="815" y="458"/>
                        </a:lnTo>
                        <a:lnTo>
                          <a:pt x="817" y="456"/>
                        </a:lnTo>
                        <a:lnTo>
                          <a:pt x="817" y="451"/>
                        </a:lnTo>
                        <a:lnTo>
                          <a:pt x="818" y="450"/>
                        </a:lnTo>
                        <a:lnTo>
                          <a:pt x="821" y="447"/>
                        </a:lnTo>
                        <a:lnTo>
                          <a:pt x="821" y="446"/>
                        </a:lnTo>
                        <a:lnTo>
                          <a:pt x="821" y="443"/>
                        </a:lnTo>
                        <a:lnTo>
                          <a:pt x="821" y="442"/>
                        </a:lnTo>
                        <a:lnTo>
                          <a:pt x="819" y="440"/>
                        </a:lnTo>
                        <a:lnTo>
                          <a:pt x="817" y="440"/>
                        </a:lnTo>
                        <a:lnTo>
                          <a:pt x="817" y="436"/>
                        </a:lnTo>
                        <a:lnTo>
                          <a:pt x="817" y="435"/>
                        </a:lnTo>
                        <a:lnTo>
                          <a:pt x="817" y="432"/>
                        </a:lnTo>
                        <a:lnTo>
                          <a:pt x="815" y="429"/>
                        </a:lnTo>
                        <a:lnTo>
                          <a:pt x="814" y="427"/>
                        </a:lnTo>
                        <a:lnTo>
                          <a:pt x="815" y="425"/>
                        </a:lnTo>
                        <a:lnTo>
                          <a:pt x="817" y="428"/>
                        </a:lnTo>
                        <a:lnTo>
                          <a:pt x="818" y="427"/>
                        </a:lnTo>
                        <a:lnTo>
                          <a:pt x="821" y="425"/>
                        </a:lnTo>
                        <a:lnTo>
                          <a:pt x="822" y="424"/>
                        </a:lnTo>
                        <a:lnTo>
                          <a:pt x="822" y="421"/>
                        </a:lnTo>
                        <a:lnTo>
                          <a:pt x="823" y="420"/>
                        </a:lnTo>
                        <a:lnTo>
                          <a:pt x="825" y="420"/>
                        </a:lnTo>
                        <a:lnTo>
                          <a:pt x="828" y="424"/>
                        </a:lnTo>
                        <a:lnTo>
                          <a:pt x="826" y="425"/>
                        </a:lnTo>
                        <a:lnTo>
                          <a:pt x="828" y="427"/>
                        </a:lnTo>
                        <a:lnTo>
                          <a:pt x="829" y="424"/>
                        </a:lnTo>
                        <a:lnTo>
                          <a:pt x="829" y="421"/>
                        </a:lnTo>
                        <a:lnTo>
                          <a:pt x="832" y="420"/>
                        </a:lnTo>
                        <a:lnTo>
                          <a:pt x="833" y="420"/>
                        </a:lnTo>
                        <a:lnTo>
                          <a:pt x="833" y="417"/>
                        </a:lnTo>
                        <a:lnTo>
                          <a:pt x="834" y="417"/>
                        </a:lnTo>
                        <a:lnTo>
                          <a:pt x="837" y="416"/>
                        </a:lnTo>
                        <a:lnTo>
                          <a:pt x="836" y="414"/>
                        </a:lnTo>
                        <a:lnTo>
                          <a:pt x="834" y="414"/>
                        </a:lnTo>
                        <a:lnTo>
                          <a:pt x="829" y="417"/>
                        </a:lnTo>
                        <a:lnTo>
                          <a:pt x="828" y="417"/>
                        </a:lnTo>
                        <a:lnTo>
                          <a:pt x="826" y="414"/>
                        </a:lnTo>
                        <a:lnTo>
                          <a:pt x="825" y="413"/>
                        </a:lnTo>
                        <a:lnTo>
                          <a:pt x="825" y="412"/>
                        </a:lnTo>
                        <a:lnTo>
                          <a:pt x="828" y="410"/>
                        </a:lnTo>
                        <a:lnTo>
                          <a:pt x="826" y="408"/>
                        </a:lnTo>
                        <a:lnTo>
                          <a:pt x="828" y="403"/>
                        </a:lnTo>
                        <a:lnTo>
                          <a:pt x="829" y="401"/>
                        </a:lnTo>
                        <a:lnTo>
                          <a:pt x="830" y="398"/>
                        </a:lnTo>
                        <a:lnTo>
                          <a:pt x="832" y="395"/>
                        </a:lnTo>
                        <a:lnTo>
                          <a:pt x="836" y="397"/>
                        </a:lnTo>
                        <a:lnTo>
                          <a:pt x="837" y="399"/>
                        </a:lnTo>
                        <a:lnTo>
                          <a:pt x="838" y="401"/>
                        </a:lnTo>
                        <a:lnTo>
                          <a:pt x="841" y="402"/>
                        </a:lnTo>
                        <a:lnTo>
                          <a:pt x="844" y="405"/>
                        </a:lnTo>
                        <a:lnTo>
                          <a:pt x="847" y="405"/>
                        </a:lnTo>
                        <a:lnTo>
                          <a:pt x="844" y="403"/>
                        </a:lnTo>
                        <a:lnTo>
                          <a:pt x="844" y="402"/>
                        </a:lnTo>
                        <a:lnTo>
                          <a:pt x="840" y="399"/>
                        </a:lnTo>
                        <a:lnTo>
                          <a:pt x="838" y="397"/>
                        </a:lnTo>
                        <a:lnTo>
                          <a:pt x="838" y="395"/>
                        </a:lnTo>
                        <a:lnTo>
                          <a:pt x="836" y="395"/>
                        </a:lnTo>
                        <a:lnTo>
                          <a:pt x="834" y="394"/>
                        </a:lnTo>
                        <a:lnTo>
                          <a:pt x="834" y="393"/>
                        </a:lnTo>
                        <a:lnTo>
                          <a:pt x="840" y="393"/>
                        </a:lnTo>
                        <a:lnTo>
                          <a:pt x="840" y="391"/>
                        </a:lnTo>
                        <a:lnTo>
                          <a:pt x="841" y="391"/>
                        </a:lnTo>
                        <a:lnTo>
                          <a:pt x="847" y="397"/>
                        </a:lnTo>
                        <a:lnTo>
                          <a:pt x="849" y="398"/>
                        </a:lnTo>
                        <a:lnTo>
                          <a:pt x="851" y="398"/>
                        </a:lnTo>
                        <a:lnTo>
                          <a:pt x="848" y="397"/>
                        </a:lnTo>
                        <a:lnTo>
                          <a:pt x="845" y="393"/>
                        </a:lnTo>
                        <a:lnTo>
                          <a:pt x="842" y="390"/>
                        </a:lnTo>
                        <a:lnTo>
                          <a:pt x="841" y="389"/>
                        </a:lnTo>
                        <a:lnTo>
                          <a:pt x="842" y="386"/>
                        </a:lnTo>
                        <a:lnTo>
                          <a:pt x="847" y="384"/>
                        </a:lnTo>
                        <a:lnTo>
                          <a:pt x="848" y="384"/>
                        </a:lnTo>
                        <a:lnTo>
                          <a:pt x="848" y="387"/>
                        </a:lnTo>
                        <a:lnTo>
                          <a:pt x="848" y="390"/>
                        </a:lnTo>
                        <a:lnTo>
                          <a:pt x="849" y="389"/>
                        </a:lnTo>
                        <a:lnTo>
                          <a:pt x="849" y="386"/>
                        </a:lnTo>
                        <a:lnTo>
                          <a:pt x="851" y="384"/>
                        </a:lnTo>
                        <a:lnTo>
                          <a:pt x="855" y="384"/>
                        </a:lnTo>
                        <a:lnTo>
                          <a:pt x="856" y="387"/>
                        </a:lnTo>
                        <a:lnTo>
                          <a:pt x="857" y="389"/>
                        </a:lnTo>
                        <a:lnTo>
                          <a:pt x="859" y="393"/>
                        </a:lnTo>
                        <a:lnTo>
                          <a:pt x="860" y="390"/>
                        </a:lnTo>
                        <a:lnTo>
                          <a:pt x="860" y="389"/>
                        </a:lnTo>
                        <a:lnTo>
                          <a:pt x="857" y="384"/>
                        </a:lnTo>
                        <a:lnTo>
                          <a:pt x="857" y="383"/>
                        </a:lnTo>
                        <a:lnTo>
                          <a:pt x="864" y="382"/>
                        </a:lnTo>
                        <a:lnTo>
                          <a:pt x="868" y="380"/>
                        </a:lnTo>
                        <a:lnTo>
                          <a:pt x="872" y="379"/>
                        </a:lnTo>
                        <a:lnTo>
                          <a:pt x="875" y="378"/>
                        </a:lnTo>
                        <a:lnTo>
                          <a:pt x="879" y="379"/>
                        </a:lnTo>
                        <a:lnTo>
                          <a:pt x="885" y="379"/>
                        </a:lnTo>
                        <a:lnTo>
                          <a:pt x="889" y="380"/>
                        </a:lnTo>
                        <a:lnTo>
                          <a:pt x="889" y="382"/>
                        </a:lnTo>
                        <a:lnTo>
                          <a:pt x="889" y="383"/>
                        </a:lnTo>
                        <a:lnTo>
                          <a:pt x="887" y="389"/>
                        </a:lnTo>
                        <a:lnTo>
                          <a:pt x="887" y="391"/>
                        </a:lnTo>
                        <a:lnTo>
                          <a:pt x="885" y="393"/>
                        </a:lnTo>
                        <a:lnTo>
                          <a:pt x="883" y="397"/>
                        </a:lnTo>
                        <a:lnTo>
                          <a:pt x="883" y="398"/>
                        </a:lnTo>
                        <a:lnTo>
                          <a:pt x="886" y="399"/>
                        </a:lnTo>
                        <a:lnTo>
                          <a:pt x="887" y="401"/>
                        </a:lnTo>
                        <a:lnTo>
                          <a:pt x="887" y="403"/>
                        </a:lnTo>
                        <a:lnTo>
                          <a:pt x="883" y="408"/>
                        </a:lnTo>
                        <a:lnTo>
                          <a:pt x="882" y="409"/>
                        </a:lnTo>
                        <a:lnTo>
                          <a:pt x="882" y="412"/>
                        </a:lnTo>
                        <a:lnTo>
                          <a:pt x="885" y="414"/>
                        </a:lnTo>
                        <a:lnTo>
                          <a:pt x="885" y="416"/>
                        </a:lnTo>
                        <a:lnTo>
                          <a:pt x="882" y="418"/>
                        </a:lnTo>
                        <a:lnTo>
                          <a:pt x="881" y="418"/>
                        </a:lnTo>
                        <a:lnTo>
                          <a:pt x="878" y="421"/>
                        </a:lnTo>
                        <a:lnTo>
                          <a:pt x="875" y="421"/>
                        </a:lnTo>
                        <a:lnTo>
                          <a:pt x="874" y="423"/>
                        </a:lnTo>
                        <a:lnTo>
                          <a:pt x="872" y="425"/>
                        </a:lnTo>
                        <a:lnTo>
                          <a:pt x="870" y="428"/>
                        </a:lnTo>
                        <a:lnTo>
                          <a:pt x="872" y="428"/>
                        </a:lnTo>
                        <a:lnTo>
                          <a:pt x="875" y="424"/>
                        </a:lnTo>
                        <a:lnTo>
                          <a:pt x="879" y="421"/>
                        </a:lnTo>
                        <a:lnTo>
                          <a:pt x="881" y="421"/>
                        </a:lnTo>
                        <a:lnTo>
                          <a:pt x="882" y="421"/>
                        </a:lnTo>
                        <a:lnTo>
                          <a:pt x="879" y="424"/>
                        </a:lnTo>
                        <a:lnTo>
                          <a:pt x="879" y="425"/>
                        </a:lnTo>
                        <a:lnTo>
                          <a:pt x="875" y="429"/>
                        </a:lnTo>
                        <a:lnTo>
                          <a:pt x="872" y="431"/>
                        </a:lnTo>
                        <a:lnTo>
                          <a:pt x="872" y="432"/>
                        </a:lnTo>
                        <a:lnTo>
                          <a:pt x="872" y="433"/>
                        </a:lnTo>
                        <a:lnTo>
                          <a:pt x="872" y="435"/>
                        </a:lnTo>
                        <a:lnTo>
                          <a:pt x="870" y="433"/>
                        </a:lnTo>
                        <a:lnTo>
                          <a:pt x="868" y="433"/>
                        </a:lnTo>
                        <a:lnTo>
                          <a:pt x="868" y="436"/>
                        </a:lnTo>
                        <a:lnTo>
                          <a:pt x="870" y="436"/>
                        </a:lnTo>
                        <a:lnTo>
                          <a:pt x="871" y="436"/>
                        </a:lnTo>
                        <a:lnTo>
                          <a:pt x="871" y="439"/>
                        </a:lnTo>
                        <a:lnTo>
                          <a:pt x="868" y="440"/>
                        </a:lnTo>
                        <a:lnTo>
                          <a:pt x="871" y="440"/>
                        </a:lnTo>
                        <a:lnTo>
                          <a:pt x="872" y="439"/>
                        </a:lnTo>
                        <a:lnTo>
                          <a:pt x="874" y="439"/>
                        </a:lnTo>
                        <a:lnTo>
                          <a:pt x="876" y="436"/>
                        </a:lnTo>
                        <a:lnTo>
                          <a:pt x="876" y="433"/>
                        </a:lnTo>
                        <a:lnTo>
                          <a:pt x="878" y="432"/>
                        </a:lnTo>
                        <a:lnTo>
                          <a:pt x="879" y="431"/>
                        </a:lnTo>
                        <a:lnTo>
                          <a:pt x="881" y="431"/>
                        </a:lnTo>
                        <a:lnTo>
                          <a:pt x="881" y="435"/>
                        </a:lnTo>
                        <a:lnTo>
                          <a:pt x="882" y="436"/>
                        </a:lnTo>
                        <a:lnTo>
                          <a:pt x="882" y="432"/>
                        </a:lnTo>
                        <a:lnTo>
                          <a:pt x="881" y="429"/>
                        </a:lnTo>
                        <a:lnTo>
                          <a:pt x="882" y="428"/>
                        </a:lnTo>
                        <a:lnTo>
                          <a:pt x="883" y="427"/>
                        </a:lnTo>
                        <a:lnTo>
                          <a:pt x="886" y="427"/>
                        </a:lnTo>
                        <a:lnTo>
                          <a:pt x="886" y="431"/>
                        </a:lnTo>
                        <a:lnTo>
                          <a:pt x="886" y="432"/>
                        </a:lnTo>
                        <a:lnTo>
                          <a:pt x="887" y="431"/>
                        </a:lnTo>
                        <a:lnTo>
                          <a:pt x="890" y="428"/>
                        </a:lnTo>
                        <a:lnTo>
                          <a:pt x="891" y="429"/>
                        </a:lnTo>
                        <a:lnTo>
                          <a:pt x="893" y="432"/>
                        </a:lnTo>
                        <a:lnTo>
                          <a:pt x="893" y="435"/>
                        </a:lnTo>
                        <a:lnTo>
                          <a:pt x="889" y="439"/>
                        </a:lnTo>
                        <a:lnTo>
                          <a:pt x="886" y="442"/>
                        </a:lnTo>
                        <a:lnTo>
                          <a:pt x="885" y="443"/>
                        </a:lnTo>
                        <a:lnTo>
                          <a:pt x="887" y="444"/>
                        </a:lnTo>
                        <a:lnTo>
                          <a:pt x="890" y="446"/>
                        </a:lnTo>
                        <a:lnTo>
                          <a:pt x="891" y="444"/>
                        </a:lnTo>
                        <a:lnTo>
                          <a:pt x="890" y="442"/>
                        </a:lnTo>
                        <a:lnTo>
                          <a:pt x="891" y="439"/>
                        </a:lnTo>
                        <a:lnTo>
                          <a:pt x="894" y="436"/>
                        </a:lnTo>
                        <a:lnTo>
                          <a:pt x="895" y="440"/>
                        </a:lnTo>
                        <a:lnTo>
                          <a:pt x="895" y="443"/>
                        </a:lnTo>
                        <a:lnTo>
                          <a:pt x="897" y="442"/>
                        </a:lnTo>
                        <a:lnTo>
                          <a:pt x="895" y="437"/>
                        </a:lnTo>
                        <a:lnTo>
                          <a:pt x="894" y="435"/>
                        </a:lnTo>
                        <a:lnTo>
                          <a:pt x="894" y="429"/>
                        </a:lnTo>
                        <a:lnTo>
                          <a:pt x="895" y="429"/>
                        </a:lnTo>
                        <a:lnTo>
                          <a:pt x="898" y="431"/>
                        </a:lnTo>
                        <a:lnTo>
                          <a:pt x="898" y="433"/>
                        </a:lnTo>
                        <a:lnTo>
                          <a:pt x="897" y="435"/>
                        </a:lnTo>
                        <a:lnTo>
                          <a:pt x="898" y="435"/>
                        </a:lnTo>
                        <a:lnTo>
                          <a:pt x="901" y="433"/>
                        </a:lnTo>
                        <a:lnTo>
                          <a:pt x="905" y="439"/>
                        </a:lnTo>
                        <a:lnTo>
                          <a:pt x="905" y="440"/>
                        </a:lnTo>
                        <a:lnTo>
                          <a:pt x="909" y="440"/>
                        </a:lnTo>
                        <a:lnTo>
                          <a:pt x="910" y="442"/>
                        </a:lnTo>
                        <a:lnTo>
                          <a:pt x="912" y="442"/>
                        </a:lnTo>
                        <a:lnTo>
                          <a:pt x="910" y="439"/>
                        </a:lnTo>
                        <a:lnTo>
                          <a:pt x="909" y="437"/>
                        </a:lnTo>
                        <a:lnTo>
                          <a:pt x="908" y="436"/>
                        </a:lnTo>
                        <a:lnTo>
                          <a:pt x="902" y="432"/>
                        </a:lnTo>
                        <a:lnTo>
                          <a:pt x="901" y="432"/>
                        </a:lnTo>
                        <a:lnTo>
                          <a:pt x="900" y="431"/>
                        </a:lnTo>
                        <a:lnTo>
                          <a:pt x="902" y="427"/>
                        </a:lnTo>
                        <a:lnTo>
                          <a:pt x="906" y="427"/>
                        </a:lnTo>
                        <a:lnTo>
                          <a:pt x="909" y="424"/>
                        </a:lnTo>
                        <a:lnTo>
                          <a:pt x="913" y="423"/>
                        </a:lnTo>
                        <a:lnTo>
                          <a:pt x="916" y="423"/>
                        </a:lnTo>
                        <a:lnTo>
                          <a:pt x="917" y="424"/>
                        </a:lnTo>
                        <a:lnTo>
                          <a:pt x="919" y="424"/>
                        </a:lnTo>
                        <a:lnTo>
                          <a:pt x="923" y="427"/>
                        </a:lnTo>
                        <a:lnTo>
                          <a:pt x="923" y="428"/>
                        </a:lnTo>
                        <a:lnTo>
                          <a:pt x="925" y="429"/>
                        </a:lnTo>
                        <a:lnTo>
                          <a:pt x="927" y="431"/>
                        </a:lnTo>
                        <a:lnTo>
                          <a:pt x="927" y="432"/>
                        </a:lnTo>
                        <a:lnTo>
                          <a:pt x="929" y="432"/>
                        </a:lnTo>
                        <a:lnTo>
                          <a:pt x="929" y="432"/>
                        </a:lnTo>
                        <a:lnTo>
                          <a:pt x="932" y="432"/>
                        </a:lnTo>
                        <a:lnTo>
                          <a:pt x="932" y="435"/>
                        </a:lnTo>
                        <a:lnTo>
                          <a:pt x="936" y="436"/>
                        </a:lnTo>
                        <a:lnTo>
                          <a:pt x="936" y="437"/>
                        </a:lnTo>
                        <a:lnTo>
                          <a:pt x="936" y="439"/>
                        </a:lnTo>
                        <a:lnTo>
                          <a:pt x="936" y="440"/>
                        </a:lnTo>
                        <a:lnTo>
                          <a:pt x="936" y="443"/>
                        </a:lnTo>
                        <a:lnTo>
                          <a:pt x="935" y="446"/>
                        </a:lnTo>
                        <a:lnTo>
                          <a:pt x="932" y="446"/>
                        </a:lnTo>
                        <a:lnTo>
                          <a:pt x="929" y="444"/>
                        </a:lnTo>
                        <a:lnTo>
                          <a:pt x="925" y="446"/>
                        </a:lnTo>
                        <a:lnTo>
                          <a:pt x="921" y="450"/>
                        </a:lnTo>
                        <a:lnTo>
                          <a:pt x="925" y="447"/>
                        </a:lnTo>
                        <a:lnTo>
                          <a:pt x="931" y="446"/>
                        </a:lnTo>
                        <a:lnTo>
                          <a:pt x="931" y="447"/>
                        </a:lnTo>
                        <a:lnTo>
                          <a:pt x="929" y="450"/>
                        </a:lnTo>
                        <a:lnTo>
                          <a:pt x="927" y="451"/>
                        </a:lnTo>
                        <a:lnTo>
                          <a:pt x="923" y="456"/>
                        </a:lnTo>
                        <a:lnTo>
                          <a:pt x="921" y="458"/>
                        </a:lnTo>
                        <a:lnTo>
                          <a:pt x="920" y="458"/>
                        </a:lnTo>
                        <a:lnTo>
                          <a:pt x="919" y="461"/>
                        </a:lnTo>
                        <a:lnTo>
                          <a:pt x="920" y="461"/>
                        </a:lnTo>
                        <a:lnTo>
                          <a:pt x="925" y="455"/>
                        </a:lnTo>
                        <a:lnTo>
                          <a:pt x="928" y="452"/>
                        </a:lnTo>
                        <a:lnTo>
                          <a:pt x="931" y="451"/>
                        </a:lnTo>
                        <a:lnTo>
                          <a:pt x="935" y="447"/>
                        </a:lnTo>
                        <a:lnTo>
                          <a:pt x="938" y="448"/>
                        </a:lnTo>
                        <a:lnTo>
                          <a:pt x="939" y="450"/>
                        </a:lnTo>
                        <a:lnTo>
                          <a:pt x="940" y="450"/>
                        </a:lnTo>
                        <a:lnTo>
                          <a:pt x="940" y="452"/>
                        </a:lnTo>
                        <a:lnTo>
                          <a:pt x="939" y="454"/>
                        </a:lnTo>
                        <a:lnTo>
                          <a:pt x="939" y="456"/>
                        </a:lnTo>
                        <a:lnTo>
                          <a:pt x="936" y="458"/>
                        </a:lnTo>
                        <a:lnTo>
                          <a:pt x="935" y="461"/>
                        </a:lnTo>
                        <a:lnTo>
                          <a:pt x="932" y="461"/>
                        </a:lnTo>
                        <a:lnTo>
                          <a:pt x="931" y="459"/>
                        </a:lnTo>
                        <a:lnTo>
                          <a:pt x="928" y="459"/>
                        </a:lnTo>
                        <a:lnTo>
                          <a:pt x="927" y="461"/>
                        </a:lnTo>
                        <a:lnTo>
                          <a:pt x="929" y="461"/>
                        </a:lnTo>
                        <a:lnTo>
                          <a:pt x="931" y="463"/>
                        </a:lnTo>
                        <a:lnTo>
                          <a:pt x="925" y="466"/>
                        </a:lnTo>
                        <a:lnTo>
                          <a:pt x="927" y="466"/>
                        </a:lnTo>
                        <a:lnTo>
                          <a:pt x="929" y="465"/>
                        </a:lnTo>
                        <a:lnTo>
                          <a:pt x="932" y="463"/>
                        </a:lnTo>
                        <a:lnTo>
                          <a:pt x="934" y="462"/>
                        </a:lnTo>
                        <a:lnTo>
                          <a:pt x="934" y="463"/>
                        </a:lnTo>
                        <a:lnTo>
                          <a:pt x="932" y="465"/>
                        </a:lnTo>
                        <a:lnTo>
                          <a:pt x="929" y="466"/>
                        </a:lnTo>
                        <a:lnTo>
                          <a:pt x="927" y="467"/>
                        </a:lnTo>
                        <a:lnTo>
                          <a:pt x="929" y="467"/>
                        </a:lnTo>
                        <a:lnTo>
                          <a:pt x="929" y="469"/>
                        </a:lnTo>
                        <a:lnTo>
                          <a:pt x="928" y="470"/>
                        </a:lnTo>
                        <a:lnTo>
                          <a:pt x="925" y="473"/>
                        </a:lnTo>
                        <a:lnTo>
                          <a:pt x="924" y="476"/>
                        </a:lnTo>
                        <a:lnTo>
                          <a:pt x="925" y="476"/>
                        </a:lnTo>
                        <a:lnTo>
                          <a:pt x="928" y="473"/>
                        </a:lnTo>
                        <a:lnTo>
                          <a:pt x="931" y="469"/>
                        </a:lnTo>
                        <a:lnTo>
                          <a:pt x="932" y="466"/>
                        </a:lnTo>
                        <a:lnTo>
                          <a:pt x="938" y="463"/>
                        </a:lnTo>
                        <a:lnTo>
                          <a:pt x="938" y="465"/>
                        </a:lnTo>
                        <a:lnTo>
                          <a:pt x="938" y="466"/>
                        </a:lnTo>
                        <a:lnTo>
                          <a:pt x="940" y="465"/>
                        </a:lnTo>
                        <a:lnTo>
                          <a:pt x="940" y="463"/>
                        </a:lnTo>
                        <a:lnTo>
                          <a:pt x="944" y="461"/>
                        </a:lnTo>
                        <a:lnTo>
                          <a:pt x="946" y="461"/>
                        </a:lnTo>
                        <a:lnTo>
                          <a:pt x="946" y="462"/>
                        </a:lnTo>
                        <a:lnTo>
                          <a:pt x="942" y="466"/>
                        </a:lnTo>
                        <a:lnTo>
                          <a:pt x="936" y="469"/>
                        </a:lnTo>
                        <a:lnTo>
                          <a:pt x="935" y="470"/>
                        </a:lnTo>
                        <a:lnTo>
                          <a:pt x="935" y="471"/>
                        </a:lnTo>
                        <a:lnTo>
                          <a:pt x="936" y="471"/>
                        </a:lnTo>
                        <a:lnTo>
                          <a:pt x="935" y="474"/>
                        </a:lnTo>
                        <a:lnTo>
                          <a:pt x="934" y="477"/>
                        </a:lnTo>
                        <a:lnTo>
                          <a:pt x="935" y="477"/>
                        </a:lnTo>
                        <a:lnTo>
                          <a:pt x="936" y="474"/>
                        </a:lnTo>
                        <a:lnTo>
                          <a:pt x="936" y="473"/>
                        </a:lnTo>
                        <a:lnTo>
                          <a:pt x="940" y="469"/>
                        </a:lnTo>
                        <a:lnTo>
                          <a:pt x="943" y="467"/>
                        </a:lnTo>
                        <a:lnTo>
                          <a:pt x="943" y="469"/>
                        </a:lnTo>
                        <a:lnTo>
                          <a:pt x="944" y="470"/>
                        </a:lnTo>
                        <a:lnTo>
                          <a:pt x="943" y="473"/>
                        </a:lnTo>
                        <a:lnTo>
                          <a:pt x="939" y="476"/>
                        </a:lnTo>
                        <a:lnTo>
                          <a:pt x="939" y="477"/>
                        </a:lnTo>
                        <a:lnTo>
                          <a:pt x="936" y="481"/>
                        </a:lnTo>
                        <a:lnTo>
                          <a:pt x="935" y="482"/>
                        </a:lnTo>
                        <a:lnTo>
                          <a:pt x="935" y="484"/>
                        </a:lnTo>
                        <a:lnTo>
                          <a:pt x="938" y="482"/>
                        </a:lnTo>
                        <a:lnTo>
                          <a:pt x="939" y="481"/>
                        </a:lnTo>
                        <a:lnTo>
                          <a:pt x="942" y="476"/>
                        </a:lnTo>
                        <a:lnTo>
                          <a:pt x="944" y="474"/>
                        </a:lnTo>
                        <a:lnTo>
                          <a:pt x="946" y="477"/>
                        </a:lnTo>
                        <a:lnTo>
                          <a:pt x="946" y="477"/>
                        </a:lnTo>
                        <a:lnTo>
                          <a:pt x="946" y="478"/>
                        </a:lnTo>
                        <a:lnTo>
                          <a:pt x="944" y="480"/>
                        </a:lnTo>
                        <a:lnTo>
                          <a:pt x="942" y="484"/>
                        </a:lnTo>
                        <a:lnTo>
                          <a:pt x="942" y="486"/>
                        </a:lnTo>
                        <a:lnTo>
                          <a:pt x="942" y="486"/>
                        </a:lnTo>
                        <a:lnTo>
                          <a:pt x="943" y="485"/>
                        </a:lnTo>
                        <a:lnTo>
                          <a:pt x="944" y="482"/>
                        </a:lnTo>
                        <a:lnTo>
                          <a:pt x="946" y="480"/>
                        </a:lnTo>
                        <a:lnTo>
                          <a:pt x="948" y="478"/>
                        </a:lnTo>
                        <a:lnTo>
                          <a:pt x="948" y="476"/>
                        </a:lnTo>
                        <a:lnTo>
                          <a:pt x="950" y="474"/>
                        </a:lnTo>
                        <a:lnTo>
                          <a:pt x="953" y="473"/>
                        </a:lnTo>
                        <a:lnTo>
                          <a:pt x="953" y="470"/>
                        </a:lnTo>
                        <a:lnTo>
                          <a:pt x="953" y="469"/>
                        </a:lnTo>
                        <a:lnTo>
                          <a:pt x="954" y="469"/>
                        </a:lnTo>
                        <a:lnTo>
                          <a:pt x="955" y="467"/>
                        </a:lnTo>
                        <a:lnTo>
                          <a:pt x="955" y="465"/>
                        </a:lnTo>
                        <a:lnTo>
                          <a:pt x="957" y="465"/>
                        </a:lnTo>
                        <a:lnTo>
                          <a:pt x="959" y="469"/>
                        </a:lnTo>
                        <a:lnTo>
                          <a:pt x="961" y="470"/>
                        </a:lnTo>
                        <a:lnTo>
                          <a:pt x="963" y="473"/>
                        </a:lnTo>
                        <a:lnTo>
                          <a:pt x="963" y="474"/>
                        </a:lnTo>
                        <a:lnTo>
                          <a:pt x="965" y="477"/>
                        </a:lnTo>
                        <a:lnTo>
                          <a:pt x="967" y="481"/>
                        </a:lnTo>
                        <a:lnTo>
                          <a:pt x="967" y="482"/>
                        </a:lnTo>
                        <a:lnTo>
                          <a:pt x="966" y="484"/>
                        </a:lnTo>
                        <a:lnTo>
                          <a:pt x="963" y="486"/>
                        </a:lnTo>
                        <a:lnTo>
                          <a:pt x="961" y="486"/>
                        </a:lnTo>
                        <a:lnTo>
                          <a:pt x="959" y="485"/>
                        </a:lnTo>
                        <a:lnTo>
                          <a:pt x="957" y="484"/>
                        </a:lnTo>
                        <a:lnTo>
                          <a:pt x="955" y="484"/>
                        </a:lnTo>
                        <a:lnTo>
                          <a:pt x="954" y="485"/>
                        </a:lnTo>
                        <a:lnTo>
                          <a:pt x="953" y="485"/>
                        </a:lnTo>
                        <a:lnTo>
                          <a:pt x="951" y="488"/>
                        </a:lnTo>
                        <a:lnTo>
                          <a:pt x="950" y="489"/>
                        </a:lnTo>
                        <a:lnTo>
                          <a:pt x="947" y="489"/>
                        </a:lnTo>
                        <a:lnTo>
                          <a:pt x="946" y="490"/>
                        </a:lnTo>
                        <a:lnTo>
                          <a:pt x="950" y="490"/>
                        </a:lnTo>
                        <a:lnTo>
                          <a:pt x="951" y="490"/>
                        </a:lnTo>
                        <a:lnTo>
                          <a:pt x="951" y="492"/>
                        </a:lnTo>
                        <a:lnTo>
                          <a:pt x="950" y="495"/>
                        </a:lnTo>
                        <a:lnTo>
                          <a:pt x="947" y="496"/>
                        </a:lnTo>
                        <a:lnTo>
                          <a:pt x="944" y="497"/>
                        </a:lnTo>
                        <a:lnTo>
                          <a:pt x="948" y="497"/>
                        </a:lnTo>
                        <a:lnTo>
                          <a:pt x="950" y="496"/>
                        </a:lnTo>
                        <a:lnTo>
                          <a:pt x="954" y="495"/>
                        </a:lnTo>
                        <a:lnTo>
                          <a:pt x="955" y="496"/>
                        </a:lnTo>
                        <a:lnTo>
                          <a:pt x="958" y="493"/>
                        </a:lnTo>
                        <a:lnTo>
                          <a:pt x="961" y="493"/>
                        </a:lnTo>
                        <a:lnTo>
                          <a:pt x="962" y="495"/>
                        </a:lnTo>
                        <a:lnTo>
                          <a:pt x="962" y="496"/>
                        </a:lnTo>
                        <a:lnTo>
                          <a:pt x="962" y="497"/>
                        </a:lnTo>
                        <a:lnTo>
                          <a:pt x="963" y="496"/>
                        </a:lnTo>
                        <a:lnTo>
                          <a:pt x="963" y="493"/>
                        </a:lnTo>
                        <a:lnTo>
                          <a:pt x="963" y="490"/>
                        </a:lnTo>
                        <a:lnTo>
                          <a:pt x="965" y="489"/>
                        </a:lnTo>
                        <a:lnTo>
                          <a:pt x="969" y="486"/>
                        </a:lnTo>
                        <a:lnTo>
                          <a:pt x="970" y="488"/>
                        </a:lnTo>
                        <a:lnTo>
                          <a:pt x="969" y="489"/>
                        </a:lnTo>
                        <a:lnTo>
                          <a:pt x="970" y="492"/>
                        </a:lnTo>
                        <a:lnTo>
                          <a:pt x="969" y="495"/>
                        </a:lnTo>
                        <a:lnTo>
                          <a:pt x="966" y="497"/>
                        </a:lnTo>
                        <a:lnTo>
                          <a:pt x="963" y="499"/>
                        </a:lnTo>
                        <a:lnTo>
                          <a:pt x="962" y="500"/>
                        </a:lnTo>
                        <a:lnTo>
                          <a:pt x="961" y="501"/>
                        </a:lnTo>
                        <a:lnTo>
                          <a:pt x="958" y="501"/>
                        </a:lnTo>
                        <a:lnTo>
                          <a:pt x="957" y="501"/>
                        </a:lnTo>
                        <a:lnTo>
                          <a:pt x="955" y="501"/>
                        </a:lnTo>
                        <a:lnTo>
                          <a:pt x="954" y="503"/>
                        </a:lnTo>
                        <a:lnTo>
                          <a:pt x="954" y="504"/>
                        </a:lnTo>
                        <a:lnTo>
                          <a:pt x="951" y="507"/>
                        </a:lnTo>
                        <a:lnTo>
                          <a:pt x="951" y="508"/>
                        </a:lnTo>
                        <a:lnTo>
                          <a:pt x="950" y="511"/>
                        </a:lnTo>
                        <a:lnTo>
                          <a:pt x="951" y="509"/>
                        </a:lnTo>
                        <a:lnTo>
                          <a:pt x="954" y="507"/>
                        </a:lnTo>
                        <a:lnTo>
                          <a:pt x="957" y="503"/>
                        </a:lnTo>
                        <a:lnTo>
                          <a:pt x="958" y="503"/>
                        </a:lnTo>
                        <a:lnTo>
                          <a:pt x="959" y="503"/>
                        </a:lnTo>
                        <a:lnTo>
                          <a:pt x="959" y="503"/>
                        </a:lnTo>
                        <a:lnTo>
                          <a:pt x="961" y="504"/>
                        </a:lnTo>
                        <a:lnTo>
                          <a:pt x="959" y="505"/>
                        </a:lnTo>
                        <a:lnTo>
                          <a:pt x="957" y="509"/>
                        </a:lnTo>
                        <a:lnTo>
                          <a:pt x="954" y="512"/>
                        </a:lnTo>
                        <a:lnTo>
                          <a:pt x="951" y="515"/>
                        </a:lnTo>
                        <a:lnTo>
                          <a:pt x="951" y="515"/>
                        </a:lnTo>
                        <a:lnTo>
                          <a:pt x="957" y="514"/>
                        </a:lnTo>
                        <a:lnTo>
                          <a:pt x="961" y="508"/>
                        </a:lnTo>
                        <a:lnTo>
                          <a:pt x="962" y="503"/>
                        </a:lnTo>
                        <a:lnTo>
                          <a:pt x="963" y="501"/>
                        </a:lnTo>
                        <a:lnTo>
                          <a:pt x="965" y="500"/>
                        </a:lnTo>
                        <a:lnTo>
                          <a:pt x="966" y="500"/>
                        </a:lnTo>
                        <a:lnTo>
                          <a:pt x="970" y="497"/>
                        </a:lnTo>
                        <a:lnTo>
                          <a:pt x="973" y="496"/>
                        </a:lnTo>
                        <a:lnTo>
                          <a:pt x="976" y="495"/>
                        </a:lnTo>
                        <a:lnTo>
                          <a:pt x="976" y="496"/>
                        </a:lnTo>
                        <a:lnTo>
                          <a:pt x="974" y="497"/>
                        </a:lnTo>
                        <a:lnTo>
                          <a:pt x="972" y="500"/>
                        </a:lnTo>
                        <a:lnTo>
                          <a:pt x="969" y="500"/>
                        </a:lnTo>
                        <a:lnTo>
                          <a:pt x="967" y="503"/>
                        </a:lnTo>
                        <a:lnTo>
                          <a:pt x="967" y="504"/>
                        </a:lnTo>
                        <a:lnTo>
                          <a:pt x="967" y="505"/>
                        </a:lnTo>
                        <a:lnTo>
                          <a:pt x="969" y="503"/>
                        </a:lnTo>
                        <a:lnTo>
                          <a:pt x="973" y="503"/>
                        </a:lnTo>
                        <a:lnTo>
                          <a:pt x="974" y="500"/>
                        </a:lnTo>
                        <a:lnTo>
                          <a:pt x="977" y="500"/>
                        </a:lnTo>
                        <a:lnTo>
                          <a:pt x="978" y="499"/>
                        </a:lnTo>
                        <a:lnTo>
                          <a:pt x="980" y="497"/>
                        </a:lnTo>
                        <a:lnTo>
                          <a:pt x="982" y="497"/>
                        </a:lnTo>
                        <a:lnTo>
                          <a:pt x="984" y="500"/>
                        </a:lnTo>
                        <a:lnTo>
                          <a:pt x="987" y="504"/>
                        </a:lnTo>
                        <a:lnTo>
                          <a:pt x="988" y="505"/>
                        </a:lnTo>
                        <a:lnTo>
                          <a:pt x="991" y="507"/>
                        </a:lnTo>
                        <a:lnTo>
                          <a:pt x="991" y="508"/>
                        </a:lnTo>
                        <a:lnTo>
                          <a:pt x="991" y="511"/>
                        </a:lnTo>
                        <a:lnTo>
                          <a:pt x="988" y="514"/>
                        </a:lnTo>
                        <a:lnTo>
                          <a:pt x="987" y="514"/>
                        </a:lnTo>
                        <a:lnTo>
                          <a:pt x="987" y="511"/>
                        </a:lnTo>
                        <a:lnTo>
                          <a:pt x="985" y="511"/>
                        </a:lnTo>
                        <a:lnTo>
                          <a:pt x="984" y="512"/>
                        </a:lnTo>
                        <a:lnTo>
                          <a:pt x="984" y="514"/>
                        </a:lnTo>
                        <a:lnTo>
                          <a:pt x="981" y="515"/>
                        </a:lnTo>
                        <a:lnTo>
                          <a:pt x="977" y="516"/>
                        </a:lnTo>
                        <a:lnTo>
                          <a:pt x="974" y="516"/>
                        </a:lnTo>
                        <a:lnTo>
                          <a:pt x="972" y="516"/>
                        </a:lnTo>
                        <a:lnTo>
                          <a:pt x="967" y="519"/>
                        </a:lnTo>
                        <a:lnTo>
                          <a:pt x="966" y="519"/>
                        </a:lnTo>
                        <a:lnTo>
                          <a:pt x="962" y="522"/>
                        </a:lnTo>
                        <a:lnTo>
                          <a:pt x="965" y="522"/>
                        </a:lnTo>
                        <a:lnTo>
                          <a:pt x="966" y="522"/>
                        </a:lnTo>
                        <a:lnTo>
                          <a:pt x="965" y="523"/>
                        </a:lnTo>
                        <a:lnTo>
                          <a:pt x="961" y="524"/>
                        </a:lnTo>
                        <a:lnTo>
                          <a:pt x="961" y="526"/>
                        </a:lnTo>
                        <a:lnTo>
                          <a:pt x="965" y="524"/>
                        </a:lnTo>
                        <a:lnTo>
                          <a:pt x="967" y="522"/>
                        </a:lnTo>
                        <a:lnTo>
                          <a:pt x="972" y="519"/>
                        </a:lnTo>
                        <a:lnTo>
                          <a:pt x="976" y="518"/>
                        </a:lnTo>
                        <a:lnTo>
                          <a:pt x="977" y="519"/>
                        </a:lnTo>
                        <a:lnTo>
                          <a:pt x="980" y="518"/>
                        </a:lnTo>
                        <a:lnTo>
                          <a:pt x="981" y="518"/>
                        </a:lnTo>
                        <a:lnTo>
                          <a:pt x="981" y="519"/>
                        </a:lnTo>
                        <a:lnTo>
                          <a:pt x="981" y="522"/>
                        </a:lnTo>
                        <a:lnTo>
                          <a:pt x="978" y="523"/>
                        </a:lnTo>
                        <a:lnTo>
                          <a:pt x="977" y="524"/>
                        </a:lnTo>
                        <a:lnTo>
                          <a:pt x="974" y="524"/>
                        </a:lnTo>
                        <a:lnTo>
                          <a:pt x="973" y="526"/>
                        </a:lnTo>
                        <a:lnTo>
                          <a:pt x="972" y="528"/>
                        </a:lnTo>
                        <a:lnTo>
                          <a:pt x="969" y="530"/>
                        </a:lnTo>
                        <a:lnTo>
                          <a:pt x="966" y="528"/>
                        </a:lnTo>
                        <a:lnTo>
                          <a:pt x="965" y="528"/>
                        </a:lnTo>
                        <a:lnTo>
                          <a:pt x="963" y="531"/>
                        </a:lnTo>
                        <a:lnTo>
                          <a:pt x="965" y="531"/>
                        </a:lnTo>
                        <a:lnTo>
                          <a:pt x="966" y="530"/>
                        </a:lnTo>
                        <a:lnTo>
                          <a:pt x="969" y="530"/>
                        </a:lnTo>
                        <a:lnTo>
                          <a:pt x="970" y="531"/>
                        </a:lnTo>
                        <a:lnTo>
                          <a:pt x="973" y="528"/>
                        </a:lnTo>
                        <a:lnTo>
                          <a:pt x="974" y="526"/>
                        </a:lnTo>
                        <a:lnTo>
                          <a:pt x="977" y="526"/>
                        </a:lnTo>
                        <a:lnTo>
                          <a:pt x="978" y="526"/>
                        </a:lnTo>
                        <a:lnTo>
                          <a:pt x="981" y="527"/>
                        </a:lnTo>
                        <a:lnTo>
                          <a:pt x="984" y="524"/>
                        </a:lnTo>
                        <a:lnTo>
                          <a:pt x="987" y="523"/>
                        </a:lnTo>
                        <a:lnTo>
                          <a:pt x="987" y="523"/>
                        </a:lnTo>
                        <a:lnTo>
                          <a:pt x="987" y="520"/>
                        </a:lnTo>
                        <a:lnTo>
                          <a:pt x="987" y="520"/>
                        </a:lnTo>
                        <a:lnTo>
                          <a:pt x="988" y="518"/>
                        </a:lnTo>
                        <a:lnTo>
                          <a:pt x="988" y="516"/>
                        </a:lnTo>
                        <a:lnTo>
                          <a:pt x="989" y="516"/>
                        </a:lnTo>
                        <a:lnTo>
                          <a:pt x="991" y="516"/>
                        </a:lnTo>
                        <a:lnTo>
                          <a:pt x="991" y="516"/>
                        </a:lnTo>
                        <a:lnTo>
                          <a:pt x="992" y="519"/>
                        </a:lnTo>
                        <a:lnTo>
                          <a:pt x="995" y="524"/>
                        </a:lnTo>
                        <a:lnTo>
                          <a:pt x="995" y="528"/>
                        </a:lnTo>
                        <a:lnTo>
                          <a:pt x="997" y="530"/>
                        </a:lnTo>
                        <a:lnTo>
                          <a:pt x="996" y="533"/>
                        </a:lnTo>
                        <a:lnTo>
                          <a:pt x="995" y="534"/>
                        </a:lnTo>
                        <a:lnTo>
                          <a:pt x="992" y="534"/>
                        </a:lnTo>
                        <a:lnTo>
                          <a:pt x="991" y="533"/>
                        </a:lnTo>
                        <a:lnTo>
                          <a:pt x="987" y="533"/>
                        </a:lnTo>
                        <a:lnTo>
                          <a:pt x="984" y="534"/>
                        </a:lnTo>
                        <a:lnTo>
                          <a:pt x="982" y="535"/>
                        </a:lnTo>
                        <a:lnTo>
                          <a:pt x="980" y="535"/>
                        </a:lnTo>
                        <a:lnTo>
                          <a:pt x="980" y="534"/>
                        </a:lnTo>
                        <a:lnTo>
                          <a:pt x="977" y="534"/>
                        </a:lnTo>
                        <a:lnTo>
                          <a:pt x="976" y="537"/>
                        </a:lnTo>
                        <a:lnTo>
                          <a:pt x="972" y="537"/>
                        </a:lnTo>
                        <a:lnTo>
                          <a:pt x="973" y="538"/>
                        </a:lnTo>
                        <a:lnTo>
                          <a:pt x="978" y="537"/>
                        </a:lnTo>
                        <a:lnTo>
                          <a:pt x="981" y="538"/>
                        </a:lnTo>
                        <a:lnTo>
                          <a:pt x="984" y="541"/>
                        </a:lnTo>
                        <a:lnTo>
                          <a:pt x="987" y="542"/>
                        </a:lnTo>
                        <a:lnTo>
                          <a:pt x="988" y="541"/>
                        </a:lnTo>
                        <a:lnTo>
                          <a:pt x="989" y="541"/>
                        </a:lnTo>
                        <a:lnTo>
                          <a:pt x="991" y="542"/>
                        </a:lnTo>
                        <a:lnTo>
                          <a:pt x="993" y="543"/>
                        </a:lnTo>
                        <a:lnTo>
                          <a:pt x="996" y="545"/>
                        </a:lnTo>
                        <a:lnTo>
                          <a:pt x="996" y="546"/>
                        </a:lnTo>
                        <a:lnTo>
                          <a:pt x="997" y="549"/>
                        </a:lnTo>
                        <a:lnTo>
                          <a:pt x="997" y="552"/>
                        </a:lnTo>
                        <a:lnTo>
                          <a:pt x="996" y="553"/>
                        </a:lnTo>
                        <a:lnTo>
                          <a:pt x="995" y="553"/>
                        </a:lnTo>
                        <a:lnTo>
                          <a:pt x="993" y="550"/>
                        </a:lnTo>
                        <a:lnTo>
                          <a:pt x="992" y="550"/>
                        </a:lnTo>
                        <a:lnTo>
                          <a:pt x="991" y="552"/>
                        </a:lnTo>
                        <a:lnTo>
                          <a:pt x="989" y="552"/>
                        </a:lnTo>
                        <a:lnTo>
                          <a:pt x="989" y="550"/>
                        </a:lnTo>
                        <a:lnTo>
                          <a:pt x="988" y="550"/>
                        </a:lnTo>
                        <a:lnTo>
                          <a:pt x="985" y="550"/>
                        </a:lnTo>
                        <a:lnTo>
                          <a:pt x="982" y="546"/>
                        </a:lnTo>
                        <a:lnTo>
                          <a:pt x="981" y="546"/>
                        </a:lnTo>
                        <a:lnTo>
                          <a:pt x="980" y="546"/>
                        </a:lnTo>
                        <a:lnTo>
                          <a:pt x="977" y="546"/>
                        </a:lnTo>
                        <a:lnTo>
                          <a:pt x="974" y="545"/>
                        </a:lnTo>
                        <a:lnTo>
                          <a:pt x="976" y="546"/>
                        </a:lnTo>
                        <a:lnTo>
                          <a:pt x="978" y="548"/>
                        </a:lnTo>
                        <a:lnTo>
                          <a:pt x="981" y="548"/>
                        </a:lnTo>
                        <a:lnTo>
                          <a:pt x="980" y="549"/>
                        </a:lnTo>
                        <a:lnTo>
                          <a:pt x="976" y="549"/>
                        </a:lnTo>
                        <a:lnTo>
                          <a:pt x="974" y="550"/>
                        </a:lnTo>
                        <a:lnTo>
                          <a:pt x="972" y="550"/>
                        </a:lnTo>
                        <a:lnTo>
                          <a:pt x="969" y="552"/>
                        </a:lnTo>
                        <a:lnTo>
                          <a:pt x="970" y="553"/>
                        </a:lnTo>
                        <a:lnTo>
                          <a:pt x="972" y="553"/>
                        </a:lnTo>
                        <a:lnTo>
                          <a:pt x="972" y="552"/>
                        </a:lnTo>
                        <a:lnTo>
                          <a:pt x="976" y="552"/>
                        </a:lnTo>
                        <a:lnTo>
                          <a:pt x="977" y="550"/>
                        </a:lnTo>
                        <a:lnTo>
                          <a:pt x="980" y="550"/>
                        </a:lnTo>
                        <a:lnTo>
                          <a:pt x="981" y="553"/>
                        </a:lnTo>
                        <a:lnTo>
                          <a:pt x="981" y="553"/>
                        </a:lnTo>
                        <a:lnTo>
                          <a:pt x="982" y="554"/>
                        </a:lnTo>
                        <a:lnTo>
                          <a:pt x="984" y="556"/>
                        </a:lnTo>
                        <a:lnTo>
                          <a:pt x="982" y="556"/>
                        </a:lnTo>
                        <a:lnTo>
                          <a:pt x="980" y="556"/>
                        </a:lnTo>
                        <a:lnTo>
                          <a:pt x="978" y="557"/>
                        </a:lnTo>
                        <a:lnTo>
                          <a:pt x="977" y="556"/>
                        </a:lnTo>
                        <a:lnTo>
                          <a:pt x="977" y="554"/>
                        </a:lnTo>
                        <a:lnTo>
                          <a:pt x="976" y="554"/>
                        </a:lnTo>
                        <a:lnTo>
                          <a:pt x="974" y="556"/>
                        </a:lnTo>
                        <a:lnTo>
                          <a:pt x="977" y="557"/>
                        </a:lnTo>
                        <a:lnTo>
                          <a:pt x="978" y="558"/>
                        </a:lnTo>
                        <a:lnTo>
                          <a:pt x="980" y="558"/>
                        </a:lnTo>
                        <a:lnTo>
                          <a:pt x="980" y="561"/>
                        </a:lnTo>
                        <a:lnTo>
                          <a:pt x="981" y="562"/>
                        </a:lnTo>
                        <a:lnTo>
                          <a:pt x="978" y="562"/>
                        </a:lnTo>
                        <a:lnTo>
                          <a:pt x="973" y="561"/>
                        </a:lnTo>
                        <a:lnTo>
                          <a:pt x="970" y="561"/>
                        </a:lnTo>
                        <a:lnTo>
                          <a:pt x="965" y="558"/>
                        </a:lnTo>
                        <a:lnTo>
                          <a:pt x="963" y="558"/>
                        </a:lnTo>
                        <a:lnTo>
                          <a:pt x="963" y="560"/>
                        </a:lnTo>
                        <a:lnTo>
                          <a:pt x="966" y="561"/>
                        </a:lnTo>
                        <a:lnTo>
                          <a:pt x="974" y="564"/>
                        </a:lnTo>
                        <a:lnTo>
                          <a:pt x="974" y="565"/>
                        </a:lnTo>
                        <a:lnTo>
                          <a:pt x="973" y="567"/>
                        </a:lnTo>
                        <a:lnTo>
                          <a:pt x="969" y="564"/>
                        </a:lnTo>
                        <a:lnTo>
                          <a:pt x="967" y="564"/>
                        </a:lnTo>
                        <a:lnTo>
                          <a:pt x="966" y="567"/>
                        </a:lnTo>
                        <a:lnTo>
                          <a:pt x="967" y="565"/>
                        </a:lnTo>
                        <a:lnTo>
                          <a:pt x="969" y="567"/>
                        </a:lnTo>
                        <a:lnTo>
                          <a:pt x="970" y="568"/>
                        </a:lnTo>
                        <a:lnTo>
                          <a:pt x="972" y="568"/>
                        </a:lnTo>
                        <a:lnTo>
                          <a:pt x="973" y="568"/>
                        </a:lnTo>
                        <a:lnTo>
                          <a:pt x="973" y="569"/>
                        </a:lnTo>
                        <a:lnTo>
                          <a:pt x="974" y="572"/>
                        </a:lnTo>
                        <a:lnTo>
                          <a:pt x="974" y="571"/>
                        </a:lnTo>
                        <a:lnTo>
                          <a:pt x="976" y="569"/>
                        </a:lnTo>
                        <a:lnTo>
                          <a:pt x="977" y="569"/>
                        </a:lnTo>
                        <a:lnTo>
                          <a:pt x="977" y="571"/>
                        </a:lnTo>
                        <a:lnTo>
                          <a:pt x="977" y="572"/>
                        </a:lnTo>
                        <a:lnTo>
                          <a:pt x="977" y="573"/>
                        </a:lnTo>
                        <a:lnTo>
                          <a:pt x="978" y="573"/>
                        </a:lnTo>
                        <a:lnTo>
                          <a:pt x="978" y="571"/>
                        </a:lnTo>
                        <a:lnTo>
                          <a:pt x="980" y="571"/>
                        </a:lnTo>
                        <a:lnTo>
                          <a:pt x="982" y="572"/>
                        </a:lnTo>
                        <a:lnTo>
                          <a:pt x="985" y="572"/>
                        </a:lnTo>
                        <a:lnTo>
                          <a:pt x="988" y="572"/>
                        </a:lnTo>
                        <a:lnTo>
                          <a:pt x="987" y="575"/>
                        </a:lnTo>
                        <a:lnTo>
                          <a:pt x="987" y="576"/>
                        </a:lnTo>
                        <a:lnTo>
                          <a:pt x="984" y="575"/>
                        </a:lnTo>
                        <a:lnTo>
                          <a:pt x="982" y="573"/>
                        </a:lnTo>
                        <a:lnTo>
                          <a:pt x="978" y="575"/>
                        </a:lnTo>
                        <a:lnTo>
                          <a:pt x="974" y="576"/>
                        </a:lnTo>
                        <a:lnTo>
                          <a:pt x="974" y="579"/>
                        </a:lnTo>
                        <a:lnTo>
                          <a:pt x="977" y="576"/>
                        </a:lnTo>
                        <a:lnTo>
                          <a:pt x="980" y="576"/>
                        </a:lnTo>
                        <a:lnTo>
                          <a:pt x="982" y="577"/>
                        </a:lnTo>
                        <a:lnTo>
                          <a:pt x="980" y="577"/>
                        </a:lnTo>
                        <a:lnTo>
                          <a:pt x="980" y="580"/>
                        </a:lnTo>
                        <a:lnTo>
                          <a:pt x="981" y="579"/>
                        </a:lnTo>
                        <a:lnTo>
                          <a:pt x="984" y="579"/>
                        </a:lnTo>
                        <a:lnTo>
                          <a:pt x="985" y="580"/>
                        </a:lnTo>
                        <a:lnTo>
                          <a:pt x="985" y="581"/>
                        </a:lnTo>
                        <a:lnTo>
                          <a:pt x="987" y="581"/>
                        </a:lnTo>
                        <a:lnTo>
                          <a:pt x="988" y="583"/>
                        </a:lnTo>
                        <a:lnTo>
                          <a:pt x="988" y="586"/>
                        </a:lnTo>
                        <a:lnTo>
                          <a:pt x="987" y="588"/>
                        </a:lnTo>
                        <a:lnTo>
                          <a:pt x="987" y="590"/>
                        </a:lnTo>
                        <a:lnTo>
                          <a:pt x="988" y="590"/>
                        </a:lnTo>
                        <a:lnTo>
                          <a:pt x="988" y="587"/>
                        </a:lnTo>
                        <a:lnTo>
                          <a:pt x="989" y="586"/>
                        </a:lnTo>
                        <a:lnTo>
                          <a:pt x="992" y="586"/>
                        </a:lnTo>
                        <a:lnTo>
                          <a:pt x="992" y="587"/>
                        </a:lnTo>
                        <a:lnTo>
                          <a:pt x="991" y="588"/>
                        </a:lnTo>
                        <a:lnTo>
                          <a:pt x="988" y="594"/>
                        </a:lnTo>
                        <a:lnTo>
                          <a:pt x="987" y="595"/>
                        </a:lnTo>
                        <a:lnTo>
                          <a:pt x="987" y="598"/>
                        </a:lnTo>
                        <a:lnTo>
                          <a:pt x="988" y="596"/>
                        </a:lnTo>
                        <a:lnTo>
                          <a:pt x="991" y="594"/>
                        </a:lnTo>
                        <a:lnTo>
                          <a:pt x="991" y="592"/>
                        </a:lnTo>
                        <a:lnTo>
                          <a:pt x="992" y="590"/>
                        </a:lnTo>
                        <a:lnTo>
                          <a:pt x="995" y="588"/>
                        </a:lnTo>
                        <a:lnTo>
                          <a:pt x="995" y="588"/>
                        </a:lnTo>
                        <a:lnTo>
                          <a:pt x="995" y="587"/>
                        </a:lnTo>
                        <a:lnTo>
                          <a:pt x="997" y="584"/>
                        </a:lnTo>
                        <a:lnTo>
                          <a:pt x="997" y="586"/>
                        </a:lnTo>
                        <a:lnTo>
                          <a:pt x="997" y="587"/>
                        </a:lnTo>
                        <a:lnTo>
                          <a:pt x="995" y="591"/>
                        </a:lnTo>
                        <a:lnTo>
                          <a:pt x="993" y="592"/>
                        </a:lnTo>
                        <a:lnTo>
                          <a:pt x="993" y="595"/>
                        </a:lnTo>
                        <a:lnTo>
                          <a:pt x="993" y="598"/>
                        </a:lnTo>
                        <a:lnTo>
                          <a:pt x="995" y="598"/>
                        </a:lnTo>
                        <a:lnTo>
                          <a:pt x="995" y="595"/>
                        </a:lnTo>
                        <a:lnTo>
                          <a:pt x="995" y="592"/>
                        </a:lnTo>
                        <a:lnTo>
                          <a:pt x="996" y="591"/>
                        </a:lnTo>
                        <a:lnTo>
                          <a:pt x="997" y="590"/>
                        </a:lnTo>
                        <a:lnTo>
                          <a:pt x="1001" y="587"/>
                        </a:lnTo>
                        <a:lnTo>
                          <a:pt x="1003" y="586"/>
                        </a:lnTo>
                        <a:lnTo>
                          <a:pt x="1004" y="586"/>
                        </a:lnTo>
                        <a:lnTo>
                          <a:pt x="1004" y="590"/>
                        </a:lnTo>
                        <a:lnTo>
                          <a:pt x="1003" y="591"/>
                        </a:lnTo>
                        <a:lnTo>
                          <a:pt x="1000" y="591"/>
                        </a:lnTo>
                        <a:lnTo>
                          <a:pt x="999" y="594"/>
                        </a:lnTo>
                        <a:lnTo>
                          <a:pt x="999" y="595"/>
                        </a:lnTo>
                        <a:lnTo>
                          <a:pt x="999" y="596"/>
                        </a:lnTo>
                        <a:lnTo>
                          <a:pt x="1000" y="595"/>
                        </a:lnTo>
                        <a:lnTo>
                          <a:pt x="1001" y="596"/>
                        </a:lnTo>
                        <a:lnTo>
                          <a:pt x="1003" y="595"/>
                        </a:lnTo>
                        <a:lnTo>
                          <a:pt x="1006" y="594"/>
                        </a:lnTo>
                        <a:lnTo>
                          <a:pt x="1007" y="595"/>
                        </a:lnTo>
                        <a:lnTo>
                          <a:pt x="1007" y="599"/>
                        </a:lnTo>
                        <a:lnTo>
                          <a:pt x="1007" y="600"/>
                        </a:lnTo>
                        <a:lnTo>
                          <a:pt x="1006" y="602"/>
                        </a:lnTo>
                        <a:lnTo>
                          <a:pt x="1006" y="602"/>
                        </a:lnTo>
                        <a:lnTo>
                          <a:pt x="1007" y="603"/>
                        </a:lnTo>
                        <a:lnTo>
                          <a:pt x="1008" y="605"/>
                        </a:lnTo>
                        <a:lnTo>
                          <a:pt x="1006" y="606"/>
                        </a:lnTo>
                        <a:lnTo>
                          <a:pt x="1004" y="606"/>
                        </a:lnTo>
                        <a:lnTo>
                          <a:pt x="1006" y="606"/>
                        </a:lnTo>
                        <a:lnTo>
                          <a:pt x="1008" y="607"/>
                        </a:lnTo>
                        <a:lnTo>
                          <a:pt x="1003" y="609"/>
                        </a:lnTo>
                        <a:lnTo>
                          <a:pt x="1000" y="609"/>
                        </a:lnTo>
                        <a:lnTo>
                          <a:pt x="1001" y="610"/>
                        </a:lnTo>
                        <a:lnTo>
                          <a:pt x="1004" y="610"/>
                        </a:lnTo>
                        <a:lnTo>
                          <a:pt x="1008" y="610"/>
                        </a:lnTo>
                        <a:lnTo>
                          <a:pt x="1010" y="609"/>
                        </a:lnTo>
                        <a:lnTo>
                          <a:pt x="1012" y="609"/>
                        </a:lnTo>
                        <a:lnTo>
                          <a:pt x="1012" y="609"/>
                        </a:lnTo>
                        <a:lnTo>
                          <a:pt x="1010" y="611"/>
                        </a:lnTo>
                        <a:lnTo>
                          <a:pt x="1010" y="614"/>
                        </a:lnTo>
                        <a:lnTo>
                          <a:pt x="1011" y="611"/>
                        </a:lnTo>
                        <a:lnTo>
                          <a:pt x="1014" y="611"/>
                        </a:lnTo>
                        <a:lnTo>
                          <a:pt x="1015" y="610"/>
                        </a:lnTo>
                        <a:lnTo>
                          <a:pt x="1018" y="607"/>
                        </a:lnTo>
                        <a:lnTo>
                          <a:pt x="1020" y="609"/>
                        </a:lnTo>
                        <a:lnTo>
                          <a:pt x="1019" y="610"/>
                        </a:lnTo>
                        <a:lnTo>
                          <a:pt x="1018" y="611"/>
                        </a:lnTo>
                        <a:lnTo>
                          <a:pt x="1016" y="611"/>
                        </a:lnTo>
                        <a:lnTo>
                          <a:pt x="1015" y="614"/>
                        </a:lnTo>
                        <a:lnTo>
                          <a:pt x="1014" y="617"/>
                        </a:lnTo>
                        <a:lnTo>
                          <a:pt x="1011" y="618"/>
                        </a:lnTo>
                        <a:lnTo>
                          <a:pt x="1010" y="620"/>
                        </a:lnTo>
                        <a:lnTo>
                          <a:pt x="1010" y="622"/>
                        </a:lnTo>
                        <a:lnTo>
                          <a:pt x="1011" y="622"/>
                        </a:lnTo>
                        <a:lnTo>
                          <a:pt x="1014" y="620"/>
                        </a:lnTo>
                        <a:lnTo>
                          <a:pt x="1014" y="618"/>
                        </a:lnTo>
                        <a:lnTo>
                          <a:pt x="1016" y="615"/>
                        </a:lnTo>
                        <a:lnTo>
                          <a:pt x="1019" y="614"/>
                        </a:lnTo>
                        <a:lnTo>
                          <a:pt x="1019" y="617"/>
                        </a:lnTo>
                        <a:lnTo>
                          <a:pt x="1016" y="620"/>
                        </a:lnTo>
                        <a:lnTo>
                          <a:pt x="1016" y="622"/>
                        </a:lnTo>
                        <a:lnTo>
                          <a:pt x="1015" y="625"/>
                        </a:lnTo>
                        <a:lnTo>
                          <a:pt x="1018" y="624"/>
                        </a:lnTo>
                        <a:lnTo>
                          <a:pt x="1019" y="620"/>
                        </a:lnTo>
                        <a:lnTo>
                          <a:pt x="1019" y="618"/>
                        </a:lnTo>
                        <a:lnTo>
                          <a:pt x="1020" y="617"/>
                        </a:lnTo>
                        <a:lnTo>
                          <a:pt x="1020" y="618"/>
                        </a:lnTo>
                        <a:lnTo>
                          <a:pt x="1022" y="622"/>
                        </a:lnTo>
                        <a:lnTo>
                          <a:pt x="1023" y="624"/>
                        </a:lnTo>
                        <a:lnTo>
                          <a:pt x="1023" y="624"/>
                        </a:lnTo>
                        <a:lnTo>
                          <a:pt x="1023" y="620"/>
                        </a:lnTo>
                        <a:lnTo>
                          <a:pt x="1025" y="618"/>
                        </a:lnTo>
                        <a:lnTo>
                          <a:pt x="1027" y="617"/>
                        </a:lnTo>
                        <a:lnTo>
                          <a:pt x="1029" y="617"/>
                        </a:lnTo>
                        <a:lnTo>
                          <a:pt x="1027" y="620"/>
                        </a:lnTo>
                        <a:lnTo>
                          <a:pt x="1029" y="620"/>
                        </a:lnTo>
                        <a:lnTo>
                          <a:pt x="1030" y="620"/>
                        </a:lnTo>
                        <a:lnTo>
                          <a:pt x="1031" y="621"/>
                        </a:lnTo>
                        <a:lnTo>
                          <a:pt x="1031" y="624"/>
                        </a:lnTo>
                        <a:lnTo>
                          <a:pt x="1033" y="624"/>
                        </a:lnTo>
                        <a:lnTo>
                          <a:pt x="1034" y="625"/>
                        </a:lnTo>
                        <a:lnTo>
                          <a:pt x="1034" y="626"/>
                        </a:lnTo>
                        <a:lnTo>
                          <a:pt x="1035" y="628"/>
                        </a:lnTo>
                        <a:lnTo>
                          <a:pt x="1037" y="630"/>
                        </a:lnTo>
                        <a:lnTo>
                          <a:pt x="1035" y="630"/>
                        </a:lnTo>
                        <a:lnTo>
                          <a:pt x="1034" y="632"/>
                        </a:lnTo>
                        <a:lnTo>
                          <a:pt x="1031" y="632"/>
                        </a:lnTo>
                        <a:lnTo>
                          <a:pt x="1031" y="630"/>
                        </a:lnTo>
                        <a:lnTo>
                          <a:pt x="1030" y="628"/>
                        </a:lnTo>
                        <a:lnTo>
                          <a:pt x="1029" y="628"/>
                        </a:lnTo>
                        <a:lnTo>
                          <a:pt x="1029" y="626"/>
                        </a:lnTo>
                        <a:lnTo>
                          <a:pt x="1027" y="628"/>
                        </a:lnTo>
                        <a:lnTo>
                          <a:pt x="1026" y="629"/>
                        </a:lnTo>
                        <a:lnTo>
                          <a:pt x="1027" y="629"/>
                        </a:lnTo>
                        <a:lnTo>
                          <a:pt x="1029" y="629"/>
                        </a:lnTo>
                        <a:lnTo>
                          <a:pt x="1030" y="630"/>
                        </a:lnTo>
                        <a:lnTo>
                          <a:pt x="1029" y="630"/>
                        </a:lnTo>
                        <a:lnTo>
                          <a:pt x="1030" y="632"/>
                        </a:lnTo>
                        <a:lnTo>
                          <a:pt x="1030" y="633"/>
                        </a:lnTo>
                        <a:lnTo>
                          <a:pt x="1029" y="633"/>
                        </a:lnTo>
                        <a:lnTo>
                          <a:pt x="1027" y="633"/>
                        </a:lnTo>
                        <a:lnTo>
                          <a:pt x="1026" y="634"/>
                        </a:lnTo>
                        <a:lnTo>
                          <a:pt x="1026" y="634"/>
                        </a:lnTo>
                        <a:lnTo>
                          <a:pt x="1030" y="634"/>
                        </a:lnTo>
                        <a:lnTo>
                          <a:pt x="1031" y="634"/>
                        </a:lnTo>
                        <a:lnTo>
                          <a:pt x="1031" y="636"/>
                        </a:lnTo>
                        <a:lnTo>
                          <a:pt x="1030" y="637"/>
                        </a:lnTo>
                        <a:lnTo>
                          <a:pt x="1029" y="637"/>
                        </a:lnTo>
                        <a:lnTo>
                          <a:pt x="1026" y="639"/>
                        </a:lnTo>
                        <a:lnTo>
                          <a:pt x="1023" y="637"/>
                        </a:lnTo>
                        <a:lnTo>
                          <a:pt x="1020" y="637"/>
                        </a:lnTo>
                        <a:lnTo>
                          <a:pt x="1022" y="634"/>
                        </a:lnTo>
                        <a:lnTo>
                          <a:pt x="1022" y="634"/>
                        </a:lnTo>
                        <a:lnTo>
                          <a:pt x="1019" y="633"/>
                        </a:lnTo>
                        <a:lnTo>
                          <a:pt x="1019" y="632"/>
                        </a:lnTo>
                        <a:lnTo>
                          <a:pt x="1018" y="632"/>
                        </a:lnTo>
                        <a:lnTo>
                          <a:pt x="1018" y="633"/>
                        </a:lnTo>
                        <a:lnTo>
                          <a:pt x="1019" y="634"/>
                        </a:lnTo>
                        <a:lnTo>
                          <a:pt x="1019" y="637"/>
                        </a:lnTo>
                        <a:lnTo>
                          <a:pt x="1019" y="639"/>
                        </a:lnTo>
                        <a:lnTo>
                          <a:pt x="1018" y="639"/>
                        </a:lnTo>
                        <a:lnTo>
                          <a:pt x="1015" y="637"/>
                        </a:lnTo>
                        <a:lnTo>
                          <a:pt x="1015" y="636"/>
                        </a:lnTo>
                        <a:lnTo>
                          <a:pt x="1015" y="639"/>
                        </a:lnTo>
                        <a:lnTo>
                          <a:pt x="1016" y="640"/>
                        </a:lnTo>
                        <a:lnTo>
                          <a:pt x="1019" y="640"/>
                        </a:lnTo>
                        <a:lnTo>
                          <a:pt x="1020" y="641"/>
                        </a:lnTo>
                        <a:lnTo>
                          <a:pt x="1022" y="641"/>
                        </a:lnTo>
                        <a:lnTo>
                          <a:pt x="1022" y="643"/>
                        </a:lnTo>
                        <a:lnTo>
                          <a:pt x="1022" y="645"/>
                        </a:lnTo>
                        <a:lnTo>
                          <a:pt x="1018" y="644"/>
                        </a:lnTo>
                        <a:lnTo>
                          <a:pt x="1016" y="643"/>
                        </a:lnTo>
                        <a:lnTo>
                          <a:pt x="1014" y="641"/>
                        </a:lnTo>
                        <a:lnTo>
                          <a:pt x="1012" y="640"/>
                        </a:lnTo>
                        <a:lnTo>
                          <a:pt x="1012" y="640"/>
                        </a:lnTo>
                        <a:lnTo>
                          <a:pt x="1012" y="641"/>
                        </a:lnTo>
                        <a:lnTo>
                          <a:pt x="1015" y="644"/>
                        </a:lnTo>
                        <a:lnTo>
                          <a:pt x="1016" y="645"/>
                        </a:lnTo>
                        <a:lnTo>
                          <a:pt x="1016" y="648"/>
                        </a:lnTo>
                        <a:lnTo>
                          <a:pt x="1015" y="651"/>
                        </a:lnTo>
                        <a:lnTo>
                          <a:pt x="1014" y="649"/>
                        </a:lnTo>
                        <a:lnTo>
                          <a:pt x="1014" y="648"/>
                        </a:lnTo>
                        <a:lnTo>
                          <a:pt x="1012" y="647"/>
                        </a:lnTo>
                        <a:lnTo>
                          <a:pt x="1010" y="645"/>
                        </a:lnTo>
                        <a:lnTo>
                          <a:pt x="1011" y="647"/>
                        </a:lnTo>
                        <a:lnTo>
                          <a:pt x="1011" y="648"/>
                        </a:lnTo>
                        <a:lnTo>
                          <a:pt x="1011" y="651"/>
                        </a:lnTo>
                        <a:lnTo>
                          <a:pt x="1011" y="653"/>
                        </a:lnTo>
                        <a:lnTo>
                          <a:pt x="1011" y="653"/>
                        </a:lnTo>
                        <a:lnTo>
                          <a:pt x="1010" y="653"/>
                        </a:lnTo>
                        <a:lnTo>
                          <a:pt x="1008" y="653"/>
                        </a:lnTo>
                        <a:lnTo>
                          <a:pt x="1008" y="651"/>
                        </a:lnTo>
                        <a:lnTo>
                          <a:pt x="1007" y="651"/>
                        </a:lnTo>
                        <a:lnTo>
                          <a:pt x="1007" y="652"/>
                        </a:lnTo>
                        <a:lnTo>
                          <a:pt x="1006" y="653"/>
                        </a:lnTo>
                        <a:lnTo>
                          <a:pt x="1004" y="652"/>
                        </a:lnTo>
                        <a:lnTo>
                          <a:pt x="1004" y="651"/>
                        </a:lnTo>
                        <a:lnTo>
                          <a:pt x="1003" y="648"/>
                        </a:lnTo>
                        <a:lnTo>
                          <a:pt x="1003" y="647"/>
                        </a:lnTo>
                        <a:lnTo>
                          <a:pt x="1003" y="645"/>
                        </a:lnTo>
                        <a:lnTo>
                          <a:pt x="1001" y="647"/>
                        </a:lnTo>
                        <a:lnTo>
                          <a:pt x="1001" y="651"/>
                        </a:lnTo>
                        <a:lnTo>
                          <a:pt x="1001" y="652"/>
                        </a:lnTo>
                        <a:lnTo>
                          <a:pt x="999" y="652"/>
                        </a:lnTo>
                        <a:lnTo>
                          <a:pt x="1000" y="652"/>
                        </a:lnTo>
                        <a:lnTo>
                          <a:pt x="1001" y="653"/>
                        </a:lnTo>
                        <a:lnTo>
                          <a:pt x="1001" y="653"/>
                        </a:lnTo>
                        <a:lnTo>
                          <a:pt x="1000" y="655"/>
                        </a:lnTo>
                        <a:lnTo>
                          <a:pt x="999" y="655"/>
                        </a:lnTo>
                        <a:lnTo>
                          <a:pt x="997" y="655"/>
                        </a:lnTo>
                        <a:lnTo>
                          <a:pt x="997" y="655"/>
                        </a:lnTo>
                        <a:lnTo>
                          <a:pt x="999" y="656"/>
                        </a:lnTo>
                        <a:lnTo>
                          <a:pt x="1000" y="656"/>
                        </a:lnTo>
                        <a:lnTo>
                          <a:pt x="1001" y="658"/>
                        </a:lnTo>
                        <a:lnTo>
                          <a:pt x="1000" y="659"/>
                        </a:lnTo>
                        <a:lnTo>
                          <a:pt x="999" y="660"/>
                        </a:lnTo>
                        <a:lnTo>
                          <a:pt x="999" y="662"/>
                        </a:lnTo>
                        <a:lnTo>
                          <a:pt x="1000" y="663"/>
                        </a:lnTo>
                        <a:lnTo>
                          <a:pt x="1000" y="664"/>
                        </a:lnTo>
                        <a:lnTo>
                          <a:pt x="999" y="664"/>
                        </a:lnTo>
                        <a:lnTo>
                          <a:pt x="997" y="664"/>
                        </a:lnTo>
                        <a:lnTo>
                          <a:pt x="997" y="664"/>
                        </a:lnTo>
                        <a:lnTo>
                          <a:pt x="999" y="666"/>
                        </a:lnTo>
                        <a:lnTo>
                          <a:pt x="1000" y="667"/>
                        </a:lnTo>
                        <a:lnTo>
                          <a:pt x="999" y="670"/>
                        </a:lnTo>
                        <a:lnTo>
                          <a:pt x="996" y="671"/>
                        </a:lnTo>
                        <a:lnTo>
                          <a:pt x="996" y="671"/>
                        </a:lnTo>
                        <a:lnTo>
                          <a:pt x="995" y="671"/>
                        </a:lnTo>
                        <a:lnTo>
                          <a:pt x="995" y="670"/>
                        </a:lnTo>
                        <a:lnTo>
                          <a:pt x="993" y="670"/>
                        </a:lnTo>
                        <a:lnTo>
                          <a:pt x="993" y="668"/>
                        </a:lnTo>
                        <a:lnTo>
                          <a:pt x="992" y="668"/>
                        </a:lnTo>
                        <a:lnTo>
                          <a:pt x="992" y="667"/>
                        </a:lnTo>
                        <a:lnTo>
                          <a:pt x="993" y="666"/>
                        </a:lnTo>
                        <a:lnTo>
                          <a:pt x="993" y="664"/>
                        </a:lnTo>
                        <a:lnTo>
                          <a:pt x="992" y="664"/>
                        </a:lnTo>
                        <a:lnTo>
                          <a:pt x="991" y="666"/>
                        </a:lnTo>
                        <a:lnTo>
                          <a:pt x="989" y="667"/>
                        </a:lnTo>
                        <a:lnTo>
                          <a:pt x="989" y="667"/>
                        </a:lnTo>
                        <a:lnTo>
                          <a:pt x="988" y="666"/>
                        </a:lnTo>
                        <a:lnTo>
                          <a:pt x="988" y="664"/>
                        </a:lnTo>
                        <a:lnTo>
                          <a:pt x="988" y="663"/>
                        </a:lnTo>
                        <a:lnTo>
                          <a:pt x="988" y="662"/>
                        </a:lnTo>
                        <a:lnTo>
                          <a:pt x="988" y="660"/>
                        </a:lnTo>
                        <a:lnTo>
                          <a:pt x="988" y="660"/>
                        </a:lnTo>
                        <a:lnTo>
                          <a:pt x="989" y="659"/>
                        </a:lnTo>
                        <a:lnTo>
                          <a:pt x="988" y="658"/>
                        </a:lnTo>
                        <a:lnTo>
                          <a:pt x="987" y="660"/>
                        </a:lnTo>
                        <a:lnTo>
                          <a:pt x="985" y="662"/>
                        </a:lnTo>
                        <a:lnTo>
                          <a:pt x="984" y="664"/>
                        </a:lnTo>
                        <a:lnTo>
                          <a:pt x="984" y="663"/>
                        </a:lnTo>
                        <a:lnTo>
                          <a:pt x="984" y="662"/>
                        </a:lnTo>
                        <a:lnTo>
                          <a:pt x="982" y="660"/>
                        </a:lnTo>
                        <a:lnTo>
                          <a:pt x="982" y="659"/>
                        </a:lnTo>
                        <a:lnTo>
                          <a:pt x="982" y="658"/>
                        </a:lnTo>
                        <a:lnTo>
                          <a:pt x="985" y="656"/>
                        </a:lnTo>
                        <a:lnTo>
                          <a:pt x="985" y="656"/>
                        </a:lnTo>
                        <a:lnTo>
                          <a:pt x="987" y="655"/>
                        </a:lnTo>
                        <a:lnTo>
                          <a:pt x="987" y="655"/>
                        </a:lnTo>
                        <a:lnTo>
                          <a:pt x="984" y="655"/>
                        </a:lnTo>
                        <a:lnTo>
                          <a:pt x="982" y="655"/>
                        </a:lnTo>
                        <a:lnTo>
                          <a:pt x="981" y="655"/>
                        </a:lnTo>
                        <a:lnTo>
                          <a:pt x="981" y="653"/>
                        </a:lnTo>
                        <a:lnTo>
                          <a:pt x="981" y="652"/>
                        </a:lnTo>
                        <a:lnTo>
                          <a:pt x="984" y="652"/>
                        </a:lnTo>
                        <a:lnTo>
                          <a:pt x="985" y="649"/>
                        </a:lnTo>
                        <a:lnTo>
                          <a:pt x="984" y="649"/>
                        </a:lnTo>
                        <a:lnTo>
                          <a:pt x="982" y="651"/>
                        </a:lnTo>
                        <a:lnTo>
                          <a:pt x="981" y="649"/>
                        </a:lnTo>
                        <a:lnTo>
                          <a:pt x="981" y="648"/>
                        </a:lnTo>
                        <a:lnTo>
                          <a:pt x="982" y="648"/>
                        </a:lnTo>
                        <a:lnTo>
                          <a:pt x="984" y="647"/>
                        </a:lnTo>
                        <a:lnTo>
                          <a:pt x="987" y="647"/>
                        </a:lnTo>
                        <a:lnTo>
                          <a:pt x="984" y="645"/>
                        </a:lnTo>
                        <a:lnTo>
                          <a:pt x="982" y="645"/>
                        </a:lnTo>
                        <a:lnTo>
                          <a:pt x="981" y="647"/>
                        </a:lnTo>
                        <a:lnTo>
                          <a:pt x="980" y="645"/>
                        </a:lnTo>
                        <a:lnTo>
                          <a:pt x="980" y="645"/>
                        </a:lnTo>
                        <a:lnTo>
                          <a:pt x="982" y="641"/>
                        </a:lnTo>
                        <a:lnTo>
                          <a:pt x="984" y="641"/>
                        </a:lnTo>
                        <a:lnTo>
                          <a:pt x="987" y="641"/>
                        </a:lnTo>
                        <a:lnTo>
                          <a:pt x="989" y="639"/>
                        </a:lnTo>
                        <a:lnTo>
                          <a:pt x="991" y="637"/>
                        </a:lnTo>
                        <a:lnTo>
                          <a:pt x="992" y="636"/>
                        </a:lnTo>
                        <a:lnTo>
                          <a:pt x="993" y="633"/>
                        </a:lnTo>
                        <a:lnTo>
                          <a:pt x="995" y="633"/>
                        </a:lnTo>
                        <a:lnTo>
                          <a:pt x="995" y="632"/>
                        </a:lnTo>
                        <a:lnTo>
                          <a:pt x="993" y="632"/>
                        </a:lnTo>
                        <a:lnTo>
                          <a:pt x="991" y="633"/>
                        </a:lnTo>
                        <a:lnTo>
                          <a:pt x="989" y="634"/>
                        </a:lnTo>
                        <a:lnTo>
                          <a:pt x="988" y="637"/>
                        </a:lnTo>
                        <a:lnTo>
                          <a:pt x="985" y="639"/>
                        </a:lnTo>
                        <a:lnTo>
                          <a:pt x="982" y="639"/>
                        </a:lnTo>
                        <a:lnTo>
                          <a:pt x="980" y="641"/>
                        </a:lnTo>
                        <a:lnTo>
                          <a:pt x="977" y="641"/>
                        </a:lnTo>
                        <a:lnTo>
                          <a:pt x="976" y="640"/>
                        </a:lnTo>
                        <a:lnTo>
                          <a:pt x="976" y="640"/>
                        </a:lnTo>
                        <a:lnTo>
                          <a:pt x="978" y="636"/>
                        </a:lnTo>
                        <a:lnTo>
                          <a:pt x="981" y="633"/>
                        </a:lnTo>
                        <a:lnTo>
                          <a:pt x="982" y="633"/>
                        </a:lnTo>
                        <a:lnTo>
                          <a:pt x="984" y="632"/>
                        </a:lnTo>
                        <a:lnTo>
                          <a:pt x="984" y="629"/>
                        </a:lnTo>
                        <a:lnTo>
                          <a:pt x="981" y="632"/>
                        </a:lnTo>
                        <a:lnTo>
                          <a:pt x="976" y="636"/>
                        </a:lnTo>
                        <a:lnTo>
                          <a:pt x="974" y="636"/>
                        </a:lnTo>
                        <a:lnTo>
                          <a:pt x="973" y="636"/>
                        </a:lnTo>
                        <a:lnTo>
                          <a:pt x="973" y="634"/>
                        </a:lnTo>
                        <a:lnTo>
                          <a:pt x="973" y="633"/>
                        </a:lnTo>
                        <a:lnTo>
                          <a:pt x="972" y="632"/>
                        </a:lnTo>
                        <a:lnTo>
                          <a:pt x="970" y="633"/>
                        </a:lnTo>
                        <a:lnTo>
                          <a:pt x="969" y="632"/>
                        </a:lnTo>
                        <a:lnTo>
                          <a:pt x="970" y="630"/>
                        </a:lnTo>
                        <a:lnTo>
                          <a:pt x="972" y="630"/>
                        </a:lnTo>
                        <a:lnTo>
                          <a:pt x="972" y="629"/>
                        </a:lnTo>
                        <a:lnTo>
                          <a:pt x="970" y="628"/>
                        </a:lnTo>
                        <a:lnTo>
                          <a:pt x="969" y="628"/>
                        </a:lnTo>
                        <a:lnTo>
                          <a:pt x="969" y="628"/>
                        </a:lnTo>
                        <a:lnTo>
                          <a:pt x="969" y="625"/>
                        </a:lnTo>
                        <a:lnTo>
                          <a:pt x="970" y="624"/>
                        </a:lnTo>
                        <a:lnTo>
                          <a:pt x="970" y="622"/>
                        </a:lnTo>
                        <a:lnTo>
                          <a:pt x="969" y="622"/>
                        </a:lnTo>
                        <a:lnTo>
                          <a:pt x="967" y="621"/>
                        </a:lnTo>
                        <a:lnTo>
                          <a:pt x="966" y="621"/>
                        </a:lnTo>
                        <a:lnTo>
                          <a:pt x="966" y="622"/>
                        </a:lnTo>
                        <a:lnTo>
                          <a:pt x="967" y="624"/>
                        </a:lnTo>
                        <a:lnTo>
                          <a:pt x="965" y="625"/>
                        </a:lnTo>
                        <a:lnTo>
                          <a:pt x="963" y="624"/>
                        </a:lnTo>
                        <a:lnTo>
                          <a:pt x="962" y="622"/>
                        </a:lnTo>
                        <a:lnTo>
                          <a:pt x="959" y="622"/>
                        </a:lnTo>
                        <a:lnTo>
                          <a:pt x="962" y="624"/>
                        </a:lnTo>
                        <a:lnTo>
                          <a:pt x="963" y="626"/>
                        </a:lnTo>
                        <a:lnTo>
                          <a:pt x="965" y="629"/>
                        </a:lnTo>
                        <a:lnTo>
                          <a:pt x="962" y="629"/>
                        </a:lnTo>
                        <a:lnTo>
                          <a:pt x="962" y="629"/>
                        </a:lnTo>
                        <a:lnTo>
                          <a:pt x="962" y="630"/>
                        </a:lnTo>
                        <a:lnTo>
                          <a:pt x="961" y="630"/>
                        </a:lnTo>
                        <a:lnTo>
                          <a:pt x="959" y="629"/>
                        </a:lnTo>
                        <a:lnTo>
                          <a:pt x="958" y="626"/>
                        </a:lnTo>
                        <a:lnTo>
                          <a:pt x="958" y="625"/>
                        </a:lnTo>
                        <a:lnTo>
                          <a:pt x="957" y="626"/>
                        </a:lnTo>
                        <a:lnTo>
                          <a:pt x="958" y="628"/>
                        </a:lnTo>
                        <a:lnTo>
                          <a:pt x="958" y="629"/>
                        </a:lnTo>
                        <a:lnTo>
                          <a:pt x="958" y="632"/>
                        </a:lnTo>
                        <a:lnTo>
                          <a:pt x="959" y="632"/>
                        </a:lnTo>
                        <a:lnTo>
                          <a:pt x="961" y="633"/>
                        </a:lnTo>
                        <a:lnTo>
                          <a:pt x="962" y="636"/>
                        </a:lnTo>
                        <a:lnTo>
                          <a:pt x="962" y="637"/>
                        </a:lnTo>
                        <a:lnTo>
                          <a:pt x="962" y="639"/>
                        </a:lnTo>
                        <a:lnTo>
                          <a:pt x="962" y="640"/>
                        </a:lnTo>
                        <a:lnTo>
                          <a:pt x="961" y="640"/>
                        </a:lnTo>
                        <a:lnTo>
                          <a:pt x="958" y="640"/>
                        </a:lnTo>
                        <a:lnTo>
                          <a:pt x="957" y="639"/>
                        </a:lnTo>
                        <a:lnTo>
                          <a:pt x="957" y="640"/>
                        </a:lnTo>
                        <a:lnTo>
                          <a:pt x="955" y="640"/>
                        </a:lnTo>
                        <a:lnTo>
                          <a:pt x="953" y="637"/>
                        </a:lnTo>
                        <a:lnTo>
                          <a:pt x="953" y="636"/>
                        </a:lnTo>
                        <a:lnTo>
                          <a:pt x="953" y="634"/>
                        </a:lnTo>
                        <a:lnTo>
                          <a:pt x="953" y="632"/>
                        </a:lnTo>
                        <a:lnTo>
                          <a:pt x="950" y="630"/>
                        </a:lnTo>
                        <a:lnTo>
                          <a:pt x="948" y="630"/>
                        </a:lnTo>
                        <a:lnTo>
                          <a:pt x="947" y="629"/>
                        </a:lnTo>
                        <a:lnTo>
                          <a:pt x="947" y="628"/>
                        </a:lnTo>
                        <a:lnTo>
                          <a:pt x="946" y="629"/>
                        </a:lnTo>
                        <a:lnTo>
                          <a:pt x="943" y="629"/>
                        </a:lnTo>
                        <a:lnTo>
                          <a:pt x="939" y="629"/>
                        </a:lnTo>
                        <a:lnTo>
                          <a:pt x="940" y="630"/>
                        </a:lnTo>
                        <a:lnTo>
                          <a:pt x="944" y="630"/>
                        </a:lnTo>
                        <a:lnTo>
                          <a:pt x="946" y="632"/>
                        </a:lnTo>
                        <a:lnTo>
                          <a:pt x="950" y="633"/>
                        </a:lnTo>
                        <a:lnTo>
                          <a:pt x="950" y="636"/>
                        </a:lnTo>
                        <a:lnTo>
                          <a:pt x="947" y="637"/>
                        </a:lnTo>
                        <a:lnTo>
                          <a:pt x="947" y="639"/>
                        </a:lnTo>
                        <a:lnTo>
                          <a:pt x="950" y="639"/>
                        </a:lnTo>
                        <a:lnTo>
                          <a:pt x="950" y="640"/>
                        </a:lnTo>
                        <a:lnTo>
                          <a:pt x="950" y="641"/>
                        </a:lnTo>
                        <a:lnTo>
                          <a:pt x="950" y="641"/>
                        </a:lnTo>
                        <a:lnTo>
                          <a:pt x="953" y="641"/>
                        </a:lnTo>
                        <a:lnTo>
                          <a:pt x="953" y="643"/>
                        </a:lnTo>
                        <a:lnTo>
                          <a:pt x="951" y="645"/>
                        </a:lnTo>
                        <a:lnTo>
                          <a:pt x="947" y="649"/>
                        </a:lnTo>
                        <a:lnTo>
                          <a:pt x="946" y="651"/>
                        </a:lnTo>
                        <a:lnTo>
                          <a:pt x="950" y="649"/>
                        </a:lnTo>
                        <a:lnTo>
                          <a:pt x="951" y="648"/>
                        </a:lnTo>
                        <a:lnTo>
                          <a:pt x="953" y="647"/>
                        </a:lnTo>
                        <a:lnTo>
                          <a:pt x="957" y="647"/>
                        </a:lnTo>
                        <a:lnTo>
                          <a:pt x="958" y="648"/>
                        </a:lnTo>
                        <a:lnTo>
                          <a:pt x="958" y="649"/>
                        </a:lnTo>
                        <a:lnTo>
                          <a:pt x="955" y="651"/>
                        </a:lnTo>
                        <a:lnTo>
                          <a:pt x="954" y="652"/>
                        </a:lnTo>
                        <a:lnTo>
                          <a:pt x="955" y="652"/>
                        </a:lnTo>
                        <a:lnTo>
                          <a:pt x="957" y="653"/>
                        </a:lnTo>
                        <a:lnTo>
                          <a:pt x="958" y="655"/>
                        </a:lnTo>
                        <a:lnTo>
                          <a:pt x="958" y="655"/>
                        </a:lnTo>
                        <a:lnTo>
                          <a:pt x="955" y="656"/>
                        </a:lnTo>
                        <a:lnTo>
                          <a:pt x="954" y="656"/>
                        </a:lnTo>
                        <a:lnTo>
                          <a:pt x="955" y="658"/>
                        </a:lnTo>
                        <a:lnTo>
                          <a:pt x="955" y="659"/>
                        </a:lnTo>
                        <a:lnTo>
                          <a:pt x="955" y="659"/>
                        </a:lnTo>
                        <a:lnTo>
                          <a:pt x="955" y="660"/>
                        </a:lnTo>
                        <a:lnTo>
                          <a:pt x="957" y="660"/>
                        </a:lnTo>
                        <a:lnTo>
                          <a:pt x="957" y="663"/>
                        </a:lnTo>
                        <a:lnTo>
                          <a:pt x="958" y="663"/>
                        </a:lnTo>
                        <a:lnTo>
                          <a:pt x="958" y="664"/>
                        </a:lnTo>
                        <a:lnTo>
                          <a:pt x="958" y="668"/>
                        </a:lnTo>
                        <a:lnTo>
                          <a:pt x="959" y="668"/>
                        </a:lnTo>
                        <a:lnTo>
                          <a:pt x="959" y="667"/>
                        </a:lnTo>
                        <a:lnTo>
                          <a:pt x="959" y="664"/>
                        </a:lnTo>
                        <a:lnTo>
                          <a:pt x="961" y="663"/>
                        </a:lnTo>
                        <a:lnTo>
                          <a:pt x="963" y="664"/>
                        </a:lnTo>
                        <a:lnTo>
                          <a:pt x="963" y="668"/>
                        </a:lnTo>
                        <a:lnTo>
                          <a:pt x="965" y="670"/>
                        </a:lnTo>
                        <a:lnTo>
                          <a:pt x="963" y="670"/>
                        </a:lnTo>
                        <a:lnTo>
                          <a:pt x="962" y="671"/>
                        </a:lnTo>
                        <a:lnTo>
                          <a:pt x="962" y="672"/>
                        </a:lnTo>
                        <a:lnTo>
                          <a:pt x="966" y="672"/>
                        </a:lnTo>
                        <a:lnTo>
                          <a:pt x="966" y="671"/>
                        </a:lnTo>
                        <a:lnTo>
                          <a:pt x="966" y="672"/>
                        </a:lnTo>
                        <a:lnTo>
                          <a:pt x="967" y="671"/>
                        </a:lnTo>
                        <a:lnTo>
                          <a:pt x="967" y="670"/>
                        </a:lnTo>
                        <a:lnTo>
                          <a:pt x="969" y="670"/>
                        </a:lnTo>
                        <a:lnTo>
                          <a:pt x="970" y="672"/>
                        </a:lnTo>
                        <a:lnTo>
                          <a:pt x="970" y="674"/>
                        </a:lnTo>
                        <a:lnTo>
                          <a:pt x="969" y="677"/>
                        </a:lnTo>
                        <a:lnTo>
                          <a:pt x="967" y="678"/>
                        </a:lnTo>
                        <a:lnTo>
                          <a:pt x="967" y="679"/>
                        </a:lnTo>
                        <a:lnTo>
                          <a:pt x="969" y="679"/>
                        </a:lnTo>
                        <a:lnTo>
                          <a:pt x="972" y="679"/>
                        </a:lnTo>
                        <a:lnTo>
                          <a:pt x="974" y="679"/>
                        </a:lnTo>
                        <a:lnTo>
                          <a:pt x="974" y="679"/>
                        </a:lnTo>
                        <a:lnTo>
                          <a:pt x="973" y="682"/>
                        </a:lnTo>
                        <a:lnTo>
                          <a:pt x="972" y="682"/>
                        </a:lnTo>
                        <a:lnTo>
                          <a:pt x="969" y="683"/>
                        </a:lnTo>
                        <a:lnTo>
                          <a:pt x="970" y="685"/>
                        </a:lnTo>
                        <a:lnTo>
                          <a:pt x="973" y="687"/>
                        </a:lnTo>
                        <a:lnTo>
                          <a:pt x="972" y="690"/>
                        </a:lnTo>
                        <a:lnTo>
                          <a:pt x="973" y="690"/>
                        </a:lnTo>
                        <a:lnTo>
                          <a:pt x="973" y="694"/>
                        </a:lnTo>
                        <a:lnTo>
                          <a:pt x="977" y="698"/>
                        </a:lnTo>
                        <a:lnTo>
                          <a:pt x="977" y="700"/>
                        </a:lnTo>
                        <a:lnTo>
                          <a:pt x="976" y="701"/>
                        </a:lnTo>
                        <a:lnTo>
                          <a:pt x="976" y="704"/>
                        </a:lnTo>
                        <a:lnTo>
                          <a:pt x="974" y="708"/>
                        </a:lnTo>
                        <a:lnTo>
                          <a:pt x="974" y="711"/>
                        </a:lnTo>
                        <a:lnTo>
                          <a:pt x="974" y="711"/>
                        </a:lnTo>
                        <a:lnTo>
                          <a:pt x="970" y="706"/>
                        </a:lnTo>
                        <a:lnTo>
                          <a:pt x="969" y="704"/>
                        </a:lnTo>
                        <a:lnTo>
                          <a:pt x="970" y="701"/>
                        </a:lnTo>
                        <a:lnTo>
                          <a:pt x="969" y="697"/>
                        </a:lnTo>
                        <a:lnTo>
                          <a:pt x="969" y="701"/>
                        </a:lnTo>
                        <a:lnTo>
                          <a:pt x="967" y="705"/>
                        </a:lnTo>
                        <a:lnTo>
                          <a:pt x="970" y="709"/>
                        </a:lnTo>
                        <a:lnTo>
                          <a:pt x="970" y="713"/>
                        </a:lnTo>
                        <a:lnTo>
                          <a:pt x="969" y="716"/>
                        </a:lnTo>
                        <a:lnTo>
                          <a:pt x="970" y="719"/>
                        </a:lnTo>
                        <a:lnTo>
                          <a:pt x="969" y="720"/>
                        </a:lnTo>
                        <a:lnTo>
                          <a:pt x="967" y="719"/>
                        </a:lnTo>
                        <a:lnTo>
                          <a:pt x="966" y="717"/>
                        </a:lnTo>
                        <a:lnTo>
                          <a:pt x="963" y="717"/>
                        </a:lnTo>
                        <a:lnTo>
                          <a:pt x="965" y="723"/>
                        </a:lnTo>
                        <a:lnTo>
                          <a:pt x="965" y="725"/>
                        </a:lnTo>
                        <a:lnTo>
                          <a:pt x="966" y="727"/>
                        </a:lnTo>
                        <a:lnTo>
                          <a:pt x="966" y="728"/>
                        </a:lnTo>
                        <a:lnTo>
                          <a:pt x="963" y="728"/>
                        </a:lnTo>
                        <a:lnTo>
                          <a:pt x="962" y="727"/>
                        </a:lnTo>
                        <a:lnTo>
                          <a:pt x="961" y="721"/>
                        </a:lnTo>
                        <a:lnTo>
                          <a:pt x="961" y="720"/>
                        </a:lnTo>
                        <a:lnTo>
                          <a:pt x="961" y="717"/>
                        </a:lnTo>
                        <a:lnTo>
                          <a:pt x="961" y="719"/>
                        </a:lnTo>
                        <a:lnTo>
                          <a:pt x="958" y="720"/>
                        </a:lnTo>
                        <a:lnTo>
                          <a:pt x="957" y="717"/>
                        </a:lnTo>
                        <a:lnTo>
                          <a:pt x="957" y="713"/>
                        </a:lnTo>
                        <a:lnTo>
                          <a:pt x="955" y="715"/>
                        </a:lnTo>
                        <a:lnTo>
                          <a:pt x="955" y="717"/>
                        </a:lnTo>
                        <a:lnTo>
                          <a:pt x="955" y="716"/>
                        </a:lnTo>
                        <a:lnTo>
                          <a:pt x="955" y="715"/>
                        </a:lnTo>
                        <a:lnTo>
                          <a:pt x="954" y="712"/>
                        </a:lnTo>
                        <a:lnTo>
                          <a:pt x="953" y="711"/>
                        </a:lnTo>
                        <a:lnTo>
                          <a:pt x="953" y="712"/>
                        </a:lnTo>
                        <a:lnTo>
                          <a:pt x="953" y="713"/>
                        </a:lnTo>
                        <a:lnTo>
                          <a:pt x="953" y="715"/>
                        </a:lnTo>
                        <a:lnTo>
                          <a:pt x="951" y="715"/>
                        </a:lnTo>
                        <a:lnTo>
                          <a:pt x="950" y="713"/>
                        </a:lnTo>
                        <a:lnTo>
                          <a:pt x="948" y="712"/>
                        </a:lnTo>
                        <a:lnTo>
                          <a:pt x="950" y="709"/>
                        </a:lnTo>
                        <a:lnTo>
                          <a:pt x="947" y="705"/>
                        </a:lnTo>
                        <a:lnTo>
                          <a:pt x="947" y="702"/>
                        </a:lnTo>
                        <a:lnTo>
                          <a:pt x="947" y="705"/>
                        </a:lnTo>
                        <a:lnTo>
                          <a:pt x="947" y="709"/>
                        </a:lnTo>
                        <a:lnTo>
                          <a:pt x="948" y="712"/>
                        </a:lnTo>
                        <a:lnTo>
                          <a:pt x="946" y="713"/>
                        </a:lnTo>
                        <a:lnTo>
                          <a:pt x="944" y="709"/>
                        </a:lnTo>
                        <a:lnTo>
                          <a:pt x="943" y="708"/>
                        </a:lnTo>
                        <a:lnTo>
                          <a:pt x="943" y="706"/>
                        </a:lnTo>
                        <a:lnTo>
                          <a:pt x="940" y="705"/>
                        </a:lnTo>
                        <a:lnTo>
                          <a:pt x="939" y="701"/>
                        </a:lnTo>
                        <a:lnTo>
                          <a:pt x="938" y="700"/>
                        </a:lnTo>
                        <a:lnTo>
                          <a:pt x="938" y="698"/>
                        </a:lnTo>
                        <a:lnTo>
                          <a:pt x="936" y="697"/>
                        </a:lnTo>
                        <a:lnTo>
                          <a:pt x="935" y="697"/>
                        </a:lnTo>
                        <a:lnTo>
                          <a:pt x="935" y="698"/>
                        </a:lnTo>
                        <a:lnTo>
                          <a:pt x="936" y="702"/>
                        </a:lnTo>
                        <a:lnTo>
                          <a:pt x="936" y="704"/>
                        </a:lnTo>
                        <a:lnTo>
                          <a:pt x="935" y="702"/>
                        </a:lnTo>
                        <a:lnTo>
                          <a:pt x="935" y="701"/>
                        </a:lnTo>
                        <a:lnTo>
                          <a:pt x="934" y="700"/>
                        </a:lnTo>
                        <a:lnTo>
                          <a:pt x="931" y="698"/>
                        </a:lnTo>
                        <a:lnTo>
                          <a:pt x="929" y="694"/>
                        </a:lnTo>
                        <a:lnTo>
                          <a:pt x="928" y="692"/>
                        </a:lnTo>
                        <a:lnTo>
                          <a:pt x="925" y="692"/>
                        </a:lnTo>
                        <a:lnTo>
                          <a:pt x="924" y="693"/>
                        </a:lnTo>
                        <a:lnTo>
                          <a:pt x="923" y="692"/>
                        </a:lnTo>
                        <a:lnTo>
                          <a:pt x="923" y="694"/>
                        </a:lnTo>
                        <a:lnTo>
                          <a:pt x="923" y="698"/>
                        </a:lnTo>
                        <a:lnTo>
                          <a:pt x="927" y="701"/>
                        </a:lnTo>
                        <a:lnTo>
                          <a:pt x="927" y="702"/>
                        </a:lnTo>
                        <a:lnTo>
                          <a:pt x="928" y="705"/>
                        </a:lnTo>
                        <a:lnTo>
                          <a:pt x="928" y="708"/>
                        </a:lnTo>
                        <a:lnTo>
                          <a:pt x="929" y="708"/>
                        </a:lnTo>
                        <a:lnTo>
                          <a:pt x="932" y="708"/>
                        </a:lnTo>
                        <a:lnTo>
                          <a:pt x="934" y="711"/>
                        </a:lnTo>
                        <a:lnTo>
                          <a:pt x="934" y="712"/>
                        </a:lnTo>
                        <a:lnTo>
                          <a:pt x="935" y="712"/>
                        </a:lnTo>
                        <a:lnTo>
                          <a:pt x="936" y="712"/>
                        </a:lnTo>
                        <a:lnTo>
                          <a:pt x="935" y="715"/>
                        </a:lnTo>
                        <a:lnTo>
                          <a:pt x="938" y="715"/>
                        </a:lnTo>
                        <a:lnTo>
                          <a:pt x="939" y="716"/>
                        </a:lnTo>
                        <a:lnTo>
                          <a:pt x="940" y="719"/>
                        </a:lnTo>
                        <a:lnTo>
                          <a:pt x="939" y="721"/>
                        </a:lnTo>
                        <a:lnTo>
                          <a:pt x="942" y="721"/>
                        </a:lnTo>
                        <a:lnTo>
                          <a:pt x="943" y="721"/>
                        </a:lnTo>
                        <a:lnTo>
                          <a:pt x="943" y="725"/>
                        </a:lnTo>
                        <a:lnTo>
                          <a:pt x="942" y="728"/>
                        </a:lnTo>
                        <a:lnTo>
                          <a:pt x="943" y="727"/>
                        </a:lnTo>
                        <a:lnTo>
                          <a:pt x="943" y="730"/>
                        </a:lnTo>
                        <a:lnTo>
                          <a:pt x="943" y="731"/>
                        </a:lnTo>
                        <a:lnTo>
                          <a:pt x="946" y="728"/>
                        </a:lnTo>
                        <a:lnTo>
                          <a:pt x="947" y="730"/>
                        </a:lnTo>
                        <a:lnTo>
                          <a:pt x="946" y="732"/>
                        </a:lnTo>
                        <a:lnTo>
                          <a:pt x="947" y="734"/>
                        </a:lnTo>
                        <a:lnTo>
                          <a:pt x="948" y="732"/>
                        </a:lnTo>
                        <a:lnTo>
                          <a:pt x="950" y="734"/>
                        </a:lnTo>
                        <a:lnTo>
                          <a:pt x="948" y="736"/>
                        </a:lnTo>
                        <a:lnTo>
                          <a:pt x="946" y="735"/>
                        </a:lnTo>
                        <a:lnTo>
                          <a:pt x="946" y="736"/>
                        </a:lnTo>
                        <a:lnTo>
                          <a:pt x="946" y="738"/>
                        </a:lnTo>
                        <a:lnTo>
                          <a:pt x="948" y="740"/>
                        </a:lnTo>
                        <a:lnTo>
                          <a:pt x="948" y="742"/>
                        </a:lnTo>
                        <a:lnTo>
                          <a:pt x="947" y="743"/>
                        </a:lnTo>
                        <a:lnTo>
                          <a:pt x="947" y="743"/>
                        </a:lnTo>
                        <a:close/>
                        <a:moveTo>
                          <a:pt x="709" y="672"/>
                        </a:moveTo>
                        <a:lnTo>
                          <a:pt x="709" y="672"/>
                        </a:lnTo>
                        <a:lnTo>
                          <a:pt x="711" y="672"/>
                        </a:lnTo>
                        <a:lnTo>
                          <a:pt x="712" y="670"/>
                        </a:lnTo>
                        <a:lnTo>
                          <a:pt x="713" y="670"/>
                        </a:lnTo>
                        <a:lnTo>
                          <a:pt x="713" y="670"/>
                        </a:lnTo>
                        <a:lnTo>
                          <a:pt x="716" y="671"/>
                        </a:lnTo>
                        <a:lnTo>
                          <a:pt x="718" y="671"/>
                        </a:lnTo>
                        <a:lnTo>
                          <a:pt x="719" y="670"/>
                        </a:lnTo>
                        <a:lnTo>
                          <a:pt x="720" y="670"/>
                        </a:lnTo>
                        <a:lnTo>
                          <a:pt x="722" y="671"/>
                        </a:lnTo>
                        <a:lnTo>
                          <a:pt x="722" y="672"/>
                        </a:lnTo>
                        <a:lnTo>
                          <a:pt x="720" y="675"/>
                        </a:lnTo>
                        <a:lnTo>
                          <a:pt x="720" y="678"/>
                        </a:lnTo>
                        <a:lnTo>
                          <a:pt x="719" y="681"/>
                        </a:lnTo>
                        <a:lnTo>
                          <a:pt x="719" y="685"/>
                        </a:lnTo>
                        <a:lnTo>
                          <a:pt x="719" y="685"/>
                        </a:lnTo>
                        <a:lnTo>
                          <a:pt x="722" y="685"/>
                        </a:lnTo>
                        <a:lnTo>
                          <a:pt x="722" y="685"/>
                        </a:lnTo>
                        <a:lnTo>
                          <a:pt x="724" y="686"/>
                        </a:lnTo>
                        <a:lnTo>
                          <a:pt x="726" y="685"/>
                        </a:lnTo>
                        <a:lnTo>
                          <a:pt x="728" y="685"/>
                        </a:lnTo>
                        <a:lnTo>
                          <a:pt x="728" y="683"/>
                        </a:lnTo>
                        <a:lnTo>
                          <a:pt x="731" y="682"/>
                        </a:lnTo>
                        <a:lnTo>
                          <a:pt x="732" y="682"/>
                        </a:lnTo>
                        <a:lnTo>
                          <a:pt x="735" y="681"/>
                        </a:lnTo>
                        <a:lnTo>
                          <a:pt x="735" y="677"/>
                        </a:lnTo>
                        <a:lnTo>
                          <a:pt x="738" y="675"/>
                        </a:lnTo>
                        <a:lnTo>
                          <a:pt x="739" y="674"/>
                        </a:lnTo>
                        <a:lnTo>
                          <a:pt x="741" y="672"/>
                        </a:lnTo>
                        <a:lnTo>
                          <a:pt x="742" y="674"/>
                        </a:lnTo>
                        <a:lnTo>
                          <a:pt x="743" y="672"/>
                        </a:lnTo>
                        <a:lnTo>
                          <a:pt x="745" y="672"/>
                        </a:lnTo>
                        <a:lnTo>
                          <a:pt x="746" y="672"/>
                        </a:lnTo>
                        <a:lnTo>
                          <a:pt x="747" y="668"/>
                        </a:lnTo>
                        <a:lnTo>
                          <a:pt x="747" y="666"/>
                        </a:lnTo>
                        <a:lnTo>
                          <a:pt x="750" y="663"/>
                        </a:lnTo>
                        <a:lnTo>
                          <a:pt x="750" y="662"/>
                        </a:lnTo>
                        <a:lnTo>
                          <a:pt x="753" y="662"/>
                        </a:lnTo>
                        <a:lnTo>
                          <a:pt x="754" y="663"/>
                        </a:lnTo>
                        <a:lnTo>
                          <a:pt x="756" y="662"/>
                        </a:lnTo>
                        <a:lnTo>
                          <a:pt x="757" y="660"/>
                        </a:lnTo>
                        <a:lnTo>
                          <a:pt x="758" y="662"/>
                        </a:lnTo>
                        <a:lnTo>
                          <a:pt x="758" y="664"/>
                        </a:lnTo>
                        <a:lnTo>
                          <a:pt x="757" y="666"/>
                        </a:lnTo>
                        <a:lnTo>
                          <a:pt x="756" y="667"/>
                        </a:lnTo>
                        <a:lnTo>
                          <a:pt x="758" y="668"/>
                        </a:lnTo>
                        <a:lnTo>
                          <a:pt x="761" y="668"/>
                        </a:lnTo>
                        <a:lnTo>
                          <a:pt x="764" y="668"/>
                        </a:lnTo>
                        <a:lnTo>
                          <a:pt x="764" y="671"/>
                        </a:lnTo>
                        <a:lnTo>
                          <a:pt x="762" y="674"/>
                        </a:lnTo>
                        <a:lnTo>
                          <a:pt x="761" y="674"/>
                        </a:lnTo>
                        <a:lnTo>
                          <a:pt x="761" y="678"/>
                        </a:lnTo>
                        <a:lnTo>
                          <a:pt x="762" y="678"/>
                        </a:lnTo>
                        <a:lnTo>
                          <a:pt x="764" y="678"/>
                        </a:lnTo>
                        <a:lnTo>
                          <a:pt x="765" y="678"/>
                        </a:lnTo>
                        <a:lnTo>
                          <a:pt x="766" y="678"/>
                        </a:lnTo>
                        <a:lnTo>
                          <a:pt x="768" y="678"/>
                        </a:lnTo>
                        <a:lnTo>
                          <a:pt x="769" y="679"/>
                        </a:lnTo>
                        <a:lnTo>
                          <a:pt x="772" y="679"/>
                        </a:lnTo>
                        <a:lnTo>
                          <a:pt x="773" y="681"/>
                        </a:lnTo>
                        <a:lnTo>
                          <a:pt x="775" y="681"/>
                        </a:lnTo>
                        <a:lnTo>
                          <a:pt x="777" y="683"/>
                        </a:lnTo>
                        <a:lnTo>
                          <a:pt x="779" y="682"/>
                        </a:lnTo>
                        <a:lnTo>
                          <a:pt x="780" y="679"/>
                        </a:lnTo>
                        <a:lnTo>
                          <a:pt x="783" y="679"/>
                        </a:lnTo>
                        <a:lnTo>
                          <a:pt x="784" y="677"/>
                        </a:lnTo>
                        <a:lnTo>
                          <a:pt x="787" y="677"/>
                        </a:lnTo>
                        <a:lnTo>
                          <a:pt x="787" y="675"/>
                        </a:lnTo>
                        <a:lnTo>
                          <a:pt x="785" y="674"/>
                        </a:lnTo>
                        <a:lnTo>
                          <a:pt x="784" y="672"/>
                        </a:lnTo>
                        <a:lnTo>
                          <a:pt x="785" y="672"/>
                        </a:lnTo>
                        <a:lnTo>
                          <a:pt x="787" y="670"/>
                        </a:lnTo>
                        <a:lnTo>
                          <a:pt x="785" y="670"/>
                        </a:lnTo>
                        <a:lnTo>
                          <a:pt x="784" y="667"/>
                        </a:lnTo>
                        <a:lnTo>
                          <a:pt x="783" y="668"/>
                        </a:lnTo>
                        <a:lnTo>
                          <a:pt x="783" y="670"/>
                        </a:lnTo>
                        <a:lnTo>
                          <a:pt x="781" y="670"/>
                        </a:lnTo>
                        <a:lnTo>
                          <a:pt x="781" y="670"/>
                        </a:lnTo>
                        <a:lnTo>
                          <a:pt x="779" y="668"/>
                        </a:lnTo>
                        <a:lnTo>
                          <a:pt x="779" y="667"/>
                        </a:lnTo>
                        <a:lnTo>
                          <a:pt x="777" y="667"/>
                        </a:lnTo>
                        <a:lnTo>
                          <a:pt x="776" y="668"/>
                        </a:lnTo>
                        <a:lnTo>
                          <a:pt x="770" y="668"/>
                        </a:lnTo>
                        <a:lnTo>
                          <a:pt x="769" y="667"/>
                        </a:lnTo>
                        <a:lnTo>
                          <a:pt x="772" y="666"/>
                        </a:lnTo>
                        <a:lnTo>
                          <a:pt x="773" y="666"/>
                        </a:lnTo>
                        <a:lnTo>
                          <a:pt x="776" y="664"/>
                        </a:lnTo>
                        <a:lnTo>
                          <a:pt x="776" y="663"/>
                        </a:lnTo>
                        <a:lnTo>
                          <a:pt x="775" y="662"/>
                        </a:lnTo>
                        <a:lnTo>
                          <a:pt x="775" y="659"/>
                        </a:lnTo>
                        <a:lnTo>
                          <a:pt x="776" y="658"/>
                        </a:lnTo>
                        <a:lnTo>
                          <a:pt x="776" y="655"/>
                        </a:lnTo>
                        <a:lnTo>
                          <a:pt x="775" y="653"/>
                        </a:lnTo>
                        <a:lnTo>
                          <a:pt x="775" y="652"/>
                        </a:lnTo>
                        <a:lnTo>
                          <a:pt x="770" y="648"/>
                        </a:lnTo>
                        <a:lnTo>
                          <a:pt x="766" y="647"/>
                        </a:lnTo>
                        <a:lnTo>
                          <a:pt x="766" y="645"/>
                        </a:lnTo>
                        <a:lnTo>
                          <a:pt x="765" y="643"/>
                        </a:lnTo>
                        <a:lnTo>
                          <a:pt x="764" y="643"/>
                        </a:lnTo>
                        <a:lnTo>
                          <a:pt x="762" y="640"/>
                        </a:lnTo>
                        <a:lnTo>
                          <a:pt x="764" y="637"/>
                        </a:lnTo>
                        <a:lnTo>
                          <a:pt x="762" y="634"/>
                        </a:lnTo>
                        <a:lnTo>
                          <a:pt x="758" y="634"/>
                        </a:lnTo>
                        <a:lnTo>
                          <a:pt x="754" y="633"/>
                        </a:lnTo>
                        <a:lnTo>
                          <a:pt x="753" y="630"/>
                        </a:lnTo>
                        <a:lnTo>
                          <a:pt x="754" y="629"/>
                        </a:lnTo>
                        <a:lnTo>
                          <a:pt x="754" y="628"/>
                        </a:lnTo>
                        <a:lnTo>
                          <a:pt x="751" y="626"/>
                        </a:lnTo>
                        <a:lnTo>
                          <a:pt x="751" y="624"/>
                        </a:lnTo>
                        <a:lnTo>
                          <a:pt x="750" y="624"/>
                        </a:lnTo>
                        <a:lnTo>
                          <a:pt x="747" y="626"/>
                        </a:lnTo>
                        <a:lnTo>
                          <a:pt x="747" y="629"/>
                        </a:lnTo>
                        <a:lnTo>
                          <a:pt x="746" y="630"/>
                        </a:lnTo>
                        <a:lnTo>
                          <a:pt x="745" y="629"/>
                        </a:lnTo>
                        <a:lnTo>
                          <a:pt x="745" y="626"/>
                        </a:lnTo>
                        <a:lnTo>
                          <a:pt x="743" y="624"/>
                        </a:lnTo>
                        <a:lnTo>
                          <a:pt x="745" y="622"/>
                        </a:lnTo>
                        <a:lnTo>
                          <a:pt x="746" y="622"/>
                        </a:lnTo>
                        <a:lnTo>
                          <a:pt x="747" y="622"/>
                        </a:lnTo>
                        <a:lnTo>
                          <a:pt x="747" y="620"/>
                        </a:lnTo>
                        <a:lnTo>
                          <a:pt x="747" y="618"/>
                        </a:lnTo>
                        <a:lnTo>
                          <a:pt x="746" y="615"/>
                        </a:lnTo>
                        <a:lnTo>
                          <a:pt x="745" y="615"/>
                        </a:lnTo>
                        <a:lnTo>
                          <a:pt x="745" y="614"/>
                        </a:lnTo>
                        <a:lnTo>
                          <a:pt x="746" y="611"/>
                        </a:lnTo>
                        <a:lnTo>
                          <a:pt x="745" y="611"/>
                        </a:lnTo>
                        <a:lnTo>
                          <a:pt x="739" y="613"/>
                        </a:lnTo>
                        <a:lnTo>
                          <a:pt x="737" y="615"/>
                        </a:lnTo>
                        <a:lnTo>
                          <a:pt x="735" y="621"/>
                        </a:lnTo>
                        <a:lnTo>
                          <a:pt x="732" y="625"/>
                        </a:lnTo>
                        <a:lnTo>
                          <a:pt x="732" y="626"/>
                        </a:lnTo>
                        <a:lnTo>
                          <a:pt x="730" y="629"/>
                        </a:lnTo>
                        <a:lnTo>
                          <a:pt x="730" y="630"/>
                        </a:lnTo>
                        <a:lnTo>
                          <a:pt x="727" y="636"/>
                        </a:lnTo>
                        <a:lnTo>
                          <a:pt x="728" y="637"/>
                        </a:lnTo>
                        <a:lnTo>
                          <a:pt x="727" y="639"/>
                        </a:lnTo>
                        <a:lnTo>
                          <a:pt x="726" y="641"/>
                        </a:lnTo>
                        <a:lnTo>
                          <a:pt x="726" y="643"/>
                        </a:lnTo>
                        <a:lnTo>
                          <a:pt x="722" y="647"/>
                        </a:lnTo>
                        <a:lnTo>
                          <a:pt x="722" y="648"/>
                        </a:lnTo>
                        <a:lnTo>
                          <a:pt x="722" y="652"/>
                        </a:lnTo>
                        <a:lnTo>
                          <a:pt x="720" y="653"/>
                        </a:lnTo>
                        <a:lnTo>
                          <a:pt x="720" y="658"/>
                        </a:lnTo>
                        <a:lnTo>
                          <a:pt x="719" y="660"/>
                        </a:lnTo>
                        <a:lnTo>
                          <a:pt x="715" y="660"/>
                        </a:lnTo>
                        <a:lnTo>
                          <a:pt x="711" y="662"/>
                        </a:lnTo>
                        <a:lnTo>
                          <a:pt x="711" y="664"/>
                        </a:lnTo>
                        <a:lnTo>
                          <a:pt x="709" y="670"/>
                        </a:lnTo>
                        <a:lnTo>
                          <a:pt x="709" y="672"/>
                        </a:lnTo>
                        <a:lnTo>
                          <a:pt x="709" y="672"/>
                        </a:lnTo>
                        <a:close/>
                        <a:moveTo>
                          <a:pt x="732" y="713"/>
                        </a:moveTo>
                        <a:lnTo>
                          <a:pt x="732" y="713"/>
                        </a:lnTo>
                        <a:lnTo>
                          <a:pt x="734" y="715"/>
                        </a:lnTo>
                        <a:lnTo>
                          <a:pt x="734" y="713"/>
                        </a:lnTo>
                        <a:lnTo>
                          <a:pt x="737" y="711"/>
                        </a:lnTo>
                        <a:lnTo>
                          <a:pt x="739" y="711"/>
                        </a:lnTo>
                        <a:lnTo>
                          <a:pt x="741" y="711"/>
                        </a:lnTo>
                        <a:lnTo>
                          <a:pt x="741" y="712"/>
                        </a:lnTo>
                        <a:lnTo>
                          <a:pt x="742" y="712"/>
                        </a:lnTo>
                        <a:lnTo>
                          <a:pt x="746" y="709"/>
                        </a:lnTo>
                        <a:lnTo>
                          <a:pt x="749" y="709"/>
                        </a:lnTo>
                        <a:lnTo>
                          <a:pt x="751" y="706"/>
                        </a:lnTo>
                        <a:lnTo>
                          <a:pt x="753" y="704"/>
                        </a:lnTo>
                        <a:lnTo>
                          <a:pt x="756" y="704"/>
                        </a:lnTo>
                        <a:lnTo>
                          <a:pt x="758" y="701"/>
                        </a:lnTo>
                        <a:lnTo>
                          <a:pt x="758" y="700"/>
                        </a:lnTo>
                        <a:lnTo>
                          <a:pt x="761" y="697"/>
                        </a:lnTo>
                        <a:lnTo>
                          <a:pt x="760" y="696"/>
                        </a:lnTo>
                        <a:lnTo>
                          <a:pt x="758" y="696"/>
                        </a:lnTo>
                        <a:lnTo>
                          <a:pt x="757" y="696"/>
                        </a:lnTo>
                        <a:lnTo>
                          <a:pt x="754" y="696"/>
                        </a:lnTo>
                        <a:lnTo>
                          <a:pt x="753" y="696"/>
                        </a:lnTo>
                        <a:lnTo>
                          <a:pt x="751" y="696"/>
                        </a:lnTo>
                        <a:lnTo>
                          <a:pt x="750" y="696"/>
                        </a:lnTo>
                        <a:lnTo>
                          <a:pt x="747" y="698"/>
                        </a:lnTo>
                        <a:lnTo>
                          <a:pt x="746" y="697"/>
                        </a:lnTo>
                        <a:lnTo>
                          <a:pt x="745" y="694"/>
                        </a:lnTo>
                        <a:lnTo>
                          <a:pt x="743" y="694"/>
                        </a:lnTo>
                        <a:lnTo>
                          <a:pt x="742" y="696"/>
                        </a:lnTo>
                        <a:lnTo>
                          <a:pt x="738" y="700"/>
                        </a:lnTo>
                        <a:lnTo>
                          <a:pt x="738" y="701"/>
                        </a:lnTo>
                        <a:lnTo>
                          <a:pt x="737" y="702"/>
                        </a:lnTo>
                        <a:lnTo>
                          <a:pt x="732" y="704"/>
                        </a:lnTo>
                        <a:lnTo>
                          <a:pt x="731" y="705"/>
                        </a:lnTo>
                        <a:lnTo>
                          <a:pt x="732" y="706"/>
                        </a:lnTo>
                        <a:lnTo>
                          <a:pt x="734" y="709"/>
                        </a:lnTo>
                        <a:lnTo>
                          <a:pt x="732" y="711"/>
                        </a:lnTo>
                        <a:lnTo>
                          <a:pt x="732" y="713"/>
                        </a:lnTo>
                        <a:lnTo>
                          <a:pt x="732" y="713"/>
                        </a:lnTo>
                        <a:close/>
                        <a:moveTo>
                          <a:pt x="962" y="732"/>
                        </a:moveTo>
                        <a:lnTo>
                          <a:pt x="962" y="732"/>
                        </a:lnTo>
                        <a:lnTo>
                          <a:pt x="965" y="732"/>
                        </a:lnTo>
                        <a:lnTo>
                          <a:pt x="967" y="735"/>
                        </a:lnTo>
                        <a:lnTo>
                          <a:pt x="969" y="734"/>
                        </a:lnTo>
                        <a:lnTo>
                          <a:pt x="969" y="732"/>
                        </a:lnTo>
                        <a:lnTo>
                          <a:pt x="970" y="731"/>
                        </a:lnTo>
                        <a:lnTo>
                          <a:pt x="970" y="730"/>
                        </a:lnTo>
                        <a:lnTo>
                          <a:pt x="969" y="730"/>
                        </a:lnTo>
                        <a:lnTo>
                          <a:pt x="966" y="730"/>
                        </a:lnTo>
                        <a:lnTo>
                          <a:pt x="963" y="731"/>
                        </a:lnTo>
                        <a:lnTo>
                          <a:pt x="962" y="732"/>
                        </a:lnTo>
                        <a:lnTo>
                          <a:pt x="962" y="732"/>
                        </a:lnTo>
                        <a:close/>
                        <a:moveTo>
                          <a:pt x="890" y="713"/>
                        </a:moveTo>
                        <a:lnTo>
                          <a:pt x="891" y="713"/>
                        </a:lnTo>
                        <a:lnTo>
                          <a:pt x="894" y="715"/>
                        </a:lnTo>
                        <a:lnTo>
                          <a:pt x="894" y="716"/>
                        </a:lnTo>
                        <a:lnTo>
                          <a:pt x="894" y="717"/>
                        </a:lnTo>
                        <a:lnTo>
                          <a:pt x="894" y="719"/>
                        </a:lnTo>
                        <a:lnTo>
                          <a:pt x="897" y="720"/>
                        </a:lnTo>
                        <a:lnTo>
                          <a:pt x="897" y="720"/>
                        </a:lnTo>
                        <a:lnTo>
                          <a:pt x="900" y="720"/>
                        </a:lnTo>
                        <a:lnTo>
                          <a:pt x="900" y="720"/>
                        </a:lnTo>
                        <a:lnTo>
                          <a:pt x="900" y="719"/>
                        </a:lnTo>
                        <a:lnTo>
                          <a:pt x="900" y="717"/>
                        </a:lnTo>
                        <a:lnTo>
                          <a:pt x="898" y="716"/>
                        </a:lnTo>
                        <a:lnTo>
                          <a:pt x="897" y="715"/>
                        </a:lnTo>
                        <a:lnTo>
                          <a:pt x="895" y="715"/>
                        </a:lnTo>
                        <a:lnTo>
                          <a:pt x="893" y="713"/>
                        </a:lnTo>
                        <a:lnTo>
                          <a:pt x="891" y="713"/>
                        </a:lnTo>
                        <a:lnTo>
                          <a:pt x="890" y="713"/>
                        </a:lnTo>
                        <a:lnTo>
                          <a:pt x="890" y="713"/>
                        </a:lnTo>
                        <a:close/>
                        <a:moveTo>
                          <a:pt x="959" y="750"/>
                        </a:moveTo>
                        <a:lnTo>
                          <a:pt x="957" y="749"/>
                        </a:lnTo>
                        <a:lnTo>
                          <a:pt x="957" y="747"/>
                        </a:lnTo>
                        <a:lnTo>
                          <a:pt x="955" y="746"/>
                        </a:lnTo>
                        <a:lnTo>
                          <a:pt x="955" y="745"/>
                        </a:lnTo>
                        <a:lnTo>
                          <a:pt x="957" y="743"/>
                        </a:lnTo>
                        <a:lnTo>
                          <a:pt x="958" y="745"/>
                        </a:lnTo>
                        <a:lnTo>
                          <a:pt x="958" y="746"/>
                        </a:lnTo>
                        <a:lnTo>
                          <a:pt x="959" y="747"/>
                        </a:lnTo>
                        <a:lnTo>
                          <a:pt x="959" y="750"/>
                        </a:lnTo>
                        <a:lnTo>
                          <a:pt x="959" y="750"/>
                        </a:lnTo>
                        <a:lnTo>
                          <a:pt x="959" y="750"/>
                        </a:lnTo>
                        <a:close/>
                        <a:moveTo>
                          <a:pt x="957" y="759"/>
                        </a:moveTo>
                        <a:lnTo>
                          <a:pt x="955" y="758"/>
                        </a:lnTo>
                        <a:lnTo>
                          <a:pt x="955" y="757"/>
                        </a:lnTo>
                        <a:lnTo>
                          <a:pt x="954" y="755"/>
                        </a:lnTo>
                        <a:lnTo>
                          <a:pt x="953" y="755"/>
                        </a:lnTo>
                        <a:lnTo>
                          <a:pt x="951" y="753"/>
                        </a:lnTo>
                        <a:lnTo>
                          <a:pt x="951" y="751"/>
                        </a:lnTo>
                        <a:lnTo>
                          <a:pt x="953" y="751"/>
                        </a:lnTo>
                        <a:lnTo>
                          <a:pt x="954" y="750"/>
                        </a:lnTo>
                        <a:lnTo>
                          <a:pt x="958" y="751"/>
                        </a:lnTo>
                        <a:lnTo>
                          <a:pt x="961" y="753"/>
                        </a:lnTo>
                        <a:lnTo>
                          <a:pt x="961" y="754"/>
                        </a:lnTo>
                        <a:lnTo>
                          <a:pt x="959" y="755"/>
                        </a:lnTo>
                        <a:lnTo>
                          <a:pt x="959" y="757"/>
                        </a:lnTo>
                        <a:lnTo>
                          <a:pt x="958" y="757"/>
                        </a:lnTo>
                        <a:lnTo>
                          <a:pt x="957" y="759"/>
                        </a:lnTo>
                        <a:lnTo>
                          <a:pt x="957" y="759"/>
                        </a:lnTo>
                        <a:lnTo>
                          <a:pt x="957" y="759"/>
                        </a:lnTo>
                        <a:close/>
                        <a:moveTo>
                          <a:pt x="886" y="802"/>
                        </a:moveTo>
                        <a:lnTo>
                          <a:pt x="886" y="803"/>
                        </a:lnTo>
                        <a:lnTo>
                          <a:pt x="886" y="803"/>
                        </a:lnTo>
                        <a:lnTo>
                          <a:pt x="886" y="802"/>
                        </a:lnTo>
                        <a:lnTo>
                          <a:pt x="886" y="802"/>
                        </a:lnTo>
                        <a:close/>
                        <a:moveTo>
                          <a:pt x="887" y="802"/>
                        </a:moveTo>
                        <a:lnTo>
                          <a:pt x="887" y="804"/>
                        </a:lnTo>
                        <a:lnTo>
                          <a:pt x="887" y="804"/>
                        </a:lnTo>
                        <a:lnTo>
                          <a:pt x="887" y="802"/>
                        </a:lnTo>
                        <a:lnTo>
                          <a:pt x="887" y="802"/>
                        </a:lnTo>
                        <a:close/>
                        <a:moveTo>
                          <a:pt x="889" y="802"/>
                        </a:moveTo>
                        <a:lnTo>
                          <a:pt x="889" y="803"/>
                        </a:lnTo>
                        <a:lnTo>
                          <a:pt x="889" y="806"/>
                        </a:lnTo>
                        <a:lnTo>
                          <a:pt x="889" y="807"/>
                        </a:lnTo>
                        <a:lnTo>
                          <a:pt x="890" y="807"/>
                        </a:lnTo>
                        <a:lnTo>
                          <a:pt x="890" y="804"/>
                        </a:lnTo>
                        <a:lnTo>
                          <a:pt x="889" y="802"/>
                        </a:lnTo>
                        <a:lnTo>
                          <a:pt x="889" y="802"/>
                        </a:lnTo>
                        <a:close/>
                        <a:moveTo>
                          <a:pt x="908" y="781"/>
                        </a:moveTo>
                        <a:lnTo>
                          <a:pt x="908" y="778"/>
                        </a:lnTo>
                        <a:lnTo>
                          <a:pt x="908" y="777"/>
                        </a:lnTo>
                        <a:lnTo>
                          <a:pt x="909" y="776"/>
                        </a:lnTo>
                        <a:lnTo>
                          <a:pt x="909" y="774"/>
                        </a:lnTo>
                        <a:lnTo>
                          <a:pt x="913" y="772"/>
                        </a:lnTo>
                        <a:lnTo>
                          <a:pt x="916" y="772"/>
                        </a:lnTo>
                        <a:lnTo>
                          <a:pt x="916" y="772"/>
                        </a:lnTo>
                        <a:lnTo>
                          <a:pt x="916" y="773"/>
                        </a:lnTo>
                        <a:lnTo>
                          <a:pt x="916" y="774"/>
                        </a:lnTo>
                        <a:lnTo>
                          <a:pt x="916" y="776"/>
                        </a:lnTo>
                        <a:lnTo>
                          <a:pt x="914" y="777"/>
                        </a:lnTo>
                        <a:lnTo>
                          <a:pt x="913" y="778"/>
                        </a:lnTo>
                        <a:lnTo>
                          <a:pt x="912" y="778"/>
                        </a:lnTo>
                        <a:lnTo>
                          <a:pt x="909" y="781"/>
                        </a:lnTo>
                        <a:lnTo>
                          <a:pt x="908" y="781"/>
                        </a:lnTo>
                        <a:lnTo>
                          <a:pt x="908" y="781"/>
                        </a:lnTo>
                        <a:close/>
                        <a:moveTo>
                          <a:pt x="845" y="711"/>
                        </a:moveTo>
                        <a:lnTo>
                          <a:pt x="848" y="712"/>
                        </a:lnTo>
                        <a:lnTo>
                          <a:pt x="849" y="713"/>
                        </a:lnTo>
                        <a:lnTo>
                          <a:pt x="852" y="715"/>
                        </a:lnTo>
                        <a:lnTo>
                          <a:pt x="855" y="715"/>
                        </a:lnTo>
                        <a:lnTo>
                          <a:pt x="853" y="715"/>
                        </a:lnTo>
                        <a:lnTo>
                          <a:pt x="852" y="713"/>
                        </a:lnTo>
                        <a:lnTo>
                          <a:pt x="848" y="711"/>
                        </a:lnTo>
                        <a:lnTo>
                          <a:pt x="847" y="711"/>
                        </a:lnTo>
                        <a:lnTo>
                          <a:pt x="845" y="711"/>
                        </a:lnTo>
                        <a:lnTo>
                          <a:pt x="845" y="711"/>
                        </a:lnTo>
                        <a:close/>
                        <a:moveTo>
                          <a:pt x="825" y="692"/>
                        </a:moveTo>
                        <a:lnTo>
                          <a:pt x="825" y="692"/>
                        </a:lnTo>
                        <a:lnTo>
                          <a:pt x="826" y="692"/>
                        </a:lnTo>
                        <a:lnTo>
                          <a:pt x="828" y="693"/>
                        </a:lnTo>
                        <a:lnTo>
                          <a:pt x="829" y="692"/>
                        </a:lnTo>
                        <a:lnTo>
                          <a:pt x="829" y="692"/>
                        </a:lnTo>
                        <a:lnTo>
                          <a:pt x="830" y="692"/>
                        </a:lnTo>
                        <a:lnTo>
                          <a:pt x="830" y="690"/>
                        </a:lnTo>
                        <a:lnTo>
                          <a:pt x="829" y="689"/>
                        </a:lnTo>
                        <a:lnTo>
                          <a:pt x="830" y="687"/>
                        </a:lnTo>
                        <a:lnTo>
                          <a:pt x="830" y="687"/>
                        </a:lnTo>
                        <a:lnTo>
                          <a:pt x="828" y="685"/>
                        </a:lnTo>
                        <a:lnTo>
                          <a:pt x="826" y="685"/>
                        </a:lnTo>
                        <a:lnTo>
                          <a:pt x="825" y="683"/>
                        </a:lnTo>
                        <a:lnTo>
                          <a:pt x="825" y="683"/>
                        </a:lnTo>
                        <a:lnTo>
                          <a:pt x="823" y="683"/>
                        </a:lnTo>
                        <a:lnTo>
                          <a:pt x="822" y="682"/>
                        </a:lnTo>
                        <a:lnTo>
                          <a:pt x="821" y="683"/>
                        </a:lnTo>
                        <a:lnTo>
                          <a:pt x="819" y="683"/>
                        </a:lnTo>
                        <a:lnTo>
                          <a:pt x="821" y="686"/>
                        </a:lnTo>
                        <a:lnTo>
                          <a:pt x="821" y="686"/>
                        </a:lnTo>
                        <a:lnTo>
                          <a:pt x="822" y="686"/>
                        </a:lnTo>
                        <a:lnTo>
                          <a:pt x="823" y="687"/>
                        </a:lnTo>
                        <a:lnTo>
                          <a:pt x="825" y="689"/>
                        </a:lnTo>
                        <a:lnTo>
                          <a:pt x="825" y="692"/>
                        </a:lnTo>
                        <a:lnTo>
                          <a:pt x="825" y="692"/>
                        </a:lnTo>
                        <a:close/>
                        <a:moveTo>
                          <a:pt x="810" y="698"/>
                        </a:moveTo>
                        <a:lnTo>
                          <a:pt x="813" y="698"/>
                        </a:lnTo>
                        <a:lnTo>
                          <a:pt x="814" y="697"/>
                        </a:lnTo>
                        <a:lnTo>
                          <a:pt x="815" y="697"/>
                        </a:lnTo>
                        <a:lnTo>
                          <a:pt x="817" y="696"/>
                        </a:lnTo>
                        <a:lnTo>
                          <a:pt x="817" y="694"/>
                        </a:lnTo>
                        <a:lnTo>
                          <a:pt x="817" y="693"/>
                        </a:lnTo>
                        <a:lnTo>
                          <a:pt x="817" y="690"/>
                        </a:lnTo>
                        <a:lnTo>
                          <a:pt x="815" y="689"/>
                        </a:lnTo>
                        <a:lnTo>
                          <a:pt x="811" y="689"/>
                        </a:lnTo>
                        <a:lnTo>
                          <a:pt x="810" y="687"/>
                        </a:lnTo>
                        <a:lnTo>
                          <a:pt x="809" y="686"/>
                        </a:lnTo>
                        <a:lnTo>
                          <a:pt x="807" y="686"/>
                        </a:lnTo>
                        <a:lnTo>
                          <a:pt x="806" y="686"/>
                        </a:lnTo>
                        <a:lnTo>
                          <a:pt x="804" y="686"/>
                        </a:lnTo>
                        <a:lnTo>
                          <a:pt x="803" y="687"/>
                        </a:lnTo>
                        <a:lnTo>
                          <a:pt x="804" y="690"/>
                        </a:lnTo>
                        <a:lnTo>
                          <a:pt x="806" y="692"/>
                        </a:lnTo>
                        <a:lnTo>
                          <a:pt x="807" y="694"/>
                        </a:lnTo>
                        <a:lnTo>
                          <a:pt x="809" y="696"/>
                        </a:lnTo>
                        <a:lnTo>
                          <a:pt x="809" y="697"/>
                        </a:lnTo>
                        <a:lnTo>
                          <a:pt x="810" y="698"/>
                        </a:lnTo>
                        <a:lnTo>
                          <a:pt x="810" y="698"/>
                        </a:lnTo>
                        <a:close/>
                        <a:moveTo>
                          <a:pt x="807" y="711"/>
                        </a:moveTo>
                        <a:lnTo>
                          <a:pt x="807" y="711"/>
                        </a:lnTo>
                        <a:lnTo>
                          <a:pt x="809" y="709"/>
                        </a:lnTo>
                        <a:lnTo>
                          <a:pt x="804" y="709"/>
                        </a:lnTo>
                        <a:lnTo>
                          <a:pt x="804" y="709"/>
                        </a:lnTo>
                        <a:lnTo>
                          <a:pt x="804" y="711"/>
                        </a:lnTo>
                        <a:lnTo>
                          <a:pt x="807" y="711"/>
                        </a:lnTo>
                        <a:lnTo>
                          <a:pt x="807" y="711"/>
                        </a:lnTo>
                        <a:close/>
                        <a:moveTo>
                          <a:pt x="776" y="732"/>
                        </a:moveTo>
                        <a:lnTo>
                          <a:pt x="776" y="732"/>
                        </a:lnTo>
                        <a:lnTo>
                          <a:pt x="777" y="731"/>
                        </a:lnTo>
                        <a:lnTo>
                          <a:pt x="777" y="730"/>
                        </a:lnTo>
                        <a:lnTo>
                          <a:pt x="779" y="728"/>
                        </a:lnTo>
                        <a:lnTo>
                          <a:pt x="779" y="728"/>
                        </a:lnTo>
                        <a:lnTo>
                          <a:pt x="779" y="727"/>
                        </a:lnTo>
                        <a:lnTo>
                          <a:pt x="779" y="725"/>
                        </a:lnTo>
                        <a:lnTo>
                          <a:pt x="781" y="724"/>
                        </a:lnTo>
                        <a:lnTo>
                          <a:pt x="783" y="721"/>
                        </a:lnTo>
                        <a:lnTo>
                          <a:pt x="784" y="721"/>
                        </a:lnTo>
                        <a:lnTo>
                          <a:pt x="785" y="720"/>
                        </a:lnTo>
                        <a:lnTo>
                          <a:pt x="784" y="719"/>
                        </a:lnTo>
                        <a:lnTo>
                          <a:pt x="784" y="717"/>
                        </a:lnTo>
                        <a:lnTo>
                          <a:pt x="785" y="716"/>
                        </a:lnTo>
                        <a:lnTo>
                          <a:pt x="787" y="715"/>
                        </a:lnTo>
                        <a:lnTo>
                          <a:pt x="787" y="713"/>
                        </a:lnTo>
                        <a:lnTo>
                          <a:pt x="787" y="712"/>
                        </a:lnTo>
                        <a:lnTo>
                          <a:pt x="785" y="711"/>
                        </a:lnTo>
                        <a:lnTo>
                          <a:pt x="784" y="711"/>
                        </a:lnTo>
                        <a:lnTo>
                          <a:pt x="783" y="711"/>
                        </a:lnTo>
                        <a:lnTo>
                          <a:pt x="781" y="709"/>
                        </a:lnTo>
                        <a:lnTo>
                          <a:pt x="780" y="709"/>
                        </a:lnTo>
                        <a:lnTo>
                          <a:pt x="780" y="711"/>
                        </a:lnTo>
                        <a:lnTo>
                          <a:pt x="777" y="713"/>
                        </a:lnTo>
                        <a:lnTo>
                          <a:pt x="776" y="713"/>
                        </a:lnTo>
                        <a:lnTo>
                          <a:pt x="775" y="715"/>
                        </a:lnTo>
                        <a:lnTo>
                          <a:pt x="773" y="717"/>
                        </a:lnTo>
                        <a:lnTo>
                          <a:pt x="775" y="720"/>
                        </a:lnTo>
                        <a:lnTo>
                          <a:pt x="772" y="720"/>
                        </a:lnTo>
                        <a:lnTo>
                          <a:pt x="772" y="723"/>
                        </a:lnTo>
                        <a:lnTo>
                          <a:pt x="772" y="724"/>
                        </a:lnTo>
                        <a:lnTo>
                          <a:pt x="770" y="727"/>
                        </a:lnTo>
                        <a:lnTo>
                          <a:pt x="772" y="727"/>
                        </a:lnTo>
                        <a:lnTo>
                          <a:pt x="773" y="728"/>
                        </a:lnTo>
                        <a:lnTo>
                          <a:pt x="775" y="730"/>
                        </a:lnTo>
                        <a:lnTo>
                          <a:pt x="776" y="730"/>
                        </a:lnTo>
                        <a:lnTo>
                          <a:pt x="776" y="732"/>
                        </a:lnTo>
                        <a:lnTo>
                          <a:pt x="776" y="732"/>
                        </a:lnTo>
                        <a:close/>
                        <a:moveTo>
                          <a:pt x="747" y="852"/>
                        </a:moveTo>
                        <a:lnTo>
                          <a:pt x="747" y="852"/>
                        </a:lnTo>
                        <a:lnTo>
                          <a:pt x="749" y="852"/>
                        </a:lnTo>
                        <a:lnTo>
                          <a:pt x="749" y="850"/>
                        </a:lnTo>
                        <a:lnTo>
                          <a:pt x="747" y="852"/>
                        </a:lnTo>
                        <a:lnTo>
                          <a:pt x="747" y="852"/>
                        </a:lnTo>
                        <a:close/>
                        <a:moveTo>
                          <a:pt x="749" y="863"/>
                        </a:moveTo>
                        <a:lnTo>
                          <a:pt x="751" y="861"/>
                        </a:lnTo>
                        <a:lnTo>
                          <a:pt x="751" y="859"/>
                        </a:lnTo>
                        <a:lnTo>
                          <a:pt x="753" y="859"/>
                        </a:lnTo>
                        <a:lnTo>
                          <a:pt x="753" y="861"/>
                        </a:lnTo>
                        <a:lnTo>
                          <a:pt x="750" y="864"/>
                        </a:lnTo>
                        <a:lnTo>
                          <a:pt x="750" y="864"/>
                        </a:lnTo>
                        <a:lnTo>
                          <a:pt x="749" y="863"/>
                        </a:lnTo>
                        <a:lnTo>
                          <a:pt x="749" y="863"/>
                        </a:lnTo>
                        <a:close/>
                        <a:moveTo>
                          <a:pt x="732" y="860"/>
                        </a:moveTo>
                        <a:lnTo>
                          <a:pt x="734" y="857"/>
                        </a:lnTo>
                        <a:lnTo>
                          <a:pt x="735" y="857"/>
                        </a:lnTo>
                        <a:lnTo>
                          <a:pt x="737" y="856"/>
                        </a:lnTo>
                        <a:lnTo>
                          <a:pt x="738" y="856"/>
                        </a:lnTo>
                        <a:lnTo>
                          <a:pt x="739" y="855"/>
                        </a:lnTo>
                        <a:lnTo>
                          <a:pt x="741" y="853"/>
                        </a:lnTo>
                        <a:lnTo>
                          <a:pt x="739" y="857"/>
                        </a:lnTo>
                        <a:lnTo>
                          <a:pt x="735" y="860"/>
                        </a:lnTo>
                        <a:lnTo>
                          <a:pt x="732" y="860"/>
                        </a:lnTo>
                        <a:lnTo>
                          <a:pt x="732" y="860"/>
                        </a:lnTo>
                        <a:lnTo>
                          <a:pt x="732" y="860"/>
                        </a:lnTo>
                        <a:close/>
                        <a:moveTo>
                          <a:pt x="743" y="865"/>
                        </a:moveTo>
                        <a:lnTo>
                          <a:pt x="747" y="860"/>
                        </a:lnTo>
                        <a:lnTo>
                          <a:pt x="747" y="859"/>
                        </a:lnTo>
                        <a:lnTo>
                          <a:pt x="749" y="859"/>
                        </a:lnTo>
                        <a:lnTo>
                          <a:pt x="749" y="860"/>
                        </a:lnTo>
                        <a:lnTo>
                          <a:pt x="745" y="864"/>
                        </a:lnTo>
                        <a:lnTo>
                          <a:pt x="745" y="867"/>
                        </a:lnTo>
                        <a:lnTo>
                          <a:pt x="746" y="865"/>
                        </a:lnTo>
                        <a:lnTo>
                          <a:pt x="749" y="861"/>
                        </a:lnTo>
                        <a:lnTo>
                          <a:pt x="750" y="860"/>
                        </a:lnTo>
                        <a:lnTo>
                          <a:pt x="750" y="857"/>
                        </a:lnTo>
                        <a:lnTo>
                          <a:pt x="749" y="856"/>
                        </a:lnTo>
                        <a:lnTo>
                          <a:pt x="749" y="856"/>
                        </a:lnTo>
                        <a:lnTo>
                          <a:pt x="749" y="855"/>
                        </a:lnTo>
                        <a:lnTo>
                          <a:pt x="746" y="853"/>
                        </a:lnTo>
                        <a:lnTo>
                          <a:pt x="746" y="855"/>
                        </a:lnTo>
                        <a:lnTo>
                          <a:pt x="745" y="859"/>
                        </a:lnTo>
                        <a:lnTo>
                          <a:pt x="742" y="860"/>
                        </a:lnTo>
                        <a:lnTo>
                          <a:pt x="741" y="861"/>
                        </a:lnTo>
                        <a:lnTo>
                          <a:pt x="741" y="860"/>
                        </a:lnTo>
                        <a:lnTo>
                          <a:pt x="743" y="857"/>
                        </a:lnTo>
                        <a:lnTo>
                          <a:pt x="743" y="855"/>
                        </a:lnTo>
                        <a:lnTo>
                          <a:pt x="743" y="855"/>
                        </a:lnTo>
                        <a:lnTo>
                          <a:pt x="742" y="856"/>
                        </a:lnTo>
                        <a:lnTo>
                          <a:pt x="739" y="859"/>
                        </a:lnTo>
                        <a:lnTo>
                          <a:pt x="737" y="863"/>
                        </a:lnTo>
                        <a:lnTo>
                          <a:pt x="737" y="864"/>
                        </a:lnTo>
                        <a:lnTo>
                          <a:pt x="734" y="867"/>
                        </a:lnTo>
                        <a:lnTo>
                          <a:pt x="735" y="868"/>
                        </a:lnTo>
                        <a:lnTo>
                          <a:pt x="735" y="868"/>
                        </a:lnTo>
                        <a:lnTo>
                          <a:pt x="738" y="864"/>
                        </a:lnTo>
                        <a:lnTo>
                          <a:pt x="741" y="864"/>
                        </a:lnTo>
                        <a:lnTo>
                          <a:pt x="739" y="865"/>
                        </a:lnTo>
                        <a:lnTo>
                          <a:pt x="738" y="868"/>
                        </a:lnTo>
                        <a:lnTo>
                          <a:pt x="738" y="868"/>
                        </a:lnTo>
                        <a:lnTo>
                          <a:pt x="741" y="867"/>
                        </a:lnTo>
                        <a:lnTo>
                          <a:pt x="742" y="867"/>
                        </a:lnTo>
                        <a:lnTo>
                          <a:pt x="742" y="867"/>
                        </a:lnTo>
                        <a:lnTo>
                          <a:pt x="743" y="865"/>
                        </a:lnTo>
                        <a:lnTo>
                          <a:pt x="743" y="865"/>
                        </a:lnTo>
                        <a:close/>
                        <a:moveTo>
                          <a:pt x="741" y="865"/>
                        </a:moveTo>
                        <a:lnTo>
                          <a:pt x="742" y="863"/>
                        </a:lnTo>
                        <a:lnTo>
                          <a:pt x="745" y="859"/>
                        </a:lnTo>
                        <a:lnTo>
                          <a:pt x="743" y="863"/>
                        </a:lnTo>
                        <a:lnTo>
                          <a:pt x="742" y="864"/>
                        </a:lnTo>
                        <a:lnTo>
                          <a:pt x="741" y="865"/>
                        </a:lnTo>
                        <a:lnTo>
                          <a:pt x="741" y="865"/>
                        </a:lnTo>
                        <a:close/>
                        <a:moveTo>
                          <a:pt x="932" y="1060"/>
                        </a:moveTo>
                        <a:lnTo>
                          <a:pt x="932" y="1060"/>
                        </a:lnTo>
                        <a:lnTo>
                          <a:pt x="931" y="1058"/>
                        </a:lnTo>
                        <a:lnTo>
                          <a:pt x="932" y="1058"/>
                        </a:lnTo>
                        <a:lnTo>
                          <a:pt x="932" y="1056"/>
                        </a:lnTo>
                        <a:lnTo>
                          <a:pt x="935" y="1054"/>
                        </a:lnTo>
                        <a:lnTo>
                          <a:pt x="935" y="1054"/>
                        </a:lnTo>
                        <a:lnTo>
                          <a:pt x="935" y="1054"/>
                        </a:lnTo>
                        <a:lnTo>
                          <a:pt x="935" y="1054"/>
                        </a:lnTo>
                        <a:lnTo>
                          <a:pt x="932" y="1056"/>
                        </a:lnTo>
                        <a:lnTo>
                          <a:pt x="931" y="1058"/>
                        </a:lnTo>
                        <a:lnTo>
                          <a:pt x="931" y="1060"/>
                        </a:lnTo>
                        <a:lnTo>
                          <a:pt x="932" y="1060"/>
                        </a:lnTo>
                        <a:lnTo>
                          <a:pt x="932" y="1060"/>
                        </a:lnTo>
                        <a:lnTo>
                          <a:pt x="932" y="1060"/>
                        </a:lnTo>
                        <a:close/>
                        <a:moveTo>
                          <a:pt x="1003" y="1072"/>
                        </a:moveTo>
                        <a:lnTo>
                          <a:pt x="1003" y="1071"/>
                        </a:lnTo>
                        <a:lnTo>
                          <a:pt x="1003" y="1069"/>
                        </a:lnTo>
                        <a:lnTo>
                          <a:pt x="1003" y="1066"/>
                        </a:lnTo>
                        <a:lnTo>
                          <a:pt x="1001" y="1065"/>
                        </a:lnTo>
                        <a:lnTo>
                          <a:pt x="1003" y="1064"/>
                        </a:lnTo>
                        <a:lnTo>
                          <a:pt x="1003" y="1062"/>
                        </a:lnTo>
                        <a:lnTo>
                          <a:pt x="1003" y="1064"/>
                        </a:lnTo>
                        <a:lnTo>
                          <a:pt x="1004" y="1065"/>
                        </a:lnTo>
                        <a:lnTo>
                          <a:pt x="1004" y="1066"/>
                        </a:lnTo>
                        <a:lnTo>
                          <a:pt x="1003" y="1068"/>
                        </a:lnTo>
                        <a:lnTo>
                          <a:pt x="1003" y="1068"/>
                        </a:lnTo>
                        <a:lnTo>
                          <a:pt x="1004" y="1069"/>
                        </a:lnTo>
                        <a:lnTo>
                          <a:pt x="1004" y="1071"/>
                        </a:lnTo>
                        <a:lnTo>
                          <a:pt x="1004" y="1072"/>
                        </a:lnTo>
                        <a:lnTo>
                          <a:pt x="1003" y="1072"/>
                        </a:lnTo>
                        <a:lnTo>
                          <a:pt x="1003" y="1072"/>
                        </a:lnTo>
                        <a:close/>
                        <a:moveTo>
                          <a:pt x="1006" y="1073"/>
                        </a:moveTo>
                        <a:lnTo>
                          <a:pt x="1006" y="1072"/>
                        </a:lnTo>
                        <a:lnTo>
                          <a:pt x="1007" y="1072"/>
                        </a:lnTo>
                        <a:lnTo>
                          <a:pt x="1007" y="1073"/>
                        </a:lnTo>
                        <a:lnTo>
                          <a:pt x="1006" y="1075"/>
                        </a:lnTo>
                        <a:lnTo>
                          <a:pt x="1006" y="1073"/>
                        </a:lnTo>
                        <a:lnTo>
                          <a:pt x="1006" y="1073"/>
                        </a:lnTo>
                        <a:close/>
                        <a:moveTo>
                          <a:pt x="1033" y="974"/>
                        </a:moveTo>
                        <a:lnTo>
                          <a:pt x="1034" y="971"/>
                        </a:lnTo>
                        <a:lnTo>
                          <a:pt x="1035" y="970"/>
                        </a:lnTo>
                        <a:lnTo>
                          <a:pt x="1035" y="971"/>
                        </a:lnTo>
                        <a:lnTo>
                          <a:pt x="1035" y="974"/>
                        </a:lnTo>
                        <a:lnTo>
                          <a:pt x="1034" y="974"/>
                        </a:lnTo>
                        <a:lnTo>
                          <a:pt x="1034" y="974"/>
                        </a:lnTo>
                        <a:lnTo>
                          <a:pt x="1033" y="974"/>
                        </a:lnTo>
                        <a:lnTo>
                          <a:pt x="1033" y="974"/>
                        </a:lnTo>
                        <a:close/>
                        <a:moveTo>
                          <a:pt x="1025" y="994"/>
                        </a:moveTo>
                        <a:lnTo>
                          <a:pt x="1025" y="996"/>
                        </a:lnTo>
                        <a:lnTo>
                          <a:pt x="1026" y="996"/>
                        </a:lnTo>
                        <a:lnTo>
                          <a:pt x="1026" y="996"/>
                        </a:lnTo>
                        <a:lnTo>
                          <a:pt x="1027" y="996"/>
                        </a:lnTo>
                        <a:lnTo>
                          <a:pt x="1027" y="994"/>
                        </a:lnTo>
                        <a:lnTo>
                          <a:pt x="1026" y="994"/>
                        </a:lnTo>
                        <a:lnTo>
                          <a:pt x="1025" y="994"/>
                        </a:lnTo>
                        <a:lnTo>
                          <a:pt x="1025" y="994"/>
                        </a:lnTo>
                        <a:close/>
                        <a:moveTo>
                          <a:pt x="1039" y="1019"/>
                        </a:moveTo>
                        <a:lnTo>
                          <a:pt x="1038" y="1015"/>
                        </a:lnTo>
                        <a:lnTo>
                          <a:pt x="1038" y="1015"/>
                        </a:lnTo>
                        <a:lnTo>
                          <a:pt x="1039" y="1015"/>
                        </a:lnTo>
                        <a:lnTo>
                          <a:pt x="1041" y="1016"/>
                        </a:lnTo>
                        <a:lnTo>
                          <a:pt x="1041" y="1015"/>
                        </a:lnTo>
                        <a:lnTo>
                          <a:pt x="1042" y="1016"/>
                        </a:lnTo>
                        <a:lnTo>
                          <a:pt x="1042" y="1018"/>
                        </a:lnTo>
                        <a:lnTo>
                          <a:pt x="1041" y="1019"/>
                        </a:lnTo>
                        <a:lnTo>
                          <a:pt x="1041" y="1019"/>
                        </a:lnTo>
                        <a:lnTo>
                          <a:pt x="1039" y="1019"/>
                        </a:lnTo>
                        <a:lnTo>
                          <a:pt x="1039" y="1019"/>
                        </a:lnTo>
                        <a:close/>
                        <a:moveTo>
                          <a:pt x="1033" y="1018"/>
                        </a:moveTo>
                        <a:lnTo>
                          <a:pt x="1034" y="1019"/>
                        </a:lnTo>
                        <a:lnTo>
                          <a:pt x="1035" y="1018"/>
                        </a:lnTo>
                        <a:lnTo>
                          <a:pt x="1035" y="1016"/>
                        </a:lnTo>
                        <a:lnTo>
                          <a:pt x="1035" y="1016"/>
                        </a:lnTo>
                        <a:lnTo>
                          <a:pt x="1035" y="1016"/>
                        </a:lnTo>
                        <a:lnTo>
                          <a:pt x="1037" y="1018"/>
                        </a:lnTo>
                        <a:lnTo>
                          <a:pt x="1035" y="1019"/>
                        </a:lnTo>
                        <a:lnTo>
                          <a:pt x="1033" y="1020"/>
                        </a:lnTo>
                        <a:lnTo>
                          <a:pt x="1031" y="1020"/>
                        </a:lnTo>
                        <a:lnTo>
                          <a:pt x="1031" y="1019"/>
                        </a:lnTo>
                        <a:lnTo>
                          <a:pt x="1033" y="1018"/>
                        </a:lnTo>
                        <a:lnTo>
                          <a:pt x="1033" y="1018"/>
                        </a:lnTo>
                        <a:close/>
                        <a:moveTo>
                          <a:pt x="1010" y="1054"/>
                        </a:moveTo>
                        <a:lnTo>
                          <a:pt x="1011" y="1053"/>
                        </a:lnTo>
                        <a:lnTo>
                          <a:pt x="1011" y="1054"/>
                        </a:lnTo>
                        <a:lnTo>
                          <a:pt x="1011" y="1054"/>
                        </a:lnTo>
                        <a:lnTo>
                          <a:pt x="1010" y="1054"/>
                        </a:lnTo>
                        <a:lnTo>
                          <a:pt x="1010" y="1054"/>
                        </a:lnTo>
                        <a:close/>
                        <a:moveTo>
                          <a:pt x="1039" y="1046"/>
                        </a:moveTo>
                        <a:lnTo>
                          <a:pt x="1039" y="1047"/>
                        </a:lnTo>
                        <a:lnTo>
                          <a:pt x="1041" y="1047"/>
                        </a:lnTo>
                        <a:lnTo>
                          <a:pt x="1044" y="1047"/>
                        </a:lnTo>
                        <a:lnTo>
                          <a:pt x="1044" y="1047"/>
                        </a:lnTo>
                        <a:lnTo>
                          <a:pt x="1041" y="1046"/>
                        </a:lnTo>
                        <a:lnTo>
                          <a:pt x="1039" y="1046"/>
                        </a:lnTo>
                        <a:lnTo>
                          <a:pt x="1039" y="1046"/>
                        </a:lnTo>
                        <a:close/>
                        <a:moveTo>
                          <a:pt x="1008" y="992"/>
                        </a:moveTo>
                        <a:lnTo>
                          <a:pt x="1007" y="993"/>
                        </a:lnTo>
                        <a:lnTo>
                          <a:pt x="1004" y="996"/>
                        </a:lnTo>
                        <a:lnTo>
                          <a:pt x="1003" y="996"/>
                        </a:lnTo>
                        <a:lnTo>
                          <a:pt x="1003" y="997"/>
                        </a:lnTo>
                        <a:lnTo>
                          <a:pt x="1003" y="999"/>
                        </a:lnTo>
                        <a:lnTo>
                          <a:pt x="1001" y="999"/>
                        </a:lnTo>
                        <a:lnTo>
                          <a:pt x="1001" y="1000"/>
                        </a:lnTo>
                        <a:lnTo>
                          <a:pt x="1001" y="1000"/>
                        </a:lnTo>
                        <a:lnTo>
                          <a:pt x="1001" y="1001"/>
                        </a:lnTo>
                        <a:lnTo>
                          <a:pt x="999" y="1001"/>
                        </a:lnTo>
                        <a:lnTo>
                          <a:pt x="997" y="1003"/>
                        </a:lnTo>
                        <a:lnTo>
                          <a:pt x="997" y="1004"/>
                        </a:lnTo>
                        <a:lnTo>
                          <a:pt x="999" y="1004"/>
                        </a:lnTo>
                        <a:lnTo>
                          <a:pt x="999" y="1005"/>
                        </a:lnTo>
                        <a:lnTo>
                          <a:pt x="997" y="1005"/>
                        </a:lnTo>
                        <a:lnTo>
                          <a:pt x="996" y="1005"/>
                        </a:lnTo>
                        <a:lnTo>
                          <a:pt x="995" y="1008"/>
                        </a:lnTo>
                        <a:lnTo>
                          <a:pt x="995" y="1009"/>
                        </a:lnTo>
                        <a:lnTo>
                          <a:pt x="992" y="1015"/>
                        </a:lnTo>
                        <a:lnTo>
                          <a:pt x="992" y="1016"/>
                        </a:lnTo>
                        <a:lnTo>
                          <a:pt x="992" y="1016"/>
                        </a:lnTo>
                        <a:lnTo>
                          <a:pt x="992" y="1018"/>
                        </a:lnTo>
                        <a:lnTo>
                          <a:pt x="992" y="1019"/>
                        </a:lnTo>
                        <a:lnTo>
                          <a:pt x="991" y="1018"/>
                        </a:lnTo>
                        <a:lnTo>
                          <a:pt x="991" y="1018"/>
                        </a:lnTo>
                        <a:lnTo>
                          <a:pt x="988" y="1019"/>
                        </a:lnTo>
                        <a:lnTo>
                          <a:pt x="987" y="1020"/>
                        </a:lnTo>
                        <a:lnTo>
                          <a:pt x="987" y="1022"/>
                        </a:lnTo>
                        <a:lnTo>
                          <a:pt x="988" y="1022"/>
                        </a:lnTo>
                        <a:lnTo>
                          <a:pt x="989" y="1023"/>
                        </a:lnTo>
                        <a:lnTo>
                          <a:pt x="988" y="1024"/>
                        </a:lnTo>
                        <a:lnTo>
                          <a:pt x="988" y="1026"/>
                        </a:lnTo>
                        <a:lnTo>
                          <a:pt x="987" y="1027"/>
                        </a:lnTo>
                        <a:lnTo>
                          <a:pt x="984" y="1026"/>
                        </a:lnTo>
                        <a:lnTo>
                          <a:pt x="982" y="1027"/>
                        </a:lnTo>
                        <a:lnTo>
                          <a:pt x="982" y="1028"/>
                        </a:lnTo>
                        <a:lnTo>
                          <a:pt x="981" y="1030"/>
                        </a:lnTo>
                        <a:lnTo>
                          <a:pt x="980" y="1033"/>
                        </a:lnTo>
                        <a:lnTo>
                          <a:pt x="978" y="1034"/>
                        </a:lnTo>
                        <a:lnTo>
                          <a:pt x="977" y="1034"/>
                        </a:lnTo>
                        <a:lnTo>
                          <a:pt x="977" y="1033"/>
                        </a:lnTo>
                        <a:lnTo>
                          <a:pt x="976" y="1034"/>
                        </a:lnTo>
                        <a:lnTo>
                          <a:pt x="976" y="1033"/>
                        </a:lnTo>
                        <a:lnTo>
                          <a:pt x="976" y="1031"/>
                        </a:lnTo>
                        <a:lnTo>
                          <a:pt x="977" y="1030"/>
                        </a:lnTo>
                        <a:lnTo>
                          <a:pt x="978" y="1028"/>
                        </a:lnTo>
                        <a:lnTo>
                          <a:pt x="977" y="1030"/>
                        </a:lnTo>
                        <a:lnTo>
                          <a:pt x="976" y="1031"/>
                        </a:lnTo>
                        <a:lnTo>
                          <a:pt x="972" y="1033"/>
                        </a:lnTo>
                        <a:lnTo>
                          <a:pt x="970" y="1037"/>
                        </a:lnTo>
                        <a:lnTo>
                          <a:pt x="972" y="1037"/>
                        </a:lnTo>
                        <a:lnTo>
                          <a:pt x="973" y="1035"/>
                        </a:lnTo>
                        <a:lnTo>
                          <a:pt x="977" y="1035"/>
                        </a:lnTo>
                        <a:lnTo>
                          <a:pt x="981" y="1035"/>
                        </a:lnTo>
                        <a:lnTo>
                          <a:pt x="978" y="1037"/>
                        </a:lnTo>
                        <a:lnTo>
                          <a:pt x="976" y="1041"/>
                        </a:lnTo>
                        <a:lnTo>
                          <a:pt x="974" y="1043"/>
                        </a:lnTo>
                        <a:lnTo>
                          <a:pt x="972" y="1045"/>
                        </a:lnTo>
                        <a:lnTo>
                          <a:pt x="969" y="1047"/>
                        </a:lnTo>
                        <a:lnTo>
                          <a:pt x="966" y="1047"/>
                        </a:lnTo>
                        <a:lnTo>
                          <a:pt x="966" y="1049"/>
                        </a:lnTo>
                        <a:lnTo>
                          <a:pt x="966" y="1050"/>
                        </a:lnTo>
                        <a:lnTo>
                          <a:pt x="966" y="1052"/>
                        </a:lnTo>
                        <a:lnTo>
                          <a:pt x="966" y="1053"/>
                        </a:lnTo>
                        <a:lnTo>
                          <a:pt x="969" y="1053"/>
                        </a:lnTo>
                        <a:lnTo>
                          <a:pt x="972" y="1054"/>
                        </a:lnTo>
                        <a:lnTo>
                          <a:pt x="974" y="1054"/>
                        </a:lnTo>
                        <a:lnTo>
                          <a:pt x="976" y="1053"/>
                        </a:lnTo>
                        <a:lnTo>
                          <a:pt x="978" y="1052"/>
                        </a:lnTo>
                        <a:lnTo>
                          <a:pt x="980" y="1050"/>
                        </a:lnTo>
                        <a:lnTo>
                          <a:pt x="981" y="1049"/>
                        </a:lnTo>
                        <a:lnTo>
                          <a:pt x="981" y="1050"/>
                        </a:lnTo>
                        <a:lnTo>
                          <a:pt x="980" y="1052"/>
                        </a:lnTo>
                        <a:lnTo>
                          <a:pt x="982" y="1053"/>
                        </a:lnTo>
                        <a:lnTo>
                          <a:pt x="985" y="1052"/>
                        </a:lnTo>
                        <a:lnTo>
                          <a:pt x="985" y="1053"/>
                        </a:lnTo>
                        <a:lnTo>
                          <a:pt x="989" y="1053"/>
                        </a:lnTo>
                        <a:lnTo>
                          <a:pt x="992" y="1053"/>
                        </a:lnTo>
                        <a:lnTo>
                          <a:pt x="992" y="1054"/>
                        </a:lnTo>
                        <a:lnTo>
                          <a:pt x="993" y="1056"/>
                        </a:lnTo>
                        <a:lnTo>
                          <a:pt x="996" y="1056"/>
                        </a:lnTo>
                        <a:lnTo>
                          <a:pt x="996" y="1054"/>
                        </a:lnTo>
                        <a:lnTo>
                          <a:pt x="997" y="1056"/>
                        </a:lnTo>
                        <a:lnTo>
                          <a:pt x="999" y="1056"/>
                        </a:lnTo>
                        <a:lnTo>
                          <a:pt x="1000" y="1054"/>
                        </a:lnTo>
                        <a:lnTo>
                          <a:pt x="1000" y="1054"/>
                        </a:lnTo>
                        <a:lnTo>
                          <a:pt x="1001" y="1054"/>
                        </a:lnTo>
                        <a:lnTo>
                          <a:pt x="1003" y="1054"/>
                        </a:lnTo>
                        <a:lnTo>
                          <a:pt x="1004" y="1054"/>
                        </a:lnTo>
                        <a:lnTo>
                          <a:pt x="1006" y="1053"/>
                        </a:lnTo>
                        <a:lnTo>
                          <a:pt x="1007" y="1053"/>
                        </a:lnTo>
                        <a:lnTo>
                          <a:pt x="1008" y="1054"/>
                        </a:lnTo>
                        <a:lnTo>
                          <a:pt x="1008" y="1053"/>
                        </a:lnTo>
                        <a:lnTo>
                          <a:pt x="1008" y="1052"/>
                        </a:lnTo>
                        <a:lnTo>
                          <a:pt x="1008" y="1050"/>
                        </a:lnTo>
                        <a:lnTo>
                          <a:pt x="1008" y="1050"/>
                        </a:lnTo>
                        <a:lnTo>
                          <a:pt x="1010" y="1049"/>
                        </a:lnTo>
                        <a:lnTo>
                          <a:pt x="1011" y="1049"/>
                        </a:lnTo>
                        <a:lnTo>
                          <a:pt x="1010" y="1049"/>
                        </a:lnTo>
                        <a:lnTo>
                          <a:pt x="1010" y="1052"/>
                        </a:lnTo>
                        <a:lnTo>
                          <a:pt x="1010" y="1053"/>
                        </a:lnTo>
                        <a:lnTo>
                          <a:pt x="1011" y="1052"/>
                        </a:lnTo>
                        <a:lnTo>
                          <a:pt x="1012" y="1050"/>
                        </a:lnTo>
                        <a:lnTo>
                          <a:pt x="1012" y="1049"/>
                        </a:lnTo>
                        <a:lnTo>
                          <a:pt x="1012" y="1052"/>
                        </a:lnTo>
                        <a:lnTo>
                          <a:pt x="1012" y="1053"/>
                        </a:lnTo>
                        <a:lnTo>
                          <a:pt x="1012" y="1054"/>
                        </a:lnTo>
                        <a:lnTo>
                          <a:pt x="1014" y="1053"/>
                        </a:lnTo>
                        <a:lnTo>
                          <a:pt x="1014" y="1053"/>
                        </a:lnTo>
                        <a:lnTo>
                          <a:pt x="1014" y="1054"/>
                        </a:lnTo>
                        <a:lnTo>
                          <a:pt x="1011" y="1056"/>
                        </a:lnTo>
                        <a:lnTo>
                          <a:pt x="1008" y="1057"/>
                        </a:lnTo>
                        <a:lnTo>
                          <a:pt x="1010" y="1057"/>
                        </a:lnTo>
                        <a:lnTo>
                          <a:pt x="1010" y="1057"/>
                        </a:lnTo>
                        <a:lnTo>
                          <a:pt x="1012" y="1057"/>
                        </a:lnTo>
                        <a:lnTo>
                          <a:pt x="1012" y="1057"/>
                        </a:lnTo>
                        <a:lnTo>
                          <a:pt x="1014" y="1057"/>
                        </a:lnTo>
                        <a:lnTo>
                          <a:pt x="1015" y="1058"/>
                        </a:lnTo>
                        <a:lnTo>
                          <a:pt x="1015" y="1057"/>
                        </a:lnTo>
                        <a:lnTo>
                          <a:pt x="1018" y="1057"/>
                        </a:lnTo>
                        <a:lnTo>
                          <a:pt x="1018" y="1056"/>
                        </a:lnTo>
                        <a:lnTo>
                          <a:pt x="1018" y="1053"/>
                        </a:lnTo>
                        <a:lnTo>
                          <a:pt x="1019" y="1054"/>
                        </a:lnTo>
                        <a:lnTo>
                          <a:pt x="1022" y="1054"/>
                        </a:lnTo>
                        <a:lnTo>
                          <a:pt x="1022" y="1056"/>
                        </a:lnTo>
                        <a:lnTo>
                          <a:pt x="1023" y="1056"/>
                        </a:lnTo>
                        <a:lnTo>
                          <a:pt x="1025" y="1054"/>
                        </a:lnTo>
                        <a:lnTo>
                          <a:pt x="1027" y="1056"/>
                        </a:lnTo>
                        <a:lnTo>
                          <a:pt x="1026" y="1056"/>
                        </a:lnTo>
                        <a:lnTo>
                          <a:pt x="1026" y="1057"/>
                        </a:lnTo>
                        <a:lnTo>
                          <a:pt x="1023" y="1058"/>
                        </a:lnTo>
                        <a:lnTo>
                          <a:pt x="1020" y="1058"/>
                        </a:lnTo>
                        <a:lnTo>
                          <a:pt x="1019" y="1060"/>
                        </a:lnTo>
                        <a:lnTo>
                          <a:pt x="1019" y="1061"/>
                        </a:lnTo>
                        <a:lnTo>
                          <a:pt x="1018" y="1061"/>
                        </a:lnTo>
                        <a:lnTo>
                          <a:pt x="1018" y="1062"/>
                        </a:lnTo>
                        <a:lnTo>
                          <a:pt x="1016" y="1062"/>
                        </a:lnTo>
                        <a:lnTo>
                          <a:pt x="1015" y="1062"/>
                        </a:lnTo>
                        <a:lnTo>
                          <a:pt x="1015" y="1064"/>
                        </a:lnTo>
                        <a:lnTo>
                          <a:pt x="1014" y="1065"/>
                        </a:lnTo>
                        <a:lnTo>
                          <a:pt x="1011" y="1065"/>
                        </a:lnTo>
                        <a:lnTo>
                          <a:pt x="1010" y="1066"/>
                        </a:lnTo>
                        <a:lnTo>
                          <a:pt x="1008" y="1068"/>
                        </a:lnTo>
                        <a:lnTo>
                          <a:pt x="1010" y="1069"/>
                        </a:lnTo>
                        <a:lnTo>
                          <a:pt x="1010" y="1069"/>
                        </a:lnTo>
                        <a:lnTo>
                          <a:pt x="1012" y="1069"/>
                        </a:lnTo>
                        <a:lnTo>
                          <a:pt x="1012" y="1068"/>
                        </a:lnTo>
                        <a:lnTo>
                          <a:pt x="1014" y="1068"/>
                        </a:lnTo>
                        <a:lnTo>
                          <a:pt x="1015" y="1068"/>
                        </a:lnTo>
                        <a:lnTo>
                          <a:pt x="1015" y="1069"/>
                        </a:lnTo>
                        <a:lnTo>
                          <a:pt x="1015" y="1069"/>
                        </a:lnTo>
                        <a:lnTo>
                          <a:pt x="1018" y="1069"/>
                        </a:lnTo>
                        <a:lnTo>
                          <a:pt x="1019" y="1068"/>
                        </a:lnTo>
                        <a:lnTo>
                          <a:pt x="1019" y="1066"/>
                        </a:lnTo>
                        <a:lnTo>
                          <a:pt x="1020" y="1066"/>
                        </a:lnTo>
                        <a:lnTo>
                          <a:pt x="1020" y="1065"/>
                        </a:lnTo>
                        <a:lnTo>
                          <a:pt x="1020" y="1062"/>
                        </a:lnTo>
                        <a:lnTo>
                          <a:pt x="1022" y="1062"/>
                        </a:lnTo>
                        <a:lnTo>
                          <a:pt x="1025" y="1060"/>
                        </a:lnTo>
                        <a:lnTo>
                          <a:pt x="1026" y="1058"/>
                        </a:lnTo>
                        <a:lnTo>
                          <a:pt x="1027" y="1060"/>
                        </a:lnTo>
                        <a:lnTo>
                          <a:pt x="1029" y="1060"/>
                        </a:lnTo>
                        <a:lnTo>
                          <a:pt x="1027" y="1061"/>
                        </a:lnTo>
                        <a:lnTo>
                          <a:pt x="1029" y="1061"/>
                        </a:lnTo>
                        <a:lnTo>
                          <a:pt x="1030" y="1060"/>
                        </a:lnTo>
                        <a:lnTo>
                          <a:pt x="1031" y="1057"/>
                        </a:lnTo>
                        <a:lnTo>
                          <a:pt x="1033" y="1054"/>
                        </a:lnTo>
                        <a:lnTo>
                          <a:pt x="1033" y="1052"/>
                        </a:lnTo>
                        <a:lnTo>
                          <a:pt x="1033" y="1050"/>
                        </a:lnTo>
                        <a:lnTo>
                          <a:pt x="1034" y="1050"/>
                        </a:lnTo>
                        <a:lnTo>
                          <a:pt x="1034" y="1052"/>
                        </a:lnTo>
                        <a:lnTo>
                          <a:pt x="1035" y="1052"/>
                        </a:lnTo>
                        <a:lnTo>
                          <a:pt x="1037" y="1053"/>
                        </a:lnTo>
                        <a:lnTo>
                          <a:pt x="1037" y="1056"/>
                        </a:lnTo>
                        <a:lnTo>
                          <a:pt x="1037" y="1057"/>
                        </a:lnTo>
                        <a:lnTo>
                          <a:pt x="1037" y="1058"/>
                        </a:lnTo>
                        <a:lnTo>
                          <a:pt x="1037" y="1060"/>
                        </a:lnTo>
                        <a:lnTo>
                          <a:pt x="1037" y="1061"/>
                        </a:lnTo>
                        <a:lnTo>
                          <a:pt x="1034" y="1064"/>
                        </a:lnTo>
                        <a:lnTo>
                          <a:pt x="1033" y="1068"/>
                        </a:lnTo>
                        <a:lnTo>
                          <a:pt x="1033" y="1069"/>
                        </a:lnTo>
                        <a:lnTo>
                          <a:pt x="1031" y="1071"/>
                        </a:lnTo>
                        <a:lnTo>
                          <a:pt x="1031" y="1072"/>
                        </a:lnTo>
                        <a:lnTo>
                          <a:pt x="1033" y="1072"/>
                        </a:lnTo>
                        <a:lnTo>
                          <a:pt x="1035" y="1071"/>
                        </a:lnTo>
                        <a:lnTo>
                          <a:pt x="1037" y="1068"/>
                        </a:lnTo>
                        <a:lnTo>
                          <a:pt x="1038" y="1068"/>
                        </a:lnTo>
                        <a:lnTo>
                          <a:pt x="1039" y="1065"/>
                        </a:lnTo>
                        <a:lnTo>
                          <a:pt x="1041" y="1064"/>
                        </a:lnTo>
                        <a:lnTo>
                          <a:pt x="1041" y="1064"/>
                        </a:lnTo>
                        <a:lnTo>
                          <a:pt x="1044" y="1064"/>
                        </a:lnTo>
                        <a:lnTo>
                          <a:pt x="1044" y="1065"/>
                        </a:lnTo>
                        <a:lnTo>
                          <a:pt x="1042" y="1065"/>
                        </a:lnTo>
                        <a:lnTo>
                          <a:pt x="1039" y="1068"/>
                        </a:lnTo>
                        <a:lnTo>
                          <a:pt x="1039" y="1069"/>
                        </a:lnTo>
                        <a:lnTo>
                          <a:pt x="1039" y="1072"/>
                        </a:lnTo>
                        <a:lnTo>
                          <a:pt x="1039" y="1072"/>
                        </a:lnTo>
                        <a:lnTo>
                          <a:pt x="1039" y="1075"/>
                        </a:lnTo>
                        <a:lnTo>
                          <a:pt x="1041" y="1076"/>
                        </a:lnTo>
                        <a:lnTo>
                          <a:pt x="1042" y="1075"/>
                        </a:lnTo>
                        <a:lnTo>
                          <a:pt x="1044" y="1073"/>
                        </a:lnTo>
                        <a:lnTo>
                          <a:pt x="1044" y="1073"/>
                        </a:lnTo>
                        <a:lnTo>
                          <a:pt x="1045" y="1073"/>
                        </a:lnTo>
                        <a:lnTo>
                          <a:pt x="1045" y="1073"/>
                        </a:lnTo>
                        <a:lnTo>
                          <a:pt x="1045" y="1075"/>
                        </a:lnTo>
                        <a:lnTo>
                          <a:pt x="1046" y="1075"/>
                        </a:lnTo>
                        <a:lnTo>
                          <a:pt x="1049" y="1075"/>
                        </a:lnTo>
                        <a:lnTo>
                          <a:pt x="1049" y="1073"/>
                        </a:lnTo>
                        <a:lnTo>
                          <a:pt x="1049" y="1072"/>
                        </a:lnTo>
                        <a:lnTo>
                          <a:pt x="1050" y="1071"/>
                        </a:lnTo>
                        <a:lnTo>
                          <a:pt x="1050" y="1069"/>
                        </a:lnTo>
                        <a:lnTo>
                          <a:pt x="1050" y="1069"/>
                        </a:lnTo>
                        <a:lnTo>
                          <a:pt x="1050" y="1068"/>
                        </a:lnTo>
                        <a:lnTo>
                          <a:pt x="1050" y="1066"/>
                        </a:lnTo>
                        <a:lnTo>
                          <a:pt x="1050" y="1064"/>
                        </a:lnTo>
                        <a:lnTo>
                          <a:pt x="1053" y="1061"/>
                        </a:lnTo>
                        <a:lnTo>
                          <a:pt x="1054" y="1058"/>
                        </a:lnTo>
                        <a:lnTo>
                          <a:pt x="1054" y="1054"/>
                        </a:lnTo>
                        <a:lnTo>
                          <a:pt x="1054" y="1053"/>
                        </a:lnTo>
                        <a:lnTo>
                          <a:pt x="1053" y="1053"/>
                        </a:lnTo>
                        <a:lnTo>
                          <a:pt x="1053" y="1054"/>
                        </a:lnTo>
                        <a:lnTo>
                          <a:pt x="1053" y="1056"/>
                        </a:lnTo>
                        <a:lnTo>
                          <a:pt x="1050" y="1057"/>
                        </a:lnTo>
                        <a:lnTo>
                          <a:pt x="1049" y="1060"/>
                        </a:lnTo>
                        <a:lnTo>
                          <a:pt x="1048" y="1060"/>
                        </a:lnTo>
                        <a:lnTo>
                          <a:pt x="1046" y="1058"/>
                        </a:lnTo>
                        <a:lnTo>
                          <a:pt x="1048" y="1056"/>
                        </a:lnTo>
                        <a:lnTo>
                          <a:pt x="1048" y="1054"/>
                        </a:lnTo>
                        <a:lnTo>
                          <a:pt x="1049" y="1052"/>
                        </a:lnTo>
                        <a:lnTo>
                          <a:pt x="1050" y="1052"/>
                        </a:lnTo>
                        <a:lnTo>
                          <a:pt x="1052" y="1049"/>
                        </a:lnTo>
                        <a:lnTo>
                          <a:pt x="1053" y="1049"/>
                        </a:lnTo>
                        <a:lnTo>
                          <a:pt x="1054" y="1049"/>
                        </a:lnTo>
                        <a:lnTo>
                          <a:pt x="1053" y="1047"/>
                        </a:lnTo>
                        <a:lnTo>
                          <a:pt x="1052" y="1049"/>
                        </a:lnTo>
                        <a:lnTo>
                          <a:pt x="1052" y="1049"/>
                        </a:lnTo>
                        <a:lnTo>
                          <a:pt x="1049" y="1049"/>
                        </a:lnTo>
                        <a:lnTo>
                          <a:pt x="1048" y="1050"/>
                        </a:lnTo>
                        <a:lnTo>
                          <a:pt x="1046" y="1052"/>
                        </a:lnTo>
                        <a:lnTo>
                          <a:pt x="1046" y="1053"/>
                        </a:lnTo>
                        <a:lnTo>
                          <a:pt x="1042" y="1054"/>
                        </a:lnTo>
                        <a:lnTo>
                          <a:pt x="1042" y="1056"/>
                        </a:lnTo>
                        <a:lnTo>
                          <a:pt x="1041" y="1057"/>
                        </a:lnTo>
                        <a:lnTo>
                          <a:pt x="1039" y="1056"/>
                        </a:lnTo>
                        <a:lnTo>
                          <a:pt x="1039" y="1054"/>
                        </a:lnTo>
                        <a:lnTo>
                          <a:pt x="1038" y="1052"/>
                        </a:lnTo>
                        <a:lnTo>
                          <a:pt x="1038" y="1050"/>
                        </a:lnTo>
                        <a:lnTo>
                          <a:pt x="1039" y="1052"/>
                        </a:lnTo>
                        <a:lnTo>
                          <a:pt x="1039" y="1052"/>
                        </a:lnTo>
                        <a:lnTo>
                          <a:pt x="1042" y="1049"/>
                        </a:lnTo>
                        <a:lnTo>
                          <a:pt x="1041" y="1050"/>
                        </a:lnTo>
                        <a:lnTo>
                          <a:pt x="1038" y="1049"/>
                        </a:lnTo>
                        <a:lnTo>
                          <a:pt x="1039" y="1049"/>
                        </a:lnTo>
                        <a:lnTo>
                          <a:pt x="1042" y="1049"/>
                        </a:lnTo>
                        <a:lnTo>
                          <a:pt x="1039" y="1049"/>
                        </a:lnTo>
                        <a:lnTo>
                          <a:pt x="1039" y="1047"/>
                        </a:lnTo>
                        <a:lnTo>
                          <a:pt x="1039" y="1046"/>
                        </a:lnTo>
                        <a:lnTo>
                          <a:pt x="1039" y="1045"/>
                        </a:lnTo>
                        <a:lnTo>
                          <a:pt x="1042" y="1045"/>
                        </a:lnTo>
                        <a:lnTo>
                          <a:pt x="1042" y="1045"/>
                        </a:lnTo>
                        <a:lnTo>
                          <a:pt x="1045" y="1043"/>
                        </a:lnTo>
                        <a:lnTo>
                          <a:pt x="1046" y="1041"/>
                        </a:lnTo>
                        <a:lnTo>
                          <a:pt x="1048" y="1041"/>
                        </a:lnTo>
                        <a:lnTo>
                          <a:pt x="1049" y="1042"/>
                        </a:lnTo>
                        <a:lnTo>
                          <a:pt x="1052" y="1039"/>
                        </a:lnTo>
                        <a:lnTo>
                          <a:pt x="1052" y="1038"/>
                        </a:lnTo>
                        <a:lnTo>
                          <a:pt x="1052" y="1037"/>
                        </a:lnTo>
                        <a:lnTo>
                          <a:pt x="1052" y="1034"/>
                        </a:lnTo>
                        <a:lnTo>
                          <a:pt x="1049" y="1037"/>
                        </a:lnTo>
                        <a:lnTo>
                          <a:pt x="1048" y="1038"/>
                        </a:lnTo>
                        <a:lnTo>
                          <a:pt x="1048" y="1037"/>
                        </a:lnTo>
                        <a:lnTo>
                          <a:pt x="1046" y="1037"/>
                        </a:lnTo>
                        <a:lnTo>
                          <a:pt x="1046" y="1038"/>
                        </a:lnTo>
                        <a:lnTo>
                          <a:pt x="1046" y="1039"/>
                        </a:lnTo>
                        <a:lnTo>
                          <a:pt x="1045" y="1039"/>
                        </a:lnTo>
                        <a:lnTo>
                          <a:pt x="1044" y="1039"/>
                        </a:lnTo>
                        <a:lnTo>
                          <a:pt x="1042" y="1041"/>
                        </a:lnTo>
                        <a:lnTo>
                          <a:pt x="1041" y="1042"/>
                        </a:lnTo>
                        <a:lnTo>
                          <a:pt x="1041" y="1043"/>
                        </a:lnTo>
                        <a:lnTo>
                          <a:pt x="1039" y="1043"/>
                        </a:lnTo>
                        <a:lnTo>
                          <a:pt x="1039" y="1042"/>
                        </a:lnTo>
                        <a:lnTo>
                          <a:pt x="1039" y="1041"/>
                        </a:lnTo>
                        <a:lnTo>
                          <a:pt x="1039" y="1042"/>
                        </a:lnTo>
                        <a:lnTo>
                          <a:pt x="1038" y="1042"/>
                        </a:lnTo>
                        <a:lnTo>
                          <a:pt x="1039" y="1041"/>
                        </a:lnTo>
                        <a:lnTo>
                          <a:pt x="1041" y="1039"/>
                        </a:lnTo>
                        <a:lnTo>
                          <a:pt x="1041" y="1039"/>
                        </a:lnTo>
                        <a:lnTo>
                          <a:pt x="1039" y="1038"/>
                        </a:lnTo>
                        <a:lnTo>
                          <a:pt x="1041" y="1037"/>
                        </a:lnTo>
                        <a:lnTo>
                          <a:pt x="1042" y="1035"/>
                        </a:lnTo>
                        <a:lnTo>
                          <a:pt x="1041" y="1034"/>
                        </a:lnTo>
                        <a:lnTo>
                          <a:pt x="1039" y="1035"/>
                        </a:lnTo>
                        <a:lnTo>
                          <a:pt x="1041" y="1034"/>
                        </a:lnTo>
                        <a:lnTo>
                          <a:pt x="1041" y="1033"/>
                        </a:lnTo>
                        <a:lnTo>
                          <a:pt x="1039" y="1033"/>
                        </a:lnTo>
                        <a:lnTo>
                          <a:pt x="1038" y="1033"/>
                        </a:lnTo>
                        <a:lnTo>
                          <a:pt x="1035" y="1033"/>
                        </a:lnTo>
                        <a:lnTo>
                          <a:pt x="1038" y="1033"/>
                        </a:lnTo>
                        <a:lnTo>
                          <a:pt x="1039" y="1033"/>
                        </a:lnTo>
                        <a:lnTo>
                          <a:pt x="1041" y="1031"/>
                        </a:lnTo>
                        <a:lnTo>
                          <a:pt x="1044" y="1031"/>
                        </a:lnTo>
                        <a:lnTo>
                          <a:pt x="1044" y="1030"/>
                        </a:lnTo>
                        <a:lnTo>
                          <a:pt x="1045" y="1030"/>
                        </a:lnTo>
                        <a:lnTo>
                          <a:pt x="1046" y="1028"/>
                        </a:lnTo>
                        <a:lnTo>
                          <a:pt x="1046" y="1027"/>
                        </a:lnTo>
                        <a:lnTo>
                          <a:pt x="1048" y="1026"/>
                        </a:lnTo>
                        <a:lnTo>
                          <a:pt x="1048" y="1024"/>
                        </a:lnTo>
                        <a:lnTo>
                          <a:pt x="1046" y="1023"/>
                        </a:lnTo>
                        <a:lnTo>
                          <a:pt x="1044" y="1020"/>
                        </a:lnTo>
                        <a:lnTo>
                          <a:pt x="1042" y="1020"/>
                        </a:lnTo>
                        <a:lnTo>
                          <a:pt x="1039" y="1022"/>
                        </a:lnTo>
                        <a:lnTo>
                          <a:pt x="1038" y="1022"/>
                        </a:lnTo>
                        <a:lnTo>
                          <a:pt x="1038" y="1023"/>
                        </a:lnTo>
                        <a:lnTo>
                          <a:pt x="1037" y="1024"/>
                        </a:lnTo>
                        <a:lnTo>
                          <a:pt x="1037" y="1027"/>
                        </a:lnTo>
                        <a:lnTo>
                          <a:pt x="1035" y="1028"/>
                        </a:lnTo>
                        <a:lnTo>
                          <a:pt x="1035" y="1027"/>
                        </a:lnTo>
                        <a:lnTo>
                          <a:pt x="1037" y="1024"/>
                        </a:lnTo>
                        <a:lnTo>
                          <a:pt x="1035" y="1023"/>
                        </a:lnTo>
                        <a:lnTo>
                          <a:pt x="1037" y="1022"/>
                        </a:lnTo>
                        <a:lnTo>
                          <a:pt x="1037" y="1020"/>
                        </a:lnTo>
                        <a:lnTo>
                          <a:pt x="1037" y="1020"/>
                        </a:lnTo>
                        <a:lnTo>
                          <a:pt x="1034" y="1022"/>
                        </a:lnTo>
                        <a:lnTo>
                          <a:pt x="1034" y="1023"/>
                        </a:lnTo>
                        <a:lnTo>
                          <a:pt x="1033" y="1024"/>
                        </a:lnTo>
                        <a:lnTo>
                          <a:pt x="1031" y="1023"/>
                        </a:lnTo>
                        <a:lnTo>
                          <a:pt x="1030" y="1024"/>
                        </a:lnTo>
                        <a:lnTo>
                          <a:pt x="1029" y="1024"/>
                        </a:lnTo>
                        <a:lnTo>
                          <a:pt x="1029" y="1023"/>
                        </a:lnTo>
                        <a:lnTo>
                          <a:pt x="1026" y="1024"/>
                        </a:lnTo>
                        <a:lnTo>
                          <a:pt x="1026" y="1027"/>
                        </a:lnTo>
                        <a:lnTo>
                          <a:pt x="1025" y="1028"/>
                        </a:lnTo>
                        <a:lnTo>
                          <a:pt x="1026" y="1027"/>
                        </a:lnTo>
                        <a:lnTo>
                          <a:pt x="1026" y="1024"/>
                        </a:lnTo>
                        <a:lnTo>
                          <a:pt x="1027" y="1022"/>
                        </a:lnTo>
                        <a:lnTo>
                          <a:pt x="1027" y="1022"/>
                        </a:lnTo>
                        <a:lnTo>
                          <a:pt x="1026" y="1022"/>
                        </a:lnTo>
                        <a:lnTo>
                          <a:pt x="1025" y="1023"/>
                        </a:lnTo>
                        <a:lnTo>
                          <a:pt x="1023" y="1024"/>
                        </a:lnTo>
                        <a:lnTo>
                          <a:pt x="1023" y="1024"/>
                        </a:lnTo>
                        <a:lnTo>
                          <a:pt x="1023" y="1023"/>
                        </a:lnTo>
                        <a:lnTo>
                          <a:pt x="1025" y="1022"/>
                        </a:lnTo>
                        <a:lnTo>
                          <a:pt x="1023" y="1020"/>
                        </a:lnTo>
                        <a:lnTo>
                          <a:pt x="1022" y="1022"/>
                        </a:lnTo>
                        <a:lnTo>
                          <a:pt x="1019" y="1023"/>
                        </a:lnTo>
                        <a:lnTo>
                          <a:pt x="1019" y="1023"/>
                        </a:lnTo>
                        <a:lnTo>
                          <a:pt x="1018" y="1020"/>
                        </a:lnTo>
                        <a:lnTo>
                          <a:pt x="1018" y="1020"/>
                        </a:lnTo>
                        <a:lnTo>
                          <a:pt x="1015" y="1022"/>
                        </a:lnTo>
                        <a:lnTo>
                          <a:pt x="1014" y="1022"/>
                        </a:lnTo>
                        <a:lnTo>
                          <a:pt x="1014" y="1022"/>
                        </a:lnTo>
                        <a:lnTo>
                          <a:pt x="1016" y="1020"/>
                        </a:lnTo>
                        <a:lnTo>
                          <a:pt x="1018" y="1018"/>
                        </a:lnTo>
                        <a:lnTo>
                          <a:pt x="1018" y="1016"/>
                        </a:lnTo>
                        <a:lnTo>
                          <a:pt x="1018" y="1016"/>
                        </a:lnTo>
                        <a:lnTo>
                          <a:pt x="1016" y="1016"/>
                        </a:lnTo>
                        <a:lnTo>
                          <a:pt x="1014" y="1018"/>
                        </a:lnTo>
                        <a:lnTo>
                          <a:pt x="1015" y="1016"/>
                        </a:lnTo>
                        <a:lnTo>
                          <a:pt x="1018" y="1014"/>
                        </a:lnTo>
                        <a:lnTo>
                          <a:pt x="1020" y="1014"/>
                        </a:lnTo>
                        <a:lnTo>
                          <a:pt x="1020" y="1014"/>
                        </a:lnTo>
                        <a:lnTo>
                          <a:pt x="1023" y="1012"/>
                        </a:lnTo>
                        <a:lnTo>
                          <a:pt x="1025" y="1011"/>
                        </a:lnTo>
                        <a:lnTo>
                          <a:pt x="1025" y="1009"/>
                        </a:lnTo>
                        <a:lnTo>
                          <a:pt x="1023" y="1011"/>
                        </a:lnTo>
                        <a:lnTo>
                          <a:pt x="1020" y="1011"/>
                        </a:lnTo>
                        <a:lnTo>
                          <a:pt x="1019" y="1011"/>
                        </a:lnTo>
                        <a:lnTo>
                          <a:pt x="1018" y="1009"/>
                        </a:lnTo>
                        <a:lnTo>
                          <a:pt x="1016" y="1009"/>
                        </a:lnTo>
                        <a:lnTo>
                          <a:pt x="1015" y="1011"/>
                        </a:lnTo>
                        <a:lnTo>
                          <a:pt x="1016" y="1008"/>
                        </a:lnTo>
                        <a:lnTo>
                          <a:pt x="1018" y="1007"/>
                        </a:lnTo>
                        <a:lnTo>
                          <a:pt x="1016" y="1007"/>
                        </a:lnTo>
                        <a:lnTo>
                          <a:pt x="1015" y="1007"/>
                        </a:lnTo>
                        <a:lnTo>
                          <a:pt x="1014" y="1008"/>
                        </a:lnTo>
                        <a:lnTo>
                          <a:pt x="1012" y="1009"/>
                        </a:lnTo>
                        <a:lnTo>
                          <a:pt x="1011" y="1012"/>
                        </a:lnTo>
                        <a:lnTo>
                          <a:pt x="1010" y="1012"/>
                        </a:lnTo>
                        <a:lnTo>
                          <a:pt x="1010" y="1014"/>
                        </a:lnTo>
                        <a:lnTo>
                          <a:pt x="1007" y="1015"/>
                        </a:lnTo>
                        <a:lnTo>
                          <a:pt x="1006" y="1018"/>
                        </a:lnTo>
                        <a:lnTo>
                          <a:pt x="1006" y="1015"/>
                        </a:lnTo>
                        <a:lnTo>
                          <a:pt x="1006" y="1014"/>
                        </a:lnTo>
                        <a:lnTo>
                          <a:pt x="1007" y="1011"/>
                        </a:lnTo>
                        <a:lnTo>
                          <a:pt x="1007" y="1009"/>
                        </a:lnTo>
                        <a:lnTo>
                          <a:pt x="1008" y="1007"/>
                        </a:lnTo>
                        <a:lnTo>
                          <a:pt x="1010" y="1005"/>
                        </a:lnTo>
                        <a:lnTo>
                          <a:pt x="1010" y="1004"/>
                        </a:lnTo>
                        <a:lnTo>
                          <a:pt x="1011" y="1003"/>
                        </a:lnTo>
                        <a:lnTo>
                          <a:pt x="1012" y="1003"/>
                        </a:lnTo>
                        <a:lnTo>
                          <a:pt x="1014" y="1000"/>
                        </a:lnTo>
                        <a:lnTo>
                          <a:pt x="1015" y="999"/>
                        </a:lnTo>
                        <a:lnTo>
                          <a:pt x="1016" y="997"/>
                        </a:lnTo>
                        <a:lnTo>
                          <a:pt x="1018" y="997"/>
                        </a:lnTo>
                        <a:lnTo>
                          <a:pt x="1018" y="996"/>
                        </a:lnTo>
                        <a:lnTo>
                          <a:pt x="1018" y="994"/>
                        </a:lnTo>
                        <a:lnTo>
                          <a:pt x="1019" y="993"/>
                        </a:lnTo>
                        <a:lnTo>
                          <a:pt x="1019" y="992"/>
                        </a:lnTo>
                        <a:lnTo>
                          <a:pt x="1019" y="993"/>
                        </a:lnTo>
                        <a:lnTo>
                          <a:pt x="1019" y="994"/>
                        </a:lnTo>
                        <a:lnTo>
                          <a:pt x="1020" y="996"/>
                        </a:lnTo>
                        <a:lnTo>
                          <a:pt x="1022" y="993"/>
                        </a:lnTo>
                        <a:lnTo>
                          <a:pt x="1025" y="990"/>
                        </a:lnTo>
                        <a:lnTo>
                          <a:pt x="1025" y="989"/>
                        </a:lnTo>
                        <a:lnTo>
                          <a:pt x="1025" y="988"/>
                        </a:lnTo>
                        <a:lnTo>
                          <a:pt x="1023" y="988"/>
                        </a:lnTo>
                        <a:lnTo>
                          <a:pt x="1022" y="988"/>
                        </a:lnTo>
                        <a:lnTo>
                          <a:pt x="1022" y="986"/>
                        </a:lnTo>
                        <a:lnTo>
                          <a:pt x="1020" y="985"/>
                        </a:lnTo>
                        <a:lnTo>
                          <a:pt x="1022" y="984"/>
                        </a:lnTo>
                        <a:lnTo>
                          <a:pt x="1023" y="984"/>
                        </a:lnTo>
                        <a:lnTo>
                          <a:pt x="1025" y="984"/>
                        </a:lnTo>
                        <a:lnTo>
                          <a:pt x="1027" y="985"/>
                        </a:lnTo>
                        <a:lnTo>
                          <a:pt x="1027" y="985"/>
                        </a:lnTo>
                        <a:lnTo>
                          <a:pt x="1029" y="984"/>
                        </a:lnTo>
                        <a:lnTo>
                          <a:pt x="1029" y="980"/>
                        </a:lnTo>
                        <a:lnTo>
                          <a:pt x="1027" y="980"/>
                        </a:lnTo>
                        <a:lnTo>
                          <a:pt x="1026" y="981"/>
                        </a:lnTo>
                        <a:lnTo>
                          <a:pt x="1026" y="981"/>
                        </a:lnTo>
                        <a:lnTo>
                          <a:pt x="1025" y="981"/>
                        </a:lnTo>
                        <a:lnTo>
                          <a:pt x="1025" y="980"/>
                        </a:lnTo>
                        <a:lnTo>
                          <a:pt x="1025" y="980"/>
                        </a:lnTo>
                        <a:lnTo>
                          <a:pt x="1023" y="980"/>
                        </a:lnTo>
                        <a:lnTo>
                          <a:pt x="1022" y="981"/>
                        </a:lnTo>
                        <a:lnTo>
                          <a:pt x="1020" y="981"/>
                        </a:lnTo>
                        <a:lnTo>
                          <a:pt x="1019" y="982"/>
                        </a:lnTo>
                        <a:lnTo>
                          <a:pt x="1018" y="984"/>
                        </a:lnTo>
                        <a:lnTo>
                          <a:pt x="1015" y="984"/>
                        </a:lnTo>
                        <a:lnTo>
                          <a:pt x="1012" y="985"/>
                        </a:lnTo>
                        <a:lnTo>
                          <a:pt x="1010" y="988"/>
                        </a:lnTo>
                        <a:lnTo>
                          <a:pt x="1010" y="989"/>
                        </a:lnTo>
                        <a:lnTo>
                          <a:pt x="1008" y="989"/>
                        </a:lnTo>
                        <a:lnTo>
                          <a:pt x="1007" y="989"/>
                        </a:lnTo>
                        <a:lnTo>
                          <a:pt x="1007" y="990"/>
                        </a:lnTo>
                        <a:lnTo>
                          <a:pt x="1008" y="990"/>
                        </a:lnTo>
                        <a:lnTo>
                          <a:pt x="1008" y="992"/>
                        </a:lnTo>
                        <a:lnTo>
                          <a:pt x="1008" y="992"/>
                        </a:lnTo>
                        <a:close/>
                        <a:moveTo>
                          <a:pt x="916" y="1018"/>
                        </a:moveTo>
                        <a:lnTo>
                          <a:pt x="919" y="1019"/>
                        </a:lnTo>
                        <a:lnTo>
                          <a:pt x="924" y="1023"/>
                        </a:lnTo>
                        <a:lnTo>
                          <a:pt x="927" y="1023"/>
                        </a:lnTo>
                        <a:lnTo>
                          <a:pt x="931" y="1023"/>
                        </a:lnTo>
                        <a:lnTo>
                          <a:pt x="932" y="1024"/>
                        </a:lnTo>
                        <a:lnTo>
                          <a:pt x="935" y="1024"/>
                        </a:lnTo>
                        <a:lnTo>
                          <a:pt x="936" y="1026"/>
                        </a:lnTo>
                        <a:lnTo>
                          <a:pt x="940" y="1024"/>
                        </a:lnTo>
                        <a:lnTo>
                          <a:pt x="940" y="1023"/>
                        </a:lnTo>
                        <a:lnTo>
                          <a:pt x="939" y="1022"/>
                        </a:lnTo>
                        <a:lnTo>
                          <a:pt x="938" y="1020"/>
                        </a:lnTo>
                        <a:lnTo>
                          <a:pt x="936" y="1019"/>
                        </a:lnTo>
                        <a:lnTo>
                          <a:pt x="935" y="1019"/>
                        </a:lnTo>
                        <a:lnTo>
                          <a:pt x="932" y="1016"/>
                        </a:lnTo>
                        <a:lnTo>
                          <a:pt x="929" y="1014"/>
                        </a:lnTo>
                        <a:lnTo>
                          <a:pt x="928" y="1014"/>
                        </a:lnTo>
                        <a:lnTo>
                          <a:pt x="925" y="1011"/>
                        </a:lnTo>
                        <a:lnTo>
                          <a:pt x="923" y="1009"/>
                        </a:lnTo>
                        <a:lnTo>
                          <a:pt x="919" y="1009"/>
                        </a:lnTo>
                        <a:lnTo>
                          <a:pt x="912" y="1007"/>
                        </a:lnTo>
                        <a:lnTo>
                          <a:pt x="909" y="1005"/>
                        </a:lnTo>
                        <a:lnTo>
                          <a:pt x="906" y="1007"/>
                        </a:lnTo>
                        <a:lnTo>
                          <a:pt x="908" y="1009"/>
                        </a:lnTo>
                        <a:lnTo>
                          <a:pt x="910" y="1011"/>
                        </a:lnTo>
                        <a:lnTo>
                          <a:pt x="914" y="1015"/>
                        </a:lnTo>
                        <a:lnTo>
                          <a:pt x="916" y="1018"/>
                        </a:lnTo>
                        <a:lnTo>
                          <a:pt x="916" y="1018"/>
                        </a:lnTo>
                        <a:lnTo>
                          <a:pt x="916" y="1018"/>
                        </a:lnTo>
                        <a:close/>
                        <a:moveTo>
                          <a:pt x="917" y="1083"/>
                        </a:moveTo>
                        <a:lnTo>
                          <a:pt x="914" y="1081"/>
                        </a:lnTo>
                        <a:lnTo>
                          <a:pt x="913" y="1079"/>
                        </a:lnTo>
                        <a:lnTo>
                          <a:pt x="906" y="1077"/>
                        </a:lnTo>
                        <a:lnTo>
                          <a:pt x="905" y="1077"/>
                        </a:lnTo>
                        <a:lnTo>
                          <a:pt x="905" y="1075"/>
                        </a:lnTo>
                        <a:lnTo>
                          <a:pt x="904" y="1073"/>
                        </a:lnTo>
                        <a:lnTo>
                          <a:pt x="902" y="1073"/>
                        </a:lnTo>
                        <a:lnTo>
                          <a:pt x="901" y="1072"/>
                        </a:lnTo>
                        <a:lnTo>
                          <a:pt x="900" y="1072"/>
                        </a:lnTo>
                        <a:lnTo>
                          <a:pt x="900" y="1069"/>
                        </a:lnTo>
                        <a:lnTo>
                          <a:pt x="898" y="1068"/>
                        </a:lnTo>
                        <a:lnTo>
                          <a:pt x="897" y="1068"/>
                        </a:lnTo>
                        <a:lnTo>
                          <a:pt x="897" y="1068"/>
                        </a:lnTo>
                        <a:lnTo>
                          <a:pt x="897" y="1065"/>
                        </a:lnTo>
                        <a:lnTo>
                          <a:pt x="902" y="1061"/>
                        </a:lnTo>
                        <a:lnTo>
                          <a:pt x="904" y="1064"/>
                        </a:lnTo>
                        <a:lnTo>
                          <a:pt x="901" y="1065"/>
                        </a:lnTo>
                        <a:lnTo>
                          <a:pt x="901" y="1066"/>
                        </a:lnTo>
                        <a:lnTo>
                          <a:pt x="902" y="1068"/>
                        </a:lnTo>
                        <a:lnTo>
                          <a:pt x="902" y="1071"/>
                        </a:lnTo>
                        <a:lnTo>
                          <a:pt x="905" y="1072"/>
                        </a:lnTo>
                        <a:lnTo>
                          <a:pt x="905" y="1071"/>
                        </a:lnTo>
                        <a:lnTo>
                          <a:pt x="908" y="1071"/>
                        </a:lnTo>
                        <a:lnTo>
                          <a:pt x="910" y="1073"/>
                        </a:lnTo>
                        <a:lnTo>
                          <a:pt x="912" y="1073"/>
                        </a:lnTo>
                        <a:lnTo>
                          <a:pt x="913" y="1075"/>
                        </a:lnTo>
                        <a:lnTo>
                          <a:pt x="917" y="1075"/>
                        </a:lnTo>
                        <a:lnTo>
                          <a:pt x="919" y="1073"/>
                        </a:lnTo>
                        <a:lnTo>
                          <a:pt x="921" y="1073"/>
                        </a:lnTo>
                        <a:lnTo>
                          <a:pt x="925" y="1073"/>
                        </a:lnTo>
                        <a:lnTo>
                          <a:pt x="924" y="1075"/>
                        </a:lnTo>
                        <a:lnTo>
                          <a:pt x="921" y="1075"/>
                        </a:lnTo>
                        <a:lnTo>
                          <a:pt x="920" y="1077"/>
                        </a:lnTo>
                        <a:lnTo>
                          <a:pt x="920" y="1080"/>
                        </a:lnTo>
                        <a:lnTo>
                          <a:pt x="920" y="1083"/>
                        </a:lnTo>
                        <a:lnTo>
                          <a:pt x="917" y="1083"/>
                        </a:lnTo>
                        <a:lnTo>
                          <a:pt x="917" y="1083"/>
                        </a:lnTo>
                        <a:close/>
                        <a:moveTo>
                          <a:pt x="938" y="1092"/>
                        </a:moveTo>
                        <a:lnTo>
                          <a:pt x="938" y="1091"/>
                        </a:lnTo>
                        <a:lnTo>
                          <a:pt x="932" y="1088"/>
                        </a:lnTo>
                        <a:lnTo>
                          <a:pt x="932" y="1084"/>
                        </a:lnTo>
                        <a:lnTo>
                          <a:pt x="931" y="1083"/>
                        </a:lnTo>
                        <a:lnTo>
                          <a:pt x="932" y="1080"/>
                        </a:lnTo>
                        <a:lnTo>
                          <a:pt x="936" y="1079"/>
                        </a:lnTo>
                        <a:lnTo>
                          <a:pt x="939" y="1075"/>
                        </a:lnTo>
                        <a:lnTo>
                          <a:pt x="940" y="1073"/>
                        </a:lnTo>
                        <a:lnTo>
                          <a:pt x="942" y="1069"/>
                        </a:lnTo>
                        <a:lnTo>
                          <a:pt x="946" y="1066"/>
                        </a:lnTo>
                        <a:lnTo>
                          <a:pt x="947" y="1065"/>
                        </a:lnTo>
                        <a:lnTo>
                          <a:pt x="948" y="1065"/>
                        </a:lnTo>
                        <a:lnTo>
                          <a:pt x="948" y="1065"/>
                        </a:lnTo>
                        <a:lnTo>
                          <a:pt x="948" y="1068"/>
                        </a:lnTo>
                        <a:lnTo>
                          <a:pt x="950" y="1068"/>
                        </a:lnTo>
                        <a:lnTo>
                          <a:pt x="950" y="1069"/>
                        </a:lnTo>
                        <a:lnTo>
                          <a:pt x="947" y="1075"/>
                        </a:lnTo>
                        <a:lnTo>
                          <a:pt x="946" y="1077"/>
                        </a:lnTo>
                        <a:lnTo>
                          <a:pt x="948" y="1077"/>
                        </a:lnTo>
                        <a:lnTo>
                          <a:pt x="950" y="1080"/>
                        </a:lnTo>
                        <a:lnTo>
                          <a:pt x="948" y="1081"/>
                        </a:lnTo>
                        <a:lnTo>
                          <a:pt x="948" y="1083"/>
                        </a:lnTo>
                        <a:lnTo>
                          <a:pt x="951" y="1081"/>
                        </a:lnTo>
                        <a:lnTo>
                          <a:pt x="951" y="1080"/>
                        </a:lnTo>
                        <a:lnTo>
                          <a:pt x="953" y="1079"/>
                        </a:lnTo>
                        <a:lnTo>
                          <a:pt x="955" y="1080"/>
                        </a:lnTo>
                        <a:lnTo>
                          <a:pt x="955" y="1083"/>
                        </a:lnTo>
                        <a:lnTo>
                          <a:pt x="957" y="1084"/>
                        </a:lnTo>
                        <a:lnTo>
                          <a:pt x="954" y="1086"/>
                        </a:lnTo>
                        <a:lnTo>
                          <a:pt x="953" y="1087"/>
                        </a:lnTo>
                        <a:lnTo>
                          <a:pt x="948" y="1087"/>
                        </a:lnTo>
                        <a:lnTo>
                          <a:pt x="944" y="1091"/>
                        </a:lnTo>
                        <a:lnTo>
                          <a:pt x="942" y="1091"/>
                        </a:lnTo>
                        <a:lnTo>
                          <a:pt x="940" y="1090"/>
                        </a:lnTo>
                        <a:lnTo>
                          <a:pt x="939" y="1090"/>
                        </a:lnTo>
                        <a:lnTo>
                          <a:pt x="939" y="1092"/>
                        </a:lnTo>
                        <a:lnTo>
                          <a:pt x="938" y="1092"/>
                        </a:lnTo>
                        <a:lnTo>
                          <a:pt x="938" y="1092"/>
                        </a:lnTo>
                        <a:close/>
                        <a:moveTo>
                          <a:pt x="718" y="921"/>
                        </a:moveTo>
                        <a:lnTo>
                          <a:pt x="718" y="924"/>
                        </a:lnTo>
                        <a:lnTo>
                          <a:pt x="719" y="925"/>
                        </a:lnTo>
                        <a:lnTo>
                          <a:pt x="719" y="924"/>
                        </a:lnTo>
                        <a:lnTo>
                          <a:pt x="719" y="920"/>
                        </a:lnTo>
                        <a:lnTo>
                          <a:pt x="719" y="921"/>
                        </a:lnTo>
                        <a:lnTo>
                          <a:pt x="718" y="921"/>
                        </a:lnTo>
                        <a:lnTo>
                          <a:pt x="718" y="921"/>
                        </a:lnTo>
                        <a:close/>
                        <a:moveTo>
                          <a:pt x="718" y="952"/>
                        </a:moveTo>
                        <a:lnTo>
                          <a:pt x="719" y="951"/>
                        </a:lnTo>
                        <a:lnTo>
                          <a:pt x="720" y="950"/>
                        </a:lnTo>
                        <a:lnTo>
                          <a:pt x="722" y="950"/>
                        </a:lnTo>
                        <a:lnTo>
                          <a:pt x="722" y="951"/>
                        </a:lnTo>
                        <a:lnTo>
                          <a:pt x="719" y="954"/>
                        </a:lnTo>
                        <a:lnTo>
                          <a:pt x="718" y="952"/>
                        </a:lnTo>
                        <a:lnTo>
                          <a:pt x="718" y="952"/>
                        </a:lnTo>
                        <a:close/>
                        <a:moveTo>
                          <a:pt x="692" y="931"/>
                        </a:moveTo>
                        <a:lnTo>
                          <a:pt x="694" y="927"/>
                        </a:lnTo>
                        <a:lnTo>
                          <a:pt x="696" y="927"/>
                        </a:lnTo>
                        <a:lnTo>
                          <a:pt x="696" y="925"/>
                        </a:lnTo>
                        <a:lnTo>
                          <a:pt x="697" y="924"/>
                        </a:lnTo>
                        <a:lnTo>
                          <a:pt x="700" y="924"/>
                        </a:lnTo>
                        <a:lnTo>
                          <a:pt x="701" y="925"/>
                        </a:lnTo>
                        <a:lnTo>
                          <a:pt x="704" y="925"/>
                        </a:lnTo>
                        <a:lnTo>
                          <a:pt x="707" y="928"/>
                        </a:lnTo>
                        <a:lnTo>
                          <a:pt x="708" y="931"/>
                        </a:lnTo>
                        <a:lnTo>
                          <a:pt x="708" y="932"/>
                        </a:lnTo>
                        <a:lnTo>
                          <a:pt x="708" y="935"/>
                        </a:lnTo>
                        <a:lnTo>
                          <a:pt x="701" y="933"/>
                        </a:lnTo>
                        <a:lnTo>
                          <a:pt x="698" y="932"/>
                        </a:lnTo>
                        <a:lnTo>
                          <a:pt x="696" y="931"/>
                        </a:lnTo>
                        <a:lnTo>
                          <a:pt x="696" y="933"/>
                        </a:lnTo>
                        <a:lnTo>
                          <a:pt x="696" y="933"/>
                        </a:lnTo>
                        <a:lnTo>
                          <a:pt x="694" y="932"/>
                        </a:lnTo>
                        <a:lnTo>
                          <a:pt x="694" y="931"/>
                        </a:lnTo>
                        <a:lnTo>
                          <a:pt x="692" y="932"/>
                        </a:lnTo>
                        <a:lnTo>
                          <a:pt x="692" y="931"/>
                        </a:lnTo>
                        <a:lnTo>
                          <a:pt x="692" y="931"/>
                        </a:lnTo>
                        <a:close/>
                        <a:moveTo>
                          <a:pt x="109" y="941"/>
                        </a:moveTo>
                        <a:lnTo>
                          <a:pt x="112" y="944"/>
                        </a:lnTo>
                        <a:lnTo>
                          <a:pt x="114" y="948"/>
                        </a:lnTo>
                        <a:lnTo>
                          <a:pt x="114" y="950"/>
                        </a:lnTo>
                        <a:lnTo>
                          <a:pt x="110" y="946"/>
                        </a:lnTo>
                        <a:lnTo>
                          <a:pt x="109" y="941"/>
                        </a:lnTo>
                        <a:lnTo>
                          <a:pt x="109" y="941"/>
                        </a:lnTo>
                        <a:close/>
                        <a:moveTo>
                          <a:pt x="103" y="935"/>
                        </a:moveTo>
                        <a:lnTo>
                          <a:pt x="103" y="931"/>
                        </a:lnTo>
                        <a:lnTo>
                          <a:pt x="105" y="931"/>
                        </a:lnTo>
                        <a:lnTo>
                          <a:pt x="103" y="935"/>
                        </a:lnTo>
                        <a:lnTo>
                          <a:pt x="103" y="935"/>
                        </a:lnTo>
                        <a:close/>
                        <a:moveTo>
                          <a:pt x="88" y="921"/>
                        </a:moveTo>
                        <a:lnTo>
                          <a:pt x="93" y="924"/>
                        </a:lnTo>
                        <a:lnTo>
                          <a:pt x="93" y="921"/>
                        </a:lnTo>
                        <a:lnTo>
                          <a:pt x="88" y="921"/>
                        </a:lnTo>
                        <a:lnTo>
                          <a:pt x="88" y="921"/>
                        </a:lnTo>
                        <a:close/>
                        <a:moveTo>
                          <a:pt x="64" y="912"/>
                        </a:moveTo>
                        <a:lnTo>
                          <a:pt x="65" y="916"/>
                        </a:lnTo>
                        <a:lnTo>
                          <a:pt x="67" y="916"/>
                        </a:lnTo>
                        <a:lnTo>
                          <a:pt x="68" y="918"/>
                        </a:lnTo>
                        <a:lnTo>
                          <a:pt x="75" y="920"/>
                        </a:lnTo>
                        <a:lnTo>
                          <a:pt x="72" y="921"/>
                        </a:lnTo>
                        <a:lnTo>
                          <a:pt x="69" y="921"/>
                        </a:lnTo>
                        <a:lnTo>
                          <a:pt x="67" y="924"/>
                        </a:lnTo>
                        <a:lnTo>
                          <a:pt x="68" y="925"/>
                        </a:lnTo>
                        <a:lnTo>
                          <a:pt x="67" y="929"/>
                        </a:lnTo>
                        <a:lnTo>
                          <a:pt x="68" y="929"/>
                        </a:lnTo>
                        <a:lnTo>
                          <a:pt x="71" y="928"/>
                        </a:lnTo>
                        <a:lnTo>
                          <a:pt x="71" y="931"/>
                        </a:lnTo>
                        <a:lnTo>
                          <a:pt x="75" y="931"/>
                        </a:lnTo>
                        <a:lnTo>
                          <a:pt x="75" y="933"/>
                        </a:lnTo>
                        <a:lnTo>
                          <a:pt x="78" y="936"/>
                        </a:lnTo>
                        <a:lnTo>
                          <a:pt x="80" y="935"/>
                        </a:lnTo>
                        <a:lnTo>
                          <a:pt x="76" y="939"/>
                        </a:lnTo>
                        <a:lnTo>
                          <a:pt x="79" y="941"/>
                        </a:lnTo>
                        <a:lnTo>
                          <a:pt x="80" y="941"/>
                        </a:lnTo>
                        <a:lnTo>
                          <a:pt x="80" y="939"/>
                        </a:lnTo>
                        <a:lnTo>
                          <a:pt x="84" y="937"/>
                        </a:lnTo>
                        <a:lnTo>
                          <a:pt x="83" y="941"/>
                        </a:lnTo>
                        <a:lnTo>
                          <a:pt x="82" y="943"/>
                        </a:lnTo>
                        <a:lnTo>
                          <a:pt x="82" y="946"/>
                        </a:lnTo>
                        <a:lnTo>
                          <a:pt x="83" y="946"/>
                        </a:lnTo>
                        <a:lnTo>
                          <a:pt x="83" y="948"/>
                        </a:lnTo>
                        <a:lnTo>
                          <a:pt x="88" y="948"/>
                        </a:lnTo>
                        <a:lnTo>
                          <a:pt x="88" y="950"/>
                        </a:lnTo>
                        <a:lnTo>
                          <a:pt x="90" y="951"/>
                        </a:lnTo>
                        <a:lnTo>
                          <a:pt x="91" y="954"/>
                        </a:lnTo>
                        <a:lnTo>
                          <a:pt x="90" y="956"/>
                        </a:lnTo>
                        <a:lnTo>
                          <a:pt x="94" y="959"/>
                        </a:lnTo>
                        <a:lnTo>
                          <a:pt x="95" y="956"/>
                        </a:lnTo>
                        <a:lnTo>
                          <a:pt x="97" y="958"/>
                        </a:lnTo>
                        <a:lnTo>
                          <a:pt x="99" y="958"/>
                        </a:lnTo>
                        <a:lnTo>
                          <a:pt x="95" y="962"/>
                        </a:lnTo>
                        <a:lnTo>
                          <a:pt x="101" y="967"/>
                        </a:lnTo>
                        <a:lnTo>
                          <a:pt x="102" y="969"/>
                        </a:lnTo>
                        <a:lnTo>
                          <a:pt x="103" y="970"/>
                        </a:lnTo>
                        <a:lnTo>
                          <a:pt x="113" y="975"/>
                        </a:lnTo>
                        <a:lnTo>
                          <a:pt x="114" y="974"/>
                        </a:lnTo>
                        <a:lnTo>
                          <a:pt x="116" y="974"/>
                        </a:lnTo>
                        <a:lnTo>
                          <a:pt x="114" y="967"/>
                        </a:lnTo>
                        <a:lnTo>
                          <a:pt x="114" y="963"/>
                        </a:lnTo>
                        <a:lnTo>
                          <a:pt x="114" y="962"/>
                        </a:lnTo>
                        <a:lnTo>
                          <a:pt x="114" y="956"/>
                        </a:lnTo>
                        <a:lnTo>
                          <a:pt x="112" y="952"/>
                        </a:lnTo>
                        <a:lnTo>
                          <a:pt x="106" y="948"/>
                        </a:lnTo>
                        <a:lnTo>
                          <a:pt x="105" y="940"/>
                        </a:lnTo>
                        <a:lnTo>
                          <a:pt x="102" y="935"/>
                        </a:lnTo>
                        <a:lnTo>
                          <a:pt x="102" y="931"/>
                        </a:lnTo>
                        <a:lnTo>
                          <a:pt x="99" y="928"/>
                        </a:lnTo>
                        <a:lnTo>
                          <a:pt x="97" y="928"/>
                        </a:lnTo>
                        <a:lnTo>
                          <a:pt x="93" y="925"/>
                        </a:lnTo>
                        <a:lnTo>
                          <a:pt x="90" y="925"/>
                        </a:lnTo>
                        <a:lnTo>
                          <a:pt x="86" y="924"/>
                        </a:lnTo>
                        <a:lnTo>
                          <a:pt x="84" y="921"/>
                        </a:lnTo>
                        <a:lnTo>
                          <a:pt x="80" y="920"/>
                        </a:lnTo>
                        <a:lnTo>
                          <a:pt x="78" y="917"/>
                        </a:lnTo>
                        <a:lnTo>
                          <a:pt x="78" y="914"/>
                        </a:lnTo>
                        <a:lnTo>
                          <a:pt x="74" y="914"/>
                        </a:lnTo>
                        <a:lnTo>
                          <a:pt x="72" y="912"/>
                        </a:lnTo>
                        <a:lnTo>
                          <a:pt x="69" y="910"/>
                        </a:lnTo>
                        <a:lnTo>
                          <a:pt x="68" y="912"/>
                        </a:lnTo>
                        <a:lnTo>
                          <a:pt x="64" y="912"/>
                        </a:lnTo>
                        <a:lnTo>
                          <a:pt x="64" y="912"/>
                        </a:lnTo>
                        <a:close/>
                        <a:moveTo>
                          <a:pt x="90" y="917"/>
                        </a:moveTo>
                        <a:lnTo>
                          <a:pt x="93" y="917"/>
                        </a:lnTo>
                        <a:lnTo>
                          <a:pt x="93" y="916"/>
                        </a:lnTo>
                        <a:lnTo>
                          <a:pt x="95" y="917"/>
                        </a:lnTo>
                        <a:lnTo>
                          <a:pt x="93" y="920"/>
                        </a:lnTo>
                        <a:lnTo>
                          <a:pt x="90" y="920"/>
                        </a:lnTo>
                        <a:lnTo>
                          <a:pt x="90" y="917"/>
                        </a:lnTo>
                        <a:lnTo>
                          <a:pt x="90" y="917"/>
                        </a:lnTo>
                        <a:close/>
                        <a:moveTo>
                          <a:pt x="87" y="916"/>
                        </a:moveTo>
                        <a:lnTo>
                          <a:pt x="90" y="913"/>
                        </a:lnTo>
                        <a:lnTo>
                          <a:pt x="90" y="916"/>
                        </a:lnTo>
                        <a:lnTo>
                          <a:pt x="87" y="916"/>
                        </a:lnTo>
                        <a:lnTo>
                          <a:pt x="87" y="916"/>
                        </a:lnTo>
                        <a:close/>
                        <a:moveTo>
                          <a:pt x="71" y="853"/>
                        </a:moveTo>
                        <a:lnTo>
                          <a:pt x="71" y="856"/>
                        </a:lnTo>
                        <a:lnTo>
                          <a:pt x="74" y="855"/>
                        </a:lnTo>
                        <a:lnTo>
                          <a:pt x="71" y="853"/>
                        </a:lnTo>
                        <a:lnTo>
                          <a:pt x="71" y="853"/>
                        </a:lnTo>
                        <a:close/>
                        <a:moveTo>
                          <a:pt x="79" y="882"/>
                        </a:moveTo>
                        <a:lnTo>
                          <a:pt x="79" y="879"/>
                        </a:lnTo>
                        <a:lnTo>
                          <a:pt x="80" y="879"/>
                        </a:lnTo>
                        <a:lnTo>
                          <a:pt x="80" y="880"/>
                        </a:lnTo>
                        <a:lnTo>
                          <a:pt x="80" y="882"/>
                        </a:lnTo>
                        <a:lnTo>
                          <a:pt x="79" y="882"/>
                        </a:lnTo>
                        <a:lnTo>
                          <a:pt x="79" y="882"/>
                        </a:lnTo>
                        <a:close/>
                        <a:moveTo>
                          <a:pt x="78" y="891"/>
                        </a:moveTo>
                        <a:lnTo>
                          <a:pt x="76" y="893"/>
                        </a:lnTo>
                        <a:lnTo>
                          <a:pt x="76" y="895"/>
                        </a:lnTo>
                        <a:lnTo>
                          <a:pt x="78" y="897"/>
                        </a:lnTo>
                        <a:lnTo>
                          <a:pt x="79" y="893"/>
                        </a:lnTo>
                        <a:lnTo>
                          <a:pt x="78" y="891"/>
                        </a:lnTo>
                        <a:lnTo>
                          <a:pt x="78" y="891"/>
                        </a:lnTo>
                        <a:close/>
                        <a:moveTo>
                          <a:pt x="80" y="887"/>
                        </a:moveTo>
                        <a:lnTo>
                          <a:pt x="83" y="884"/>
                        </a:lnTo>
                        <a:lnTo>
                          <a:pt x="82" y="883"/>
                        </a:lnTo>
                        <a:lnTo>
                          <a:pt x="78" y="884"/>
                        </a:lnTo>
                        <a:lnTo>
                          <a:pt x="78" y="887"/>
                        </a:lnTo>
                        <a:lnTo>
                          <a:pt x="79" y="887"/>
                        </a:lnTo>
                        <a:lnTo>
                          <a:pt x="79" y="887"/>
                        </a:lnTo>
                        <a:lnTo>
                          <a:pt x="80" y="887"/>
                        </a:lnTo>
                        <a:lnTo>
                          <a:pt x="80" y="887"/>
                        </a:lnTo>
                        <a:close/>
                        <a:moveTo>
                          <a:pt x="83" y="884"/>
                        </a:moveTo>
                        <a:lnTo>
                          <a:pt x="87" y="880"/>
                        </a:lnTo>
                        <a:lnTo>
                          <a:pt x="88" y="880"/>
                        </a:lnTo>
                        <a:lnTo>
                          <a:pt x="91" y="878"/>
                        </a:lnTo>
                        <a:lnTo>
                          <a:pt x="95" y="876"/>
                        </a:lnTo>
                        <a:lnTo>
                          <a:pt x="94" y="878"/>
                        </a:lnTo>
                        <a:lnTo>
                          <a:pt x="90" y="882"/>
                        </a:lnTo>
                        <a:lnTo>
                          <a:pt x="88" y="882"/>
                        </a:lnTo>
                        <a:lnTo>
                          <a:pt x="84" y="884"/>
                        </a:lnTo>
                        <a:lnTo>
                          <a:pt x="83" y="884"/>
                        </a:lnTo>
                        <a:lnTo>
                          <a:pt x="83" y="884"/>
                        </a:lnTo>
                        <a:close/>
                        <a:moveTo>
                          <a:pt x="82" y="869"/>
                        </a:moveTo>
                        <a:lnTo>
                          <a:pt x="82" y="867"/>
                        </a:lnTo>
                        <a:lnTo>
                          <a:pt x="83" y="864"/>
                        </a:lnTo>
                        <a:lnTo>
                          <a:pt x="84" y="867"/>
                        </a:lnTo>
                        <a:lnTo>
                          <a:pt x="82" y="868"/>
                        </a:lnTo>
                        <a:lnTo>
                          <a:pt x="82" y="868"/>
                        </a:lnTo>
                        <a:lnTo>
                          <a:pt x="82" y="869"/>
                        </a:lnTo>
                        <a:lnTo>
                          <a:pt x="82" y="869"/>
                        </a:lnTo>
                        <a:close/>
                        <a:moveTo>
                          <a:pt x="75" y="868"/>
                        </a:moveTo>
                        <a:lnTo>
                          <a:pt x="79" y="869"/>
                        </a:lnTo>
                        <a:lnTo>
                          <a:pt x="79" y="868"/>
                        </a:lnTo>
                        <a:lnTo>
                          <a:pt x="79" y="867"/>
                        </a:lnTo>
                        <a:lnTo>
                          <a:pt x="75" y="868"/>
                        </a:lnTo>
                        <a:lnTo>
                          <a:pt x="75" y="868"/>
                        </a:lnTo>
                        <a:close/>
                        <a:moveTo>
                          <a:pt x="71" y="860"/>
                        </a:moveTo>
                        <a:lnTo>
                          <a:pt x="71" y="865"/>
                        </a:lnTo>
                        <a:lnTo>
                          <a:pt x="72" y="867"/>
                        </a:lnTo>
                        <a:lnTo>
                          <a:pt x="72" y="868"/>
                        </a:lnTo>
                        <a:lnTo>
                          <a:pt x="74" y="865"/>
                        </a:lnTo>
                        <a:lnTo>
                          <a:pt x="74" y="863"/>
                        </a:lnTo>
                        <a:lnTo>
                          <a:pt x="71" y="860"/>
                        </a:lnTo>
                        <a:lnTo>
                          <a:pt x="71" y="860"/>
                        </a:lnTo>
                        <a:close/>
                        <a:moveTo>
                          <a:pt x="74" y="857"/>
                        </a:moveTo>
                        <a:lnTo>
                          <a:pt x="75" y="859"/>
                        </a:lnTo>
                        <a:lnTo>
                          <a:pt x="75" y="860"/>
                        </a:lnTo>
                        <a:lnTo>
                          <a:pt x="75" y="861"/>
                        </a:lnTo>
                        <a:lnTo>
                          <a:pt x="78" y="863"/>
                        </a:lnTo>
                        <a:lnTo>
                          <a:pt x="80" y="860"/>
                        </a:lnTo>
                        <a:lnTo>
                          <a:pt x="79" y="863"/>
                        </a:lnTo>
                        <a:lnTo>
                          <a:pt x="79" y="865"/>
                        </a:lnTo>
                        <a:lnTo>
                          <a:pt x="82" y="863"/>
                        </a:lnTo>
                        <a:lnTo>
                          <a:pt x="82" y="856"/>
                        </a:lnTo>
                        <a:lnTo>
                          <a:pt x="79" y="855"/>
                        </a:lnTo>
                        <a:lnTo>
                          <a:pt x="76" y="855"/>
                        </a:lnTo>
                        <a:lnTo>
                          <a:pt x="74" y="857"/>
                        </a:lnTo>
                        <a:lnTo>
                          <a:pt x="74" y="857"/>
                        </a:lnTo>
                        <a:close/>
                        <a:moveTo>
                          <a:pt x="74" y="852"/>
                        </a:moveTo>
                        <a:lnTo>
                          <a:pt x="75" y="853"/>
                        </a:lnTo>
                        <a:lnTo>
                          <a:pt x="76" y="852"/>
                        </a:lnTo>
                        <a:lnTo>
                          <a:pt x="75" y="850"/>
                        </a:lnTo>
                        <a:lnTo>
                          <a:pt x="74" y="852"/>
                        </a:lnTo>
                        <a:lnTo>
                          <a:pt x="74" y="852"/>
                        </a:lnTo>
                        <a:close/>
                        <a:moveTo>
                          <a:pt x="79" y="846"/>
                        </a:moveTo>
                        <a:lnTo>
                          <a:pt x="79" y="844"/>
                        </a:lnTo>
                        <a:lnTo>
                          <a:pt x="83" y="842"/>
                        </a:lnTo>
                        <a:lnTo>
                          <a:pt x="84" y="842"/>
                        </a:lnTo>
                        <a:lnTo>
                          <a:pt x="83" y="844"/>
                        </a:lnTo>
                        <a:lnTo>
                          <a:pt x="80" y="845"/>
                        </a:lnTo>
                        <a:lnTo>
                          <a:pt x="79" y="846"/>
                        </a:lnTo>
                        <a:lnTo>
                          <a:pt x="79" y="846"/>
                        </a:lnTo>
                        <a:close/>
                        <a:moveTo>
                          <a:pt x="61" y="838"/>
                        </a:moveTo>
                        <a:lnTo>
                          <a:pt x="67" y="845"/>
                        </a:lnTo>
                        <a:lnTo>
                          <a:pt x="69" y="849"/>
                        </a:lnTo>
                        <a:lnTo>
                          <a:pt x="68" y="852"/>
                        </a:lnTo>
                        <a:lnTo>
                          <a:pt x="65" y="850"/>
                        </a:lnTo>
                        <a:lnTo>
                          <a:pt x="65" y="848"/>
                        </a:lnTo>
                        <a:lnTo>
                          <a:pt x="61" y="844"/>
                        </a:lnTo>
                        <a:lnTo>
                          <a:pt x="60" y="841"/>
                        </a:lnTo>
                        <a:lnTo>
                          <a:pt x="60" y="841"/>
                        </a:lnTo>
                        <a:lnTo>
                          <a:pt x="61" y="838"/>
                        </a:lnTo>
                        <a:lnTo>
                          <a:pt x="61" y="838"/>
                        </a:lnTo>
                        <a:close/>
                        <a:moveTo>
                          <a:pt x="67" y="836"/>
                        </a:moveTo>
                        <a:lnTo>
                          <a:pt x="67" y="840"/>
                        </a:lnTo>
                        <a:lnTo>
                          <a:pt x="69" y="842"/>
                        </a:lnTo>
                        <a:lnTo>
                          <a:pt x="69" y="846"/>
                        </a:lnTo>
                        <a:lnTo>
                          <a:pt x="72" y="849"/>
                        </a:lnTo>
                        <a:lnTo>
                          <a:pt x="74" y="845"/>
                        </a:lnTo>
                        <a:lnTo>
                          <a:pt x="71" y="838"/>
                        </a:lnTo>
                        <a:lnTo>
                          <a:pt x="69" y="836"/>
                        </a:lnTo>
                        <a:lnTo>
                          <a:pt x="68" y="834"/>
                        </a:lnTo>
                        <a:lnTo>
                          <a:pt x="67" y="836"/>
                        </a:lnTo>
                        <a:lnTo>
                          <a:pt x="67" y="836"/>
                        </a:lnTo>
                        <a:close/>
                        <a:moveTo>
                          <a:pt x="61" y="831"/>
                        </a:moveTo>
                        <a:lnTo>
                          <a:pt x="65" y="831"/>
                        </a:lnTo>
                        <a:lnTo>
                          <a:pt x="65" y="833"/>
                        </a:lnTo>
                        <a:lnTo>
                          <a:pt x="68" y="833"/>
                        </a:lnTo>
                        <a:lnTo>
                          <a:pt x="69" y="830"/>
                        </a:lnTo>
                        <a:lnTo>
                          <a:pt x="67" y="827"/>
                        </a:lnTo>
                        <a:lnTo>
                          <a:pt x="64" y="830"/>
                        </a:lnTo>
                        <a:lnTo>
                          <a:pt x="61" y="831"/>
                        </a:lnTo>
                        <a:lnTo>
                          <a:pt x="61" y="831"/>
                        </a:lnTo>
                        <a:close/>
                        <a:moveTo>
                          <a:pt x="31" y="833"/>
                        </a:moveTo>
                        <a:lnTo>
                          <a:pt x="31" y="829"/>
                        </a:lnTo>
                        <a:lnTo>
                          <a:pt x="35" y="821"/>
                        </a:lnTo>
                        <a:lnTo>
                          <a:pt x="40" y="822"/>
                        </a:lnTo>
                        <a:lnTo>
                          <a:pt x="40" y="826"/>
                        </a:lnTo>
                        <a:lnTo>
                          <a:pt x="41" y="825"/>
                        </a:lnTo>
                        <a:lnTo>
                          <a:pt x="42" y="823"/>
                        </a:lnTo>
                        <a:lnTo>
                          <a:pt x="45" y="825"/>
                        </a:lnTo>
                        <a:lnTo>
                          <a:pt x="45" y="826"/>
                        </a:lnTo>
                        <a:lnTo>
                          <a:pt x="45" y="830"/>
                        </a:lnTo>
                        <a:lnTo>
                          <a:pt x="42" y="831"/>
                        </a:lnTo>
                        <a:lnTo>
                          <a:pt x="37" y="834"/>
                        </a:lnTo>
                        <a:lnTo>
                          <a:pt x="38" y="836"/>
                        </a:lnTo>
                        <a:lnTo>
                          <a:pt x="38" y="837"/>
                        </a:lnTo>
                        <a:lnTo>
                          <a:pt x="42" y="836"/>
                        </a:lnTo>
                        <a:lnTo>
                          <a:pt x="44" y="831"/>
                        </a:lnTo>
                        <a:lnTo>
                          <a:pt x="48" y="827"/>
                        </a:lnTo>
                        <a:lnTo>
                          <a:pt x="52" y="826"/>
                        </a:lnTo>
                        <a:lnTo>
                          <a:pt x="53" y="826"/>
                        </a:lnTo>
                        <a:lnTo>
                          <a:pt x="48" y="831"/>
                        </a:lnTo>
                        <a:lnTo>
                          <a:pt x="46" y="836"/>
                        </a:lnTo>
                        <a:lnTo>
                          <a:pt x="44" y="838"/>
                        </a:lnTo>
                        <a:lnTo>
                          <a:pt x="44" y="844"/>
                        </a:lnTo>
                        <a:lnTo>
                          <a:pt x="41" y="846"/>
                        </a:lnTo>
                        <a:lnTo>
                          <a:pt x="38" y="846"/>
                        </a:lnTo>
                        <a:lnTo>
                          <a:pt x="37" y="849"/>
                        </a:lnTo>
                        <a:lnTo>
                          <a:pt x="38" y="849"/>
                        </a:lnTo>
                        <a:lnTo>
                          <a:pt x="41" y="848"/>
                        </a:lnTo>
                        <a:lnTo>
                          <a:pt x="44" y="848"/>
                        </a:lnTo>
                        <a:lnTo>
                          <a:pt x="44" y="852"/>
                        </a:lnTo>
                        <a:lnTo>
                          <a:pt x="40" y="852"/>
                        </a:lnTo>
                        <a:lnTo>
                          <a:pt x="38" y="855"/>
                        </a:lnTo>
                        <a:lnTo>
                          <a:pt x="40" y="857"/>
                        </a:lnTo>
                        <a:lnTo>
                          <a:pt x="38" y="861"/>
                        </a:lnTo>
                        <a:lnTo>
                          <a:pt x="40" y="867"/>
                        </a:lnTo>
                        <a:lnTo>
                          <a:pt x="41" y="869"/>
                        </a:lnTo>
                        <a:lnTo>
                          <a:pt x="44" y="869"/>
                        </a:lnTo>
                        <a:lnTo>
                          <a:pt x="44" y="872"/>
                        </a:lnTo>
                        <a:lnTo>
                          <a:pt x="42" y="874"/>
                        </a:lnTo>
                        <a:lnTo>
                          <a:pt x="40" y="874"/>
                        </a:lnTo>
                        <a:lnTo>
                          <a:pt x="34" y="864"/>
                        </a:lnTo>
                        <a:lnTo>
                          <a:pt x="34" y="860"/>
                        </a:lnTo>
                        <a:lnTo>
                          <a:pt x="35" y="859"/>
                        </a:lnTo>
                        <a:lnTo>
                          <a:pt x="31" y="857"/>
                        </a:lnTo>
                        <a:lnTo>
                          <a:pt x="31" y="855"/>
                        </a:lnTo>
                        <a:lnTo>
                          <a:pt x="33" y="853"/>
                        </a:lnTo>
                        <a:lnTo>
                          <a:pt x="35" y="853"/>
                        </a:lnTo>
                        <a:lnTo>
                          <a:pt x="33" y="850"/>
                        </a:lnTo>
                        <a:lnTo>
                          <a:pt x="31" y="850"/>
                        </a:lnTo>
                        <a:lnTo>
                          <a:pt x="33" y="846"/>
                        </a:lnTo>
                        <a:lnTo>
                          <a:pt x="30" y="845"/>
                        </a:lnTo>
                        <a:lnTo>
                          <a:pt x="31" y="842"/>
                        </a:lnTo>
                        <a:lnTo>
                          <a:pt x="33" y="844"/>
                        </a:lnTo>
                        <a:lnTo>
                          <a:pt x="34" y="844"/>
                        </a:lnTo>
                        <a:lnTo>
                          <a:pt x="34" y="841"/>
                        </a:lnTo>
                        <a:lnTo>
                          <a:pt x="33" y="840"/>
                        </a:lnTo>
                        <a:lnTo>
                          <a:pt x="30" y="838"/>
                        </a:lnTo>
                        <a:lnTo>
                          <a:pt x="30" y="836"/>
                        </a:lnTo>
                        <a:lnTo>
                          <a:pt x="31" y="833"/>
                        </a:lnTo>
                        <a:lnTo>
                          <a:pt x="31" y="833"/>
                        </a:lnTo>
                        <a:close/>
                        <a:moveTo>
                          <a:pt x="67" y="819"/>
                        </a:moveTo>
                        <a:lnTo>
                          <a:pt x="65" y="815"/>
                        </a:lnTo>
                        <a:lnTo>
                          <a:pt x="68" y="815"/>
                        </a:lnTo>
                        <a:lnTo>
                          <a:pt x="68" y="817"/>
                        </a:lnTo>
                        <a:lnTo>
                          <a:pt x="67" y="819"/>
                        </a:lnTo>
                        <a:lnTo>
                          <a:pt x="67" y="819"/>
                        </a:lnTo>
                        <a:close/>
                        <a:moveTo>
                          <a:pt x="356" y="384"/>
                        </a:moveTo>
                        <a:lnTo>
                          <a:pt x="357" y="387"/>
                        </a:lnTo>
                        <a:lnTo>
                          <a:pt x="359" y="386"/>
                        </a:lnTo>
                        <a:lnTo>
                          <a:pt x="359" y="384"/>
                        </a:lnTo>
                        <a:lnTo>
                          <a:pt x="360" y="384"/>
                        </a:lnTo>
                        <a:lnTo>
                          <a:pt x="357" y="383"/>
                        </a:lnTo>
                        <a:lnTo>
                          <a:pt x="356" y="384"/>
                        </a:lnTo>
                        <a:lnTo>
                          <a:pt x="356" y="384"/>
                        </a:lnTo>
                        <a:close/>
                        <a:moveTo>
                          <a:pt x="329" y="357"/>
                        </a:moveTo>
                        <a:lnTo>
                          <a:pt x="330" y="359"/>
                        </a:lnTo>
                        <a:lnTo>
                          <a:pt x="333" y="357"/>
                        </a:lnTo>
                        <a:lnTo>
                          <a:pt x="333" y="355"/>
                        </a:lnTo>
                        <a:lnTo>
                          <a:pt x="330" y="356"/>
                        </a:lnTo>
                        <a:lnTo>
                          <a:pt x="329" y="357"/>
                        </a:lnTo>
                        <a:lnTo>
                          <a:pt x="329" y="357"/>
                        </a:lnTo>
                        <a:close/>
                        <a:moveTo>
                          <a:pt x="228" y="367"/>
                        </a:moveTo>
                        <a:lnTo>
                          <a:pt x="230" y="367"/>
                        </a:lnTo>
                        <a:lnTo>
                          <a:pt x="231" y="365"/>
                        </a:lnTo>
                        <a:lnTo>
                          <a:pt x="230" y="364"/>
                        </a:lnTo>
                        <a:lnTo>
                          <a:pt x="230" y="364"/>
                        </a:lnTo>
                        <a:lnTo>
                          <a:pt x="228" y="367"/>
                        </a:lnTo>
                        <a:lnTo>
                          <a:pt x="228" y="367"/>
                        </a:lnTo>
                        <a:close/>
                        <a:moveTo>
                          <a:pt x="228" y="371"/>
                        </a:moveTo>
                        <a:lnTo>
                          <a:pt x="227" y="370"/>
                        </a:lnTo>
                        <a:lnTo>
                          <a:pt x="228" y="370"/>
                        </a:lnTo>
                        <a:lnTo>
                          <a:pt x="230" y="371"/>
                        </a:lnTo>
                        <a:lnTo>
                          <a:pt x="228" y="371"/>
                        </a:lnTo>
                        <a:lnTo>
                          <a:pt x="228" y="371"/>
                        </a:lnTo>
                        <a:close/>
                        <a:moveTo>
                          <a:pt x="223" y="380"/>
                        </a:moveTo>
                        <a:lnTo>
                          <a:pt x="223" y="384"/>
                        </a:lnTo>
                        <a:lnTo>
                          <a:pt x="222" y="387"/>
                        </a:lnTo>
                        <a:lnTo>
                          <a:pt x="222" y="389"/>
                        </a:lnTo>
                        <a:lnTo>
                          <a:pt x="224" y="390"/>
                        </a:lnTo>
                        <a:lnTo>
                          <a:pt x="227" y="387"/>
                        </a:lnTo>
                        <a:lnTo>
                          <a:pt x="228" y="387"/>
                        </a:lnTo>
                        <a:lnTo>
                          <a:pt x="238" y="379"/>
                        </a:lnTo>
                        <a:lnTo>
                          <a:pt x="243" y="378"/>
                        </a:lnTo>
                        <a:lnTo>
                          <a:pt x="245" y="374"/>
                        </a:lnTo>
                        <a:lnTo>
                          <a:pt x="243" y="375"/>
                        </a:lnTo>
                        <a:lnTo>
                          <a:pt x="241" y="374"/>
                        </a:lnTo>
                        <a:lnTo>
                          <a:pt x="241" y="368"/>
                        </a:lnTo>
                        <a:lnTo>
                          <a:pt x="239" y="370"/>
                        </a:lnTo>
                        <a:lnTo>
                          <a:pt x="237" y="372"/>
                        </a:lnTo>
                        <a:lnTo>
                          <a:pt x="234" y="374"/>
                        </a:lnTo>
                        <a:lnTo>
                          <a:pt x="235" y="376"/>
                        </a:lnTo>
                        <a:lnTo>
                          <a:pt x="232" y="375"/>
                        </a:lnTo>
                        <a:lnTo>
                          <a:pt x="231" y="376"/>
                        </a:lnTo>
                        <a:lnTo>
                          <a:pt x="230" y="379"/>
                        </a:lnTo>
                        <a:lnTo>
                          <a:pt x="228" y="376"/>
                        </a:lnTo>
                        <a:lnTo>
                          <a:pt x="230" y="375"/>
                        </a:lnTo>
                        <a:lnTo>
                          <a:pt x="228" y="374"/>
                        </a:lnTo>
                        <a:lnTo>
                          <a:pt x="227" y="375"/>
                        </a:lnTo>
                        <a:lnTo>
                          <a:pt x="226" y="375"/>
                        </a:lnTo>
                        <a:lnTo>
                          <a:pt x="224" y="378"/>
                        </a:lnTo>
                        <a:lnTo>
                          <a:pt x="223" y="380"/>
                        </a:lnTo>
                        <a:lnTo>
                          <a:pt x="223" y="380"/>
                        </a:lnTo>
                        <a:close/>
                        <a:moveTo>
                          <a:pt x="212" y="389"/>
                        </a:moveTo>
                        <a:lnTo>
                          <a:pt x="213" y="386"/>
                        </a:lnTo>
                        <a:lnTo>
                          <a:pt x="213" y="380"/>
                        </a:lnTo>
                        <a:lnTo>
                          <a:pt x="211" y="383"/>
                        </a:lnTo>
                        <a:lnTo>
                          <a:pt x="209" y="386"/>
                        </a:lnTo>
                        <a:lnTo>
                          <a:pt x="209" y="386"/>
                        </a:lnTo>
                        <a:lnTo>
                          <a:pt x="209" y="387"/>
                        </a:lnTo>
                        <a:lnTo>
                          <a:pt x="209" y="387"/>
                        </a:lnTo>
                        <a:lnTo>
                          <a:pt x="212" y="389"/>
                        </a:lnTo>
                        <a:lnTo>
                          <a:pt x="212" y="389"/>
                        </a:lnTo>
                        <a:close/>
                        <a:moveTo>
                          <a:pt x="213" y="390"/>
                        </a:moveTo>
                        <a:lnTo>
                          <a:pt x="215" y="390"/>
                        </a:lnTo>
                        <a:lnTo>
                          <a:pt x="216" y="387"/>
                        </a:lnTo>
                        <a:lnTo>
                          <a:pt x="215" y="384"/>
                        </a:lnTo>
                        <a:lnTo>
                          <a:pt x="215" y="379"/>
                        </a:lnTo>
                        <a:lnTo>
                          <a:pt x="216" y="378"/>
                        </a:lnTo>
                        <a:lnTo>
                          <a:pt x="218" y="379"/>
                        </a:lnTo>
                        <a:lnTo>
                          <a:pt x="219" y="376"/>
                        </a:lnTo>
                        <a:lnTo>
                          <a:pt x="220" y="376"/>
                        </a:lnTo>
                        <a:lnTo>
                          <a:pt x="222" y="379"/>
                        </a:lnTo>
                        <a:lnTo>
                          <a:pt x="220" y="386"/>
                        </a:lnTo>
                        <a:lnTo>
                          <a:pt x="219" y="389"/>
                        </a:lnTo>
                        <a:lnTo>
                          <a:pt x="220" y="390"/>
                        </a:lnTo>
                        <a:lnTo>
                          <a:pt x="216" y="393"/>
                        </a:lnTo>
                        <a:lnTo>
                          <a:pt x="213" y="390"/>
                        </a:lnTo>
                        <a:lnTo>
                          <a:pt x="213" y="390"/>
                        </a:lnTo>
                        <a:close/>
                        <a:moveTo>
                          <a:pt x="218" y="405"/>
                        </a:moveTo>
                        <a:lnTo>
                          <a:pt x="219" y="402"/>
                        </a:lnTo>
                        <a:lnTo>
                          <a:pt x="218" y="398"/>
                        </a:lnTo>
                        <a:lnTo>
                          <a:pt x="218" y="394"/>
                        </a:lnTo>
                        <a:lnTo>
                          <a:pt x="215" y="394"/>
                        </a:lnTo>
                        <a:lnTo>
                          <a:pt x="211" y="390"/>
                        </a:lnTo>
                        <a:lnTo>
                          <a:pt x="209" y="390"/>
                        </a:lnTo>
                        <a:lnTo>
                          <a:pt x="209" y="393"/>
                        </a:lnTo>
                        <a:lnTo>
                          <a:pt x="215" y="397"/>
                        </a:lnTo>
                        <a:lnTo>
                          <a:pt x="211" y="395"/>
                        </a:lnTo>
                        <a:lnTo>
                          <a:pt x="211" y="398"/>
                        </a:lnTo>
                        <a:lnTo>
                          <a:pt x="213" y="399"/>
                        </a:lnTo>
                        <a:lnTo>
                          <a:pt x="218" y="405"/>
                        </a:lnTo>
                        <a:lnTo>
                          <a:pt x="218" y="405"/>
                        </a:lnTo>
                        <a:close/>
                        <a:moveTo>
                          <a:pt x="186" y="353"/>
                        </a:moveTo>
                        <a:lnTo>
                          <a:pt x="188" y="357"/>
                        </a:lnTo>
                        <a:lnTo>
                          <a:pt x="189" y="356"/>
                        </a:lnTo>
                        <a:lnTo>
                          <a:pt x="192" y="357"/>
                        </a:lnTo>
                        <a:lnTo>
                          <a:pt x="193" y="357"/>
                        </a:lnTo>
                        <a:lnTo>
                          <a:pt x="190" y="353"/>
                        </a:lnTo>
                        <a:lnTo>
                          <a:pt x="188" y="352"/>
                        </a:lnTo>
                        <a:lnTo>
                          <a:pt x="186" y="353"/>
                        </a:lnTo>
                        <a:lnTo>
                          <a:pt x="186" y="353"/>
                        </a:lnTo>
                        <a:close/>
                        <a:moveTo>
                          <a:pt x="127" y="961"/>
                        </a:moveTo>
                        <a:lnTo>
                          <a:pt x="127" y="961"/>
                        </a:lnTo>
                        <a:lnTo>
                          <a:pt x="124" y="961"/>
                        </a:lnTo>
                        <a:lnTo>
                          <a:pt x="124" y="955"/>
                        </a:lnTo>
                        <a:lnTo>
                          <a:pt x="127" y="950"/>
                        </a:lnTo>
                        <a:lnTo>
                          <a:pt x="127" y="946"/>
                        </a:lnTo>
                        <a:lnTo>
                          <a:pt x="125" y="948"/>
                        </a:lnTo>
                        <a:lnTo>
                          <a:pt x="122" y="950"/>
                        </a:lnTo>
                        <a:lnTo>
                          <a:pt x="118" y="951"/>
                        </a:lnTo>
                        <a:lnTo>
                          <a:pt x="116" y="947"/>
                        </a:lnTo>
                        <a:lnTo>
                          <a:pt x="116" y="944"/>
                        </a:lnTo>
                        <a:lnTo>
                          <a:pt x="117" y="944"/>
                        </a:lnTo>
                        <a:lnTo>
                          <a:pt x="118" y="947"/>
                        </a:lnTo>
                        <a:lnTo>
                          <a:pt x="120" y="947"/>
                        </a:lnTo>
                        <a:lnTo>
                          <a:pt x="120" y="946"/>
                        </a:lnTo>
                        <a:lnTo>
                          <a:pt x="118" y="943"/>
                        </a:lnTo>
                        <a:lnTo>
                          <a:pt x="118" y="941"/>
                        </a:lnTo>
                        <a:lnTo>
                          <a:pt x="116" y="941"/>
                        </a:lnTo>
                        <a:lnTo>
                          <a:pt x="114" y="943"/>
                        </a:lnTo>
                        <a:lnTo>
                          <a:pt x="112" y="940"/>
                        </a:lnTo>
                        <a:lnTo>
                          <a:pt x="109" y="937"/>
                        </a:lnTo>
                        <a:lnTo>
                          <a:pt x="109" y="936"/>
                        </a:lnTo>
                        <a:lnTo>
                          <a:pt x="113" y="933"/>
                        </a:lnTo>
                        <a:lnTo>
                          <a:pt x="114" y="929"/>
                        </a:lnTo>
                        <a:lnTo>
                          <a:pt x="116" y="928"/>
                        </a:lnTo>
                        <a:lnTo>
                          <a:pt x="116" y="928"/>
                        </a:lnTo>
                        <a:lnTo>
                          <a:pt x="113" y="928"/>
                        </a:lnTo>
                        <a:lnTo>
                          <a:pt x="110" y="928"/>
                        </a:lnTo>
                        <a:lnTo>
                          <a:pt x="109" y="927"/>
                        </a:lnTo>
                        <a:lnTo>
                          <a:pt x="110" y="925"/>
                        </a:lnTo>
                        <a:lnTo>
                          <a:pt x="113" y="921"/>
                        </a:lnTo>
                        <a:lnTo>
                          <a:pt x="113" y="917"/>
                        </a:lnTo>
                        <a:lnTo>
                          <a:pt x="114" y="916"/>
                        </a:lnTo>
                        <a:lnTo>
                          <a:pt x="114" y="914"/>
                        </a:lnTo>
                        <a:lnTo>
                          <a:pt x="113" y="914"/>
                        </a:lnTo>
                        <a:lnTo>
                          <a:pt x="112" y="917"/>
                        </a:lnTo>
                        <a:lnTo>
                          <a:pt x="112" y="921"/>
                        </a:lnTo>
                        <a:lnTo>
                          <a:pt x="109" y="927"/>
                        </a:lnTo>
                        <a:lnTo>
                          <a:pt x="106" y="927"/>
                        </a:lnTo>
                        <a:lnTo>
                          <a:pt x="105" y="925"/>
                        </a:lnTo>
                        <a:lnTo>
                          <a:pt x="103" y="925"/>
                        </a:lnTo>
                        <a:lnTo>
                          <a:pt x="103" y="922"/>
                        </a:lnTo>
                        <a:lnTo>
                          <a:pt x="105" y="922"/>
                        </a:lnTo>
                        <a:lnTo>
                          <a:pt x="105" y="921"/>
                        </a:lnTo>
                        <a:lnTo>
                          <a:pt x="102" y="922"/>
                        </a:lnTo>
                        <a:lnTo>
                          <a:pt x="101" y="924"/>
                        </a:lnTo>
                        <a:lnTo>
                          <a:pt x="99" y="924"/>
                        </a:lnTo>
                        <a:lnTo>
                          <a:pt x="99" y="922"/>
                        </a:lnTo>
                        <a:lnTo>
                          <a:pt x="98" y="922"/>
                        </a:lnTo>
                        <a:lnTo>
                          <a:pt x="97" y="924"/>
                        </a:lnTo>
                        <a:lnTo>
                          <a:pt x="94" y="922"/>
                        </a:lnTo>
                        <a:lnTo>
                          <a:pt x="94" y="922"/>
                        </a:lnTo>
                        <a:lnTo>
                          <a:pt x="97" y="920"/>
                        </a:lnTo>
                        <a:lnTo>
                          <a:pt x="98" y="920"/>
                        </a:lnTo>
                        <a:lnTo>
                          <a:pt x="102" y="918"/>
                        </a:lnTo>
                        <a:lnTo>
                          <a:pt x="105" y="916"/>
                        </a:lnTo>
                        <a:lnTo>
                          <a:pt x="106" y="913"/>
                        </a:lnTo>
                        <a:lnTo>
                          <a:pt x="106" y="910"/>
                        </a:lnTo>
                        <a:lnTo>
                          <a:pt x="106" y="913"/>
                        </a:lnTo>
                        <a:lnTo>
                          <a:pt x="103" y="914"/>
                        </a:lnTo>
                        <a:lnTo>
                          <a:pt x="102" y="917"/>
                        </a:lnTo>
                        <a:lnTo>
                          <a:pt x="101" y="918"/>
                        </a:lnTo>
                        <a:lnTo>
                          <a:pt x="97" y="917"/>
                        </a:lnTo>
                        <a:lnTo>
                          <a:pt x="95" y="916"/>
                        </a:lnTo>
                        <a:lnTo>
                          <a:pt x="94" y="914"/>
                        </a:lnTo>
                        <a:lnTo>
                          <a:pt x="94" y="914"/>
                        </a:lnTo>
                        <a:lnTo>
                          <a:pt x="95" y="913"/>
                        </a:lnTo>
                        <a:lnTo>
                          <a:pt x="94" y="912"/>
                        </a:lnTo>
                        <a:lnTo>
                          <a:pt x="91" y="913"/>
                        </a:lnTo>
                        <a:lnTo>
                          <a:pt x="88" y="912"/>
                        </a:lnTo>
                        <a:lnTo>
                          <a:pt x="86" y="912"/>
                        </a:lnTo>
                        <a:lnTo>
                          <a:pt x="86" y="914"/>
                        </a:lnTo>
                        <a:lnTo>
                          <a:pt x="83" y="912"/>
                        </a:lnTo>
                        <a:lnTo>
                          <a:pt x="82" y="909"/>
                        </a:lnTo>
                        <a:lnTo>
                          <a:pt x="82" y="908"/>
                        </a:lnTo>
                        <a:lnTo>
                          <a:pt x="84" y="909"/>
                        </a:lnTo>
                        <a:lnTo>
                          <a:pt x="87" y="910"/>
                        </a:lnTo>
                        <a:lnTo>
                          <a:pt x="91" y="909"/>
                        </a:lnTo>
                        <a:lnTo>
                          <a:pt x="91" y="908"/>
                        </a:lnTo>
                        <a:lnTo>
                          <a:pt x="90" y="908"/>
                        </a:lnTo>
                        <a:lnTo>
                          <a:pt x="86" y="908"/>
                        </a:lnTo>
                        <a:lnTo>
                          <a:pt x="84" y="908"/>
                        </a:lnTo>
                        <a:lnTo>
                          <a:pt x="84" y="906"/>
                        </a:lnTo>
                        <a:lnTo>
                          <a:pt x="87" y="908"/>
                        </a:lnTo>
                        <a:lnTo>
                          <a:pt x="90" y="906"/>
                        </a:lnTo>
                        <a:lnTo>
                          <a:pt x="91" y="905"/>
                        </a:lnTo>
                        <a:lnTo>
                          <a:pt x="87" y="905"/>
                        </a:lnTo>
                        <a:lnTo>
                          <a:pt x="86" y="905"/>
                        </a:lnTo>
                        <a:lnTo>
                          <a:pt x="82" y="905"/>
                        </a:lnTo>
                        <a:lnTo>
                          <a:pt x="80" y="905"/>
                        </a:lnTo>
                        <a:lnTo>
                          <a:pt x="79" y="903"/>
                        </a:lnTo>
                        <a:lnTo>
                          <a:pt x="79" y="902"/>
                        </a:lnTo>
                        <a:lnTo>
                          <a:pt x="82" y="901"/>
                        </a:lnTo>
                        <a:lnTo>
                          <a:pt x="84" y="902"/>
                        </a:lnTo>
                        <a:lnTo>
                          <a:pt x="87" y="902"/>
                        </a:lnTo>
                        <a:lnTo>
                          <a:pt x="88" y="901"/>
                        </a:lnTo>
                        <a:lnTo>
                          <a:pt x="86" y="901"/>
                        </a:lnTo>
                        <a:lnTo>
                          <a:pt x="83" y="899"/>
                        </a:lnTo>
                        <a:lnTo>
                          <a:pt x="80" y="899"/>
                        </a:lnTo>
                        <a:lnTo>
                          <a:pt x="80" y="898"/>
                        </a:lnTo>
                        <a:lnTo>
                          <a:pt x="84" y="898"/>
                        </a:lnTo>
                        <a:lnTo>
                          <a:pt x="86" y="898"/>
                        </a:lnTo>
                        <a:lnTo>
                          <a:pt x="87" y="898"/>
                        </a:lnTo>
                        <a:lnTo>
                          <a:pt x="87" y="897"/>
                        </a:lnTo>
                        <a:lnTo>
                          <a:pt x="87" y="895"/>
                        </a:lnTo>
                        <a:lnTo>
                          <a:pt x="88" y="894"/>
                        </a:lnTo>
                        <a:lnTo>
                          <a:pt x="93" y="894"/>
                        </a:lnTo>
                        <a:lnTo>
                          <a:pt x="95" y="894"/>
                        </a:lnTo>
                        <a:lnTo>
                          <a:pt x="95" y="893"/>
                        </a:lnTo>
                        <a:lnTo>
                          <a:pt x="91" y="893"/>
                        </a:lnTo>
                        <a:lnTo>
                          <a:pt x="90" y="891"/>
                        </a:lnTo>
                        <a:lnTo>
                          <a:pt x="88" y="891"/>
                        </a:lnTo>
                        <a:lnTo>
                          <a:pt x="87" y="893"/>
                        </a:lnTo>
                        <a:lnTo>
                          <a:pt x="84" y="894"/>
                        </a:lnTo>
                        <a:lnTo>
                          <a:pt x="83" y="895"/>
                        </a:lnTo>
                        <a:lnTo>
                          <a:pt x="82" y="894"/>
                        </a:lnTo>
                        <a:lnTo>
                          <a:pt x="82" y="893"/>
                        </a:lnTo>
                        <a:lnTo>
                          <a:pt x="82" y="890"/>
                        </a:lnTo>
                        <a:lnTo>
                          <a:pt x="83" y="889"/>
                        </a:lnTo>
                        <a:lnTo>
                          <a:pt x="86" y="887"/>
                        </a:lnTo>
                        <a:lnTo>
                          <a:pt x="87" y="884"/>
                        </a:lnTo>
                        <a:lnTo>
                          <a:pt x="94" y="880"/>
                        </a:lnTo>
                        <a:lnTo>
                          <a:pt x="97" y="879"/>
                        </a:lnTo>
                        <a:lnTo>
                          <a:pt x="98" y="880"/>
                        </a:lnTo>
                        <a:lnTo>
                          <a:pt x="98" y="884"/>
                        </a:lnTo>
                        <a:lnTo>
                          <a:pt x="99" y="887"/>
                        </a:lnTo>
                        <a:lnTo>
                          <a:pt x="99" y="886"/>
                        </a:lnTo>
                        <a:lnTo>
                          <a:pt x="99" y="883"/>
                        </a:lnTo>
                        <a:lnTo>
                          <a:pt x="99" y="878"/>
                        </a:lnTo>
                        <a:lnTo>
                          <a:pt x="102" y="878"/>
                        </a:lnTo>
                        <a:lnTo>
                          <a:pt x="105" y="878"/>
                        </a:lnTo>
                        <a:lnTo>
                          <a:pt x="102" y="876"/>
                        </a:lnTo>
                        <a:lnTo>
                          <a:pt x="99" y="876"/>
                        </a:lnTo>
                        <a:lnTo>
                          <a:pt x="97" y="878"/>
                        </a:lnTo>
                        <a:lnTo>
                          <a:pt x="95" y="875"/>
                        </a:lnTo>
                        <a:lnTo>
                          <a:pt x="97" y="874"/>
                        </a:lnTo>
                        <a:lnTo>
                          <a:pt x="99" y="872"/>
                        </a:lnTo>
                        <a:lnTo>
                          <a:pt x="102" y="871"/>
                        </a:lnTo>
                        <a:lnTo>
                          <a:pt x="105" y="867"/>
                        </a:lnTo>
                        <a:lnTo>
                          <a:pt x="103" y="864"/>
                        </a:lnTo>
                        <a:lnTo>
                          <a:pt x="103" y="865"/>
                        </a:lnTo>
                        <a:lnTo>
                          <a:pt x="102" y="868"/>
                        </a:lnTo>
                        <a:lnTo>
                          <a:pt x="99" y="869"/>
                        </a:lnTo>
                        <a:lnTo>
                          <a:pt x="97" y="869"/>
                        </a:lnTo>
                        <a:lnTo>
                          <a:pt x="94" y="874"/>
                        </a:lnTo>
                        <a:lnTo>
                          <a:pt x="90" y="876"/>
                        </a:lnTo>
                        <a:lnTo>
                          <a:pt x="86" y="878"/>
                        </a:lnTo>
                        <a:lnTo>
                          <a:pt x="84" y="875"/>
                        </a:lnTo>
                        <a:lnTo>
                          <a:pt x="84" y="874"/>
                        </a:lnTo>
                        <a:lnTo>
                          <a:pt x="87" y="874"/>
                        </a:lnTo>
                        <a:lnTo>
                          <a:pt x="84" y="874"/>
                        </a:lnTo>
                        <a:lnTo>
                          <a:pt x="80" y="875"/>
                        </a:lnTo>
                        <a:lnTo>
                          <a:pt x="79" y="874"/>
                        </a:lnTo>
                        <a:lnTo>
                          <a:pt x="80" y="872"/>
                        </a:lnTo>
                        <a:lnTo>
                          <a:pt x="83" y="869"/>
                        </a:lnTo>
                        <a:lnTo>
                          <a:pt x="86" y="868"/>
                        </a:lnTo>
                        <a:lnTo>
                          <a:pt x="88" y="868"/>
                        </a:lnTo>
                        <a:lnTo>
                          <a:pt x="90" y="868"/>
                        </a:lnTo>
                        <a:lnTo>
                          <a:pt x="90" y="867"/>
                        </a:lnTo>
                        <a:lnTo>
                          <a:pt x="87" y="865"/>
                        </a:lnTo>
                        <a:lnTo>
                          <a:pt x="88" y="864"/>
                        </a:lnTo>
                        <a:lnTo>
                          <a:pt x="90" y="863"/>
                        </a:lnTo>
                        <a:lnTo>
                          <a:pt x="88" y="861"/>
                        </a:lnTo>
                        <a:lnTo>
                          <a:pt x="86" y="863"/>
                        </a:lnTo>
                        <a:lnTo>
                          <a:pt x="84" y="863"/>
                        </a:lnTo>
                        <a:lnTo>
                          <a:pt x="84" y="860"/>
                        </a:lnTo>
                        <a:lnTo>
                          <a:pt x="83" y="855"/>
                        </a:lnTo>
                        <a:lnTo>
                          <a:pt x="82" y="853"/>
                        </a:lnTo>
                        <a:lnTo>
                          <a:pt x="82" y="850"/>
                        </a:lnTo>
                        <a:lnTo>
                          <a:pt x="83" y="848"/>
                        </a:lnTo>
                        <a:lnTo>
                          <a:pt x="87" y="849"/>
                        </a:lnTo>
                        <a:lnTo>
                          <a:pt x="90" y="850"/>
                        </a:lnTo>
                        <a:lnTo>
                          <a:pt x="93" y="849"/>
                        </a:lnTo>
                        <a:lnTo>
                          <a:pt x="95" y="852"/>
                        </a:lnTo>
                        <a:lnTo>
                          <a:pt x="95" y="849"/>
                        </a:lnTo>
                        <a:lnTo>
                          <a:pt x="93" y="849"/>
                        </a:lnTo>
                        <a:lnTo>
                          <a:pt x="90" y="849"/>
                        </a:lnTo>
                        <a:lnTo>
                          <a:pt x="88" y="846"/>
                        </a:lnTo>
                        <a:lnTo>
                          <a:pt x="86" y="845"/>
                        </a:lnTo>
                        <a:lnTo>
                          <a:pt x="86" y="844"/>
                        </a:lnTo>
                        <a:lnTo>
                          <a:pt x="87" y="841"/>
                        </a:lnTo>
                        <a:lnTo>
                          <a:pt x="88" y="841"/>
                        </a:lnTo>
                        <a:lnTo>
                          <a:pt x="90" y="838"/>
                        </a:lnTo>
                        <a:lnTo>
                          <a:pt x="90" y="834"/>
                        </a:lnTo>
                        <a:lnTo>
                          <a:pt x="88" y="836"/>
                        </a:lnTo>
                        <a:lnTo>
                          <a:pt x="86" y="838"/>
                        </a:lnTo>
                        <a:lnTo>
                          <a:pt x="83" y="840"/>
                        </a:lnTo>
                        <a:lnTo>
                          <a:pt x="79" y="841"/>
                        </a:lnTo>
                        <a:lnTo>
                          <a:pt x="78" y="844"/>
                        </a:lnTo>
                        <a:lnTo>
                          <a:pt x="76" y="845"/>
                        </a:lnTo>
                        <a:lnTo>
                          <a:pt x="75" y="845"/>
                        </a:lnTo>
                        <a:lnTo>
                          <a:pt x="74" y="841"/>
                        </a:lnTo>
                        <a:lnTo>
                          <a:pt x="72" y="837"/>
                        </a:lnTo>
                        <a:lnTo>
                          <a:pt x="72" y="830"/>
                        </a:lnTo>
                        <a:lnTo>
                          <a:pt x="74" y="825"/>
                        </a:lnTo>
                        <a:lnTo>
                          <a:pt x="74" y="823"/>
                        </a:lnTo>
                        <a:lnTo>
                          <a:pt x="71" y="823"/>
                        </a:lnTo>
                        <a:lnTo>
                          <a:pt x="71" y="819"/>
                        </a:lnTo>
                        <a:lnTo>
                          <a:pt x="72" y="818"/>
                        </a:lnTo>
                        <a:lnTo>
                          <a:pt x="74" y="819"/>
                        </a:lnTo>
                        <a:lnTo>
                          <a:pt x="75" y="819"/>
                        </a:lnTo>
                        <a:lnTo>
                          <a:pt x="75" y="817"/>
                        </a:lnTo>
                        <a:lnTo>
                          <a:pt x="78" y="814"/>
                        </a:lnTo>
                        <a:lnTo>
                          <a:pt x="79" y="810"/>
                        </a:lnTo>
                        <a:lnTo>
                          <a:pt x="82" y="810"/>
                        </a:lnTo>
                        <a:lnTo>
                          <a:pt x="84" y="810"/>
                        </a:lnTo>
                        <a:lnTo>
                          <a:pt x="86" y="810"/>
                        </a:lnTo>
                        <a:lnTo>
                          <a:pt x="84" y="808"/>
                        </a:lnTo>
                        <a:lnTo>
                          <a:pt x="83" y="808"/>
                        </a:lnTo>
                        <a:lnTo>
                          <a:pt x="87" y="803"/>
                        </a:lnTo>
                        <a:lnTo>
                          <a:pt x="88" y="802"/>
                        </a:lnTo>
                        <a:lnTo>
                          <a:pt x="93" y="799"/>
                        </a:lnTo>
                        <a:lnTo>
                          <a:pt x="94" y="797"/>
                        </a:lnTo>
                        <a:lnTo>
                          <a:pt x="91" y="797"/>
                        </a:lnTo>
                        <a:lnTo>
                          <a:pt x="91" y="796"/>
                        </a:lnTo>
                        <a:lnTo>
                          <a:pt x="87" y="799"/>
                        </a:lnTo>
                        <a:lnTo>
                          <a:pt x="87" y="802"/>
                        </a:lnTo>
                        <a:lnTo>
                          <a:pt x="82" y="807"/>
                        </a:lnTo>
                        <a:lnTo>
                          <a:pt x="82" y="807"/>
                        </a:lnTo>
                        <a:lnTo>
                          <a:pt x="82" y="804"/>
                        </a:lnTo>
                        <a:lnTo>
                          <a:pt x="84" y="802"/>
                        </a:lnTo>
                        <a:lnTo>
                          <a:pt x="84" y="796"/>
                        </a:lnTo>
                        <a:lnTo>
                          <a:pt x="88" y="789"/>
                        </a:lnTo>
                        <a:lnTo>
                          <a:pt x="90" y="787"/>
                        </a:lnTo>
                        <a:lnTo>
                          <a:pt x="90" y="785"/>
                        </a:lnTo>
                        <a:lnTo>
                          <a:pt x="90" y="785"/>
                        </a:lnTo>
                        <a:lnTo>
                          <a:pt x="90" y="783"/>
                        </a:lnTo>
                        <a:lnTo>
                          <a:pt x="90" y="783"/>
                        </a:lnTo>
                        <a:lnTo>
                          <a:pt x="90" y="781"/>
                        </a:lnTo>
                        <a:lnTo>
                          <a:pt x="91" y="780"/>
                        </a:lnTo>
                        <a:lnTo>
                          <a:pt x="90" y="778"/>
                        </a:lnTo>
                        <a:lnTo>
                          <a:pt x="88" y="777"/>
                        </a:lnTo>
                        <a:lnTo>
                          <a:pt x="88" y="774"/>
                        </a:lnTo>
                        <a:lnTo>
                          <a:pt x="87" y="772"/>
                        </a:lnTo>
                        <a:lnTo>
                          <a:pt x="84" y="770"/>
                        </a:lnTo>
                        <a:lnTo>
                          <a:pt x="83" y="769"/>
                        </a:lnTo>
                        <a:lnTo>
                          <a:pt x="82" y="766"/>
                        </a:lnTo>
                        <a:lnTo>
                          <a:pt x="79" y="764"/>
                        </a:lnTo>
                        <a:lnTo>
                          <a:pt x="78" y="762"/>
                        </a:lnTo>
                        <a:lnTo>
                          <a:pt x="75" y="762"/>
                        </a:lnTo>
                        <a:lnTo>
                          <a:pt x="75" y="761"/>
                        </a:lnTo>
                        <a:lnTo>
                          <a:pt x="76" y="759"/>
                        </a:lnTo>
                        <a:lnTo>
                          <a:pt x="75" y="758"/>
                        </a:lnTo>
                        <a:lnTo>
                          <a:pt x="74" y="757"/>
                        </a:lnTo>
                        <a:lnTo>
                          <a:pt x="74" y="755"/>
                        </a:lnTo>
                        <a:lnTo>
                          <a:pt x="75" y="754"/>
                        </a:lnTo>
                        <a:lnTo>
                          <a:pt x="76" y="753"/>
                        </a:lnTo>
                        <a:lnTo>
                          <a:pt x="75" y="751"/>
                        </a:lnTo>
                        <a:lnTo>
                          <a:pt x="74" y="751"/>
                        </a:lnTo>
                        <a:lnTo>
                          <a:pt x="72" y="751"/>
                        </a:lnTo>
                        <a:lnTo>
                          <a:pt x="72" y="749"/>
                        </a:lnTo>
                        <a:lnTo>
                          <a:pt x="75" y="747"/>
                        </a:lnTo>
                        <a:lnTo>
                          <a:pt x="74" y="738"/>
                        </a:lnTo>
                        <a:lnTo>
                          <a:pt x="75" y="727"/>
                        </a:lnTo>
                        <a:lnTo>
                          <a:pt x="75" y="719"/>
                        </a:lnTo>
                        <a:lnTo>
                          <a:pt x="75" y="716"/>
                        </a:lnTo>
                        <a:lnTo>
                          <a:pt x="74" y="713"/>
                        </a:lnTo>
                        <a:lnTo>
                          <a:pt x="75" y="712"/>
                        </a:lnTo>
                        <a:lnTo>
                          <a:pt x="75" y="709"/>
                        </a:lnTo>
                        <a:lnTo>
                          <a:pt x="74" y="706"/>
                        </a:lnTo>
                        <a:lnTo>
                          <a:pt x="74" y="701"/>
                        </a:lnTo>
                        <a:lnTo>
                          <a:pt x="69" y="698"/>
                        </a:lnTo>
                        <a:lnTo>
                          <a:pt x="69" y="693"/>
                        </a:lnTo>
                        <a:lnTo>
                          <a:pt x="69" y="690"/>
                        </a:lnTo>
                        <a:lnTo>
                          <a:pt x="67" y="682"/>
                        </a:lnTo>
                        <a:lnTo>
                          <a:pt x="68" y="679"/>
                        </a:lnTo>
                        <a:lnTo>
                          <a:pt x="69" y="677"/>
                        </a:lnTo>
                        <a:lnTo>
                          <a:pt x="69" y="674"/>
                        </a:lnTo>
                        <a:lnTo>
                          <a:pt x="68" y="671"/>
                        </a:lnTo>
                        <a:lnTo>
                          <a:pt x="65" y="668"/>
                        </a:lnTo>
                        <a:lnTo>
                          <a:pt x="61" y="670"/>
                        </a:lnTo>
                        <a:lnTo>
                          <a:pt x="57" y="671"/>
                        </a:lnTo>
                        <a:lnTo>
                          <a:pt x="56" y="671"/>
                        </a:lnTo>
                        <a:lnTo>
                          <a:pt x="50" y="672"/>
                        </a:lnTo>
                        <a:lnTo>
                          <a:pt x="48" y="677"/>
                        </a:lnTo>
                        <a:lnTo>
                          <a:pt x="44" y="682"/>
                        </a:lnTo>
                        <a:lnTo>
                          <a:pt x="40" y="683"/>
                        </a:lnTo>
                        <a:lnTo>
                          <a:pt x="35" y="685"/>
                        </a:lnTo>
                        <a:lnTo>
                          <a:pt x="30" y="686"/>
                        </a:lnTo>
                        <a:lnTo>
                          <a:pt x="29" y="686"/>
                        </a:lnTo>
                        <a:lnTo>
                          <a:pt x="29" y="683"/>
                        </a:lnTo>
                        <a:lnTo>
                          <a:pt x="31" y="679"/>
                        </a:lnTo>
                        <a:lnTo>
                          <a:pt x="30" y="677"/>
                        </a:lnTo>
                        <a:lnTo>
                          <a:pt x="26" y="660"/>
                        </a:lnTo>
                        <a:lnTo>
                          <a:pt x="23" y="652"/>
                        </a:lnTo>
                        <a:lnTo>
                          <a:pt x="22" y="649"/>
                        </a:lnTo>
                        <a:lnTo>
                          <a:pt x="25" y="643"/>
                        </a:lnTo>
                        <a:lnTo>
                          <a:pt x="18" y="641"/>
                        </a:lnTo>
                        <a:lnTo>
                          <a:pt x="12" y="644"/>
                        </a:lnTo>
                        <a:lnTo>
                          <a:pt x="10" y="643"/>
                        </a:lnTo>
                        <a:lnTo>
                          <a:pt x="0" y="643"/>
                        </a:lnTo>
                        <a:lnTo>
                          <a:pt x="165" y="342"/>
                        </a:lnTo>
                        <a:lnTo>
                          <a:pt x="166" y="344"/>
                        </a:lnTo>
                        <a:lnTo>
                          <a:pt x="167" y="344"/>
                        </a:lnTo>
                        <a:lnTo>
                          <a:pt x="175" y="351"/>
                        </a:lnTo>
                        <a:lnTo>
                          <a:pt x="178" y="351"/>
                        </a:lnTo>
                        <a:lnTo>
                          <a:pt x="181" y="352"/>
                        </a:lnTo>
                        <a:lnTo>
                          <a:pt x="181" y="355"/>
                        </a:lnTo>
                        <a:lnTo>
                          <a:pt x="182" y="355"/>
                        </a:lnTo>
                        <a:lnTo>
                          <a:pt x="185" y="356"/>
                        </a:lnTo>
                        <a:lnTo>
                          <a:pt x="185" y="359"/>
                        </a:lnTo>
                        <a:lnTo>
                          <a:pt x="189" y="363"/>
                        </a:lnTo>
                        <a:lnTo>
                          <a:pt x="188" y="364"/>
                        </a:lnTo>
                        <a:lnTo>
                          <a:pt x="188" y="365"/>
                        </a:lnTo>
                        <a:lnTo>
                          <a:pt x="186" y="368"/>
                        </a:lnTo>
                        <a:lnTo>
                          <a:pt x="188" y="371"/>
                        </a:lnTo>
                        <a:lnTo>
                          <a:pt x="189" y="372"/>
                        </a:lnTo>
                        <a:lnTo>
                          <a:pt x="190" y="371"/>
                        </a:lnTo>
                        <a:lnTo>
                          <a:pt x="192" y="371"/>
                        </a:lnTo>
                        <a:lnTo>
                          <a:pt x="192" y="375"/>
                        </a:lnTo>
                        <a:lnTo>
                          <a:pt x="192" y="379"/>
                        </a:lnTo>
                        <a:lnTo>
                          <a:pt x="197" y="384"/>
                        </a:lnTo>
                        <a:lnTo>
                          <a:pt x="200" y="386"/>
                        </a:lnTo>
                        <a:lnTo>
                          <a:pt x="200" y="386"/>
                        </a:lnTo>
                        <a:lnTo>
                          <a:pt x="203" y="387"/>
                        </a:lnTo>
                        <a:lnTo>
                          <a:pt x="203" y="389"/>
                        </a:lnTo>
                        <a:lnTo>
                          <a:pt x="204" y="390"/>
                        </a:lnTo>
                        <a:lnTo>
                          <a:pt x="205" y="390"/>
                        </a:lnTo>
                        <a:lnTo>
                          <a:pt x="208" y="394"/>
                        </a:lnTo>
                        <a:lnTo>
                          <a:pt x="208" y="398"/>
                        </a:lnTo>
                        <a:lnTo>
                          <a:pt x="211" y="398"/>
                        </a:lnTo>
                        <a:lnTo>
                          <a:pt x="212" y="401"/>
                        </a:lnTo>
                        <a:lnTo>
                          <a:pt x="213" y="401"/>
                        </a:lnTo>
                        <a:lnTo>
                          <a:pt x="216" y="405"/>
                        </a:lnTo>
                        <a:lnTo>
                          <a:pt x="216" y="408"/>
                        </a:lnTo>
                        <a:lnTo>
                          <a:pt x="218" y="408"/>
                        </a:lnTo>
                        <a:lnTo>
                          <a:pt x="218" y="410"/>
                        </a:lnTo>
                        <a:lnTo>
                          <a:pt x="215" y="413"/>
                        </a:lnTo>
                        <a:lnTo>
                          <a:pt x="213" y="416"/>
                        </a:lnTo>
                        <a:lnTo>
                          <a:pt x="219" y="410"/>
                        </a:lnTo>
                        <a:lnTo>
                          <a:pt x="222" y="409"/>
                        </a:lnTo>
                        <a:lnTo>
                          <a:pt x="223" y="410"/>
                        </a:lnTo>
                        <a:lnTo>
                          <a:pt x="223" y="406"/>
                        </a:lnTo>
                        <a:lnTo>
                          <a:pt x="223" y="398"/>
                        </a:lnTo>
                        <a:lnTo>
                          <a:pt x="223" y="394"/>
                        </a:lnTo>
                        <a:lnTo>
                          <a:pt x="224" y="391"/>
                        </a:lnTo>
                        <a:lnTo>
                          <a:pt x="230" y="390"/>
                        </a:lnTo>
                        <a:lnTo>
                          <a:pt x="232" y="387"/>
                        </a:lnTo>
                        <a:lnTo>
                          <a:pt x="235" y="386"/>
                        </a:lnTo>
                        <a:lnTo>
                          <a:pt x="238" y="384"/>
                        </a:lnTo>
                        <a:lnTo>
                          <a:pt x="239" y="383"/>
                        </a:lnTo>
                        <a:lnTo>
                          <a:pt x="241" y="383"/>
                        </a:lnTo>
                        <a:lnTo>
                          <a:pt x="243" y="382"/>
                        </a:lnTo>
                        <a:lnTo>
                          <a:pt x="246" y="382"/>
                        </a:lnTo>
                        <a:lnTo>
                          <a:pt x="247" y="382"/>
                        </a:lnTo>
                        <a:lnTo>
                          <a:pt x="250" y="382"/>
                        </a:lnTo>
                        <a:lnTo>
                          <a:pt x="252" y="383"/>
                        </a:lnTo>
                        <a:lnTo>
                          <a:pt x="256" y="379"/>
                        </a:lnTo>
                        <a:lnTo>
                          <a:pt x="256" y="376"/>
                        </a:lnTo>
                        <a:lnTo>
                          <a:pt x="258" y="375"/>
                        </a:lnTo>
                        <a:lnTo>
                          <a:pt x="261" y="376"/>
                        </a:lnTo>
                        <a:lnTo>
                          <a:pt x="262" y="375"/>
                        </a:lnTo>
                        <a:lnTo>
                          <a:pt x="261" y="374"/>
                        </a:lnTo>
                        <a:lnTo>
                          <a:pt x="264" y="374"/>
                        </a:lnTo>
                        <a:lnTo>
                          <a:pt x="265" y="375"/>
                        </a:lnTo>
                        <a:lnTo>
                          <a:pt x="273" y="375"/>
                        </a:lnTo>
                        <a:lnTo>
                          <a:pt x="280" y="372"/>
                        </a:lnTo>
                        <a:lnTo>
                          <a:pt x="283" y="371"/>
                        </a:lnTo>
                        <a:lnTo>
                          <a:pt x="284" y="371"/>
                        </a:lnTo>
                        <a:lnTo>
                          <a:pt x="285" y="374"/>
                        </a:lnTo>
                        <a:lnTo>
                          <a:pt x="287" y="372"/>
                        </a:lnTo>
                        <a:lnTo>
                          <a:pt x="288" y="370"/>
                        </a:lnTo>
                        <a:lnTo>
                          <a:pt x="292" y="367"/>
                        </a:lnTo>
                        <a:lnTo>
                          <a:pt x="295" y="367"/>
                        </a:lnTo>
                        <a:lnTo>
                          <a:pt x="296" y="368"/>
                        </a:lnTo>
                        <a:lnTo>
                          <a:pt x="298" y="368"/>
                        </a:lnTo>
                        <a:lnTo>
                          <a:pt x="299" y="370"/>
                        </a:lnTo>
                        <a:lnTo>
                          <a:pt x="300" y="370"/>
                        </a:lnTo>
                        <a:lnTo>
                          <a:pt x="300" y="367"/>
                        </a:lnTo>
                        <a:lnTo>
                          <a:pt x="302" y="365"/>
                        </a:lnTo>
                        <a:lnTo>
                          <a:pt x="304" y="367"/>
                        </a:lnTo>
                        <a:lnTo>
                          <a:pt x="304" y="370"/>
                        </a:lnTo>
                        <a:lnTo>
                          <a:pt x="306" y="371"/>
                        </a:lnTo>
                        <a:lnTo>
                          <a:pt x="304" y="372"/>
                        </a:lnTo>
                        <a:lnTo>
                          <a:pt x="303" y="372"/>
                        </a:lnTo>
                        <a:lnTo>
                          <a:pt x="302" y="375"/>
                        </a:lnTo>
                        <a:lnTo>
                          <a:pt x="296" y="376"/>
                        </a:lnTo>
                        <a:lnTo>
                          <a:pt x="291" y="379"/>
                        </a:lnTo>
                        <a:lnTo>
                          <a:pt x="288" y="380"/>
                        </a:lnTo>
                        <a:lnTo>
                          <a:pt x="285" y="382"/>
                        </a:lnTo>
                        <a:lnTo>
                          <a:pt x="283" y="382"/>
                        </a:lnTo>
                        <a:lnTo>
                          <a:pt x="281" y="383"/>
                        </a:lnTo>
                        <a:lnTo>
                          <a:pt x="280" y="383"/>
                        </a:lnTo>
                        <a:lnTo>
                          <a:pt x="279" y="382"/>
                        </a:lnTo>
                        <a:lnTo>
                          <a:pt x="275" y="383"/>
                        </a:lnTo>
                        <a:lnTo>
                          <a:pt x="269" y="383"/>
                        </a:lnTo>
                        <a:lnTo>
                          <a:pt x="269" y="384"/>
                        </a:lnTo>
                        <a:lnTo>
                          <a:pt x="264" y="383"/>
                        </a:lnTo>
                        <a:lnTo>
                          <a:pt x="261" y="384"/>
                        </a:lnTo>
                        <a:lnTo>
                          <a:pt x="258" y="389"/>
                        </a:lnTo>
                        <a:lnTo>
                          <a:pt x="252" y="391"/>
                        </a:lnTo>
                        <a:lnTo>
                          <a:pt x="252" y="390"/>
                        </a:lnTo>
                        <a:lnTo>
                          <a:pt x="249" y="393"/>
                        </a:lnTo>
                        <a:lnTo>
                          <a:pt x="247" y="394"/>
                        </a:lnTo>
                        <a:lnTo>
                          <a:pt x="246" y="395"/>
                        </a:lnTo>
                        <a:lnTo>
                          <a:pt x="245" y="394"/>
                        </a:lnTo>
                        <a:lnTo>
                          <a:pt x="242" y="397"/>
                        </a:lnTo>
                        <a:lnTo>
                          <a:pt x="239" y="399"/>
                        </a:lnTo>
                        <a:lnTo>
                          <a:pt x="238" y="399"/>
                        </a:lnTo>
                        <a:lnTo>
                          <a:pt x="237" y="401"/>
                        </a:lnTo>
                        <a:lnTo>
                          <a:pt x="239" y="405"/>
                        </a:lnTo>
                        <a:lnTo>
                          <a:pt x="242" y="406"/>
                        </a:lnTo>
                        <a:lnTo>
                          <a:pt x="239" y="402"/>
                        </a:lnTo>
                        <a:lnTo>
                          <a:pt x="239" y="402"/>
                        </a:lnTo>
                        <a:lnTo>
                          <a:pt x="242" y="402"/>
                        </a:lnTo>
                        <a:lnTo>
                          <a:pt x="243" y="401"/>
                        </a:lnTo>
                        <a:lnTo>
                          <a:pt x="246" y="402"/>
                        </a:lnTo>
                        <a:lnTo>
                          <a:pt x="245" y="399"/>
                        </a:lnTo>
                        <a:lnTo>
                          <a:pt x="249" y="397"/>
                        </a:lnTo>
                        <a:lnTo>
                          <a:pt x="253" y="395"/>
                        </a:lnTo>
                        <a:lnTo>
                          <a:pt x="256" y="395"/>
                        </a:lnTo>
                        <a:lnTo>
                          <a:pt x="262" y="390"/>
                        </a:lnTo>
                        <a:lnTo>
                          <a:pt x="264" y="387"/>
                        </a:lnTo>
                        <a:lnTo>
                          <a:pt x="266" y="387"/>
                        </a:lnTo>
                        <a:lnTo>
                          <a:pt x="268" y="390"/>
                        </a:lnTo>
                        <a:lnTo>
                          <a:pt x="269" y="387"/>
                        </a:lnTo>
                        <a:lnTo>
                          <a:pt x="272" y="387"/>
                        </a:lnTo>
                        <a:lnTo>
                          <a:pt x="272" y="389"/>
                        </a:lnTo>
                        <a:lnTo>
                          <a:pt x="276" y="386"/>
                        </a:lnTo>
                        <a:lnTo>
                          <a:pt x="277" y="387"/>
                        </a:lnTo>
                        <a:lnTo>
                          <a:pt x="273" y="393"/>
                        </a:lnTo>
                        <a:lnTo>
                          <a:pt x="275" y="394"/>
                        </a:lnTo>
                        <a:lnTo>
                          <a:pt x="277" y="390"/>
                        </a:lnTo>
                        <a:lnTo>
                          <a:pt x="281" y="389"/>
                        </a:lnTo>
                        <a:lnTo>
                          <a:pt x="290" y="382"/>
                        </a:lnTo>
                        <a:lnTo>
                          <a:pt x="295" y="382"/>
                        </a:lnTo>
                        <a:lnTo>
                          <a:pt x="298" y="380"/>
                        </a:lnTo>
                        <a:lnTo>
                          <a:pt x="303" y="380"/>
                        </a:lnTo>
                        <a:lnTo>
                          <a:pt x="306" y="379"/>
                        </a:lnTo>
                        <a:lnTo>
                          <a:pt x="307" y="379"/>
                        </a:lnTo>
                        <a:lnTo>
                          <a:pt x="307" y="382"/>
                        </a:lnTo>
                        <a:lnTo>
                          <a:pt x="303" y="383"/>
                        </a:lnTo>
                        <a:lnTo>
                          <a:pt x="303" y="384"/>
                        </a:lnTo>
                        <a:lnTo>
                          <a:pt x="306" y="386"/>
                        </a:lnTo>
                        <a:lnTo>
                          <a:pt x="309" y="383"/>
                        </a:lnTo>
                        <a:lnTo>
                          <a:pt x="315" y="379"/>
                        </a:lnTo>
                        <a:lnTo>
                          <a:pt x="317" y="379"/>
                        </a:lnTo>
                        <a:lnTo>
                          <a:pt x="317" y="378"/>
                        </a:lnTo>
                        <a:lnTo>
                          <a:pt x="319" y="376"/>
                        </a:lnTo>
                        <a:lnTo>
                          <a:pt x="322" y="376"/>
                        </a:lnTo>
                        <a:lnTo>
                          <a:pt x="322" y="375"/>
                        </a:lnTo>
                        <a:lnTo>
                          <a:pt x="322" y="372"/>
                        </a:lnTo>
                        <a:lnTo>
                          <a:pt x="325" y="375"/>
                        </a:lnTo>
                        <a:lnTo>
                          <a:pt x="326" y="375"/>
                        </a:lnTo>
                        <a:lnTo>
                          <a:pt x="328" y="371"/>
                        </a:lnTo>
                        <a:lnTo>
                          <a:pt x="326" y="368"/>
                        </a:lnTo>
                        <a:lnTo>
                          <a:pt x="328" y="367"/>
                        </a:lnTo>
                        <a:lnTo>
                          <a:pt x="326" y="364"/>
                        </a:lnTo>
                        <a:lnTo>
                          <a:pt x="329" y="361"/>
                        </a:lnTo>
                        <a:lnTo>
                          <a:pt x="333" y="359"/>
                        </a:lnTo>
                        <a:lnTo>
                          <a:pt x="333" y="363"/>
                        </a:lnTo>
                        <a:lnTo>
                          <a:pt x="333" y="374"/>
                        </a:lnTo>
                        <a:lnTo>
                          <a:pt x="332" y="376"/>
                        </a:lnTo>
                        <a:lnTo>
                          <a:pt x="332" y="386"/>
                        </a:lnTo>
                        <a:lnTo>
                          <a:pt x="330" y="391"/>
                        </a:lnTo>
                        <a:lnTo>
                          <a:pt x="329" y="403"/>
                        </a:lnTo>
                        <a:lnTo>
                          <a:pt x="330" y="408"/>
                        </a:lnTo>
                        <a:lnTo>
                          <a:pt x="334" y="408"/>
                        </a:lnTo>
                        <a:lnTo>
                          <a:pt x="336" y="412"/>
                        </a:lnTo>
                        <a:lnTo>
                          <a:pt x="340" y="409"/>
                        </a:lnTo>
                        <a:lnTo>
                          <a:pt x="338" y="408"/>
                        </a:lnTo>
                        <a:lnTo>
                          <a:pt x="336" y="408"/>
                        </a:lnTo>
                        <a:lnTo>
                          <a:pt x="336" y="406"/>
                        </a:lnTo>
                        <a:lnTo>
                          <a:pt x="338" y="403"/>
                        </a:lnTo>
                        <a:lnTo>
                          <a:pt x="341" y="405"/>
                        </a:lnTo>
                        <a:lnTo>
                          <a:pt x="341" y="402"/>
                        </a:lnTo>
                        <a:lnTo>
                          <a:pt x="340" y="401"/>
                        </a:lnTo>
                        <a:lnTo>
                          <a:pt x="343" y="399"/>
                        </a:lnTo>
                        <a:lnTo>
                          <a:pt x="347" y="399"/>
                        </a:lnTo>
                        <a:lnTo>
                          <a:pt x="347" y="401"/>
                        </a:lnTo>
                        <a:lnTo>
                          <a:pt x="349" y="399"/>
                        </a:lnTo>
                        <a:lnTo>
                          <a:pt x="347" y="394"/>
                        </a:lnTo>
                        <a:lnTo>
                          <a:pt x="349" y="394"/>
                        </a:lnTo>
                        <a:lnTo>
                          <a:pt x="355" y="391"/>
                        </a:lnTo>
                        <a:lnTo>
                          <a:pt x="355" y="389"/>
                        </a:lnTo>
                        <a:lnTo>
                          <a:pt x="357" y="389"/>
                        </a:lnTo>
                        <a:lnTo>
                          <a:pt x="357" y="391"/>
                        </a:lnTo>
                        <a:lnTo>
                          <a:pt x="357" y="394"/>
                        </a:lnTo>
                        <a:lnTo>
                          <a:pt x="355" y="395"/>
                        </a:lnTo>
                        <a:lnTo>
                          <a:pt x="356" y="398"/>
                        </a:lnTo>
                        <a:lnTo>
                          <a:pt x="353" y="399"/>
                        </a:lnTo>
                        <a:lnTo>
                          <a:pt x="352" y="402"/>
                        </a:lnTo>
                        <a:lnTo>
                          <a:pt x="353" y="402"/>
                        </a:lnTo>
                        <a:lnTo>
                          <a:pt x="356" y="402"/>
                        </a:lnTo>
                        <a:lnTo>
                          <a:pt x="356" y="403"/>
                        </a:lnTo>
                        <a:lnTo>
                          <a:pt x="356" y="405"/>
                        </a:lnTo>
                        <a:lnTo>
                          <a:pt x="353" y="406"/>
                        </a:lnTo>
                        <a:lnTo>
                          <a:pt x="351" y="409"/>
                        </a:lnTo>
                        <a:lnTo>
                          <a:pt x="349" y="408"/>
                        </a:lnTo>
                        <a:lnTo>
                          <a:pt x="348" y="409"/>
                        </a:lnTo>
                        <a:lnTo>
                          <a:pt x="347" y="412"/>
                        </a:lnTo>
                        <a:lnTo>
                          <a:pt x="348" y="414"/>
                        </a:lnTo>
                        <a:lnTo>
                          <a:pt x="352" y="414"/>
                        </a:lnTo>
                        <a:lnTo>
                          <a:pt x="355" y="416"/>
                        </a:lnTo>
                        <a:lnTo>
                          <a:pt x="357" y="416"/>
                        </a:lnTo>
                        <a:lnTo>
                          <a:pt x="359" y="413"/>
                        </a:lnTo>
                        <a:lnTo>
                          <a:pt x="363" y="413"/>
                        </a:lnTo>
                        <a:lnTo>
                          <a:pt x="366" y="408"/>
                        </a:lnTo>
                        <a:lnTo>
                          <a:pt x="368" y="405"/>
                        </a:lnTo>
                        <a:lnTo>
                          <a:pt x="371" y="403"/>
                        </a:lnTo>
                        <a:lnTo>
                          <a:pt x="374" y="405"/>
                        </a:lnTo>
                        <a:lnTo>
                          <a:pt x="376" y="405"/>
                        </a:lnTo>
                        <a:lnTo>
                          <a:pt x="378" y="408"/>
                        </a:lnTo>
                        <a:lnTo>
                          <a:pt x="381" y="408"/>
                        </a:lnTo>
                        <a:lnTo>
                          <a:pt x="385" y="410"/>
                        </a:lnTo>
                        <a:lnTo>
                          <a:pt x="387" y="410"/>
                        </a:lnTo>
                        <a:lnTo>
                          <a:pt x="387" y="413"/>
                        </a:lnTo>
                        <a:lnTo>
                          <a:pt x="389" y="420"/>
                        </a:lnTo>
                        <a:lnTo>
                          <a:pt x="389" y="424"/>
                        </a:lnTo>
                        <a:lnTo>
                          <a:pt x="393" y="428"/>
                        </a:lnTo>
                        <a:lnTo>
                          <a:pt x="404" y="436"/>
                        </a:lnTo>
                        <a:lnTo>
                          <a:pt x="405" y="437"/>
                        </a:lnTo>
                        <a:lnTo>
                          <a:pt x="409" y="440"/>
                        </a:lnTo>
                        <a:lnTo>
                          <a:pt x="413" y="444"/>
                        </a:lnTo>
                        <a:lnTo>
                          <a:pt x="415" y="444"/>
                        </a:lnTo>
                        <a:lnTo>
                          <a:pt x="417" y="447"/>
                        </a:lnTo>
                        <a:lnTo>
                          <a:pt x="419" y="448"/>
                        </a:lnTo>
                        <a:lnTo>
                          <a:pt x="420" y="450"/>
                        </a:lnTo>
                        <a:lnTo>
                          <a:pt x="421" y="448"/>
                        </a:lnTo>
                        <a:lnTo>
                          <a:pt x="423" y="451"/>
                        </a:lnTo>
                        <a:lnTo>
                          <a:pt x="427" y="454"/>
                        </a:lnTo>
                        <a:lnTo>
                          <a:pt x="429" y="454"/>
                        </a:lnTo>
                        <a:lnTo>
                          <a:pt x="429" y="456"/>
                        </a:lnTo>
                        <a:lnTo>
                          <a:pt x="431" y="459"/>
                        </a:lnTo>
                        <a:lnTo>
                          <a:pt x="432" y="456"/>
                        </a:lnTo>
                        <a:lnTo>
                          <a:pt x="431" y="454"/>
                        </a:lnTo>
                        <a:lnTo>
                          <a:pt x="431" y="452"/>
                        </a:lnTo>
                        <a:lnTo>
                          <a:pt x="429" y="451"/>
                        </a:lnTo>
                        <a:lnTo>
                          <a:pt x="429" y="450"/>
                        </a:lnTo>
                        <a:lnTo>
                          <a:pt x="434" y="451"/>
                        </a:lnTo>
                        <a:lnTo>
                          <a:pt x="434" y="454"/>
                        </a:lnTo>
                        <a:lnTo>
                          <a:pt x="435" y="454"/>
                        </a:lnTo>
                        <a:lnTo>
                          <a:pt x="436" y="451"/>
                        </a:lnTo>
                        <a:lnTo>
                          <a:pt x="438" y="451"/>
                        </a:lnTo>
                        <a:lnTo>
                          <a:pt x="440" y="455"/>
                        </a:lnTo>
                        <a:lnTo>
                          <a:pt x="442" y="456"/>
                        </a:lnTo>
                        <a:lnTo>
                          <a:pt x="443" y="458"/>
                        </a:lnTo>
                        <a:lnTo>
                          <a:pt x="444" y="461"/>
                        </a:lnTo>
                        <a:lnTo>
                          <a:pt x="446" y="463"/>
                        </a:lnTo>
                        <a:lnTo>
                          <a:pt x="447" y="467"/>
                        </a:lnTo>
                        <a:lnTo>
                          <a:pt x="449" y="470"/>
                        </a:lnTo>
                        <a:lnTo>
                          <a:pt x="447" y="473"/>
                        </a:lnTo>
                        <a:lnTo>
                          <a:pt x="446" y="476"/>
                        </a:lnTo>
                        <a:lnTo>
                          <a:pt x="443" y="478"/>
                        </a:lnTo>
                        <a:lnTo>
                          <a:pt x="438" y="477"/>
                        </a:lnTo>
                        <a:lnTo>
                          <a:pt x="434" y="477"/>
                        </a:lnTo>
                        <a:lnTo>
                          <a:pt x="434" y="477"/>
                        </a:lnTo>
                        <a:lnTo>
                          <a:pt x="432" y="478"/>
                        </a:lnTo>
                        <a:lnTo>
                          <a:pt x="429" y="477"/>
                        </a:lnTo>
                        <a:lnTo>
                          <a:pt x="427" y="477"/>
                        </a:lnTo>
                        <a:lnTo>
                          <a:pt x="428" y="480"/>
                        </a:lnTo>
                        <a:lnTo>
                          <a:pt x="425" y="481"/>
                        </a:lnTo>
                        <a:lnTo>
                          <a:pt x="425" y="484"/>
                        </a:lnTo>
                        <a:lnTo>
                          <a:pt x="423" y="484"/>
                        </a:lnTo>
                        <a:lnTo>
                          <a:pt x="420" y="484"/>
                        </a:lnTo>
                        <a:lnTo>
                          <a:pt x="420" y="485"/>
                        </a:lnTo>
                        <a:lnTo>
                          <a:pt x="423" y="486"/>
                        </a:lnTo>
                        <a:lnTo>
                          <a:pt x="424" y="490"/>
                        </a:lnTo>
                        <a:lnTo>
                          <a:pt x="427" y="492"/>
                        </a:lnTo>
                        <a:lnTo>
                          <a:pt x="428" y="490"/>
                        </a:lnTo>
                        <a:lnTo>
                          <a:pt x="431" y="493"/>
                        </a:lnTo>
                        <a:lnTo>
                          <a:pt x="432" y="496"/>
                        </a:lnTo>
                        <a:lnTo>
                          <a:pt x="435" y="496"/>
                        </a:lnTo>
                        <a:lnTo>
                          <a:pt x="440" y="499"/>
                        </a:lnTo>
                        <a:lnTo>
                          <a:pt x="444" y="499"/>
                        </a:lnTo>
                        <a:lnTo>
                          <a:pt x="451" y="501"/>
                        </a:lnTo>
                        <a:lnTo>
                          <a:pt x="454" y="501"/>
                        </a:lnTo>
                        <a:lnTo>
                          <a:pt x="454" y="500"/>
                        </a:lnTo>
                        <a:lnTo>
                          <a:pt x="455" y="500"/>
                        </a:lnTo>
                        <a:lnTo>
                          <a:pt x="458" y="501"/>
                        </a:lnTo>
                        <a:lnTo>
                          <a:pt x="458" y="504"/>
                        </a:lnTo>
                        <a:lnTo>
                          <a:pt x="462" y="500"/>
                        </a:lnTo>
                        <a:lnTo>
                          <a:pt x="463" y="503"/>
                        </a:lnTo>
                        <a:lnTo>
                          <a:pt x="465" y="501"/>
                        </a:lnTo>
                        <a:lnTo>
                          <a:pt x="468" y="500"/>
                        </a:lnTo>
                        <a:lnTo>
                          <a:pt x="469" y="500"/>
                        </a:lnTo>
                        <a:lnTo>
                          <a:pt x="469" y="501"/>
                        </a:lnTo>
                        <a:lnTo>
                          <a:pt x="470" y="501"/>
                        </a:lnTo>
                        <a:lnTo>
                          <a:pt x="474" y="500"/>
                        </a:lnTo>
                        <a:lnTo>
                          <a:pt x="482" y="496"/>
                        </a:lnTo>
                        <a:lnTo>
                          <a:pt x="485" y="496"/>
                        </a:lnTo>
                        <a:lnTo>
                          <a:pt x="484" y="499"/>
                        </a:lnTo>
                        <a:lnTo>
                          <a:pt x="484" y="500"/>
                        </a:lnTo>
                        <a:lnTo>
                          <a:pt x="484" y="501"/>
                        </a:lnTo>
                        <a:lnTo>
                          <a:pt x="485" y="501"/>
                        </a:lnTo>
                        <a:lnTo>
                          <a:pt x="485" y="504"/>
                        </a:lnTo>
                        <a:lnTo>
                          <a:pt x="485" y="507"/>
                        </a:lnTo>
                        <a:lnTo>
                          <a:pt x="485" y="508"/>
                        </a:lnTo>
                        <a:lnTo>
                          <a:pt x="487" y="508"/>
                        </a:lnTo>
                        <a:lnTo>
                          <a:pt x="488" y="507"/>
                        </a:lnTo>
                        <a:lnTo>
                          <a:pt x="489" y="508"/>
                        </a:lnTo>
                        <a:lnTo>
                          <a:pt x="489" y="511"/>
                        </a:lnTo>
                        <a:lnTo>
                          <a:pt x="488" y="515"/>
                        </a:lnTo>
                        <a:lnTo>
                          <a:pt x="488" y="518"/>
                        </a:lnTo>
                        <a:lnTo>
                          <a:pt x="489" y="519"/>
                        </a:lnTo>
                        <a:lnTo>
                          <a:pt x="491" y="516"/>
                        </a:lnTo>
                        <a:lnTo>
                          <a:pt x="492" y="514"/>
                        </a:lnTo>
                        <a:lnTo>
                          <a:pt x="492" y="512"/>
                        </a:lnTo>
                        <a:lnTo>
                          <a:pt x="493" y="512"/>
                        </a:lnTo>
                        <a:lnTo>
                          <a:pt x="493" y="515"/>
                        </a:lnTo>
                        <a:lnTo>
                          <a:pt x="491" y="520"/>
                        </a:lnTo>
                        <a:lnTo>
                          <a:pt x="489" y="523"/>
                        </a:lnTo>
                        <a:lnTo>
                          <a:pt x="489" y="528"/>
                        </a:lnTo>
                        <a:lnTo>
                          <a:pt x="491" y="531"/>
                        </a:lnTo>
                        <a:lnTo>
                          <a:pt x="491" y="537"/>
                        </a:lnTo>
                        <a:lnTo>
                          <a:pt x="489" y="539"/>
                        </a:lnTo>
                        <a:lnTo>
                          <a:pt x="493" y="542"/>
                        </a:lnTo>
                        <a:lnTo>
                          <a:pt x="493" y="543"/>
                        </a:lnTo>
                        <a:lnTo>
                          <a:pt x="492" y="546"/>
                        </a:lnTo>
                        <a:lnTo>
                          <a:pt x="493" y="548"/>
                        </a:lnTo>
                        <a:lnTo>
                          <a:pt x="495" y="552"/>
                        </a:lnTo>
                        <a:lnTo>
                          <a:pt x="495" y="560"/>
                        </a:lnTo>
                        <a:lnTo>
                          <a:pt x="495" y="552"/>
                        </a:lnTo>
                        <a:lnTo>
                          <a:pt x="493" y="545"/>
                        </a:lnTo>
                        <a:lnTo>
                          <a:pt x="495" y="538"/>
                        </a:lnTo>
                        <a:lnTo>
                          <a:pt x="497" y="533"/>
                        </a:lnTo>
                        <a:lnTo>
                          <a:pt x="500" y="533"/>
                        </a:lnTo>
                        <a:lnTo>
                          <a:pt x="500" y="535"/>
                        </a:lnTo>
                        <a:lnTo>
                          <a:pt x="499" y="535"/>
                        </a:lnTo>
                        <a:lnTo>
                          <a:pt x="499" y="538"/>
                        </a:lnTo>
                        <a:lnTo>
                          <a:pt x="499" y="538"/>
                        </a:lnTo>
                        <a:lnTo>
                          <a:pt x="501" y="537"/>
                        </a:lnTo>
                        <a:lnTo>
                          <a:pt x="501" y="538"/>
                        </a:lnTo>
                        <a:lnTo>
                          <a:pt x="503" y="537"/>
                        </a:lnTo>
                        <a:lnTo>
                          <a:pt x="503" y="534"/>
                        </a:lnTo>
                        <a:lnTo>
                          <a:pt x="501" y="531"/>
                        </a:lnTo>
                        <a:lnTo>
                          <a:pt x="501" y="530"/>
                        </a:lnTo>
                        <a:lnTo>
                          <a:pt x="504" y="528"/>
                        </a:lnTo>
                        <a:lnTo>
                          <a:pt x="504" y="527"/>
                        </a:lnTo>
                        <a:lnTo>
                          <a:pt x="501" y="526"/>
                        </a:lnTo>
                        <a:lnTo>
                          <a:pt x="503" y="523"/>
                        </a:lnTo>
                        <a:lnTo>
                          <a:pt x="504" y="519"/>
                        </a:lnTo>
                        <a:lnTo>
                          <a:pt x="506" y="511"/>
                        </a:lnTo>
                        <a:lnTo>
                          <a:pt x="506" y="509"/>
                        </a:lnTo>
                        <a:lnTo>
                          <a:pt x="506" y="507"/>
                        </a:lnTo>
                        <a:lnTo>
                          <a:pt x="507" y="505"/>
                        </a:lnTo>
                        <a:lnTo>
                          <a:pt x="511" y="505"/>
                        </a:lnTo>
                        <a:lnTo>
                          <a:pt x="511" y="504"/>
                        </a:lnTo>
                        <a:lnTo>
                          <a:pt x="512" y="503"/>
                        </a:lnTo>
                        <a:lnTo>
                          <a:pt x="515" y="501"/>
                        </a:lnTo>
                        <a:lnTo>
                          <a:pt x="516" y="503"/>
                        </a:lnTo>
                        <a:lnTo>
                          <a:pt x="518" y="503"/>
                        </a:lnTo>
                        <a:lnTo>
                          <a:pt x="519" y="500"/>
                        </a:lnTo>
                        <a:lnTo>
                          <a:pt x="521" y="500"/>
                        </a:lnTo>
                        <a:lnTo>
                          <a:pt x="521" y="501"/>
                        </a:lnTo>
                        <a:lnTo>
                          <a:pt x="522" y="501"/>
                        </a:lnTo>
                        <a:lnTo>
                          <a:pt x="526" y="501"/>
                        </a:lnTo>
                        <a:lnTo>
                          <a:pt x="527" y="497"/>
                        </a:lnTo>
                        <a:lnTo>
                          <a:pt x="529" y="497"/>
                        </a:lnTo>
                        <a:lnTo>
                          <a:pt x="530" y="500"/>
                        </a:lnTo>
                        <a:lnTo>
                          <a:pt x="531" y="500"/>
                        </a:lnTo>
                        <a:lnTo>
                          <a:pt x="531" y="504"/>
                        </a:lnTo>
                        <a:lnTo>
                          <a:pt x="531" y="500"/>
                        </a:lnTo>
                        <a:lnTo>
                          <a:pt x="530" y="497"/>
                        </a:lnTo>
                        <a:lnTo>
                          <a:pt x="533" y="493"/>
                        </a:lnTo>
                        <a:lnTo>
                          <a:pt x="534" y="493"/>
                        </a:lnTo>
                        <a:lnTo>
                          <a:pt x="535" y="495"/>
                        </a:lnTo>
                        <a:lnTo>
                          <a:pt x="538" y="493"/>
                        </a:lnTo>
                        <a:lnTo>
                          <a:pt x="540" y="493"/>
                        </a:lnTo>
                        <a:lnTo>
                          <a:pt x="542" y="495"/>
                        </a:lnTo>
                        <a:lnTo>
                          <a:pt x="545" y="490"/>
                        </a:lnTo>
                        <a:lnTo>
                          <a:pt x="544" y="489"/>
                        </a:lnTo>
                        <a:lnTo>
                          <a:pt x="546" y="486"/>
                        </a:lnTo>
                        <a:lnTo>
                          <a:pt x="544" y="486"/>
                        </a:lnTo>
                        <a:lnTo>
                          <a:pt x="542" y="486"/>
                        </a:lnTo>
                        <a:lnTo>
                          <a:pt x="541" y="486"/>
                        </a:lnTo>
                        <a:lnTo>
                          <a:pt x="535" y="488"/>
                        </a:lnTo>
                        <a:lnTo>
                          <a:pt x="533" y="488"/>
                        </a:lnTo>
                        <a:lnTo>
                          <a:pt x="533" y="489"/>
                        </a:lnTo>
                        <a:lnTo>
                          <a:pt x="530" y="490"/>
                        </a:lnTo>
                        <a:lnTo>
                          <a:pt x="530" y="492"/>
                        </a:lnTo>
                        <a:lnTo>
                          <a:pt x="530" y="493"/>
                        </a:lnTo>
                        <a:lnTo>
                          <a:pt x="527" y="490"/>
                        </a:lnTo>
                        <a:lnTo>
                          <a:pt x="527" y="488"/>
                        </a:lnTo>
                        <a:lnTo>
                          <a:pt x="526" y="489"/>
                        </a:lnTo>
                        <a:lnTo>
                          <a:pt x="525" y="492"/>
                        </a:lnTo>
                        <a:lnTo>
                          <a:pt x="523" y="493"/>
                        </a:lnTo>
                        <a:lnTo>
                          <a:pt x="521" y="490"/>
                        </a:lnTo>
                        <a:lnTo>
                          <a:pt x="518" y="490"/>
                        </a:lnTo>
                        <a:lnTo>
                          <a:pt x="518" y="489"/>
                        </a:lnTo>
                        <a:lnTo>
                          <a:pt x="516" y="490"/>
                        </a:lnTo>
                        <a:lnTo>
                          <a:pt x="516" y="492"/>
                        </a:lnTo>
                        <a:lnTo>
                          <a:pt x="518" y="493"/>
                        </a:lnTo>
                        <a:lnTo>
                          <a:pt x="518" y="496"/>
                        </a:lnTo>
                        <a:lnTo>
                          <a:pt x="515" y="496"/>
                        </a:lnTo>
                        <a:lnTo>
                          <a:pt x="514" y="495"/>
                        </a:lnTo>
                        <a:lnTo>
                          <a:pt x="510" y="495"/>
                        </a:lnTo>
                        <a:lnTo>
                          <a:pt x="510" y="493"/>
                        </a:lnTo>
                        <a:lnTo>
                          <a:pt x="511" y="492"/>
                        </a:lnTo>
                        <a:lnTo>
                          <a:pt x="512" y="489"/>
                        </a:lnTo>
                        <a:lnTo>
                          <a:pt x="511" y="489"/>
                        </a:lnTo>
                        <a:lnTo>
                          <a:pt x="510" y="489"/>
                        </a:lnTo>
                        <a:lnTo>
                          <a:pt x="507" y="489"/>
                        </a:lnTo>
                        <a:lnTo>
                          <a:pt x="508" y="486"/>
                        </a:lnTo>
                        <a:lnTo>
                          <a:pt x="511" y="485"/>
                        </a:lnTo>
                        <a:lnTo>
                          <a:pt x="515" y="480"/>
                        </a:lnTo>
                        <a:lnTo>
                          <a:pt x="516" y="480"/>
                        </a:lnTo>
                        <a:lnTo>
                          <a:pt x="521" y="481"/>
                        </a:lnTo>
                        <a:lnTo>
                          <a:pt x="530" y="480"/>
                        </a:lnTo>
                        <a:lnTo>
                          <a:pt x="538" y="478"/>
                        </a:lnTo>
                        <a:lnTo>
                          <a:pt x="540" y="478"/>
                        </a:lnTo>
                        <a:lnTo>
                          <a:pt x="544" y="477"/>
                        </a:lnTo>
                        <a:lnTo>
                          <a:pt x="545" y="480"/>
                        </a:lnTo>
                        <a:lnTo>
                          <a:pt x="546" y="481"/>
                        </a:lnTo>
                        <a:lnTo>
                          <a:pt x="548" y="481"/>
                        </a:lnTo>
                        <a:lnTo>
                          <a:pt x="549" y="482"/>
                        </a:lnTo>
                        <a:lnTo>
                          <a:pt x="548" y="489"/>
                        </a:lnTo>
                        <a:lnTo>
                          <a:pt x="548" y="490"/>
                        </a:lnTo>
                        <a:lnTo>
                          <a:pt x="549" y="492"/>
                        </a:lnTo>
                        <a:lnTo>
                          <a:pt x="548" y="492"/>
                        </a:lnTo>
                        <a:lnTo>
                          <a:pt x="546" y="495"/>
                        </a:lnTo>
                        <a:lnTo>
                          <a:pt x="546" y="495"/>
                        </a:lnTo>
                        <a:lnTo>
                          <a:pt x="548" y="496"/>
                        </a:lnTo>
                        <a:lnTo>
                          <a:pt x="548" y="501"/>
                        </a:lnTo>
                        <a:lnTo>
                          <a:pt x="550" y="501"/>
                        </a:lnTo>
                        <a:lnTo>
                          <a:pt x="552" y="503"/>
                        </a:lnTo>
                        <a:lnTo>
                          <a:pt x="552" y="504"/>
                        </a:lnTo>
                        <a:lnTo>
                          <a:pt x="549" y="505"/>
                        </a:lnTo>
                        <a:lnTo>
                          <a:pt x="549" y="508"/>
                        </a:lnTo>
                        <a:lnTo>
                          <a:pt x="548" y="509"/>
                        </a:lnTo>
                        <a:lnTo>
                          <a:pt x="552" y="509"/>
                        </a:lnTo>
                        <a:lnTo>
                          <a:pt x="553" y="511"/>
                        </a:lnTo>
                        <a:lnTo>
                          <a:pt x="554" y="511"/>
                        </a:lnTo>
                        <a:lnTo>
                          <a:pt x="556" y="511"/>
                        </a:lnTo>
                        <a:lnTo>
                          <a:pt x="557" y="514"/>
                        </a:lnTo>
                        <a:lnTo>
                          <a:pt x="560" y="514"/>
                        </a:lnTo>
                        <a:lnTo>
                          <a:pt x="563" y="512"/>
                        </a:lnTo>
                        <a:lnTo>
                          <a:pt x="564" y="512"/>
                        </a:lnTo>
                        <a:lnTo>
                          <a:pt x="564" y="515"/>
                        </a:lnTo>
                        <a:lnTo>
                          <a:pt x="564" y="515"/>
                        </a:lnTo>
                        <a:lnTo>
                          <a:pt x="565" y="515"/>
                        </a:lnTo>
                        <a:lnTo>
                          <a:pt x="567" y="516"/>
                        </a:lnTo>
                        <a:lnTo>
                          <a:pt x="567" y="518"/>
                        </a:lnTo>
                        <a:lnTo>
                          <a:pt x="567" y="519"/>
                        </a:lnTo>
                        <a:lnTo>
                          <a:pt x="568" y="520"/>
                        </a:lnTo>
                        <a:lnTo>
                          <a:pt x="568" y="522"/>
                        </a:lnTo>
                        <a:lnTo>
                          <a:pt x="572" y="526"/>
                        </a:lnTo>
                        <a:lnTo>
                          <a:pt x="572" y="527"/>
                        </a:lnTo>
                        <a:lnTo>
                          <a:pt x="575" y="526"/>
                        </a:lnTo>
                        <a:lnTo>
                          <a:pt x="576" y="526"/>
                        </a:lnTo>
                        <a:lnTo>
                          <a:pt x="576" y="528"/>
                        </a:lnTo>
                        <a:lnTo>
                          <a:pt x="578" y="528"/>
                        </a:lnTo>
                        <a:lnTo>
                          <a:pt x="580" y="531"/>
                        </a:lnTo>
                        <a:lnTo>
                          <a:pt x="583" y="530"/>
                        </a:lnTo>
                        <a:lnTo>
                          <a:pt x="588" y="530"/>
                        </a:lnTo>
                        <a:lnTo>
                          <a:pt x="590" y="527"/>
                        </a:lnTo>
                        <a:lnTo>
                          <a:pt x="594" y="526"/>
                        </a:lnTo>
                        <a:lnTo>
                          <a:pt x="594" y="526"/>
                        </a:lnTo>
                        <a:lnTo>
                          <a:pt x="595" y="527"/>
                        </a:lnTo>
                        <a:lnTo>
                          <a:pt x="601" y="527"/>
                        </a:lnTo>
                        <a:lnTo>
                          <a:pt x="605" y="531"/>
                        </a:lnTo>
                        <a:lnTo>
                          <a:pt x="607" y="531"/>
                        </a:lnTo>
                        <a:lnTo>
                          <a:pt x="609" y="534"/>
                        </a:lnTo>
                        <a:lnTo>
                          <a:pt x="610" y="533"/>
                        </a:lnTo>
                        <a:lnTo>
                          <a:pt x="616" y="531"/>
                        </a:lnTo>
                        <a:lnTo>
                          <a:pt x="617" y="534"/>
                        </a:lnTo>
                        <a:lnTo>
                          <a:pt x="620" y="533"/>
                        </a:lnTo>
                        <a:lnTo>
                          <a:pt x="618" y="530"/>
                        </a:lnTo>
                        <a:lnTo>
                          <a:pt x="617" y="527"/>
                        </a:lnTo>
                        <a:lnTo>
                          <a:pt x="616" y="523"/>
                        </a:lnTo>
                        <a:lnTo>
                          <a:pt x="617" y="522"/>
                        </a:lnTo>
                        <a:lnTo>
                          <a:pt x="618" y="523"/>
                        </a:lnTo>
                        <a:lnTo>
                          <a:pt x="620" y="527"/>
                        </a:lnTo>
                        <a:lnTo>
                          <a:pt x="621" y="531"/>
                        </a:lnTo>
                        <a:lnTo>
                          <a:pt x="625" y="535"/>
                        </a:lnTo>
                        <a:lnTo>
                          <a:pt x="626" y="537"/>
                        </a:lnTo>
                        <a:lnTo>
                          <a:pt x="628" y="541"/>
                        </a:lnTo>
                        <a:lnTo>
                          <a:pt x="628" y="534"/>
                        </a:lnTo>
                        <a:lnTo>
                          <a:pt x="626" y="533"/>
                        </a:lnTo>
                        <a:lnTo>
                          <a:pt x="622" y="531"/>
                        </a:lnTo>
                        <a:lnTo>
                          <a:pt x="621" y="527"/>
                        </a:lnTo>
                        <a:lnTo>
                          <a:pt x="620" y="520"/>
                        </a:lnTo>
                        <a:lnTo>
                          <a:pt x="621" y="519"/>
                        </a:lnTo>
                        <a:lnTo>
                          <a:pt x="621" y="519"/>
                        </a:lnTo>
                        <a:lnTo>
                          <a:pt x="622" y="522"/>
                        </a:lnTo>
                        <a:lnTo>
                          <a:pt x="622" y="522"/>
                        </a:lnTo>
                        <a:lnTo>
                          <a:pt x="625" y="522"/>
                        </a:lnTo>
                        <a:lnTo>
                          <a:pt x="625" y="519"/>
                        </a:lnTo>
                        <a:lnTo>
                          <a:pt x="624" y="516"/>
                        </a:lnTo>
                        <a:lnTo>
                          <a:pt x="624" y="515"/>
                        </a:lnTo>
                        <a:lnTo>
                          <a:pt x="624" y="514"/>
                        </a:lnTo>
                        <a:lnTo>
                          <a:pt x="624" y="512"/>
                        </a:lnTo>
                        <a:lnTo>
                          <a:pt x="626" y="512"/>
                        </a:lnTo>
                        <a:lnTo>
                          <a:pt x="628" y="514"/>
                        </a:lnTo>
                        <a:lnTo>
                          <a:pt x="628" y="516"/>
                        </a:lnTo>
                        <a:lnTo>
                          <a:pt x="629" y="516"/>
                        </a:lnTo>
                        <a:lnTo>
                          <a:pt x="629" y="516"/>
                        </a:lnTo>
                        <a:lnTo>
                          <a:pt x="632" y="514"/>
                        </a:lnTo>
                        <a:lnTo>
                          <a:pt x="633" y="511"/>
                        </a:lnTo>
                        <a:lnTo>
                          <a:pt x="636" y="511"/>
                        </a:lnTo>
                        <a:lnTo>
                          <a:pt x="637" y="514"/>
                        </a:lnTo>
                        <a:lnTo>
                          <a:pt x="636" y="515"/>
                        </a:lnTo>
                        <a:lnTo>
                          <a:pt x="636" y="516"/>
                        </a:lnTo>
                        <a:lnTo>
                          <a:pt x="636" y="515"/>
                        </a:lnTo>
                        <a:lnTo>
                          <a:pt x="639" y="515"/>
                        </a:lnTo>
                        <a:lnTo>
                          <a:pt x="640" y="516"/>
                        </a:lnTo>
                        <a:lnTo>
                          <a:pt x="640" y="519"/>
                        </a:lnTo>
                        <a:lnTo>
                          <a:pt x="639" y="522"/>
                        </a:lnTo>
                        <a:lnTo>
                          <a:pt x="640" y="523"/>
                        </a:lnTo>
                        <a:lnTo>
                          <a:pt x="643" y="523"/>
                        </a:lnTo>
                        <a:lnTo>
                          <a:pt x="644" y="523"/>
                        </a:lnTo>
                        <a:lnTo>
                          <a:pt x="644" y="526"/>
                        </a:lnTo>
                        <a:lnTo>
                          <a:pt x="640" y="527"/>
                        </a:lnTo>
                        <a:lnTo>
                          <a:pt x="640" y="528"/>
                        </a:lnTo>
                        <a:lnTo>
                          <a:pt x="641" y="530"/>
                        </a:lnTo>
                        <a:lnTo>
                          <a:pt x="645" y="527"/>
                        </a:lnTo>
                        <a:lnTo>
                          <a:pt x="647" y="524"/>
                        </a:lnTo>
                        <a:lnTo>
                          <a:pt x="651" y="523"/>
                        </a:lnTo>
                        <a:lnTo>
                          <a:pt x="654" y="523"/>
                        </a:lnTo>
                        <a:lnTo>
                          <a:pt x="654" y="524"/>
                        </a:lnTo>
                        <a:lnTo>
                          <a:pt x="651" y="526"/>
                        </a:lnTo>
                        <a:lnTo>
                          <a:pt x="650" y="527"/>
                        </a:lnTo>
                        <a:lnTo>
                          <a:pt x="650" y="530"/>
                        </a:lnTo>
                        <a:lnTo>
                          <a:pt x="645" y="533"/>
                        </a:lnTo>
                        <a:lnTo>
                          <a:pt x="644" y="534"/>
                        </a:lnTo>
                        <a:lnTo>
                          <a:pt x="640" y="538"/>
                        </a:lnTo>
                        <a:lnTo>
                          <a:pt x="640" y="541"/>
                        </a:lnTo>
                        <a:lnTo>
                          <a:pt x="640" y="542"/>
                        </a:lnTo>
                        <a:lnTo>
                          <a:pt x="639" y="539"/>
                        </a:lnTo>
                        <a:lnTo>
                          <a:pt x="637" y="542"/>
                        </a:lnTo>
                        <a:lnTo>
                          <a:pt x="636" y="546"/>
                        </a:lnTo>
                        <a:lnTo>
                          <a:pt x="636" y="549"/>
                        </a:lnTo>
                        <a:lnTo>
                          <a:pt x="639" y="548"/>
                        </a:lnTo>
                        <a:lnTo>
                          <a:pt x="640" y="548"/>
                        </a:lnTo>
                        <a:lnTo>
                          <a:pt x="640" y="550"/>
                        </a:lnTo>
                        <a:lnTo>
                          <a:pt x="637" y="552"/>
                        </a:lnTo>
                        <a:lnTo>
                          <a:pt x="637" y="553"/>
                        </a:lnTo>
                        <a:lnTo>
                          <a:pt x="641" y="552"/>
                        </a:lnTo>
                        <a:lnTo>
                          <a:pt x="643" y="550"/>
                        </a:lnTo>
                        <a:lnTo>
                          <a:pt x="644" y="550"/>
                        </a:lnTo>
                        <a:lnTo>
                          <a:pt x="643" y="553"/>
                        </a:lnTo>
                        <a:lnTo>
                          <a:pt x="641" y="554"/>
                        </a:lnTo>
                        <a:lnTo>
                          <a:pt x="643" y="556"/>
                        </a:lnTo>
                        <a:lnTo>
                          <a:pt x="645" y="554"/>
                        </a:lnTo>
                        <a:lnTo>
                          <a:pt x="644" y="558"/>
                        </a:lnTo>
                        <a:lnTo>
                          <a:pt x="643" y="560"/>
                        </a:lnTo>
                        <a:lnTo>
                          <a:pt x="641" y="562"/>
                        </a:lnTo>
                        <a:lnTo>
                          <a:pt x="639" y="561"/>
                        </a:lnTo>
                        <a:lnTo>
                          <a:pt x="637" y="558"/>
                        </a:lnTo>
                        <a:lnTo>
                          <a:pt x="633" y="560"/>
                        </a:lnTo>
                        <a:lnTo>
                          <a:pt x="632" y="556"/>
                        </a:lnTo>
                        <a:lnTo>
                          <a:pt x="632" y="556"/>
                        </a:lnTo>
                        <a:lnTo>
                          <a:pt x="631" y="560"/>
                        </a:lnTo>
                        <a:lnTo>
                          <a:pt x="632" y="562"/>
                        </a:lnTo>
                        <a:lnTo>
                          <a:pt x="633" y="567"/>
                        </a:lnTo>
                        <a:lnTo>
                          <a:pt x="632" y="572"/>
                        </a:lnTo>
                        <a:lnTo>
                          <a:pt x="635" y="567"/>
                        </a:lnTo>
                        <a:lnTo>
                          <a:pt x="635" y="562"/>
                        </a:lnTo>
                        <a:lnTo>
                          <a:pt x="636" y="561"/>
                        </a:lnTo>
                        <a:lnTo>
                          <a:pt x="637" y="562"/>
                        </a:lnTo>
                        <a:lnTo>
                          <a:pt x="640" y="562"/>
                        </a:lnTo>
                        <a:lnTo>
                          <a:pt x="643" y="565"/>
                        </a:lnTo>
                        <a:lnTo>
                          <a:pt x="645" y="562"/>
                        </a:lnTo>
                        <a:lnTo>
                          <a:pt x="645" y="560"/>
                        </a:lnTo>
                        <a:lnTo>
                          <a:pt x="648" y="558"/>
                        </a:lnTo>
                        <a:lnTo>
                          <a:pt x="651" y="556"/>
                        </a:lnTo>
                        <a:lnTo>
                          <a:pt x="654" y="556"/>
                        </a:lnTo>
                        <a:lnTo>
                          <a:pt x="656" y="553"/>
                        </a:lnTo>
                        <a:lnTo>
                          <a:pt x="654" y="554"/>
                        </a:lnTo>
                        <a:lnTo>
                          <a:pt x="651" y="554"/>
                        </a:lnTo>
                        <a:lnTo>
                          <a:pt x="650" y="557"/>
                        </a:lnTo>
                        <a:lnTo>
                          <a:pt x="648" y="557"/>
                        </a:lnTo>
                        <a:lnTo>
                          <a:pt x="647" y="557"/>
                        </a:lnTo>
                        <a:lnTo>
                          <a:pt x="648" y="554"/>
                        </a:lnTo>
                        <a:lnTo>
                          <a:pt x="650" y="553"/>
                        </a:lnTo>
                        <a:lnTo>
                          <a:pt x="648" y="552"/>
                        </a:lnTo>
                        <a:lnTo>
                          <a:pt x="650" y="549"/>
                        </a:lnTo>
                        <a:lnTo>
                          <a:pt x="651" y="545"/>
                        </a:lnTo>
                        <a:lnTo>
                          <a:pt x="651" y="543"/>
                        </a:lnTo>
                        <a:lnTo>
                          <a:pt x="650" y="541"/>
                        </a:lnTo>
                        <a:lnTo>
                          <a:pt x="650" y="541"/>
                        </a:lnTo>
                        <a:lnTo>
                          <a:pt x="652" y="537"/>
                        </a:lnTo>
                        <a:lnTo>
                          <a:pt x="654" y="533"/>
                        </a:lnTo>
                        <a:lnTo>
                          <a:pt x="656" y="531"/>
                        </a:lnTo>
                        <a:lnTo>
                          <a:pt x="656" y="531"/>
                        </a:lnTo>
                        <a:lnTo>
                          <a:pt x="656" y="533"/>
                        </a:lnTo>
                        <a:lnTo>
                          <a:pt x="658" y="533"/>
                        </a:lnTo>
                        <a:lnTo>
                          <a:pt x="659" y="530"/>
                        </a:lnTo>
                        <a:lnTo>
                          <a:pt x="660" y="531"/>
                        </a:lnTo>
                        <a:lnTo>
                          <a:pt x="662" y="531"/>
                        </a:lnTo>
                        <a:lnTo>
                          <a:pt x="662" y="533"/>
                        </a:lnTo>
                        <a:lnTo>
                          <a:pt x="665" y="533"/>
                        </a:lnTo>
                        <a:lnTo>
                          <a:pt x="666" y="530"/>
                        </a:lnTo>
                        <a:lnTo>
                          <a:pt x="673" y="527"/>
                        </a:lnTo>
                        <a:lnTo>
                          <a:pt x="674" y="524"/>
                        </a:lnTo>
                        <a:lnTo>
                          <a:pt x="674" y="523"/>
                        </a:lnTo>
                        <a:lnTo>
                          <a:pt x="675" y="523"/>
                        </a:lnTo>
                        <a:lnTo>
                          <a:pt x="678" y="520"/>
                        </a:lnTo>
                        <a:lnTo>
                          <a:pt x="682" y="520"/>
                        </a:lnTo>
                        <a:lnTo>
                          <a:pt x="685" y="518"/>
                        </a:lnTo>
                        <a:lnTo>
                          <a:pt x="684" y="516"/>
                        </a:lnTo>
                        <a:lnTo>
                          <a:pt x="685" y="512"/>
                        </a:lnTo>
                        <a:lnTo>
                          <a:pt x="686" y="508"/>
                        </a:lnTo>
                        <a:lnTo>
                          <a:pt x="688" y="507"/>
                        </a:lnTo>
                        <a:lnTo>
                          <a:pt x="686" y="505"/>
                        </a:lnTo>
                        <a:lnTo>
                          <a:pt x="685" y="507"/>
                        </a:lnTo>
                        <a:lnTo>
                          <a:pt x="682" y="507"/>
                        </a:lnTo>
                        <a:lnTo>
                          <a:pt x="682" y="508"/>
                        </a:lnTo>
                        <a:lnTo>
                          <a:pt x="682" y="509"/>
                        </a:lnTo>
                        <a:lnTo>
                          <a:pt x="679" y="511"/>
                        </a:lnTo>
                        <a:lnTo>
                          <a:pt x="678" y="509"/>
                        </a:lnTo>
                        <a:lnTo>
                          <a:pt x="675" y="509"/>
                        </a:lnTo>
                        <a:lnTo>
                          <a:pt x="675" y="508"/>
                        </a:lnTo>
                        <a:lnTo>
                          <a:pt x="677" y="504"/>
                        </a:lnTo>
                        <a:lnTo>
                          <a:pt x="678" y="504"/>
                        </a:lnTo>
                        <a:lnTo>
                          <a:pt x="681" y="503"/>
                        </a:lnTo>
                        <a:lnTo>
                          <a:pt x="684" y="501"/>
                        </a:lnTo>
                        <a:lnTo>
                          <a:pt x="684" y="499"/>
                        </a:lnTo>
                        <a:lnTo>
                          <a:pt x="682" y="497"/>
                        </a:lnTo>
                        <a:lnTo>
                          <a:pt x="685" y="495"/>
                        </a:lnTo>
                        <a:lnTo>
                          <a:pt x="688" y="495"/>
                        </a:lnTo>
                        <a:lnTo>
                          <a:pt x="692" y="495"/>
                        </a:lnTo>
                        <a:lnTo>
                          <a:pt x="689" y="497"/>
                        </a:lnTo>
                        <a:lnTo>
                          <a:pt x="689" y="500"/>
                        </a:lnTo>
                        <a:lnTo>
                          <a:pt x="689" y="500"/>
                        </a:lnTo>
                        <a:lnTo>
                          <a:pt x="693" y="499"/>
                        </a:lnTo>
                        <a:lnTo>
                          <a:pt x="694" y="493"/>
                        </a:lnTo>
                        <a:lnTo>
                          <a:pt x="694" y="490"/>
                        </a:lnTo>
                        <a:lnTo>
                          <a:pt x="692" y="490"/>
                        </a:lnTo>
                        <a:lnTo>
                          <a:pt x="689" y="490"/>
                        </a:lnTo>
                        <a:lnTo>
                          <a:pt x="688" y="489"/>
                        </a:lnTo>
                        <a:lnTo>
                          <a:pt x="684" y="488"/>
                        </a:lnTo>
                        <a:lnTo>
                          <a:pt x="682" y="484"/>
                        </a:lnTo>
                        <a:lnTo>
                          <a:pt x="684" y="481"/>
                        </a:lnTo>
                        <a:lnTo>
                          <a:pt x="681" y="484"/>
                        </a:lnTo>
                        <a:lnTo>
                          <a:pt x="679" y="484"/>
                        </a:lnTo>
                        <a:lnTo>
                          <a:pt x="678" y="481"/>
                        </a:lnTo>
                        <a:lnTo>
                          <a:pt x="675" y="480"/>
                        </a:lnTo>
                        <a:lnTo>
                          <a:pt x="675" y="477"/>
                        </a:lnTo>
                        <a:lnTo>
                          <a:pt x="674" y="476"/>
                        </a:lnTo>
                        <a:lnTo>
                          <a:pt x="671" y="477"/>
                        </a:lnTo>
                        <a:lnTo>
                          <a:pt x="671" y="474"/>
                        </a:lnTo>
                        <a:lnTo>
                          <a:pt x="670" y="473"/>
                        </a:lnTo>
                        <a:lnTo>
                          <a:pt x="671" y="470"/>
                        </a:lnTo>
                        <a:lnTo>
                          <a:pt x="671" y="469"/>
                        </a:lnTo>
                        <a:lnTo>
                          <a:pt x="670" y="466"/>
                        </a:lnTo>
                        <a:lnTo>
                          <a:pt x="670" y="459"/>
                        </a:lnTo>
                        <a:lnTo>
                          <a:pt x="673" y="456"/>
                        </a:lnTo>
                        <a:lnTo>
                          <a:pt x="677" y="452"/>
                        </a:lnTo>
                        <a:lnTo>
                          <a:pt x="679" y="451"/>
                        </a:lnTo>
                        <a:lnTo>
                          <a:pt x="682" y="451"/>
                        </a:lnTo>
                        <a:lnTo>
                          <a:pt x="682" y="450"/>
                        </a:lnTo>
                        <a:lnTo>
                          <a:pt x="685" y="448"/>
                        </a:lnTo>
                        <a:lnTo>
                          <a:pt x="685" y="447"/>
                        </a:lnTo>
                        <a:lnTo>
                          <a:pt x="684" y="447"/>
                        </a:lnTo>
                        <a:lnTo>
                          <a:pt x="681" y="448"/>
                        </a:lnTo>
                        <a:lnTo>
                          <a:pt x="679" y="447"/>
                        </a:lnTo>
                        <a:lnTo>
                          <a:pt x="679" y="446"/>
                        </a:lnTo>
                        <a:lnTo>
                          <a:pt x="678" y="443"/>
                        </a:lnTo>
                        <a:lnTo>
                          <a:pt x="679" y="440"/>
                        </a:lnTo>
                        <a:lnTo>
                          <a:pt x="682" y="436"/>
                        </a:lnTo>
                        <a:lnTo>
                          <a:pt x="685" y="431"/>
                        </a:lnTo>
                        <a:lnTo>
                          <a:pt x="686" y="431"/>
                        </a:lnTo>
                        <a:lnTo>
                          <a:pt x="689" y="427"/>
                        </a:lnTo>
                        <a:lnTo>
                          <a:pt x="690" y="427"/>
                        </a:lnTo>
                        <a:lnTo>
                          <a:pt x="693" y="423"/>
                        </a:lnTo>
                        <a:lnTo>
                          <a:pt x="696" y="421"/>
                        </a:lnTo>
                        <a:lnTo>
                          <a:pt x="698" y="424"/>
                        </a:lnTo>
                        <a:lnTo>
                          <a:pt x="697" y="427"/>
                        </a:lnTo>
                        <a:lnTo>
                          <a:pt x="698" y="428"/>
                        </a:lnTo>
                        <a:lnTo>
                          <a:pt x="698" y="429"/>
                        </a:lnTo>
                        <a:lnTo>
                          <a:pt x="701" y="428"/>
                        </a:lnTo>
                        <a:lnTo>
                          <a:pt x="701" y="427"/>
                        </a:lnTo>
                        <a:lnTo>
                          <a:pt x="704" y="421"/>
                        </a:lnTo>
                        <a:lnTo>
                          <a:pt x="704" y="420"/>
                        </a:lnTo>
                        <a:lnTo>
                          <a:pt x="703" y="420"/>
                        </a:lnTo>
                        <a:lnTo>
                          <a:pt x="700" y="420"/>
                        </a:lnTo>
                        <a:lnTo>
                          <a:pt x="698" y="417"/>
                        </a:lnTo>
                        <a:lnTo>
                          <a:pt x="700" y="414"/>
                        </a:lnTo>
                        <a:lnTo>
                          <a:pt x="704" y="414"/>
                        </a:lnTo>
                        <a:lnTo>
                          <a:pt x="705" y="413"/>
                        </a:lnTo>
                        <a:lnTo>
                          <a:pt x="709" y="410"/>
                        </a:lnTo>
                        <a:lnTo>
                          <a:pt x="709" y="408"/>
                        </a:lnTo>
                        <a:lnTo>
                          <a:pt x="711" y="406"/>
                        </a:lnTo>
                        <a:lnTo>
                          <a:pt x="715" y="408"/>
                        </a:lnTo>
                        <a:lnTo>
                          <a:pt x="719" y="409"/>
                        </a:lnTo>
                        <a:lnTo>
                          <a:pt x="719" y="412"/>
                        </a:lnTo>
                        <a:lnTo>
                          <a:pt x="719" y="413"/>
                        </a:lnTo>
                        <a:lnTo>
                          <a:pt x="720" y="413"/>
                        </a:lnTo>
                        <a:lnTo>
                          <a:pt x="723" y="416"/>
                        </a:lnTo>
                        <a:lnTo>
                          <a:pt x="724" y="417"/>
                        </a:lnTo>
                        <a:lnTo>
                          <a:pt x="724" y="420"/>
                        </a:lnTo>
                        <a:lnTo>
                          <a:pt x="723" y="421"/>
                        </a:lnTo>
                        <a:lnTo>
                          <a:pt x="723" y="423"/>
                        </a:lnTo>
                        <a:lnTo>
                          <a:pt x="723" y="425"/>
                        </a:lnTo>
                        <a:lnTo>
                          <a:pt x="724" y="428"/>
                        </a:lnTo>
                        <a:lnTo>
                          <a:pt x="726" y="429"/>
                        </a:lnTo>
                        <a:lnTo>
                          <a:pt x="726" y="435"/>
                        </a:lnTo>
                        <a:lnTo>
                          <a:pt x="727" y="436"/>
                        </a:lnTo>
                        <a:lnTo>
                          <a:pt x="727" y="437"/>
                        </a:lnTo>
                        <a:lnTo>
                          <a:pt x="724" y="440"/>
                        </a:lnTo>
                        <a:lnTo>
                          <a:pt x="724" y="442"/>
                        </a:lnTo>
                        <a:lnTo>
                          <a:pt x="723" y="446"/>
                        </a:lnTo>
                        <a:lnTo>
                          <a:pt x="723" y="448"/>
                        </a:lnTo>
                        <a:lnTo>
                          <a:pt x="722" y="450"/>
                        </a:lnTo>
                        <a:lnTo>
                          <a:pt x="723" y="452"/>
                        </a:lnTo>
                        <a:lnTo>
                          <a:pt x="722" y="455"/>
                        </a:lnTo>
                        <a:lnTo>
                          <a:pt x="724" y="459"/>
                        </a:lnTo>
                        <a:lnTo>
                          <a:pt x="724" y="461"/>
                        </a:lnTo>
                        <a:lnTo>
                          <a:pt x="723" y="462"/>
                        </a:lnTo>
                        <a:lnTo>
                          <a:pt x="724" y="465"/>
                        </a:lnTo>
                        <a:lnTo>
                          <a:pt x="723" y="467"/>
                        </a:lnTo>
                        <a:lnTo>
                          <a:pt x="723" y="469"/>
                        </a:lnTo>
                        <a:lnTo>
                          <a:pt x="726" y="469"/>
                        </a:lnTo>
                        <a:lnTo>
                          <a:pt x="727" y="471"/>
                        </a:lnTo>
                        <a:lnTo>
                          <a:pt x="727" y="474"/>
                        </a:lnTo>
                        <a:lnTo>
                          <a:pt x="724" y="476"/>
                        </a:lnTo>
                        <a:lnTo>
                          <a:pt x="723" y="476"/>
                        </a:lnTo>
                        <a:lnTo>
                          <a:pt x="720" y="476"/>
                        </a:lnTo>
                        <a:lnTo>
                          <a:pt x="719" y="473"/>
                        </a:lnTo>
                        <a:lnTo>
                          <a:pt x="720" y="470"/>
                        </a:lnTo>
                        <a:lnTo>
                          <a:pt x="716" y="471"/>
                        </a:lnTo>
                        <a:lnTo>
                          <a:pt x="715" y="474"/>
                        </a:lnTo>
                        <a:lnTo>
                          <a:pt x="713" y="476"/>
                        </a:lnTo>
                        <a:lnTo>
                          <a:pt x="713" y="477"/>
                        </a:lnTo>
                        <a:lnTo>
                          <a:pt x="716" y="476"/>
                        </a:lnTo>
                        <a:lnTo>
                          <a:pt x="719" y="477"/>
                        </a:lnTo>
                        <a:lnTo>
                          <a:pt x="718" y="480"/>
                        </a:lnTo>
                        <a:lnTo>
                          <a:pt x="711" y="484"/>
                        </a:lnTo>
                        <a:lnTo>
                          <a:pt x="708" y="485"/>
                        </a:lnTo>
                        <a:lnTo>
                          <a:pt x="708" y="486"/>
                        </a:lnTo>
                        <a:lnTo>
                          <a:pt x="707" y="486"/>
                        </a:lnTo>
                        <a:lnTo>
                          <a:pt x="705" y="489"/>
                        </a:lnTo>
                        <a:lnTo>
                          <a:pt x="707" y="492"/>
                        </a:lnTo>
                        <a:lnTo>
                          <a:pt x="709" y="490"/>
                        </a:lnTo>
                        <a:lnTo>
                          <a:pt x="712" y="492"/>
                        </a:lnTo>
                        <a:lnTo>
                          <a:pt x="712" y="493"/>
                        </a:lnTo>
                        <a:lnTo>
                          <a:pt x="715" y="496"/>
                        </a:lnTo>
                        <a:lnTo>
                          <a:pt x="718" y="496"/>
                        </a:lnTo>
                        <a:lnTo>
                          <a:pt x="719" y="493"/>
                        </a:lnTo>
                        <a:lnTo>
                          <a:pt x="720" y="493"/>
                        </a:lnTo>
                        <a:lnTo>
                          <a:pt x="722" y="493"/>
                        </a:lnTo>
                        <a:lnTo>
                          <a:pt x="720" y="495"/>
                        </a:lnTo>
                        <a:lnTo>
                          <a:pt x="720" y="496"/>
                        </a:lnTo>
                        <a:lnTo>
                          <a:pt x="723" y="497"/>
                        </a:lnTo>
                        <a:lnTo>
                          <a:pt x="724" y="499"/>
                        </a:lnTo>
                        <a:lnTo>
                          <a:pt x="727" y="496"/>
                        </a:lnTo>
                        <a:lnTo>
                          <a:pt x="728" y="497"/>
                        </a:lnTo>
                        <a:lnTo>
                          <a:pt x="727" y="500"/>
                        </a:lnTo>
                        <a:lnTo>
                          <a:pt x="724" y="500"/>
                        </a:lnTo>
                        <a:lnTo>
                          <a:pt x="722" y="503"/>
                        </a:lnTo>
                        <a:lnTo>
                          <a:pt x="720" y="504"/>
                        </a:lnTo>
                        <a:lnTo>
                          <a:pt x="720" y="500"/>
                        </a:lnTo>
                        <a:lnTo>
                          <a:pt x="719" y="501"/>
                        </a:lnTo>
                        <a:lnTo>
                          <a:pt x="718" y="500"/>
                        </a:lnTo>
                        <a:lnTo>
                          <a:pt x="718" y="501"/>
                        </a:lnTo>
                        <a:lnTo>
                          <a:pt x="719" y="504"/>
                        </a:lnTo>
                        <a:lnTo>
                          <a:pt x="719" y="507"/>
                        </a:lnTo>
                        <a:lnTo>
                          <a:pt x="722" y="511"/>
                        </a:lnTo>
                        <a:lnTo>
                          <a:pt x="722" y="514"/>
                        </a:lnTo>
                        <a:lnTo>
                          <a:pt x="722" y="515"/>
                        </a:lnTo>
                        <a:lnTo>
                          <a:pt x="722" y="518"/>
                        </a:lnTo>
                        <a:lnTo>
                          <a:pt x="719" y="519"/>
                        </a:lnTo>
                        <a:lnTo>
                          <a:pt x="719" y="522"/>
                        </a:lnTo>
                        <a:lnTo>
                          <a:pt x="719" y="524"/>
                        </a:lnTo>
                        <a:lnTo>
                          <a:pt x="716" y="527"/>
                        </a:lnTo>
                        <a:lnTo>
                          <a:pt x="716" y="528"/>
                        </a:lnTo>
                        <a:lnTo>
                          <a:pt x="718" y="533"/>
                        </a:lnTo>
                        <a:lnTo>
                          <a:pt x="715" y="533"/>
                        </a:lnTo>
                        <a:lnTo>
                          <a:pt x="716" y="535"/>
                        </a:lnTo>
                        <a:lnTo>
                          <a:pt x="718" y="534"/>
                        </a:lnTo>
                        <a:lnTo>
                          <a:pt x="719" y="533"/>
                        </a:lnTo>
                        <a:lnTo>
                          <a:pt x="720" y="530"/>
                        </a:lnTo>
                        <a:lnTo>
                          <a:pt x="724" y="528"/>
                        </a:lnTo>
                        <a:lnTo>
                          <a:pt x="724" y="527"/>
                        </a:lnTo>
                        <a:lnTo>
                          <a:pt x="724" y="526"/>
                        </a:lnTo>
                        <a:lnTo>
                          <a:pt x="726" y="524"/>
                        </a:lnTo>
                        <a:lnTo>
                          <a:pt x="727" y="526"/>
                        </a:lnTo>
                        <a:lnTo>
                          <a:pt x="728" y="524"/>
                        </a:lnTo>
                        <a:lnTo>
                          <a:pt x="728" y="519"/>
                        </a:lnTo>
                        <a:lnTo>
                          <a:pt x="730" y="516"/>
                        </a:lnTo>
                        <a:lnTo>
                          <a:pt x="732" y="514"/>
                        </a:lnTo>
                        <a:lnTo>
                          <a:pt x="737" y="508"/>
                        </a:lnTo>
                        <a:lnTo>
                          <a:pt x="738" y="505"/>
                        </a:lnTo>
                        <a:lnTo>
                          <a:pt x="738" y="505"/>
                        </a:lnTo>
                        <a:lnTo>
                          <a:pt x="739" y="507"/>
                        </a:lnTo>
                        <a:lnTo>
                          <a:pt x="741" y="509"/>
                        </a:lnTo>
                        <a:lnTo>
                          <a:pt x="742" y="514"/>
                        </a:lnTo>
                        <a:lnTo>
                          <a:pt x="743" y="518"/>
                        </a:lnTo>
                        <a:lnTo>
                          <a:pt x="746" y="520"/>
                        </a:lnTo>
                        <a:lnTo>
                          <a:pt x="746" y="524"/>
                        </a:lnTo>
                        <a:lnTo>
                          <a:pt x="745" y="527"/>
                        </a:lnTo>
                        <a:lnTo>
                          <a:pt x="746" y="533"/>
                        </a:lnTo>
                        <a:lnTo>
                          <a:pt x="743" y="535"/>
                        </a:lnTo>
                        <a:lnTo>
                          <a:pt x="742" y="537"/>
                        </a:lnTo>
                        <a:lnTo>
                          <a:pt x="741" y="535"/>
                        </a:lnTo>
                        <a:lnTo>
                          <a:pt x="738" y="537"/>
                        </a:lnTo>
                        <a:lnTo>
                          <a:pt x="737" y="539"/>
                        </a:lnTo>
                        <a:lnTo>
                          <a:pt x="738" y="542"/>
                        </a:lnTo>
                        <a:lnTo>
                          <a:pt x="735" y="545"/>
                        </a:lnTo>
                        <a:lnTo>
                          <a:pt x="735" y="548"/>
                        </a:lnTo>
                        <a:lnTo>
                          <a:pt x="735" y="549"/>
                        </a:lnTo>
                        <a:lnTo>
                          <a:pt x="735" y="554"/>
                        </a:lnTo>
                        <a:lnTo>
                          <a:pt x="738" y="564"/>
                        </a:lnTo>
                        <a:lnTo>
                          <a:pt x="741" y="568"/>
                        </a:lnTo>
                        <a:lnTo>
                          <a:pt x="739" y="571"/>
                        </a:lnTo>
                        <a:lnTo>
                          <a:pt x="741" y="573"/>
                        </a:lnTo>
                        <a:lnTo>
                          <a:pt x="743" y="573"/>
                        </a:lnTo>
                        <a:lnTo>
                          <a:pt x="743" y="569"/>
                        </a:lnTo>
                        <a:lnTo>
                          <a:pt x="742" y="569"/>
                        </a:lnTo>
                        <a:lnTo>
                          <a:pt x="743" y="567"/>
                        </a:lnTo>
                        <a:lnTo>
                          <a:pt x="746" y="567"/>
                        </a:lnTo>
                        <a:lnTo>
                          <a:pt x="747" y="569"/>
                        </a:lnTo>
                        <a:lnTo>
                          <a:pt x="749" y="569"/>
                        </a:lnTo>
                        <a:lnTo>
                          <a:pt x="749" y="567"/>
                        </a:lnTo>
                        <a:lnTo>
                          <a:pt x="751" y="564"/>
                        </a:lnTo>
                        <a:lnTo>
                          <a:pt x="751" y="560"/>
                        </a:lnTo>
                        <a:lnTo>
                          <a:pt x="754" y="558"/>
                        </a:lnTo>
                        <a:lnTo>
                          <a:pt x="757" y="554"/>
                        </a:lnTo>
                        <a:lnTo>
                          <a:pt x="757" y="554"/>
                        </a:lnTo>
                        <a:lnTo>
                          <a:pt x="760" y="552"/>
                        </a:lnTo>
                        <a:lnTo>
                          <a:pt x="764" y="549"/>
                        </a:lnTo>
                        <a:lnTo>
                          <a:pt x="768" y="543"/>
                        </a:lnTo>
                        <a:lnTo>
                          <a:pt x="770" y="537"/>
                        </a:lnTo>
                        <a:lnTo>
                          <a:pt x="772" y="531"/>
                        </a:lnTo>
                        <a:lnTo>
                          <a:pt x="775" y="530"/>
                        </a:lnTo>
                        <a:lnTo>
                          <a:pt x="777" y="533"/>
                        </a:lnTo>
                        <a:lnTo>
                          <a:pt x="779" y="531"/>
                        </a:lnTo>
                        <a:lnTo>
                          <a:pt x="780" y="533"/>
                        </a:lnTo>
                        <a:lnTo>
                          <a:pt x="783" y="531"/>
                        </a:lnTo>
                        <a:lnTo>
                          <a:pt x="783" y="530"/>
                        </a:lnTo>
                        <a:lnTo>
                          <a:pt x="781" y="530"/>
                        </a:lnTo>
                        <a:lnTo>
                          <a:pt x="779" y="527"/>
                        </a:lnTo>
                        <a:lnTo>
                          <a:pt x="780" y="526"/>
                        </a:lnTo>
                        <a:lnTo>
                          <a:pt x="783" y="526"/>
                        </a:lnTo>
                        <a:lnTo>
                          <a:pt x="785" y="527"/>
                        </a:lnTo>
                        <a:lnTo>
                          <a:pt x="785" y="526"/>
                        </a:lnTo>
                        <a:lnTo>
                          <a:pt x="788" y="526"/>
                        </a:lnTo>
                        <a:lnTo>
                          <a:pt x="790" y="526"/>
                        </a:lnTo>
                        <a:lnTo>
                          <a:pt x="788" y="523"/>
                        </a:lnTo>
                        <a:lnTo>
                          <a:pt x="787" y="523"/>
                        </a:lnTo>
                        <a:lnTo>
                          <a:pt x="785" y="520"/>
                        </a:lnTo>
                        <a:lnTo>
                          <a:pt x="784" y="520"/>
                        </a:lnTo>
                        <a:lnTo>
                          <a:pt x="784" y="516"/>
                        </a:lnTo>
                        <a:lnTo>
                          <a:pt x="785" y="514"/>
                        </a:lnTo>
                        <a:lnTo>
                          <a:pt x="785" y="511"/>
                        </a:lnTo>
                        <a:lnTo>
                          <a:pt x="788" y="511"/>
                        </a:lnTo>
                        <a:lnTo>
                          <a:pt x="787" y="509"/>
                        </a:lnTo>
                        <a:lnTo>
                          <a:pt x="787" y="507"/>
                        </a:lnTo>
                        <a:lnTo>
                          <a:pt x="788" y="505"/>
                        </a:lnTo>
                        <a:lnTo>
                          <a:pt x="788" y="504"/>
                        </a:lnTo>
                        <a:lnTo>
                          <a:pt x="788" y="503"/>
                        </a:lnTo>
                        <a:lnTo>
                          <a:pt x="791" y="503"/>
                        </a:lnTo>
                        <a:lnTo>
                          <a:pt x="791" y="500"/>
                        </a:lnTo>
                        <a:lnTo>
                          <a:pt x="790" y="500"/>
                        </a:lnTo>
                        <a:lnTo>
                          <a:pt x="788" y="497"/>
                        </a:lnTo>
                        <a:lnTo>
                          <a:pt x="791" y="499"/>
                        </a:lnTo>
                        <a:lnTo>
                          <a:pt x="792" y="500"/>
                        </a:lnTo>
                        <a:lnTo>
                          <a:pt x="795" y="500"/>
                        </a:lnTo>
                        <a:lnTo>
                          <a:pt x="796" y="500"/>
                        </a:lnTo>
                        <a:lnTo>
                          <a:pt x="800" y="500"/>
                        </a:lnTo>
                        <a:lnTo>
                          <a:pt x="804" y="503"/>
                        </a:lnTo>
                        <a:lnTo>
                          <a:pt x="806" y="504"/>
                        </a:lnTo>
                        <a:lnTo>
                          <a:pt x="806" y="505"/>
                        </a:lnTo>
                        <a:lnTo>
                          <a:pt x="811" y="508"/>
                        </a:lnTo>
                        <a:lnTo>
                          <a:pt x="814" y="507"/>
                        </a:lnTo>
                        <a:lnTo>
                          <a:pt x="817" y="508"/>
                        </a:lnTo>
                        <a:lnTo>
                          <a:pt x="821" y="509"/>
                        </a:lnTo>
                        <a:lnTo>
                          <a:pt x="821" y="512"/>
                        </a:lnTo>
                        <a:lnTo>
                          <a:pt x="819" y="512"/>
                        </a:lnTo>
                        <a:lnTo>
                          <a:pt x="821" y="515"/>
                        </a:lnTo>
                        <a:lnTo>
                          <a:pt x="819" y="515"/>
                        </a:lnTo>
                        <a:lnTo>
                          <a:pt x="817" y="514"/>
                        </a:lnTo>
                        <a:lnTo>
                          <a:pt x="815" y="514"/>
                        </a:lnTo>
                        <a:lnTo>
                          <a:pt x="815" y="515"/>
                        </a:lnTo>
                        <a:lnTo>
                          <a:pt x="821" y="519"/>
                        </a:lnTo>
                        <a:lnTo>
                          <a:pt x="822" y="522"/>
                        </a:lnTo>
                        <a:lnTo>
                          <a:pt x="819" y="523"/>
                        </a:lnTo>
                        <a:lnTo>
                          <a:pt x="821" y="523"/>
                        </a:lnTo>
                        <a:lnTo>
                          <a:pt x="823" y="523"/>
                        </a:lnTo>
                        <a:lnTo>
                          <a:pt x="828" y="523"/>
                        </a:lnTo>
                        <a:lnTo>
                          <a:pt x="828" y="526"/>
                        </a:lnTo>
                        <a:lnTo>
                          <a:pt x="830" y="526"/>
                        </a:lnTo>
                        <a:lnTo>
                          <a:pt x="830" y="527"/>
                        </a:lnTo>
                        <a:lnTo>
                          <a:pt x="829" y="530"/>
                        </a:lnTo>
                        <a:lnTo>
                          <a:pt x="823" y="533"/>
                        </a:lnTo>
                        <a:lnTo>
                          <a:pt x="821" y="534"/>
                        </a:lnTo>
                        <a:lnTo>
                          <a:pt x="819" y="535"/>
                        </a:lnTo>
                        <a:lnTo>
                          <a:pt x="823" y="535"/>
                        </a:lnTo>
                        <a:lnTo>
                          <a:pt x="825" y="535"/>
                        </a:lnTo>
                        <a:lnTo>
                          <a:pt x="825" y="538"/>
                        </a:lnTo>
                        <a:lnTo>
                          <a:pt x="826" y="538"/>
                        </a:lnTo>
                        <a:lnTo>
                          <a:pt x="828" y="538"/>
                        </a:lnTo>
                        <a:lnTo>
                          <a:pt x="825" y="541"/>
                        </a:lnTo>
                        <a:lnTo>
                          <a:pt x="826" y="542"/>
                        </a:lnTo>
                        <a:lnTo>
                          <a:pt x="823" y="545"/>
                        </a:lnTo>
                        <a:lnTo>
                          <a:pt x="819" y="546"/>
                        </a:lnTo>
                        <a:lnTo>
                          <a:pt x="817" y="545"/>
                        </a:lnTo>
                        <a:lnTo>
                          <a:pt x="815" y="548"/>
                        </a:lnTo>
                        <a:lnTo>
                          <a:pt x="814" y="546"/>
                        </a:lnTo>
                        <a:lnTo>
                          <a:pt x="811" y="543"/>
                        </a:lnTo>
                        <a:lnTo>
                          <a:pt x="809" y="543"/>
                        </a:lnTo>
                        <a:lnTo>
                          <a:pt x="807" y="542"/>
                        </a:lnTo>
                        <a:lnTo>
                          <a:pt x="806" y="542"/>
                        </a:lnTo>
                        <a:lnTo>
                          <a:pt x="806" y="545"/>
                        </a:lnTo>
                        <a:lnTo>
                          <a:pt x="804" y="546"/>
                        </a:lnTo>
                        <a:lnTo>
                          <a:pt x="807" y="546"/>
                        </a:lnTo>
                        <a:lnTo>
                          <a:pt x="809" y="548"/>
                        </a:lnTo>
                        <a:lnTo>
                          <a:pt x="809" y="549"/>
                        </a:lnTo>
                        <a:lnTo>
                          <a:pt x="806" y="552"/>
                        </a:lnTo>
                        <a:lnTo>
                          <a:pt x="809" y="552"/>
                        </a:lnTo>
                        <a:lnTo>
                          <a:pt x="807" y="554"/>
                        </a:lnTo>
                        <a:lnTo>
                          <a:pt x="807" y="556"/>
                        </a:lnTo>
                        <a:lnTo>
                          <a:pt x="809" y="556"/>
                        </a:lnTo>
                        <a:lnTo>
                          <a:pt x="810" y="554"/>
                        </a:lnTo>
                        <a:lnTo>
                          <a:pt x="811" y="554"/>
                        </a:lnTo>
                        <a:lnTo>
                          <a:pt x="810" y="556"/>
                        </a:lnTo>
                        <a:lnTo>
                          <a:pt x="807" y="557"/>
                        </a:lnTo>
                        <a:lnTo>
                          <a:pt x="806" y="560"/>
                        </a:lnTo>
                        <a:lnTo>
                          <a:pt x="806" y="564"/>
                        </a:lnTo>
                        <a:lnTo>
                          <a:pt x="810" y="565"/>
                        </a:lnTo>
                        <a:lnTo>
                          <a:pt x="809" y="568"/>
                        </a:lnTo>
                        <a:lnTo>
                          <a:pt x="811" y="573"/>
                        </a:lnTo>
                        <a:lnTo>
                          <a:pt x="811" y="577"/>
                        </a:lnTo>
                        <a:lnTo>
                          <a:pt x="810" y="577"/>
                        </a:lnTo>
                        <a:lnTo>
                          <a:pt x="810" y="580"/>
                        </a:lnTo>
                        <a:lnTo>
                          <a:pt x="806" y="583"/>
                        </a:lnTo>
                        <a:lnTo>
                          <a:pt x="807" y="586"/>
                        </a:lnTo>
                        <a:lnTo>
                          <a:pt x="806" y="587"/>
                        </a:lnTo>
                        <a:lnTo>
                          <a:pt x="803" y="587"/>
                        </a:lnTo>
                        <a:lnTo>
                          <a:pt x="799" y="587"/>
                        </a:lnTo>
                        <a:lnTo>
                          <a:pt x="796" y="588"/>
                        </a:lnTo>
                        <a:lnTo>
                          <a:pt x="796" y="591"/>
                        </a:lnTo>
                        <a:lnTo>
                          <a:pt x="794" y="592"/>
                        </a:lnTo>
                        <a:lnTo>
                          <a:pt x="792" y="595"/>
                        </a:lnTo>
                        <a:lnTo>
                          <a:pt x="790" y="595"/>
                        </a:lnTo>
                        <a:lnTo>
                          <a:pt x="785" y="599"/>
                        </a:lnTo>
                        <a:lnTo>
                          <a:pt x="784" y="599"/>
                        </a:lnTo>
                        <a:lnTo>
                          <a:pt x="781" y="599"/>
                        </a:lnTo>
                        <a:lnTo>
                          <a:pt x="780" y="602"/>
                        </a:lnTo>
                        <a:lnTo>
                          <a:pt x="773" y="603"/>
                        </a:lnTo>
                        <a:lnTo>
                          <a:pt x="772" y="602"/>
                        </a:lnTo>
                        <a:lnTo>
                          <a:pt x="773" y="600"/>
                        </a:lnTo>
                        <a:lnTo>
                          <a:pt x="772" y="596"/>
                        </a:lnTo>
                        <a:lnTo>
                          <a:pt x="770" y="595"/>
                        </a:lnTo>
                        <a:lnTo>
                          <a:pt x="770" y="594"/>
                        </a:lnTo>
                        <a:lnTo>
                          <a:pt x="772" y="592"/>
                        </a:lnTo>
                        <a:lnTo>
                          <a:pt x="772" y="591"/>
                        </a:lnTo>
                        <a:lnTo>
                          <a:pt x="775" y="587"/>
                        </a:lnTo>
                        <a:lnTo>
                          <a:pt x="772" y="590"/>
                        </a:lnTo>
                        <a:lnTo>
                          <a:pt x="770" y="590"/>
                        </a:lnTo>
                        <a:lnTo>
                          <a:pt x="770" y="584"/>
                        </a:lnTo>
                        <a:lnTo>
                          <a:pt x="769" y="583"/>
                        </a:lnTo>
                        <a:lnTo>
                          <a:pt x="768" y="580"/>
                        </a:lnTo>
                        <a:lnTo>
                          <a:pt x="765" y="583"/>
                        </a:lnTo>
                        <a:lnTo>
                          <a:pt x="764" y="581"/>
                        </a:lnTo>
                        <a:lnTo>
                          <a:pt x="761" y="581"/>
                        </a:lnTo>
                        <a:lnTo>
                          <a:pt x="758" y="586"/>
                        </a:lnTo>
                        <a:lnTo>
                          <a:pt x="760" y="586"/>
                        </a:lnTo>
                        <a:lnTo>
                          <a:pt x="764" y="583"/>
                        </a:lnTo>
                        <a:lnTo>
                          <a:pt x="765" y="584"/>
                        </a:lnTo>
                        <a:lnTo>
                          <a:pt x="765" y="587"/>
                        </a:lnTo>
                        <a:lnTo>
                          <a:pt x="768" y="587"/>
                        </a:lnTo>
                        <a:lnTo>
                          <a:pt x="769" y="592"/>
                        </a:lnTo>
                        <a:lnTo>
                          <a:pt x="768" y="596"/>
                        </a:lnTo>
                        <a:lnTo>
                          <a:pt x="769" y="596"/>
                        </a:lnTo>
                        <a:lnTo>
                          <a:pt x="770" y="600"/>
                        </a:lnTo>
                        <a:lnTo>
                          <a:pt x="769" y="602"/>
                        </a:lnTo>
                        <a:lnTo>
                          <a:pt x="770" y="603"/>
                        </a:lnTo>
                        <a:lnTo>
                          <a:pt x="770" y="606"/>
                        </a:lnTo>
                        <a:lnTo>
                          <a:pt x="768" y="606"/>
                        </a:lnTo>
                        <a:lnTo>
                          <a:pt x="764" y="602"/>
                        </a:lnTo>
                        <a:lnTo>
                          <a:pt x="764" y="599"/>
                        </a:lnTo>
                        <a:lnTo>
                          <a:pt x="761" y="599"/>
                        </a:lnTo>
                        <a:lnTo>
                          <a:pt x="761" y="596"/>
                        </a:lnTo>
                        <a:lnTo>
                          <a:pt x="760" y="599"/>
                        </a:lnTo>
                        <a:lnTo>
                          <a:pt x="762" y="602"/>
                        </a:lnTo>
                        <a:lnTo>
                          <a:pt x="761" y="603"/>
                        </a:lnTo>
                        <a:lnTo>
                          <a:pt x="758" y="602"/>
                        </a:lnTo>
                        <a:lnTo>
                          <a:pt x="756" y="602"/>
                        </a:lnTo>
                        <a:lnTo>
                          <a:pt x="756" y="600"/>
                        </a:lnTo>
                        <a:lnTo>
                          <a:pt x="753" y="600"/>
                        </a:lnTo>
                        <a:lnTo>
                          <a:pt x="753" y="599"/>
                        </a:lnTo>
                        <a:lnTo>
                          <a:pt x="754" y="595"/>
                        </a:lnTo>
                        <a:lnTo>
                          <a:pt x="756" y="594"/>
                        </a:lnTo>
                        <a:lnTo>
                          <a:pt x="754" y="594"/>
                        </a:lnTo>
                        <a:lnTo>
                          <a:pt x="754" y="592"/>
                        </a:lnTo>
                        <a:lnTo>
                          <a:pt x="750" y="594"/>
                        </a:lnTo>
                        <a:lnTo>
                          <a:pt x="746" y="594"/>
                        </a:lnTo>
                        <a:lnTo>
                          <a:pt x="743" y="592"/>
                        </a:lnTo>
                        <a:lnTo>
                          <a:pt x="742" y="592"/>
                        </a:lnTo>
                        <a:lnTo>
                          <a:pt x="738" y="591"/>
                        </a:lnTo>
                        <a:lnTo>
                          <a:pt x="738" y="592"/>
                        </a:lnTo>
                        <a:lnTo>
                          <a:pt x="739" y="594"/>
                        </a:lnTo>
                        <a:lnTo>
                          <a:pt x="738" y="595"/>
                        </a:lnTo>
                        <a:lnTo>
                          <a:pt x="738" y="598"/>
                        </a:lnTo>
                        <a:lnTo>
                          <a:pt x="739" y="600"/>
                        </a:lnTo>
                        <a:lnTo>
                          <a:pt x="742" y="600"/>
                        </a:lnTo>
                        <a:lnTo>
                          <a:pt x="745" y="603"/>
                        </a:lnTo>
                        <a:lnTo>
                          <a:pt x="742" y="607"/>
                        </a:lnTo>
                        <a:lnTo>
                          <a:pt x="741" y="607"/>
                        </a:lnTo>
                        <a:lnTo>
                          <a:pt x="734" y="613"/>
                        </a:lnTo>
                        <a:lnTo>
                          <a:pt x="730" y="617"/>
                        </a:lnTo>
                        <a:lnTo>
                          <a:pt x="727" y="621"/>
                        </a:lnTo>
                        <a:lnTo>
                          <a:pt x="726" y="620"/>
                        </a:lnTo>
                        <a:lnTo>
                          <a:pt x="723" y="621"/>
                        </a:lnTo>
                        <a:lnTo>
                          <a:pt x="722" y="625"/>
                        </a:lnTo>
                        <a:lnTo>
                          <a:pt x="719" y="625"/>
                        </a:lnTo>
                        <a:lnTo>
                          <a:pt x="711" y="624"/>
                        </a:lnTo>
                        <a:lnTo>
                          <a:pt x="708" y="621"/>
                        </a:lnTo>
                        <a:lnTo>
                          <a:pt x="707" y="618"/>
                        </a:lnTo>
                        <a:lnTo>
                          <a:pt x="703" y="615"/>
                        </a:lnTo>
                        <a:lnTo>
                          <a:pt x="703" y="614"/>
                        </a:lnTo>
                        <a:lnTo>
                          <a:pt x="704" y="614"/>
                        </a:lnTo>
                        <a:lnTo>
                          <a:pt x="705" y="613"/>
                        </a:lnTo>
                        <a:lnTo>
                          <a:pt x="704" y="611"/>
                        </a:lnTo>
                        <a:lnTo>
                          <a:pt x="701" y="611"/>
                        </a:lnTo>
                        <a:lnTo>
                          <a:pt x="698" y="606"/>
                        </a:lnTo>
                        <a:lnTo>
                          <a:pt x="694" y="603"/>
                        </a:lnTo>
                        <a:lnTo>
                          <a:pt x="689" y="603"/>
                        </a:lnTo>
                        <a:lnTo>
                          <a:pt x="685" y="600"/>
                        </a:lnTo>
                        <a:lnTo>
                          <a:pt x="678" y="599"/>
                        </a:lnTo>
                        <a:lnTo>
                          <a:pt x="675" y="599"/>
                        </a:lnTo>
                        <a:lnTo>
                          <a:pt x="675" y="600"/>
                        </a:lnTo>
                        <a:lnTo>
                          <a:pt x="678" y="603"/>
                        </a:lnTo>
                        <a:lnTo>
                          <a:pt x="678" y="602"/>
                        </a:lnTo>
                        <a:lnTo>
                          <a:pt x="681" y="602"/>
                        </a:lnTo>
                        <a:lnTo>
                          <a:pt x="686" y="603"/>
                        </a:lnTo>
                        <a:lnTo>
                          <a:pt x="693" y="603"/>
                        </a:lnTo>
                        <a:lnTo>
                          <a:pt x="694" y="605"/>
                        </a:lnTo>
                        <a:lnTo>
                          <a:pt x="693" y="606"/>
                        </a:lnTo>
                        <a:lnTo>
                          <a:pt x="693" y="606"/>
                        </a:lnTo>
                        <a:lnTo>
                          <a:pt x="692" y="607"/>
                        </a:lnTo>
                        <a:lnTo>
                          <a:pt x="693" y="609"/>
                        </a:lnTo>
                        <a:lnTo>
                          <a:pt x="693" y="613"/>
                        </a:lnTo>
                        <a:lnTo>
                          <a:pt x="694" y="613"/>
                        </a:lnTo>
                        <a:lnTo>
                          <a:pt x="697" y="620"/>
                        </a:lnTo>
                        <a:lnTo>
                          <a:pt x="698" y="624"/>
                        </a:lnTo>
                        <a:lnTo>
                          <a:pt x="704" y="625"/>
                        </a:lnTo>
                        <a:lnTo>
                          <a:pt x="709" y="626"/>
                        </a:lnTo>
                        <a:lnTo>
                          <a:pt x="720" y="629"/>
                        </a:lnTo>
                        <a:lnTo>
                          <a:pt x="720" y="632"/>
                        </a:lnTo>
                        <a:lnTo>
                          <a:pt x="719" y="633"/>
                        </a:lnTo>
                        <a:lnTo>
                          <a:pt x="716" y="636"/>
                        </a:lnTo>
                        <a:lnTo>
                          <a:pt x="713" y="637"/>
                        </a:lnTo>
                        <a:lnTo>
                          <a:pt x="709" y="643"/>
                        </a:lnTo>
                        <a:lnTo>
                          <a:pt x="709" y="641"/>
                        </a:lnTo>
                        <a:lnTo>
                          <a:pt x="708" y="641"/>
                        </a:lnTo>
                        <a:lnTo>
                          <a:pt x="707" y="644"/>
                        </a:lnTo>
                        <a:lnTo>
                          <a:pt x="698" y="653"/>
                        </a:lnTo>
                        <a:lnTo>
                          <a:pt x="694" y="655"/>
                        </a:lnTo>
                        <a:lnTo>
                          <a:pt x="692" y="659"/>
                        </a:lnTo>
                        <a:lnTo>
                          <a:pt x="689" y="659"/>
                        </a:lnTo>
                        <a:lnTo>
                          <a:pt x="688" y="659"/>
                        </a:lnTo>
                        <a:lnTo>
                          <a:pt x="686" y="659"/>
                        </a:lnTo>
                        <a:lnTo>
                          <a:pt x="686" y="660"/>
                        </a:lnTo>
                        <a:lnTo>
                          <a:pt x="682" y="656"/>
                        </a:lnTo>
                        <a:lnTo>
                          <a:pt x="681" y="655"/>
                        </a:lnTo>
                        <a:lnTo>
                          <a:pt x="678" y="658"/>
                        </a:lnTo>
                        <a:lnTo>
                          <a:pt x="678" y="655"/>
                        </a:lnTo>
                        <a:lnTo>
                          <a:pt x="677" y="655"/>
                        </a:lnTo>
                        <a:lnTo>
                          <a:pt x="678" y="652"/>
                        </a:lnTo>
                        <a:lnTo>
                          <a:pt x="678" y="651"/>
                        </a:lnTo>
                        <a:lnTo>
                          <a:pt x="677" y="649"/>
                        </a:lnTo>
                        <a:lnTo>
                          <a:pt x="674" y="651"/>
                        </a:lnTo>
                        <a:lnTo>
                          <a:pt x="673" y="656"/>
                        </a:lnTo>
                        <a:lnTo>
                          <a:pt x="673" y="653"/>
                        </a:lnTo>
                        <a:lnTo>
                          <a:pt x="670" y="649"/>
                        </a:lnTo>
                        <a:lnTo>
                          <a:pt x="670" y="653"/>
                        </a:lnTo>
                        <a:lnTo>
                          <a:pt x="671" y="655"/>
                        </a:lnTo>
                        <a:lnTo>
                          <a:pt x="670" y="660"/>
                        </a:lnTo>
                        <a:lnTo>
                          <a:pt x="667" y="666"/>
                        </a:lnTo>
                        <a:lnTo>
                          <a:pt x="666" y="664"/>
                        </a:lnTo>
                        <a:lnTo>
                          <a:pt x="665" y="663"/>
                        </a:lnTo>
                        <a:lnTo>
                          <a:pt x="663" y="660"/>
                        </a:lnTo>
                        <a:lnTo>
                          <a:pt x="662" y="663"/>
                        </a:lnTo>
                        <a:lnTo>
                          <a:pt x="663" y="664"/>
                        </a:lnTo>
                        <a:lnTo>
                          <a:pt x="660" y="666"/>
                        </a:lnTo>
                        <a:lnTo>
                          <a:pt x="660" y="668"/>
                        </a:lnTo>
                        <a:lnTo>
                          <a:pt x="659" y="667"/>
                        </a:lnTo>
                        <a:lnTo>
                          <a:pt x="656" y="667"/>
                        </a:lnTo>
                        <a:lnTo>
                          <a:pt x="656" y="664"/>
                        </a:lnTo>
                        <a:lnTo>
                          <a:pt x="654" y="663"/>
                        </a:lnTo>
                        <a:lnTo>
                          <a:pt x="651" y="659"/>
                        </a:lnTo>
                        <a:lnTo>
                          <a:pt x="645" y="658"/>
                        </a:lnTo>
                        <a:lnTo>
                          <a:pt x="640" y="653"/>
                        </a:lnTo>
                        <a:lnTo>
                          <a:pt x="639" y="649"/>
                        </a:lnTo>
                        <a:lnTo>
                          <a:pt x="636" y="649"/>
                        </a:lnTo>
                        <a:lnTo>
                          <a:pt x="632" y="647"/>
                        </a:lnTo>
                        <a:lnTo>
                          <a:pt x="631" y="644"/>
                        </a:lnTo>
                        <a:lnTo>
                          <a:pt x="631" y="648"/>
                        </a:lnTo>
                        <a:lnTo>
                          <a:pt x="628" y="648"/>
                        </a:lnTo>
                        <a:lnTo>
                          <a:pt x="629" y="652"/>
                        </a:lnTo>
                        <a:lnTo>
                          <a:pt x="632" y="653"/>
                        </a:lnTo>
                        <a:lnTo>
                          <a:pt x="633" y="652"/>
                        </a:lnTo>
                        <a:lnTo>
                          <a:pt x="632" y="651"/>
                        </a:lnTo>
                        <a:lnTo>
                          <a:pt x="632" y="649"/>
                        </a:lnTo>
                        <a:lnTo>
                          <a:pt x="633" y="649"/>
                        </a:lnTo>
                        <a:lnTo>
                          <a:pt x="639" y="655"/>
                        </a:lnTo>
                        <a:lnTo>
                          <a:pt x="644" y="659"/>
                        </a:lnTo>
                        <a:lnTo>
                          <a:pt x="645" y="660"/>
                        </a:lnTo>
                        <a:lnTo>
                          <a:pt x="641" y="662"/>
                        </a:lnTo>
                        <a:lnTo>
                          <a:pt x="639" y="663"/>
                        </a:lnTo>
                        <a:lnTo>
                          <a:pt x="636" y="662"/>
                        </a:lnTo>
                        <a:lnTo>
                          <a:pt x="637" y="664"/>
                        </a:lnTo>
                        <a:lnTo>
                          <a:pt x="637" y="664"/>
                        </a:lnTo>
                        <a:lnTo>
                          <a:pt x="639" y="664"/>
                        </a:lnTo>
                        <a:lnTo>
                          <a:pt x="644" y="663"/>
                        </a:lnTo>
                        <a:lnTo>
                          <a:pt x="647" y="660"/>
                        </a:lnTo>
                        <a:lnTo>
                          <a:pt x="648" y="660"/>
                        </a:lnTo>
                        <a:lnTo>
                          <a:pt x="650" y="662"/>
                        </a:lnTo>
                        <a:lnTo>
                          <a:pt x="651" y="666"/>
                        </a:lnTo>
                        <a:lnTo>
                          <a:pt x="656" y="672"/>
                        </a:lnTo>
                        <a:lnTo>
                          <a:pt x="655" y="678"/>
                        </a:lnTo>
                        <a:lnTo>
                          <a:pt x="652" y="682"/>
                        </a:lnTo>
                        <a:lnTo>
                          <a:pt x="650" y="682"/>
                        </a:lnTo>
                        <a:lnTo>
                          <a:pt x="648" y="683"/>
                        </a:lnTo>
                        <a:lnTo>
                          <a:pt x="644" y="683"/>
                        </a:lnTo>
                        <a:lnTo>
                          <a:pt x="641" y="682"/>
                        </a:lnTo>
                        <a:lnTo>
                          <a:pt x="636" y="681"/>
                        </a:lnTo>
                        <a:lnTo>
                          <a:pt x="632" y="677"/>
                        </a:lnTo>
                        <a:lnTo>
                          <a:pt x="631" y="671"/>
                        </a:lnTo>
                        <a:lnTo>
                          <a:pt x="629" y="670"/>
                        </a:lnTo>
                        <a:lnTo>
                          <a:pt x="628" y="671"/>
                        </a:lnTo>
                        <a:lnTo>
                          <a:pt x="628" y="672"/>
                        </a:lnTo>
                        <a:lnTo>
                          <a:pt x="628" y="675"/>
                        </a:lnTo>
                        <a:lnTo>
                          <a:pt x="631" y="678"/>
                        </a:lnTo>
                        <a:lnTo>
                          <a:pt x="633" y="685"/>
                        </a:lnTo>
                        <a:lnTo>
                          <a:pt x="636" y="689"/>
                        </a:lnTo>
                        <a:lnTo>
                          <a:pt x="635" y="690"/>
                        </a:lnTo>
                        <a:lnTo>
                          <a:pt x="632" y="690"/>
                        </a:lnTo>
                        <a:lnTo>
                          <a:pt x="629" y="690"/>
                        </a:lnTo>
                        <a:lnTo>
                          <a:pt x="629" y="686"/>
                        </a:lnTo>
                        <a:lnTo>
                          <a:pt x="628" y="689"/>
                        </a:lnTo>
                        <a:lnTo>
                          <a:pt x="626" y="689"/>
                        </a:lnTo>
                        <a:lnTo>
                          <a:pt x="628" y="690"/>
                        </a:lnTo>
                        <a:lnTo>
                          <a:pt x="631" y="692"/>
                        </a:lnTo>
                        <a:lnTo>
                          <a:pt x="631" y="694"/>
                        </a:lnTo>
                        <a:lnTo>
                          <a:pt x="626" y="693"/>
                        </a:lnTo>
                        <a:lnTo>
                          <a:pt x="625" y="692"/>
                        </a:lnTo>
                        <a:lnTo>
                          <a:pt x="625" y="694"/>
                        </a:lnTo>
                        <a:lnTo>
                          <a:pt x="626" y="696"/>
                        </a:lnTo>
                        <a:lnTo>
                          <a:pt x="626" y="697"/>
                        </a:lnTo>
                        <a:lnTo>
                          <a:pt x="624" y="700"/>
                        </a:lnTo>
                        <a:lnTo>
                          <a:pt x="624" y="697"/>
                        </a:lnTo>
                        <a:lnTo>
                          <a:pt x="622" y="697"/>
                        </a:lnTo>
                        <a:lnTo>
                          <a:pt x="622" y="698"/>
                        </a:lnTo>
                        <a:lnTo>
                          <a:pt x="622" y="700"/>
                        </a:lnTo>
                        <a:lnTo>
                          <a:pt x="621" y="700"/>
                        </a:lnTo>
                        <a:lnTo>
                          <a:pt x="618" y="700"/>
                        </a:lnTo>
                        <a:lnTo>
                          <a:pt x="617" y="701"/>
                        </a:lnTo>
                        <a:lnTo>
                          <a:pt x="613" y="702"/>
                        </a:lnTo>
                        <a:lnTo>
                          <a:pt x="614" y="704"/>
                        </a:lnTo>
                        <a:lnTo>
                          <a:pt x="616" y="706"/>
                        </a:lnTo>
                        <a:lnTo>
                          <a:pt x="614" y="706"/>
                        </a:lnTo>
                        <a:lnTo>
                          <a:pt x="613" y="705"/>
                        </a:lnTo>
                        <a:lnTo>
                          <a:pt x="610" y="702"/>
                        </a:lnTo>
                        <a:lnTo>
                          <a:pt x="607" y="702"/>
                        </a:lnTo>
                        <a:lnTo>
                          <a:pt x="607" y="704"/>
                        </a:lnTo>
                        <a:lnTo>
                          <a:pt x="606" y="705"/>
                        </a:lnTo>
                        <a:lnTo>
                          <a:pt x="610" y="708"/>
                        </a:lnTo>
                        <a:lnTo>
                          <a:pt x="609" y="709"/>
                        </a:lnTo>
                        <a:lnTo>
                          <a:pt x="609" y="711"/>
                        </a:lnTo>
                        <a:lnTo>
                          <a:pt x="606" y="711"/>
                        </a:lnTo>
                        <a:lnTo>
                          <a:pt x="603" y="715"/>
                        </a:lnTo>
                        <a:lnTo>
                          <a:pt x="601" y="716"/>
                        </a:lnTo>
                        <a:lnTo>
                          <a:pt x="602" y="717"/>
                        </a:lnTo>
                        <a:lnTo>
                          <a:pt x="601" y="720"/>
                        </a:lnTo>
                        <a:lnTo>
                          <a:pt x="599" y="720"/>
                        </a:lnTo>
                        <a:lnTo>
                          <a:pt x="598" y="721"/>
                        </a:lnTo>
                        <a:lnTo>
                          <a:pt x="598" y="724"/>
                        </a:lnTo>
                        <a:lnTo>
                          <a:pt x="595" y="725"/>
                        </a:lnTo>
                        <a:lnTo>
                          <a:pt x="591" y="730"/>
                        </a:lnTo>
                        <a:lnTo>
                          <a:pt x="588" y="731"/>
                        </a:lnTo>
                        <a:lnTo>
                          <a:pt x="588" y="734"/>
                        </a:lnTo>
                        <a:lnTo>
                          <a:pt x="586" y="735"/>
                        </a:lnTo>
                        <a:lnTo>
                          <a:pt x="582" y="734"/>
                        </a:lnTo>
                        <a:lnTo>
                          <a:pt x="582" y="735"/>
                        </a:lnTo>
                        <a:lnTo>
                          <a:pt x="583" y="739"/>
                        </a:lnTo>
                        <a:lnTo>
                          <a:pt x="580" y="742"/>
                        </a:lnTo>
                        <a:lnTo>
                          <a:pt x="580" y="746"/>
                        </a:lnTo>
                        <a:lnTo>
                          <a:pt x="578" y="749"/>
                        </a:lnTo>
                        <a:lnTo>
                          <a:pt x="576" y="753"/>
                        </a:lnTo>
                        <a:lnTo>
                          <a:pt x="575" y="754"/>
                        </a:lnTo>
                        <a:lnTo>
                          <a:pt x="572" y="759"/>
                        </a:lnTo>
                        <a:lnTo>
                          <a:pt x="573" y="761"/>
                        </a:lnTo>
                        <a:lnTo>
                          <a:pt x="573" y="765"/>
                        </a:lnTo>
                        <a:lnTo>
                          <a:pt x="571" y="769"/>
                        </a:lnTo>
                        <a:lnTo>
                          <a:pt x="569" y="772"/>
                        </a:lnTo>
                        <a:lnTo>
                          <a:pt x="568" y="773"/>
                        </a:lnTo>
                        <a:lnTo>
                          <a:pt x="567" y="774"/>
                        </a:lnTo>
                        <a:lnTo>
                          <a:pt x="569" y="774"/>
                        </a:lnTo>
                        <a:lnTo>
                          <a:pt x="569" y="777"/>
                        </a:lnTo>
                        <a:lnTo>
                          <a:pt x="569" y="780"/>
                        </a:lnTo>
                        <a:lnTo>
                          <a:pt x="571" y="781"/>
                        </a:lnTo>
                        <a:lnTo>
                          <a:pt x="571" y="785"/>
                        </a:lnTo>
                        <a:lnTo>
                          <a:pt x="572" y="785"/>
                        </a:lnTo>
                        <a:lnTo>
                          <a:pt x="569" y="792"/>
                        </a:lnTo>
                        <a:lnTo>
                          <a:pt x="565" y="796"/>
                        </a:lnTo>
                        <a:lnTo>
                          <a:pt x="557" y="797"/>
                        </a:lnTo>
                        <a:lnTo>
                          <a:pt x="556" y="800"/>
                        </a:lnTo>
                        <a:lnTo>
                          <a:pt x="560" y="797"/>
                        </a:lnTo>
                        <a:lnTo>
                          <a:pt x="567" y="796"/>
                        </a:lnTo>
                        <a:lnTo>
                          <a:pt x="572" y="791"/>
                        </a:lnTo>
                        <a:lnTo>
                          <a:pt x="575" y="783"/>
                        </a:lnTo>
                        <a:lnTo>
                          <a:pt x="583" y="783"/>
                        </a:lnTo>
                        <a:lnTo>
                          <a:pt x="586" y="784"/>
                        </a:lnTo>
                        <a:lnTo>
                          <a:pt x="586" y="787"/>
                        </a:lnTo>
                        <a:lnTo>
                          <a:pt x="584" y="789"/>
                        </a:lnTo>
                        <a:lnTo>
                          <a:pt x="584" y="793"/>
                        </a:lnTo>
                        <a:lnTo>
                          <a:pt x="587" y="797"/>
                        </a:lnTo>
                        <a:lnTo>
                          <a:pt x="587" y="803"/>
                        </a:lnTo>
                        <a:lnTo>
                          <a:pt x="584" y="808"/>
                        </a:lnTo>
                        <a:lnTo>
                          <a:pt x="586" y="811"/>
                        </a:lnTo>
                        <a:lnTo>
                          <a:pt x="587" y="817"/>
                        </a:lnTo>
                        <a:lnTo>
                          <a:pt x="586" y="819"/>
                        </a:lnTo>
                        <a:lnTo>
                          <a:pt x="578" y="827"/>
                        </a:lnTo>
                        <a:lnTo>
                          <a:pt x="573" y="829"/>
                        </a:lnTo>
                        <a:lnTo>
                          <a:pt x="569" y="829"/>
                        </a:lnTo>
                        <a:lnTo>
                          <a:pt x="573" y="830"/>
                        </a:lnTo>
                        <a:lnTo>
                          <a:pt x="578" y="830"/>
                        </a:lnTo>
                        <a:lnTo>
                          <a:pt x="587" y="826"/>
                        </a:lnTo>
                        <a:lnTo>
                          <a:pt x="598" y="823"/>
                        </a:lnTo>
                        <a:lnTo>
                          <a:pt x="603" y="822"/>
                        </a:lnTo>
                        <a:lnTo>
                          <a:pt x="609" y="826"/>
                        </a:lnTo>
                        <a:lnTo>
                          <a:pt x="613" y="830"/>
                        </a:lnTo>
                        <a:lnTo>
                          <a:pt x="620" y="833"/>
                        </a:lnTo>
                        <a:lnTo>
                          <a:pt x="621" y="834"/>
                        </a:lnTo>
                        <a:lnTo>
                          <a:pt x="624" y="834"/>
                        </a:lnTo>
                        <a:lnTo>
                          <a:pt x="628" y="840"/>
                        </a:lnTo>
                        <a:lnTo>
                          <a:pt x="631" y="840"/>
                        </a:lnTo>
                        <a:lnTo>
                          <a:pt x="633" y="844"/>
                        </a:lnTo>
                        <a:lnTo>
                          <a:pt x="636" y="846"/>
                        </a:lnTo>
                        <a:lnTo>
                          <a:pt x="636" y="848"/>
                        </a:lnTo>
                        <a:lnTo>
                          <a:pt x="637" y="850"/>
                        </a:lnTo>
                        <a:lnTo>
                          <a:pt x="639" y="855"/>
                        </a:lnTo>
                        <a:lnTo>
                          <a:pt x="639" y="856"/>
                        </a:lnTo>
                        <a:lnTo>
                          <a:pt x="641" y="856"/>
                        </a:lnTo>
                        <a:lnTo>
                          <a:pt x="643" y="857"/>
                        </a:lnTo>
                        <a:lnTo>
                          <a:pt x="648" y="861"/>
                        </a:lnTo>
                        <a:lnTo>
                          <a:pt x="650" y="861"/>
                        </a:lnTo>
                        <a:lnTo>
                          <a:pt x="655" y="864"/>
                        </a:lnTo>
                        <a:lnTo>
                          <a:pt x="656" y="865"/>
                        </a:lnTo>
                        <a:lnTo>
                          <a:pt x="662" y="869"/>
                        </a:lnTo>
                        <a:lnTo>
                          <a:pt x="662" y="872"/>
                        </a:lnTo>
                        <a:lnTo>
                          <a:pt x="666" y="875"/>
                        </a:lnTo>
                        <a:lnTo>
                          <a:pt x="665" y="876"/>
                        </a:lnTo>
                        <a:lnTo>
                          <a:pt x="666" y="878"/>
                        </a:lnTo>
                        <a:lnTo>
                          <a:pt x="670" y="878"/>
                        </a:lnTo>
                        <a:lnTo>
                          <a:pt x="671" y="878"/>
                        </a:lnTo>
                        <a:lnTo>
                          <a:pt x="675" y="878"/>
                        </a:lnTo>
                        <a:lnTo>
                          <a:pt x="681" y="878"/>
                        </a:lnTo>
                        <a:lnTo>
                          <a:pt x="682" y="879"/>
                        </a:lnTo>
                        <a:lnTo>
                          <a:pt x="684" y="879"/>
                        </a:lnTo>
                        <a:lnTo>
                          <a:pt x="688" y="880"/>
                        </a:lnTo>
                        <a:lnTo>
                          <a:pt x="693" y="880"/>
                        </a:lnTo>
                        <a:lnTo>
                          <a:pt x="696" y="880"/>
                        </a:lnTo>
                        <a:lnTo>
                          <a:pt x="698" y="880"/>
                        </a:lnTo>
                        <a:lnTo>
                          <a:pt x="698" y="880"/>
                        </a:lnTo>
                        <a:lnTo>
                          <a:pt x="698" y="880"/>
                        </a:lnTo>
                        <a:lnTo>
                          <a:pt x="700" y="880"/>
                        </a:lnTo>
                        <a:lnTo>
                          <a:pt x="701" y="884"/>
                        </a:lnTo>
                        <a:lnTo>
                          <a:pt x="697" y="891"/>
                        </a:lnTo>
                        <a:lnTo>
                          <a:pt x="697" y="894"/>
                        </a:lnTo>
                        <a:lnTo>
                          <a:pt x="696" y="897"/>
                        </a:lnTo>
                        <a:lnTo>
                          <a:pt x="693" y="901"/>
                        </a:lnTo>
                        <a:lnTo>
                          <a:pt x="693" y="903"/>
                        </a:lnTo>
                        <a:lnTo>
                          <a:pt x="694" y="905"/>
                        </a:lnTo>
                        <a:lnTo>
                          <a:pt x="694" y="910"/>
                        </a:lnTo>
                        <a:lnTo>
                          <a:pt x="692" y="916"/>
                        </a:lnTo>
                        <a:lnTo>
                          <a:pt x="692" y="918"/>
                        </a:lnTo>
                        <a:lnTo>
                          <a:pt x="690" y="922"/>
                        </a:lnTo>
                        <a:lnTo>
                          <a:pt x="688" y="925"/>
                        </a:lnTo>
                        <a:lnTo>
                          <a:pt x="686" y="931"/>
                        </a:lnTo>
                        <a:lnTo>
                          <a:pt x="686" y="933"/>
                        </a:lnTo>
                        <a:lnTo>
                          <a:pt x="690" y="935"/>
                        </a:lnTo>
                        <a:lnTo>
                          <a:pt x="690" y="939"/>
                        </a:lnTo>
                        <a:lnTo>
                          <a:pt x="692" y="940"/>
                        </a:lnTo>
                        <a:lnTo>
                          <a:pt x="693" y="941"/>
                        </a:lnTo>
                        <a:lnTo>
                          <a:pt x="693" y="944"/>
                        </a:lnTo>
                        <a:lnTo>
                          <a:pt x="693" y="946"/>
                        </a:lnTo>
                        <a:lnTo>
                          <a:pt x="693" y="948"/>
                        </a:lnTo>
                        <a:lnTo>
                          <a:pt x="696" y="948"/>
                        </a:lnTo>
                        <a:lnTo>
                          <a:pt x="698" y="951"/>
                        </a:lnTo>
                        <a:lnTo>
                          <a:pt x="700" y="951"/>
                        </a:lnTo>
                        <a:lnTo>
                          <a:pt x="700" y="952"/>
                        </a:lnTo>
                        <a:lnTo>
                          <a:pt x="703" y="955"/>
                        </a:lnTo>
                        <a:lnTo>
                          <a:pt x="703" y="959"/>
                        </a:lnTo>
                        <a:lnTo>
                          <a:pt x="704" y="961"/>
                        </a:lnTo>
                        <a:lnTo>
                          <a:pt x="703" y="965"/>
                        </a:lnTo>
                        <a:lnTo>
                          <a:pt x="697" y="970"/>
                        </a:lnTo>
                        <a:lnTo>
                          <a:pt x="701" y="967"/>
                        </a:lnTo>
                        <a:lnTo>
                          <a:pt x="704" y="966"/>
                        </a:lnTo>
                        <a:lnTo>
                          <a:pt x="708" y="966"/>
                        </a:lnTo>
                        <a:lnTo>
                          <a:pt x="711" y="969"/>
                        </a:lnTo>
                        <a:lnTo>
                          <a:pt x="713" y="969"/>
                        </a:lnTo>
                        <a:lnTo>
                          <a:pt x="713" y="967"/>
                        </a:lnTo>
                        <a:lnTo>
                          <a:pt x="713" y="965"/>
                        </a:lnTo>
                        <a:lnTo>
                          <a:pt x="719" y="958"/>
                        </a:lnTo>
                        <a:lnTo>
                          <a:pt x="720" y="958"/>
                        </a:lnTo>
                        <a:lnTo>
                          <a:pt x="719" y="961"/>
                        </a:lnTo>
                        <a:lnTo>
                          <a:pt x="719" y="962"/>
                        </a:lnTo>
                        <a:lnTo>
                          <a:pt x="722" y="963"/>
                        </a:lnTo>
                        <a:lnTo>
                          <a:pt x="722" y="967"/>
                        </a:lnTo>
                        <a:lnTo>
                          <a:pt x="722" y="971"/>
                        </a:lnTo>
                        <a:lnTo>
                          <a:pt x="724" y="974"/>
                        </a:lnTo>
                        <a:lnTo>
                          <a:pt x="730" y="974"/>
                        </a:lnTo>
                        <a:lnTo>
                          <a:pt x="727" y="973"/>
                        </a:lnTo>
                        <a:lnTo>
                          <a:pt x="724" y="970"/>
                        </a:lnTo>
                        <a:lnTo>
                          <a:pt x="724" y="967"/>
                        </a:lnTo>
                        <a:lnTo>
                          <a:pt x="724" y="962"/>
                        </a:lnTo>
                        <a:lnTo>
                          <a:pt x="726" y="961"/>
                        </a:lnTo>
                        <a:lnTo>
                          <a:pt x="724" y="959"/>
                        </a:lnTo>
                        <a:lnTo>
                          <a:pt x="724" y="956"/>
                        </a:lnTo>
                        <a:lnTo>
                          <a:pt x="726" y="956"/>
                        </a:lnTo>
                        <a:lnTo>
                          <a:pt x="727" y="956"/>
                        </a:lnTo>
                        <a:lnTo>
                          <a:pt x="728" y="952"/>
                        </a:lnTo>
                        <a:lnTo>
                          <a:pt x="731" y="948"/>
                        </a:lnTo>
                        <a:lnTo>
                          <a:pt x="731" y="948"/>
                        </a:lnTo>
                        <a:lnTo>
                          <a:pt x="730" y="943"/>
                        </a:lnTo>
                        <a:lnTo>
                          <a:pt x="728" y="943"/>
                        </a:lnTo>
                        <a:lnTo>
                          <a:pt x="728" y="940"/>
                        </a:lnTo>
                        <a:lnTo>
                          <a:pt x="731" y="936"/>
                        </a:lnTo>
                        <a:lnTo>
                          <a:pt x="730" y="935"/>
                        </a:lnTo>
                        <a:lnTo>
                          <a:pt x="730" y="933"/>
                        </a:lnTo>
                        <a:lnTo>
                          <a:pt x="728" y="932"/>
                        </a:lnTo>
                        <a:lnTo>
                          <a:pt x="728" y="931"/>
                        </a:lnTo>
                        <a:lnTo>
                          <a:pt x="731" y="924"/>
                        </a:lnTo>
                        <a:lnTo>
                          <a:pt x="730" y="921"/>
                        </a:lnTo>
                        <a:lnTo>
                          <a:pt x="731" y="916"/>
                        </a:lnTo>
                        <a:lnTo>
                          <a:pt x="732" y="914"/>
                        </a:lnTo>
                        <a:lnTo>
                          <a:pt x="731" y="912"/>
                        </a:lnTo>
                        <a:lnTo>
                          <a:pt x="732" y="912"/>
                        </a:lnTo>
                        <a:lnTo>
                          <a:pt x="732" y="909"/>
                        </a:lnTo>
                        <a:lnTo>
                          <a:pt x="734" y="908"/>
                        </a:lnTo>
                        <a:lnTo>
                          <a:pt x="732" y="908"/>
                        </a:lnTo>
                        <a:lnTo>
                          <a:pt x="731" y="905"/>
                        </a:lnTo>
                        <a:lnTo>
                          <a:pt x="732" y="905"/>
                        </a:lnTo>
                        <a:lnTo>
                          <a:pt x="731" y="902"/>
                        </a:lnTo>
                        <a:lnTo>
                          <a:pt x="731" y="899"/>
                        </a:lnTo>
                        <a:lnTo>
                          <a:pt x="730" y="898"/>
                        </a:lnTo>
                        <a:lnTo>
                          <a:pt x="730" y="895"/>
                        </a:lnTo>
                        <a:lnTo>
                          <a:pt x="728" y="893"/>
                        </a:lnTo>
                        <a:lnTo>
                          <a:pt x="732" y="891"/>
                        </a:lnTo>
                        <a:lnTo>
                          <a:pt x="738" y="890"/>
                        </a:lnTo>
                        <a:lnTo>
                          <a:pt x="741" y="889"/>
                        </a:lnTo>
                        <a:lnTo>
                          <a:pt x="745" y="889"/>
                        </a:lnTo>
                        <a:lnTo>
                          <a:pt x="746" y="887"/>
                        </a:lnTo>
                        <a:lnTo>
                          <a:pt x="751" y="884"/>
                        </a:lnTo>
                        <a:lnTo>
                          <a:pt x="761" y="882"/>
                        </a:lnTo>
                        <a:lnTo>
                          <a:pt x="761" y="880"/>
                        </a:lnTo>
                        <a:lnTo>
                          <a:pt x="762" y="879"/>
                        </a:lnTo>
                        <a:lnTo>
                          <a:pt x="769" y="875"/>
                        </a:lnTo>
                        <a:lnTo>
                          <a:pt x="769" y="874"/>
                        </a:lnTo>
                        <a:lnTo>
                          <a:pt x="773" y="872"/>
                        </a:lnTo>
                        <a:lnTo>
                          <a:pt x="776" y="865"/>
                        </a:lnTo>
                        <a:lnTo>
                          <a:pt x="779" y="865"/>
                        </a:lnTo>
                        <a:lnTo>
                          <a:pt x="780" y="867"/>
                        </a:lnTo>
                        <a:lnTo>
                          <a:pt x="783" y="867"/>
                        </a:lnTo>
                        <a:lnTo>
                          <a:pt x="784" y="864"/>
                        </a:lnTo>
                        <a:lnTo>
                          <a:pt x="783" y="861"/>
                        </a:lnTo>
                        <a:lnTo>
                          <a:pt x="781" y="857"/>
                        </a:lnTo>
                        <a:lnTo>
                          <a:pt x="780" y="859"/>
                        </a:lnTo>
                        <a:lnTo>
                          <a:pt x="780" y="861"/>
                        </a:lnTo>
                        <a:lnTo>
                          <a:pt x="779" y="863"/>
                        </a:lnTo>
                        <a:lnTo>
                          <a:pt x="779" y="859"/>
                        </a:lnTo>
                        <a:lnTo>
                          <a:pt x="781" y="852"/>
                        </a:lnTo>
                        <a:lnTo>
                          <a:pt x="783" y="850"/>
                        </a:lnTo>
                        <a:lnTo>
                          <a:pt x="783" y="845"/>
                        </a:lnTo>
                        <a:lnTo>
                          <a:pt x="783" y="842"/>
                        </a:lnTo>
                        <a:lnTo>
                          <a:pt x="781" y="838"/>
                        </a:lnTo>
                        <a:lnTo>
                          <a:pt x="781" y="829"/>
                        </a:lnTo>
                        <a:lnTo>
                          <a:pt x="780" y="822"/>
                        </a:lnTo>
                        <a:lnTo>
                          <a:pt x="776" y="815"/>
                        </a:lnTo>
                        <a:lnTo>
                          <a:pt x="773" y="812"/>
                        </a:lnTo>
                        <a:lnTo>
                          <a:pt x="772" y="810"/>
                        </a:lnTo>
                        <a:lnTo>
                          <a:pt x="769" y="810"/>
                        </a:lnTo>
                        <a:lnTo>
                          <a:pt x="769" y="807"/>
                        </a:lnTo>
                        <a:lnTo>
                          <a:pt x="770" y="802"/>
                        </a:lnTo>
                        <a:lnTo>
                          <a:pt x="773" y="800"/>
                        </a:lnTo>
                        <a:lnTo>
                          <a:pt x="780" y="792"/>
                        </a:lnTo>
                        <a:lnTo>
                          <a:pt x="783" y="792"/>
                        </a:lnTo>
                        <a:lnTo>
                          <a:pt x="784" y="789"/>
                        </a:lnTo>
                        <a:lnTo>
                          <a:pt x="784" y="788"/>
                        </a:lnTo>
                        <a:lnTo>
                          <a:pt x="784" y="788"/>
                        </a:lnTo>
                        <a:lnTo>
                          <a:pt x="784" y="787"/>
                        </a:lnTo>
                        <a:lnTo>
                          <a:pt x="787" y="783"/>
                        </a:lnTo>
                        <a:lnTo>
                          <a:pt x="788" y="783"/>
                        </a:lnTo>
                        <a:lnTo>
                          <a:pt x="790" y="785"/>
                        </a:lnTo>
                        <a:lnTo>
                          <a:pt x="792" y="787"/>
                        </a:lnTo>
                        <a:lnTo>
                          <a:pt x="791" y="785"/>
                        </a:lnTo>
                        <a:lnTo>
                          <a:pt x="791" y="781"/>
                        </a:lnTo>
                        <a:lnTo>
                          <a:pt x="794" y="780"/>
                        </a:lnTo>
                        <a:lnTo>
                          <a:pt x="796" y="774"/>
                        </a:lnTo>
                        <a:lnTo>
                          <a:pt x="796" y="773"/>
                        </a:lnTo>
                        <a:lnTo>
                          <a:pt x="792" y="773"/>
                        </a:lnTo>
                        <a:lnTo>
                          <a:pt x="792" y="772"/>
                        </a:lnTo>
                        <a:lnTo>
                          <a:pt x="795" y="769"/>
                        </a:lnTo>
                        <a:lnTo>
                          <a:pt x="794" y="768"/>
                        </a:lnTo>
                        <a:lnTo>
                          <a:pt x="792" y="765"/>
                        </a:lnTo>
                        <a:lnTo>
                          <a:pt x="794" y="764"/>
                        </a:lnTo>
                        <a:lnTo>
                          <a:pt x="796" y="762"/>
                        </a:lnTo>
                        <a:lnTo>
                          <a:pt x="794" y="762"/>
                        </a:lnTo>
                        <a:lnTo>
                          <a:pt x="794" y="761"/>
                        </a:lnTo>
                        <a:lnTo>
                          <a:pt x="795" y="757"/>
                        </a:lnTo>
                        <a:lnTo>
                          <a:pt x="798" y="755"/>
                        </a:lnTo>
                        <a:lnTo>
                          <a:pt x="795" y="754"/>
                        </a:lnTo>
                        <a:lnTo>
                          <a:pt x="791" y="755"/>
                        </a:lnTo>
                        <a:lnTo>
                          <a:pt x="790" y="754"/>
                        </a:lnTo>
                        <a:lnTo>
                          <a:pt x="790" y="753"/>
                        </a:lnTo>
                        <a:lnTo>
                          <a:pt x="795" y="747"/>
                        </a:lnTo>
                        <a:lnTo>
                          <a:pt x="799" y="742"/>
                        </a:lnTo>
                        <a:lnTo>
                          <a:pt x="800" y="739"/>
                        </a:lnTo>
                        <a:lnTo>
                          <a:pt x="802" y="739"/>
                        </a:lnTo>
                        <a:lnTo>
                          <a:pt x="803" y="738"/>
                        </a:lnTo>
                        <a:lnTo>
                          <a:pt x="803" y="734"/>
                        </a:lnTo>
                        <a:lnTo>
                          <a:pt x="802" y="734"/>
                        </a:lnTo>
                        <a:lnTo>
                          <a:pt x="802" y="732"/>
                        </a:lnTo>
                        <a:lnTo>
                          <a:pt x="800" y="732"/>
                        </a:lnTo>
                        <a:lnTo>
                          <a:pt x="798" y="730"/>
                        </a:lnTo>
                        <a:lnTo>
                          <a:pt x="798" y="724"/>
                        </a:lnTo>
                        <a:lnTo>
                          <a:pt x="800" y="720"/>
                        </a:lnTo>
                        <a:lnTo>
                          <a:pt x="800" y="716"/>
                        </a:lnTo>
                        <a:lnTo>
                          <a:pt x="803" y="715"/>
                        </a:lnTo>
                        <a:lnTo>
                          <a:pt x="803" y="716"/>
                        </a:lnTo>
                        <a:lnTo>
                          <a:pt x="806" y="716"/>
                        </a:lnTo>
                        <a:lnTo>
                          <a:pt x="806" y="713"/>
                        </a:lnTo>
                        <a:lnTo>
                          <a:pt x="807" y="712"/>
                        </a:lnTo>
                        <a:lnTo>
                          <a:pt x="809" y="712"/>
                        </a:lnTo>
                        <a:lnTo>
                          <a:pt x="811" y="711"/>
                        </a:lnTo>
                        <a:lnTo>
                          <a:pt x="813" y="712"/>
                        </a:lnTo>
                        <a:lnTo>
                          <a:pt x="817" y="712"/>
                        </a:lnTo>
                        <a:lnTo>
                          <a:pt x="822" y="715"/>
                        </a:lnTo>
                        <a:lnTo>
                          <a:pt x="829" y="719"/>
                        </a:lnTo>
                        <a:lnTo>
                          <a:pt x="832" y="719"/>
                        </a:lnTo>
                        <a:lnTo>
                          <a:pt x="832" y="721"/>
                        </a:lnTo>
                        <a:lnTo>
                          <a:pt x="828" y="723"/>
                        </a:lnTo>
                        <a:lnTo>
                          <a:pt x="832" y="723"/>
                        </a:lnTo>
                        <a:lnTo>
                          <a:pt x="836" y="720"/>
                        </a:lnTo>
                        <a:lnTo>
                          <a:pt x="838" y="720"/>
                        </a:lnTo>
                        <a:lnTo>
                          <a:pt x="840" y="721"/>
                        </a:lnTo>
                        <a:lnTo>
                          <a:pt x="842" y="721"/>
                        </a:lnTo>
                        <a:lnTo>
                          <a:pt x="844" y="724"/>
                        </a:lnTo>
                        <a:lnTo>
                          <a:pt x="844" y="721"/>
                        </a:lnTo>
                        <a:lnTo>
                          <a:pt x="848" y="723"/>
                        </a:lnTo>
                        <a:lnTo>
                          <a:pt x="849" y="721"/>
                        </a:lnTo>
                        <a:lnTo>
                          <a:pt x="851" y="720"/>
                        </a:lnTo>
                        <a:lnTo>
                          <a:pt x="855" y="719"/>
                        </a:lnTo>
                        <a:lnTo>
                          <a:pt x="860" y="723"/>
                        </a:lnTo>
                        <a:lnTo>
                          <a:pt x="860" y="725"/>
                        </a:lnTo>
                        <a:lnTo>
                          <a:pt x="863" y="728"/>
                        </a:lnTo>
                        <a:lnTo>
                          <a:pt x="866" y="728"/>
                        </a:lnTo>
                        <a:lnTo>
                          <a:pt x="866" y="732"/>
                        </a:lnTo>
                        <a:lnTo>
                          <a:pt x="864" y="735"/>
                        </a:lnTo>
                        <a:lnTo>
                          <a:pt x="864" y="736"/>
                        </a:lnTo>
                        <a:lnTo>
                          <a:pt x="866" y="735"/>
                        </a:lnTo>
                        <a:lnTo>
                          <a:pt x="868" y="738"/>
                        </a:lnTo>
                        <a:lnTo>
                          <a:pt x="870" y="742"/>
                        </a:lnTo>
                        <a:lnTo>
                          <a:pt x="868" y="742"/>
                        </a:lnTo>
                        <a:lnTo>
                          <a:pt x="871" y="745"/>
                        </a:lnTo>
                        <a:lnTo>
                          <a:pt x="872" y="742"/>
                        </a:lnTo>
                        <a:lnTo>
                          <a:pt x="875" y="746"/>
                        </a:lnTo>
                        <a:lnTo>
                          <a:pt x="875" y="747"/>
                        </a:lnTo>
                        <a:lnTo>
                          <a:pt x="872" y="746"/>
                        </a:lnTo>
                        <a:lnTo>
                          <a:pt x="871" y="749"/>
                        </a:lnTo>
                        <a:lnTo>
                          <a:pt x="868" y="749"/>
                        </a:lnTo>
                        <a:lnTo>
                          <a:pt x="872" y="751"/>
                        </a:lnTo>
                        <a:lnTo>
                          <a:pt x="872" y="754"/>
                        </a:lnTo>
                        <a:lnTo>
                          <a:pt x="874" y="751"/>
                        </a:lnTo>
                        <a:lnTo>
                          <a:pt x="874" y="754"/>
                        </a:lnTo>
                        <a:lnTo>
                          <a:pt x="876" y="753"/>
                        </a:lnTo>
                        <a:lnTo>
                          <a:pt x="881" y="757"/>
                        </a:lnTo>
                        <a:lnTo>
                          <a:pt x="883" y="755"/>
                        </a:lnTo>
                        <a:lnTo>
                          <a:pt x="883" y="758"/>
                        </a:lnTo>
                        <a:lnTo>
                          <a:pt x="887" y="755"/>
                        </a:lnTo>
                        <a:lnTo>
                          <a:pt x="890" y="757"/>
                        </a:lnTo>
                        <a:lnTo>
                          <a:pt x="890" y="762"/>
                        </a:lnTo>
                        <a:lnTo>
                          <a:pt x="891" y="765"/>
                        </a:lnTo>
                        <a:lnTo>
                          <a:pt x="894" y="762"/>
                        </a:lnTo>
                        <a:lnTo>
                          <a:pt x="895" y="758"/>
                        </a:lnTo>
                        <a:lnTo>
                          <a:pt x="897" y="758"/>
                        </a:lnTo>
                        <a:lnTo>
                          <a:pt x="898" y="762"/>
                        </a:lnTo>
                        <a:lnTo>
                          <a:pt x="897" y="768"/>
                        </a:lnTo>
                        <a:lnTo>
                          <a:pt x="893" y="768"/>
                        </a:lnTo>
                        <a:lnTo>
                          <a:pt x="890" y="772"/>
                        </a:lnTo>
                        <a:lnTo>
                          <a:pt x="891" y="780"/>
                        </a:lnTo>
                        <a:lnTo>
                          <a:pt x="890" y="781"/>
                        </a:lnTo>
                        <a:lnTo>
                          <a:pt x="889" y="778"/>
                        </a:lnTo>
                        <a:lnTo>
                          <a:pt x="889" y="780"/>
                        </a:lnTo>
                        <a:lnTo>
                          <a:pt x="887" y="784"/>
                        </a:lnTo>
                        <a:lnTo>
                          <a:pt x="881" y="783"/>
                        </a:lnTo>
                        <a:lnTo>
                          <a:pt x="874" y="781"/>
                        </a:lnTo>
                        <a:lnTo>
                          <a:pt x="881" y="784"/>
                        </a:lnTo>
                        <a:lnTo>
                          <a:pt x="886" y="785"/>
                        </a:lnTo>
                        <a:lnTo>
                          <a:pt x="890" y="788"/>
                        </a:lnTo>
                        <a:lnTo>
                          <a:pt x="889" y="793"/>
                        </a:lnTo>
                        <a:lnTo>
                          <a:pt x="886" y="797"/>
                        </a:lnTo>
                        <a:lnTo>
                          <a:pt x="886" y="799"/>
                        </a:lnTo>
                        <a:lnTo>
                          <a:pt x="883" y="803"/>
                        </a:lnTo>
                        <a:lnTo>
                          <a:pt x="885" y="803"/>
                        </a:lnTo>
                        <a:lnTo>
                          <a:pt x="887" y="808"/>
                        </a:lnTo>
                        <a:lnTo>
                          <a:pt x="890" y="810"/>
                        </a:lnTo>
                        <a:lnTo>
                          <a:pt x="889" y="810"/>
                        </a:lnTo>
                        <a:lnTo>
                          <a:pt x="883" y="807"/>
                        </a:lnTo>
                        <a:lnTo>
                          <a:pt x="887" y="812"/>
                        </a:lnTo>
                        <a:lnTo>
                          <a:pt x="890" y="814"/>
                        </a:lnTo>
                        <a:lnTo>
                          <a:pt x="890" y="814"/>
                        </a:lnTo>
                        <a:lnTo>
                          <a:pt x="890" y="811"/>
                        </a:lnTo>
                        <a:lnTo>
                          <a:pt x="891" y="811"/>
                        </a:lnTo>
                        <a:lnTo>
                          <a:pt x="895" y="814"/>
                        </a:lnTo>
                        <a:lnTo>
                          <a:pt x="897" y="817"/>
                        </a:lnTo>
                        <a:lnTo>
                          <a:pt x="895" y="819"/>
                        </a:lnTo>
                        <a:lnTo>
                          <a:pt x="895" y="823"/>
                        </a:lnTo>
                        <a:lnTo>
                          <a:pt x="893" y="827"/>
                        </a:lnTo>
                        <a:lnTo>
                          <a:pt x="893" y="830"/>
                        </a:lnTo>
                        <a:lnTo>
                          <a:pt x="890" y="833"/>
                        </a:lnTo>
                        <a:lnTo>
                          <a:pt x="893" y="831"/>
                        </a:lnTo>
                        <a:lnTo>
                          <a:pt x="897" y="825"/>
                        </a:lnTo>
                        <a:lnTo>
                          <a:pt x="901" y="821"/>
                        </a:lnTo>
                        <a:lnTo>
                          <a:pt x="901" y="821"/>
                        </a:lnTo>
                        <a:lnTo>
                          <a:pt x="901" y="823"/>
                        </a:lnTo>
                        <a:lnTo>
                          <a:pt x="901" y="829"/>
                        </a:lnTo>
                        <a:lnTo>
                          <a:pt x="901" y="830"/>
                        </a:lnTo>
                        <a:lnTo>
                          <a:pt x="901" y="833"/>
                        </a:lnTo>
                        <a:lnTo>
                          <a:pt x="900" y="836"/>
                        </a:lnTo>
                        <a:lnTo>
                          <a:pt x="902" y="831"/>
                        </a:lnTo>
                        <a:lnTo>
                          <a:pt x="904" y="829"/>
                        </a:lnTo>
                        <a:lnTo>
                          <a:pt x="906" y="826"/>
                        </a:lnTo>
                        <a:lnTo>
                          <a:pt x="909" y="826"/>
                        </a:lnTo>
                        <a:lnTo>
                          <a:pt x="912" y="823"/>
                        </a:lnTo>
                        <a:lnTo>
                          <a:pt x="913" y="825"/>
                        </a:lnTo>
                        <a:lnTo>
                          <a:pt x="913" y="826"/>
                        </a:lnTo>
                        <a:lnTo>
                          <a:pt x="914" y="823"/>
                        </a:lnTo>
                        <a:lnTo>
                          <a:pt x="917" y="823"/>
                        </a:lnTo>
                        <a:lnTo>
                          <a:pt x="917" y="821"/>
                        </a:lnTo>
                        <a:lnTo>
                          <a:pt x="920" y="818"/>
                        </a:lnTo>
                        <a:lnTo>
                          <a:pt x="924" y="815"/>
                        </a:lnTo>
                        <a:lnTo>
                          <a:pt x="925" y="817"/>
                        </a:lnTo>
                        <a:lnTo>
                          <a:pt x="927" y="821"/>
                        </a:lnTo>
                        <a:lnTo>
                          <a:pt x="925" y="825"/>
                        </a:lnTo>
                        <a:lnTo>
                          <a:pt x="928" y="821"/>
                        </a:lnTo>
                        <a:lnTo>
                          <a:pt x="928" y="817"/>
                        </a:lnTo>
                        <a:lnTo>
                          <a:pt x="928" y="815"/>
                        </a:lnTo>
                        <a:lnTo>
                          <a:pt x="928" y="814"/>
                        </a:lnTo>
                        <a:lnTo>
                          <a:pt x="929" y="811"/>
                        </a:lnTo>
                        <a:lnTo>
                          <a:pt x="932" y="811"/>
                        </a:lnTo>
                        <a:lnTo>
                          <a:pt x="934" y="807"/>
                        </a:lnTo>
                        <a:lnTo>
                          <a:pt x="935" y="806"/>
                        </a:lnTo>
                        <a:lnTo>
                          <a:pt x="938" y="803"/>
                        </a:lnTo>
                        <a:lnTo>
                          <a:pt x="938" y="802"/>
                        </a:lnTo>
                        <a:lnTo>
                          <a:pt x="939" y="802"/>
                        </a:lnTo>
                        <a:lnTo>
                          <a:pt x="942" y="804"/>
                        </a:lnTo>
                        <a:lnTo>
                          <a:pt x="942" y="802"/>
                        </a:lnTo>
                        <a:lnTo>
                          <a:pt x="940" y="800"/>
                        </a:lnTo>
                        <a:lnTo>
                          <a:pt x="938" y="800"/>
                        </a:lnTo>
                        <a:lnTo>
                          <a:pt x="938" y="799"/>
                        </a:lnTo>
                        <a:lnTo>
                          <a:pt x="940" y="793"/>
                        </a:lnTo>
                        <a:lnTo>
                          <a:pt x="942" y="793"/>
                        </a:lnTo>
                        <a:lnTo>
                          <a:pt x="943" y="795"/>
                        </a:lnTo>
                        <a:lnTo>
                          <a:pt x="943" y="792"/>
                        </a:lnTo>
                        <a:lnTo>
                          <a:pt x="944" y="791"/>
                        </a:lnTo>
                        <a:lnTo>
                          <a:pt x="944" y="789"/>
                        </a:lnTo>
                        <a:lnTo>
                          <a:pt x="948" y="785"/>
                        </a:lnTo>
                        <a:lnTo>
                          <a:pt x="950" y="783"/>
                        </a:lnTo>
                        <a:lnTo>
                          <a:pt x="948" y="781"/>
                        </a:lnTo>
                        <a:lnTo>
                          <a:pt x="951" y="778"/>
                        </a:lnTo>
                        <a:lnTo>
                          <a:pt x="954" y="777"/>
                        </a:lnTo>
                        <a:lnTo>
                          <a:pt x="955" y="778"/>
                        </a:lnTo>
                        <a:lnTo>
                          <a:pt x="953" y="780"/>
                        </a:lnTo>
                        <a:lnTo>
                          <a:pt x="955" y="778"/>
                        </a:lnTo>
                        <a:lnTo>
                          <a:pt x="957" y="780"/>
                        </a:lnTo>
                        <a:lnTo>
                          <a:pt x="954" y="781"/>
                        </a:lnTo>
                        <a:lnTo>
                          <a:pt x="954" y="784"/>
                        </a:lnTo>
                        <a:lnTo>
                          <a:pt x="957" y="785"/>
                        </a:lnTo>
                        <a:lnTo>
                          <a:pt x="954" y="787"/>
                        </a:lnTo>
                        <a:lnTo>
                          <a:pt x="953" y="787"/>
                        </a:lnTo>
                        <a:lnTo>
                          <a:pt x="953" y="788"/>
                        </a:lnTo>
                        <a:lnTo>
                          <a:pt x="954" y="788"/>
                        </a:lnTo>
                        <a:lnTo>
                          <a:pt x="957" y="788"/>
                        </a:lnTo>
                        <a:lnTo>
                          <a:pt x="955" y="791"/>
                        </a:lnTo>
                        <a:lnTo>
                          <a:pt x="955" y="792"/>
                        </a:lnTo>
                        <a:lnTo>
                          <a:pt x="957" y="792"/>
                        </a:lnTo>
                        <a:lnTo>
                          <a:pt x="957" y="795"/>
                        </a:lnTo>
                        <a:lnTo>
                          <a:pt x="955" y="796"/>
                        </a:lnTo>
                        <a:lnTo>
                          <a:pt x="955" y="799"/>
                        </a:lnTo>
                        <a:lnTo>
                          <a:pt x="958" y="800"/>
                        </a:lnTo>
                        <a:lnTo>
                          <a:pt x="958" y="804"/>
                        </a:lnTo>
                        <a:lnTo>
                          <a:pt x="958" y="806"/>
                        </a:lnTo>
                        <a:lnTo>
                          <a:pt x="957" y="804"/>
                        </a:lnTo>
                        <a:lnTo>
                          <a:pt x="954" y="806"/>
                        </a:lnTo>
                        <a:lnTo>
                          <a:pt x="957" y="807"/>
                        </a:lnTo>
                        <a:lnTo>
                          <a:pt x="957" y="808"/>
                        </a:lnTo>
                        <a:lnTo>
                          <a:pt x="958" y="808"/>
                        </a:lnTo>
                        <a:lnTo>
                          <a:pt x="959" y="807"/>
                        </a:lnTo>
                        <a:lnTo>
                          <a:pt x="959" y="808"/>
                        </a:lnTo>
                        <a:lnTo>
                          <a:pt x="962" y="810"/>
                        </a:lnTo>
                        <a:lnTo>
                          <a:pt x="959" y="814"/>
                        </a:lnTo>
                        <a:lnTo>
                          <a:pt x="957" y="814"/>
                        </a:lnTo>
                        <a:lnTo>
                          <a:pt x="954" y="814"/>
                        </a:lnTo>
                        <a:lnTo>
                          <a:pt x="953" y="815"/>
                        </a:lnTo>
                        <a:lnTo>
                          <a:pt x="955" y="817"/>
                        </a:lnTo>
                        <a:lnTo>
                          <a:pt x="962" y="815"/>
                        </a:lnTo>
                        <a:lnTo>
                          <a:pt x="963" y="815"/>
                        </a:lnTo>
                        <a:lnTo>
                          <a:pt x="963" y="818"/>
                        </a:lnTo>
                        <a:lnTo>
                          <a:pt x="961" y="821"/>
                        </a:lnTo>
                        <a:lnTo>
                          <a:pt x="962" y="822"/>
                        </a:lnTo>
                        <a:lnTo>
                          <a:pt x="965" y="821"/>
                        </a:lnTo>
                        <a:lnTo>
                          <a:pt x="965" y="823"/>
                        </a:lnTo>
                        <a:lnTo>
                          <a:pt x="962" y="826"/>
                        </a:lnTo>
                        <a:lnTo>
                          <a:pt x="958" y="826"/>
                        </a:lnTo>
                        <a:lnTo>
                          <a:pt x="957" y="825"/>
                        </a:lnTo>
                        <a:lnTo>
                          <a:pt x="955" y="827"/>
                        </a:lnTo>
                        <a:lnTo>
                          <a:pt x="955" y="829"/>
                        </a:lnTo>
                        <a:lnTo>
                          <a:pt x="954" y="831"/>
                        </a:lnTo>
                        <a:lnTo>
                          <a:pt x="958" y="830"/>
                        </a:lnTo>
                        <a:lnTo>
                          <a:pt x="963" y="830"/>
                        </a:lnTo>
                        <a:lnTo>
                          <a:pt x="966" y="829"/>
                        </a:lnTo>
                        <a:lnTo>
                          <a:pt x="966" y="829"/>
                        </a:lnTo>
                        <a:lnTo>
                          <a:pt x="965" y="831"/>
                        </a:lnTo>
                        <a:lnTo>
                          <a:pt x="965" y="833"/>
                        </a:lnTo>
                        <a:lnTo>
                          <a:pt x="962" y="834"/>
                        </a:lnTo>
                        <a:lnTo>
                          <a:pt x="959" y="834"/>
                        </a:lnTo>
                        <a:lnTo>
                          <a:pt x="955" y="838"/>
                        </a:lnTo>
                        <a:lnTo>
                          <a:pt x="961" y="837"/>
                        </a:lnTo>
                        <a:lnTo>
                          <a:pt x="963" y="837"/>
                        </a:lnTo>
                        <a:lnTo>
                          <a:pt x="965" y="836"/>
                        </a:lnTo>
                        <a:lnTo>
                          <a:pt x="967" y="837"/>
                        </a:lnTo>
                        <a:lnTo>
                          <a:pt x="967" y="840"/>
                        </a:lnTo>
                        <a:lnTo>
                          <a:pt x="966" y="840"/>
                        </a:lnTo>
                        <a:lnTo>
                          <a:pt x="963" y="841"/>
                        </a:lnTo>
                        <a:lnTo>
                          <a:pt x="962" y="844"/>
                        </a:lnTo>
                        <a:lnTo>
                          <a:pt x="963" y="842"/>
                        </a:lnTo>
                        <a:lnTo>
                          <a:pt x="966" y="844"/>
                        </a:lnTo>
                        <a:lnTo>
                          <a:pt x="967" y="841"/>
                        </a:lnTo>
                        <a:lnTo>
                          <a:pt x="970" y="844"/>
                        </a:lnTo>
                        <a:lnTo>
                          <a:pt x="972" y="849"/>
                        </a:lnTo>
                        <a:lnTo>
                          <a:pt x="969" y="850"/>
                        </a:lnTo>
                        <a:lnTo>
                          <a:pt x="967" y="850"/>
                        </a:lnTo>
                        <a:lnTo>
                          <a:pt x="966" y="852"/>
                        </a:lnTo>
                        <a:lnTo>
                          <a:pt x="963" y="852"/>
                        </a:lnTo>
                        <a:lnTo>
                          <a:pt x="965" y="853"/>
                        </a:lnTo>
                        <a:lnTo>
                          <a:pt x="967" y="853"/>
                        </a:lnTo>
                        <a:lnTo>
                          <a:pt x="967" y="853"/>
                        </a:lnTo>
                        <a:lnTo>
                          <a:pt x="972" y="853"/>
                        </a:lnTo>
                        <a:lnTo>
                          <a:pt x="973" y="855"/>
                        </a:lnTo>
                        <a:lnTo>
                          <a:pt x="972" y="857"/>
                        </a:lnTo>
                        <a:lnTo>
                          <a:pt x="970" y="859"/>
                        </a:lnTo>
                        <a:lnTo>
                          <a:pt x="972" y="860"/>
                        </a:lnTo>
                        <a:lnTo>
                          <a:pt x="974" y="859"/>
                        </a:lnTo>
                        <a:lnTo>
                          <a:pt x="977" y="861"/>
                        </a:lnTo>
                        <a:lnTo>
                          <a:pt x="976" y="864"/>
                        </a:lnTo>
                        <a:lnTo>
                          <a:pt x="974" y="865"/>
                        </a:lnTo>
                        <a:lnTo>
                          <a:pt x="970" y="868"/>
                        </a:lnTo>
                        <a:lnTo>
                          <a:pt x="969" y="867"/>
                        </a:lnTo>
                        <a:lnTo>
                          <a:pt x="967" y="868"/>
                        </a:lnTo>
                        <a:lnTo>
                          <a:pt x="970" y="869"/>
                        </a:lnTo>
                        <a:lnTo>
                          <a:pt x="970" y="871"/>
                        </a:lnTo>
                        <a:lnTo>
                          <a:pt x="967" y="872"/>
                        </a:lnTo>
                        <a:lnTo>
                          <a:pt x="963" y="869"/>
                        </a:lnTo>
                        <a:lnTo>
                          <a:pt x="959" y="869"/>
                        </a:lnTo>
                        <a:lnTo>
                          <a:pt x="963" y="872"/>
                        </a:lnTo>
                        <a:lnTo>
                          <a:pt x="963" y="874"/>
                        </a:lnTo>
                        <a:lnTo>
                          <a:pt x="966" y="876"/>
                        </a:lnTo>
                        <a:lnTo>
                          <a:pt x="967" y="879"/>
                        </a:lnTo>
                        <a:lnTo>
                          <a:pt x="967" y="880"/>
                        </a:lnTo>
                        <a:lnTo>
                          <a:pt x="965" y="880"/>
                        </a:lnTo>
                        <a:lnTo>
                          <a:pt x="963" y="882"/>
                        </a:lnTo>
                        <a:lnTo>
                          <a:pt x="959" y="882"/>
                        </a:lnTo>
                        <a:lnTo>
                          <a:pt x="965" y="883"/>
                        </a:lnTo>
                        <a:lnTo>
                          <a:pt x="966" y="883"/>
                        </a:lnTo>
                        <a:lnTo>
                          <a:pt x="966" y="882"/>
                        </a:lnTo>
                        <a:lnTo>
                          <a:pt x="970" y="880"/>
                        </a:lnTo>
                        <a:lnTo>
                          <a:pt x="972" y="882"/>
                        </a:lnTo>
                        <a:lnTo>
                          <a:pt x="972" y="883"/>
                        </a:lnTo>
                        <a:lnTo>
                          <a:pt x="973" y="884"/>
                        </a:lnTo>
                        <a:lnTo>
                          <a:pt x="972" y="886"/>
                        </a:lnTo>
                        <a:lnTo>
                          <a:pt x="973" y="886"/>
                        </a:lnTo>
                        <a:lnTo>
                          <a:pt x="974" y="887"/>
                        </a:lnTo>
                        <a:lnTo>
                          <a:pt x="973" y="889"/>
                        </a:lnTo>
                        <a:lnTo>
                          <a:pt x="974" y="890"/>
                        </a:lnTo>
                        <a:lnTo>
                          <a:pt x="977" y="889"/>
                        </a:lnTo>
                        <a:lnTo>
                          <a:pt x="977" y="889"/>
                        </a:lnTo>
                        <a:lnTo>
                          <a:pt x="980" y="889"/>
                        </a:lnTo>
                        <a:lnTo>
                          <a:pt x="980" y="893"/>
                        </a:lnTo>
                        <a:lnTo>
                          <a:pt x="978" y="894"/>
                        </a:lnTo>
                        <a:lnTo>
                          <a:pt x="978" y="895"/>
                        </a:lnTo>
                        <a:lnTo>
                          <a:pt x="980" y="895"/>
                        </a:lnTo>
                        <a:lnTo>
                          <a:pt x="982" y="891"/>
                        </a:lnTo>
                        <a:lnTo>
                          <a:pt x="982" y="893"/>
                        </a:lnTo>
                        <a:lnTo>
                          <a:pt x="982" y="894"/>
                        </a:lnTo>
                        <a:lnTo>
                          <a:pt x="984" y="897"/>
                        </a:lnTo>
                        <a:lnTo>
                          <a:pt x="981" y="898"/>
                        </a:lnTo>
                        <a:lnTo>
                          <a:pt x="977" y="903"/>
                        </a:lnTo>
                        <a:lnTo>
                          <a:pt x="974" y="906"/>
                        </a:lnTo>
                        <a:lnTo>
                          <a:pt x="972" y="905"/>
                        </a:lnTo>
                        <a:lnTo>
                          <a:pt x="974" y="906"/>
                        </a:lnTo>
                        <a:lnTo>
                          <a:pt x="976" y="906"/>
                        </a:lnTo>
                        <a:lnTo>
                          <a:pt x="981" y="901"/>
                        </a:lnTo>
                        <a:lnTo>
                          <a:pt x="984" y="901"/>
                        </a:lnTo>
                        <a:lnTo>
                          <a:pt x="984" y="902"/>
                        </a:lnTo>
                        <a:lnTo>
                          <a:pt x="981" y="905"/>
                        </a:lnTo>
                        <a:lnTo>
                          <a:pt x="980" y="908"/>
                        </a:lnTo>
                        <a:lnTo>
                          <a:pt x="981" y="908"/>
                        </a:lnTo>
                        <a:lnTo>
                          <a:pt x="984" y="903"/>
                        </a:lnTo>
                        <a:lnTo>
                          <a:pt x="987" y="901"/>
                        </a:lnTo>
                        <a:lnTo>
                          <a:pt x="989" y="901"/>
                        </a:lnTo>
                        <a:lnTo>
                          <a:pt x="989" y="902"/>
                        </a:lnTo>
                        <a:lnTo>
                          <a:pt x="988" y="903"/>
                        </a:lnTo>
                        <a:lnTo>
                          <a:pt x="987" y="905"/>
                        </a:lnTo>
                        <a:lnTo>
                          <a:pt x="988" y="905"/>
                        </a:lnTo>
                        <a:lnTo>
                          <a:pt x="991" y="903"/>
                        </a:lnTo>
                        <a:lnTo>
                          <a:pt x="992" y="905"/>
                        </a:lnTo>
                        <a:lnTo>
                          <a:pt x="988" y="908"/>
                        </a:lnTo>
                        <a:lnTo>
                          <a:pt x="987" y="910"/>
                        </a:lnTo>
                        <a:lnTo>
                          <a:pt x="988" y="910"/>
                        </a:lnTo>
                        <a:lnTo>
                          <a:pt x="991" y="909"/>
                        </a:lnTo>
                        <a:lnTo>
                          <a:pt x="996" y="903"/>
                        </a:lnTo>
                        <a:lnTo>
                          <a:pt x="996" y="903"/>
                        </a:lnTo>
                        <a:lnTo>
                          <a:pt x="995" y="905"/>
                        </a:lnTo>
                        <a:lnTo>
                          <a:pt x="995" y="906"/>
                        </a:lnTo>
                        <a:lnTo>
                          <a:pt x="999" y="903"/>
                        </a:lnTo>
                        <a:lnTo>
                          <a:pt x="999" y="905"/>
                        </a:lnTo>
                        <a:lnTo>
                          <a:pt x="999" y="910"/>
                        </a:lnTo>
                        <a:lnTo>
                          <a:pt x="996" y="910"/>
                        </a:lnTo>
                        <a:lnTo>
                          <a:pt x="997" y="912"/>
                        </a:lnTo>
                        <a:lnTo>
                          <a:pt x="1000" y="912"/>
                        </a:lnTo>
                        <a:lnTo>
                          <a:pt x="1003" y="914"/>
                        </a:lnTo>
                        <a:lnTo>
                          <a:pt x="1006" y="912"/>
                        </a:lnTo>
                        <a:lnTo>
                          <a:pt x="1010" y="910"/>
                        </a:lnTo>
                        <a:lnTo>
                          <a:pt x="1011" y="910"/>
                        </a:lnTo>
                        <a:lnTo>
                          <a:pt x="1010" y="913"/>
                        </a:lnTo>
                        <a:lnTo>
                          <a:pt x="1008" y="913"/>
                        </a:lnTo>
                        <a:lnTo>
                          <a:pt x="1007" y="914"/>
                        </a:lnTo>
                        <a:lnTo>
                          <a:pt x="1014" y="917"/>
                        </a:lnTo>
                        <a:lnTo>
                          <a:pt x="1016" y="918"/>
                        </a:lnTo>
                        <a:lnTo>
                          <a:pt x="1012" y="920"/>
                        </a:lnTo>
                        <a:lnTo>
                          <a:pt x="1012" y="921"/>
                        </a:lnTo>
                        <a:lnTo>
                          <a:pt x="1007" y="921"/>
                        </a:lnTo>
                        <a:lnTo>
                          <a:pt x="1006" y="921"/>
                        </a:lnTo>
                        <a:lnTo>
                          <a:pt x="1001" y="922"/>
                        </a:lnTo>
                        <a:lnTo>
                          <a:pt x="999" y="925"/>
                        </a:lnTo>
                        <a:lnTo>
                          <a:pt x="993" y="925"/>
                        </a:lnTo>
                        <a:lnTo>
                          <a:pt x="985" y="927"/>
                        </a:lnTo>
                        <a:lnTo>
                          <a:pt x="985" y="928"/>
                        </a:lnTo>
                        <a:lnTo>
                          <a:pt x="991" y="927"/>
                        </a:lnTo>
                        <a:lnTo>
                          <a:pt x="996" y="925"/>
                        </a:lnTo>
                        <a:lnTo>
                          <a:pt x="999" y="927"/>
                        </a:lnTo>
                        <a:lnTo>
                          <a:pt x="999" y="928"/>
                        </a:lnTo>
                        <a:lnTo>
                          <a:pt x="993" y="928"/>
                        </a:lnTo>
                        <a:lnTo>
                          <a:pt x="988" y="929"/>
                        </a:lnTo>
                        <a:lnTo>
                          <a:pt x="984" y="932"/>
                        </a:lnTo>
                        <a:lnTo>
                          <a:pt x="981" y="933"/>
                        </a:lnTo>
                        <a:lnTo>
                          <a:pt x="978" y="933"/>
                        </a:lnTo>
                        <a:lnTo>
                          <a:pt x="977" y="936"/>
                        </a:lnTo>
                        <a:lnTo>
                          <a:pt x="977" y="937"/>
                        </a:lnTo>
                        <a:lnTo>
                          <a:pt x="972" y="935"/>
                        </a:lnTo>
                        <a:lnTo>
                          <a:pt x="969" y="929"/>
                        </a:lnTo>
                        <a:lnTo>
                          <a:pt x="969" y="931"/>
                        </a:lnTo>
                        <a:lnTo>
                          <a:pt x="967" y="933"/>
                        </a:lnTo>
                        <a:lnTo>
                          <a:pt x="970" y="933"/>
                        </a:lnTo>
                        <a:lnTo>
                          <a:pt x="970" y="935"/>
                        </a:lnTo>
                        <a:lnTo>
                          <a:pt x="976" y="940"/>
                        </a:lnTo>
                        <a:lnTo>
                          <a:pt x="976" y="941"/>
                        </a:lnTo>
                        <a:lnTo>
                          <a:pt x="974" y="940"/>
                        </a:lnTo>
                        <a:lnTo>
                          <a:pt x="972" y="943"/>
                        </a:lnTo>
                        <a:lnTo>
                          <a:pt x="973" y="944"/>
                        </a:lnTo>
                        <a:lnTo>
                          <a:pt x="974" y="946"/>
                        </a:lnTo>
                        <a:lnTo>
                          <a:pt x="976" y="944"/>
                        </a:lnTo>
                        <a:lnTo>
                          <a:pt x="977" y="944"/>
                        </a:lnTo>
                        <a:lnTo>
                          <a:pt x="980" y="939"/>
                        </a:lnTo>
                        <a:lnTo>
                          <a:pt x="984" y="939"/>
                        </a:lnTo>
                        <a:lnTo>
                          <a:pt x="987" y="936"/>
                        </a:lnTo>
                        <a:lnTo>
                          <a:pt x="989" y="936"/>
                        </a:lnTo>
                        <a:lnTo>
                          <a:pt x="991" y="933"/>
                        </a:lnTo>
                        <a:lnTo>
                          <a:pt x="993" y="931"/>
                        </a:lnTo>
                        <a:lnTo>
                          <a:pt x="996" y="931"/>
                        </a:lnTo>
                        <a:lnTo>
                          <a:pt x="1000" y="928"/>
                        </a:lnTo>
                        <a:lnTo>
                          <a:pt x="1004" y="929"/>
                        </a:lnTo>
                        <a:lnTo>
                          <a:pt x="1007" y="928"/>
                        </a:lnTo>
                        <a:lnTo>
                          <a:pt x="1006" y="928"/>
                        </a:lnTo>
                        <a:lnTo>
                          <a:pt x="1003" y="928"/>
                        </a:lnTo>
                        <a:lnTo>
                          <a:pt x="1001" y="927"/>
                        </a:lnTo>
                        <a:lnTo>
                          <a:pt x="1004" y="927"/>
                        </a:lnTo>
                        <a:lnTo>
                          <a:pt x="1010" y="925"/>
                        </a:lnTo>
                        <a:lnTo>
                          <a:pt x="1015" y="927"/>
                        </a:lnTo>
                        <a:lnTo>
                          <a:pt x="1016" y="931"/>
                        </a:lnTo>
                        <a:lnTo>
                          <a:pt x="1016" y="933"/>
                        </a:lnTo>
                        <a:lnTo>
                          <a:pt x="1014" y="936"/>
                        </a:lnTo>
                        <a:lnTo>
                          <a:pt x="1011" y="936"/>
                        </a:lnTo>
                        <a:lnTo>
                          <a:pt x="1010" y="939"/>
                        </a:lnTo>
                        <a:lnTo>
                          <a:pt x="1014" y="939"/>
                        </a:lnTo>
                        <a:lnTo>
                          <a:pt x="1014" y="941"/>
                        </a:lnTo>
                        <a:lnTo>
                          <a:pt x="1015" y="940"/>
                        </a:lnTo>
                        <a:lnTo>
                          <a:pt x="1016" y="937"/>
                        </a:lnTo>
                        <a:lnTo>
                          <a:pt x="1020" y="935"/>
                        </a:lnTo>
                        <a:lnTo>
                          <a:pt x="1023" y="935"/>
                        </a:lnTo>
                        <a:lnTo>
                          <a:pt x="1025" y="936"/>
                        </a:lnTo>
                        <a:lnTo>
                          <a:pt x="1023" y="937"/>
                        </a:lnTo>
                        <a:lnTo>
                          <a:pt x="1023" y="939"/>
                        </a:lnTo>
                        <a:lnTo>
                          <a:pt x="1027" y="939"/>
                        </a:lnTo>
                        <a:lnTo>
                          <a:pt x="1030" y="940"/>
                        </a:lnTo>
                        <a:lnTo>
                          <a:pt x="1031" y="941"/>
                        </a:lnTo>
                        <a:lnTo>
                          <a:pt x="1029" y="940"/>
                        </a:lnTo>
                        <a:lnTo>
                          <a:pt x="1027" y="941"/>
                        </a:lnTo>
                        <a:lnTo>
                          <a:pt x="1027" y="944"/>
                        </a:lnTo>
                        <a:lnTo>
                          <a:pt x="1031" y="946"/>
                        </a:lnTo>
                        <a:lnTo>
                          <a:pt x="1033" y="947"/>
                        </a:lnTo>
                        <a:lnTo>
                          <a:pt x="1030" y="950"/>
                        </a:lnTo>
                        <a:lnTo>
                          <a:pt x="1027" y="948"/>
                        </a:lnTo>
                        <a:lnTo>
                          <a:pt x="1026" y="951"/>
                        </a:lnTo>
                        <a:lnTo>
                          <a:pt x="1030" y="952"/>
                        </a:lnTo>
                        <a:lnTo>
                          <a:pt x="1029" y="955"/>
                        </a:lnTo>
                        <a:lnTo>
                          <a:pt x="1027" y="955"/>
                        </a:lnTo>
                        <a:lnTo>
                          <a:pt x="1026" y="958"/>
                        </a:lnTo>
                        <a:lnTo>
                          <a:pt x="1023" y="959"/>
                        </a:lnTo>
                        <a:lnTo>
                          <a:pt x="1020" y="956"/>
                        </a:lnTo>
                        <a:lnTo>
                          <a:pt x="1022" y="959"/>
                        </a:lnTo>
                        <a:lnTo>
                          <a:pt x="1026" y="961"/>
                        </a:lnTo>
                        <a:lnTo>
                          <a:pt x="1029" y="961"/>
                        </a:lnTo>
                        <a:lnTo>
                          <a:pt x="1030" y="963"/>
                        </a:lnTo>
                        <a:lnTo>
                          <a:pt x="1027" y="963"/>
                        </a:lnTo>
                        <a:lnTo>
                          <a:pt x="1026" y="963"/>
                        </a:lnTo>
                        <a:lnTo>
                          <a:pt x="1025" y="963"/>
                        </a:lnTo>
                        <a:lnTo>
                          <a:pt x="1026" y="965"/>
                        </a:lnTo>
                        <a:lnTo>
                          <a:pt x="1029" y="965"/>
                        </a:lnTo>
                        <a:lnTo>
                          <a:pt x="1030" y="965"/>
                        </a:lnTo>
                        <a:lnTo>
                          <a:pt x="1029" y="967"/>
                        </a:lnTo>
                        <a:lnTo>
                          <a:pt x="1029" y="970"/>
                        </a:lnTo>
                        <a:lnTo>
                          <a:pt x="1026" y="970"/>
                        </a:lnTo>
                        <a:lnTo>
                          <a:pt x="1025" y="973"/>
                        </a:lnTo>
                        <a:lnTo>
                          <a:pt x="1022" y="975"/>
                        </a:lnTo>
                        <a:lnTo>
                          <a:pt x="1018" y="975"/>
                        </a:lnTo>
                        <a:lnTo>
                          <a:pt x="1015" y="978"/>
                        </a:lnTo>
                        <a:lnTo>
                          <a:pt x="1014" y="978"/>
                        </a:lnTo>
                        <a:lnTo>
                          <a:pt x="1012" y="981"/>
                        </a:lnTo>
                        <a:lnTo>
                          <a:pt x="1010" y="981"/>
                        </a:lnTo>
                        <a:lnTo>
                          <a:pt x="1010" y="982"/>
                        </a:lnTo>
                        <a:lnTo>
                          <a:pt x="1007" y="982"/>
                        </a:lnTo>
                        <a:lnTo>
                          <a:pt x="1006" y="981"/>
                        </a:lnTo>
                        <a:lnTo>
                          <a:pt x="1004" y="982"/>
                        </a:lnTo>
                        <a:lnTo>
                          <a:pt x="1001" y="982"/>
                        </a:lnTo>
                        <a:lnTo>
                          <a:pt x="1000" y="981"/>
                        </a:lnTo>
                        <a:lnTo>
                          <a:pt x="997" y="982"/>
                        </a:lnTo>
                        <a:lnTo>
                          <a:pt x="995" y="982"/>
                        </a:lnTo>
                        <a:lnTo>
                          <a:pt x="993" y="981"/>
                        </a:lnTo>
                        <a:lnTo>
                          <a:pt x="992" y="981"/>
                        </a:lnTo>
                        <a:lnTo>
                          <a:pt x="992" y="982"/>
                        </a:lnTo>
                        <a:lnTo>
                          <a:pt x="991" y="984"/>
                        </a:lnTo>
                        <a:lnTo>
                          <a:pt x="987" y="984"/>
                        </a:lnTo>
                        <a:lnTo>
                          <a:pt x="987" y="985"/>
                        </a:lnTo>
                        <a:lnTo>
                          <a:pt x="988" y="985"/>
                        </a:lnTo>
                        <a:lnTo>
                          <a:pt x="987" y="986"/>
                        </a:lnTo>
                        <a:lnTo>
                          <a:pt x="985" y="989"/>
                        </a:lnTo>
                        <a:lnTo>
                          <a:pt x="982" y="988"/>
                        </a:lnTo>
                        <a:lnTo>
                          <a:pt x="982" y="990"/>
                        </a:lnTo>
                        <a:lnTo>
                          <a:pt x="981" y="994"/>
                        </a:lnTo>
                        <a:lnTo>
                          <a:pt x="978" y="994"/>
                        </a:lnTo>
                        <a:lnTo>
                          <a:pt x="978" y="996"/>
                        </a:lnTo>
                        <a:lnTo>
                          <a:pt x="976" y="997"/>
                        </a:lnTo>
                        <a:lnTo>
                          <a:pt x="974" y="1000"/>
                        </a:lnTo>
                        <a:lnTo>
                          <a:pt x="973" y="999"/>
                        </a:lnTo>
                        <a:lnTo>
                          <a:pt x="970" y="1000"/>
                        </a:lnTo>
                        <a:lnTo>
                          <a:pt x="967" y="1000"/>
                        </a:lnTo>
                        <a:lnTo>
                          <a:pt x="967" y="1001"/>
                        </a:lnTo>
                        <a:lnTo>
                          <a:pt x="965" y="1003"/>
                        </a:lnTo>
                        <a:lnTo>
                          <a:pt x="963" y="1001"/>
                        </a:lnTo>
                        <a:lnTo>
                          <a:pt x="958" y="1001"/>
                        </a:lnTo>
                        <a:lnTo>
                          <a:pt x="957" y="1001"/>
                        </a:lnTo>
                        <a:lnTo>
                          <a:pt x="954" y="1001"/>
                        </a:lnTo>
                        <a:lnTo>
                          <a:pt x="953" y="1001"/>
                        </a:lnTo>
                        <a:lnTo>
                          <a:pt x="946" y="1004"/>
                        </a:lnTo>
                        <a:lnTo>
                          <a:pt x="943" y="1003"/>
                        </a:lnTo>
                        <a:lnTo>
                          <a:pt x="944" y="1001"/>
                        </a:lnTo>
                        <a:lnTo>
                          <a:pt x="942" y="1001"/>
                        </a:lnTo>
                        <a:lnTo>
                          <a:pt x="939" y="1003"/>
                        </a:lnTo>
                        <a:lnTo>
                          <a:pt x="938" y="1003"/>
                        </a:lnTo>
                        <a:lnTo>
                          <a:pt x="934" y="1000"/>
                        </a:lnTo>
                        <a:lnTo>
                          <a:pt x="932" y="1001"/>
                        </a:lnTo>
                        <a:lnTo>
                          <a:pt x="928" y="1000"/>
                        </a:lnTo>
                        <a:lnTo>
                          <a:pt x="927" y="999"/>
                        </a:lnTo>
                        <a:lnTo>
                          <a:pt x="925" y="999"/>
                        </a:lnTo>
                        <a:lnTo>
                          <a:pt x="923" y="1000"/>
                        </a:lnTo>
                        <a:lnTo>
                          <a:pt x="919" y="1000"/>
                        </a:lnTo>
                        <a:lnTo>
                          <a:pt x="916" y="997"/>
                        </a:lnTo>
                        <a:lnTo>
                          <a:pt x="913" y="999"/>
                        </a:lnTo>
                        <a:lnTo>
                          <a:pt x="910" y="1000"/>
                        </a:lnTo>
                        <a:lnTo>
                          <a:pt x="908" y="997"/>
                        </a:lnTo>
                        <a:lnTo>
                          <a:pt x="905" y="1000"/>
                        </a:lnTo>
                        <a:lnTo>
                          <a:pt x="904" y="999"/>
                        </a:lnTo>
                        <a:lnTo>
                          <a:pt x="901" y="999"/>
                        </a:lnTo>
                        <a:lnTo>
                          <a:pt x="897" y="997"/>
                        </a:lnTo>
                        <a:lnTo>
                          <a:pt x="891" y="999"/>
                        </a:lnTo>
                        <a:lnTo>
                          <a:pt x="887" y="997"/>
                        </a:lnTo>
                        <a:lnTo>
                          <a:pt x="886" y="994"/>
                        </a:lnTo>
                        <a:lnTo>
                          <a:pt x="883" y="996"/>
                        </a:lnTo>
                        <a:lnTo>
                          <a:pt x="882" y="997"/>
                        </a:lnTo>
                        <a:lnTo>
                          <a:pt x="883" y="999"/>
                        </a:lnTo>
                        <a:lnTo>
                          <a:pt x="882" y="1000"/>
                        </a:lnTo>
                        <a:lnTo>
                          <a:pt x="879" y="1000"/>
                        </a:lnTo>
                        <a:lnTo>
                          <a:pt x="874" y="1005"/>
                        </a:lnTo>
                        <a:lnTo>
                          <a:pt x="871" y="1007"/>
                        </a:lnTo>
                        <a:lnTo>
                          <a:pt x="871" y="1008"/>
                        </a:lnTo>
                        <a:lnTo>
                          <a:pt x="870" y="1011"/>
                        </a:lnTo>
                        <a:lnTo>
                          <a:pt x="870" y="1014"/>
                        </a:lnTo>
                        <a:lnTo>
                          <a:pt x="867" y="1016"/>
                        </a:lnTo>
                        <a:lnTo>
                          <a:pt x="863" y="1016"/>
                        </a:lnTo>
                        <a:lnTo>
                          <a:pt x="860" y="1018"/>
                        </a:lnTo>
                        <a:lnTo>
                          <a:pt x="856" y="1018"/>
                        </a:lnTo>
                        <a:lnTo>
                          <a:pt x="853" y="1020"/>
                        </a:lnTo>
                        <a:lnTo>
                          <a:pt x="852" y="1022"/>
                        </a:lnTo>
                        <a:lnTo>
                          <a:pt x="851" y="1020"/>
                        </a:lnTo>
                        <a:lnTo>
                          <a:pt x="848" y="1022"/>
                        </a:lnTo>
                        <a:lnTo>
                          <a:pt x="848" y="1024"/>
                        </a:lnTo>
                        <a:lnTo>
                          <a:pt x="845" y="1024"/>
                        </a:lnTo>
                        <a:lnTo>
                          <a:pt x="841" y="1027"/>
                        </a:lnTo>
                        <a:lnTo>
                          <a:pt x="841" y="1028"/>
                        </a:lnTo>
                        <a:lnTo>
                          <a:pt x="840" y="1028"/>
                        </a:lnTo>
                        <a:lnTo>
                          <a:pt x="836" y="1034"/>
                        </a:lnTo>
                        <a:lnTo>
                          <a:pt x="830" y="1037"/>
                        </a:lnTo>
                        <a:lnTo>
                          <a:pt x="829" y="1042"/>
                        </a:lnTo>
                        <a:lnTo>
                          <a:pt x="825" y="1043"/>
                        </a:lnTo>
                        <a:lnTo>
                          <a:pt x="822" y="1047"/>
                        </a:lnTo>
                        <a:lnTo>
                          <a:pt x="819" y="1047"/>
                        </a:lnTo>
                        <a:lnTo>
                          <a:pt x="818" y="1052"/>
                        </a:lnTo>
                        <a:lnTo>
                          <a:pt x="817" y="1054"/>
                        </a:lnTo>
                        <a:lnTo>
                          <a:pt x="810" y="1058"/>
                        </a:lnTo>
                        <a:lnTo>
                          <a:pt x="809" y="1061"/>
                        </a:lnTo>
                        <a:lnTo>
                          <a:pt x="802" y="1064"/>
                        </a:lnTo>
                        <a:lnTo>
                          <a:pt x="798" y="1065"/>
                        </a:lnTo>
                        <a:lnTo>
                          <a:pt x="800" y="1065"/>
                        </a:lnTo>
                        <a:lnTo>
                          <a:pt x="809" y="1062"/>
                        </a:lnTo>
                        <a:lnTo>
                          <a:pt x="814" y="1058"/>
                        </a:lnTo>
                        <a:lnTo>
                          <a:pt x="819" y="1056"/>
                        </a:lnTo>
                        <a:lnTo>
                          <a:pt x="823" y="1052"/>
                        </a:lnTo>
                        <a:lnTo>
                          <a:pt x="826" y="1047"/>
                        </a:lnTo>
                        <a:lnTo>
                          <a:pt x="829" y="1046"/>
                        </a:lnTo>
                        <a:lnTo>
                          <a:pt x="836" y="1039"/>
                        </a:lnTo>
                        <a:lnTo>
                          <a:pt x="845" y="1034"/>
                        </a:lnTo>
                        <a:lnTo>
                          <a:pt x="852" y="1028"/>
                        </a:lnTo>
                        <a:lnTo>
                          <a:pt x="856" y="1028"/>
                        </a:lnTo>
                        <a:lnTo>
                          <a:pt x="859" y="1027"/>
                        </a:lnTo>
                        <a:lnTo>
                          <a:pt x="867" y="1026"/>
                        </a:lnTo>
                        <a:lnTo>
                          <a:pt x="875" y="1022"/>
                        </a:lnTo>
                        <a:lnTo>
                          <a:pt x="879" y="1022"/>
                        </a:lnTo>
                        <a:lnTo>
                          <a:pt x="882" y="1020"/>
                        </a:lnTo>
                        <a:lnTo>
                          <a:pt x="891" y="1020"/>
                        </a:lnTo>
                        <a:lnTo>
                          <a:pt x="895" y="1023"/>
                        </a:lnTo>
                        <a:lnTo>
                          <a:pt x="902" y="1026"/>
                        </a:lnTo>
                        <a:lnTo>
                          <a:pt x="902" y="1027"/>
                        </a:lnTo>
                        <a:lnTo>
                          <a:pt x="897" y="1027"/>
                        </a:lnTo>
                        <a:lnTo>
                          <a:pt x="898" y="1027"/>
                        </a:lnTo>
                        <a:lnTo>
                          <a:pt x="897" y="1028"/>
                        </a:lnTo>
                        <a:lnTo>
                          <a:pt x="900" y="1028"/>
                        </a:lnTo>
                        <a:lnTo>
                          <a:pt x="902" y="1028"/>
                        </a:lnTo>
                        <a:lnTo>
                          <a:pt x="904" y="1031"/>
                        </a:lnTo>
                        <a:lnTo>
                          <a:pt x="902" y="1031"/>
                        </a:lnTo>
                        <a:lnTo>
                          <a:pt x="904" y="1033"/>
                        </a:lnTo>
                        <a:lnTo>
                          <a:pt x="901" y="1038"/>
                        </a:lnTo>
                        <a:lnTo>
                          <a:pt x="898" y="1038"/>
                        </a:lnTo>
                        <a:lnTo>
                          <a:pt x="895" y="1041"/>
                        </a:lnTo>
                        <a:lnTo>
                          <a:pt x="893" y="1041"/>
                        </a:lnTo>
                        <a:lnTo>
                          <a:pt x="889" y="1043"/>
                        </a:lnTo>
                        <a:lnTo>
                          <a:pt x="886" y="1043"/>
                        </a:lnTo>
                        <a:lnTo>
                          <a:pt x="883" y="1042"/>
                        </a:lnTo>
                        <a:lnTo>
                          <a:pt x="881" y="1041"/>
                        </a:lnTo>
                        <a:lnTo>
                          <a:pt x="879" y="1042"/>
                        </a:lnTo>
                        <a:lnTo>
                          <a:pt x="875" y="1042"/>
                        </a:lnTo>
                        <a:lnTo>
                          <a:pt x="872" y="1042"/>
                        </a:lnTo>
                        <a:lnTo>
                          <a:pt x="868" y="1043"/>
                        </a:lnTo>
                        <a:lnTo>
                          <a:pt x="872" y="1043"/>
                        </a:lnTo>
                        <a:lnTo>
                          <a:pt x="876" y="1043"/>
                        </a:lnTo>
                        <a:lnTo>
                          <a:pt x="882" y="1045"/>
                        </a:lnTo>
                        <a:lnTo>
                          <a:pt x="883" y="1047"/>
                        </a:lnTo>
                        <a:lnTo>
                          <a:pt x="885" y="1049"/>
                        </a:lnTo>
                        <a:lnTo>
                          <a:pt x="887" y="1047"/>
                        </a:lnTo>
                        <a:lnTo>
                          <a:pt x="890" y="1046"/>
                        </a:lnTo>
                        <a:lnTo>
                          <a:pt x="893" y="1046"/>
                        </a:lnTo>
                        <a:lnTo>
                          <a:pt x="894" y="1047"/>
                        </a:lnTo>
                        <a:lnTo>
                          <a:pt x="895" y="1047"/>
                        </a:lnTo>
                        <a:lnTo>
                          <a:pt x="897" y="1049"/>
                        </a:lnTo>
                        <a:lnTo>
                          <a:pt x="894" y="1052"/>
                        </a:lnTo>
                        <a:lnTo>
                          <a:pt x="890" y="1058"/>
                        </a:lnTo>
                        <a:lnTo>
                          <a:pt x="889" y="1058"/>
                        </a:lnTo>
                        <a:lnTo>
                          <a:pt x="886" y="1061"/>
                        </a:lnTo>
                        <a:lnTo>
                          <a:pt x="891" y="1061"/>
                        </a:lnTo>
                        <a:lnTo>
                          <a:pt x="891" y="1062"/>
                        </a:lnTo>
                        <a:lnTo>
                          <a:pt x="890" y="1064"/>
                        </a:lnTo>
                        <a:lnTo>
                          <a:pt x="891" y="1066"/>
                        </a:lnTo>
                        <a:lnTo>
                          <a:pt x="891" y="1069"/>
                        </a:lnTo>
                        <a:lnTo>
                          <a:pt x="891" y="1073"/>
                        </a:lnTo>
                        <a:lnTo>
                          <a:pt x="893" y="1073"/>
                        </a:lnTo>
                        <a:lnTo>
                          <a:pt x="894" y="1077"/>
                        </a:lnTo>
                        <a:lnTo>
                          <a:pt x="898" y="1077"/>
                        </a:lnTo>
                        <a:lnTo>
                          <a:pt x="898" y="1079"/>
                        </a:lnTo>
                        <a:lnTo>
                          <a:pt x="902" y="1079"/>
                        </a:lnTo>
                        <a:lnTo>
                          <a:pt x="902" y="1081"/>
                        </a:lnTo>
                        <a:lnTo>
                          <a:pt x="900" y="1081"/>
                        </a:lnTo>
                        <a:lnTo>
                          <a:pt x="902" y="1084"/>
                        </a:lnTo>
                        <a:lnTo>
                          <a:pt x="908" y="1084"/>
                        </a:lnTo>
                        <a:lnTo>
                          <a:pt x="910" y="1086"/>
                        </a:lnTo>
                        <a:lnTo>
                          <a:pt x="912" y="1086"/>
                        </a:lnTo>
                        <a:lnTo>
                          <a:pt x="914" y="1087"/>
                        </a:lnTo>
                        <a:lnTo>
                          <a:pt x="916" y="1088"/>
                        </a:lnTo>
                        <a:lnTo>
                          <a:pt x="921" y="1088"/>
                        </a:lnTo>
                        <a:lnTo>
                          <a:pt x="921" y="1087"/>
                        </a:lnTo>
                        <a:lnTo>
                          <a:pt x="925" y="1084"/>
                        </a:lnTo>
                        <a:lnTo>
                          <a:pt x="927" y="1087"/>
                        </a:lnTo>
                        <a:lnTo>
                          <a:pt x="925" y="1088"/>
                        </a:lnTo>
                        <a:lnTo>
                          <a:pt x="929" y="1088"/>
                        </a:lnTo>
                        <a:lnTo>
                          <a:pt x="934" y="1091"/>
                        </a:lnTo>
                        <a:lnTo>
                          <a:pt x="934" y="1092"/>
                        </a:lnTo>
                        <a:lnTo>
                          <a:pt x="932" y="1092"/>
                        </a:lnTo>
                        <a:lnTo>
                          <a:pt x="931" y="1094"/>
                        </a:lnTo>
                        <a:lnTo>
                          <a:pt x="934" y="1095"/>
                        </a:lnTo>
                        <a:lnTo>
                          <a:pt x="936" y="1095"/>
                        </a:lnTo>
                        <a:lnTo>
                          <a:pt x="938" y="1096"/>
                        </a:lnTo>
                        <a:lnTo>
                          <a:pt x="935" y="1098"/>
                        </a:lnTo>
                        <a:lnTo>
                          <a:pt x="934" y="1096"/>
                        </a:lnTo>
                        <a:lnTo>
                          <a:pt x="931" y="1096"/>
                        </a:lnTo>
                        <a:lnTo>
                          <a:pt x="927" y="1098"/>
                        </a:lnTo>
                        <a:lnTo>
                          <a:pt x="920" y="1102"/>
                        </a:lnTo>
                        <a:lnTo>
                          <a:pt x="917" y="1102"/>
                        </a:lnTo>
                        <a:lnTo>
                          <a:pt x="913" y="1103"/>
                        </a:lnTo>
                        <a:lnTo>
                          <a:pt x="908" y="1105"/>
                        </a:lnTo>
                        <a:lnTo>
                          <a:pt x="904" y="1106"/>
                        </a:lnTo>
                        <a:lnTo>
                          <a:pt x="901" y="1106"/>
                        </a:lnTo>
                        <a:lnTo>
                          <a:pt x="902" y="1107"/>
                        </a:lnTo>
                        <a:lnTo>
                          <a:pt x="898" y="1107"/>
                        </a:lnTo>
                        <a:lnTo>
                          <a:pt x="897" y="1105"/>
                        </a:lnTo>
                        <a:lnTo>
                          <a:pt x="895" y="1105"/>
                        </a:lnTo>
                        <a:lnTo>
                          <a:pt x="894" y="1106"/>
                        </a:lnTo>
                        <a:lnTo>
                          <a:pt x="893" y="1106"/>
                        </a:lnTo>
                        <a:lnTo>
                          <a:pt x="891" y="1109"/>
                        </a:lnTo>
                        <a:lnTo>
                          <a:pt x="891" y="1110"/>
                        </a:lnTo>
                        <a:lnTo>
                          <a:pt x="887" y="1114"/>
                        </a:lnTo>
                        <a:lnTo>
                          <a:pt x="883" y="1118"/>
                        </a:lnTo>
                        <a:lnTo>
                          <a:pt x="881" y="1119"/>
                        </a:lnTo>
                        <a:lnTo>
                          <a:pt x="878" y="1122"/>
                        </a:lnTo>
                        <a:lnTo>
                          <a:pt x="876" y="1122"/>
                        </a:lnTo>
                        <a:lnTo>
                          <a:pt x="875" y="1122"/>
                        </a:lnTo>
                        <a:lnTo>
                          <a:pt x="875" y="1125"/>
                        </a:lnTo>
                        <a:lnTo>
                          <a:pt x="874" y="1126"/>
                        </a:lnTo>
                        <a:lnTo>
                          <a:pt x="872" y="1125"/>
                        </a:lnTo>
                        <a:lnTo>
                          <a:pt x="871" y="1126"/>
                        </a:lnTo>
                        <a:lnTo>
                          <a:pt x="868" y="1124"/>
                        </a:lnTo>
                        <a:lnTo>
                          <a:pt x="868" y="1121"/>
                        </a:lnTo>
                        <a:lnTo>
                          <a:pt x="867" y="1119"/>
                        </a:lnTo>
                        <a:lnTo>
                          <a:pt x="866" y="1121"/>
                        </a:lnTo>
                        <a:lnTo>
                          <a:pt x="864" y="1118"/>
                        </a:lnTo>
                        <a:lnTo>
                          <a:pt x="864" y="1115"/>
                        </a:lnTo>
                        <a:lnTo>
                          <a:pt x="864" y="1113"/>
                        </a:lnTo>
                        <a:lnTo>
                          <a:pt x="866" y="1107"/>
                        </a:lnTo>
                        <a:lnTo>
                          <a:pt x="870" y="1105"/>
                        </a:lnTo>
                        <a:lnTo>
                          <a:pt x="870" y="1103"/>
                        </a:lnTo>
                        <a:lnTo>
                          <a:pt x="875" y="1099"/>
                        </a:lnTo>
                        <a:lnTo>
                          <a:pt x="882" y="1098"/>
                        </a:lnTo>
                        <a:lnTo>
                          <a:pt x="886" y="1095"/>
                        </a:lnTo>
                        <a:lnTo>
                          <a:pt x="890" y="1094"/>
                        </a:lnTo>
                        <a:lnTo>
                          <a:pt x="893" y="1095"/>
                        </a:lnTo>
                        <a:lnTo>
                          <a:pt x="893" y="1096"/>
                        </a:lnTo>
                        <a:lnTo>
                          <a:pt x="894" y="1098"/>
                        </a:lnTo>
                        <a:lnTo>
                          <a:pt x="894" y="1096"/>
                        </a:lnTo>
                        <a:lnTo>
                          <a:pt x="894" y="1095"/>
                        </a:lnTo>
                        <a:lnTo>
                          <a:pt x="897" y="1095"/>
                        </a:lnTo>
                        <a:lnTo>
                          <a:pt x="901" y="1094"/>
                        </a:lnTo>
                        <a:lnTo>
                          <a:pt x="905" y="1092"/>
                        </a:lnTo>
                        <a:lnTo>
                          <a:pt x="900" y="1094"/>
                        </a:lnTo>
                        <a:lnTo>
                          <a:pt x="894" y="1092"/>
                        </a:lnTo>
                        <a:lnTo>
                          <a:pt x="893" y="1091"/>
                        </a:lnTo>
                        <a:lnTo>
                          <a:pt x="890" y="1091"/>
                        </a:lnTo>
                        <a:lnTo>
                          <a:pt x="887" y="1094"/>
                        </a:lnTo>
                        <a:lnTo>
                          <a:pt x="885" y="1092"/>
                        </a:lnTo>
                        <a:lnTo>
                          <a:pt x="887" y="1090"/>
                        </a:lnTo>
                        <a:lnTo>
                          <a:pt x="890" y="1088"/>
                        </a:lnTo>
                        <a:lnTo>
                          <a:pt x="893" y="1086"/>
                        </a:lnTo>
                        <a:lnTo>
                          <a:pt x="893" y="1084"/>
                        </a:lnTo>
                        <a:lnTo>
                          <a:pt x="891" y="1086"/>
                        </a:lnTo>
                        <a:lnTo>
                          <a:pt x="891" y="1083"/>
                        </a:lnTo>
                        <a:lnTo>
                          <a:pt x="887" y="1087"/>
                        </a:lnTo>
                        <a:lnTo>
                          <a:pt x="886" y="1088"/>
                        </a:lnTo>
                        <a:lnTo>
                          <a:pt x="882" y="1091"/>
                        </a:lnTo>
                        <a:lnTo>
                          <a:pt x="879" y="1091"/>
                        </a:lnTo>
                        <a:lnTo>
                          <a:pt x="878" y="1094"/>
                        </a:lnTo>
                        <a:lnTo>
                          <a:pt x="871" y="1095"/>
                        </a:lnTo>
                        <a:lnTo>
                          <a:pt x="871" y="1094"/>
                        </a:lnTo>
                        <a:lnTo>
                          <a:pt x="871" y="1092"/>
                        </a:lnTo>
                        <a:lnTo>
                          <a:pt x="870" y="1092"/>
                        </a:lnTo>
                        <a:lnTo>
                          <a:pt x="872" y="1090"/>
                        </a:lnTo>
                        <a:lnTo>
                          <a:pt x="870" y="1092"/>
                        </a:lnTo>
                        <a:lnTo>
                          <a:pt x="868" y="1095"/>
                        </a:lnTo>
                        <a:lnTo>
                          <a:pt x="864" y="1096"/>
                        </a:lnTo>
                        <a:lnTo>
                          <a:pt x="863" y="1095"/>
                        </a:lnTo>
                        <a:lnTo>
                          <a:pt x="862" y="1096"/>
                        </a:lnTo>
                        <a:lnTo>
                          <a:pt x="859" y="1096"/>
                        </a:lnTo>
                        <a:lnTo>
                          <a:pt x="859" y="1094"/>
                        </a:lnTo>
                        <a:lnTo>
                          <a:pt x="856" y="1095"/>
                        </a:lnTo>
                        <a:lnTo>
                          <a:pt x="852" y="1094"/>
                        </a:lnTo>
                        <a:lnTo>
                          <a:pt x="851" y="1094"/>
                        </a:lnTo>
                        <a:lnTo>
                          <a:pt x="851" y="1092"/>
                        </a:lnTo>
                        <a:lnTo>
                          <a:pt x="852" y="1091"/>
                        </a:lnTo>
                        <a:lnTo>
                          <a:pt x="851" y="1090"/>
                        </a:lnTo>
                        <a:lnTo>
                          <a:pt x="852" y="1088"/>
                        </a:lnTo>
                        <a:lnTo>
                          <a:pt x="852" y="1087"/>
                        </a:lnTo>
                        <a:lnTo>
                          <a:pt x="851" y="1086"/>
                        </a:lnTo>
                        <a:lnTo>
                          <a:pt x="849" y="1083"/>
                        </a:lnTo>
                        <a:lnTo>
                          <a:pt x="848" y="1083"/>
                        </a:lnTo>
                        <a:lnTo>
                          <a:pt x="849" y="1081"/>
                        </a:lnTo>
                        <a:lnTo>
                          <a:pt x="852" y="1062"/>
                        </a:lnTo>
                        <a:lnTo>
                          <a:pt x="852" y="1058"/>
                        </a:lnTo>
                        <a:lnTo>
                          <a:pt x="847" y="1053"/>
                        </a:lnTo>
                        <a:lnTo>
                          <a:pt x="845" y="1054"/>
                        </a:lnTo>
                        <a:lnTo>
                          <a:pt x="841" y="1053"/>
                        </a:lnTo>
                        <a:lnTo>
                          <a:pt x="838" y="1054"/>
                        </a:lnTo>
                        <a:lnTo>
                          <a:pt x="836" y="1052"/>
                        </a:lnTo>
                        <a:lnTo>
                          <a:pt x="834" y="1052"/>
                        </a:lnTo>
                        <a:lnTo>
                          <a:pt x="833" y="1052"/>
                        </a:lnTo>
                        <a:lnTo>
                          <a:pt x="832" y="1053"/>
                        </a:lnTo>
                        <a:lnTo>
                          <a:pt x="830" y="1056"/>
                        </a:lnTo>
                        <a:lnTo>
                          <a:pt x="825" y="1061"/>
                        </a:lnTo>
                        <a:lnTo>
                          <a:pt x="822" y="1065"/>
                        </a:lnTo>
                        <a:lnTo>
                          <a:pt x="822" y="1066"/>
                        </a:lnTo>
                        <a:lnTo>
                          <a:pt x="819" y="1069"/>
                        </a:lnTo>
                        <a:lnTo>
                          <a:pt x="818" y="1072"/>
                        </a:lnTo>
                        <a:lnTo>
                          <a:pt x="817" y="1075"/>
                        </a:lnTo>
                        <a:lnTo>
                          <a:pt x="814" y="1080"/>
                        </a:lnTo>
                        <a:lnTo>
                          <a:pt x="811" y="1080"/>
                        </a:lnTo>
                        <a:lnTo>
                          <a:pt x="807" y="1086"/>
                        </a:lnTo>
                        <a:lnTo>
                          <a:pt x="807" y="1087"/>
                        </a:lnTo>
                        <a:lnTo>
                          <a:pt x="804" y="1088"/>
                        </a:lnTo>
                        <a:lnTo>
                          <a:pt x="802" y="1088"/>
                        </a:lnTo>
                        <a:lnTo>
                          <a:pt x="800" y="1088"/>
                        </a:lnTo>
                        <a:lnTo>
                          <a:pt x="799" y="1090"/>
                        </a:lnTo>
                        <a:lnTo>
                          <a:pt x="798" y="1090"/>
                        </a:lnTo>
                        <a:lnTo>
                          <a:pt x="795" y="1092"/>
                        </a:lnTo>
                        <a:lnTo>
                          <a:pt x="753" y="1091"/>
                        </a:lnTo>
                        <a:lnTo>
                          <a:pt x="749" y="1092"/>
                        </a:lnTo>
                        <a:lnTo>
                          <a:pt x="746" y="1095"/>
                        </a:lnTo>
                        <a:lnTo>
                          <a:pt x="742" y="1096"/>
                        </a:lnTo>
                        <a:lnTo>
                          <a:pt x="739" y="1099"/>
                        </a:lnTo>
                        <a:lnTo>
                          <a:pt x="734" y="1105"/>
                        </a:lnTo>
                        <a:lnTo>
                          <a:pt x="730" y="1105"/>
                        </a:lnTo>
                        <a:lnTo>
                          <a:pt x="727" y="1107"/>
                        </a:lnTo>
                        <a:lnTo>
                          <a:pt x="715" y="1115"/>
                        </a:lnTo>
                        <a:lnTo>
                          <a:pt x="688" y="1124"/>
                        </a:lnTo>
                        <a:lnTo>
                          <a:pt x="686" y="1130"/>
                        </a:lnTo>
                        <a:lnTo>
                          <a:pt x="681" y="1133"/>
                        </a:lnTo>
                        <a:lnTo>
                          <a:pt x="632" y="1147"/>
                        </a:lnTo>
                        <a:lnTo>
                          <a:pt x="629" y="1141"/>
                        </a:lnTo>
                        <a:lnTo>
                          <a:pt x="632" y="1138"/>
                        </a:lnTo>
                        <a:lnTo>
                          <a:pt x="637" y="1136"/>
                        </a:lnTo>
                        <a:lnTo>
                          <a:pt x="640" y="1133"/>
                        </a:lnTo>
                        <a:lnTo>
                          <a:pt x="641" y="1129"/>
                        </a:lnTo>
                        <a:lnTo>
                          <a:pt x="643" y="1126"/>
                        </a:lnTo>
                        <a:lnTo>
                          <a:pt x="644" y="1107"/>
                        </a:lnTo>
                        <a:lnTo>
                          <a:pt x="635" y="1064"/>
                        </a:lnTo>
                        <a:lnTo>
                          <a:pt x="626" y="1057"/>
                        </a:lnTo>
                        <a:lnTo>
                          <a:pt x="622" y="1052"/>
                        </a:lnTo>
                        <a:lnTo>
                          <a:pt x="565" y="1026"/>
                        </a:lnTo>
                        <a:lnTo>
                          <a:pt x="564" y="1024"/>
                        </a:lnTo>
                        <a:lnTo>
                          <a:pt x="560" y="1023"/>
                        </a:lnTo>
                        <a:lnTo>
                          <a:pt x="559" y="1022"/>
                        </a:lnTo>
                        <a:lnTo>
                          <a:pt x="552" y="1022"/>
                        </a:lnTo>
                        <a:lnTo>
                          <a:pt x="550" y="1019"/>
                        </a:lnTo>
                        <a:lnTo>
                          <a:pt x="549" y="1018"/>
                        </a:lnTo>
                        <a:lnTo>
                          <a:pt x="546" y="1019"/>
                        </a:lnTo>
                        <a:lnTo>
                          <a:pt x="542" y="1019"/>
                        </a:lnTo>
                        <a:lnTo>
                          <a:pt x="541" y="1018"/>
                        </a:lnTo>
                        <a:lnTo>
                          <a:pt x="538" y="1016"/>
                        </a:lnTo>
                        <a:lnTo>
                          <a:pt x="535" y="1015"/>
                        </a:lnTo>
                        <a:lnTo>
                          <a:pt x="530" y="1014"/>
                        </a:lnTo>
                        <a:lnTo>
                          <a:pt x="529" y="1011"/>
                        </a:lnTo>
                        <a:lnTo>
                          <a:pt x="527" y="1011"/>
                        </a:lnTo>
                        <a:lnTo>
                          <a:pt x="525" y="1008"/>
                        </a:lnTo>
                        <a:lnTo>
                          <a:pt x="522" y="1008"/>
                        </a:lnTo>
                        <a:lnTo>
                          <a:pt x="519" y="1007"/>
                        </a:lnTo>
                        <a:lnTo>
                          <a:pt x="516" y="1008"/>
                        </a:lnTo>
                        <a:lnTo>
                          <a:pt x="515" y="1008"/>
                        </a:lnTo>
                        <a:lnTo>
                          <a:pt x="514" y="1007"/>
                        </a:lnTo>
                        <a:lnTo>
                          <a:pt x="511" y="1005"/>
                        </a:lnTo>
                        <a:lnTo>
                          <a:pt x="511" y="1005"/>
                        </a:lnTo>
                        <a:lnTo>
                          <a:pt x="508" y="1004"/>
                        </a:lnTo>
                        <a:lnTo>
                          <a:pt x="507" y="1004"/>
                        </a:lnTo>
                        <a:lnTo>
                          <a:pt x="506" y="1001"/>
                        </a:lnTo>
                        <a:lnTo>
                          <a:pt x="506" y="1000"/>
                        </a:lnTo>
                        <a:lnTo>
                          <a:pt x="501" y="999"/>
                        </a:lnTo>
                        <a:lnTo>
                          <a:pt x="499" y="999"/>
                        </a:lnTo>
                        <a:lnTo>
                          <a:pt x="496" y="997"/>
                        </a:lnTo>
                        <a:lnTo>
                          <a:pt x="127" y="961"/>
                        </a:lnTo>
                        <a:close/>
                      </a:path>
                    </a:pathLst>
                  </a:custGeom>
                  <a:solidFill>
                    <a:srgbClr val="D4D4D4"/>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78177"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73" name="Freeform 979">
                    <a:extLst>
                      <a:ext uri="{FF2B5EF4-FFF2-40B4-BE49-F238E27FC236}">
                        <a16:creationId xmlns:a16="http://schemas.microsoft.com/office/drawing/2014/main" id="{F060109B-F9EA-A76D-4DDF-AA81A0E2E8F7}"/>
                      </a:ext>
                    </a:extLst>
                  </p:cNvPr>
                  <p:cNvSpPr>
                    <a:spLocks noEditPoints="1"/>
                  </p:cNvSpPr>
                  <p:nvPr/>
                </p:nvSpPr>
                <p:spPr bwMode="auto">
                  <a:xfrm>
                    <a:off x="7708828" y="2246506"/>
                    <a:ext cx="734835" cy="394782"/>
                  </a:xfrm>
                  <a:custGeom>
                    <a:avLst/>
                    <a:gdLst/>
                    <a:ahLst/>
                    <a:cxnLst>
                      <a:cxn ang="0">
                        <a:pos x="469" y="47"/>
                      </a:cxn>
                      <a:cxn ang="0">
                        <a:pos x="566" y="91"/>
                      </a:cxn>
                      <a:cxn ang="0">
                        <a:pos x="674" y="144"/>
                      </a:cxn>
                      <a:cxn ang="0">
                        <a:pos x="758" y="119"/>
                      </a:cxn>
                      <a:cxn ang="0">
                        <a:pos x="796" y="97"/>
                      </a:cxn>
                      <a:cxn ang="0">
                        <a:pos x="801" y="141"/>
                      </a:cxn>
                      <a:cxn ang="0">
                        <a:pos x="776" y="149"/>
                      </a:cxn>
                      <a:cxn ang="0">
                        <a:pos x="753" y="161"/>
                      </a:cxn>
                      <a:cxn ang="0">
                        <a:pos x="748" y="188"/>
                      </a:cxn>
                      <a:cxn ang="0">
                        <a:pos x="731" y="202"/>
                      </a:cxn>
                      <a:cxn ang="0">
                        <a:pos x="691" y="218"/>
                      </a:cxn>
                      <a:cxn ang="0">
                        <a:pos x="676" y="244"/>
                      </a:cxn>
                      <a:cxn ang="0">
                        <a:pos x="672" y="249"/>
                      </a:cxn>
                      <a:cxn ang="0">
                        <a:pos x="659" y="266"/>
                      </a:cxn>
                      <a:cxn ang="0">
                        <a:pos x="656" y="239"/>
                      </a:cxn>
                      <a:cxn ang="0">
                        <a:pos x="652" y="259"/>
                      </a:cxn>
                      <a:cxn ang="0">
                        <a:pos x="652" y="269"/>
                      </a:cxn>
                      <a:cxn ang="0">
                        <a:pos x="644" y="277"/>
                      </a:cxn>
                      <a:cxn ang="0">
                        <a:pos x="648" y="296"/>
                      </a:cxn>
                      <a:cxn ang="0">
                        <a:pos x="655" y="304"/>
                      </a:cxn>
                      <a:cxn ang="0">
                        <a:pos x="642" y="313"/>
                      </a:cxn>
                      <a:cxn ang="0">
                        <a:pos x="619" y="334"/>
                      </a:cxn>
                      <a:cxn ang="0">
                        <a:pos x="585" y="354"/>
                      </a:cxn>
                      <a:cxn ang="0">
                        <a:pos x="566" y="392"/>
                      </a:cxn>
                      <a:cxn ang="0">
                        <a:pos x="576" y="455"/>
                      </a:cxn>
                      <a:cxn ang="0">
                        <a:pos x="553" y="463"/>
                      </a:cxn>
                      <a:cxn ang="0">
                        <a:pos x="542" y="442"/>
                      </a:cxn>
                      <a:cxn ang="0">
                        <a:pos x="539" y="410"/>
                      </a:cxn>
                      <a:cxn ang="0">
                        <a:pos x="516" y="400"/>
                      </a:cxn>
                      <a:cxn ang="0">
                        <a:pos x="503" y="391"/>
                      </a:cxn>
                      <a:cxn ang="0">
                        <a:pos x="477" y="389"/>
                      </a:cxn>
                      <a:cxn ang="0">
                        <a:pos x="445" y="398"/>
                      </a:cxn>
                      <a:cxn ang="0">
                        <a:pos x="448" y="410"/>
                      </a:cxn>
                      <a:cxn ang="0">
                        <a:pos x="424" y="407"/>
                      </a:cxn>
                      <a:cxn ang="0">
                        <a:pos x="402" y="400"/>
                      </a:cxn>
                      <a:cxn ang="0">
                        <a:pos x="372" y="402"/>
                      </a:cxn>
                      <a:cxn ang="0">
                        <a:pos x="346" y="418"/>
                      </a:cxn>
                      <a:cxn ang="0">
                        <a:pos x="333" y="459"/>
                      </a:cxn>
                      <a:cxn ang="0">
                        <a:pos x="307" y="437"/>
                      </a:cxn>
                      <a:cxn ang="0">
                        <a:pos x="291" y="400"/>
                      </a:cxn>
                      <a:cxn ang="0">
                        <a:pos x="265" y="400"/>
                      </a:cxn>
                      <a:cxn ang="0">
                        <a:pos x="244" y="400"/>
                      </a:cxn>
                      <a:cxn ang="0">
                        <a:pos x="235" y="383"/>
                      </a:cxn>
                      <a:cxn ang="0">
                        <a:pos x="216" y="358"/>
                      </a:cxn>
                      <a:cxn ang="0">
                        <a:pos x="57" y="313"/>
                      </a:cxn>
                      <a:cxn ang="0">
                        <a:pos x="30" y="292"/>
                      </a:cxn>
                      <a:cxn ang="0">
                        <a:pos x="19" y="255"/>
                      </a:cxn>
                      <a:cxn ang="0">
                        <a:pos x="19" y="236"/>
                      </a:cxn>
                      <a:cxn ang="0">
                        <a:pos x="13" y="235"/>
                      </a:cxn>
                      <a:cxn ang="0">
                        <a:pos x="3" y="186"/>
                      </a:cxn>
                      <a:cxn ang="0">
                        <a:pos x="9" y="137"/>
                      </a:cxn>
                      <a:cxn ang="0">
                        <a:pos x="35" y="67"/>
                      </a:cxn>
                      <a:cxn ang="0">
                        <a:pos x="38" y="58"/>
                      </a:cxn>
                      <a:cxn ang="0">
                        <a:pos x="41" y="27"/>
                      </a:cxn>
                      <a:cxn ang="0">
                        <a:pos x="60" y="29"/>
                      </a:cxn>
                      <a:cxn ang="0">
                        <a:pos x="61" y="42"/>
                      </a:cxn>
                      <a:cxn ang="0">
                        <a:pos x="75" y="9"/>
                      </a:cxn>
                      <a:cxn ang="0">
                        <a:pos x="694" y="214"/>
                      </a:cxn>
                      <a:cxn ang="0">
                        <a:pos x="717" y="206"/>
                      </a:cxn>
                      <a:cxn ang="0">
                        <a:pos x="71" y="24"/>
                      </a:cxn>
                      <a:cxn ang="0">
                        <a:pos x="340" y="430"/>
                      </a:cxn>
                    </a:cxnLst>
                    <a:rect l="0" t="0" r="r" b="b"/>
                    <a:pathLst>
                      <a:path w="806" h="475">
                        <a:moveTo>
                          <a:pt x="71" y="0"/>
                        </a:moveTo>
                        <a:lnTo>
                          <a:pt x="440" y="36"/>
                        </a:lnTo>
                        <a:lnTo>
                          <a:pt x="443" y="38"/>
                        </a:lnTo>
                        <a:lnTo>
                          <a:pt x="445" y="38"/>
                        </a:lnTo>
                        <a:lnTo>
                          <a:pt x="450" y="39"/>
                        </a:lnTo>
                        <a:lnTo>
                          <a:pt x="450" y="40"/>
                        </a:lnTo>
                        <a:lnTo>
                          <a:pt x="451" y="43"/>
                        </a:lnTo>
                        <a:lnTo>
                          <a:pt x="452" y="43"/>
                        </a:lnTo>
                        <a:lnTo>
                          <a:pt x="455" y="44"/>
                        </a:lnTo>
                        <a:lnTo>
                          <a:pt x="455" y="44"/>
                        </a:lnTo>
                        <a:lnTo>
                          <a:pt x="458" y="46"/>
                        </a:lnTo>
                        <a:lnTo>
                          <a:pt x="459" y="47"/>
                        </a:lnTo>
                        <a:lnTo>
                          <a:pt x="460" y="47"/>
                        </a:lnTo>
                        <a:lnTo>
                          <a:pt x="463" y="46"/>
                        </a:lnTo>
                        <a:lnTo>
                          <a:pt x="466" y="47"/>
                        </a:lnTo>
                        <a:lnTo>
                          <a:pt x="469" y="47"/>
                        </a:lnTo>
                        <a:lnTo>
                          <a:pt x="471" y="50"/>
                        </a:lnTo>
                        <a:lnTo>
                          <a:pt x="473" y="50"/>
                        </a:lnTo>
                        <a:lnTo>
                          <a:pt x="474" y="53"/>
                        </a:lnTo>
                        <a:lnTo>
                          <a:pt x="479" y="54"/>
                        </a:lnTo>
                        <a:lnTo>
                          <a:pt x="482" y="55"/>
                        </a:lnTo>
                        <a:lnTo>
                          <a:pt x="485" y="57"/>
                        </a:lnTo>
                        <a:lnTo>
                          <a:pt x="486" y="58"/>
                        </a:lnTo>
                        <a:lnTo>
                          <a:pt x="490" y="58"/>
                        </a:lnTo>
                        <a:lnTo>
                          <a:pt x="493" y="57"/>
                        </a:lnTo>
                        <a:lnTo>
                          <a:pt x="494" y="58"/>
                        </a:lnTo>
                        <a:lnTo>
                          <a:pt x="496" y="61"/>
                        </a:lnTo>
                        <a:lnTo>
                          <a:pt x="503" y="61"/>
                        </a:lnTo>
                        <a:lnTo>
                          <a:pt x="504" y="62"/>
                        </a:lnTo>
                        <a:lnTo>
                          <a:pt x="508" y="63"/>
                        </a:lnTo>
                        <a:lnTo>
                          <a:pt x="509" y="65"/>
                        </a:lnTo>
                        <a:lnTo>
                          <a:pt x="566" y="91"/>
                        </a:lnTo>
                        <a:lnTo>
                          <a:pt x="570" y="96"/>
                        </a:lnTo>
                        <a:lnTo>
                          <a:pt x="579" y="103"/>
                        </a:lnTo>
                        <a:lnTo>
                          <a:pt x="588" y="146"/>
                        </a:lnTo>
                        <a:lnTo>
                          <a:pt x="587" y="165"/>
                        </a:lnTo>
                        <a:lnTo>
                          <a:pt x="585" y="168"/>
                        </a:lnTo>
                        <a:lnTo>
                          <a:pt x="584" y="172"/>
                        </a:lnTo>
                        <a:lnTo>
                          <a:pt x="581" y="175"/>
                        </a:lnTo>
                        <a:lnTo>
                          <a:pt x="576" y="177"/>
                        </a:lnTo>
                        <a:lnTo>
                          <a:pt x="573" y="180"/>
                        </a:lnTo>
                        <a:lnTo>
                          <a:pt x="576" y="186"/>
                        </a:lnTo>
                        <a:lnTo>
                          <a:pt x="625" y="172"/>
                        </a:lnTo>
                        <a:lnTo>
                          <a:pt x="630" y="169"/>
                        </a:lnTo>
                        <a:lnTo>
                          <a:pt x="632" y="163"/>
                        </a:lnTo>
                        <a:lnTo>
                          <a:pt x="659" y="154"/>
                        </a:lnTo>
                        <a:lnTo>
                          <a:pt x="671" y="146"/>
                        </a:lnTo>
                        <a:lnTo>
                          <a:pt x="674" y="144"/>
                        </a:lnTo>
                        <a:lnTo>
                          <a:pt x="678" y="144"/>
                        </a:lnTo>
                        <a:lnTo>
                          <a:pt x="683" y="138"/>
                        </a:lnTo>
                        <a:lnTo>
                          <a:pt x="686" y="135"/>
                        </a:lnTo>
                        <a:lnTo>
                          <a:pt x="690" y="134"/>
                        </a:lnTo>
                        <a:lnTo>
                          <a:pt x="693" y="131"/>
                        </a:lnTo>
                        <a:lnTo>
                          <a:pt x="697" y="130"/>
                        </a:lnTo>
                        <a:lnTo>
                          <a:pt x="739" y="131"/>
                        </a:lnTo>
                        <a:lnTo>
                          <a:pt x="742" y="129"/>
                        </a:lnTo>
                        <a:lnTo>
                          <a:pt x="743" y="129"/>
                        </a:lnTo>
                        <a:lnTo>
                          <a:pt x="744" y="127"/>
                        </a:lnTo>
                        <a:lnTo>
                          <a:pt x="746" y="127"/>
                        </a:lnTo>
                        <a:lnTo>
                          <a:pt x="748" y="127"/>
                        </a:lnTo>
                        <a:lnTo>
                          <a:pt x="751" y="126"/>
                        </a:lnTo>
                        <a:lnTo>
                          <a:pt x="751" y="125"/>
                        </a:lnTo>
                        <a:lnTo>
                          <a:pt x="755" y="119"/>
                        </a:lnTo>
                        <a:lnTo>
                          <a:pt x="758" y="119"/>
                        </a:lnTo>
                        <a:lnTo>
                          <a:pt x="761" y="114"/>
                        </a:lnTo>
                        <a:lnTo>
                          <a:pt x="762" y="111"/>
                        </a:lnTo>
                        <a:lnTo>
                          <a:pt x="763" y="108"/>
                        </a:lnTo>
                        <a:lnTo>
                          <a:pt x="766" y="105"/>
                        </a:lnTo>
                        <a:lnTo>
                          <a:pt x="766" y="104"/>
                        </a:lnTo>
                        <a:lnTo>
                          <a:pt x="769" y="100"/>
                        </a:lnTo>
                        <a:lnTo>
                          <a:pt x="774" y="95"/>
                        </a:lnTo>
                        <a:lnTo>
                          <a:pt x="776" y="92"/>
                        </a:lnTo>
                        <a:lnTo>
                          <a:pt x="777" y="91"/>
                        </a:lnTo>
                        <a:lnTo>
                          <a:pt x="778" y="91"/>
                        </a:lnTo>
                        <a:lnTo>
                          <a:pt x="780" y="91"/>
                        </a:lnTo>
                        <a:lnTo>
                          <a:pt x="782" y="93"/>
                        </a:lnTo>
                        <a:lnTo>
                          <a:pt x="785" y="92"/>
                        </a:lnTo>
                        <a:lnTo>
                          <a:pt x="789" y="93"/>
                        </a:lnTo>
                        <a:lnTo>
                          <a:pt x="791" y="92"/>
                        </a:lnTo>
                        <a:lnTo>
                          <a:pt x="796" y="97"/>
                        </a:lnTo>
                        <a:lnTo>
                          <a:pt x="796" y="101"/>
                        </a:lnTo>
                        <a:lnTo>
                          <a:pt x="793" y="120"/>
                        </a:lnTo>
                        <a:lnTo>
                          <a:pt x="792" y="122"/>
                        </a:lnTo>
                        <a:lnTo>
                          <a:pt x="793" y="122"/>
                        </a:lnTo>
                        <a:lnTo>
                          <a:pt x="795" y="125"/>
                        </a:lnTo>
                        <a:lnTo>
                          <a:pt x="796" y="126"/>
                        </a:lnTo>
                        <a:lnTo>
                          <a:pt x="796" y="127"/>
                        </a:lnTo>
                        <a:lnTo>
                          <a:pt x="795" y="129"/>
                        </a:lnTo>
                        <a:lnTo>
                          <a:pt x="796" y="130"/>
                        </a:lnTo>
                        <a:lnTo>
                          <a:pt x="795" y="131"/>
                        </a:lnTo>
                        <a:lnTo>
                          <a:pt x="795" y="133"/>
                        </a:lnTo>
                        <a:lnTo>
                          <a:pt x="796" y="133"/>
                        </a:lnTo>
                        <a:lnTo>
                          <a:pt x="796" y="133"/>
                        </a:lnTo>
                        <a:lnTo>
                          <a:pt x="800" y="135"/>
                        </a:lnTo>
                        <a:lnTo>
                          <a:pt x="800" y="139"/>
                        </a:lnTo>
                        <a:lnTo>
                          <a:pt x="801" y="141"/>
                        </a:lnTo>
                        <a:lnTo>
                          <a:pt x="803" y="139"/>
                        </a:lnTo>
                        <a:lnTo>
                          <a:pt x="806" y="141"/>
                        </a:lnTo>
                        <a:lnTo>
                          <a:pt x="804" y="144"/>
                        </a:lnTo>
                        <a:lnTo>
                          <a:pt x="801" y="144"/>
                        </a:lnTo>
                        <a:lnTo>
                          <a:pt x="800" y="142"/>
                        </a:lnTo>
                        <a:lnTo>
                          <a:pt x="797" y="144"/>
                        </a:lnTo>
                        <a:lnTo>
                          <a:pt x="795" y="144"/>
                        </a:lnTo>
                        <a:lnTo>
                          <a:pt x="792" y="145"/>
                        </a:lnTo>
                        <a:lnTo>
                          <a:pt x="791" y="146"/>
                        </a:lnTo>
                        <a:lnTo>
                          <a:pt x="788" y="145"/>
                        </a:lnTo>
                        <a:lnTo>
                          <a:pt x="786" y="149"/>
                        </a:lnTo>
                        <a:lnTo>
                          <a:pt x="784" y="149"/>
                        </a:lnTo>
                        <a:lnTo>
                          <a:pt x="784" y="145"/>
                        </a:lnTo>
                        <a:lnTo>
                          <a:pt x="780" y="145"/>
                        </a:lnTo>
                        <a:lnTo>
                          <a:pt x="778" y="148"/>
                        </a:lnTo>
                        <a:lnTo>
                          <a:pt x="776" y="149"/>
                        </a:lnTo>
                        <a:lnTo>
                          <a:pt x="774" y="146"/>
                        </a:lnTo>
                        <a:lnTo>
                          <a:pt x="776" y="144"/>
                        </a:lnTo>
                        <a:lnTo>
                          <a:pt x="772" y="148"/>
                        </a:lnTo>
                        <a:lnTo>
                          <a:pt x="769" y="152"/>
                        </a:lnTo>
                        <a:lnTo>
                          <a:pt x="767" y="153"/>
                        </a:lnTo>
                        <a:lnTo>
                          <a:pt x="766" y="152"/>
                        </a:lnTo>
                        <a:lnTo>
                          <a:pt x="765" y="156"/>
                        </a:lnTo>
                        <a:lnTo>
                          <a:pt x="763" y="156"/>
                        </a:lnTo>
                        <a:lnTo>
                          <a:pt x="762" y="152"/>
                        </a:lnTo>
                        <a:lnTo>
                          <a:pt x="761" y="156"/>
                        </a:lnTo>
                        <a:lnTo>
                          <a:pt x="759" y="157"/>
                        </a:lnTo>
                        <a:lnTo>
                          <a:pt x="758" y="156"/>
                        </a:lnTo>
                        <a:lnTo>
                          <a:pt x="758" y="154"/>
                        </a:lnTo>
                        <a:lnTo>
                          <a:pt x="757" y="157"/>
                        </a:lnTo>
                        <a:lnTo>
                          <a:pt x="754" y="157"/>
                        </a:lnTo>
                        <a:lnTo>
                          <a:pt x="753" y="161"/>
                        </a:lnTo>
                        <a:lnTo>
                          <a:pt x="747" y="165"/>
                        </a:lnTo>
                        <a:lnTo>
                          <a:pt x="746" y="169"/>
                        </a:lnTo>
                        <a:lnTo>
                          <a:pt x="744" y="172"/>
                        </a:lnTo>
                        <a:lnTo>
                          <a:pt x="743" y="175"/>
                        </a:lnTo>
                        <a:lnTo>
                          <a:pt x="742" y="175"/>
                        </a:lnTo>
                        <a:lnTo>
                          <a:pt x="742" y="177"/>
                        </a:lnTo>
                        <a:lnTo>
                          <a:pt x="743" y="177"/>
                        </a:lnTo>
                        <a:lnTo>
                          <a:pt x="743" y="179"/>
                        </a:lnTo>
                        <a:lnTo>
                          <a:pt x="739" y="184"/>
                        </a:lnTo>
                        <a:lnTo>
                          <a:pt x="739" y="186"/>
                        </a:lnTo>
                        <a:lnTo>
                          <a:pt x="742" y="187"/>
                        </a:lnTo>
                        <a:lnTo>
                          <a:pt x="743" y="191"/>
                        </a:lnTo>
                        <a:lnTo>
                          <a:pt x="744" y="194"/>
                        </a:lnTo>
                        <a:lnTo>
                          <a:pt x="748" y="194"/>
                        </a:lnTo>
                        <a:lnTo>
                          <a:pt x="750" y="191"/>
                        </a:lnTo>
                        <a:lnTo>
                          <a:pt x="748" y="188"/>
                        </a:lnTo>
                        <a:lnTo>
                          <a:pt x="750" y="188"/>
                        </a:lnTo>
                        <a:lnTo>
                          <a:pt x="751" y="192"/>
                        </a:lnTo>
                        <a:lnTo>
                          <a:pt x="750" y="195"/>
                        </a:lnTo>
                        <a:lnTo>
                          <a:pt x="743" y="199"/>
                        </a:lnTo>
                        <a:lnTo>
                          <a:pt x="742" y="198"/>
                        </a:lnTo>
                        <a:lnTo>
                          <a:pt x="742" y="197"/>
                        </a:lnTo>
                        <a:lnTo>
                          <a:pt x="740" y="194"/>
                        </a:lnTo>
                        <a:lnTo>
                          <a:pt x="738" y="199"/>
                        </a:lnTo>
                        <a:lnTo>
                          <a:pt x="735" y="202"/>
                        </a:lnTo>
                        <a:lnTo>
                          <a:pt x="734" y="201"/>
                        </a:lnTo>
                        <a:lnTo>
                          <a:pt x="734" y="199"/>
                        </a:lnTo>
                        <a:lnTo>
                          <a:pt x="734" y="197"/>
                        </a:lnTo>
                        <a:lnTo>
                          <a:pt x="731" y="194"/>
                        </a:lnTo>
                        <a:lnTo>
                          <a:pt x="731" y="197"/>
                        </a:lnTo>
                        <a:lnTo>
                          <a:pt x="731" y="201"/>
                        </a:lnTo>
                        <a:lnTo>
                          <a:pt x="731" y="202"/>
                        </a:lnTo>
                        <a:lnTo>
                          <a:pt x="729" y="202"/>
                        </a:lnTo>
                        <a:lnTo>
                          <a:pt x="724" y="203"/>
                        </a:lnTo>
                        <a:lnTo>
                          <a:pt x="720" y="203"/>
                        </a:lnTo>
                        <a:lnTo>
                          <a:pt x="717" y="203"/>
                        </a:lnTo>
                        <a:lnTo>
                          <a:pt x="712" y="203"/>
                        </a:lnTo>
                        <a:lnTo>
                          <a:pt x="710" y="202"/>
                        </a:lnTo>
                        <a:lnTo>
                          <a:pt x="709" y="202"/>
                        </a:lnTo>
                        <a:lnTo>
                          <a:pt x="705" y="206"/>
                        </a:lnTo>
                        <a:lnTo>
                          <a:pt x="702" y="206"/>
                        </a:lnTo>
                        <a:lnTo>
                          <a:pt x="697" y="207"/>
                        </a:lnTo>
                        <a:lnTo>
                          <a:pt x="694" y="209"/>
                        </a:lnTo>
                        <a:lnTo>
                          <a:pt x="693" y="210"/>
                        </a:lnTo>
                        <a:lnTo>
                          <a:pt x="693" y="213"/>
                        </a:lnTo>
                        <a:lnTo>
                          <a:pt x="689" y="214"/>
                        </a:lnTo>
                        <a:lnTo>
                          <a:pt x="690" y="217"/>
                        </a:lnTo>
                        <a:lnTo>
                          <a:pt x="691" y="218"/>
                        </a:lnTo>
                        <a:lnTo>
                          <a:pt x="691" y="220"/>
                        </a:lnTo>
                        <a:lnTo>
                          <a:pt x="690" y="222"/>
                        </a:lnTo>
                        <a:lnTo>
                          <a:pt x="690" y="222"/>
                        </a:lnTo>
                        <a:lnTo>
                          <a:pt x="689" y="225"/>
                        </a:lnTo>
                        <a:lnTo>
                          <a:pt x="690" y="226"/>
                        </a:lnTo>
                        <a:lnTo>
                          <a:pt x="689" y="229"/>
                        </a:lnTo>
                        <a:lnTo>
                          <a:pt x="687" y="232"/>
                        </a:lnTo>
                        <a:lnTo>
                          <a:pt x="686" y="232"/>
                        </a:lnTo>
                        <a:lnTo>
                          <a:pt x="685" y="233"/>
                        </a:lnTo>
                        <a:lnTo>
                          <a:pt x="683" y="237"/>
                        </a:lnTo>
                        <a:lnTo>
                          <a:pt x="682" y="239"/>
                        </a:lnTo>
                        <a:lnTo>
                          <a:pt x="681" y="240"/>
                        </a:lnTo>
                        <a:lnTo>
                          <a:pt x="679" y="240"/>
                        </a:lnTo>
                        <a:lnTo>
                          <a:pt x="679" y="241"/>
                        </a:lnTo>
                        <a:lnTo>
                          <a:pt x="676" y="244"/>
                        </a:lnTo>
                        <a:lnTo>
                          <a:pt x="676" y="244"/>
                        </a:lnTo>
                        <a:lnTo>
                          <a:pt x="674" y="245"/>
                        </a:lnTo>
                        <a:lnTo>
                          <a:pt x="676" y="241"/>
                        </a:lnTo>
                        <a:lnTo>
                          <a:pt x="675" y="240"/>
                        </a:lnTo>
                        <a:lnTo>
                          <a:pt x="672" y="240"/>
                        </a:lnTo>
                        <a:lnTo>
                          <a:pt x="670" y="237"/>
                        </a:lnTo>
                        <a:lnTo>
                          <a:pt x="668" y="235"/>
                        </a:lnTo>
                        <a:lnTo>
                          <a:pt x="670" y="233"/>
                        </a:lnTo>
                        <a:lnTo>
                          <a:pt x="674" y="228"/>
                        </a:lnTo>
                        <a:lnTo>
                          <a:pt x="671" y="229"/>
                        </a:lnTo>
                        <a:lnTo>
                          <a:pt x="668" y="232"/>
                        </a:lnTo>
                        <a:lnTo>
                          <a:pt x="667" y="235"/>
                        </a:lnTo>
                        <a:lnTo>
                          <a:pt x="667" y="237"/>
                        </a:lnTo>
                        <a:lnTo>
                          <a:pt x="668" y="239"/>
                        </a:lnTo>
                        <a:lnTo>
                          <a:pt x="668" y="243"/>
                        </a:lnTo>
                        <a:lnTo>
                          <a:pt x="670" y="244"/>
                        </a:lnTo>
                        <a:lnTo>
                          <a:pt x="672" y="249"/>
                        </a:lnTo>
                        <a:lnTo>
                          <a:pt x="672" y="252"/>
                        </a:lnTo>
                        <a:lnTo>
                          <a:pt x="670" y="258"/>
                        </a:lnTo>
                        <a:lnTo>
                          <a:pt x="666" y="260"/>
                        </a:lnTo>
                        <a:lnTo>
                          <a:pt x="664" y="266"/>
                        </a:lnTo>
                        <a:lnTo>
                          <a:pt x="663" y="269"/>
                        </a:lnTo>
                        <a:lnTo>
                          <a:pt x="663" y="270"/>
                        </a:lnTo>
                        <a:lnTo>
                          <a:pt x="662" y="271"/>
                        </a:lnTo>
                        <a:lnTo>
                          <a:pt x="662" y="270"/>
                        </a:lnTo>
                        <a:lnTo>
                          <a:pt x="662" y="269"/>
                        </a:lnTo>
                        <a:lnTo>
                          <a:pt x="659" y="274"/>
                        </a:lnTo>
                        <a:lnTo>
                          <a:pt x="657" y="275"/>
                        </a:lnTo>
                        <a:lnTo>
                          <a:pt x="657" y="277"/>
                        </a:lnTo>
                        <a:lnTo>
                          <a:pt x="657" y="274"/>
                        </a:lnTo>
                        <a:lnTo>
                          <a:pt x="657" y="271"/>
                        </a:lnTo>
                        <a:lnTo>
                          <a:pt x="659" y="269"/>
                        </a:lnTo>
                        <a:lnTo>
                          <a:pt x="659" y="266"/>
                        </a:lnTo>
                        <a:lnTo>
                          <a:pt x="660" y="264"/>
                        </a:lnTo>
                        <a:lnTo>
                          <a:pt x="660" y="263"/>
                        </a:lnTo>
                        <a:lnTo>
                          <a:pt x="663" y="262"/>
                        </a:lnTo>
                        <a:lnTo>
                          <a:pt x="659" y="262"/>
                        </a:lnTo>
                        <a:lnTo>
                          <a:pt x="657" y="260"/>
                        </a:lnTo>
                        <a:lnTo>
                          <a:pt x="659" y="259"/>
                        </a:lnTo>
                        <a:lnTo>
                          <a:pt x="659" y="258"/>
                        </a:lnTo>
                        <a:lnTo>
                          <a:pt x="657" y="258"/>
                        </a:lnTo>
                        <a:lnTo>
                          <a:pt x="657" y="256"/>
                        </a:lnTo>
                        <a:lnTo>
                          <a:pt x="656" y="258"/>
                        </a:lnTo>
                        <a:lnTo>
                          <a:pt x="653" y="255"/>
                        </a:lnTo>
                        <a:lnTo>
                          <a:pt x="653" y="252"/>
                        </a:lnTo>
                        <a:lnTo>
                          <a:pt x="656" y="249"/>
                        </a:lnTo>
                        <a:lnTo>
                          <a:pt x="656" y="245"/>
                        </a:lnTo>
                        <a:lnTo>
                          <a:pt x="655" y="241"/>
                        </a:lnTo>
                        <a:lnTo>
                          <a:pt x="656" y="239"/>
                        </a:lnTo>
                        <a:lnTo>
                          <a:pt x="659" y="237"/>
                        </a:lnTo>
                        <a:lnTo>
                          <a:pt x="657" y="236"/>
                        </a:lnTo>
                        <a:lnTo>
                          <a:pt x="659" y="233"/>
                        </a:lnTo>
                        <a:lnTo>
                          <a:pt x="657" y="233"/>
                        </a:lnTo>
                        <a:lnTo>
                          <a:pt x="657" y="233"/>
                        </a:lnTo>
                        <a:lnTo>
                          <a:pt x="657" y="236"/>
                        </a:lnTo>
                        <a:lnTo>
                          <a:pt x="653" y="239"/>
                        </a:lnTo>
                        <a:lnTo>
                          <a:pt x="652" y="240"/>
                        </a:lnTo>
                        <a:lnTo>
                          <a:pt x="651" y="240"/>
                        </a:lnTo>
                        <a:lnTo>
                          <a:pt x="652" y="241"/>
                        </a:lnTo>
                        <a:lnTo>
                          <a:pt x="652" y="243"/>
                        </a:lnTo>
                        <a:lnTo>
                          <a:pt x="652" y="247"/>
                        </a:lnTo>
                        <a:lnTo>
                          <a:pt x="652" y="249"/>
                        </a:lnTo>
                        <a:lnTo>
                          <a:pt x="652" y="251"/>
                        </a:lnTo>
                        <a:lnTo>
                          <a:pt x="652" y="254"/>
                        </a:lnTo>
                        <a:lnTo>
                          <a:pt x="652" y="259"/>
                        </a:lnTo>
                        <a:lnTo>
                          <a:pt x="651" y="259"/>
                        </a:lnTo>
                        <a:lnTo>
                          <a:pt x="648" y="255"/>
                        </a:lnTo>
                        <a:lnTo>
                          <a:pt x="644" y="255"/>
                        </a:lnTo>
                        <a:lnTo>
                          <a:pt x="642" y="252"/>
                        </a:lnTo>
                        <a:lnTo>
                          <a:pt x="641" y="252"/>
                        </a:lnTo>
                        <a:lnTo>
                          <a:pt x="641" y="251"/>
                        </a:lnTo>
                        <a:lnTo>
                          <a:pt x="642" y="247"/>
                        </a:lnTo>
                        <a:lnTo>
                          <a:pt x="640" y="249"/>
                        </a:lnTo>
                        <a:lnTo>
                          <a:pt x="640" y="252"/>
                        </a:lnTo>
                        <a:lnTo>
                          <a:pt x="642" y="254"/>
                        </a:lnTo>
                        <a:lnTo>
                          <a:pt x="644" y="256"/>
                        </a:lnTo>
                        <a:lnTo>
                          <a:pt x="647" y="258"/>
                        </a:lnTo>
                        <a:lnTo>
                          <a:pt x="651" y="262"/>
                        </a:lnTo>
                        <a:lnTo>
                          <a:pt x="652" y="263"/>
                        </a:lnTo>
                        <a:lnTo>
                          <a:pt x="652" y="264"/>
                        </a:lnTo>
                        <a:lnTo>
                          <a:pt x="652" y="269"/>
                        </a:lnTo>
                        <a:lnTo>
                          <a:pt x="649" y="267"/>
                        </a:lnTo>
                        <a:lnTo>
                          <a:pt x="649" y="266"/>
                        </a:lnTo>
                        <a:lnTo>
                          <a:pt x="648" y="264"/>
                        </a:lnTo>
                        <a:lnTo>
                          <a:pt x="649" y="269"/>
                        </a:lnTo>
                        <a:lnTo>
                          <a:pt x="652" y="270"/>
                        </a:lnTo>
                        <a:lnTo>
                          <a:pt x="652" y="273"/>
                        </a:lnTo>
                        <a:lnTo>
                          <a:pt x="652" y="273"/>
                        </a:lnTo>
                        <a:lnTo>
                          <a:pt x="652" y="274"/>
                        </a:lnTo>
                        <a:lnTo>
                          <a:pt x="648" y="274"/>
                        </a:lnTo>
                        <a:lnTo>
                          <a:pt x="652" y="277"/>
                        </a:lnTo>
                        <a:lnTo>
                          <a:pt x="651" y="278"/>
                        </a:lnTo>
                        <a:lnTo>
                          <a:pt x="649" y="278"/>
                        </a:lnTo>
                        <a:lnTo>
                          <a:pt x="648" y="275"/>
                        </a:lnTo>
                        <a:lnTo>
                          <a:pt x="644" y="275"/>
                        </a:lnTo>
                        <a:lnTo>
                          <a:pt x="642" y="274"/>
                        </a:lnTo>
                        <a:lnTo>
                          <a:pt x="644" y="277"/>
                        </a:lnTo>
                        <a:lnTo>
                          <a:pt x="647" y="277"/>
                        </a:lnTo>
                        <a:lnTo>
                          <a:pt x="648" y="277"/>
                        </a:lnTo>
                        <a:lnTo>
                          <a:pt x="649" y="281"/>
                        </a:lnTo>
                        <a:lnTo>
                          <a:pt x="652" y="281"/>
                        </a:lnTo>
                        <a:lnTo>
                          <a:pt x="653" y="281"/>
                        </a:lnTo>
                        <a:lnTo>
                          <a:pt x="655" y="282"/>
                        </a:lnTo>
                        <a:lnTo>
                          <a:pt x="656" y="285"/>
                        </a:lnTo>
                        <a:lnTo>
                          <a:pt x="655" y="288"/>
                        </a:lnTo>
                        <a:lnTo>
                          <a:pt x="653" y="286"/>
                        </a:lnTo>
                        <a:lnTo>
                          <a:pt x="653" y="288"/>
                        </a:lnTo>
                        <a:lnTo>
                          <a:pt x="653" y="289"/>
                        </a:lnTo>
                        <a:lnTo>
                          <a:pt x="655" y="292"/>
                        </a:lnTo>
                        <a:lnTo>
                          <a:pt x="653" y="293"/>
                        </a:lnTo>
                        <a:lnTo>
                          <a:pt x="652" y="293"/>
                        </a:lnTo>
                        <a:lnTo>
                          <a:pt x="651" y="294"/>
                        </a:lnTo>
                        <a:lnTo>
                          <a:pt x="648" y="296"/>
                        </a:lnTo>
                        <a:lnTo>
                          <a:pt x="645" y="297"/>
                        </a:lnTo>
                        <a:lnTo>
                          <a:pt x="644" y="296"/>
                        </a:lnTo>
                        <a:lnTo>
                          <a:pt x="642" y="293"/>
                        </a:lnTo>
                        <a:lnTo>
                          <a:pt x="641" y="294"/>
                        </a:lnTo>
                        <a:lnTo>
                          <a:pt x="641" y="298"/>
                        </a:lnTo>
                        <a:lnTo>
                          <a:pt x="641" y="300"/>
                        </a:lnTo>
                        <a:lnTo>
                          <a:pt x="644" y="298"/>
                        </a:lnTo>
                        <a:lnTo>
                          <a:pt x="649" y="298"/>
                        </a:lnTo>
                        <a:lnTo>
                          <a:pt x="651" y="298"/>
                        </a:lnTo>
                        <a:lnTo>
                          <a:pt x="651" y="302"/>
                        </a:lnTo>
                        <a:lnTo>
                          <a:pt x="652" y="304"/>
                        </a:lnTo>
                        <a:lnTo>
                          <a:pt x="653" y="301"/>
                        </a:lnTo>
                        <a:lnTo>
                          <a:pt x="655" y="298"/>
                        </a:lnTo>
                        <a:lnTo>
                          <a:pt x="655" y="298"/>
                        </a:lnTo>
                        <a:lnTo>
                          <a:pt x="656" y="301"/>
                        </a:lnTo>
                        <a:lnTo>
                          <a:pt x="655" y="304"/>
                        </a:lnTo>
                        <a:lnTo>
                          <a:pt x="655" y="304"/>
                        </a:lnTo>
                        <a:lnTo>
                          <a:pt x="652" y="307"/>
                        </a:lnTo>
                        <a:lnTo>
                          <a:pt x="651" y="309"/>
                        </a:lnTo>
                        <a:lnTo>
                          <a:pt x="649" y="309"/>
                        </a:lnTo>
                        <a:lnTo>
                          <a:pt x="648" y="308"/>
                        </a:lnTo>
                        <a:lnTo>
                          <a:pt x="645" y="309"/>
                        </a:lnTo>
                        <a:lnTo>
                          <a:pt x="644" y="305"/>
                        </a:lnTo>
                        <a:lnTo>
                          <a:pt x="644" y="308"/>
                        </a:lnTo>
                        <a:lnTo>
                          <a:pt x="642" y="308"/>
                        </a:lnTo>
                        <a:lnTo>
                          <a:pt x="640" y="308"/>
                        </a:lnTo>
                        <a:lnTo>
                          <a:pt x="638" y="308"/>
                        </a:lnTo>
                        <a:lnTo>
                          <a:pt x="640" y="309"/>
                        </a:lnTo>
                        <a:lnTo>
                          <a:pt x="642" y="309"/>
                        </a:lnTo>
                        <a:lnTo>
                          <a:pt x="644" y="311"/>
                        </a:lnTo>
                        <a:lnTo>
                          <a:pt x="642" y="312"/>
                        </a:lnTo>
                        <a:lnTo>
                          <a:pt x="642" y="313"/>
                        </a:lnTo>
                        <a:lnTo>
                          <a:pt x="640" y="315"/>
                        </a:lnTo>
                        <a:lnTo>
                          <a:pt x="637" y="315"/>
                        </a:lnTo>
                        <a:lnTo>
                          <a:pt x="638" y="316"/>
                        </a:lnTo>
                        <a:lnTo>
                          <a:pt x="642" y="316"/>
                        </a:lnTo>
                        <a:lnTo>
                          <a:pt x="645" y="315"/>
                        </a:lnTo>
                        <a:lnTo>
                          <a:pt x="645" y="315"/>
                        </a:lnTo>
                        <a:lnTo>
                          <a:pt x="647" y="316"/>
                        </a:lnTo>
                        <a:lnTo>
                          <a:pt x="644" y="319"/>
                        </a:lnTo>
                        <a:lnTo>
                          <a:pt x="641" y="319"/>
                        </a:lnTo>
                        <a:lnTo>
                          <a:pt x="641" y="317"/>
                        </a:lnTo>
                        <a:lnTo>
                          <a:pt x="640" y="317"/>
                        </a:lnTo>
                        <a:lnTo>
                          <a:pt x="638" y="319"/>
                        </a:lnTo>
                        <a:lnTo>
                          <a:pt x="636" y="319"/>
                        </a:lnTo>
                        <a:lnTo>
                          <a:pt x="629" y="323"/>
                        </a:lnTo>
                        <a:lnTo>
                          <a:pt x="621" y="328"/>
                        </a:lnTo>
                        <a:lnTo>
                          <a:pt x="619" y="334"/>
                        </a:lnTo>
                        <a:lnTo>
                          <a:pt x="618" y="334"/>
                        </a:lnTo>
                        <a:lnTo>
                          <a:pt x="617" y="332"/>
                        </a:lnTo>
                        <a:lnTo>
                          <a:pt x="613" y="334"/>
                        </a:lnTo>
                        <a:lnTo>
                          <a:pt x="610" y="335"/>
                        </a:lnTo>
                        <a:lnTo>
                          <a:pt x="604" y="343"/>
                        </a:lnTo>
                        <a:lnTo>
                          <a:pt x="604" y="345"/>
                        </a:lnTo>
                        <a:lnTo>
                          <a:pt x="602" y="346"/>
                        </a:lnTo>
                        <a:lnTo>
                          <a:pt x="600" y="346"/>
                        </a:lnTo>
                        <a:lnTo>
                          <a:pt x="600" y="347"/>
                        </a:lnTo>
                        <a:lnTo>
                          <a:pt x="598" y="350"/>
                        </a:lnTo>
                        <a:lnTo>
                          <a:pt x="596" y="350"/>
                        </a:lnTo>
                        <a:lnTo>
                          <a:pt x="595" y="350"/>
                        </a:lnTo>
                        <a:lnTo>
                          <a:pt x="594" y="351"/>
                        </a:lnTo>
                        <a:lnTo>
                          <a:pt x="591" y="351"/>
                        </a:lnTo>
                        <a:lnTo>
                          <a:pt x="589" y="354"/>
                        </a:lnTo>
                        <a:lnTo>
                          <a:pt x="585" y="354"/>
                        </a:lnTo>
                        <a:lnTo>
                          <a:pt x="584" y="355"/>
                        </a:lnTo>
                        <a:lnTo>
                          <a:pt x="581" y="355"/>
                        </a:lnTo>
                        <a:lnTo>
                          <a:pt x="581" y="357"/>
                        </a:lnTo>
                        <a:lnTo>
                          <a:pt x="577" y="357"/>
                        </a:lnTo>
                        <a:lnTo>
                          <a:pt x="577" y="358"/>
                        </a:lnTo>
                        <a:lnTo>
                          <a:pt x="577" y="358"/>
                        </a:lnTo>
                        <a:lnTo>
                          <a:pt x="577" y="361"/>
                        </a:lnTo>
                        <a:lnTo>
                          <a:pt x="576" y="364"/>
                        </a:lnTo>
                        <a:lnTo>
                          <a:pt x="575" y="364"/>
                        </a:lnTo>
                        <a:lnTo>
                          <a:pt x="573" y="365"/>
                        </a:lnTo>
                        <a:lnTo>
                          <a:pt x="570" y="366"/>
                        </a:lnTo>
                        <a:lnTo>
                          <a:pt x="568" y="370"/>
                        </a:lnTo>
                        <a:lnTo>
                          <a:pt x="566" y="374"/>
                        </a:lnTo>
                        <a:lnTo>
                          <a:pt x="566" y="379"/>
                        </a:lnTo>
                        <a:lnTo>
                          <a:pt x="565" y="388"/>
                        </a:lnTo>
                        <a:lnTo>
                          <a:pt x="566" y="392"/>
                        </a:lnTo>
                        <a:lnTo>
                          <a:pt x="565" y="398"/>
                        </a:lnTo>
                        <a:lnTo>
                          <a:pt x="566" y="402"/>
                        </a:lnTo>
                        <a:lnTo>
                          <a:pt x="568" y="408"/>
                        </a:lnTo>
                        <a:lnTo>
                          <a:pt x="569" y="411"/>
                        </a:lnTo>
                        <a:lnTo>
                          <a:pt x="570" y="418"/>
                        </a:lnTo>
                        <a:lnTo>
                          <a:pt x="572" y="419"/>
                        </a:lnTo>
                        <a:lnTo>
                          <a:pt x="573" y="422"/>
                        </a:lnTo>
                        <a:lnTo>
                          <a:pt x="572" y="426"/>
                        </a:lnTo>
                        <a:lnTo>
                          <a:pt x="570" y="430"/>
                        </a:lnTo>
                        <a:lnTo>
                          <a:pt x="572" y="432"/>
                        </a:lnTo>
                        <a:lnTo>
                          <a:pt x="573" y="441"/>
                        </a:lnTo>
                        <a:lnTo>
                          <a:pt x="576" y="442"/>
                        </a:lnTo>
                        <a:lnTo>
                          <a:pt x="577" y="446"/>
                        </a:lnTo>
                        <a:lnTo>
                          <a:pt x="576" y="448"/>
                        </a:lnTo>
                        <a:lnTo>
                          <a:pt x="576" y="449"/>
                        </a:lnTo>
                        <a:lnTo>
                          <a:pt x="576" y="455"/>
                        </a:lnTo>
                        <a:lnTo>
                          <a:pt x="576" y="456"/>
                        </a:lnTo>
                        <a:lnTo>
                          <a:pt x="576" y="459"/>
                        </a:lnTo>
                        <a:lnTo>
                          <a:pt x="573" y="463"/>
                        </a:lnTo>
                        <a:lnTo>
                          <a:pt x="572" y="467"/>
                        </a:lnTo>
                        <a:lnTo>
                          <a:pt x="570" y="470"/>
                        </a:lnTo>
                        <a:lnTo>
                          <a:pt x="569" y="472"/>
                        </a:lnTo>
                        <a:lnTo>
                          <a:pt x="568" y="474"/>
                        </a:lnTo>
                        <a:lnTo>
                          <a:pt x="565" y="475"/>
                        </a:lnTo>
                        <a:lnTo>
                          <a:pt x="562" y="474"/>
                        </a:lnTo>
                        <a:lnTo>
                          <a:pt x="561" y="472"/>
                        </a:lnTo>
                        <a:lnTo>
                          <a:pt x="558" y="471"/>
                        </a:lnTo>
                        <a:lnTo>
                          <a:pt x="560" y="471"/>
                        </a:lnTo>
                        <a:lnTo>
                          <a:pt x="556" y="468"/>
                        </a:lnTo>
                        <a:lnTo>
                          <a:pt x="557" y="466"/>
                        </a:lnTo>
                        <a:lnTo>
                          <a:pt x="556" y="463"/>
                        </a:lnTo>
                        <a:lnTo>
                          <a:pt x="553" y="463"/>
                        </a:lnTo>
                        <a:lnTo>
                          <a:pt x="551" y="463"/>
                        </a:lnTo>
                        <a:lnTo>
                          <a:pt x="551" y="459"/>
                        </a:lnTo>
                        <a:lnTo>
                          <a:pt x="551" y="456"/>
                        </a:lnTo>
                        <a:lnTo>
                          <a:pt x="547" y="453"/>
                        </a:lnTo>
                        <a:lnTo>
                          <a:pt x="547" y="452"/>
                        </a:lnTo>
                        <a:lnTo>
                          <a:pt x="549" y="451"/>
                        </a:lnTo>
                        <a:lnTo>
                          <a:pt x="549" y="448"/>
                        </a:lnTo>
                        <a:lnTo>
                          <a:pt x="551" y="445"/>
                        </a:lnTo>
                        <a:lnTo>
                          <a:pt x="549" y="446"/>
                        </a:lnTo>
                        <a:lnTo>
                          <a:pt x="547" y="445"/>
                        </a:lnTo>
                        <a:lnTo>
                          <a:pt x="547" y="446"/>
                        </a:lnTo>
                        <a:lnTo>
                          <a:pt x="547" y="448"/>
                        </a:lnTo>
                        <a:lnTo>
                          <a:pt x="546" y="445"/>
                        </a:lnTo>
                        <a:lnTo>
                          <a:pt x="545" y="445"/>
                        </a:lnTo>
                        <a:lnTo>
                          <a:pt x="545" y="444"/>
                        </a:lnTo>
                        <a:lnTo>
                          <a:pt x="542" y="442"/>
                        </a:lnTo>
                        <a:lnTo>
                          <a:pt x="542" y="440"/>
                        </a:lnTo>
                        <a:lnTo>
                          <a:pt x="542" y="437"/>
                        </a:lnTo>
                        <a:lnTo>
                          <a:pt x="545" y="433"/>
                        </a:lnTo>
                        <a:lnTo>
                          <a:pt x="545" y="430"/>
                        </a:lnTo>
                        <a:lnTo>
                          <a:pt x="543" y="429"/>
                        </a:lnTo>
                        <a:lnTo>
                          <a:pt x="542" y="430"/>
                        </a:lnTo>
                        <a:lnTo>
                          <a:pt x="542" y="432"/>
                        </a:lnTo>
                        <a:lnTo>
                          <a:pt x="541" y="433"/>
                        </a:lnTo>
                        <a:lnTo>
                          <a:pt x="541" y="434"/>
                        </a:lnTo>
                        <a:lnTo>
                          <a:pt x="538" y="432"/>
                        </a:lnTo>
                        <a:lnTo>
                          <a:pt x="538" y="429"/>
                        </a:lnTo>
                        <a:lnTo>
                          <a:pt x="541" y="423"/>
                        </a:lnTo>
                        <a:lnTo>
                          <a:pt x="543" y="418"/>
                        </a:lnTo>
                        <a:lnTo>
                          <a:pt x="543" y="414"/>
                        </a:lnTo>
                        <a:lnTo>
                          <a:pt x="542" y="411"/>
                        </a:lnTo>
                        <a:lnTo>
                          <a:pt x="539" y="410"/>
                        </a:lnTo>
                        <a:lnTo>
                          <a:pt x="538" y="408"/>
                        </a:lnTo>
                        <a:lnTo>
                          <a:pt x="538" y="407"/>
                        </a:lnTo>
                        <a:lnTo>
                          <a:pt x="537" y="407"/>
                        </a:lnTo>
                        <a:lnTo>
                          <a:pt x="535" y="406"/>
                        </a:lnTo>
                        <a:lnTo>
                          <a:pt x="535" y="403"/>
                        </a:lnTo>
                        <a:lnTo>
                          <a:pt x="534" y="403"/>
                        </a:lnTo>
                        <a:lnTo>
                          <a:pt x="532" y="400"/>
                        </a:lnTo>
                        <a:lnTo>
                          <a:pt x="531" y="396"/>
                        </a:lnTo>
                        <a:lnTo>
                          <a:pt x="527" y="395"/>
                        </a:lnTo>
                        <a:lnTo>
                          <a:pt x="526" y="394"/>
                        </a:lnTo>
                        <a:lnTo>
                          <a:pt x="523" y="395"/>
                        </a:lnTo>
                        <a:lnTo>
                          <a:pt x="520" y="396"/>
                        </a:lnTo>
                        <a:lnTo>
                          <a:pt x="520" y="396"/>
                        </a:lnTo>
                        <a:lnTo>
                          <a:pt x="520" y="398"/>
                        </a:lnTo>
                        <a:lnTo>
                          <a:pt x="519" y="396"/>
                        </a:lnTo>
                        <a:lnTo>
                          <a:pt x="516" y="400"/>
                        </a:lnTo>
                        <a:lnTo>
                          <a:pt x="513" y="400"/>
                        </a:lnTo>
                        <a:lnTo>
                          <a:pt x="509" y="402"/>
                        </a:lnTo>
                        <a:lnTo>
                          <a:pt x="508" y="400"/>
                        </a:lnTo>
                        <a:lnTo>
                          <a:pt x="508" y="399"/>
                        </a:lnTo>
                        <a:lnTo>
                          <a:pt x="509" y="400"/>
                        </a:lnTo>
                        <a:lnTo>
                          <a:pt x="509" y="399"/>
                        </a:lnTo>
                        <a:lnTo>
                          <a:pt x="509" y="398"/>
                        </a:lnTo>
                        <a:lnTo>
                          <a:pt x="508" y="396"/>
                        </a:lnTo>
                        <a:lnTo>
                          <a:pt x="504" y="394"/>
                        </a:lnTo>
                        <a:lnTo>
                          <a:pt x="504" y="394"/>
                        </a:lnTo>
                        <a:lnTo>
                          <a:pt x="507" y="395"/>
                        </a:lnTo>
                        <a:lnTo>
                          <a:pt x="507" y="394"/>
                        </a:lnTo>
                        <a:lnTo>
                          <a:pt x="504" y="392"/>
                        </a:lnTo>
                        <a:lnTo>
                          <a:pt x="504" y="391"/>
                        </a:lnTo>
                        <a:lnTo>
                          <a:pt x="503" y="389"/>
                        </a:lnTo>
                        <a:lnTo>
                          <a:pt x="503" y="391"/>
                        </a:lnTo>
                        <a:lnTo>
                          <a:pt x="504" y="394"/>
                        </a:lnTo>
                        <a:lnTo>
                          <a:pt x="501" y="392"/>
                        </a:lnTo>
                        <a:lnTo>
                          <a:pt x="498" y="389"/>
                        </a:lnTo>
                        <a:lnTo>
                          <a:pt x="496" y="389"/>
                        </a:lnTo>
                        <a:lnTo>
                          <a:pt x="492" y="389"/>
                        </a:lnTo>
                        <a:lnTo>
                          <a:pt x="492" y="389"/>
                        </a:lnTo>
                        <a:lnTo>
                          <a:pt x="496" y="389"/>
                        </a:lnTo>
                        <a:lnTo>
                          <a:pt x="497" y="388"/>
                        </a:lnTo>
                        <a:lnTo>
                          <a:pt x="497" y="388"/>
                        </a:lnTo>
                        <a:lnTo>
                          <a:pt x="493" y="388"/>
                        </a:lnTo>
                        <a:lnTo>
                          <a:pt x="490" y="389"/>
                        </a:lnTo>
                        <a:lnTo>
                          <a:pt x="489" y="389"/>
                        </a:lnTo>
                        <a:lnTo>
                          <a:pt x="485" y="389"/>
                        </a:lnTo>
                        <a:lnTo>
                          <a:pt x="484" y="388"/>
                        </a:lnTo>
                        <a:lnTo>
                          <a:pt x="481" y="389"/>
                        </a:lnTo>
                        <a:lnTo>
                          <a:pt x="477" y="389"/>
                        </a:lnTo>
                        <a:lnTo>
                          <a:pt x="475" y="389"/>
                        </a:lnTo>
                        <a:lnTo>
                          <a:pt x="473" y="388"/>
                        </a:lnTo>
                        <a:lnTo>
                          <a:pt x="471" y="385"/>
                        </a:lnTo>
                        <a:lnTo>
                          <a:pt x="473" y="384"/>
                        </a:lnTo>
                        <a:lnTo>
                          <a:pt x="470" y="384"/>
                        </a:lnTo>
                        <a:lnTo>
                          <a:pt x="470" y="387"/>
                        </a:lnTo>
                        <a:lnTo>
                          <a:pt x="469" y="388"/>
                        </a:lnTo>
                        <a:lnTo>
                          <a:pt x="466" y="388"/>
                        </a:lnTo>
                        <a:lnTo>
                          <a:pt x="465" y="388"/>
                        </a:lnTo>
                        <a:lnTo>
                          <a:pt x="460" y="388"/>
                        </a:lnTo>
                        <a:lnTo>
                          <a:pt x="452" y="389"/>
                        </a:lnTo>
                        <a:lnTo>
                          <a:pt x="451" y="392"/>
                        </a:lnTo>
                        <a:lnTo>
                          <a:pt x="445" y="394"/>
                        </a:lnTo>
                        <a:lnTo>
                          <a:pt x="443" y="396"/>
                        </a:lnTo>
                        <a:lnTo>
                          <a:pt x="443" y="399"/>
                        </a:lnTo>
                        <a:lnTo>
                          <a:pt x="445" y="398"/>
                        </a:lnTo>
                        <a:lnTo>
                          <a:pt x="447" y="396"/>
                        </a:lnTo>
                        <a:lnTo>
                          <a:pt x="447" y="396"/>
                        </a:lnTo>
                        <a:lnTo>
                          <a:pt x="448" y="398"/>
                        </a:lnTo>
                        <a:lnTo>
                          <a:pt x="451" y="399"/>
                        </a:lnTo>
                        <a:lnTo>
                          <a:pt x="450" y="399"/>
                        </a:lnTo>
                        <a:lnTo>
                          <a:pt x="445" y="402"/>
                        </a:lnTo>
                        <a:lnTo>
                          <a:pt x="445" y="404"/>
                        </a:lnTo>
                        <a:lnTo>
                          <a:pt x="447" y="406"/>
                        </a:lnTo>
                        <a:lnTo>
                          <a:pt x="451" y="407"/>
                        </a:lnTo>
                        <a:lnTo>
                          <a:pt x="455" y="410"/>
                        </a:lnTo>
                        <a:lnTo>
                          <a:pt x="454" y="411"/>
                        </a:lnTo>
                        <a:lnTo>
                          <a:pt x="452" y="411"/>
                        </a:lnTo>
                        <a:lnTo>
                          <a:pt x="451" y="413"/>
                        </a:lnTo>
                        <a:lnTo>
                          <a:pt x="451" y="410"/>
                        </a:lnTo>
                        <a:lnTo>
                          <a:pt x="450" y="410"/>
                        </a:lnTo>
                        <a:lnTo>
                          <a:pt x="448" y="410"/>
                        </a:lnTo>
                        <a:lnTo>
                          <a:pt x="447" y="407"/>
                        </a:lnTo>
                        <a:lnTo>
                          <a:pt x="444" y="407"/>
                        </a:lnTo>
                        <a:lnTo>
                          <a:pt x="443" y="404"/>
                        </a:lnTo>
                        <a:lnTo>
                          <a:pt x="440" y="404"/>
                        </a:lnTo>
                        <a:lnTo>
                          <a:pt x="441" y="406"/>
                        </a:lnTo>
                        <a:lnTo>
                          <a:pt x="441" y="410"/>
                        </a:lnTo>
                        <a:lnTo>
                          <a:pt x="439" y="411"/>
                        </a:lnTo>
                        <a:lnTo>
                          <a:pt x="437" y="410"/>
                        </a:lnTo>
                        <a:lnTo>
                          <a:pt x="436" y="407"/>
                        </a:lnTo>
                        <a:lnTo>
                          <a:pt x="433" y="410"/>
                        </a:lnTo>
                        <a:lnTo>
                          <a:pt x="432" y="411"/>
                        </a:lnTo>
                        <a:lnTo>
                          <a:pt x="428" y="410"/>
                        </a:lnTo>
                        <a:lnTo>
                          <a:pt x="426" y="408"/>
                        </a:lnTo>
                        <a:lnTo>
                          <a:pt x="424" y="408"/>
                        </a:lnTo>
                        <a:lnTo>
                          <a:pt x="422" y="408"/>
                        </a:lnTo>
                        <a:lnTo>
                          <a:pt x="424" y="407"/>
                        </a:lnTo>
                        <a:lnTo>
                          <a:pt x="425" y="406"/>
                        </a:lnTo>
                        <a:lnTo>
                          <a:pt x="425" y="404"/>
                        </a:lnTo>
                        <a:lnTo>
                          <a:pt x="421" y="404"/>
                        </a:lnTo>
                        <a:lnTo>
                          <a:pt x="421" y="403"/>
                        </a:lnTo>
                        <a:lnTo>
                          <a:pt x="421" y="400"/>
                        </a:lnTo>
                        <a:lnTo>
                          <a:pt x="420" y="400"/>
                        </a:lnTo>
                        <a:lnTo>
                          <a:pt x="418" y="400"/>
                        </a:lnTo>
                        <a:lnTo>
                          <a:pt x="417" y="400"/>
                        </a:lnTo>
                        <a:lnTo>
                          <a:pt x="417" y="399"/>
                        </a:lnTo>
                        <a:lnTo>
                          <a:pt x="416" y="398"/>
                        </a:lnTo>
                        <a:lnTo>
                          <a:pt x="413" y="399"/>
                        </a:lnTo>
                        <a:lnTo>
                          <a:pt x="413" y="400"/>
                        </a:lnTo>
                        <a:lnTo>
                          <a:pt x="413" y="402"/>
                        </a:lnTo>
                        <a:lnTo>
                          <a:pt x="410" y="403"/>
                        </a:lnTo>
                        <a:lnTo>
                          <a:pt x="402" y="402"/>
                        </a:lnTo>
                        <a:lnTo>
                          <a:pt x="402" y="400"/>
                        </a:lnTo>
                        <a:lnTo>
                          <a:pt x="395" y="399"/>
                        </a:lnTo>
                        <a:lnTo>
                          <a:pt x="391" y="399"/>
                        </a:lnTo>
                        <a:lnTo>
                          <a:pt x="386" y="400"/>
                        </a:lnTo>
                        <a:lnTo>
                          <a:pt x="384" y="400"/>
                        </a:lnTo>
                        <a:lnTo>
                          <a:pt x="382" y="402"/>
                        </a:lnTo>
                        <a:lnTo>
                          <a:pt x="380" y="404"/>
                        </a:lnTo>
                        <a:lnTo>
                          <a:pt x="376" y="404"/>
                        </a:lnTo>
                        <a:lnTo>
                          <a:pt x="378" y="403"/>
                        </a:lnTo>
                        <a:lnTo>
                          <a:pt x="376" y="400"/>
                        </a:lnTo>
                        <a:lnTo>
                          <a:pt x="378" y="398"/>
                        </a:lnTo>
                        <a:lnTo>
                          <a:pt x="378" y="395"/>
                        </a:lnTo>
                        <a:lnTo>
                          <a:pt x="376" y="396"/>
                        </a:lnTo>
                        <a:lnTo>
                          <a:pt x="373" y="399"/>
                        </a:lnTo>
                        <a:lnTo>
                          <a:pt x="372" y="399"/>
                        </a:lnTo>
                        <a:lnTo>
                          <a:pt x="371" y="398"/>
                        </a:lnTo>
                        <a:lnTo>
                          <a:pt x="372" y="402"/>
                        </a:lnTo>
                        <a:lnTo>
                          <a:pt x="372" y="404"/>
                        </a:lnTo>
                        <a:lnTo>
                          <a:pt x="373" y="407"/>
                        </a:lnTo>
                        <a:lnTo>
                          <a:pt x="372" y="408"/>
                        </a:lnTo>
                        <a:lnTo>
                          <a:pt x="369" y="408"/>
                        </a:lnTo>
                        <a:lnTo>
                          <a:pt x="365" y="413"/>
                        </a:lnTo>
                        <a:lnTo>
                          <a:pt x="359" y="415"/>
                        </a:lnTo>
                        <a:lnTo>
                          <a:pt x="357" y="415"/>
                        </a:lnTo>
                        <a:lnTo>
                          <a:pt x="354" y="418"/>
                        </a:lnTo>
                        <a:lnTo>
                          <a:pt x="353" y="418"/>
                        </a:lnTo>
                        <a:lnTo>
                          <a:pt x="354" y="415"/>
                        </a:lnTo>
                        <a:lnTo>
                          <a:pt x="353" y="414"/>
                        </a:lnTo>
                        <a:lnTo>
                          <a:pt x="352" y="415"/>
                        </a:lnTo>
                        <a:lnTo>
                          <a:pt x="350" y="414"/>
                        </a:lnTo>
                        <a:lnTo>
                          <a:pt x="348" y="415"/>
                        </a:lnTo>
                        <a:lnTo>
                          <a:pt x="349" y="417"/>
                        </a:lnTo>
                        <a:lnTo>
                          <a:pt x="346" y="418"/>
                        </a:lnTo>
                        <a:lnTo>
                          <a:pt x="345" y="417"/>
                        </a:lnTo>
                        <a:lnTo>
                          <a:pt x="345" y="421"/>
                        </a:lnTo>
                        <a:lnTo>
                          <a:pt x="342" y="422"/>
                        </a:lnTo>
                        <a:lnTo>
                          <a:pt x="341" y="421"/>
                        </a:lnTo>
                        <a:lnTo>
                          <a:pt x="338" y="425"/>
                        </a:lnTo>
                        <a:lnTo>
                          <a:pt x="341" y="426"/>
                        </a:lnTo>
                        <a:lnTo>
                          <a:pt x="337" y="429"/>
                        </a:lnTo>
                        <a:lnTo>
                          <a:pt x="335" y="429"/>
                        </a:lnTo>
                        <a:lnTo>
                          <a:pt x="337" y="434"/>
                        </a:lnTo>
                        <a:lnTo>
                          <a:pt x="334" y="437"/>
                        </a:lnTo>
                        <a:lnTo>
                          <a:pt x="333" y="441"/>
                        </a:lnTo>
                        <a:lnTo>
                          <a:pt x="331" y="445"/>
                        </a:lnTo>
                        <a:lnTo>
                          <a:pt x="333" y="448"/>
                        </a:lnTo>
                        <a:lnTo>
                          <a:pt x="333" y="453"/>
                        </a:lnTo>
                        <a:lnTo>
                          <a:pt x="333" y="455"/>
                        </a:lnTo>
                        <a:lnTo>
                          <a:pt x="333" y="459"/>
                        </a:lnTo>
                        <a:lnTo>
                          <a:pt x="330" y="463"/>
                        </a:lnTo>
                        <a:lnTo>
                          <a:pt x="330" y="461"/>
                        </a:lnTo>
                        <a:lnTo>
                          <a:pt x="329" y="460"/>
                        </a:lnTo>
                        <a:lnTo>
                          <a:pt x="326" y="460"/>
                        </a:lnTo>
                        <a:lnTo>
                          <a:pt x="323" y="459"/>
                        </a:lnTo>
                        <a:lnTo>
                          <a:pt x="319" y="456"/>
                        </a:lnTo>
                        <a:lnTo>
                          <a:pt x="316" y="455"/>
                        </a:lnTo>
                        <a:lnTo>
                          <a:pt x="315" y="453"/>
                        </a:lnTo>
                        <a:lnTo>
                          <a:pt x="312" y="453"/>
                        </a:lnTo>
                        <a:lnTo>
                          <a:pt x="311" y="453"/>
                        </a:lnTo>
                        <a:lnTo>
                          <a:pt x="311" y="453"/>
                        </a:lnTo>
                        <a:lnTo>
                          <a:pt x="310" y="451"/>
                        </a:lnTo>
                        <a:lnTo>
                          <a:pt x="310" y="448"/>
                        </a:lnTo>
                        <a:lnTo>
                          <a:pt x="307" y="440"/>
                        </a:lnTo>
                        <a:lnTo>
                          <a:pt x="307" y="438"/>
                        </a:lnTo>
                        <a:lnTo>
                          <a:pt x="307" y="437"/>
                        </a:lnTo>
                        <a:lnTo>
                          <a:pt x="307" y="436"/>
                        </a:lnTo>
                        <a:lnTo>
                          <a:pt x="307" y="433"/>
                        </a:lnTo>
                        <a:lnTo>
                          <a:pt x="304" y="430"/>
                        </a:lnTo>
                        <a:lnTo>
                          <a:pt x="303" y="427"/>
                        </a:lnTo>
                        <a:lnTo>
                          <a:pt x="303" y="425"/>
                        </a:lnTo>
                        <a:lnTo>
                          <a:pt x="300" y="423"/>
                        </a:lnTo>
                        <a:lnTo>
                          <a:pt x="300" y="422"/>
                        </a:lnTo>
                        <a:lnTo>
                          <a:pt x="299" y="421"/>
                        </a:lnTo>
                        <a:lnTo>
                          <a:pt x="297" y="415"/>
                        </a:lnTo>
                        <a:lnTo>
                          <a:pt x="296" y="414"/>
                        </a:lnTo>
                        <a:lnTo>
                          <a:pt x="295" y="413"/>
                        </a:lnTo>
                        <a:lnTo>
                          <a:pt x="295" y="410"/>
                        </a:lnTo>
                        <a:lnTo>
                          <a:pt x="295" y="407"/>
                        </a:lnTo>
                        <a:lnTo>
                          <a:pt x="293" y="407"/>
                        </a:lnTo>
                        <a:lnTo>
                          <a:pt x="292" y="403"/>
                        </a:lnTo>
                        <a:lnTo>
                          <a:pt x="291" y="400"/>
                        </a:lnTo>
                        <a:lnTo>
                          <a:pt x="288" y="398"/>
                        </a:lnTo>
                        <a:lnTo>
                          <a:pt x="287" y="396"/>
                        </a:lnTo>
                        <a:lnTo>
                          <a:pt x="284" y="395"/>
                        </a:lnTo>
                        <a:lnTo>
                          <a:pt x="282" y="395"/>
                        </a:lnTo>
                        <a:lnTo>
                          <a:pt x="281" y="394"/>
                        </a:lnTo>
                        <a:lnTo>
                          <a:pt x="281" y="394"/>
                        </a:lnTo>
                        <a:lnTo>
                          <a:pt x="278" y="394"/>
                        </a:lnTo>
                        <a:lnTo>
                          <a:pt x="276" y="394"/>
                        </a:lnTo>
                        <a:lnTo>
                          <a:pt x="273" y="394"/>
                        </a:lnTo>
                        <a:lnTo>
                          <a:pt x="272" y="395"/>
                        </a:lnTo>
                        <a:lnTo>
                          <a:pt x="272" y="395"/>
                        </a:lnTo>
                        <a:lnTo>
                          <a:pt x="270" y="395"/>
                        </a:lnTo>
                        <a:lnTo>
                          <a:pt x="270" y="395"/>
                        </a:lnTo>
                        <a:lnTo>
                          <a:pt x="268" y="395"/>
                        </a:lnTo>
                        <a:lnTo>
                          <a:pt x="266" y="396"/>
                        </a:lnTo>
                        <a:lnTo>
                          <a:pt x="265" y="400"/>
                        </a:lnTo>
                        <a:lnTo>
                          <a:pt x="263" y="402"/>
                        </a:lnTo>
                        <a:lnTo>
                          <a:pt x="263" y="403"/>
                        </a:lnTo>
                        <a:lnTo>
                          <a:pt x="263" y="404"/>
                        </a:lnTo>
                        <a:lnTo>
                          <a:pt x="262" y="404"/>
                        </a:lnTo>
                        <a:lnTo>
                          <a:pt x="259" y="406"/>
                        </a:lnTo>
                        <a:lnTo>
                          <a:pt x="259" y="407"/>
                        </a:lnTo>
                        <a:lnTo>
                          <a:pt x="258" y="407"/>
                        </a:lnTo>
                        <a:lnTo>
                          <a:pt x="257" y="407"/>
                        </a:lnTo>
                        <a:lnTo>
                          <a:pt x="257" y="406"/>
                        </a:lnTo>
                        <a:lnTo>
                          <a:pt x="253" y="404"/>
                        </a:lnTo>
                        <a:lnTo>
                          <a:pt x="251" y="404"/>
                        </a:lnTo>
                        <a:lnTo>
                          <a:pt x="250" y="403"/>
                        </a:lnTo>
                        <a:lnTo>
                          <a:pt x="247" y="402"/>
                        </a:lnTo>
                        <a:lnTo>
                          <a:pt x="246" y="402"/>
                        </a:lnTo>
                        <a:lnTo>
                          <a:pt x="244" y="400"/>
                        </a:lnTo>
                        <a:lnTo>
                          <a:pt x="244" y="400"/>
                        </a:lnTo>
                        <a:lnTo>
                          <a:pt x="244" y="399"/>
                        </a:lnTo>
                        <a:lnTo>
                          <a:pt x="243" y="398"/>
                        </a:lnTo>
                        <a:lnTo>
                          <a:pt x="242" y="399"/>
                        </a:lnTo>
                        <a:lnTo>
                          <a:pt x="240" y="398"/>
                        </a:lnTo>
                        <a:lnTo>
                          <a:pt x="240" y="398"/>
                        </a:lnTo>
                        <a:lnTo>
                          <a:pt x="240" y="396"/>
                        </a:lnTo>
                        <a:lnTo>
                          <a:pt x="239" y="395"/>
                        </a:lnTo>
                        <a:lnTo>
                          <a:pt x="238" y="392"/>
                        </a:lnTo>
                        <a:lnTo>
                          <a:pt x="235" y="389"/>
                        </a:lnTo>
                        <a:lnTo>
                          <a:pt x="235" y="388"/>
                        </a:lnTo>
                        <a:lnTo>
                          <a:pt x="236" y="388"/>
                        </a:lnTo>
                        <a:lnTo>
                          <a:pt x="238" y="387"/>
                        </a:lnTo>
                        <a:lnTo>
                          <a:pt x="238" y="385"/>
                        </a:lnTo>
                        <a:lnTo>
                          <a:pt x="236" y="384"/>
                        </a:lnTo>
                        <a:lnTo>
                          <a:pt x="235" y="383"/>
                        </a:lnTo>
                        <a:lnTo>
                          <a:pt x="235" y="383"/>
                        </a:lnTo>
                        <a:lnTo>
                          <a:pt x="234" y="381"/>
                        </a:lnTo>
                        <a:lnTo>
                          <a:pt x="234" y="377"/>
                        </a:lnTo>
                        <a:lnTo>
                          <a:pt x="232" y="376"/>
                        </a:lnTo>
                        <a:lnTo>
                          <a:pt x="229" y="374"/>
                        </a:lnTo>
                        <a:lnTo>
                          <a:pt x="228" y="374"/>
                        </a:lnTo>
                        <a:lnTo>
                          <a:pt x="229" y="373"/>
                        </a:lnTo>
                        <a:lnTo>
                          <a:pt x="229" y="372"/>
                        </a:lnTo>
                        <a:lnTo>
                          <a:pt x="227" y="370"/>
                        </a:lnTo>
                        <a:lnTo>
                          <a:pt x="224" y="369"/>
                        </a:lnTo>
                        <a:lnTo>
                          <a:pt x="225" y="368"/>
                        </a:lnTo>
                        <a:lnTo>
                          <a:pt x="224" y="365"/>
                        </a:lnTo>
                        <a:lnTo>
                          <a:pt x="223" y="365"/>
                        </a:lnTo>
                        <a:lnTo>
                          <a:pt x="223" y="365"/>
                        </a:lnTo>
                        <a:lnTo>
                          <a:pt x="221" y="362"/>
                        </a:lnTo>
                        <a:lnTo>
                          <a:pt x="219" y="360"/>
                        </a:lnTo>
                        <a:lnTo>
                          <a:pt x="216" y="358"/>
                        </a:lnTo>
                        <a:lnTo>
                          <a:pt x="193" y="357"/>
                        </a:lnTo>
                        <a:lnTo>
                          <a:pt x="193" y="362"/>
                        </a:lnTo>
                        <a:lnTo>
                          <a:pt x="152" y="361"/>
                        </a:lnTo>
                        <a:lnTo>
                          <a:pt x="103" y="339"/>
                        </a:lnTo>
                        <a:lnTo>
                          <a:pt x="104" y="338"/>
                        </a:lnTo>
                        <a:lnTo>
                          <a:pt x="103" y="336"/>
                        </a:lnTo>
                        <a:lnTo>
                          <a:pt x="69" y="338"/>
                        </a:lnTo>
                        <a:lnTo>
                          <a:pt x="69" y="335"/>
                        </a:lnTo>
                        <a:lnTo>
                          <a:pt x="69" y="331"/>
                        </a:lnTo>
                        <a:lnTo>
                          <a:pt x="69" y="327"/>
                        </a:lnTo>
                        <a:lnTo>
                          <a:pt x="64" y="320"/>
                        </a:lnTo>
                        <a:lnTo>
                          <a:pt x="61" y="316"/>
                        </a:lnTo>
                        <a:lnTo>
                          <a:pt x="60" y="317"/>
                        </a:lnTo>
                        <a:lnTo>
                          <a:pt x="58" y="317"/>
                        </a:lnTo>
                        <a:lnTo>
                          <a:pt x="57" y="316"/>
                        </a:lnTo>
                        <a:lnTo>
                          <a:pt x="57" y="313"/>
                        </a:lnTo>
                        <a:lnTo>
                          <a:pt x="57" y="312"/>
                        </a:lnTo>
                        <a:lnTo>
                          <a:pt x="53" y="312"/>
                        </a:lnTo>
                        <a:lnTo>
                          <a:pt x="50" y="312"/>
                        </a:lnTo>
                        <a:lnTo>
                          <a:pt x="47" y="309"/>
                        </a:lnTo>
                        <a:lnTo>
                          <a:pt x="47" y="307"/>
                        </a:lnTo>
                        <a:lnTo>
                          <a:pt x="45" y="305"/>
                        </a:lnTo>
                        <a:lnTo>
                          <a:pt x="41" y="305"/>
                        </a:lnTo>
                        <a:lnTo>
                          <a:pt x="39" y="304"/>
                        </a:lnTo>
                        <a:lnTo>
                          <a:pt x="37" y="302"/>
                        </a:lnTo>
                        <a:lnTo>
                          <a:pt x="34" y="302"/>
                        </a:lnTo>
                        <a:lnTo>
                          <a:pt x="30" y="302"/>
                        </a:lnTo>
                        <a:lnTo>
                          <a:pt x="27" y="301"/>
                        </a:lnTo>
                        <a:lnTo>
                          <a:pt x="27" y="298"/>
                        </a:lnTo>
                        <a:lnTo>
                          <a:pt x="27" y="298"/>
                        </a:lnTo>
                        <a:lnTo>
                          <a:pt x="28" y="296"/>
                        </a:lnTo>
                        <a:lnTo>
                          <a:pt x="30" y="292"/>
                        </a:lnTo>
                        <a:lnTo>
                          <a:pt x="28" y="289"/>
                        </a:lnTo>
                        <a:lnTo>
                          <a:pt x="26" y="286"/>
                        </a:lnTo>
                        <a:lnTo>
                          <a:pt x="26" y="286"/>
                        </a:lnTo>
                        <a:lnTo>
                          <a:pt x="27" y="285"/>
                        </a:lnTo>
                        <a:lnTo>
                          <a:pt x="26" y="283"/>
                        </a:lnTo>
                        <a:lnTo>
                          <a:pt x="23" y="281"/>
                        </a:lnTo>
                        <a:lnTo>
                          <a:pt x="20" y="274"/>
                        </a:lnTo>
                        <a:lnTo>
                          <a:pt x="19" y="270"/>
                        </a:lnTo>
                        <a:lnTo>
                          <a:pt x="18" y="267"/>
                        </a:lnTo>
                        <a:lnTo>
                          <a:pt x="18" y="266"/>
                        </a:lnTo>
                        <a:lnTo>
                          <a:pt x="18" y="263"/>
                        </a:lnTo>
                        <a:lnTo>
                          <a:pt x="16" y="260"/>
                        </a:lnTo>
                        <a:lnTo>
                          <a:pt x="16" y="259"/>
                        </a:lnTo>
                        <a:lnTo>
                          <a:pt x="18" y="259"/>
                        </a:lnTo>
                        <a:lnTo>
                          <a:pt x="19" y="258"/>
                        </a:lnTo>
                        <a:lnTo>
                          <a:pt x="19" y="255"/>
                        </a:lnTo>
                        <a:lnTo>
                          <a:pt x="18" y="254"/>
                        </a:lnTo>
                        <a:lnTo>
                          <a:pt x="16" y="252"/>
                        </a:lnTo>
                        <a:lnTo>
                          <a:pt x="15" y="249"/>
                        </a:lnTo>
                        <a:lnTo>
                          <a:pt x="13" y="248"/>
                        </a:lnTo>
                        <a:lnTo>
                          <a:pt x="13" y="247"/>
                        </a:lnTo>
                        <a:lnTo>
                          <a:pt x="15" y="244"/>
                        </a:lnTo>
                        <a:lnTo>
                          <a:pt x="13" y="243"/>
                        </a:lnTo>
                        <a:lnTo>
                          <a:pt x="15" y="241"/>
                        </a:lnTo>
                        <a:lnTo>
                          <a:pt x="15" y="240"/>
                        </a:lnTo>
                        <a:lnTo>
                          <a:pt x="16" y="239"/>
                        </a:lnTo>
                        <a:lnTo>
                          <a:pt x="18" y="239"/>
                        </a:lnTo>
                        <a:lnTo>
                          <a:pt x="19" y="241"/>
                        </a:lnTo>
                        <a:lnTo>
                          <a:pt x="20" y="243"/>
                        </a:lnTo>
                        <a:lnTo>
                          <a:pt x="20" y="241"/>
                        </a:lnTo>
                        <a:lnTo>
                          <a:pt x="19" y="240"/>
                        </a:lnTo>
                        <a:lnTo>
                          <a:pt x="19" y="236"/>
                        </a:lnTo>
                        <a:lnTo>
                          <a:pt x="18" y="235"/>
                        </a:lnTo>
                        <a:lnTo>
                          <a:pt x="18" y="233"/>
                        </a:lnTo>
                        <a:lnTo>
                          <a:pt x="19" y="233"/>
                        </a:lnTo>
                        <a:lnTo>
                          <a:pt x="20" y="233"/>
                        </a:lnTo>
                        <a:lnTo>
                          <a:pt x="23" y="233"/>
                        </a:lnTo>
                        <a:lnTo>
                          <a:pt x="24" y="232"/>
                        </a:lnTo>
                        <a:lnTo>
                          <a:pt x="22" y="232"/>
                        </a:lnTo>
                        <a:lnTo>
                          <a:pt x="20" y="230"/>
                        </a:lnTo>
                        <a:lnTo>
                          <a:pt x="19" y="230"/>
                        </a:lnTo>
                        <a:lnTo>
                          <a:pt x="18" y="229"/>
                        </a:lnTo>
                        <a:lnTo>
                          <a:pt x="18" y="230"/>
                        </a:lnTo>
                        <a:lnTo>
                          <a:pt x="15" y="229"/>
                        </a:lnTo>
                        <a:lnTo>
                          <a:pt x="15" y="232"/>
                        </a:lnTo>
                        <a:lnTo>
                          <a:pt x="15" y="236"/>
                        </a:lnTo>
                        <a:lnTo>
                          <a:pt x="15" y="235"/>
                        </a:lnTo>
                        <a:lnTo>
                          <a:pt x="13" y="235"/>
                        </a:lnTo>
                        <a:lnTo>
                          <a:pt x="13" y="233"/>
                        </a:lnTo>
                        <a:lnTo>
                          <a:pt x="9" y="230"/>
                        </a:lnTo>
                        <a:lnTo>
                          <a:pt x="9" y="229"/>
                        </a:lnTo>
                        <a:lnTo>
                          <a:pt x="9" y="226"/>
                        </a:lnTo>
                        <a:lnTo>
                          <a:pt x="9" y="224"/>
                        </a:lnTo>
                        <a:lnTo>
                          <a:pt x="4" y="216"/>
                        </a:lnTo>
                        <a:lnTo>
                          <a:pt x="3" y="213"/>
                        </a:lnTo>
                        <a:lnTo>
                          <a:pt x="4" y="211"/>
                        </a:lnTo>
                        <a:lnTo>
                          <a:pt x="4" y="209"/>
                        </a:lnTo>
                        <a:lnTo>
                          <a:pt x="4" y="206"/>
                        </a:lnTo>
                        <a:lnTo>
                          <a:pt x="3" y="205"/>
                        </a:lnTo>
                        <a:lnTo>
                          <a:pt x="3" y="203"/>
                        </a:lnTo>
                        <a:lnTo>
                          <a:pt x="5" y="201"/>
                        </a:lnTo>
                        <a:lnTo>
                          <a:pt x="5" y="197"/>
                        </a:lnTo>
                        <a:lnTo>
                          <a:pt x="5" y="191"/>
                        </a:lnTo>
                        <a:lnTo>
                          <a:pt x="3" y="186"/>
                        </a:lnTo>
                        <a:lnTo>
                          <a:pt x="0" y="183"/>
                        </a:lnTo>
                        <a:lnTo>
                          <a:pt x="0" y="179"/>
                        </a:lnTo>
                        <a:lnTo>
                          <a:pt x="1" y="176"/>
                        </a:lnTo>
                        <a:lnTo>
                          <a:pt x="7" y="173"/>
                        </a:lnTo>
                        <a:lnTo>
                          <a:pt x="8" y="169"/>
                        </a:lnTo>
                        <a:lnTo>
                          <a:pt x="7" y="169"/>
                        </a:lnTo>
                        <a:lnTo>
                          <a:pt x="7" y="167"/>
                        </a:lnTo>
                        <a:lnTo>
                          <a:pt x="8" y="165"/>
                        </a:lnTo>
                        <a:lnTo>
                          <a:pt x="9" y="163"/>
                        </a:lnTo>
                        <a:lnTo>
                          <a:pt x="9" y="157"/>
                        </a:lnTo>
                        <a:lnTo>
                          <a:pt x="9" y="153"/>
                        </a:lnTo>
                        <a:lnTo>
                          <a:pt x="9" y="150"/>
                        </a:lnTo>
                        <a:lnTo>
                          <a:pt x="11" y="149"/>
                        </a:lnTo>
                        <a:lnTo>
                          <a:pt x="8" y="146"/>
                        </a:lnTo>
                        <a:lnTo>
                          <a:pt x="8" y="142"/>
                        </a:lnTo>
                        <a:lnTo>
                          <a:pt x="9" y="137"/>
                        </a:lnTo>
                        <a:lnTo>
                          <a:pt x="9" y="131"/>
                        </a:lnTo>
                        <a:lnTo>
                          <a:pt x="11" y="129"/>
                        </a:lnTo>
                        <a:lnTo>
                          <a:pt x="13" y="125"/>
                        </a:lnTo>
                        <a:lnTo>
                          <a:pt x="15" y="122"/>
                        </a:lnTo>
                        <a:lnTo>
                          <a:pt x="16" y="120"/>
                        </a:lnTo>
                        <a:lnTo>
                          <a:pt x="18" y="115"/>
                        </a:lnTo>
                        <a:lnTo>
                          <a:pt x="20" y="112"/>
                        </a:lnTo>
                        <a:lnTo>
                          <a:pt x="23" y="108"/>
                        </a:lnTo>
                        <a:lnTo>
                          <a:pt x="23" y="101"/>
                        </a:lnTo>
                        <a:lnTo>
                          <a:pt x="27" y="95"/>
                        </a:lnTo>
                        <a:lnTo>
                          <a:pt x="27" y="88"/>
                        </a:lnTo>
                        <a:lnTo>
                          <a:pt x="31" y="80"/>
                        </a:lnTo>
                        <a:lnTo>
                          <a:pt x="32" y="76"/>
                        </a:lnTo>
                        <a:lnTo>
                          <a:pt x="35" y="73"/>
                        </a:lnTo>
                        <a:lnTo>
                          <a:pt x="35" y="70"/>
                        </a:lnTo>
                        <a:lnTo>
                          <a:pt x="35" y="67"/>
                        </a:lnTo>
                        <a:lnTo>
                          <a:pt x="38" y="65"/>
                        </a:lnTo>
                        <a:lnTo>
                          <a:pt x="38" y="62"/>
                        </a:lnTo>
                        <a:lnTo>
                          <a:pt x="38" y="62"/>
                        </a:lnTo>
                        <a:lnTo>
                          <a:pt x="41" y="62"/>
                        </a:lnTo>
                        <a:lnTo>
                          <a:pt x="45" y="63"/>
                        </a:lnTo>
                        <a:lnTo>
                          <a:pt x="47" y="65"/>
                        </a:lnTo>
                        <a:lnTo>
                          <a:pt x="49" y="63"/>
                        </a:lnTo>
                        <a:lnTo>
                          <a:pt x="51" y="66"/>
                        </a:lnTo>
                        <a:lnTo>
                          <a:pt x="53" y="69"/>
                        </a:lnTo>
                        <a:lnTo>
                          <a:pt x="53" y="65"/>
                        </a:lnTo>
                        <a:lnTo>
                          <a:pt x="50" y="63"/>
                        </a:lnTo>
                        <a:lnTo>
                          <a:pt x="47" y="63"/>
                        </a:lnTo>
                        <a:lnTo>
                          <a:pt x="46" y="61"/>
                        </a:lnTo>
                        <a:lnTo>
                          <a:pt x="42" y="61"/>
                        </a:lnTo>
                        <a:lnTo>
                          <a:pt x="38" y="59"/>
                        </a:lnTo>
                        <a:lnTo>
                          <a:pt x="38" y="58"/>
                        </a:lnTo>
                        <a:lnTo>
                          <a:pt x="38" y="57"/>
                        </a:lnTo>
                        <a:lnTo>
                          <a:pt x="39" y="57"/>
                        </a:lnTo>
                        <a:lnTo>
                          <a:pt x="41" y="55"/>
                        </a:lnTo>
                        <a:lnTo>
                          <a:pt x="41" y="53"/>
                        </a:lnTo>
                        <a:lnTo>
                          <a:pt x="42" y="50"/>
                        </a:lnTo>
                        <a:lnTo>
                          <a:pt x="39" y="50"/>
                        </a:lnTo>
                        <a:lnTo>
                          <a:pt x="38" y="48"/>
                        </a:lnTo>
                        <a:lnTo>
                          <a:pt x="39" y="46"/>
                        </a:lnTo>
                        <a:lnTo>
                          <a:pt x="41" y="46"/>
                        </a:lnTo>
                        <a:lnTo>
                          <a:pt x="42" y="44"/>
                        </a:lnTo>
                        <a:lnTo>
                          <a:pt x="42" y="43"/>
                        </a:lnTo>
                        <a:lnTo>
                          <a:pt x="39" y="43"/>
                        </a:lnTo>
                        <a:lnTo>
                          <a:pt x="39" y="42"/>
                        </a:lnTo>
                        <a:lnTo>
                          <a:pt x="41" y="38"/>
                        </a:lnTo>
                        <a:lnTo>
                          <a:pt x="39" y="33"/>
                        </a:lnTo>
                        <a:lnTo>
                          <a:pt x="41" y="27"/>
                        </a:lnTo>
                        <a:lnTo>
                          <a:pt x="39" y="21"/>
                        </a:lnTo>
                        <a:lnTo>
                          <a:pt x="39" y="19"/>
                        </a:lnTo>
                        <a:lnTo>
                          <a:pt x="42" y="13"/>
                        </a:lnTo>
                        <a:lnTo>
                          <a:pt x="42" y="10"/>
                        </a:lnTo>
                        <a:lnTo>
                          <a:pt x="43" y="10"/>
                        </a:lnTo>
                        <a:lnTo>
                          <a:pt x="50" y="16"/>
                        </a:lnTo>
                        <a:lnTo>
                          <a:pt x="53" y="19"/>
                        </a:lnTo>
                        <a:lnTo>
                          <a:pt x="60" y="19"/>
                        </a:lnTo>
                        <a:lnTo>
                          <a:pt x="61" y="20"/>
                        </a:lnTo>
                        <a:lnTo>
                          <a:pt x="62" y="23"/>
                        </a:lnTo>
                        <a:lnTo>
                          <a:pt x="64" y="21"/>
                        </a:lnTo>
                        <a:lnTo>
                          <a:pt x="65" y="21"/>
                        </a:lnTo>
                        <a:lnTo>
                          <a:pt x="66" y="24"/>
                        </a:lnTo>
                        <a:lnTo>
                          <a:pt x="65" y="25"/>
                        </a:lnTo>
                        <a:lnTo>
                          <a:pt x="62" y="27"/>
                        </a:lnTo>
                        <a:lnTo>
                          <a:pt x="60" y="29"/>
                        </a:lnTo>
                        <a:lnTo>
                          <a:pt x="60" y="31"/>
                        </a:lnTo>
                        <a:lnTo>
                          <a:pt x="62" y="31"/>
                        </a:lnTo>
                        <a:lnTo>
                          <a:pt x="64" y="28"/>
                        </a:lnTo>
                        <a:lnTo>
                          <a:pt x="66" y="27"/>
                        </a:lnTo>
                        <a:lnTo>
                          <a:pt x="68" y="25"/>
                        </a:lnTo>
                        <a:lnTo>
                          <a:pt x="68" y="28"/>
                        </a:lnTo>
                        <a:lnTo>
                          <a:pt x="66" y="29"/>
                        </a:lnTo>
                        <a:lnTo>
                          <a:pt x="64" y="33"/>
                        </a:lnTo>
                        <a:lnTo>
                          <a:pt x="64" y="36"/>
                        </a:lnTo>
                        <a:lnTo>
                          <a:pt x="64" y="38"/>
                        </a:lnTo>
                        <a:lnTo>
                          <a:pt x="62" y="36"/>
                        </a:lnTo>
                        <a:lnTo>
                          <a:pt x="61" y="38"/>
                        </a:lnTo>
                        <a:lnTo>
                          <a:pt x="60" y="36"/>
                        </a:lnTo>
                        <a:lnTo>
                          <a:pt x="58" y="39"/>
                        </a:lnTo>
                        <a:lnTo>
                          <a:pt x="60" y="40"/>
                        </a:lnTo>
                        <a:lnTo>
                          <a:pt x="61" y="42"/>
                        </a:lnTo>
                        <a:lnTo>
                          <a:pt x="65" y="39"/>
                        </a:lnTo>
                        <a:lnTo>
                          <a:pt x="65" y="36"/>
                        </a:lnTo>
                        <a:lnTo>
                          <a:pt x="66" y="35"/>
                        </a:lnTo>
                        <a:lnTo>
                          <a:pt x="66" y="32"/>
                        </a:lnTo>
                        <a:lnTo>
                          <a:pt x="69" y="31"/>
                        </a:lnTo>
                        <a:lnTo>
                          <a:pt x="69" y="27"/>
                        </a:lnTo>
                        <a:lnTo>
                          <a:pt x="72" y="25"/>
                        </a:lnTo>
                        <a:lnTo>
                          <a:pt x="75" y="23"/>
                        </a:lnTo>
                        <a:lnTo>
                          <a:pt x="73" y="21"/>
                        </a:lnTo>
                        <a:lnTo>
                          <a:pt x="73" y="19"/>
                        </a:lnTo>
                        <a:lnTo>
                          <a:pt x="72" y="19"/>
                        </a:lnTo>
                        <a:lnTo>
                          <a:pt x="73" y="16"/>
                        </a:lnTo>
                        <a:lnTo>
                          <a:pt x="75" y="14"/>
                        </a:lnTo>
                        <a:lnTo>
                          <a:pt x="72" y="13"/>
                        </a:lnTo>
                        <a:lnTo>
                          <a:pt x="72" y="10"/>
                        </a:lnTo>
                        <a:lnTo>
                          <a:pt x="75" y="9"/>
                        </a:lnTo>
                        <a:lnTo>
                          <a:pt x="75" y="8"/>
                        </a:lnTo>
                        <a:lnTo>
                          <a:pt x="72" y="5"/>
                        </a:lnTo>
                        <a:lnTo>
                          <a:pt x="71" y="0"/>
                        </a:lnTo>
                        <a:lnTo>
                          <a:pt x="71" y="0"/>
                        </a:lnTo>
                        <a:close/>
                        <a:moveTo>
                          <a:pt x="739" y="202"/>
                        </a:moveTo>
                        <a:lnTo>
                          <a:pt x="739" y="203"/>
                        </a:lnTo>
                        <a:lnTo>
                          <a:pt x="742" y="203"/>
                        </a:lnTo>
                        <a:lnTo>
                          <a:pt x="743" y="202"/>
                        </a:lnTo>
                        <a:lnTo>
                          <a:pt x="744" y="202"/>
                        </a:lnTo>
                        <a:lnTo>
                          <a:pt x="743" y="201"/>
                        </a:lnTo>
                        <a:lnTo>
                          <a:pt x="740" y="201"/>
                        </a:lnTo>
                        <a:lnTo>
                          <a:pt x="740" y="201"/>
                        </a:lnTo>
                        <a:lnTo>
                          <a:pt x="739" y="202"/>
                        </a:lnTo>
                        <a:lnTo>
                          <a:pt x="739" y="202"/>
                        </a:lnTo>
                        <a:close/>
                        <a:moveTo>
                          <a:pt x="695" y="214"/>
                        </a:moveTo>
                        <a:lnTo>
                          <a:pt x="694" y="214"/>
                        </a:lnTo>
                        <a:lnTo>
                          <a:pt x="697" y="214"/>
                        </a:lnTo>
                        <a:lnTo>
                          <a:pt x="698" y="213"/>
                        </a:lnTo>
                        <a:lnTo>
                          <a:pt x="701" y="213"/>
                        </a:lnTo>
                        <a:lnTo>
                          <a:pt x="704" y="213"/>
                        </a:lnTo>
                        <a:lnTo>
                          <a:pt x="708" y="211"/>
                        </a:lnTo>
                        <a:lnTo>
                          <a:pt x="710" y="211"/>
                        </a:lnTo>
                        <a:lnTo>
                          <a:pt x="714" y="211"/>
                        </a:lnTo>
                        <a:lnTo>
                          <a:pt x="716" y="210"/>
                        </a:lnTo>
                        <a:lnTo>
                          <a:pt x="717" y="210"/>
                        </a:lnTo>
                        <a:lnTo>
                          <a:pt x="721" y="209"/>
                        </a:lnTo>
                        <a:lnTo>
                          <a:pt x="723" y="207"/>
                        </a:lnTo>
                        <a:lnTo>
                          <a:pt x="720" y="209"/>
                        </a:lnTo>
                        <a:lnTo>
                          <a:pt x="719" y="207"/>
                        </a:lnTo>
                        <a:lnTo>
                          <a:pt x="716" y="209"/>
                        </a:lnTo>
                        <a:lnTo>
                          <a:pt x="717" y="207"/>
                        </a:lnTo>
                        <a:lnTo>
                          <a:pt x="717" y="206"/>
                        </a:lnTo>
                        <a:lnTo>
                          <a:pt x="717" y="206"/>
                        </a:lnTo>
                        <a:lnTo>
                          <a:pt x="713" y="207"/>
                        </a:lnTo>
                        <a:lnTo>
                          <a:pt x="709" y="207"/>
                        </a:lnTo>
                        <a:lnTo>
                          <a:pt x="705" y="209"/>
                        </a:lnTo>
                        <a:lnTo>
                          <a:pt x="702" y="209"/>
                        </a:lnTo>
                        <a:lnTo>
                          <a:pt x="698" y="210"/>
                        </a:lnTo>
                        <a:lnTo>
                          <a:pt x="695" y="210"/>
                        </a:lnTo>
                        <a:lnTo>
                          <a:pt x="694" y="213"/>
                        </a:lnTo>
                        <a:lnTo>
                          <a:pt x="694" y="214"/>
                        </a:lnTo>
                        <a:lnTo>
                          <a:pt x="695" y="214"/>
                        </a:lnTo>
                        <a:lnTo>
                          <a:pt x="695" y="214"/>
                        </a:lnTo>
                        <a:close/>
                        <a:moveTo>
                          <a:pt x="71" y="14"/>
                        </a:moveTo>
                        <a:lnTo>
                          <a:pt x="68" y="16"/>
                        </a:lnTo>
                        <a:lnTo>
                          <a:pt x="68" y="20"/>
                        </a:lnTo>
                        <a:lnTo>
                          <a:pt x="69" y="24"/>
                        </a:lnTo>
                        <a:lnTo>
                          <a:pt x="71" y="24"/>
                        </a:lnTo>
                        <a:lnTo>
                          <a:pt x="69" y="19"/>
                        </a:lnTo>
                        <a:lnTo>
                          <a:pt x="69" y="16"/>
                        </a:lnTo>
                        <a:lnTo>
                          <a:pt x="72" y="16"/>
                        </a:lnTo>
                        <a:lnTo>
                          <a:pt x="71" y="14"/>
                        </a:lnTo>
                        <a:lnTo>
                          <a:pt x="71" y="14"/>
                        </a:lnTo>
                        <a:close/>
                        <a:moveTo>
                          <a:pt x="341" y="429"/>
                        </a:moveTo>
                        <a:lnTo>
                          <a:pt x="341" y="427"/>
                        </a:lnTo>
                        <a:lnTo>
                          <a:pt x="345" y="425"/>
                        </a:lnTo>
                        <a:lnTo>
                          <a:pt x="346" y="422"/>
                        </a:lnTo>
                        <a:lnTo>
                          <a:pt x="344" y="423"/>
                        </a:lnTo>
                        <a:lnTo>
                          <a:pt x="341" y="429"/>
                        </a:lnTo>
                        <a:lnTo>
                          <a:pt x="341" y="429"/>
                        </a:lnTo>
                        <a:close/>
                        <a:moveTo>
                          <a:pt x="337" y="437"/>
                        </a:moveTo>
                        <a:lnTo>
                          <a:pt x="338" y="436"/>
                        </a:lnTo>
                        <a:lnTo>
                          <a:pt x="340" y="432"/>
                        </a:lnTo>
                        <a:lnTo>
                          <a:pt x="340" y="430"/>
                        </a:lnTo>
                        <a:lnTo>
                          <a:pt x="337" y="437"/>
                        </a:lnTo>
                        <a:lnTo>
                          <a:pt x="337" y="437"/>
                        </a:lnTo>
                        <a:close/>
                        <a:moveTo>
                          <a:pt x="335" y="456"/>
                        </a:moveTo>
                        <a:lnTo>
                          <a:pt x="334" y="451"/>
                        </a:lnTo>
                        <a:lnTo>
                          <a:pt x="335" y="445"/>
                        </a:lnTo>
                        <a:lnTo>
                          <a:pt x="337" y="438"/>
                        </a:lnTo>
                        <a:lnTo>
                          <a:pt x="334" y="444"/>
                        </a:lnTo>
                        <a:lnTo>
                          <a:pt x="334" y="451"/>
                        </a:lnTo>
                        <a:lnTo>
                          <a:pt x="334" y="451"/>
                        </a:lnTo>
                        <a:lnTo>
                          <a:pt x="335" y="456"/>
                        </a:lnTo>
                        <a:lnTo>
                          <a:pt x="335" y="456"/>
                        </a:lnTo>
                        <a:close/>
                      </a:path>
                    </a:pathLst>
                  </a:custGeom>
                  <a:solidFill>
                    <a:srgbClr val="D4D4D4"/>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78177"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74" name="Freeform 1023">
                    <a:extLst>
                      <a:ext uri="{FF2B5EF4-FFF2-40B4-BE49-F238E27FC236}">
                        <a16:creationId xmlns:a16="http://schemas.microsoft.com/office/drawing/2014/main" id="{1679C2D7-19E8-8B5B-8B7F-17606297ACB7}"/>
                      </a:ext>
                    </a:extLst>
                  </p:cNvPr>
                  <p:cNvSpPr>
                    <a:spLocks/>
                  </p:cNvSpPr>
                  <p:nvPr/>
                </p:nvSpPr>
                <p:spPr bwMode="auto">
                  <a:xfrm>
                    <a:off x="8064393" y="2736036"/>
                    <a:ext cx="52879" cy="50699"/>
                  </a:xfrm>
                  <a:custGeom>
                    <a:avLst/>
                    <a:gdLst/>
                    <a:ahLst/>
                    <a:cxnLst>
                      <a:cxn ang="0">
                        <a:pos x="28" y="61"/>
                      </a:cxn>
                      <a:cxn ang="0">
                        <a:pos x="30" y="60"/>
                      </a:cxn>
                      <a:cxn ang="0">
                        <a:pos x="30" y="59"/>
                      </a:cxn>
                      <a:cxn ang="0">
                        <a:pos x="32" y="56"/>
                      </a:cxn>
                      <a:cxn ang="0">
                        <a:pos x="36" y="54"/>
                      </a:cxn>
                      <a:cxn ang="0">
                        <a:pos x="39" y="54"/>
                      </a:cxn>
                      <a:cxn ang="0">
                        <a:pos x="39" y="53"/>
                      </a:cxn>
                      <a:cxn ang="0">
                        <a:pos x="42" y="50"/>
                      </a:cxn>
                      <a:cxn ang="0">
                        <a:pos x="45" y="46"/>
                      </a:cxn>
                      <a:cxn ang="0">
                        <a:pos x="43" y="44"/>
                      </a:cxn>
                      <a:cxn ang="0">
                        <a:pos x="46" y="41"/>
                      </a:cxn>
                      <a:cxn ang="0">
                        <a:pos x="50" y="37"/>
                      </a:cxn>
                      <a:cxn ang="0">
                        <a:pos x="51" y="38"/>
                      </a:cxn>
                      <a:cxn ang="0">
                        <a:pos x="55" y="35"/>
                      </a:cxn>
                      <a:cxn ang="0">
                        <a:pos x="57" y="33"/>
                      </a:cxn>
                      <a:cxn ang="0">
                        <a:pos x="58" y="31"/>
                      </a:cxn>
                      <a:cxn ang="0">
                        <a:pos x="58" y="30"/>
                      </a:cxn>
                      <a:cxn ang="0">
                        <a:pos x="58" y="29"/>
                      </a:cxn>
                      <a:cxn ang="0">
                        <a:pos x="55" y="29"/>
                      </a:cxn>
                      <a:cxn ang="0">
                        <a:pos x="54" y="31"/>
                      </a:cxn>
                      <a:cxn ang="0">
                        <a:pos x="53" y="29"/>
                      </a:cxn>
                      <a:cxn ang="0">
                        <a:pos x="50" y="29"/>
                      </a:cxn>
                      <a:cxn ang="0">
                        <a:pos x="49" y="27"/>
                      </a:cxn>
                      <a:cxn ang="0">
                        <a:pos x="47" y="27"/>
                      </a:cxn>
                      <a:cxn ang="0">
                        <a:pos x="47" y="27"/>
                      </a:cxn>
                      <a:cxn ang="0">
                        <a:pos x="45" y="27"/>
                      </a:cxn>
                      <a:cxn ang="0">
                        <a:pos x="45" y="0"/>
                      </a:cxn>
                      <a:cxn ang="0">
                        <a:pos x="45" y="0"/>
                      </a:cxn>
                      <a:cxn ang="0">
                        <a:pos x="20" y="0"/>
                      </a:cxn>
                      <a:cxn ang="0">
                        <a:pos x="20" y="8"/>
                      </a:cxn>
                      <a:cxn ang="0">
                        <a:pos x="13" y="8"/>
                      </a:cxn>
                      <a:cxn ang="0">
                        <a:pos x="16" y="10"/>
                      </a:cxn>
                      <a:cxn ang="0">
                        <a:pos x="17" y="11"/>
                      </a:cxn>
                      <a:cxn ang="0">
                        <a:pos x="19" y="14"/>
                      </a:cxn>
                      <a:cxn ang="0">
                        <a:pos x="22" y="15"/>
                      </a:cxn>
                      <a:cxn ang="0">
                        <a:pos x="23" y="15"/>
                      </a:cxn>
                      <a:cxn ang="0">
                        <a:pos x="24" y="18"/>
                      </a:cxn>
                      <a:cxn ang="0">
                        <a:pos x="24" y="19"/>
                      </a:cxn>
                      <a:cxn ang="0">
                        <a:pos x="26" y="21"/>
                      </a:cxn>
                      <a:cxn ang="0">
                        <a:pos x="28" y="21"/>
                      </a:cxn>
                      <a:cxn ang="0">
                        <a:pos x="30" y="22"/>
                      </a:cxn>
                      <a:cxn ang="0">
                        <a:pos x="30" y="23"/>
                      </a:cxn>
                      <a:cxn ang="0">
                        <a:pos x="28" y="26"/>
                      </a:cxn>
                      <a:cxn ang="0">
                        <a:pos x="9" y="26"/>
                      </a:cxn>
                      <a:cxn ang="0">
                        <a:pos x="1" y="40"/>
                      </a:cxn>
                      <a:cxn ang="0">
                        <a:pos x="1" y="41"/>
                      </a:cxn>
                      <a:cxn ang="0">
                        <a:pos x="1" y="42"/>
                      </a:cxn>
                      <a:cxn ang="0">
                        <a:pos x="1" y="44"/>
                      </a:cxn>
                      <a:cxn ang="0">
                        <a:pos x="3" y="45"/>
                      </a:cxn>
                      <a:cxn ang="0">
                        <a:pos x="3" y="45"/>
                      </a:cxn>
                      <a:cxn ang="0">
                        <a:pos x="3" y="46"/>
                      </a:cxn>
                      <a:cxn ang="0">
                        <a:pos x="1" y="48"/>
                      </a:cxn>
                      <a:cxn ang="0">
                        <a:pos x="0" y="49"/>
                      </a:cxn>
                      <a:cxn ang="0">
                        <a:pos x="0" y="49"/>
                      </a:cxn>
                      <a:cxn ang="0">
                        <a:pos x="3" y="52"/>
                      </a:cxn>
                      <a:cxn ang="0">
                        <a:pos x="4" y="54"/>
                      </a:cxn>
                      <a:cxn ang="0">
                        <a:pos x="7" y="54"/>
                      </a:cxn>
                      <a:cxn ang="0">
                        <a:pos x="8" y="57"/>
                      </a:cxn>
                      <a:cxn ang="0">
                        <a:pos x="16" y="60"/>
                      </a:cxn>
                      <a:cxn ang="0">
                        <a:pos x="20" y="60"/>
                      </a:cxn>
                      <a:cxn ang="0">
                        <a:pos x="23" y="60"/>
                      </a:cxn>
                      <a:cxn ang="0">
                        <a:pos x="28" y="61"/>
                      </a:cxn>
                    </a:cxnLst>
                    <a:rect l="0" t="0" r="r" b="b"/>
                    <a:pathLst>
                      <a:path w="58" h="61">
                        <a:moveTo>
                          <a:pt x="28" y="61"/>
                        </a:moveTo>
                        <a:lnTo>
                          <a:pt x="30" y="60"/>
                        </a:lnTo>
                        <a:lnTo>
                          <a:pt x="30" y="59"/>
                        </a:lnTo>
                        <a:lnTo>
                          <a:pt x="32" y="56"/>
                        </a:lnTo>
                        <a:lnTo>
                          <a:pt x="36" y="54"/>
                        </a:lnTo>
                        <a:lnTo>
                          <a:pt x="39" y="54"/>
                        </a:lnTo>
                        <a:lnTo>
                          <a:pt x="39" y="53"/>
                        </a:lnTo>
                        <a:lnTo>
                          <a:pt x="42" y="50"/>
                        </a:lnTo>
                        <a:lnTo>
                          <a:pt x="45" y="46"/>
                        </a:lnTo>
                        <a:lnTo>
                          <a:pt x="43" y="44"/>
                        </a:lnTo>
                        <a:lnTo>
                          <a:pt x="46" y="41"/>
                        </a:lnTo>
                        <a:lnTo>
                          <a:pt x="50" y="37"/>
                        </a:lnTo>
                        <a:lnTo>
                          <a:pt x="51" y="38"/>
                        </a:lnTo>
                        <a:lnTo>
                          <a:pt x="55" y="35"/>
                        </a:lnTo>
                        <a:lnTo>
                          <a:pt x="57" y="33"/>
                        </a:lnTo>
                        <a:lnTo>
                          <a:pt x="58" y="31"/>
                        </a:lnTo>
                        <a:lnTo>
                          <a:pt x="58" y="30"/>
                        </a:lnTo>
                        <a:lnTo>
                          <a:pt x="58" y="29"/>
                        </a:lnTo>
                        <a:lnTo>
                          <a:pt x="55" y="29"/>
                        </a:lnTo>
                        <a:lnTo>
                          <a:pt x="54" y="31"/>
                        </a:lnTo>
                        <a:lnTo>
                          <a:pt x="53" y="29"/>
                        </a:lnTo>
                        <a:lnTo>
                          <a:pt x="50" y="29"/>
                        </a:lnTo>
                        <a:lnTo>
                          <a:pt x="49" y="27"/>
                        </a:lnTo>
                        <a:lnTo>
                          <a:pt x="47" y="27"/>
                        </a:lnTo>
                        <a:lnTo>
                          <a:pt x="47" y="27"/>
                        </a:lnTo>
                        <a:lnTo>
                          <a:pt x="45" y="27"/>
                        </a:lnTo>
                        <a:lnTo>
                          <a:pt x="45" y="0"/>
                        </a:lnTo>
                        <a:lnTo>
                          <a:pt x="45" y="0"/>
                        </a:lnTo>
                        <a:lnTo>
                          <a:pt x="20" y="0"/>
                        </a:lnTo>
                        <a:lnTo>
                          <a:pt x="20" y="8"/>
                        </a:lnTo>
                        <a:lnTo>
                          <a:pt x="13" y="8"/>
                        </a:lnTo>
                        <a:lnTo>
                          <a:pt x="16" y="10"/>
                        </a:lnTo>
                        <a:lnTo>
                          <a:pt x="17" y="11"/>
                        </a:lnTo>
                        <a:lnTo>
                          <a:pt x="19" y="14"/>
                        </a:lnTo>
                        <a:lnTo>
                          <a:pt x="22" y="15"/>
                        </a:lnTo>
                        <a:lnTo>
                          <a:pt x="23" y="15"/>
                        </a:lnTo>
                        <a:lnTo>
                          <a:pt x="24" y="18"/>
                        </a:lnTo>
                        <a:lnTo>
                          <a:pt x="24" y="19"/>
                        </a:lnTo>
                        <a:lnTo>
                          <a:pt x="26" y="21"/>
                        </a:lnTo>
                        <a:lnTo>
                          <a:pt x="28" y="21"/>
                        </a:lnTo>
                        <a:lnTo>
                          <a:pt x="30" y="22"/>
                        </a:lnTo>
                        <a:lnTo>
                          <a:pt x="30" y="23"/>
                        </a:lnTo>
                        <a:lnTo>
                          <a:pt x="28" y="26"/>
                        </a:lnTo>
                        <a:lnTo>
                          <a:pt x="9" y="26"/>
                        </a:lnTo>
                        <a:lnTo>
                          <a:pt x="1" y="40"/>
                        </a:lnTo>
                        <a:lnTo>
                          <a:pt x="1" y="41"/>
                        </a:lnTo>
                        <a:lnTo>
                          <a:pt x="1" y="42"/>
                        </a:lnTo>
                        <a:lnTo>
                          <a:pt x="1" y="44"/>
                        </a:lnTo>
                        <a:lnTo>
                          <a:pt x="3" y="45"/>
                        </a:lnTo>
                        <a:lnTo>
                          <a:pt x="3" y="45"/>
                        </a:lnTo>
                        <a:lnTo>
                          <a:pt x="3" y="46"/>
                        </a:lnTo>
                        <a:lnTo>
                          <a:pt x="1" y="48"/>
                        </a:lnTo>
                        <a:lnTo>
                          <a:pt x="0" y="49"/>
                        </a:lnTo>
                        <a:lnTo>
                          <a:pt x="0" y="49"/>
                        </a:lnTo>
                        <a:lnTo>
                          <a:pt x="3" y="52"/>
                        </a:lnTo>
                        <a:lnTo>
                          <a:pt x="4" y="54"/>
                        </a:lnTo>
                        <a:lnTo>
                          <a:pt x="7" y="54"/>
                        </a:lnTo>
                        <a:lnTo>
                          <a:pt x="8" y="57"/>
                        </a:lnTo>
                        <a:lnTo>
                          <a:pt x="16" y="60"/>
                        </a:lnTo>
                        <a:lnTo>
                          <a:pt x="20" y="60"/>
                        </a:lnTo>
                        <a:lnTo>
                          <a:pt x="23" y="60"/>
                        </a:lnTo>
                        <a:lnTo>
                          <a:pt x="28" y="61"/>
                        </a:lnTo>
                        <a:close/>
                      </a:path>
                    </a:pathLst>
                  </a:custGeom>
                  <a:solidFill>
                    <a:srgbClr val="D4D4D4"/>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78177"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75" name="Freeform 1025">
                    <a:extLst>
                      <a:ext uri="{FF2B5EF4-FFF2-40B4-BE49-F238E27FC236}">
                        <a16:creationId xmlns:a16="http://schemas.microsoft.com/office/drawing/2014/main" id="{3B2BE5F1-27BD-FA77-8728-0F70AD46915C}"/>
                      </a:ext>
                    </a:extLst>
                  </p:cNvPr>
                  <p:cNvSpPr>
                    <a:spLocks noEditPoints="1"/>
                  </p:cNvSpPr>
                  <p:nvPr/>
                </p:nvSpPr>
                <p:spPr bwMode="auto">
                  <a:xfrm>
                    <a:off x="7771735" y="2525763"/>
                    <a:ext cx="371976" cy="250998"/>
                  </a:xfrm>
                  <a:custGeom>
                    <a:avLst/>
                    <a:gdLst/>
                    <a:ahLst/>
                    <a:cxnLst>
                      <a:cxn ang="0">
                        <a:pos x="154" y="29"/>
                      </a:cxn>
                      <a:cxn ang="0">
                        <a:pos x="165" y="41"/>
                      </a:cxn>
                      <a:cxn ang="0">
                        <a:pos x="170" y="59"/>
                      </a:cxn>
                      <a:cxn ang="0">
                        <a:pos x="181" y="67"/>
                      </a:cxn>
                      <a:cxn ang="0">
                        <a:pos x="194" y="66"/>
                      </a:cxn>
                      <a:cxn ang="0">
                        <a:pos x="212" y="58"/>
                      </a:cxn>
                      <a:cxn ang="0">
                        <a:pos x="226" y="77"/>
                      </a:cxn>
                      <a:cxn ang="0">
                        <a:pos x="238" y="101"/>
                      </a:cxn>
                      <a:cxn ang="0">
                        <a:pos x="254" y="123"/>
                      </a:cxn>
                      <a:cxn ang="0">
                        <a:pos x="264" y="128"/>
                      </a:cxn>
                      <a:cxn ang="0">
                        <a:pos x="257" y="142"/>
                      </a:cxn>
                      <a:cxn ang="0">
                        <a:pos x="251" y="178"/>
                      </a:cxn>
                      <a:cxn ang="0">
                        <a:pos x="256" y="202"/>
                      </a:cxn>
                      <a:cxn ang="0">
                        <a:pos x="279" y="237"/>
                      </a:cxn>
                      <a:cxn ang="0">
                        <a:pos x="310" y="242"/>
                      </a:cxn>
                      <a:cxn ang="0">
                        <a:pos x="334" y="246"/>
                      </a:cxn>
                      <a:cxn ang="0">
                        <a:pos x="348" y="225"/>
                      </a:cxn>
                      <a:cxn ang="0">
                        <a:pos x="385" y="196"/>
                      </a:cxn>
                      <a:cxn ang="0">
                        <a:pos x="402" y="210"/>
                      </a:cxn>
                      <a:cxn ang="0">
                        <a:pos x="393" y="233"/>
                      </a:cxn>
                      <a:cxn ang="0">
                        <a:pos x="386" y="238"/>
                      </a:cxn>
                      <a:cxn ang="0">
                        <a:pos x="371" y="252"/>
                      </a:cxn>
                      <a:cxn ang="0">
                        <a:pos x="338" y="264"/>
                      </a:cxn>
                      <a:cxn ang="0">
                        <a:pos x="330" y="279"/>
                      </a:cxn>
                      <a:cxn ang="0">
                        <a:pos x="318" y="299"/>
                      </a:cxn>
                      <a:cxn ang="0">
                        <a:pos x="291" y="276"/>
                      </a:cxn>
                      <a:cxn ang="0">
                        <a:pos x="290" y="276"/>
                      </a:cxn>
                      <a:cxn ang="0">
                        <a:pos x="285" y="279"/>
                      </a:cxn>
                      <a:cxn ang="0">
                        <a:pos x="238" y="278"/>
                      </a:cxn>
                      <a:cxn ang="0">
                        <a:pos x="207" y="265"/>
                      </a:cxn>
                      <a:cxn ang="0">
                        <a:pos x="171" y="248"/>
                      </a:cxn>
                      <a:cxn ang="0">
                        <a:pos x="147" y="231"/>
                      </a:cxn>
                      <a:cxn ang="0">
                        <a:pos x="141" y="210"/>
                      </a:cxn>
                      <a:cxn ang="0">
                        <a:pos x="139" y="180"/>
                      </a:cxn>
                      <a:cxn ang="0">
                        <a:pos x="110" y="143"/>
                      </a:cxn>
                      <a:cxn ang="0">
                        <a:pos x="94" y="125"/>
                      </a:cxn>
                      <a:cxn ang="0">
                        <a:pos x="97" y="112"/>
                      </a:cxn>
                      <a:cxn ang="0">
                        <a:pos x="80" y="90"/>
                      </a:cxn>
                      <a:cxn ang="0">
                        <a:pos x="65" y="75"/>
                      </a:cxn>
                      <a:cxn ang="0">
                        <a:pos x="55" y="51"/>
                      </a:cxn>
                      <a:cxn ang="0">
                        <a:pos x="46" y="25"/>
                      </a:cxn>
                      <a:cxn ang="0">
                        <a:pos x="30" y="29"/>
                      </a:cxn>
                      <a:cxn ang="0">
                        <a:pos x="41" y="66"/>
                      </a:cxn>
                      <a:cxn ang="0">
                        <a:pos x="55" y="89"/>
                      </a:cxn>
                      <a:cxn ang="0">
                        <a:pos x="64" y="104"/>
                      </a:cxn>
                      <a:cxn ang="0">
                        <a:pos x="71" y="131"/>
                      </a:cxn>
                      <a:cxn ang="0">
                        <a:pos x="78" y="147"/>
                      </a:cxn>
                      <a:cxn ang="0">
                        <a:pos x="82" y="170"/>
                      </a:cxn>
                      <a:cxn ang="0">
                        <a:pos x="60" y="144"/>
                      </a:cxn>
                      <a:cxn ang="0">
                        <a:pos x="50" y="113"/>
                      </a:cxn>
                      <a:cxn ang="0">
                        <a:pos x="35" y="102"/>
                      </a:cxn>
                      <a:cxn ang="0">
                        <a:pos x="23" y="86"/>
                      </a:cxn>
                      <a:cxn ang="0">
                        <a:pos x="31" y="79"/>
                      </a:cxn>
                      <a:cxn ang="0">
                        <a:pos x="15" y="53"/>
                      </a:cxn>
                      <a:cxn ang="0">
                        <a:pos x="10" y="28"/>
                      </a:cxn>
                      <a:cxn ang="0">
                        <a:pos x="75" y="136"/>
                      </a:cxn>
                      <a:cxn ang="0">
                        <a:pos x="76" y="144"/>
                      </a:cxn>
                      <a:cxn ang="0">
                        <a:pos x="258" y="142"/>
                      </a:cxn>
                    </a:cxnLst>
                    <a:rect l="0" t="0" r="r" b="b"/>
                    <a:pathLst>
                      <a:path w="408" h="302">
                        <a:moveTo>
                          <a:pt x="0" y="2"/>
                        </a:moveTo>
                        <a:lnTo>
                          <a:pt x="34" y="0"/>
                        </a:lnTo>
                        <a:lnTo>
                          <a:pt x="35" y="2"/>
                        </a:lnTo>
                        <a:lnTo>
                          <a:pt x="34" y="3"/>
                        </a:lnTo>
                        <a:lnTo>
                          <a:pt x="83" y="25"/>
                        </a:lnTo>
                        <a:lnTo>
                          <a:pt x="124" y="26"/>
                        </a:lnTo>
                        <a:lnTo>
                          <a:pt x="124" y="21"/>
                        </a:lnTo>
                        <a:lnTo>
                          <a:pt x="147" y="22"/>
                        </a:lnTo>
                        <a:lnTo>
                          <a:pt x="150" y="24"/>
                        </a:lnTo>
                        <a:lnTo>
                          <a:pt x="152" y="26"/>
                        </a:lnTo>
                        <a:lnTo>
                          <a:pt x="154" y="29"/>
                        </a:lnTo>
                        <a:lnTo>
                          <a:pt x="154" y="29"/>
                        </a:lnTo>
                        <a:lnTo>
                          <a:pt x="155" y="29"/>
                        </a:lnTo>
                        <a:lnTo>
                          <a:pt x="156" y="32"/>
                        </a:lnTo>
                        <a:lnTo>
                          <a:pt x="155" y="33"/>
                        </a:lnTo>
                        <a:lnTo>
                          <a:pt x="158" y="34"/>
                        </a:lnTo>
                        <a:lnTo>
                          <a:pt x="160" y="36"/>
                        </a:lnTo>
                        <a:lnTo>
                          <a:pt x="160" y="37"/>
                        </a:lnTo>
                        <a:lnTo>
                          <a:pt x="159" y="38"/>
                        </a:lnTo>
                        <a:lnTo>
                          <a:pt x="160" y="38"/>
                        </a:lnTo>
                        <a:lnTo>
                          <a:pt x="163" y="40"/>
                        </a:lnTo>
                        <a:lnTo>
                          <a:pt x="165" y="41"/>
                        </a:lnTo>
                        <a:lnTo>
                          <a:pt x="165" y="45"/>
                        </a:lnTo>
                        <a:lnTo>
                          <a:pt x="166" y="47"/>
                        </a:lnTo>
                        <a:lnTo>
                          <a:pt x="166" y="47"/>
                        </a:lnTo>
                        <a:lnTo>
                          <a:pt x="167" y="48"/>
                        </a:lnTo>
                        <a:lnTo>
                          <a:pt x="169" y="49"/>
                        </a:lnTo>
                        <a:lnTo>
                          <a:pt x="169" y="51"/>
                        </a:lnTo>
                        <a:lnTo>
                          <a:pt x="167" y="52"/>
                        </a:lnTo>
                        <a:lnTo>
                          <a:pt x="166" y="52"/>
                        </a:lnTo>
                        <a:lnTo>
                          <a:pt x="166" y="53"/>
                        </a:lnTo>
                        <a:lnTo>
                          <a:pt x="169" y="56"/>
                        </a:lnTo>
                        <a:lnTo>
                          <a:pt x="170" y="59"/>
                        </a:lnTo>
                        <a:lnTo>
                          <a:pt x="171" y="60"/>
                        </a:lnTo>
                        <a:lnTo>
                          <a:pt x="171" y="62"/>
                        </a:lnTo>
                        <a:lnTo>
                          <a:pt x="171" y="62"/>
                        </a:lnTo>
                        <a:lnTo>
                          <a:pt x="173" y="63"/>
                        </a:lnTo>
                        <a:lnTo>
                          <a:pt x="174" y="62"/>
                        </a:lnTo>
                        <a:lnTo>
                          <a:pt x="175" y="63"/>
                        </a:lnTo>
                        <a:lnTo>
                          <a:pt x="175" y="64"/>
                        </a:lnTo>
                        <a:lnTo>
                          <a:pt x="175" y="64"/>
                        </a:lnTo>
                        <a:lnTo>
                          <a:pt x="177" y="66"/>
                        </a:lnTo>
                        <a:lnTo>
                          <a:pt x="178" y="66"/>
                        </a:lnTo>
                        <a:lnTo>
                          <a:pt x="181" y="67"/>
                        </a:lnTo>
                        <a:lnTo>
                          <a:pt x="182" y="68"/>
                        </a:lnTo>
                        <a:lnTo>
                          <a:pt x="184" y="68"/>
                        </a:lnTo>
                        <a:lnTo>
                          <a:pt x="188" y="70"/>
                        </a:lnTo>
                        <a:lnTo>
                          <a:pt x="188" y="71"/>
                        </a:lnTo>
                        <a:lnTo>
                          <a:pt x="189" y="71"/>
                        </a:lnTo>
                        <a:lnTo>
                          <a:pt x="190" y="71"/>
                        </a:lnTo>
                        <a:lnTo>
                          <a:pt x="190" y="70"/>
                        </a:lnTo>
                        <a:lnTo>
                          <a:pt x="193" y="68"/>
                        </a:lnTo>
                        <a:lnTo>
                          <a:pt x="194" y="68"/>
                        </a:lnTo>
                        <a:lnTo>
                          <a:pt x="194" y="67"/>
                        </a:lnTo>
                        <a:lnTo>
                          <a:pt x="194" y="66"/>
                        </a:lnTo>
                        <a:lnTo>
                          <a:pt x="196" y="64"/>
                        </a:lnTo>
                        <a:lnTo>
                          <a:pt x="197" y="60"/>
                        </a:lnTo>
                        <a:lnTo>
                          <a:pt x="199" y="59"/>
                        </a:lnTo>
                        <a:lnTo>
                          <a:pt x="201" y="59"/>
                        </a:lnTo>
                        <a:lnTo>
                          <a:pt x="201" y="59"/>
                        </a:lnTo>
                        <a:lnTo>
                          <a:pt x="203" y="59"/>
                        </a:lnTo>
                        <a:lnTo>
                          <a:pt x="203" y="59"/>
                        </a:lnTo>
                        <a:lnTo>
                          <a:pt x="204" y="58"/>
                        </a:lnTo>
                        <a:lnTo>
                          <a:pt x="207" y="58"/>
                        </a:lnTo>
                        <a:lnTo>
                          <a:pt x="209" y="58"/>
                        </a:lnTo>
                        <a:lnTo>
                          <a:pt x="212" y="58"/>
                        </a:lnTo>
                        <a:lnTo>
                          <a:pt x="212" y="58"/>
                        </a:lnTo>
                        <a:lnTo>
                          <a:pt x="213" y="59"/>
                        </a:lnTo>
                        <a:lnTo>
                          <a:pt x="215" y="59"/>
                        </a:lnTo>
                        <a:lnTo>
                          <a:pt x="218" y="60"/>
                        </a:lnTo>
                        <a:lnTo>
                          <a:pt x="219" y="62"/>
                        </a:lnTo>
                        <a:lnTo>
                          <a:pt x="222" y="64"/>
                        </a:lnTo>
                        <a:lnTo>
                          <a:pt x="223" y="67"/>
                        </a:lnTo>
                        <a:lnTo>
                          <a:pt x="224" y="71"/>
                        </a:lnTo>
                        <a:lnTo>
                          <a:pt x="226" y="71"/>
                        </a:lnTo>
                        <a:lnTo>
                          <a:pt x="226" y="74"/>
                        </a:lnTo>
                        <a:lnTo>
                          <a:pt x="226" y="77"/>
                        </a:lnTo>
                        <a:lnTo>
                          <a:pt x="227" y="78"/>
                        </a:lnTo>
                        <a:lnTo>
                          <a:pt x="228" y="79"/>
                        </a:lnTo>
                        <a:lnTo>
                          <a:pt x="230" y="85"/>
                        </a:lnTo>
                        <a:lnTo>
                          <a:pt x="231" y="86"/>
                        </a:lnTo>
                        <a:lnTo>
                          <a:pt x="231" y="87"/>
                        </a:lnTo>
                        <a:lnTo>
                          <a:pt x="234" y="89"/>
                        </a:lnTo>
                        <a:lnTo>
                          <a:pt x="234" y="91"/>
                        </a:lnTo>
                        <a:lnTo>
                          <a:pt x="235" y="94"/>
                        </a:lnTo>
                        <a:lnTo>
                          <a:pt x="238" y="97"/>
                        </a:lnTo>
                        <a:lnTo>
                          <a:pt x="238" y="100"/>
                        </a:lnTo>
                        <a:lnTo>
                          <a:pt x="238" y="101"/>
                        </a:lnTo>
                        <a:lnTo>
                          <a:pt x="238" y="102"/>
                        </a:lnTo>
                        <a:lnTo>
                          <a:pt x="238" y="104"/>
                        </a:lnTo>
                        <a:lnTo>
                          <a:pt x="241" y="112"/>
                        </a:lnTo>
                        <a:lnTo>
                          <a:pt x="241" y="115"/>
                        </a:lnTo>
                        <a:lnTo>
                          <a:pt x="242" y="117"/>
                        </a:lnTo>
                        <a:lnTo>
                          <a:pt x="242" y="117"/>
                        </a:lnTo>
                        <a:lnTo>
                          <a:pt x="243" y="117"/>
                        </a:lnTo>
                        <a:lnTo>
                          <a:pt x="246" y="117"/>
                        </a:lnTo>
                        <a:lnTo>
                          <a:pt x="247" y="119"/>
                        </a:lnTo>
                        <a:lnTo>
                          <a:pt x="250" y="120"/>
                        </a:lnTo>
                        <a:lnTo>
                          <a:pt x="254" y="123"/>
                        </a:lnTo>
                        <a:lnTo>
                          <a:pt x="257" y="124"/>
                        </a:lnTo>
                        <a:lnTo>
                          <a:pt x="260" y="124"/>
                        </a:lnTo>
                        <a:lnTo>
                          <a:pt x="261" y="125"/>
                        </a:lnTo>
                        <a:lnTo>
                          <a:pt x="261" y="127"/>
                        </a:lnTo>
                        <a:lnTo>
                          <a:pt x="261" y="128"/>
                        </a:lnTo>
                        <a:lnTo>
                          <a:pt x="264" y="127"/>
                        </a:lnTo>
                        <a:lnTo>
                          <a:pt x="264" y="123"/>
                        </a:lnTo>
                        <a:lnTo>
                          <a:pt x="266" y="121"/>
                        </a:lnTo>
                        <a:lnTo>
                          <a:pt x="266" y="123"/>
                        </a:lnTo>
                        <a:lnTo>
                          <a:pt x="265" y="127"/>
                        </a:lnTo>
                        <a:lnTo>
                          <a:pt x="264" y="128"/>
                        </a:lnTo>
                        <a:lnTo>
                          <a:pt x="264" y="131"/>
                        </a:lnTo>
                        <a:lnTo>
                          <a:pt x="261" y="134"/>
                        </a:lnTo>
                        <a:lnTo>
                          <a:pt x="261" y="136"/>
                        </a:lnTo>
                        <a:lnTo>
                          <a:pt x="260" y="136"/>
                        </a:lnTo>
                        <a:lnTo>
                          <a:pt x="260" y="135"/>
                        </a:lnTo>
                        <a:lnTo>
                          <a:pt x="260" y="132"/>
                        </a:lnTo>
                        <a:lnTo>
                          <a:pt x="258" y="132"/>
                        </a:lnTo>
                        <a:lnTo>
                          <a:pt x="258" y="136"/>
                        </a:lnTo>
                        <a:lnTo>
                          <a:pt x="256" y="139"/>
                        </a:lnTo>
                        <a:lnTo>
                          <a:pt x="258" y="140"/>
                        </a:lnTo>
                        <a:lnTo>
                          <a:pt x="257" y="142"/>
                        </a:lnTo>
                        <a:lnTo>
                          <a:pt x="256" y="146"/>
                        </a:lnTo>
                        <a:lnTo>
                          <a:pt x="254" y="147"/>
                        </a:lnTo>
                        <a:lnTo>
                          <a:pt x="254" y="150"/>
                        </a:lnTo>
                        <a:lnTo>
                          <a:pt x="256" y="151"/>
                        </a:lnTo>
                        <a:lnTo>
                          <a:pt x="254" y="153"/>
                        </a:lnTo>
                        <a:lnTo>
                          <a:pt x="256" y="155"/>
                        </a:lnTo>
                        <a:lnTo>
                          <a:pt x="253" y="162"/>
                        </a:lnTo>
                        <a:lnTo>
                          <a:pt x="254" y="166"/>
                        </a:lnTo>
                        <a:lnTo>
                          <a:pt x="253" y="173"/>
                        </a:lnTo>
                        <a:lnTo>
                          <a:pt x="251" y="177"/>
                        </a:lnTo>
                        <a:lnTo>
                          <a:pt x="251" y="178"/>
                        </a:lnTo>
                        <a:lnTo>
                          <a:pt x="253" y="184"/>
                        </a:lnTo>
                        <a:lnTo>
                          <a:pt x="253" y="187"/>
                        </a:lnTo>
                        <a:lnTo>
                          <a:pt x="256" y="193"/>
                        </a:lnTo>
                        <a:lnTo>
                          <a:pt x="256" y="197"/>
                        </a:lnTo>
                        <a:lnTo>
                          <a:pt x="256" y="197"/>
                        </a:lnTo>
                        <a:lnTo>
                          <a:pt x="254" y="193"/>
                        </a:lnTo>
                        <a:lnTo>
                          <a:pt x="251" y="189"/>
                        </a:lnTo>
                        <a:lnTo>
                          <a:pt x="251" y="192"/>
                        </a:lnTo>
                        <a:lnTo>
                          <a:pt x="253" y="193"/>
                        </a:lnTo>
                        <a:lnTo>
                          <a:pt x="256" y="200"/>
                        </a:lnTo>
                        <a:lnTo>
                          <a:pt x="256" y="202"/>
                        </a:lnTo>
                        <a:lnTo>
                          <a:pt x="254" y="204"/>
                        </a:lnTo>
                        <a:lnTo>
                          <a:pt x="257" y="206"/>
                        </a:lnTo>
                        <a:lnTo>
                          <a:pt x="257" y="208"/>
                        </a:lnTo>
                        <a:lnTo>
                          <a:pt x="265" y="218"/>
                        </a:lnTo>
                        <a:lnTo>
                          <a:pt x="266" y="221"/>
                        </a:lnTo>
                        <a:lnTo>
                          <a:pt x="269" y="225"/>
                        </a:lnTo>
                        <a:lnTo>
                          <a:pt x="268" y="226"/>
                        </a:lnTo>
                        <a:lnTo>
                          <a:pt x="269" y="229"/>
                        </a:lnTo>
                        <a:lnTo>
                          <a:pt x="275" y="235"/>
                        </a:lnTo>
                        <a:lnTo>
                          <a:pt x="277" y="238"/>
                        </a:lnTo>
                        <a:lnTo>
                          <a:pt x="279" y="237"/>
                        </a:lnTo>
                        <a:lnTo>
                          <a:pt x="283" y="238"/>
                        </a:lnTo>
                        <a:lnTo>
                          <a:pt x="283" y="238"/>
                        </a:lnTo>
                        <a:lnTo>
                          <a:pt x="287" y="241"/>
                        </a:lnTo>
                        <a:lnTo>
                          <a:pt x="291" y="245"/>
                        </a:lnTo>
                        <a:lnTo>
                          <a:pt x="292" y="249"/>
                        </a:lnTo>
                        <a:lnTo>
                          <a:pt x="295" y="246"/>
                        </a:lnTo>
                        <a:lnTo>
                          <a:pt x="300" y="246"/>
                        </a:lnTo>
                        <a:lnTo>
                          <a:pt x="302" y="248"/>
                        </a:lnTo>
                        <a:lnTo>
                          <a:pt x="303" y="248"/>
                        </a:lnTo>
                        <a:lnTo>
                          <a:pt x="309" y="244"/>
                        </a:lnTo>
                        <a:lnTo>
                          <a:pt x="310" y="242"/>
                        </a:lnTo>
                        <a:lnTo>
                          <a:pt x="314" y="242"/>
                        </a:lnTo>
                        <a:lnTo>
                          <a:pt x="318" y="242"/>
                        </a:lnTo>
                        <a:lnTo>
                          <a:pt x="321" y="240"/>
                        </a:lnTo>
                        <a:lnTo>
                          <a:pt x="324" y="240"/>
                        </a:lnTo>
                        <a:lnTo>
                          <a:pt x="328" y="241"/>
                        </a:lnTo>
                        <a:lnTo>
                          <a:pt x="329" y="240"/>
                        </a:lnTo>
                        <a:lnTo>
                          <a:pt x="333" y="241"/>
                        </a:lnTo>
                        <a:lnTo>
                          <a:pt x="330" y="242"/>
                        </a:lnTo>
                        <a:lnTo>
                          <a:pt x="329" y="244"/>
                        </a:lnTo>
                        <a:lnTo>
                          <a:pt x="332" y="245"/>
                        </a:lnTo>
                        <a:lnTo>
                          <a:pt x="334" y="246"/>
                        </a:lnTo>
                        <a:lnTo>
                          <a:pt x="334" y="245"/>
                        </a:lnTo>
                        <a:lnTo>
                          <a:pt x="336" y="245"/>
                        </a:lnTo>
                        <a:lnTo>
                          <a:pt x="338" y="242"/>
                        </a:lnTo>
                        <a:lnTo>
                          <a:pt x="338" y="238"/>
                        </a:lnTo>
                        <a:lnTo>
                          <a:pt x="340" y="235"/>
                        </a:lnTo>
                        <a:lnTo>
                          <a:pt x="337" y="237"/>
                        </a:lnTo>
                        <a:lnTo>
                          <a:pt x="337" y="237"/>
                        </a:lnTo>
                        <a:lnTo>
                          <a:pt x="343" y="233"/>
                        </a:lnTo>
                        <a:lnTo>
                          <a:pt x="345" y="233"/>
                        </a:lnTo>
                        <a:lnTo>
                          <a:pt x="348" y="229"/>
                        </a:lnTo>
                        <a:lnTo>
                          <a:pt x="348" y="225"/>
                        </a:lnTo>
                        <a:lnTo>
                          <a:pt x="353" y="219"/>
                        </a:lnTo>
                        <a:lnTo>
                          <a:pt x="352" y="218"/>
                        </a:lnTo>
                        <a:lnTo>
                          <a:pt x="353" y="210"/>
                        </a:lnTo>
                        <a:lnTo>
                          <a:pt x="359" y="203"/>
                        </a:lnTo>
                        <a:lnTo>
                          <a:pt x="356" y="203"/>
                        </a:lnTo>
                        <a:lnTo>
                          <a:pt x="356" y="200"/>
                        </a:lnTo>
                        <a:lnTo>
                          <a:pt x="366" y="199"/>
                        </a:lnTo>
                        <a:lnTo>
                          <a:pt x="378" y="199"/>
                        </a:lnTo>
                        <a:lnTo>
                          <a:pt x="379" y="196"/>
                        </a:lnTo>
                        <a:lnTo>
                          <a:pt x="383" y="196"/>
                        </a:lnTo>
                        <a:lnTo>
                          <a:pt x="385" y="196"/>
                        </a:lnTo>
                        <a:lnTo>
                          <a:pt x="387" y="195"/>
                        </a:lnTo>
                        <a:lnTo>
                          <a:pt x="387" y="193"/>
                        </a:lnTo>
                        <a:lnTo>
                          <a:pt x="393" y="193"/>
                        </a:lnTo>
                        <a:lnTo>
                          <a:pt x="400" y="195"/>
                        </a:lnTo>
                        <a:lnTo>
                          <a:pt x="401" y="195"/>
                        </a:lnTo>
                        <a:lnTo>
                          <a:pt x="401" y="193"/>
                        </a:lnTo>
                        <a:lnTo>
                          <a:pt x="404" y="192"/>
                        </a:lnTo>
                        <a:lnTo>
                          <a:pt x="408" y="197"/>
                        </a:lnTo>
                        <a:lnTo>
                          <a:pt x="408" y="202"/>
                        </a:lnTo>
                        <a:lnTo>
                          <a:pt x="405" y="204"/>
                        </a:lnTo>
                        <a:lnTo>
                          <a:pt x="402" y="210"/>
                        </a:lnTo>
                        <a:lnTo>
                          <a:pt x="396" y="215"/>
                        </a:lnTo>
                        <a:lnTo>
                          <a:pt x="394" y="218"/>
                        </a:lnTo>
                        <a:lnTo>
                          <a:pt x="394" y="222"/>
                        </a:lnTo>
                        <a:lnTo>
                          <a:pt x="391" y="223"/>
                        </a:lnTo>
                        <a:lnTo>
                          <a:pt x="390" y="225"/>
                        </a:lnTo>
                        <a:lnTo>
                          <a:pt x="393" y="226"/>
                        </a:lnTo>
                        <a:lnTo>
                          <a:pt x="394" y="226"/>
                        </a:lnTo>
                        <a:lnTo>
                          <a:pt x="394" y="227"/>
                        </a:lnTo>
                        <a:lnTo>
                          <a:pt x="391" y="231"/>
                        </a:lnTo>
                        <a:lnTo>
                          <a:pt x="391" y="233"/>
                        </a:lnTo>
                        <a:lnTo>
                          <a:pt x="393" y="233"/>
                        </a:lnTo>
                        <a:lnTo>
                          <a:pt x="394" y="231"/>
                        </a:lnTo>
                        <a:lnTo>
                          <a:pt x="396" y="231"/>
                        </a:lnTo>
                        <a:lnTo>
                          <a:pt x="394" y="234"/>
                        </a:lnTo>
                        <a:lnTo>
                          <a:pt x="391" y="242"/>
                        </a:lnTo>
                        <a:lnTo>
                          <a:pt x="389" y="248"/>
                        </a:lnTo>
                        <a:lnTo>
                          <a:pt x="389" y="248"/>
                        </a:lnTo>
                        <a:lnTo>
                          <a:pt x="387" y="245"/>
                        </a:lnTo>
                        <a:lnTo>
                          <a:pt x="383" y="244"/>
                        </a:lnTo>
                        <a:lnTo>
                          <a:pt x="383" y="242"/>
                        </a:lnTo>
                        <a:lnTo>
                          <a:pt x="385" y="241"/>
                        </a:lnTo>
                        <a:lnTo>
                          <a:pt x="386" y="238"/>
                        </a:lnTo>
                        <a:lnTo>
                          <a:pt x="383" y="238"/>
                        </a:lnTo>
                        <a:lnTo>
                          <a:pt x="381" y="242"/>
                        </a:lnTo>
                        <a:lnTo>
                          <a:pt x="378" y="244"/>
                        </a:lnTo>
                        <a:lnTo>
                          <a:pt x="378" y="244"/>
                        </a:lnTo>
                        <a:lnTo>
                          <a:pt x="376" y="244"/>
                        </a:lnTo>
                        <a:lnTo>
                          <a:pt x="375" y="245"/>
                        </a:lnTo>
                        <a:lnTo>
                          <a:pt x="375" y="246"/>
                        </a:lnTo>
                        <a:lnTo>
                          <a:pt x="374" y="248"/>
                        </a:lnTo>
                        <a:lnTo>
                          <a:pt x="372" y="250"/>
                        </a:lnTo>
                        <a:lnTo>
                          <a:pt x="372" y="252"/>
                        </a:lnTo>
                        <a:lnTo>
                          <a:pt x="371" y="252"/>
                        </a:lnTo>
                        <a:lnTo>
                          <a:pt x="371" y="252"/>
                        </a:lnTo>
                        <a:lnTo>
                          <a:pt x="370" y="252"/>
                        </a:lnTo>
                        <a:lnTo>
                          <a:pt x="370" y="250"/>
                        </a:lnTo>
                        <a:lnTo>
                          <a:pt x="368" y="250"/>
                        </a:lnTo>
                        <a:lnTo>
                          <a:pt x="367" y="252"/>
                        </a:lnTo>
                        <a:lnTo>
                          <a:pt x="366" y="253"/>
                        </a:lnTo>
                        <a:lnTo>
                          <a:pt x="341" y="253"/>
                        </a:lnTo>
                        <a:lnTo>
                          <a:pt x="341" y="261"/>
                        </a:lnTo>
                        <a:lnTo>
                          <a:pt x="334" y="261"/>
                        </a:lnTo>
                        <a:lnTo>
                          <a:pt x="337" y="263"/>
                        </a:lnTo>
                        <a:lnTo>
                          <a:pt x="338" y="264"/>
                        </a:lnTo>
                        <a:lnTo>
                          <a:pt x="340" y="267"/>
                        </a:lnTo>
                        <a:lnTo>
                          <a:pt x="343" y="268"/>
                        </a:lnTo>
                        <a:lnTo>
                          <a:pt x="344" y="268"/>
                        </a:lnTo>
                        <a:lnTo>
                          <a:pt x="345" y="271"/>
                        </a:lnTo>
                        <a:lnTo>
                          <a:pt x="345" y="272"/>
                        </a:lnTo>
                        <a:lnTo>
                          <a:pt x="347" y="274"/>
                        </a:lnTo>
                        <a:lnTo>
                          <a:pt x="349" y="274"/>
                        </a:lnTo>
                        <a:lnTo>
                          <a:pt x="351" y="275"/>
                        </a:lnTo>
                        <a:lnTo>
                          <a:pt x="351" y="276"/>
                        </a:lnTo>
                        <a:lnTo>
                          <a:pt x="349" y="279"/>
                        </a:lnTo>
                        <a:lnTo>
                          <a:pt x="330" y="279"/>
                        </a:lnTo>
                        <a:lnTo>
                          <a:pt x="322" y="293"/>
                        </a:lnTo>
                        <a:lnTo>
                          <a:pt x="322" y="294"/>
                        </a:lnTo>
                        <a:lnTo>
                          <a:pt x="322" y="295"/>
                        </a:lnTo>
                        <a:lnTo>
                          <a:pt x="322" y="297"/>
                        </a:lnTo>
                        <a:lnTo>
                          <a:pt x="324" y="298"/>
                        </a:lnTo>
                        <a:lnTo>
                          <a:pt x="324" y="298"/>
                        </a:lnTo>
                        <a:lnTo>
                          <a:pt x="324" y="299"/>
                        </a:lnTo>
                        <a:lnTo>
                          <a:pt x="322" y="301"/>
                        </a:lnTo>
                        <a:lnTo>
                          <a:pt x="321" y="302"/>
                        </a:lnTo>
                        <a:lnTo>
                          <a:pt x="321" y="302"/>
                        </a:lnTo>
                        <a:lnTo>
                          <a:pt x="318" y="299"/>
                        </a:lnTo>
                        <a:lnTo>
                          <a:pt x="315" y="297"/>
                        </a:lnTo>
                        <a:lnTo>
                          <a:pt x="314" y="294"/>
                        </a:lnTo>
                        <a:lnTo>
                          <a:pt x="311" y="294"/>
                        </a:lnTo>
                        <a:lnTo>
                          <a:pt x="302" y="286"/>
                        </a:lnTo>
                        <a:lnTo>
                          <a:pt x="300" y="284"/>
                        </a:lnTo>
                        <a:lnTo>
                          <a:pt x="300" y="283"/>
                        </a:lnTo>
                        <a:lnTo>
                          <a:pt x="298" y="279"/>
                        </a:lnTo>
                        <a:lnTo>
                          <a:pt x="295" y="278"/>
                        </a:lnTo>
                        <a:lnTo>
                          <a:pt x="292" y="276"/>
                        </a:lnTo>
                        <a:lnTo>
                          <a:pt x="292" y="276"/>
                        </a:lnTo>
                        <a:lnTo>
                          <a:pt x="291" y="276"/>
                        </a:lnTo>
                        <a:lnTo>
                          <a:pt x="291" y="278"/>
                        </a:lnTo>
                        <a:lnTo>
                          <a:pt x="296" y="279"/>
                        </a:lnTo>
                        <a:lnTo>
                          <a:pt x="299" y="283"/>
                        </a:lnTo>
                        <a:lnTo>
                          <a:pt x="299" y="283"/>
                        </a:lnTo>
                        <a:lnTo>
                          <a:pt x="298" y="282"/>
                        </a:lnTo>
                        <a:lnTo>
                          <a:pt x="292" y="279"/>
                        </a:lnTo>
                        <a:lnTo>
                          <a:pt x="291" y="278"/>
                        </a:lnTo>
                        <a:lnTo>
                          <a:pt x="288" y="278"/>
                        </a:lnTo>
                        <a:lnTo>
                          <a:pt x="287" y="278"/>
                        </a:lnTo>
                        <a:lnTo>
                          <a:pt x="288" y="278"/>
                        </a:lnTo>
                        <a:lnTo>
                          <a:pt x="290" y="276"/>
                        </a:lnTo>
                        <a:lnTo>
                          <a:pt x="290" y="276"/>
                        </a:lnTo>
                        <a:lnTo>
                          <a:pt x="287" y="276"/>
                        </a:lnTo>
                        <a:lnTo>
                          <a:pt x="285" y="276"/>
                        </a:lnTo>
                        <a:lnTo>
                          <a:pt x="285" y="275"/>
                        </a:lnTo>
                        <a:lnTo>
                          <a:pt x="284" y="275"/>
                        </a:lnTo>
                        <a:lnTo>
                          <a:pt x="281" y="276"/>
                        </a:lnTo>
                        <a:lnTo>
                          <a:pt x="281" y="278"/>
                        </a:lnTo>
                        <a:lnTo>
                          <a:pt x="284" y="278"/>
                        </a:lnTo>
                        <a:lnTo>
                          <a:pt x="287" y="278"/>
                        </a:lnTo>
                        <a:lnTo>
                          <a:pt x="287" y="279"/>
                        </a:lnTo>
                        <a:lnTo>
                          <a:pt x="285" y="279"/>
                        </a:lnTo>
                        <a:lnTo>
                          <a:pt x="281" y="279"/>
                        </a:lnTo>
                        <a:lnTo>
                          <a:pt x="279" y="279"/>
                        </a:lnTo>
                        <a:lnTo>
                          <a:pt x="275" y="282"/>
                        </a:lnTo>
                        <a:lnTo>
                          <a:pt x="272" y="282"/>
                        </a:lnTo>
                        <a:lnTo>
                          <a:pt x="264" y="286"/>
                        </a:lnTo>
                        <a:lnTo>
                          <a:pt x="261" y="286"/>
                        </a:lnTo>
                        <a:lnTo>
                          <a:pt x="254" y="283"/>
                        </a:lnTo>
                        <a:lnTo>
                          <a:pt x="250" y="280"/>
                        </a:lnTo>
                        <a:lnTo>
                          <a:pt x="246" y="280"/>
                        </a:lnTo>
                        <a:lnTo>
                          <a:pt x="241" y="279"/>
                        </a:lnTo>
                        <a:lnTo>
                          <a:pt x="238" y="278"/>
                        </a:lnTo>
                        <a:lnTo>
                          <a:pt x="237" y="278"/>
                        </a:lnTo>
                        <a:lnTo>
                          <a:pt x="234" y="278"/>
                        </a:lnTo>
                        <a:lnTo>
                          <a:pt x="231" y="276"/>
                        </a:lnTo>
                        <a:lnTo>
                          <a:pt x="228" y="272"/>
                        </a:lnTo>
                        <a:lnTo>
                          <a:pt x="228" y="272"/>
                        </a:lnTo>
                        <a:lnTo>
                          <a:pt x="226" y="272"/>
                        </a:lnTo>
                        <a:lnTo>
                          <a:pt x="222" y="271"/>
                        </a:lnTo>
                        <a:lnTo>
                          <a:pt x="219" y="271"/>
                        </a:lnTo>
                        <a:lnTo>
                          <a:pt x="216" y="268"/>
                        </a:lnTo>
                        <a:lnTo>
                          <a:pt x="213" y="267"/>
                        </a:lnTo>
                        <a:lnTo>
                          <a:pt x="207" y="265"/>
                        </a:lnTo>
                        <a:lnTo>
                          <a:pt x="200" y="263"/>
                        </a:lnTo>
                        <a:lnTo>
                          <a:pt x="196" y="259"/>
                        </a:lnTo>
                        <a:lnTo>
                          <a:pt x="194" y="259"/>
                        </a:lnTo>
                        <a:lnTo>
                          <a:pt x="188" y="252"/>
                        </a:lnTo>
                        <a:lnTo>
                          <a:pt x="186" y="249"/>
                        </a:lnTo>
                        <a:lnTo>
                          <a:pt x="184" y="250"/>
                        </a:lnTo>
                        <a:lnTo>
                          <a:pt x="184" y="250"/>
                        </a:lnTo>
                        <a:lnTo>
                          <a:pt x="181" y="250"/>
                        </a:lnTo>
                        <a:lnTo>
                          <a:pt x="175" y="249"/>
                        </a:lnTo>
                        <a:lnTo>
                          <a:pt x="174" y="249"/>
                        </a:lnTo>
                        <a:lnTo>
                          <a:pt x="171" y="248"/>
                        </a:lnTo>
                        <a:lnTo>
                          <a:pt x="170" y="248"/>
                        </a:lnTo>
                        <a:lnTo>
                          <a:pt x="167" y="246"/>
                        </a:lnTo>
                        <a:lnTo>
                          <a:pt x="165" y="244"/>
                        </a:lnTo>
                        <a:lnTo>
                          <a:pt x="163" y="240"/>
                        </a:lnTo>
                        <a:lnTo>
                          <a:pt x="159" y="237"/>
                        </a:lnTo>
                        <a:lnTo>
                          <a:pt x="155" y="235"/>
                        </a:lnTo>
                        <a:lnTo>
                          <a:pt x="155" y="234"/>
                        </a:lnTo>
                        <a:lnTo>
                          <a:pt x="156" y="231"/>
                        </a:lnTo>
                        <a:lnTo>
                          <a:pt x="155" y="231"/>
                        </a:lnTo>
                        <a:lnTo>
                          <a:pt x="152" y="233"/>
                        </a:lnTo>
                        <a:lnTo>
                          <a:pt x="147" y="231"/>
                        </a:lnTo>
                        <a:lnTo>
                          <a:pt x="147" y="230"/>
                        </a:lnTo>
                        <a:lnTo>
                          <a:pt x="144" y="230"/>
                        </a:lnTo>
                        <a:lnTo>
                          <a:pt x="143" y="229"/>
                        </a:lnTo>
                        <a:lnTo>
                          <a:pt x="143" y="225"/>
                        </a:lnTo>
                        <a:lnTo>
                          <a:pt x="140" y="222"/>
                        </a:lnTo>
                        <a:lnTo>
                          <a:pt x="140" y="219"/>
                        </a:lnTo>
                        <a:lnTo>
                          <a:pt x="137" y="218"/>
                        </a:lnTo>
                        <a:lnTo>
                          <a:pt x="136" y="212"/>
                        </a:lnTo>
                        <a:lnTo>
                          <a:pt x="136" y="211"/>
                        </a:lnTo>
                        <a:lnTo>
                          <a:pt x="137" y="210"/>
                        </a:lnTo>
                        <a:lnTo>
                          <a:pt x="141" y="210"/>
                        </a:lnTo>
                        <a:lnTo>
                          <a:pt x="141" y="208"/>
                        </a:lnTo>
                        <a:lnTo>
                          <a:pt x="140" y="207"/>
                        </a:lnTo>
                        <a:lnTo>
                          <a:pt x="139" y="207"/>
                        </a:lnTo>
                        <a:lnTo>
                          <a:pt x="139" y="206"/>
                        </a:lnTo>
                        <a:lnTo>
                          <a:pt x="143" y="203"/>
                        </a:lnTo>
                        <a:lnTo>
                          <a:pt x="144" y="200"/>
                        </a:lnTo>
                        <a:lnTo>
                          <a:pt x="144" y="197"/>
                        </a:lnTo>
                        <a:lnTo>
                          <a:pt x="141" y="189"/>
                        </a:lnTo>
                        <a:lnTo>
                          <a:pt x="139" y="185"/>
                        </a:lnTo>
                        <a:lnTo>
                          <a:pt x="139" y="182"/>
                        </a:lnTo>
                        <a:lnTo>
                          <a:pt x="139" y="180"/>
                        </a:lnTo>
                        <a:lnTo>
                          <a:pt x="139" y="177"/>
                        </a:lnTo>
                        <a:lnTo>
                          <a:pt x="133" y="172"/>
                        </a:lnTo>
                        <a:lnTo>
                          <a:pt x="133" y="168"/>
                        </a:lnTo>
                        <a:lnTo>
                          <a:pt x="129" y="163"/>
                        </a:lnTo>
                        <a:lnTo>
                          <a:pt x="125" y="158"/>
                        </a:lnTo>
                        <a:lnTo>
                          <a:pt x="121" y="153"/>
                        </a:lnTo>
                        <a:lnTo>
                          <a:pt x="117" y="149"/>
                        </a:lnTo>
                        <a:lnTo>
                          <a:pt x="116" y="147"/>
                        </a:lnTo>
                        <a:lnTo>
                          <a:pt x="116" y="146"/>
                        </a:lnTo>
                        <a:lnTo>
                          <a:pt x="112" y="144"/>
                        </a:lnTo>
                        <a:lnTo>
                          <a:pt x="110" y="143"/>
                        </a:lnTo>
                        <a:lnTo>
                          <a:pt x="109" y="142"/>
                        </a:lnTo>
                        <a:lnTo>
                          <a:pt x="112" y="142"/>
                        </a:lnTo>
                        <a:lnTo>
                          <a:pt x="112" y="139"/>
                        </a:lnTo>
                        <a:lnTo>
                          <a:pt x="112" y="138"/>
                        </a:lnTo>
                        <a:lnTo>
                          <a:pt x="110" y="135"/>
                        </a:lnTo>
                        <a:lnTo>
                          <a:pt x="109" y="132"/>
                        </a:lnTo>
                        <a:lnTo>
                          <a:pt x="107" y="132"/>
                        </a:lnTo>
                        <a:lnTo>
                          <a:pt x="105" y="132"/>
                        </a:lnTo>
                        <a:lnTo>
                          <a:pt x="99" y="128"/>
                        </a:lnTo>
                        <a:lnTo>
                          <a:pt x="97" y="125"/>
                        </a:lnTo>
                        <a:lnTo>
                          <a:pt x="94" y="125"/>
                        </a:lnTo>
                        <a:lnTo>
                          <a:pt x="93" y="124"/>
                        </a:lnTo>
                        <a:lnTo>
                          <a:pt x="91" y="121"/>
                        </a:lnTo>
                        <a:lnTo>
                          <a:pt x="93" y="117"/>
                        </a:lnTo>
                        <a:lnTo>
                          <a:pt x="95" y="115"/>
                        </a:lnTo>
                        <a:lnTo>
                          <a:pt x="98" y="115"/>
                        </a:lnTo>
                        <a:lnTo>
                          <a:pt x="99" y="116"/>
                        </a:lnTo>
                        <a:lnTo>
                          <a:pt x="99" y="115"/>
                        </a:lnTo>
                        <a:lnTo>
                          <a:pt x="99" y="112"/>
                        </a:lnTo>
                        <a:lnTo>
                          <a:pt x="99" y="112"/>
                        </a:lnTo>
                        <a:lnTo>
                          <a:pt x="98" y="112"/>
                        </a:lnTo>
                        <a:lnTo>
                          <a:pt x="97" y="112"/>
                        </a:lnTo>
                        <a:lnTo>
                          <a:pt x="95" y="109"/>
                        </a:lnTo>
                        <a:lnTo>
                          <a:pt x="93" y="106"/>
                        </a:lnTo>
                        <a:lnTo>
                          <a:pt x="91" y="106"/>
                        </a:lnTo>
                        <a:lnTo>
                          <a:pt x="88" y="106"/>
                        </a:lnTo>
                        <a:lnTo>
                          <a:pt x="87" y="104"/>
                        </a:lnTo>
                        <a:lnTo>
                          <a:pt x="88" y="101"/>
                        </a:lnTo>
                        <a:lnTo>
                          <a:pt x="86" y="101"/>
                        </a:lnTo>
                        <a:lnTo>
                          <a:pt x="84" y="101"/>
                        </a:lnTo>
                        <a:lnTo>
                          <a:pt x="79" y="96"/>
                        </a:lnTo>
                        <a:lnTo>
                          <a:pt x="79" y="93"/>
                        </a:lnTo>
                        <a:lnTo>
                          <a:pt x="80" y="90"/>
                        </a:lnTo>
                        <a:lnTo>
                          <a:pt x="80" y="87"/>
                        </a:lnTo>
                        <a:lnTo>
                          <a:pt x="79" y="86"/>
                        </a:lnTo>
                        <a:lnTo>
                          <a:pt x="76" y="87"/>
                        </a:lnTo>
                        <a:lnTo>
                          <a:pt x="76" y="86"/>
                        </a:lnTo>
                        <a:lnTo>
                          <a:pt x="74" y="86"/>
                        </a:lnTo>
                        <a:lnTo>
                          <a:pt x="74" y="85"/>
                        </a:lnTo>
                        <a:lnTo>
                          <a:pt x="71" y="83"/>
                        </a:lnTo>
                        <a:lnTo>
                          <a:pt x="71" y="81"/>
                        </a:lnTo>
                        <a:lnTo>
                          <a:pt x="69" y="78"/>
                        </a:lnTo>
                        <a:lnTo>
                          <a:pt x="67" y="77"/>
                        </a:lnTo>
                        <a:lnTo>
                          <a:pt x="65" y="75"/>
                        </a:lnTo>
                        <a:lnTo>
                          <a:pt x="65" y="72"/>
                        </a:lnTo>
                        <a:lnTo>
                          <a:pt x="65" y="70"/>
                        </a:lnTo>
                        <a:lnTo>
                          <a:pt x="63" y="70"/>
                        </a:lnTo>
                        <a:lnTo>
                          <a:pt x="61" y="64"/>
                        </a:lnTo>
                        <a:lnTo>
                          <a:pt x="60" y="63"/>
                        </a:lnTo>
                        <a:lnTo>
                          <a:pt x="59" y="63"/>
                        </a:lnTo>
                        <a:lnTo>
                          <a:pt x="59" y="62"/>
                        </a:lnTo>
                        <a:lnTo>
                          <a:pt x="59" y="60"/>
                        </a:lnTo>
                        <a:lnTo>
                          <a:pt x="60" y="59"/>
                        </a:lnTo>
                        <a:lnTo>
                          <a:pt x="56" y="53"/>
                        </a:lnTo>
                        <a:lnTo>
                          <a:pt x="55" y="51"/>
                        </a:lnTo>
                        <a:lnTo>
                          <a:pt x="56" y="49"/>
                        </a:lnTo>
                        <a:lnTo>
                          <a:pt x="55" y="45"/>
                        </a:lnTo>
                        <a:lnTo>
                          <a:pt x="53" y="44"/>
                        </a:lnTo>
                        <a:lnTo>
                          <a:pt x="53" y="38"/>
                        </a:lnTo>
                        <a:lnTo>
                          <a:pt x="52" y="34"/>
                        </a:lnTo>
                        <a:lnTo>
                          <a:pt x="52" y="33"/>
                        </a:lnTo>
                        <a:lnTo>
                          <a:pt x="53" y="30"/>
                        </a:lnTo>
                        <a:lnTo>
                          <a:pt x="53" y="29"/>
                        </a:lnTo>
                        <a:lnTo>
                          <a:pt x="50" y="28"/>
                        </a:lnTo>
                        <a:lnTo>
                          <a:pt x="48" y="28"/>
                        </a:lnTo>
                        <a:lnTo>
                          <a:pt x="46" y="25"/>
                        </a:lnTo>
                        <a:lnTo>
                          <a:pt x="45" y="24"/>
                        </a:lnTo>
                        <a:lnTo>
                          <a:pt x="44" y="25"/>
                        </a:lnTo>
                        <a:lnTo>
                          <a:pt x="41" y="25"/>
                        </a:lnTo>
                        <a:lnTo>
                          <a:pt x="40" y="24"/>
                        </a:lnTo>
                        <a:lnTo>
                          <a:pt x="37" y="19"/>
                        </a:lnTo>
                        <a:lnTo>
                          <a:pt x="33" y="18"/>
                        </a:lnTo>
                        <a:lnTo>
                          <a:pt x="31" y="14"/>
                        </a:lnTo>
                        <a:lnTo>
                          <a:pt x="31" y="18"/>
                        </a:lnTo>
                        <a:lnTo>
                          <a:pt x="33" y="21"/>
                        </a:lnTo>
                        <a:lnTo>
                          <a:pt x="31" y="25"/>
                        </a:lnTo>
                        <a:lnTo>
                          <a:pt x="30" y="29"/>
                        </a:lnTo>
                        <a:lnTo>
                          <a:pt x="30" y="34"/>
                        </a:lnTo>
                        <a:lnTo>
                          <a:pt x="31" y="44"/>
                        </a:lnTo>
                        <a:lnTo>
                          <a:pt x="30" y="47"/>
                        </a:lnTo>
                        <a:lnTo>
                          <a:pt x="31" y="48"/>
                        </a:lnTo>
                        <a:lnTo>
                          <a:pt x="33" y="52"/>
                        </a:lnTo>
                        <a:lnTo>
                          <a:pt x="33" y="55"/>
                        </a:lnTo>
                        <a:lnTo>
                          <a:pt x="34" y="55"/>
                        </a:lnTo>
                        <a:lnTo>
                          <a:pt x="35" y="58"/>
                        </a:lnTo>
                        <a:lnTo>
                          <a:pt x="40" y="60"/>
                        </a:lnTo>
                        <a:lnTo>
                          <a:pt x="41" y="64"/>
                        </a:lnTo>
                        <a:lnTo>
                          <a:pt x="41" y="66"/>
                        </a:lnTo>
                        <a:lnTo>
                          <a:pt x="41" y="68"/>
                        </a:lnTo>
                        <a:lnTo>
                          <a:pt x="44" y="70"/>
                        </a:lnTo>
                        <a:lnTo>
                          <a:pt x="45" y="71"/>
                        </a:lnTo>
                        <a:lnTo>
                          <a:pt x="45" y="74"/>
                        </a:lnTo>
                        <a:lnTo>
                          <a:pt x="46" y="75"/>
                        </a:lnTo>
                        <a:lnTo>
                          <a:pt x="49" y="77"/>
                        </a:lnTo>
                        <a:lnTo>
                          <a:pt x="50" y="79"/>
                        </a:lnTo>
                        <a:lnTo>
                          <a:pt x="50" y="82"/>
                        </a:lnTo>
                        <a:lnTo>
                          <a:pt x="50" y="86"/>
                        </a:lnTo>
                        <a:lnTo>
                          <a:pt x="53" y="89"/>
                        </a:lnTo>
                        <a:lnTo>
                          <a:pt x="55" y="89"/>
                        </a:lnTo>
                        <a:lnTo>
                          <a:pt x="57" y="93"/>
                        </a:lnTo>
                        <a:lnTo>
                          <a:pt x="57" y="98"/>
                        </a:lnTo>
                        <a:lnTo>
                          <a:pt x="59" y="98"/>
                        </a:lnTo>
                        <a:lnTo>
                          <a:pt x="60" y="100"/>
                        </a:lnTo>
                        <a:lnTo>
                          <a:pt x="59" y="102"/>
                        </a:lnTo>
                        <a:lnTo>
                          <a:pt x="59" y="104"/>
                        </a:lnTo>
                        <a:lnTo>
                          <a:pt x="61" y="108"/>
                        </a:lnTo>
                        <a:lnTo>
                          <a:pt x="63" y="106"/>
                        </a:lnTo>
                        <a:lnTo>
                          <a:pt x="63" y="105"/>
                        </a:lnTo>
                        <a:lnTo>
                          <a:pt x="63" y="104"/>
                        </a:lnTo>
                        <a:lnTo>
                          <a:pt x="64" y="104"/>
                        </a:lnTo>
                        <a:lnTo>
                          <a:pt x="64" y="106"/>
                        </a:lnTo>
                        <a:lnTo>
                          <a:pt x="67" y="109"/>
                        </a:lnTo>
                        <a:lnTo>
                          <a:pt x="67" y="115"/>
                        </a:lnTo>
                        <a:lnTo>
                          <a:pt x="67" y="116"/>
                        </a:lnTo>
                        <a:lnTo>
                          <a:pt x="67" y="120"/>
                        </a:lnTo>
                        <a:lnTo>
                          <a:pt x="68" y="121"/>
                        </a:lnTo>
                        <a:lnTo>
                          <a:pt x="68" y="124"/>
                        </a:lnTo>
                        <a:lnTo>
                          <a:pt x="69" y="125"/>
                        </a:lnTo>
                        <a:lnTo>
                          <a:pt x="69" y="128"/>
                        </a:lnTo>
                        <a:lnTo>
                          <a:pt x="71" y="130"/>
                        </a:lnTo>
                        <a:lnTo>
                          <a:pt x="71" y="131"/>
                        </a:lnTo>
                        <a:lnTo>
                          <a:pt x="69" y="134"/>
                        </a:lnTo>
                        <a:lnTo>
                          <a:pt x="72" y="136"/>
                        </a:lnTo>
                        <a:lnTo>
                          <a:pt x="72" y="139"/>
                        </a:lnTo>
                        <a:lnTo>
                          <a:pt x="71" y="142"/>
                        </a:lnTo>
                        <a:lnTo>
                          <a:pt x="71" y="144"/>
                        </a:lnTo>
                        <a:lnTo>
                          <a:pt x="74" y="147"/>
                        </a:lnTo>
                        <a:lnTo>
                          <a:pt x="75" y="149"/>
                        </a:lnTo>
                        <a:lnTo>
                          <a:pt x="76" y="150"/>
                        </a:lnTo>
                        <a:lnTo>
                          <a:pt x="78" y="150"/>
                        </a:lnTo>
                        <a:lnTo>
                          <a:pt x="78" y="147"/>
                        </a:lnTo>
                        <a:lnTo>
                          <a:pt x="78" y="147"/>
                        </a:lnTo>
                        <a:lnTo>
                          <a:pt x="79" y="149"/>
                        </a:lnTo>
                        <a:lnTo>
                          <a:pt x="80" y="150"/>
                        </a:lnTo>
                        <a:lnTo>
                          <a:pt x="82" y="151"/>
                        </a:lnTo>
                        <a:lnTo>
                          <a:pt x="84" y="153"/>
                        </a:lnTo>
                        <a:lnTo>
                          <a:pt x="84" y="155"/>
                        </a:lnTo>
                        <a:lnTo>
                          <a:pt x="86" y="157"/>
                        </a:lnTo>
                        <a:lnTo>
                          <a:pt x="87" y="159"/>
                        </a:lnTo>
                        <a:lnTo>
                          <a:pt x="88" y="161"/>
                        </a:lnTo>
                        <a:lnTo>
                          <a:pt x="88" y="163"/>
                        </a:lnTo>
                        <a:lnTo>
                          <a:pt x="86" y="168"/>
                        </a:lnTo>
                        <a:lnTo>
                          <a:pt x="82" y="170"/>
                        </a:lnTo>
                        <a:lnTo>
                          <a:pt x="79" y="169"/>
                        </a:lnTo>
                        <a:lnTo>
                          <a:pt x="79" y="166"/>
                        </a:lnTo>
                        <a:lnTo>
                          <a:pt x="78" y="165"/>
                        </a:lnTo>
                        <a:lnTo>
                          <a:pt x="76" y="163"/>
                        </a:lnTo>
                        <a:lnTo>
                          <a:pt x="76" y="159"/>
                        </a:lnTo>
                        <a:lnTo>
                          <a:pt x="75" y="157"/>
                        </a:lnTo>
                        <a:lnTo>
                          <a:pt x="72" y="157"/>
                        </a:lnTo>
                        <a:lnTo>
                          <a:pt x="69" y="154"/>
                        </a:lnTo>
                        <a:lnTo>
                          <a:pt x="68" y="153"/>
                        </a:lnTo>
                        <a:lnTo>
                          <a:pt x="67" y="151"/>
                        </a:lnTo>
                        <a:lnTo>
                          <a:pt x="60" y="144"/>
                        </a:lnTo>
                        <a:lnTo>
                          <a:pt x="59" y="142"/>
                        </a:lnTo>
                        <a:lnTo>
                          <a:pt x="56" y="142"/>
                        </a:lnTo>
                        <a:lnTo>
                          <a:pt x="56" y="139"/>
                        </a:lnTo>
                        <a:lnTo>
                          <a:pt x="55" y="140"/>
                        </a:lnTo>
                        <a:lnTo>
                          <a:pt x="52" y="138"/>
                        </a:lnTo>
                        <a:lnTo>
                          <a:pt x="52" y="135"/>
                        </a:lnTo>
                        <a:lnTo>
                          <a:pt x="53" y="131"/>
                        </a:lnTo>
                        <a:lnTo>
                          <a:pt x="55" y="127"/>
                        </a:lnTo>
                        <a:lnTo>
                          <a:pt x="55" y="121"/>
                        </a:lnTo>
                        <a:lnTo>
                          <a:pt x="52" y="116"/>
                        </a:lnTo>
                        <a:lnTo>
                          <a:pt x="50" y="113"/>
                        </a:lnTo>
                        <a:lnTo>
                          <a:pt x="49" y="113"/>
                        </a:lnTo>
                        <a:lnTo>
                          <a:pt x="48" y="113"/>
                        </a:lnTo>
                        <a:lnTo>
                          <a:pt x="42" y="108"/>
                        </a:lnTo>
                        <a:lnTo>
                          <a:pt x="42" y="104"/>
                        </a:lnTo>
                        <a:lnTo>
                          <a:pt x="42" y="101"/>
                        </a:lnTo>
                        <a:lnTo>
                          <a:pt x="42" y="101"/>
                        </a:lnTo>
                        <a:lnTo>
                          <a:pt x="40" y="104"/>
                        </a:lnTo>
                        <a:lnTo>
                          <a:pt x="37" y="104"/>
                        </a:lnTo>
                        <a:lnTo>
                          <a:pt x="35" y="105"/>
                        </a:lnTo>
                        <a:lnTo>
                          <a:pt x="34" y="102"/>
                        </a:lnTo>
                        <a:lnTo>
                          <a:pt x="35" y="102"/>
                        </a:lnTo>
                        <a:lnTo>
                          <a:pt x="33" y="101"/>
                        </a:lnTo>
                        <a:lnTo>
                          <a:pt x="31" y="101"/>
                        </a:lnTo>
                        <a:lnTo>
                          <a:pt x="31" y="100"/>
                        </a:lnTo>
                        <a:lnTo>
                          <a:pt x="27" y="98"/>
                        </a:lnTo>
                        <a:lnTo>
                          <a:pt x="26" y="97"/>
                        </a:lnTo>
                        <a:lnTo>
                          <a:pt x="25" y="94"/>
                        </a:lnTo>
                        <a:lnTo>
                          <a:pt x="23" y="91"/>
                        </a:lnTo>
                        <a:lnTo>
                          <a:pt x="22" y="91"/>
                        </a:lnTo>
                        <a:lnTo>
                          <a:pt x="18" y="87"/>
                        </a:lnTo>
                        <a:lnTo>
                          <a:pt x="19" y="86"/>
                        </a:lnTo>
                        <a:lnTo>
                          <a:pt x="23" y="86"/>
                        </a:lnTo>
                        <a:lnTo>
                          <a:pt x="25" y="87"/>
                        </a:lnTo>
                        <a:lnTo>
                          <a:pt x="29" y="87"/>
                        </a:lnTo>
                        <a:lnTo>
                          <a:pt x="30" y="89"/>
                        </a:lnTo>
                        <a:lnTo>
                          <a:pt x="31" y="87"/>
                        </a:lnTo>
                        <a:lnTo>
                          <a:pt x="31" y="86"/>
                        </a:lnTo>
                        <a:lnTo>
                          <a:pt x="30" y="85"/>
                        </a:lnTo>
                        <a:lnTo>
                          <a:pt x="29" y="85"/>
                        </a:lnTo>
                        <a:lnTo>
                          <a:pt x="30" y="83"/>
                        </a:lnTo>
                        <a:lnTo>
                          <a:pt x="33" y="83"/>
                        </a:lnTo>
                        <a:lnTo>
                          <a:pt x="33" y="81"/>
                        </a:lnTo>
                        <a:lnTo>
                          <a:pt x="31" y="79"/>
                        </a:lnTo>
                        <a:lnTo>
                          <a:pt x="31" y="78"/>
                        </a:lnTo>
                        <a:lnTo>
                          <a:pt x="34" y="77"/>
                        </a:lnTo>
                        <a:lnTo>
                          <a:pt x="31" y="72"/>
                        </a:lnTo>
                        <a:lnTo>
                          <a:pt x="30" y="72"/>
                        </a:lnTo>
                        <a:lnTo>
                          <a:pt x="29" y="68"/>
                        </a:lnTo>
                        <a:lnTo>
                          <a:pt x="26" y="64"/>
                        </a:lnTo>
                        <a:lnTo>
                          <a:pt x="25" y="63"/>
                        </a:lnTo>
                        <a:lnTo>
                          <a:pt x="23" y="59"/>
                        </a:lnTo>
                        <a:lnTo>
                          <a:pt x="19" y="55"/>
                        </a:lnTo>
                        <a:lnTo>
                          <a:pt x="18" y="56"/>
                        </a:lnTo>
                        <a:lnTo>
                          <a:pt x="15" y="53"/>
                        </a:lnTo>
                        <a:lnTo>
                          <a:pt x="14" y="49"/>
                        </a:lnTo>
                        <a:lnTo>
                          <a:pt x="14" y="44"/>
                        </a:lnTo>
                        <a:lnTo>
                          <a:pt x="12" y="43"/>
                        </a:lnTo>
                        <a:lnTo>
                          <a:pt x="11" y="41"/>
                        </a:lnTo>
                        <a:lnTo>
                          <a:pt x="11" y="38"/>
                        </a:lnTo>
                        <a:lnTo>
                          <a:pt x="12" y="37"/>
                        </a:lnTo>
                        <a:lnTo>
                          <a:pt x="11" y="34"/>
                        </a:lnTo>
                        <a:lnTo>
                          <a:pt x="8" y="32"/>
                        </a:lnTo>
                        <a:lnTo>
                          <a:pt x="8" y="30"/>
                        </a:lnTo>
                        <a:lnTo>
                          <a:pt x="10" y="29"/>
                        </a:lnTo>
                        <a:lnTo>
                          <a:pt x="10" y="28"/>
                        </a:lnTo>
                        <a:lnTo>
                          <a:pt x="6" y="24"/>
                        </a:lnTo>
                        <a:lnTo>
                          <a:pt x="4" y="21"/>
                        </a:lnTo>
                        <a:lnTo>
                          <a:pt x="4" y="18"/>
                        </a:lnTo>
                        <a:lnTo>
                          <a:pt x="6" y="17"/>
                        </a:lnTo>
                        <a:lnTo>
                          <a:pt x="4" y="15"/>
                        </a:lnTo>
                        <a:lnTo>
                          <a:pt x="3" y="13"/>
                        </a:lnTo>
                        <a:lnTo>
                          <a:pt x="0" y="5"/>
                        </a:lnTo>
                        <a:lnTo>
                          <a:pt x="0" y="2"/>
                        </a:lnTo>
                        <a:lnTo>
                          <a:pt x="0" y="2"/>
                        </a:lnTo>
                        <a:close/>
                        <a:moveTo>
                          <a:pt x="74" y="138"/>
                        </a:moveTo>
                        <a:lnTo>
                          <a:pt x="75" y="136"/>
                        </a:lnTo>
                        <a:lnTo>
                          <a:pt x="75" y="135"/>
                        </a:lnTo>
                        <a:lnTo>
                          <a:pt x="74" y="132"/>
                        </a:lnTo>
                        <a:lnTo>
                          <a:pt x="72" y="134"/>
                        </a:lnTo>
                        <a:lnTo>
                          <a:pt x="74" y="135"/>
                        </a:lnTo>
                        <a:lnTo>
                          <a:pt x="74" y="138"/>
                        </a:lnTo>
                        <a:lnTo>
                          <a:pt x="74" y="138"/>
                        </a:lnTo>
                        <a:close/>
                        <a:moveTo>
                          <a:pt x="76" y="144"/>
                        </a:moveTo>
                        <a:lnTo>
                          <a:pt x="76" y="146"/>
                        </a:lnTo>
                        <a:lnTo>
                          <a:pt x="78" y="146"/>
                        </a:lnTo>
                        <a:lnTo>
                          <a:pt x="78" y="144"/>
                        </a:lnTo>
                        <a:lnTo>
                          <a:pt x="76" y="144"/>
                        </a:lnTo>
                        <a:lnTo>
                          <a:pt x="76" y="144"/>
                        </a:lnTo>
                        <a:close/>
                        <a:moveTo>
                          <a:pt x="258" y="140"/>
                        </a:moveTo>
                        <a:lnTo>
                          <a:pt x="260" y="139"/>
                        </a:lnTo>
                        <a:lnTo>
                          <a:pt x="260" y="138"/>
                        </a:lnTo>
                        <a:lnTo>
                          <a:pt x="258" y="138"/>
                        </a:lnTo>
                        <a:lnTo>
                          <a:pt x="258" y="140"/>
                        </a:lnTo>
                        <a:lnTo>
                          <a:pt x="258" y="140"/>
                        </a:lnTo>
                        <a:close/>
                        <a:moveTo>
                          <a:pt x="258" y="143"/>
                        </a:moveTo>
                        <a:lnTo>
                          <a:pt x="258" y="144"/>
                        </a:lnTo>
                        <a:lnTo>
                          <a:pt x="260" y="142"/>
                        </a:lnTo>
                        <a:lnTo>
                          <a:pt x="258" y="142"/>
                        </a:lnTo>
                        <a:lnTo>
                          <a:pt x="258" y="143"/>
                        </a:lnTo>
                        <a:lnTo>
                          <a:pt x="258" y="143"/>
                        </a:lnTo>
                        <a:close/>
                        <a:moveTo>
                          <a:pt x="257" y="150"/>
                        </a:moveTo>
                        <a:lnTo>
                          <a:pt x="258" y="147"/>
                        </a:lnTo>
                        <a:lnTo>
                          <a:pt x="257" y="144"/>
                        </a:lnTo>
                        <a:lnTo>
                          <a:pt x="257" y="150"/>
                        </a:lnTo>
                        <a:close/>
                      </a:path>
                    </a:pathLst>
                  </a:custGeom>
                  <a:solidFill>
                    <a:srgbClr val="D4D4D4"/>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76" name="Freeform 1027">
                    <a:extLst>
                      <a:ext uri="{FF2B5EF4-FFF2-40B4-BE49-F238E27FC236}">
                        <a16:creationId xmlns:a16="http://schemas.microsoft.com/office/drawing/2014/main" id="{BAB3122F-F7FE-A5E7-626B-4C89F080C4D5}"/>
                      </a:ext>
                    </a:extLst>
                  </p:cNvPr>
                  <p:cNvSpPr>
                    <a:spLocks noEditPoints="1"/>
                  </p:cNvSpPr>
                  <p:nvPr/>
                </p:nvSpPr>
                <p:spPr bwMode="auto">
                  <a:xfrm>
                    <a:off x="8299613" y="2889793"/>
                    <a:ext cx="507821" cy="485374"/>
                  </a:xfrm>
                  <a:custGeom>
                    <a:avLst/>
                    <a:gdLst/>
                    <a:ahLst/>
                    <a:cxnLst>
                      <a:cxn ang="0">
                        <a:pos x="331" y="79"/>
                      </a:cxn>
                      <a:cxn ang="0">
                        <a:pos x="335" y="75"/>
                      </a:cxn>
                      <a:cxn ang="0">
                        <a:pos x="337" y="75"/>
                      </a:cxn>
                      <a:cxn ang="0">
                        <a:pos x="350" y="76"/>
                      </a:cxn>
                      <a:cxn ang="0">
                        <a:pos x="335" y="47"/>
                      </a:cxn>
                      <a:cxn ang="0">
                        <a:pos x="306" y="33"/>
                      </a:cxn>
                      <a:cxn ang="0">
                        <a:pos x="284" y="47"/>
                      </a:cxn>
                      <a:cxn ang="0">
                        <a:pos x="254" y="41"/>
                      </a:cxn>
                      <a:cxn ang="0">
                        <a:pos x="238" y="47"/>
                      </a:cxn>
                      <a:cxn ang="0">
                        <a:pos x="204" y="49"/>
                      </a:cxn>
                      <a:cxn ang="0">
                        <a:pos x="201" y="15"/>
                      </a:cxn>
                      <a:cxn ang="0">
                        <a:pos x="179" y="11"/>
                      </a:cxn>
                      <a:cxn ang="0">
                        <a:pos x="133" y="19"/>
                      </a:cxn>
                      <a:cxn ang="0">
                        <a:pos x="128" y="57"/>
                      </a:cxn>
                      <a:cxn ang="0">
                        <a:pos x="83" y="52"/>
                      </a:cxn>
                      <a:cxn ang="0">
                        <a:pos x="54" y="72"/>
                      </a:cxn>
                      <a:cxn ang="0">
                        <a:pos x="46" y="137"/>
                      </a:cxn>
                      <a:cxn ang="0">
                        <a:pos x="8" y="164"/>
                      </a:cxn>
                      <a:cxn ang="0">
                        <a:pos x="11" y="208"/>
                      </a:cxn>
                      <a:cxn ang="0">
                        <a:pos x="49" y="232"/>
                      </a:cxn>
                      <a:cxn ang="0">
                        <a:pos x="86" y="232"/>
                      </a:cxn>
                      <a:cxn ang="0">
                        <a:pos x="124" y="238"/>
                      </a:cxn>
                      <a:cxn ang="0">
                        <a:pos x="170" y="268"/>
                      </a:cxn>
                      <a:cxn ang="0">
                        <a:pos x="225" y="322"/>
                      </a:cxn>
                      <a:cxn ang="0">
                        <a:pos x="239" y="395"/>
                      </a:cxn>
                      <a:cxn ang="0">
                        <a:pos x="285" y="425"/>
                      </a:cxn>
                      <a:cxn ang="0">
                        <a:pos x="300" y="460"/>
                      </a:cxn>
                      <a:cxn ang="0">
                        <a:pos x="274" y="493"/>
                      </a:cxn>
                      <a:cxn ang="0">
                        <a:pos x="253" y="526"/>
                      </a:cxn>
                      <a:cxn ang="0">
                        <a:pos x="293" y="546"/>
                      </a:cxn>
                      <a:cxn ang="0">
                        <a:pos x="316" y="584"/>
                      </a:cxn>
                      <a:cxn ang="0">
                        <a:pos x="335" y="543"/>
                      </a:cxn>
                      <a:cxn ang="0">
                        <a:pos x="345" y="527"/>
                      </a:cxn>
                      <a:cxn ang="0">
                        <a:pos x="333" y="551"/>
                      </a:cxn>
                      <a:cxn ang="0">
                        <a:pos x="371" y="493"/>
                      </a:cxn>
                      <a:cxn ang="0">
                        <a:pos x="369" y="462"/>
                      </a:cxn>
                      <a:cxn ang="0">
                        <a:pos x="388" y="439"/>
                      </a:cxn>
                      <a:cxn ang="0">
                        <a:pos x="425" y="413"/>
                      </a:cxn>
                      <a:cxn ang="0">
                        <a:pos x="436" y="412"/>
                      </a:cxn>
                      <a:cxn ang="0">
                        <a:pos x="463" y="406"/>
                      </a:cxn>
                      <a:cxn ang="0">
                        <a:pos x="484" y="374"/>
                      </a:cxn>
                      <a:cxn ang="0">
                        <a:pos x="499" y="316"/>
                      </a:cxn>
                      <a:cxn ang="0">
                        <a:pos x="500" y="266"/>
                      </a:cxn>
                      <a:cxn ang="0">
                        <a:pos x="503" y="262"/>
                      </a:cxn>
                      <a:cxn ang="0">
                        <a:pos x="537" y="223"/>
                      </a:cxn>
                      <a:cxn ang="0">
                        <a:pos x="549" y="162"/>
                      </a:cxn>
                      <a:cxn ang="0">
                        <a:pos x="496" y="122"/>
                      </a:cxn>
                      <a:cxn ang="0">
                        <a:pos x="455" y="115"/>
                      </a:cxn>
                      <a:cxn ang="0">
                        <a:pos x="431" y="113"/>
                      </a:cxn>
                      <a:cxn ang="0">
                        <a:pos x="417" y="119"/>
                      </a:cxn>
                      <a:cxn ang="0">
                        <a:pos x="402" y="98"/>
                      </a:cxn>
                      <a:cxn ang="0">
                        <a:pos x="379" y="88"/>
                      </a:cxn>
                      <a:cxn ang="0">
                        <a:pos x="349" y="109"/>
                      </a:cxn>
                      <a:cxn ang="0">
                        <a:pos x="348" y="105"/>
                      </a:cxn>
                      <a:cxn ang="0">
                        <a:pos x="349" y="100"/>
                      </a:cxn>
                      <a:cxn ang="0">
                        <a:pos x="340" y="79"/>
                      </a:cxn>
                      <a:cxn ang="0">
                        <a:pos x="319" y="94"/>
                      </a:cxn>
                      <a:cxn ang="0">
                        <a:pos x="325" y="75"/>
                      </a:cxn>
                      <a:cxn ang="0">
                        <a:pos x="333" y="49"/>
                      </a:cxn>
                    </a:cxnLst>
                    <a:rect l="0" t="0" r="r" b="b"/>
                    <a:pathLst>
                      <a:path w="557" h="584">
                        <a:moveTo>
                          <a:pt x="325" y="85"/>
                        </a:moveTo>
                        <a:lnTo>
                          <a:pt x="326" y="84"/>
                        </a:lnTo>
                        <a:lnTo>
                          <a:pt x="329" y="83"/>
                        </a:lnTo>
                        <a:lnTo>
                          <a:pt x="329" y="83"/>
                        </a:lnTo>
                        <a:lnTo>
                          <a:pt x="329" y="85"/>
                        </a:lnTo>
                        <a:lnTo>
                          <a:pt x="326" y="85"/>
                        </a:lnTo>
                        <a:lnTo>
                          <a:pt x="325" y="85"/>
                        </a:lnTo>
                        <a:lnTo>
                          <a:pt x="325" y="85"/>
                        </a:lnTo>
                        <a:close/>
                        <a:moveTo>
                          <a:pt x="323" y="85"/>
                        </a:moveTo>
                        <a:lnTo>
                          <a:pt x="323" y="85"/>
                        </a:lnTo>
                        <a:lnTo>
                          <a:pt x="325" y="84"/>
                        </a:lnTo>
                        <a:lnTo>
                          <a:pt x="327" y="81"/>
                        </a:lnTo>
                        <a:lnTo>
                          <a:pt x="329" y="81"/>
                        </a:lnTo>
                        <a:lnTo>
                          <a:pt x="331" y="79"/>
                        </a:lnTo>
                        <a:lnTo>
                          <a:pt x="330" y="77"/>
                        </a:lnTo>
                        <a:lnTo>
                          <a:pt x="330" y="77"/>
                        </a:lnTo>
                        <a:lnTo>
                          <a:pt x="329" y="77"/>
                        </a:lnTo>
                        <a:lnTo>
                          <a:pt x="327" y="77"/>
                        </a:lnTo>
                        <a:lnTo>
                          <a:pt x="325" y="80"/>
                        </a:lnTo>
                        <a:lnTo>
                          <a:pt x="323" y="85"/>
                        </a:lnTo>
                        <a:lnTo>
                          <a:pt x="323" y="85"/>
                        </a:lnTo>
                        <a:close/>
                        <a:moveTo>
                          <a:pt x="335" y="75"/>
                        </a:moveTo>
                        <a:lnTo>
                          <a:pt x="334" y="73"/>
                        </a:lnTo>
                        <a:lnTo>
                          <a:pt x="333" y="73"/>
                        </a:lnTo>
                        <a:lnTo>
                          <a:pt x="333" y="75"/>
                        </a:lnTo>
                        <a:lnTo>
                          <a:pt x="333" y="76"/>
                        </a:lnTo>
                        <a:lnTo>
                          <a:pt x="334" y="76"/>
                        </a:lnTo>
                        <a:lnTo>
                          <a:pt x="335" y="75"/>
                        </a:lnTo>
                        <a:lnTo>
                          <a:pt x="335" y="75"/>
                        </a:lnTo>
                        <a:close/>
                        <a:moveTo>
                          <a:pt x="335" y="72"/>
                        </a:moveTo>
                        <a:lnTo>
                          <a:pt x="334" y="69"/>
                        </a:lnTo>
                        <a:lnTo>
                          <a:pt x="335" y="68"/>
                        </a:lnTo>
                        <a:lnTo>
                          <a:pt x="337" y="68"/>
                        </a:lnTo>
                        <a:lnTo>
                          <a:pt x="340" y="65"/>
                        </a:lnTo>
                        <a:lnTo>
                          <a:pt x="341" y="66"/>
                        </a:lnTo>
                        <a:lnTo>
                          <a:pt x="340" y="68"/>
                        </a:lnTo>
                        <a:lnTo>
                          <a:pt x="338" y="68"/>
                        </a:lnTo>
                        <a:lnTo>
                          <a:pt x="337" y="71"/>
                        </a:lnTo>
                        <a:lnTo>
                          <a:pt x="335" y="72"/>
                        </a:lnTo>
                        <a:lnTo>
                          <a:pt x="335" y="72"/>
                        </a:lnTo>
                        <a:close/>
                        <a:moveTo>
                          <a:pt x="335" y="75"/>
                        </a:moveTo>
                        <a:lnTo>
                          <a:pt x="337" y="75"/>
                        </a:lnTo>
                        <a:lnTo>
                          <a:pt x="341" y="75"/>
                        </a:lnTo>
                        <a:lnTo>
                          <a:pt x="342" y="76"/>
                        </a:lnTo>
                        <a:lnTo>
                          <a:pt x="344" y="75"/>
                        </a:lnTo>
                        <a:lnTo>
                          <a:pt x="344" y="73"/>
                        </a:lnTo>
                        <a:lnTo>
                          <a:pt x="342" y="72"/>
                        </a:lnTo>
                        <a:lnTo>
                          <a:pt x="338" y="73"/>
                        </a:lnTo>
                        <a:lnTo>
                          <a:pt x="337" y="73"/>
                        </a:lnTo>
                        <a:lnTo>
                          <a:pt x="335" y="75"/>
                        </a:lnTo>
                        <a:lnTo>
                          <a:pt x="335" y="75"/>
                        </a:lnTo>
                        <a:close/>
                        <a:moveTo>
                          <a:pt x="344" y="77"/>
                        </a:moveTo>
                        <a:lnTo>
                          <a:pt x="346" y="76"/>
                        </a:lnTo>
                        <a:lnTo>
                          <a:pt x="346" y="76"/>
                        </a:lnTo>
                        <a:lnTo>
                          <a:pt x="349" y="75"/>
                        </a:lnTo>
                        <a:lnTo>
                          <a:pt x="350" y="76"/>
                        </a:lnTo>
                        <a:lnTo>
                          <a:pt x="349" y="79"/>
                        </a:lnTo>
                        <a:lnTo>
                          <a:pt x="346" y="79"/>
                        </a:lnTo>
                        <a:lnTo>
                          <a:pt x="344" y="77"/>
                        </a:lnTo>
                        <a:lnTo>
                          <a:pt x="344" y="77"/>
                        </a:lnTo>
                        <a:close/>
                        <a:moveTo>
                          <a:pt x="335" y="47"/>
                        </a:moveTo>
                        <a:lnTo>
                          <a:pt x="334" y="46"/>
                        </a:lnTo>
                        <a:lnTo>
                          <a:pt x="333" y="42"/>
                        </a:lnTo>
                        <a:lnTo>
                          <a:pt x="333" y="41"/>
                        </a:lnTo>
                        <a:lnTo>
                          <a:pt x="335" y="42"/>
                        </a:lnTo>
                        <a:lnTo>
                          <a:pt x="337" y="46"/>
                        </a:lnTo>
                        <a:lnTo>
                          <a:pt x="337" y="49"/>
                        </a:lnTo>
                        <a:lnTo>
                          <a:pt x="337" y="49"/>
                        </a:lnTo>
                        <a:lnTo>
                          <a:pt x="335" y="47"/>
                        </a:lnTo>
                        <a:lnTo>
                          <a:pt x="335" y="47"/>
                        </a:lnTo>
                        <a:close/>
                        <a:moveTo>
                          <a:pt x="322" y="20"/>
                        </a:moveTo>
                        <a:lnTo>
                          <a:pt x="322" y="19"/>
                        </a:lnTo>
                        <a:lnTo>
                          <a:pt x="321" y="16"/>
                        </a:lnTo>
                        <a:lnTo>
                          <a:pt x="319" y="12"/>
                        </a:lnTo>
                        <a:lnTo>
                          <a:pt x="318" y="13"/>
                        </a:lnTo>
                        <a:lnTo>
                          <a:pt x="319" y="15"/>
                        </a:lnTo>
                        <a:lnTo>
                          <a:pt x="318" y="18"/>
                        </a:lnTo>
                        <a:lnTo>
                          <a:pt x="314" y="19"/>
                        </a:lnTo>
                        <a:lnTo>
                          <a:pt x="314" y="19"/>
                        </a:lnTo>
                        <a:lnTo>
                          <a:pt x="314" y="19"/>
                        </a:lnTo>
                        <a:lnTo>
                          <a:pt x="312" y="20"/>
                        </a:lnTo>
                        <a:lnTo>
                          <a:pt x="310" y="26"/>
                        </a:lnTo>
                        <a:lnTo>
                          <a:pt x="306" y="30"/>
                        </a:lnTo>
                        <a:lnTo>
                          <a:pt x="306" y="33"/>
                        </a:lnTo>
                        <a:lnTo>
                          <a:pt x="303" y="38"/>
                        </a:lnTo>
                        <a:lnTo>
                          <a:pt x="300" y="42"/>
                        </a:lnTo>
                        <a:lnTo>
                          <a:pt x="299" y="46"/>
                        </a:lnTo>
                        <a:lnTo>
                          <a:pt x="296" y="46"/>
                        </a:lnTo>
                        <a:lnTo>
                          <a:pt x="295" y="47"/>
                        </a:lnTo>
                        <a:lnTo>
                          <a:pt x="295" y="49"/>
                        </a:lnTo>
                        <a:lnTo>
                          <a:pt x="292" y="52"/>
                        </a:lnTo>
                        <a:lnTo>
                          <a:pt x="291" y="50"/>
                        </a:lnTo>
                        <a:lnTo>
                          <a:pt x="291" y="47"/>
                        </a:lnTo>
                        <a:lnTo>
                          <a:pt x="289" y="46"/>
                        </a:lnTo>
                        <a:lnTo>
                          <a:pt x="289" y="45"/>
                        </a:lnTo>
                        <a:lnTo>
                          <a:pt x="287" y="45"/>
                        </a:lnTo>
                        <a:lnTo>
                          <a:pt x="285" y="46"/>
                        </a:lnTo>
                        <a:lnTo>
                          <a:pt x="284" y="47"/>
                        </a:lnTo>
                        <a:lnTo>
                          <a:pt x="281" y="47"/>
                        </a:lnTo>
                        <a:lnTo>
                          <a:pt x="280" y="45"/>
                        </a:lnTo>
                        <a:lnTo>
                          <a:pt x="280" y="43"/>
                        </a:lnTo>
                        <a:lnTo>
                          <a:pt x="278" y="43"/>
                        </a:lnTo>
                        <a:lnTo>
                          <a:pt x="277" y="41"/>
                        </a:lnTo>
                        <a:lnTo>
                          <a:pt x="277" y="39"/>
                        </a:lnTo>
                        <a:lnTo>
                          <a:pt x="276" y="39"/>
                        </a:lnTo>
                        <a:lnTo>
                          <a:pt x="273" y="37"/>
                        </a:lnTo>
                        <a:lnTo>
                          <a:pt x="269" y="37"/>
                        </a:lnTo>
                        <a:lnTo>
                          <a:pt x="266" y="38"/>
                        </a:lnTo>
                        <a:lnTo>
                          <a:pt x="259" y="38"/>
                        </a:lnTo>
                        <a:lnTo>
                          <a:pt x="257" y="37"/>
                        </a:lnTo>
                        <a:lnTo>
                          <a:pt x="254" y="38"/>
                        </a:lnTo>
                        <a:lnTo>
                          <a:pt x="254" y="41"/>
                        </a:lnTo>
                        <a:lnTo>
                          <a:pt x="257" y="43"/>
                        </a:lnTo>
                        <a:lnTo>
                          <a:pt x="257" y="45"/>
                        </a:lnTo>
                        <a:lnTo>
                          <a:pt x="258" y="49"/>
                        </a:lnTo>
                        <a:lnTo>
                          <a:pt x="258" y="50"/>
                        </a:lnTo>
                        <a:lnTo>
                          <a:pt x="255" y="50"/>
                        </a:lnTo>
                        <a:lnTo>
                          <a:pt x="251" y="49"/>
                        </a:lnTo>
                        <a:lnTo>
                          <a:pt x="251" y="47"/>
                        </a:lnTo>
                        <a:lnTo>
                          <a:pt x="250" y="47"/>
                        </a:lnTo>
                        <a:lnTo>
                          <a:pt x="250" y="47"/>
                        </a:lnTo>
                        <a:lnTo>
                          <a:pt x="250" y="47"/>
                        </a:lnTo>
                        <a:lnTo>
                          <a:pt x="244" y="47"/>
                        </a:lnTo>
                        <a:lnTo>
                          <a:pt x="242" y="49"/>
                        </a:lnTo>
                        <a:lnTo>
                          <a:pt x="242" y="47"/>
                        </a:lnTo>
                        <a:lnTo>
                          <a:pt x="238" y="47"/>
                        </a:lnTo>
                        <a:lnTo>
                          <a:pt x="234" y="49"/>
                        </a:lnTo>
                        <a:lnTo>
                          <a:pt x="232" y="53"/>
                        </a:lnTo>
                        <a:lnTo>
                          <a:pt x="227" y="53"/>
                        </a:lnTo>
                        <a:lnTo>
                          <a:pt x="224" y="54"/>
                        </a:lnTo>
                        <a:lnTo>
                          <a:pt x="223" y="56"/>
                        </a:lnTo>
                        <a:lnTo>
                          <a:pt x="221" y="57"/>
                        </a:lnTo>
                        <a:lnTo>
                          <a:pt x="217" y="58"/>
                        </a:lnTo>
                        <a:lnTo>
                          <a:pt x="217" y="57"/>
                        </a:lnTo>
                        <a:lnTo>
                          <a:pt x="216" y="57"/>
                        </a:lnTo>
                        <a:lnTo>
                          <a:pt x="213" y="60"/>
                        </a:lnTo>
                        <a:lnTo>
                          <a:pt x="212" y="58"/>
                        </a:lnTo>
                        <a:lnTo>
                          <a:pt x="206" y="54"/>
                        </a:lnTo>
                        <a:lnTo>
                          <a:pt x="204" y="52"/>
                        </a:lnTo>
                        <a:lnTo>
                          <a:pt x="204" y="49"/>
                        </a:lnTo>
                        <a:lnTo>
                          <a:pt x="201" y="46"/>
                        </a:lnTo>
                        <a:lnTo>
                          <a:pt x="198" y="43"/>
                        </a:lnTo>
                        <a:lnTo>
                          <a:pt x="198" y="41"/>
                        </a:lnTo>
                        <a:lnTo>
                          <a:pt x="198" y="39"/>
                        </a:lnTo>
                        <a:lnTo>
                          <a:pt x="198" y="38"/>
                        </a:lnTo>
                        <a:lnTo>
                          <a:pt x="198" y="35"/>
                        </a:lnTo>
                        <a:lnTo>
                          <a:pt x="200" y="33"/>
                        </a:lnTo>
                        <a:lnTo>
                          <a:pt x="200" y="30"/>
                        </a:lnTo>
                        <a:lnTo>
                          <a:pt x="202" y="24"/>
                        </a:lnTo>
                        <a:lnTo>
                          <a:pt x="202" y="20"/>
                        </a:lnTo>
                        <a:lnTo>
                          <a:pt x="205" y="18"/>
                        </a:lnTo>
                        <a:lnTo>
                          <a:pt x="205" y="16"/>
                        </a:lnTo>
                        <a:lnTo>
                          <a:pt x="202" y="16"/>
                        </a:lnTo>
                        <a:lnTo>
                          <a:pt x="201" y="15"/>
                        </a:lnTo>
                        <a:lnTo>
                          <a:pt x="200" y="12"/>
                        </a:lnTo>
                        <a:lnTo>
                          <a:pt x="197" y="12"/>
                        </a:lnTo>
                        <a:lnTo>
                          <a:pt x="194" y="11"/>
                        </a:lnTo>
                        <a:lnTo>
                          <a:pt x="196" y="9"/>
                        </a:lnTo>
                        <a:lnTo>
                          <a:pt x="198" y="7"/>
                        </a:lnTo>
                        <a:lnTo>
                          <a:pt x="198" y="3"/>
                        </a:lnTo>
                        <a:lnTo>
                          <a:pt x="196" y="0"/>
                        </a:lnTo>
                        <a:lnTo>
                          <a:pt x="193" y="0"/>
                        </a:lnTo>
                        <a:lnTo>
                          <a:pt x="190" y="1"/>
                        </a:lnTo>
                        <a:lnTo>
                          <a:pt x="190" y="0"/>
                        </a:lnTo>
                        <a:lnTo>
                          <a:pt x="189" y="0"/>
                        </a:lnTo>
                        <a:lnTo>
                          <a:pt x="189" y="3"/>
                        </a:lnTo>
                        <a:lnTo>
                          <a:pt x="187" y="5"/>
                        </a:lnTo>
                        <a:lnTo>
                          <a:pt x="179" y="11"/>
                        </a:lnTo>
                        <a:lnTo>
                          <a:pt x="175" y="11"/>
                        </a:lnTo>
                        <a:lnTo>
                          <a:pt x="168" y="13"/>
                        </a:lnTo>
                        <a:lnTo>
                          <a:pt x="167" y="12"/>
                        </a:lnTo>
                        <a:lnTo>
                          <a:pt x="163" y="13"/>
                        </a:lnTo>
                        <a:lnTo>
                          <a:pt x="158" y="18"/>
                        </a:lnTo>
                        <a:lnTo>
                          <a:pt x="153" y="19"/>
                        </a:lnTo>
                        <a:lnTo>
                          <a:pt x="152" y="18"/>
                        </a:lnTo>
                        <a:lnTo>
                          <a:pt x="145" y="19"/>
                        </a:lnTo>
                        <a:lnTo>
                          <a:pt x="140" y="19"/>
                        </a:lnTo>
                        <a:lnTo>
                          <a:pt x="136" y="16"/>
                        </a:lnTo>
                        <a:lnTo>
                          <a:pt x="132" y="16"/>
                        </a:lnTo>
                        <a:lnTo>
                          <a:pt x="128" y="15"/>
                        </a:lnTo>
                        <a:lnTo>
                          <a:pt x="129" y="18"/>
                        </a:lnTo>
                        <a:lnTo>
                          <a:pt x="133" y="19"/>
                        </a:lnTo>
                        <a:lnTo>
                          <a:pt x="136" y="22"/>
                        </a:lnTo>
                        <a:lnTo>
                          <a:pt x="137" y="24"/>
                        </a:lnTo>
                        <a:lnTo>
                          <a:pt x="133" y="31"/>
                        </a:lnTo>
                        <a:lnTo>
                          <a:pt x="134" y="34"/>
                        </a:lnTo>
                        <a:lnTo>
                          <a:pt x="133" y="38"/>
                        </a:lnTo>
                        <a:lnTo>
                          <a:pt x="140" y="41"/>
                        </a:lnTo>
                        <a:lnTo>
                          <a:pt x="144" y="41"/>
                        </a:lnTo>
                        <a:lnTo>
                          <a:pt x="149" y="41"/>
                        </a:lnTo>
                        <a:lnTo>
                          <a:pt x="149" y="43"/>
                        </a:lnTo>
                        <a:lnTo>
                          <a:pt x="145" y="45"/>
                        </a:lnTo>
                        <a:lnTo>
                          <a:pt x="138" y="46"/>
                        </a:lnTo>
                        <a:lnTo>
                          <a:pt x="137" y="49"/>
                        </a:lnTo>
                        <a:lnTo>
                          <a:pt x="136" y="53"/>
                        </a:lnTo>
                        <a:lnTo>
                          <a:pt x="128" y="57"/>
                        </a:lnTo>
                        <a:lnTo>
                          <a:pt x="126" y="60"/>
                        </a:lnTo>
                        <a:lnTo>
                          <a:pt x="121" y="62"/>
                        </a:lnTo>
                        <a:lnTo>
                          <a:pt x="117" y="66"/>
                        </a:lnTo>
                        <a:lnTo>
                          <a:pt x="111" y="66"/>
                        </a:lnTo>
                        <a:lnTo>
                          <a:pt x="109" y="66"/>
                        </a:lnTo>
                        <a:lnTo>
                          <a:pt x="103" y="62"/>
                        </a:lnTo>
                        <a:lnTo>
                          <a:pt x="98" y="58"/>
                        </a:lnTo>
                        <a:lnTo>
                          <a:pt x="94" y="58"/>
                        </a:lnTo>
                        <a:lnTo>
                          <a:pt x="94" y="56"/>
                        </a:lnTo>
                        <a:lnTo>
                          <a:pt x="94" y="52"/>
                        </a:lnTo>
                        <a:lnTo>
                          <a:pt x="91" y="49"/>
                        </a:lnTo>
                        <a:lnTo>
                          <a:pt x="90" y="47"/>
                        </a:lnTo>
                        <a:lnTo>
                          <a:pt x="86" y="47"/>
                        </a:lnTo>
                        <a:lnTo>
                          <a:pt x="83" y="52"/>
                        </a:lnTo>
                        <a:lnTo>
                          <a:pt x="81" y="52"/>
                        </a:lnTo>
                        <a:lnTo>
                          <a:pt x="80" y="50"/>
                        </a:lnTo>
                        <a:lnTo>
                          <a:pt x="77" y="50"/>
                        </a:lnTo>
                        <a:lnTo>
                          <a:pt x="76" y="52"/>
                        </a:lnTo>
                        <a:lnTo>
                          <a:pt x="60" y="52"/>
                        </a:lnTo>
                        <a:lnTo>
                          <a:pt x="58" y="57"/>
                        </a:lnTo>
                        <a:lnTo>
                          <a:pt x="60" y="60"/>
                        </a:lnTo>
                        <a:lnTo>
                          <a:pt x="65" y="61"/>
                        </a:lnTo>
                        <a:lnTo>
                          <a:pt x="66" y="65"/>
                        </a:lnTo>
                        <a:lnTo>
                          <a:pt x="65" y="66"/>
                        </a:lnTo>
                        <a:lnTo>
                          <a:pt x="68" y="69"/>
                        </a:lnTo>
                        <a:lnTo>
                          <a:pt x="66" y="71"/>
                        </a:lnTo>
                        <a:lnTo>
                          <a:pt x="64" y="69"/>
                        </a:lnTo>
                        <a:lnTo>
                          <a:pt x="54" y="72"/>
                        </a:lnTo>
                        <a:lnTo>
                          <a:pt x="54" y="80"/>
                        </a:lnTo>
                        <a:lnTo>
                          <a:pt x="57" y="83"/>
                        </a:lnTo>
                        <a:lnTo>
                          <a:pt x="62" y="87"/>
                        </a:lnTo>
                        <a:lnTo>
                          <a:pt x="65" y="94"/>
                        </a:lnTo>
                        <a:lnTo>
                          <a:pt x="65" y="98"/>
                        </a:lnTo>
                        <a:lnTo>
                          <a:pt x="65" y="100"/>
                        </a:lnTo>
                        <a:lnTo>
                          <a:pt x="57" y="130"/>
                        </a:lnTo>
                        <a:lnTo>
                          <a:pt x="54" y="137"/>
                        </a:lnTo>
                        <a:lnTo>
                          <a:pt x="54" y="138"/>
                        </a:lnTo>
                        <a:lnTo>
                          <a:pt x="54" y="141"/>
                        </a:lnTo>
                        <a:lnTo>
                          <a:pt x="50" y="140"/>
                        </a:lnTo>
                        <a:lnTo>
                          <a:pt x="52" y="140"/>
                        </a:lnTo>
                        <a:lnTo>
                          <a:pt x="47" y="137"/>
                        </a:lnTo>
                        <a:lnTo>
                          <a:pt x="46" y="137"/>
                        </a:lnTo>
                        <a:lnTo>
                          <a:pt x="43" y="137"/>
                        </a:lnTo>
                        <a:lnTo>
                          <a:pt x="42" y="137"/>
                        </a:lnTo>
                        <a:lnTo>
                          <a:pt x="42" y="140"/>
                        </a:lnTo>
                        <a:lnTo>
                          <a:pt x="33" y="143"/>
                        </a:lnTo>
                        <a:lnTo>
                          <a:pt x="24" y="144"/>
                        </a:lnTo>
                        <a:lnTo>
                          <a:pt x="23" y="145"/>
                        </a:lnTo>
                        <a:lnTo>
                          <a:pt x="22" y="147"/>
                        </a:lnTo>
                        <a:lnTo>
                          <a:pt x="18" y="149"/>
                        </a:lnTo>
                        <a:lnTo>
                          <a:pt x="15" y="151"/>
                        </a:lnTo>
                        <a:lnTo>
                          <a:pt x="12" y="152"/>
                        </a:lnTo>
                        <a:lnTo>
                          <a:pt x="12" y="156"/>
                        </a:lnTo>
                        <a:lnTo>
                          <a:pt x="11" y="159"/>
                        </a:lnTo>
                        <a:lnTo>
                          <a:pt x="12" y="160"/>
                        </a:lnTo>
                        <a:lnTo>
                          <a:pt x="8" y="164"/>
                        </a:lnTo>
                        <a:lnTo>
                          <a:pt x="9" y="170"/>
                        </a:lnTo>
                        <a:lnTo>
                          <a:pt x="11" y="172"/>
                        </a:lnTo>
                        <a:lnTo>
                          <a:pt x="8" y="174"/>
                        </a:lnTo>
                        <a:lnTo>
                          <a:pt x="7" y="174"/>
                        </a:lnTo>
                        <a:lnTo>
                          <a:pt x="3" y="177"/>
                        </a:lnTo>
                        <a:lnTo>
                          <a:pt x="3" y="179"/>
                        </a:lnTo>
                        <a:lnTo>
                          <a:pt x="0" y="181"/>
                        </a:lnTo>
                        <a:lnTo>
                          <a:pt x="1" y="183"/>
                        </a:lnTo>
                        <a:lnTo>
                          <a:pt x="1" y="186"/>
                        </a:lnTo>
                        <a:lnTo>
                          <a:pt x="0" y="189"/>
                        </a:lnTo>
                        <a:lnTo>
                          <a:pt x="1" y="191"/>
                        </a:lnTo>
                        <a:lnTo>
                          <a:pt x="0" y="193"/>
                        </a:lnTo>
                        <a:lnTo>
                          <a:pt x="4" y="197"/>
                        </a:lnTo>
                        <a:lnTo>
                          <a:pt x="11" y="208"/>
                        </a:lnTo>
                        <a:lnTo>
                          <a:pt x="8" y="213"/>
                        </a:lnTo>
                        <a:lnTo>
                          <a:pt x="16" y="212"/>
                        </a:lnTo>
                        <a:lnTo>
                          <a:pt x="20" y="213"/>
                        </a:lnTo>
                        <a:lnTo>
                          <a:pt x="23" y="217"/>
                        </a:lnTo>
                        <a:lnTo>
                          <a:pt x="24" y="221"/>
                        </a:lnTo>
                        <a:lnTo>
                          <a:pt x="31" y="221"/>
                        </a:lnTo>
                        <a:lnTo>
                          <a:pt x="38" y="221"/>
                        </a:lnTo>
                        <a:lnTo>
                          <a:pt x="43" y="216"/>
                        </a:lnTo>
                        <a:lnTo>
                          <a:pt x="49" y="213"/>
                        </a:lnTo>
                        <a:lnTo>
                          <a:pt x="50" y="215"/>
                        </a:lnTo>
                        <a:lnTo>
                          <a:pt x="50" y="219"/>
                        </a:lnTo>
                        <a:lnTo>
                          <a:pt x="49" y="220"/>
                        </a:lnTo>
                        <a:lnTo>
                          <a:pt x="49" y="224"/>
                        </a:lnTo>
                        <a:lnTo>
                          <a:pt x="49" y="232"/>
                        </a:lnTo>
                        <a:lnTo>
                          <a:pt x="49" y="236"/>
                        </a:lnTo>
                        <a:lnTo>
                          <a:pt x="52" y="238"/>
                        </a:lnTo>
                        <a:lnTo>
                          <a:pt x="54" y="238"/>
                        </a:lnTo>
                        <a:lnTo>
                          <a:pt x="57" y="236"/>
                        </a:lnTo>
                        <a:lnTo>
                          <a:pt x="60" y="236"/>
                        </a:lnTo>
                        <a:lnTo>
                          <a:pt x="61" y="236"/>
                        </a:lnTo>
                        <a:lnTo>
                          <a:pt x="62" y="236"/>
                        </a:lnTo>
                        <a:lnTo>
                          <a:pt x="64" y="238"/>
                        </a:lnTo>
                        <a:lnTo>
                          <a:pt x="64" y="238"/>
                        </a:lnTo>
                        <a:lnTo>
                          <a:pt x="72" y="236"/>
                        </a:lnTo>
                        <a:lnTo>
                          <a:pt x="76" y="238"/>
                        </a:lnTo>
                        <a:lnTo>
                          <a:pt x="80" y="235"/>
                        </a:lnTo>
                        <a:lnTo>
                          <a:pt x="83" y="235"/>
                        </a:lnTo>
                        <a:lnTo>
                          <a:pt x="86" y="232"/>
                        </a:lnTo>
                        <a:lnTo>
                          <a:pt x="90" y="232"/>
                        </a:lnTo>
                        <a:lnTo>
                          <a:pt x="94" y="231"/>
                        </a:lnTo>
                        <a:lnTo>
                          <a:pt x="96" y="225"/>
                        </a:lnTo>
                        <a:lnTo>
                          <a:pt x="103" y="220"/>
                        </a:lnTo>
                        <a:lnTo>
                          <a:pt x="107" y="220"/>
                        </a:lnTo>
                        <a:lnTo>
                          <a:pt x="111" y="217"/>
                        </a:lnTo>
                        <a:lnTo>
                          <a:pt x="115" y="217"/>
                        </a:lnTo>
                        <a:lnTo>
                          <a:pt x="118" y="220"/>
                        </a:lnTo>
                        <a:lnTo>
                          <a:pt x="121" y="217"/>
                        </a:lnTo>
                        <a:lnTo>
                          <a:pt x="122" y="219"/>
                        </a:lnTo>
                        <a:lnTo>
                          <a:pt x="122" y="223"/>
                        </a:lnTo>
                        <a:lnTo>
                          <a:pt x="124" y="227"/>
                        </a:lnTo>
                        <a:lnTo>
                          <a:pt x="122" y="231"/>
                        </a:lnTo>
                        <a:lnTo>
                          <a:pt x="124" y="238"/>
                        </a:lnTo>
                        <a:lnTo>
                          <a:pt x="122" y="240"/>
                        </a:lnTo>
                        <a:lnTo>
                          <a:pt x="125" y="246"/>
                        </a:lnTo>
                        <a:lnTo>
                          <a:pt x="128" y="247"/>
                        </a:lnTo>
                        <a:lnTo>
                          <a:pt x="129" y="253"/>
                        </a:lnTo>
                        <a:lnTo>
                          <a:pt x="132" y="254"/>
                        </a:lnTo>
                        <a:lnTo>
                          <a:pt x="137" y="257"/>
                        </a:lnTo>
                        <a:lnTo>
                          <a:pt x="140" y="259"/>
                        </a:lnTo>
                        <a:lnTo>
                          <a:pt x="141" y="258"/>
                        </a:lnTo>
                        <a:lnTo>
                          <a:pt x="147" y="257"/>
                        </a:lnTo>
                        <a:lnTo>
                          <a:pt x="152" y="261"/>
                        </a:lnTo>
                        <a:lnTo>
                          <a:pt x="156" y="261"/>
                        </a:lnTo>
                        <a:lnTo>
                          <a:pt x="160" y="266"/>
                        </a:lnTo>
                        <a:lnTo>
                          <a:pt x="163" y="266"/>
                        </a:lnTo>
                        <a:lnTo>
                          <a:pt x="170" y="268"/>
                        </a:lnTo>
                        <a:lnTo>
                          <a:pt x="174" y="269"/>
                        </a:lnTo>
                        <a:lnTo>
                          <a:pt x="174" y="273"/>
                        </a:lnTo>
                        <a:lnTo>
                          <a:pt x="177" y="274"/>
                        </a:lnTo>
                        <a:lnTo>
                          <a:pt x="181" y="276"/>
                        </a:lnTo>
                        <a:lnTo>
                          <a:pt x="189" y="276"/>
                        </a:lnTo>
                        <a:lnTo>
                          <a:pt x="194" y="278"/>
                        </a:lnTo>
                        <a:lnTo>
                          <a:pt x="196" y="281"/>
                        </a:lnTo>
                        <a:lnTo>
                          <a:pt x="196" y="288"/>
                        </a:lnTo>
                        <a:lnTo>
                          <a:pt x="196" y="293"/>
                        </a:lnTo>
                        <a:lnTo>
                          <a:pt x="194" y="296"/>
                        </a:lnTo>
                        <a:lnTo>
                          <a:pt x="200" y="306"/>
                        </a:lnTo>
                        <a:lnTo>
                          <a:pt x="200" y="312"/>
                        </a:lnTo>
                        <a:lnTo>
                          <a:pt x="224" y="312"/>
                        </a:lnTo>
                        <a:lnTo>
                          <a:pt x="225" y="322"/>
                        </a:lnTo>
                        <a:lnTo>
                          <a:pt x="225" y="327"/>
                        </a:lnTo>
                        <a:lnTo>
                          <a:pt x="232" y="329"/>
                        </a:lnTo>
                        <a:lnTo>
                          <a:pt x="240" y="342"/>
                        </a:lnTo>
                        <a:lnTo>
                          <a:pt x="240" y="349"/>
                        </a:lnTo>
                        <a:lnTo>
                          <a:pt x="234" y="363"/>
                        </a:lnTo>
                        <a:lnTo>
                          <a:pt x="234" y="365"/>
                        </a:lnTo>
                        <a:lnTo>
                          <a:pt x="232" y="368"/>
                        </a:lnTo>
                        <a:lnTo>
                          <a:pt x="234" y="369"/>
                        </a:lnTo>
                        <a:lnTo>
                          <a:pt x="232" y="372"/>
                        </a:lnTo>
                        <a:lnTo>
                          <a:pt x="236" y="375"/>
                        </a:lnTo>
                        <a:lnTo>
                          <a:pt x="236" y="379"/>
                        </a:lnTo>
                        <a:lnTo>
                          <a:pt x="239" y="383"/>
                        </a:lnTo>
                        <a:lnTo>
                          <a:pt x="238" y="393"/>
                        </a:lnTo>
                        <a:lnTo>
                          <a:pt x="239" y="395"/>
                        </a:lnTo>
                        <a:lnTo>
                          <a:pt x="238" y="398"/>
                        </a:lnTo>
                        <a:lnTo>
                          <a:pt x="239" y="402"/>
                        </a:lnTo>
                        <a:lnTo>
                          <a:pt x="243" y="401"/>
                        </a:lnTo>
                        <a:lnTo>
                          <a:pt x="246" y="402"/>
                        </a:lnTo>
                        <a:lnTo>
                          <a:pt x="253" y="402"/>
                        </a:lnTo>
                        <a:lnTo>
                          <a:pt x="257" y="403"/>
                        </a:lnTo>
                        <a:lnTo>
                          <a:pt x="263" y="401"/>
                        </a:lnTo>
                        <a:lnTo>
                          <a:pt x="266" y="403"/>
                        </a:lnTo>
                        <a:lnTo>
                          <a:pt x="269" y="403"/>
                        </a:lnTo>
                        <a:lnTo>
                          <a:pt x="270" y="407"/>
                        </a:lnTo>
                        <a:lnTo>
                          <a:pt x="274" y="422"/>
                        </a:lnTo>
                        <a:lnTo>
                          <a:pt x="277" y="428"/>
                        </a:lnTo>
                        <a:lnTo>
                          <a:pt x="278" y="429"/>
                        </a:lnTo>
                        <a:lnTo>
                          <a:pt x="285" y="425"/>
                        </a:lnTo>
                        <a:lnTo>
                          <a:pt x="288" y="427"/>
                        </a:lnTo>
                        <a:lnTo>
                          <a:pt x="291" y="429"/>
                        </a:lnTo>
                        <a:lnTo>
                          <a:pt x="292" y="429"/>
                        </a:lnTo>
                        <a:lnTo>
                          <a:pt x="291" y="432"/>
                        </a:lnTo>
                        <a:lnTo>
                          <a:pt x="291" y="446"/>
                        </a:lnTo>
                        <a:lnTo>
                          <a:pt x="289" y="447"/>
                        </a:lnTo>
                        <a:lnTo>
                          <a:pt x="289" y="447"/>
                        </a:lnTo>
                        <a:lnTo>
                          <a:pt x="289" y="448"/>
                        </a:lnTo>
                        <a:lnTo>
                          <a:pt x="289" y="450"/>
                        </a:lnTo>
                        <a:lnTo>
                          <a:pt x="289" y="452"/>
                        </a:lnTo>
                        <a:lnTo>
                          <a:pt x="291" y="451"/>
                        </a:lnTo>
                        <a:lnTo>
                          <a:pt x="297" y="451"/>
                        </a:lnTo>
                        <a:lnTo>
                          <a:pt x="297" y="454"/>
                        </a:lnTo>
                        <a:lnTo>
                          <a:pt x="300" y="460"/>
                        </a:lnTo>
                        <a:lnTo>
                          <a:pt x="300" y="465"/>
                        </a:lnTo>
                        <a:lnTo>
                          <a:pt x="302" y="470"/>
                        </a:lnTo>
                        <a:lnTo>
                          <a:pt x="302" y="475"/>
                        </a:lnTo>
                        <a:lnTo>
                          <a:pt x="300" y="478"/>
                        </a:lnTo>
                        <a:lnTo>
                          <a:pt x="297" y="478"/>
                        </a:lnTo>
                        <a:lnTo>
                          <a:pt x="295" y="479"/>
                        </a:lnTo>
                        <a:lnTo>
                          <a:pt x="293" y="481"/>
                        </a:lnTo>
                        <a:lnTo>
                          <a:pt x="292" y="482"/>
                        </a:lnTo>
                        <a:lnTo>
                          <a:pt x="291" y="482"/>
                        </a:lnTo>
                        <a:lnTo>
                          <a:pt x="285" y="486"/>
                        </a:lnTo>
                        <a:lnTo>
                          <a:pt x="284" y="488"/>
                        </a:lnTo>
                        <a:lnTo>
                          <a:pt x="281" y="488"/>
                        </a:lnTo>
                        <a:lnTo>
                          <a:pt x="277" y="493"/>
                        </a:lnTo>
                        <a:lnTo>
                          <a:pt x="274" y="493"/>
                        </a:lnTo>
                        <a:lnTo>
                          <a:pt x="274" y="497"/>
                        </a:lnTo>
                        <a:lnTo>
                          <a:pt x="273" y="497"/>
                        </a:lnTo>
                        <a:lnTo>
                          <a:pt x="270" y="497"/>
                        </a:lnTo>
                        <a:lnTo>
                          <a:pt x="266" y="503"/>
                        </a:lnTo>
                        <a:lnTo>
                          <a:pt x="265" y="504"/>
                        </a:lnTo>
                        <a:lnTo>
                          <a:pt x="266" y="508"/>
                        </a:lnTo>
                        <a:lnTo>
                          <a:pt x="263" y="508"/>
                        </a:lnTo>
                        <a:lnTo>
                          <a:pt x="262" y="511"/>
                        </a:lnTo>
                        <a:lnTo>
                          <a:pt x="259" y="515"/>
                        </a:lnTo>
                        <a:lnTo>
                          <a:pt x="258" y="518"/>
                        </a:lnTo>
                        <a:lnTo>
                          <a:pt x="255" y="522"/>
                        </a:lnTo>
                        <a:lnTo>
                          <a:pt x="255" y="523"/>
                        </a:lnTo>
                        <a:lnTo>
                          <a:pt x="253" y="524"/>
                        </a:lnTo>
                        <a:lnTo>
                          <a:pt x="253" y="526"/>
                        </a:lnTo>
                        <a:lnTo>
                          <a:pt x="254" y="526"/>
                        </a:lnTo>
                        <a:lnTo>
                          <a:pt x="255" y="527"/>
                        </a:lnTo>
                        <a:lnTo>
                          <a:pt x="263" y="524"/>
                        </a:lnTo>
                        <a:lnTo>
                          <a:pt x="266" y="527"/>
                        </a:lnTo>
                        <a:lnTo>
                          <a:pt x="269" y="531"/>
                        </a:lnTo>
                        <a:lnTo>
                          <a:pt x="272" y="532"/>
                        </a:lnTo>
                        <a:lnTo>
                          <a:pt x="274" y="537"/>
                        </a:lnTo>
                        <a:lnTo>
                          <a:pt x="277" y="542"/>
                        </a:lnTo>
                        <a:lnTo>
                          <a:pt x="278" y="542"/>
                        </a:lnTo>
                        <a:lnTo>
                          <a:pt x="281" y="539"/>
                        </a:lnTo>
                        <a:lnTo>
                          <a:pt x="283" y="539"/>
                        </a:lnTo>
                        <a:lnTo>
                          <a:pt x="287" y="545"/>
                        </a:lnTo>
                        <a:lnTo>
                          <a:pt x="291" y="546"/>
                        </a:lnTo>
                        <a:lnTo>
                          <a:pt x="293" y="546"/>
                        </a:lnTo>
                        <a:lnTo>
                          <a:pt x="297" y="550"/>
                        </a:lnTo>
                        <a:lnTo>
                          <a:pt x="297" y="554"/>
                        </a:lnTo>
                        <a:lnTo>
                          <a:pt x="300" y="553"/>
                        </a:lnTo>
                        <a:lnTo>
                          <a:pt x="306" y="556"/>
                        </a:lnTo>
                        <a:lnTo>
                          <a:pt x="308" y="560"/>
                        </a:lnTo>
                        <a:lnTo>
                          <a:pt x="312" y="565"/>
                        </a:lnTo>
                        <a:lnTo>
                          <a:pt x="315" y="568"/>
                        </a:lnTo>
                        <a:lnTo>
                          <a:pt x="315" y="572"/>
                        </a:lnTo>
                        <a:lnTo>
                          <a:pt x="312" y="575"/>
                        </a:lnTo>
                        <a:lnTo>
                          <a:pt x="314" y="579"/>
                        </a:lnTo>
                        <a:lnTo>
                          <a:pt x="314" y="580"/>
                        </a:lnTo>
                        <a:lnTo>
                          <a:pt x="314" y="581"/>
                        </a:lnTo>
                        <a:lnTo>
                          <a:pt x="316" y="583"/>
                        </a:lnTo>
                        <a:lnTo>
                          <a:pt x="316" y="584"/>
                        </a:lnTo>
                        <a:lnTo>
                          <a:pt x="322" y="580"/>
                        </a:lnTo>
                        <a:lnTo>
                          <a:pt x="323" y="575"/>
                        </a:lnTo>
                        <a:lnTo>
                          <a:pt x="326" y="565"/>
                        </a:lnTo>
                        <a:lnTo>
                          <a:pt x="329" y="558"/>
                        </a:lnTo>
                        <a:lnTo>
                          <a:pt x="329" y="557"/>
                        </a:lnTo>
                        <a:lnTo>
                          <a:pt x="329" y="556"/>
                        </a:lnTo>
                        <a:lnTo>
                          <a:pt x="326" y="553"/>
                        </a:lnTo>
                        <a:lnTo>
                          <a:pt x="327" y="549"/>
                        </a:lnTo>
                        <a:lnTo>
                          <a:pt x="329" y="549"/>
                        </a:lnTo>
                        <a:lnTo>
                          <a:pt x="329" y="546"/>
                        </a:lnTo>
                        <a:lnTo>
                          <a:pt x="331" y="543"/>
                        </a:lnTo>
                        <a:lnTo>
                          <a:pt x="331" y="542"/>
                        </a:lnTo>
                        <a:lnTo>
                          <a:pt x="333" y="543"/>
                        </a:lnTo>
                        <a:lnTo>
                          <a:pt x="335" y="543"/>
                        </a:lnTo>
                        <a:lnTo>
                          <a:pt x="337" y="541"/>
                        </a:lnTo>
                        <a:lnTo>
                          <a:pt x="338" y="538"/>
                        </a:lnTo>
                        <a:lnTo>
                          <a:pt x="338" y="537"/>
                        </a:lnTo>
                        <a:lnTo>
                          <a:pt x="338" y="534"/>
                        </a:lnTo>
                        <a:lnTo>
                          <a:pt x="340" y="532"/>
                        </a:lnTo>
                        <a:lnTo>
                          <a:pt x="341" y="532"/>
                        </a:lnTo>
                        <a:lnTo>
                          <a:pt x="342" y="530"/>
                        </a:lnTo>
                        <a:lnTo>
                          <a:pt x="341" y="527"/>
                        </a:lnTo>
                        <a:lnTo>
                          <a:pt x="340" y="526"/>
                        </a:lnTo>
                        <a:lnTo>
                          <a:pt x="340" y="522"/>
                        </a:lnTo>
                        <a:lnTo>
                          <a:pt x="340" y="520"/>
                        </a:lnTo>
                        <a:lnTo>
                          <a:pt x="341" y="520"/>
                        </a:lnTo>
                        <a:lnTo>
                          <a:pt x="342" y="524"/>
                        </a:lnTo>
                        <a:lnTo>
                          <a:pt x="345" y="527"/>
                        </a:lnTo>
                        <a:lnTo>
                          <a:pt x="346" y="527"/>
                        </a:lnTo>
                        <a:lnTo>
                          <a:pt x="348" y="527"/>
                        </a:lnTo>
                        <a:lnTo>
                          <a:pt x="349" y="528"/>
                        </a:lnTo>
                        <a:lnTo>
                          <a:pt x="349" y="530"/>
                        </a:lnTo>
                        <a:lnTo>
                          <a:pt x="348" y="531"/>
                        </a:lnTo>
                        <a:lnTo>
                          <a:pt x="346" y="535"/>
                        </a:lnTo>
                        <a:lnTo>
                          <a:pt x="344" y="541"/>
                        </a:lnTo>
                        <a:lnTo>
                          <a:pt x="341" y="541"/>
                        </a:lnTo>
                        <a:lnTo>
                          <a:pt x="341" y="545"/>
                        </a:lnTo>
                        <a:lnTo>
                          <a:pt x="340" y="546"/>
                        </a:lnTo>
                        <a:lnTo>
                          <a:pt x="338" y="546"/>
                        </a:lnTo>
                        <a:lnTo>
                          <a:pt x="335" y="547"/>
                        </a:lnTo>
                        <a:lnTo>
                          <a:pt x="333" y="550"/>
                        </a:lnTo>
                        <a:lnTo>
                          <a:pt x="333" y="551"/>
                        </a:lnTo>
                        <a:lnTo>
                          <a:pt x="330" y="551"/>
                        </a:lnTo>
                        <a:lnTo>
                          <a:pt x="330" y="553"/>
                        </a:lnTo>
                        <a:lnTo>
                          <a:pt x="330" y="554"/>
                        </a:lnTo>
                        <a:lnTo>
                          <a:pt x="333" y="556"/>
                        </a:lnTo>
                        <a:lnTo>
                          <a:pt x="341" y="549"/>
                        </a:lnTo>
                        <a:lnTo>
                          <a:pt x="346" y="543"/>
                        </a:lnTo>
                        <a:lnTo>
                          <a:pt x="353" y="531"/>
                        </a:lnTo>
                        <a:lnTo>
                          <a:pt x="356" y="526"/>
                        </a:lnTo>
                        <a:lnTo>
                          <a:pt x="357" y="519"/>
                        </a:lnTo>
                        <a:lnTo>
                          <a:pt x="364" y="507"/>
                        </a:lnTo>
                        <a:lnTo>
                          <a:pt x="371" y="499"/>
                        </a:lnTo>
                        <a:lnTo>
                          <a:pt x="372" y="496"/>
                        </a:lnTo>
                        <a:lnTo>
                          <a:pt x="371" y="496"/>
                        </a:lnTo>
                        <a:lnTo>
                          <a:pt x="371" y="493"/>
                        </a:lnTo>
                        <a:lnTo>
                          <a:pt x="372" y="493"/>
                        </a:lnTo>
                        <a:lnTo>
                          <a:pt x="374" y="490"/>
                        </a:lnTo>
                        <a:lnTo>
                          <a:pt x="375" y="489"/>
                        </a:lnTo>
                        <a:lnTo>
                          <a:pt x="375" y="486"/>
                        </a:lnTo>
                        <a:lnTo>
                          <a:pt x="375" y="485"/>
                        </a:lnTo>
                        <a:lnTo>
                          <a:pt x="375" y="484"/>
                        </a:lnTo>
                        <a:lnTo>
                          <a:pt x="374" y="482"/>
                        </a:lnTo>
                        <a:lnTo>
                          <a:pt x="374" y="479"/>
                        </a:lnTo>
                        <a:lnTo>
                          <a:pt x="371" y="475"/>
                        </a:lnTo>
                        <a:lnTo>
                          <a:pt x="371" y="474"/>
                        </a:lnTo>
                        <a:lnTo>
                          <a:pt x="372" y="473"/>
                        </a:lnTo>
                        <a:lnTo>
                          <a:pt x="371" y="471"/>
                        </a:lnTo>
                        <a:lnTo>
                          <a:pt x="371" y="466"/>
                        </a:lnTo>
                        <a:lnTo>
                          <a:pt x="369" y="462"/>
                        </a:lnTo>
                        <a:lnTo>
                          <a:pt x="369" y="462"/>
                        </a:lnTo>
                        <a:lnTo>
                          <a:pt x="374" y="460"/>
                        </a:lnTo>
                        <a:lnTo>
                          <a:pt x="372" y="458"/>
                        </a:lnTo>
                        <a:lnTo>
                          <a:pt x="371" y="458"/>
                        </a:lnTo>
                        <a:lnTo>
                          <a:pt x="375" y="456"/>
                        </a:lnTo>
                        <a:lnTo>
                          <a:pt x="375" y="454"/>
                        </a:lnTo>
                        <a:lnTo>
                          <a:pt x="371" y="452"/>
                        </a:lnTo>
                        <a:lnTo>
                          <a:pt x="374" y="451"/>
                        </a:lnTo>
                        <a:lnTo>
                          <a:pt x="376" y="448"/>
                        </a:lnTo>
                        <a:lnTo>
                          <a:pt x="378" y="450"/>
                        </a:lnTo>
                        <a:lnTo>
                          <a:pt x="382" y="446"/>
                        </a:lnTo>
                        <a:lnTo>
                          <a:pt x="384" y="444"/>
                        </a:lnTo>
                        <a:lnTo>
                          <a:pt x="384" y="443"/>
                        </a:lnTo>
                        <a:lnTo>
                          <a:pt x="388" y="439"/>
                        </a:lnTo>
                        <a:lnTo>
                          <a:pt x="393" y="436"/>
                        </a:lnTo>
                        <a:lnTo>
                          <a:pt x="398" y="429"/>
                        </a:lnTo>
                        <a:lnTo>
                          <a:pt x="403" y="429"/>
                        </a:lnTo>
                        <a:lnTo>
                          <a:pt x="406" y="427"/>
                        </a:lnTo>
                        <a:lnTo>
                          <a:pt x="409" y="424"/>
                        </a:lnTo>
                        <a:lnTo>
                          <a:pt x="412" y="424"/>
                        </a:lnTo>
                        <a:lnTo>
                          <a:pt x="414" y="425"/>
                        </a:lnTo>
                        <a:lnTo>
                          <a:pt x="416" y="425"/>
                        </a:lnTo>
                        <a:lnTo>
                          <a:pt x="416" y="424"/>
                        </a:lnTo>
                        <a:lnTo>
                          <a:pt x="418" y="420"/>
                        </a:lnTo>
                        <a:lnTo>
                          <a:pt x="424" y="416"/>
                        </a:lnTo>
                        <a:lnTo>
                          <a:pt x="427" y="416"/>
                        </a:lnTo>
                        <a:lnTo>
                          <a:pt x="427" y="414"/>
                        </a:lnTo>
                        <a:lnTo>
                          <a:pt x="425" y="413"/>
                        </a:lnTo>
                        <a:lnTo>
                          <a:pt x="424" y="413"/>
                        </a:lnTo>
                        <a:lnTo>
                          <a:pt x="422" y="412"/>
                        </a:lnTo>
                        <a:lnTo>
                          <a:pt x="425" y="410"/>
                        </a:lnTo>
                        <a:lnTo>
                          <a:pt x="428" y="409"/>
                        </a:lnTo>
                        <a:lnTo>
                          <a:pt x="431" y="409"/>
                        </a:lnTo>
                        <a:lnTo>
                          <a:pt x="433" y="409"/>
                        </a:lnTo>
                        <a:lnTo>
                          <a:pt x="435" y="407"/>
                        </a:lnTo>
                        <a:lnTo>
                          <a:pt x="437" y="407"/>
                        </a:lnTo>
                        <a:lnTo>
                          <a:pt x="437" y="409"/>
                        </a:lnTo>
                        <a:lnTo>
                          <a:pt x="433" y="410"/>
                        </a:lnTo>
                        <a:lnTo>
                          <a:pt x="429" y="412"/>
                        </a:lnTo>
                        <a:lnTo>
                          <a:pt x="429" y="413"/>
                        </a:lnTo>
                        <a:lnTo>
                          <a:pt x="431" y="413"/>
                        </a:lnTo>
                        <a:lnTo>
                          <a:pt x="436" y="412"/>
                        </a:lnTo>
                        <a:lnTo>
                          <a:pt x="443" y="409"/>
                        </a:lnTo>
                        <a:lnTo>
                          <a:pt x="441" y="407"/>
                        </a:lnTo>
                        <a:lnTo>
                          <a:pt x="444" y="406"/>
                        </a:lnTo>
                        <a:lnTo>
                          <a:pt x="446" y="406"/>
                        </a:lnTo>
                        <a:lnTo>
                          <a:pt x="444" y="407"/>
                        </a:lnTo>
                        <a:lnTo>
                          <a:pt x="444" y="407"/>
                        </a:lnTo>
                        <a:lnTo>
                          <a:pt x="446" y="410"/>
                        </a:lnTo>
                        <a:lnTo>
                          <a:pt x="446" y="410"/>
                        </a:lnTo>
                        <a:lnTo>
                          <a:pt x="450" y="412"/>
                        </a:lnTo>
                        <a:lnTo>
                          <a:pt x="451" y="410"/>
                        </a:lnTo>
                        <a:lnTo>
                          <a:pt x="455" y="410"/>
                        </a:lnTo>
                        <a:lnTo>
                          <a:pt x="460" y="410"/>
                        </a:lnTo>
                        <a:lnTo>
                          <a:pt x="463" y="409"/>
                        </a:lnTo>
                        <a:lnTo>
                          <a:pt x="463" y="406"/>
                        </a:lnTo>
                        <a:lnTo>
                          <a:pt x="462" y="406"/>
                        </a:lnTo>
                        <a:lnTo>
                          <a:pt x="463" y="405"/>
                        </a:lnTo>
                        <a:lnTo>
                          <a:pt x="469" y="401"/>
                        </a:lnTo>
                        <a:lnTo>
                          <a:pt x="474" y="398"/>
                        </a:lnTo>
                        <a:lnTo>
                          <a:pt x="477" y="397"/>
                        </a:lnTo>
                        <a:lnTo>
                          <a:pt x="478" y="395"/>
                        </a:lnTo>
                        <a:lnTo>
                          <a:pt x="477" y="394"/>
                        </a:lnTo>
                        <a:lnTo>
                          <a:pt x="475" y="388"/>
                        </a:lnTo>
                        <a:lnTo>
                          <a:pt x="477" y="384"/>
                        </a:lnTo>
                        <a:lnTo>
                          <a:pt x="478" y="382"/>
                        </a:lnTo>
                        <a:lnTo>
                          <a:pt x="479" y="379"/>
                        </a:lnTo>
                        <a:lnTo>
                          <a:pt x="479" y="379"/>
                        </a:lnTo>
                        <a:lnTo>
                          <a:pt x="482" y="376"/>
                        </a:lnTo>
                        <a:lnTo>
                          <a:pt x="484" y="374"/>
                        </a:lnTo>
                        <a:lnTo>
                          <a:pt x="482" y="374"/>
                        </a:lnTo>
                        <a:lnTo>
                          <a:pt x="486" y="367"/>
                        </a:lnTo>
                        <a:lnTo>
                          <a:pt x="492" y="361"/>
                        </a:lnTo>
                        <a:lnTo>
                          <a:pt x="492" y="357"/>
                        </a:lnTo>
                        <a:lnTo>
                          <a:pt x="490" y="349"/>
                        </a:lnTo>
                        <a:lnTo>
                          <a:pt x="490" y="346"/>
                        </a:lnTo>
                        <a:lnTo>
                          <a:pt x="492" y="341"/>
                        </a:lnTo>
                        <a:lnTo>
                          <a:pt x="493" y="340"/>
                        </a:lnTo>
                        <a:lnTo>
                          <a:pt x="493" y="338"/>
                        </a:lnTo>
                        <a:lnTo>
                          <a:pt x="497" y="334"/>
                        </a:lnTo>
                        <a:lnTo>
                          <a:pt x="499" y="333"/>
                        </a:lnTo>
                        <a:lnTo>
                          <a:pt x="497" y="327"/>
                        </a:lnTo>
                        <a:lnTo>
                          <a:pt x="500" y="321"/>
                        </a:lnTo>
                        <a:lnTo>
                          <a:pt x="499" y="316"/>
                        </a:lnTo>
                        <a:lnTo>
                          <a:pt x="500" y="312"/>
                        </a:lnTo>
                        <a:lnTo>
                          <a:pt x="500" y="310"/>
                        </a:lnTo>
                        <a:lnTo>
                          <a:pt x="500" y="306"/>
                        </a:lnTo>
                        <a:lnTo>
                          <a:pt x="499" y="285"/>
                        </a:lnTo>
                        <a:lnTo>
                          <a:pt x="499" y="282"/>
                        </a:lnTo>
                        <a:lnTo>
                          <a:pt x="500" y="280"/>
                        </a:lnTo>
                        <a:lnTo>
                          <a:pt x="500" y="277"/>
                        </a:lnTo>
                        <a:lnTo>
                          <a:pt x="499" y="278"/>
                        </a:lnTo>
                        <a:lnTo>
                          <a:pt x="497" y="277"/>
                        </a:lnTo>
                        <a:lnTo>
                          <a:pt x="497" y="274"/>
                        </a:lnTo>
                        <a:lnTo>
                          <a:pt x="499" y="272"/>
                        </a:lnTo>
                        <a:lnTo>
                          <a:pt x="499" y="269"/>
                        </a:lnTo>
                        <a:lnTo>
                          <a:pt x="499" y="266"/>
                        </a:lnTo>
                        <a:lnTo>
                          <a:pt x="500" y="266"/>
                        </a:lnTo>
                        <a:lnTo>
                          <a:pt x="501" y="262"/>
                        </a:lnTo>
                        <a:lnTo>
                          <a:pt x="499" y="259"/>
                        </a:lnTo>
                        <a:lnTo>
                          <a:pt x="496" y="258"/>
                        </a:lnTo>
                        <a:lnTo>
                          <a:pt x="496" y="257"/>
                        </a:lnTo>
                        <a:lnTo>
                          <a:pt x="497" y="255"/>
                        </a:lnTo>
                        <a:lnTo>
                          <a:pt x="497" y="258"/>
                        </a:lnTo>
                        <a:lnTo>
                          <a:pt x="500" y="259"/>
                        </a:lnTo>
                        <a:lnTo>
                          <a:pt x="501" y="259"/>
                        </a:lnTo>
                        <a:lnTo>
                          <a:pt x="503" y="257"/>
                        </a:lnTo>
                        <a:lnTo>
                          <a:pt x="504" y="257"/>
                        </a:lnTo>
                        <a:lnTo>
                          <a:pt x="505" y="258"/>
                        </a:lnTo>
                        <a:lnTo>
                          <a:pt x="507" y="259"/>
                        </a:lnTo>
                        <a:lnTo>
                          <a:pt x="505" y="261"/>
                        </a:lnTo>
                        <a:lnTo>
                          <a:pt x="503" y="262"/>
                        </a:lnTo>
                        <a:lnTo>
                          <a:pt x="503" y="265"/>
                        </a:lnTo>
                        <a:lnTo>
                          <a:pt x="504" y="265"/>
                        </a:lnTo>
                        <a:lnTo>
                          <a:pt x="507" y="262"/>
                        </a:lnTo>
                        <a:lnTo>
                          <a:pt x="511" y="259"/>
                        </a:lnTo>
                        <a:lnTo>
                          <a:pt x="516" y="253"/>
                        </a:lnTo>
                        <a:lnTo>
                          <a:pt x="518" y="247"/>
                        </a:lnTo>
                        <a:lnTo>
                          <a:pt x="519" y="244"/>
                        </a:lnTo>
                        <a:lnTo>
                          <a:pt x="520" y="242"/>
                        </a:lnTo>
                        <a:lnTo>
                          <a:pt x="522" y="238"/>
                        </a:lnTo>
                        <a:lnTo>
                          <a:pt x="524" y="234"/>
                        </a:lnTo>
                        <a:lnTo>
                          <a:pt x="531" y="228"/>
                        </a:lnTo>
                        <a:lnTo>
                          <a:pt x="532" y="225"/>
                        </a:lnTo>
                        <a:lnTo>
                          <a:pt x="535" y="225"/>
                        </a:lnTo>
                        <a:lnTo>
                          <a:pt x="537" y="223"/>
                        </a:lnTo>
                        <a:lnTo>
                          <a:pt x="543" y="216"/>
                        </a:lnTo>
                        <a:lnTo>
                          <a:pt x="549" y="209"/>
                        </a:lnTo>
                        <a:lnTo>
                          <a:pt x="550" y="206"/>
                        </a:lnTo>
                        <a:lnTo>
                          <a:pt x="553" y="200"/>
                        </a:lnTo>
                        <a:lnTo>
                          <a:pt x="554" y="196"/>
                        </a:lnTo>
                        <a:lnTo>
                          <a:pt x="556" y="193"/>
                        </a:lnTo>
                        <a:lnTo>
                          <a:pt x="556" y="191"/>
                        </a:lnTo>
                        <a:lnTo>
                          <a:pt x="554" y="189"/>
                        </a:lnTo>
                        <a:lnTo>
                          <a:pt x="554" y="185"/>
                        </a:lnTo>
                        <a:lnTo>
                          <a:pt x="557" y="183"/>
                        </a:lnTo>
                        <a:lnTo>
                          <a:pt x="556" y="177"/>
                        </a:lnTo>
                        <a:lnTo>
                          <a:pt x="554" y="175"/>
                        </a:lnTo>
                        <a:lnTo>
                          <a:pt x="554" y="172"/>
                        </a:lnTo>
                        <a:lnTo>
                          <a:pt x="549" y="162"/>
                        </a:lnTo>
                        <a:lnTo>
                          <a:pt x="549" y="158"/>
                        </a:lnTo>
                        <a:lnTo>
                          <a:pt x="547" y="153"/>
                        </a:lnTo>
                        <a:lnTo>
                          <a:pt x="539" y="149"/>
                        </a:lnTo>
                        <a:lnTo>
                          <a:pt x="534" y="149"/>
                        </a:lnTo>
                        <a:lnTo>
                          <a:pt x="530" y="151"/>
                        </a:lnTo>
                        <a:lnTo>
                          <a:pt x="527" y="147"/>
                        </a:lnTo>
                        <a:lnTo>
                          <a:pt x="524" y="147"/>
                        </a:lnTo>
                        <a:lnTo>
                          <a:pt x="520" y="143"/>
                        </a:lnTo>
                        <a:lnTo>
                          <a:pt x="516" y="141"/>
                        </a:lnTo>
                        <a:lnTo>
                          <a:pt x="513" y="141"/>
                        </a:lnTo>
                        <a:lnTo>
                          <a:pt x="508" y="134"/>
                        </a:lnTo>
                        <a:lnTo>
                          <a:pt x="503" y="126"/>
                        </a:lnTo>
                        <a:lnTo>
                          <a:pt x="500" y="126"/>
                        </a:lnTo>
                        <a:lnTo>
                          <a:pt x="496" y="122"/>
                        </a:lnTo>
                        <a:lnTo>
                          <a:pt x="493" y="124"/>
                        </a:lnTo>
                        <a:lnTo>
                          <a:pt x="485" y="117"/>
                        </a:lnTo>
                        <a:lnTo>
                          <a:pt x="481" y="117"/>
                        </a:lnTo>
                        <a:lnTo>
                          <a:pt x="477" y="115"/>
                        </a:lnTo>
                        <a:lnTo>
                          <a:pt x="474" y="117"/>
                        </a:lnTo>
                        <a:lnTo>
                          <a:pt x="470" y="117"/>
                        </a:lnTo>
                        <a:lnTo>
                          <a:pt x="467" y="115"/>
                        </a:lnTo>
                        <a:lnTo>
                          <a:pt x="465" y="117"/>
                        </a:lnTo>
                        <a:lnTo>
                          <a:pt x="463" y="118"/>
                        </a:lnTo>
                        <a:lnTo>
                          <a:pt x="462" y="117"/>
                        </a:lnTo>
                        <a:lnTo>
                          <a:pt x="458" y="114"/>
                        </a:lnTo>
                        <a:lnTo>
                          <a:pt x="458" y="115"/>
                        </a:lnTo>
                        <a:lnTo>
                          <a:pt x="455" y="114"/>
                        </a:lnTo>
                        <a:lnTo>
                          <a:pt x="455" y="115"/>
                        </a:lnTo>
                        <a:lnTo>
                          <a:pt x="455" y="117"/>
                        </a:lnTo>
                        <a:lnTo>
                          <a:pt x="452" y="115"/>
                        </a:lnTo>
                        <a:lnTo>
                          <a:pt x="452" y="114"/>
                        </a:lnTo>
                        <a:lnTo>
                          <a:pt x="451" y="113"/>
                        </a:lnTo>
                        <a:lnTo>
                          <a:pt x="451" y="114"/>
                        </a:lnTo>
                        <a:lnTo>
                          <a:pt x="450" y="115"/>
                        </a:lnTo>
                        <a:lnTo>
                          <a:pt x="446" y="114"/>
                        </a:lnTo>
                        <a:lnTo>
                          <a:pt x="444" y="114"/>
                        </a:lnTo>
                        <a:lnTo>
                          <a:pt x="441" y="113"/>
                        </a:lnTo>
                        <a:lnTo>
                          <a:pt x="433" y="109"/>
                        </a:lnTo>
                        <a:lnTo>
                          <a:pt x="431" y="110"/>
                        </a:lnTo>
                        <a:lnTo>
                          <a:pt x="431" y="110"/>
                        </a:lnTo>
                        <a:lnTo>
                          <a:pt x="431" y="111"/>
                        </a:lnTo>
                        <a:lnTo>
                          <a:pt x="431" y="113"/>
                        </a:lnTo>
                        <a:lnTo>
                          <a:pt x="428" y="111"/>
                        </a:lnTo>
                        <a:lnTo>
                          <a:pt x="428" y="113"/>
                        </a:lnTo>
                        <a:lnTo>
                          <a:pt x="428" y="114"/>
                        </a:lnTo>
                        <a:lnTo>
                          <a:pt x="425" y="114"/>
                        </a:lnTo>
                        <a:lnTo>
                          <a:pt x="424" y="117"/>
                        </a:lnTo>
                        <a:lnTo>
                          <a:pt x="424" y="119"/>
                        </a:lnTo>
                        <a:lnTo>
                          <a:pt x="422" y="117"/>
                        </a:lnTo>
                        <a:lnTo>
                          <a:pt x="421" y="115"/>
                        </a:lnTo>
                        <a:lnTo>
                          <a:pt x="420" y="115"/>
                        </a:lnTo>
                        <a:lnTo>
                          <a:pt x="420" y="118"/>
                        </a:lnTo>
                        <a:lnTo>
                          <a:pt x="417" y="122"/>
                        </a:lnTo>
                        <a:lnTo>
                          <a:pt x="417" y="126"/>
                        </a:lnTo>
                        <a:lnTo>
                          <a:pt x="417" y="122"/>
                        </a:lnTo>
                        <a:lnTo>
                          <a:pt x="417" y="119"/>
                        </a:lnTo>
                        <a:lnTo>
                          <a:pt x="417" y="117"/>
                        </a:lnTo>
                        <a:lnTo>
                          <a:pt x="418" y="111"/>
                        </a:lnTo>
                        <a:lnTo>
                          <a:pt x="420" y="110"/>
                        </a:lnTo>
                        <a:lnTo>
                          <a:pt x="418" y="110"/>
                        </a:lnTo>
                        <a:lnTo>
                          <a:pt x="417" y="110"/>
                        </a:lnTo>
                        <a:lnTo>
                          <a:pt x="420" y="106"/>
                        </a:lnTo>
                        <a:lnTo>
                          <a:pt x="416" y="102"/>
                        </a:lnTo>
                        <a:lnTo>
                          <a:pt x="413" y="98"/>
                        </a:lnTo>
                        <a:lnTo>
                          <a:pt x="412" y="98"/>
                        </a:lnTo>
                        <a:lnTo>
                          <a:pt x="407" y="98"/>
                        </a:lnTo>
                        <a:lnTo>
                          <a:pt x="406" y="100"/>
                        </a:lnTo>
                        <a:lnTo>
                          <a:pt x="405" y="100"/>
                        </a:lnTo>
                        <a:lnTo>
                          <a:pt x="403" y="99"/>
                        </a:lnTo>
                        <a:lnTo>
                          <a:pt x="402" y="98"/>
                        </a:lnTo>
                        <a:lnTo>
                          <a:pt x="401" y="96"/>
                        </a:lnTo>
                        <a:lnTo>
                          <a:pt x="399" y="95"/>
                        </a:lnTo>
                        <a:lnTo>
                          <a:pt x="398" y="95"/>
                        </a:lnTo>
                        <a:lnTo>
                          <a:pt x="397" y="94"/>
                        </a:lnTo>
                        <a:lnTo>
                          <a:pt x="394" y="92"/>
                        </a:lnTo>
                        <a:lnTo>
                          <a:pt x="393" y="94"/>
                        </a:lnTo>
                        <a:lnTo>
                          <a:pt x="393" y="94"/>
                        </a:lnTo>
                        <a:lnTo>
                          <a:pt x="391" y="92"/>
                        </a:lnTo>
                        <a:lnTo>
                          <a:pt x="391" y="90"/>
                        </a:lnTo>
                        <a:lnTo>
                          <a:pt x="388" y="91"/>
                        </a:lnTo>
                        <a:lnTo>
                          <a:pt x="386" y="90"/>
                        </a:lnTo>
                        <a:lnTo>
                          <a:pt x="382" y="87"/>
                        </a:lnTo>
                        <a:lnTo>
                          <a:pt x="380" y="87"/>
                        </a:lnTo>
                        <a:lnTo>
                          <a:pt x="379" y="88"/>
                        </a:lnTo>
                        <a:lnTo>
                          <a:pt x="378" y="87"/>
                        </a:lnTo>
                        <a:lnTo>
                          <a:pt x="375" y="87"/>
                        </a:lnTo>
                        <a:lnTo>
                          <a:pt x="375" y="88"/>
                        </a:lnTo>
                        <a:lnTo>
                          <a:pt x="374" y="88"/>
                        </a:lnTo>
                        <a:lnTo>
                          <a:pt x="372" y="87"/>
                        </a:lnTo>
                        <a:lnTo>
                          <a:pt x="369" y="87"/>
                        </a:lnTo>
                        <a:lnTo>
                          <a:pt x="367" y="88"/>
                        </a:lnTo>
                        <a:lnTo>
                          <a:pt x="365" y="91"/>
                        </a:lnTo>
                        <a:lnTo>
                          <a:pt x="365" y="92"/>
                        </a:lnTo>
                        <a:lnTo>
                          <a:pt x="363" y="95"/>
                        </a:lnTo>
                        <a:lnTo>
                          <a:pt x="359" y="98"/>
                        </a:lnTo>
                        <a:lnTo>
                          <a:pt x="353" y="100"/>
                        </a:lnTo>
                        <a:lnTo>
                          <a:pt x="350" y="105"/>
                        </a:lnTo>
                        <a:lnTo>
                          <a:pt x="349" y="109"/>
                        </a:lnTo>
                        <a:lnTo>
                          <a:pt x="349" y="111"/>
                        </a:lnTo>
                        <a:lnTo>
                          <a:pt x="348" y="114"/>
                        </a:lnTo>
                        <a:lnTo>
                          <a:pt x="345" y="117"/>
                        </a:lnTo>
                        <a:lnTo>
                          <a:pt x="345" y="118"/>
                        </a:lnTo>
                        <a:lnTo>
                          <a:pt x="345" y="121"/>
                        </a:lnTo>
                        <a:lnTo>
                          <a:pt x="345" y="126"/>
                        </a:lnTo>
                        <a:lnTo>
                          <a:pt x="344" y="124"/>
                        </a:lnTo>
                        <a:lnTo>
                          <a:pt x="342" y="119"/>
                        </a:lnTo>
                        <a:lnTo>
                          <a:pt x="342" y="118"/>
                        </a:lnTo>
                        <a:lnTo>
                          <a:pt x="344" y="115"/>
                        </a:lnTo>
                        <a:lnTo>
                          <a:pt x="346" y="113"/>
                        </a:lnTo>
                        <a:lnTo>
                          <a:pt x="346" y="110"/>
                        </a:lnTo>
                        <a:lnTo>
                          <a:pt x="348" y="106"/>
                        </a:lnTo>
                        <a:lnTo>
                          <a:pt x="348" y="105"/>
                        </a:lnTo>
                        <a:lnTo>
                          <a:pt x="345" y="105"/>
                        </a:lnTo>
                        <a:lnTo>
                          <a:pt x="342" y="106"/>
                        </a:lnTo>
                        <a:lnTo>
                          <a:pt x="338" y="105"/>
                        </a:lnTo>
                        <a:lnTo>
                          <a:pt x="335" y="105"/>
                        </a:lnTo>
                        <a:lnTo>
                          <a:pt x="333" y="106"/>
                        </a:lnTo>
                        <a:lnTo>
                          <a:pt x="331" y="103"/>
                        </a:lnTo>
                        <a:lnTo>
                          <a:pt x="333" y="105"/>
                        </a:lnTo>
                        <a:lnTo>
                          <a:pt x="335" y="102"/>
                        </a:lnTo>
                        <a:lnTo>
                          <a:pt x="338" y="102"/>
                        </a:lnTo>
                        <a:lnTo>
                          <a:pt x="342" y="102"/>
                        </a:lnTo>
                        <a:lnTo>
                          <a:pt x="345" y="102"/>
                        </a:lnTo>
                        <a:lnTo>
                          <a:pt x="346" y="99"/>
                        </a:lnTo>
                        <a:lnTo>
                          <a:pt x="348" y="99"/>
                        </a:lnTo>
                        <a:lnTo>
                          <a:pt x="349" y="100"/>
                        </a:lnTo>
                        <a:lnTo>
                          <a:pt x="350" y="99"/>
                        </a:lnTo>
                        <a:lnTo>
                          <a:pt x="353" y="98"/>
                        </a:lnTo>
                        <a:lnTo>
                          <a:pt x="357" y="96"/>
                        </a:lnTo>
                        <a:lnTo>
                          <a:pt x="357" y="94"/>
                        </a:lnTo>
                        <a:lnTo>
                          <a:pt x="361" y="90"/>
                        </a:lnTo>
                        <a:lnTo>
                          <a:pt x="361" y="85"/>
                        </a:lnTo>
                        <a:lnTo>
                          <a:pt x="363" y="84"/>
                        </a:lnTo>
                        <a:lnTo>
                          <a:pt x="363" y="81"/>
                        </a:lnTo>
                        <a:lnTo>
                          <a:pt x="359" y="80"/>
                        </a:lnTo>
                        <a:lnTo>
                          <a:pt x="356" y="79"/>
                        </a:lnTo>
                        <a:lnTo>
                          <a:pt x="353" y="79"/>
                        </a:lnTo>
                        <a:lnTo>
                          <a:pt x="349" y="80"/>
                        </a:lnTo>
                        <a:lnTo>
                          <a:pt x="345" y="81"/>
                        </a:lnTo>
                        <a:lnTo>
                          <a:pt x="340" y="79"/>
                        </a:lnTo>
                        <a:lnTo>
                          <a:pt x="335" y="79"/>
                        </a:lnTo>
                        <a:lnTo>
                          <a:pt x="331" y="83"/>
                        </a:lnTo>
                        <a:lnTo>
                          <a:pt x="331" y="84"/>
                        </a:lnTo>
                        <a:lnTo>
                          <a:pt x="333" y="85"/>
                        </a:lnTo>
                        <a:lnTo>
                          <a:pt x="333" y="87"/>
                        </a:lnTo>
                        <a:lnTo>
                          <a:pt x="331" y="87"/>
                        </a:lnTo>
                        <a:lnTo>
                          <a:pt x="330" y="87"/>
                        </a:lnTo>
                        <a:lnTo>
                          <a:pt x="329" y="90"/>
                        </a:lnTo>
                        <a:lnTo>
                          <a:pt x="329" y="88"/>
                        </a:lnTo>
                        <a:lnTo>
                          <a:pt x="327" y="87"/>
                        </a:lnTo>
                        <a:lnTo>
                          <a:pt x="325" y="88"/>
                        </a:lnTo>
                        <a:lnTo>
                          <a:pt x="321" y="92"/>
                        </a:lnTo>
                        <a:lnTo>
                          <a:pt x="316" y="98"/>
                        </a:lnTo>
                        <a:lnTo>
                          <a:pt x="319" y="94"/>
                        </a:lnTo>
                        <a:lnTo>
                          <a:pt x="319" y="91"/>
                        </a:lnTo>
                        <a:lnTo>
                          <a:pt x="321" y="88"/>
                        </a:lnTo>
                        <a:lnTo>
                          <a:pt x="321" y="87"/>
                        </a:lnTo>
                        <a:lnTo>
                          <a:pt x="319" y="87"/>
                        </a:lnTo>
                        <a:lnTo>
                          <a:pt x="316" y="90"/>
                        </a:lnTo>
                        <a:lnTo>
                          <a:pt x="315" y="92"/>
                        </a:lnTo>
                        <a:lnTo>
                          <a:pt x="314" y="96"/>
                        </a:lnTo>
                        <a:lnTo>
                          <a:pt x="311" y="98"/>
                        </a:lnTo>
                        <a:lnTo>
                          <a:pt x="314" y="94"/>
                        </a:lnTo>
                        <a:lnTo>
                          <a:pt x="314" y="90"/>
                        </a:lnTo>
                        <a:lnTo>
                          <a:pt x="319" y="84"/>
                        </a:lnTo>
                        <a:lnTo>
                          <a:pt x="321" y="80"/>
                        </a:lnTo>
                        <a:lnTo>
                          <a:pt x="322" y="77"/>
                        </a:lnTo>
                        <a:lnTo>
                          <a:pt x="325" y="75"/>
                        </a:lnTo>
                        <a:lnTo>
                          <a:pt x="327" y="73"/>
                        </a:lnTo>
                        <a:lnTo>
                          <a:pt x="330" y="72"/>
                        </a:lnTo>
                        <a:lnTo>
                          <a:pt x="333" y="68"/>
                        </a:lnTo>
                        <a:lnTo>
                          <a:pt x="340" y="61"/>
                        </a:lnTo>
                        <a:lnTo>
                          <a:pt x="340" y="60"/>
                        </a:lnTo>
                        <a:lnTo>
                          <a:pt x="341" y="58"/>
                        </a:lnTo>
                        <a:lnTo>
                          <a:pt x="340" y="57"/>
                        </a:lnTo>
                        <a:lnTo>
                          <a:pt x="340" y="56"/>
                        </a:lnTo>
                        <a:lnTo>
                          <a:pt x="341" y="54"/>
                        </a:lnTo>
                        <a:lnTo>
                          <a:pt x="341" y="52"/>
                        </a:lnTo>
                        <a:lnTo>
                          <a:pt x="338" y="49"/>
                        </a:lnTo>
                        <a:lnTo>
                          <a:pt x="335" y="50"/>
                        </a:lnTo>
                        <a:lnTo>
                          <a:pt x="334" y="50"/>
                        </a:lnTo>
                        <a:lnTo>
                          <a:pt x="333" y="49"/>
                        </a:lnTo>
                        <a:lnTo>
                          <a:pt x="331" y="43"/>
                        </a:lnTo>
                        <a:lnTo>
                          <a:pt x="327" y="35"/>
                        </a:lnTo>
                        <a:lnTo>
                          <a:pt x="325" y="31"/>
                        </a:lnTo>
                        <a:lnTo>
                          <a:pt x="323" y="26"/>
                        </a:lnTo>
                        <a:lnTo>
                          <a:pt x="323" y="23"/>
                        </a:lnTo>
                        <a:lnTo>
                          <a:pt x="322" y="20"/>
                        </a:lnTo>
                        <a:close/>
                      </a:path>
                    </a:pathLst>
                  </a:custGeom>
                  <a:solidFill>
                    <a:srgbClr val="D4D4D4"/>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78177"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77" name="Freeform 1029">
                    <a:extLst>
                      <a:ext uri="{FF2B5EF4-FFF2-40B4-BE49-F238E27FC236}">
                        <a16:creationId xmlns:a16="http://schemas.microsoft.com/office/drawing/2014/main" id="{0360654B-9388-BCB7-2551-4F934788B11D}"/>
                      </a:ext>
                    </a:extLst>
                  </p:cNvPr>
                  <p:cNvSpPr>
                    <a:spLocks/>
                  </p:cNvSpPr>
                  <p:nvPr/>
                </p:nvSpPr>
                <p:spPr bwMode="auto">
                  <a:xfrm>
                    <a:off x="8233059" y="2801695"/>
                    <a:ext cx="155902" cy="201962"/>
                  </a:xfrm>
                  <a:custGeom>
                    <a:avLst/>
                    <a:gdLst/>
                    <a:ahLst/>
                    <a:cxnLst>
                      <a:cxn ang="0">
                        <a:pos x="138" y="200"/>
                      </a:cxn>
                      <a:cxn ang="0">
                        <a:pos x="137" y="175"/>
                      </a:cxn>
                      <a:cxn ang="0">
                        <a:pos x="138" y="167"/>
                      </a:cxn>
                      <a:cxn ang="0">
                        <a:pos x="150" y="156"/>
                      </a:cxn>
                      <a:cxn ang="0">
                        <a:pos x="163" y="153"/>
                      </a:cxn>
                      <a:cxn ang="0">
                        <a:pos x="171" y="164"/>
                      </a:cxn>
                      <a:cxn ang="0">
                        <a:pos x="165" y="147"/>
                      </a:cxn>
                      <a:cxn ang="0">
                        <a:pos x="160" y="144"/>
                      </a:cxn>
                      <a:cxn ang="0">
                        <a:pos x="159" y="121"/>
                      </a:cxn>
                      <a:cxn ang="0">
                        <a:pos x="160" y="105"/>
                      </a:cxn>
                      <a:cxn ang="0">
                        <a:pos x="165" y="91"/>
                      </a:cxn>
                      <a:cxn ang="0">
                        <a:pos x="153" y="91"/>
                      </a:cxn>
                      <a:cxn ang="0">
                        <a:pos x="144" y="90"/>
                      </a:cxn>
                      <a:cxn ang="0">
                        <a:pos x="118" y="79"/>
                      </a:cxn>
                      <a:cxn ang="0">
                        <a:pos x="104" y="79"/>
                      </a:cxn>
                      <a:cxn ang="0">
                        <a:pos x="95" y="71"/>
                      </a:cxn>
                      <a:cxn ang="0">
                        <a:pos x="88" y="47"/>
                      </a:cxn>
                      <a:cxn ang="0">
                        <a:pos x="87" y="38"/>
                      </a:cxn>
                      <a:cxn ang="0">
                        <a:pos x="95" y="20"/>
                      </a:cxn>
                      <a:cxn ang="0">
                        <a:pos x="111" y="8"/>
                      </a:cxn>
                      <a:cxn ang="0">
                        <a:pos x="114" y="3"/>
                      </a:cxn>
                      <a:cxn ang="0">
                        <a:pos x="103" y="3"/>
                      </a:cxn>
                      <a:cxn ang="0">
                        <a:pos x="97" y="7"/>
                      </a:cxn>
                      <a:cxn ang="0">
                        <a:pos x="81" y="16"/>
                      </a:cxn>
                      <a:cxn ang="0">
                        <a:pos x="70" y="22"/>
                      </a:cxn>
                      <a:cxn ang="0">
                        <a:pos x="67" y="22"/>
                      </a:cxn>
                      <a:cxn ang="0">
                        <a:pos x="55" y="23"/>
                      </a:cxn>
                      <a:cxn ang="0">
                        <a:pos x="48" y="37"/>
                      </a:cxn>
                      <a:cxn ang="0">
                        <a:pos x="44" y="45"/>
                      </a:cxn>
                      <a:cxn ang="0">
                        <a:pos x="32" y="54"/>
                      </a:cxn>
                      <a:cxn ang="0">
                        <a:pos x="32" y="67"/>
                      </a:cxn>
                      <a:cxn ang="0">
                        <a:pos x="27" y="61"/>
                      </a:cxn>
                      <a:cxn ang="0">
                        <a:pos x="24" y="62"/>
                      </a:cxn>
                      <a:cxn ang="0">
                        <a:pos x="16" y="76"/>
                      </a:cxn>
                      <a:cxn ang="0">
                        <a:pos x="21" y="86"/>
                      </a:cxn>
                      <a:cxn ang="0">
                        <a:pos x="23" y="94"/>
                      </a:cxn>
                      <a:cxn ang="0">
                        <a:pos x="23" y="103"/>
                      </a:cxn>
                      <a:cxn ang="0">
                        <a:pos x="21" y="121"/>
                      </a:cxn>
                      <a:cxn ang="0">
                        <a:pos x="28" y="126"/>
                      </a:cxn>
                      <a:cxn ang="0">
                        <a:pos x="19" y="140"/>
                      </a:cxn>
                      <a:cxn ang="0">
                        <a:pos x="1" y="159"/>
                      </a:cxn>
                      <a:cxn ang="0">
                        <a:pos x="17" y="171"/>
                      </a:cxn>
                      <a:cxn ang="0">
                        <a:pos x="29" y="181"/>
                      </a:cxn>
                      <a:cxn ang="0">
                        <a:pos x="40" y="177"/>
                      </a:cxn>
                      <a:cxn ang="0">
                        <a:pos x="50" y="183"/>
                      </a:cxn>
                      <a:cxn ang="0">
                        <a:pos x="61" y="186"/>
                      </a:cxn>
                      <a:cxn ang="0">
                        <a:pos x="70" y="200"/>
                      </a:cxn>
                      <a:cxn ang="0">
                        <a:pos x="82" y="211"/>
                      </a:cxn>
                      <a:cxn ang="0">
                        <a:pos x="89" y="217"/>
                      </a:cxn>
                      <a:cxn ang="0">
                        <a:pos x="106" y="216"/>
                      </a:cxn>
                      <a:cxn ang="0">
                        <a:pos x="119" y="217"/>
                      </a:cxn>
                      <a:cxn ang="0">
                        <a:pos x="118" y="238"/>
                      </a:cxn>
                      <a:cxn ang="0">
                        <a:pos x="127" y="243"/>
                      </a:cxn>
                    </a:cxnLst>
                    <a:rect l="0" t="0" r="r" b="b"/>
                    <a:pathLst>
                      <a:path w="171" h="243">
                        <a:moveTo>
                          <a:pt x="127" y="243"/>
                        </a:moveTo>
                        <a:lnTo>
                          <a:pt x="130" y="236"/>
                        </a:lnTo>
                        <a:lnTo>
                          <a:pt x="138" y="206"/>
                        </a:lnTo>
                        <a:lnTo>
                          <a:pt x="138" y="204"/>
                        </a:lnTo>
                        <a:lnTo>
                          <a:pt x="138" y="200"/>
                        </a:lnTo>
                        <a:lnTo>
                          <a:pt x="135" y="193"/>
                        </a:lnTo>
                        <a:lnTo>
                          <a:pt x="130" y="189"/>
                        </a:lnTo>
                        <a:lnTo>
                          <a:pt x="127" y="186"/>
                        </a:lnTo>
                        <a:lnTo>
                          <a:pt x="127" y="178"/>
                        </a:lnTo>
                        <a:lnTo>
                          <a:pt x="137" y="175"/>
                        </a:lnTo>
                        <a:lnTo>
                          <a:pt x="139" y="177"/>
                        </a:lnTo>
                        <a:lnTo>
                          <a:pt x="141" y="175"/>
                        </a:lnTo>
                        <a:lnTo>
                          <a:pt x="138" y="172"/>
                        </a:lnTo>
                        <a:lnTo>
                          <a:pt x="139" y="171"/>
                        </a:lnTo>
                        <a:lnTo>
                          <a:pt x="138" y="167"/>
                        </a:lnTo>
                        <a:lnTo>
                          <a:pt x="133" y="166"/>
                        </a:lnTo>
                        <a:lnTo>
                          <a:pt x="131" y="163"/>
                        </a:lnTo>
                        <a:lnTo>
                          <a:pt x="133" y="158"/>
                        </a:lnTo>
                        <a:lnTo>
                          <a:pt x="149" y="158"/>
                        </a:lnTo>
                        <a:lnTo>
                          <a:pt x="150" y="156"/>
                        </a:lnTo>
                        <a:lnTo>
                          <a:pt x="153" y="156"/>
                        </a:lnTo>
                        <a:lnTo>
                          <a:pt x="154" y="158"/>
                        </a:lnTo>
                        <a:lnTo>
                          <a:pt x="156" y="158"/>
                        </a:lnTo>
                        <a:lnTo>
                          <a:pt x="159" y="153"/>
                        </a:lnTo>
                        <a:lnTo>
                          <a:pt x="163" y="153"/>
                        </a:lnTo>
                        <a:lnTo>
                          <a:pt x="164" y="155"/>
                        </a:lnTo>
                        <a:lnTo>
                          <a:pt x="167" y="158"/>
                        </a:lnTo>
                        <a:lnTo>
                          <a:pt x="167" y="162"/>
                        </a:lnTo>
                        <a:lnTo>
                          <a:pt x="167" y="164"/>
                        </a:lnTo>
                        <a:lnTo>
                          <a:pt x="171" y="164"/>
                        </a:lnTo>
                        <a:lnTo>
                          <a:pt x="171" y="162"/>
                        </a:lnTo>
                        <a:lnTo>
                          <a:pt x="167" y="155"/>
                        </a:lnTo>
                        <a:lnTo>
                          <a:pt x="165" y="151"/>
                        </a:lnTo>
                        <a:lnTo>
                          <a:pt x="167" y="149"/>
                        </a:lnTo>
                        <a:lnTo>
                          <a:pt x="165" y="147"/>
                        </a:lnTo>
                        <a:lnTo>
                          <a:pt x="164" y="145"/>
                        </a:lnTo>
                        <a:lnTo>
                          <a:pt x="163" y="144"/>
                        </a:lnTo>
                        <a:lnTo>
                          <a:pt x="163" y="143"/>
                        </a:lnTo>
                        <a:lnTo>
                          <a:pt x="161" y="144"/>
                        </a:lnTo>
                        <a:lnTo>
                          <a:pt x="160" y="144"/>
                        </a:lnTo>
                        <a:lnTo>
                          <a:pt x="159" y="141"/>
                        </a:lnTo>
                        <a:lnTo>
                          <a:pt x="164" y="133"/>
                        </a:lnTo>
                        <a:lnTo>
                          <a:pt x="160" y="125"/>
                        </a:lnTo>
                        <a:lnTo>
                          <a:pt x="160" y="124"/>
                        </a:lnTo>
                        <a:lnTo>
                          <a:pt x="159" y="121"/>
                        </a:lnTo>
                        <a:lnTo>
                          <a:pt x="159" y="117"/>
                        </a:lnTo>
                        <a:lnTo>
                          <a:pt x="160" y="113"/>
                        </a:lnTo>
                        <a:lnTo>
                          <a:pt x="160" y="111"/>
                        </a:lnTo>
                        <a:lnTo>
                          <a:pt x="159" y="106"/>
                        </a:lnTo>
                        <a:lnTo>
                          <a:pt x="160" y="105"/>
                        </a:lnTo>
                        <a:lnTo>
                          <a:pt x="164" y="103"/>
                        </a:lnTo>
                        <a:lnTo>
                          <a:pt x="165" y="102"/>
                        </a:lnTo>
                        <a:lnTo>
                          <a:pt x="165" y="99"/>
                        </a:lnTo>
                        <a:lnTo>
                          <a:pt x="165" y="96"/>
                        </a:lnTo>
                        <a:lnTo>
                          <a:pt x="165" y="91"/>
                        </a:lnTo>
                        <a:lnTo>
                          <a:pt x="163" y="90"/>
                        </a:lnTo>
                        <a:lnTo>
                          <a:pt x="160" y="90"/>
                        </a:lnTo>
                        <a:lnTo>
                          <a:pt x="160" y="91"/>
                        </a:lnTo>
                        <a:lnTo>
                          <a:pt x="156" y="91"/>
                        </a:lnTo>
                        <a:lnTo>
                          <a:pt x="153" y="91"/>
                        </a:lnTo>
                        <a:lnTo>
                          <a:pt x="150" y="92"/>
                        </a:lnTo>
                        <a:lnTo>
                          <a:pt x="148" y="91"/>
                        </a:lnTo>
                        <a:lnTo>
                          <a:pt x="145" y="91"/>
                        </a:lnTo>
                        <a:lnTo>
                          <a:pt x="144" y="91"/>
                        </a:lnTo>
                        <a:lnTo>
                          <a:pt x="144" y="90"/>
                        </a:lnTo>
                        <a:lnTo>
                          <a:pt x="139" y="91"/>
                        </a:lnTo>
                        <a:lnTo>
                          <a:pt x="129" y="80"/>
                        </a:lnTo>
                        <a:lnTo>
                          <a:pt x="126" y="79"/>
                        </a:lnTo>
                        <a:lnTo>
                          <a:pt x="122" y="79"/>
                        </a:lnTo>
                        <a:lnTo>
                          <a:pt x="118" y="79"/>
                        </a:lnTo>
                        <a:lnTo>
                          <a:pt x="116" y="80"/>
                        </a:lnTo>
                        <a:lnTo>
                          <a:pt x="112" y="79"/>
                        </a:lnTo>
                        <a:lnTo>
                          <a:pt x="110" y="79"/>
                        </a:lnTo>
                        <a:lnTo>
                          <a:pt x="107" y="80"/>
                        </a:lnTo>
                        <a:lnTo>
                          <a:pt x="104" y="79"/>
                        </a:lnTo>
                        <a:lnTo>
                          <a:pt x="101" y="77"/>
                        </a:lnTo>
                        <a:lnTo>
                          <a:pt x="97" y="76"/>
                        </a:lnTo>
                        <a:lnTo>
                          <a:pt x="95" y="73"/>
                        </a:lnTo>
                        <a:lnTo>
                          <a:pt x="95" y="72"/>
                        </a:lnTo>
                        <a:lnTo>
                          <a:pt x="95" y="71"/>
                        </a:lnTo>
                        <a:lnTo>
                          <a:pt x="95" y="68"/>
                        </a:lnTo>
                        <a:lnTo>
                          <a:pt x="96" y="65"/>
                        </a:lnTo>
                        <a:lnTo>
                          <a:pt x="96" y="62"/>
                        </a:lnTo>
                        <a:lnTo>
                          <a:pt x="93" y="58"/>
                        </a:lnTo>
                        <a:lnTo>
                          <a:pt x="88" y="47"/>
                        </a:lnTo>
                        <a:lnTo>
                          <a:pt x="85" y="47"/>
                        </a:lnTo>
                        <a:lnTo>
                          <a:pt x="82" y="49"/>
                        </a:lnTo>
                        <a:lnTo>
                          <a:pt x="84" y="46"/>
                        </a:lnTo>
                        <a:lnTo>
                          <a:pt x="85" y="42"/>
                        </a:lnTo>
                        <a:lnTo>
                          <a:pt x="87" y="38"/>
                        </a:lnTo>
                        <a:lnTo>
                          <a:pt x="85" y="35"/>
                        </a:lnTo>
                        <a:lnTo>
                          <a:pt x="87" y="33"/>
                        </a:lnTo>
                        <a:lnTo>
                          <a:pt x="91" y="26"/>
                        </a:lnTo>
                        <a:lnTo>
                          <a:pt x="92" y="24"/>
                        </a:lnTo>
                        <a:lnTo>
                          <a:pt x="95" y="20"/>
                        </a:lnTo>
                        <a:lnTo>
                          <a:pt x="97" y="20"/>
                        </a:lnTo>
                        <a:lnTo>
                          <a:pt x="99" y="18"/>
                        </a:lnTo>
                        <a:lnTo>
                          <a:pt x="103" y="12"/>
                        </a:lnTo>
                        <a:lnTo>
                          <a:pt x="110" y="9"/>
                        </a:lnTo>
                        <a:lnTo>
                          <a:pt x="111" y="8"/>
                        </a:lnTo>
                        <a:lnTo>
                          <a:pt x="112" y="8"/>
                        </a:lnTo>
                        <a:lnTo>
                          <a:pt x="112" y="8"/>
                        </a:lnTo>
                        <a:lnTo>
                          <a:pt x="115" y="7"/>
                        </a:lnTo>
                        <a:lnTo>
                          <a:pt x="115" y="5"/>
                        </a:lnTo>
                        <a:lnTo>
                          <a:pt x="114" y="3"/>
                        </a:lnTo>
                        <a:lnTo>
                          <a:pt x="108" y="0"/>
                        </a:lnTo>
                        <a:lnTo>
                          <a:pt x="107" y="0"/>
                        </a:lnTo>
                        <a:lnTo>
                          <a:pt x="106" y="1"/>
                        </a:lnTo>
                        <a:lnTo>
                          <a:pt x="106" y="3"/>
                        </a:lnTo>
                        <a:lnTo>
                          <a:pt x="103" y="3"/>
                        </a:lnTo>
                        <a:lnTo>
                          <a:pt x="101" y="4"/>
                        </a:lnTo>
                        <a:lnTo>
                          <a:pt x="100" y="4"/>
                        </a:lnTo>
                        <a:lnTo>
                          <a:pt x="97" y="4"/>
                        </a:lnTo>
                        <a:lnTo>
                          <a:pt x="96" y="5"/>
                        </a:lnTo>
                        <a:lnTo>
                          <a:pt x="97" y="7"/>
                        </a:lnTo>
                        <a:lnTo>
                          <a:pt x="97" y="8"/>
                        </a:lnTo>
                        <a:lnTo>
                          <a:pt x="93" y="11"/>
                        </a:lnTo>
                        <a:lnTo>
                          <a:pt x="88" y="14"/>
                        </a:lnTo>
                        <a:lnTo>
                          <a:pt x="85" y="15"/>
                        </a:lnTo>
                        <a:lnTo>
                          <a:pt x="81" y="16"/>
                        </a:lnTo>
                        <a:lnTo>
                          <a:pt x="77" y="16"/>
                        </a:lnTo>
                        <a:lnTo>
                          <a:pt x="73" y="16"/>
                        </a:lnTo>
                        <a:lnTo>
                          <a:pt x="69" y="18"/>
                        </a:lnTo>
                        <a:lnTo>
                          <a:pt x="70" y="19"/>
                        </a:lnTo>
                        <a:lnTo>
                          <a:pt x="70" y="22"/>
                        </a:lnTo>
                        <a:lnTo>
                          <a:pt x="70" y="24"/>
                        </a:lnTo>
                        <a:lnTo>
                          <a:pt x="67" y="26"/>
                        </a:lnTo>
                        <a:lnTo>
                          <a:pt x="66" y="26"/>
                        </a:lnTo>
                        <a:lnTo>
                          <a:pt x="67" y="23"/>
                        </a:lnTo>
                        <a:lnTo>
                          <a:pt x="67" y="22"/>
                        </a:lnTo>
                        <a:lnTo>
                          <a:pt x="69" y="22"/>
                        </a:lnTo>
                        <a:lnTo>
                          <a:pt x="66" y="22"/>
                        </a:lnTo>
                        <a:lnTo>
                          <a:pt x="62" y="20"/>
                        </a:lnTo>
                        <a:lnTo>
                          <a:pt x="61" y="20"/>
                        </a:lnTo>
                        <a:lnTo>
                          <a:pt x="55" y="23"/>
                        </a:lnTo>
                        <a:lnTo>
                          <a:pt x="55" y="24"/>
                        </a:lnTo>
                        <a:lnTo>
                          <a:pt x="51" y="28"/>
                        </a:lnTo>
                        <a:lnTo>
                          <a:pt x="47" y="35"/>
                        </a:lnTo>
                        <a:lnTo>
                          <a:pt x="47" y="38"/>
                        </a:lnTo>
                        <a:lnTo>
                          <a:pt x="48" y="37"/>
                        </a:lnTo>
                        <a:lnTo>
                          <a:pt x="50" y="38"/>
                        </a:lnTo>
                        <a:lnTo>
                          <a:pt x="50" y="41"/>
                        </a:lnTo>
                        <a:lnTo>
                          <a:pt x="48" y="43"/>
                        </a:lnTo>
                        <a:lnTo>
                          <a:pt x="47" y="45"/>
                        </a:lnTo>
                        <a:lnTo>
                          <a:pt x="44" y="45"/>
                        </a:lnTo>
                        <a:lnTo>
                          <a:pt x="42" y="46"/>
                        </a:lnTo>
                        <a:lnTo>
                          <a:pt x="39" y="49"/>
                        </a:lnTo>
                        <a:lnTo>
                          <a:pt x="38" y="50"/>
                        </a:lnTo>
                        <a:lnTo>
                          <a:pt x="35" y="54"/>
                        </a:lnTo>
                        <a:lnTo>
                          <a:pt x="32" y="54"/>
                        </a:lnTo>
                        <a:lnTo>
                          <a:pt x="31" y="54"/>
                        </a:lnTo>
                        <a:lnTo>
                          <a:pt x="31" y="57"/>
                        </a:lnTo>
                        <a:lnTo>
                          <a:pt x="34" y="60"/>
                        </a:lnTo>
                        <a:lnTo>
                          <a:pt x="34" y="64"/>
                        </a:lnTo>
                        <a:lnTo>
                          <a:pt x="32" y="67"/>
                        </a:lnTo>
                        <a:lnTo>
                          <a:pt x="31" y="67"/>
                        </a:lnTo>
                        <a:lnTo>
                          <a:pt x="28" y="64"/>
                        </a:lnTo>
                        <a:lnTo>
                          <a:pt x="28" y="62"/>
                        </a:lnTo>
                        <a:lnTo>
                          <a:pt x="29" y="61"/>
                        </a:lnTo>
                        <a:lnTo>
                          <a:pt x="27" y="61"/>
                        </a:lnTo>
                        <a:lnTo>
                          <a:pt x="27" y="58"/>
                        </a:lnTo>
                        <a:lnTo>
                          <a:pt x="23" y="56"/>
                        </a:lnTo>
                        <a:lnTo>
                          <a:pt x="23" y="57"/>
                        </a:lnTo>
                        <a:lnTo>
                          <a:pt x="23" y="60"/>
                        </a:lnTo>
                        <a:lnTo>
                          <a:pt x="24" y="62"/>
                        </a:lnTo>
                        <a:lnTo>
                          <a:pt x="23" y="67"/>
                        </a:lnTo>
                        <a:lnTo>
                          <a:pt x="21" y="71"/>
                        </a:lnTo>
                        <a:lnTo>
                          <a:pt x="20" y="72"/>
                        </a:lnTo>
                        <a:lnTo>
                          <a:pt x="19" y="72"/>
                        </a:lnTo>
                        <a:lnTo>
                          <a:pt x="16" y="76"/>
                        </a:lnTo>
                        <a:lnTo>
                          <a:pt x="17" y="76"/>
                        </a:lnTo>
                        <a:lnTo>
                          <a:pt x="17" y="80"/>
                        </a:lnTo>
                        <a:lnTo>
                          <a:pt x="17" y="83"/>
                        </a:lnTo>
                        <a:lnTo>
                          <a:pt x="20" y="87"/>
                        </a:lnTo>
                        <a:lnTo>
                          <a:pt x="21" y="86"/>
                        </a:lnTo>
                        <a:lnTo>
                          <a:pt x="23" y="86"/>
                        </a:lnTo>
                        <a:lnTo>
                          <a:pt x="24" y="87"/>
                        </a:lnTo>
                        <a:lnTo>
                          <a:pt x="24" y="90"/>
                        </a:lnTo>
                        <a:lnTo>
                          <a:pt x="23" y="92"/>
                        </a:lnTo>
                        <a:lnTo>
                          <a:pt x="23" y="94"/>
                        </a:lnTo>
                        <a:lnTo>
                          <a:pt x="24" y="95"/>
                        </a:lnTo>
                        <a:lnTo>
                          <a:pt x="24" y="99"/>
                        </a:lnTo>
                        <a:lnTo>
                          <a:pt x="23" y="100"/>
                        </a:lnTo>
                        <a:lnTo>
                          <a:pt x="21" y="102"/>
                        </a:lnTo>
                        <a:lnTo>
                          <a:pt x="23" y="103"/>
                        </a:lnTo>
                        <a:lnTo>
                          <a:pt x="23" y="106"/>
                        </a:lnTo>
                        <a:lnTo>
                          <a:pt x="23" y="110"/>
                        </a:lnTo>
                        <a:lnTo>
                          <a:pt x="23" y="117"/>
                        </a:lnTo>
                        <a:lnTo>
                          <a:pt x="21" y="119"/>
                        </a:lnTo>
                        <a:lnTo>
                          <a:pt x="21" y="121"/>
                        </a:lnTo>
                        <a:lnTo>
                          <a:pt x="23" y="124"/>
                        </a:lnTo>
                        <a:lnTo>
                          <a:pt x="25" y="122"/>
                        </a:lnTo>
                        <a:lnTo>
                          <a:pt x="24" y="124"/>
                        </a:lnTo>
                        <a:lnTo>
                          <a:pt x="27" y="126"/>
                        </a:lnTo>
                        <a:lnTo>
                          <a:pt x="28" y="126"/>
                        </a:lnTo>
                        <a:lnTo>
                          <a:pt x="28" y="128"/>
                        </a:lnTo>
                        <a:lnTo>
                          <a:pt x="27" y="129"/>
                        </a:lnTo>
                        <a:lnTo>
                          <a:pt x="25" y="132"/>
                        </a:lnTo>
                        <a:lnTo>
                          <a:pt x="20" y="137"/>
                        </a:lnTo>
                        <a:lnTo>
                          <a:pt x="19" y="140"/>
                        </a:lnTo>
                        <a:lnTo>
                          <a:pt x="14" y="144"/>
                        </a:lnTo>
                        <a:lnTo>
                          <a:pt x="9" y="145"/>
                        </a:lnTo>
                        <a:lnTo>
                          <a:pt x="5" y="148"/>
                        </a:lnTo>
                        <a:lnTo>
                          <a:pt x="1" y="155"/>
                        </a:lnTo>
                        <a:lnTo>
                          <a:pt x="1" y="159"/>
                        </a:lnTo>
                        <a:lnTo>
                          <a:pt x="0" y="162"/>
                        </a:lnTo>
                        <a:lnTo>
                          <a:pt x="4" y="163"/>
                        </a:lnTo>
                        <a:lnTo>
                          <a:pt x="9" y="167"/>
                        </a:lnTo>
                        <a:lnTo>
                          <a:pt x="14" y="171"/>
                        </a:lnTo>
                        <a:lnTo>
                          <a:pt x="17" y="171"/>
                        </a:lnTo>
                        <a:lnTo>
                          <a:pt x="21" y="174"/>
                        </a:lnTo>
                        <a:lnTo>
                          <a:pt x="20" y="177"/>
                        </a:lnTo>
                        <a:lnTo>
                          <a:pt x="21" y="178"/>
                        </a:lnTo>
                        <a:lnTo>
                          <a:pt x="25" y="179"/>
                        </a:lnTo>
                        <a:lnTo>
                          <a:pt x="29" y="181"/>
                        </a:lnTo>
                        <a:lnTo>
                          <a:pt x="32" y="182"/>
                        </a:lnTo>
                        <a:lnTo>
                          <a:pt x="36" y="183"/>
                        </a:lnTo>
                        <a:lnTo>
                          <a:pt x="38" y="182"/>
                        </a:lnTo>
                        <a:lnTo>
                          <a:pt x="38" y="179"/>
                        </a:lnTo>
                        <a:lnTo>
                          <a:pt x="40" y="177"/>
                        </a:lnTo>
                        <a:lnTo>
                          <a:pt x="42" y="178"/>
                        </a:lnTo>
                        <a:lnTo>
                          <a:pt x="46" y="179"/>
                        </a:lnTo>
                        <a:lnTo>
                          <a:pt x="47" y="181"/>
                        </a:lnTo>
                        <a:lnTo>
                          <a:pt x="48" y="182"/>
                        </a:lnTo>
                        <a:lnTo>
                          <a:pt x="50" y="183"/>
                        </a:lnTo>
                        <a:lnTo>
                          <a:pt x="50" y="183"/>
                        </a:lnTo>
                        <a:lnTo>
                          <a:pt x="51" y="183"/>
                        </a:lnTo>
                        <a:lnTo>
                          <a:pt x="53" y="185"/>
                        </a:lnTo>
                        <a:lnTo>
                          <a:pt x="58" y="186"/>
                        </a:lnTo>
                        <a:lnTo>
                          <a:pt x="61" y="186"/>
                        </a:lnTo>
                        <a:lnTo>
                          <a:pt x="62" y="189"/>
                        </a:lnTo>
                        <a:lnTo>
                          <a:pt x="66" y="191"/>
                        </a:lnTo>
                        <a:lnTo>
                          <a:pt x="66" y="194"/>
                        </a:lnTo>
                        <a:lnTo>
                          <a:pt x="69" y="200"/>
                        </a:lnTo>
                        <a:lnTo>
                          <a:pt x="70" y="200"/>
                        </a:lnTo>
                        <a:lnTo>
                          <a:pt x="77" y="201"/>
                        </a:lnTo>
                        <a:lnTo>
                          <a:pt x="80" y="205"/>
                        </a:lnTo>
                        <a:lnTo>
                          <a:pt x="80" y="209"/>
                        </a:lnTo>
                        <a:lnTo>
                          <a:pt x="81" y="209"/>
                        </a:lnTo>
                        <a:lnTo>
                          <a:pt x="82" y="211"/>
                        </a:lnTo>
                        <a:lnTo>
                          <a:pt x="84" y="215"/>
                        </a:lnTo>
                        <a:lnTo>
                          <a:pt x="84" y="216"/>
                        </a:lnTo>
                        <a:lnTo>
                          <a:pt x="84" y="217"/>
                        </a:lnTo>
                        <a:lnTo>
                          <a:pt x="87" y="219"/>
                        </a:lnTo>
                        <a:lnTo>
                          <a:pt x="89" y="217"/>
                        </a:lnTo>
                        <a:lnTo>
                          <a:pt x="92" y="219"/>
                        </a:lnTo>
                        <a:lnTo>
                          <a:pt x="96" y="219"/>
                        </a:lnTo>
                        <a:lnTo>
                          <a:pt x="97" y="217"/>
                        </a:lnTo>
                        <a:lnTo>
                          <a:pt x="101" y="215"/>
                        </a:lnTo>
                        <a:lnTo>
                          <a:pt x="106" y="216"/>
                        </a:lnTo>
                        <a:lnTo>
                          <a:pt x="108" y="217"/>
                        </a:lnTo>
                        <a:lnTo>
                          <a:pt x="114" y="216"/>
                        </a:lnTo>
                        <a:lnTo>
                          <a:pt x="116" y="216"/>
                        </a:lnTo>
                        <a:lnTo>
                          <a:pt x="118" y="217"/>
                        </a:lnTo>
                        <a:lnTo>
                          <a:pt x="119" y="217"/>
                        </a:lnTo>
                        <a:lnTo>
                          <a:pt x="122" y="219"/>
                        </a:lnTo>
                        <a:lnTo>
                          <a:pt x="123" y="220"/>
                        </a:lnTo>
                        <a:lnTo>
                          <a:pt x="126" y="220"/>
                        </a:lnTo>
                        <a:lnTo>
                          <a:pt x="127" y="221"/>
                        </a:lnTo>
                        <a:lnTo>
                          <a:pt x="118" y="238"/>
                        </a:lnTo>
                        <a:lnTo>
                          <a:pt x="118" y="239"/>
                        </a:lnTo>
                        <a:lnTo>
                          <a:pt x="122" y="239"/>
                        </a:lnTo>
                        <a:lnTo>
                          <a:pt x="125" y="238"/>
                        </a:lnTo>
                        <a:lnTo>
                          <a:pt x="127" y="240"/>
                        </a:lnTo>
                        <a:lnTo>
                          <a:pt x="127" y="243"/>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78" name="Freeform 1031">
                    <a:extLst>
                      <a:ext uri="{FF2B5EF4-FFF2-40B4-BE49-F238E27FC236}">
                        <a16:creationId xmlns:a16="http://schemas.microsoft.com/office/drawing/2014/main" id="{4044581D-A295-62F2-1159-25849B06946E}"/>
                      </a:ext>
                    </a:extLst>
                  </p:cNvPr>
                  <p:cNvSpPr>
                    <a:spLocks noEditPoints="1"/>
                  </p:cNvSpPr>
                  <p:nvPr/>
                </p:nvSpPr>
                <p:spPr bwMode="auto">
                  <a:xfrm>
                    <a:off x="8366168" y="3221410"/>
                    <a:ext cx="208781" cy="490360"/>
                  </a:xfrm>
                  <a:custGeom>
                    <a:avLst/>
                    <a:gdLst/>
                    <a:ahLst/>
                    <a:cxnLst>
                      <a:cxn ang="0">
                        <a:pos x="60" y="2"/>
                      </a:cxn>
                      <a:cxn ang="0">
                        <a:pos x="75" y="10"/>
                      </a:cxn>
                      <a:cxn ang="0">
                        <a:pos x="104" y="8"/>
                      </a:cxn>
                      <a:cxn ang="0">
                        <a:pos x="142" y="36"/>
                      </a:cxn>
                      <a:cxn ang="0">
                        <a:pos x="169" y="63"/>
                      </a:cxn>
                      <a:cxn ang="0">
                        <a:pos x="171" y="82"/>
                      </a:cxn>
                      <a:cxn ang="0">
                        <a:pos x="200" y="85"/>
                      </a:cxn>
                      <a:cxn ang="0">
                        <a:pos x="215" y="57"/>
                      </a:cxn>
                      <a:cxn ang="0">
                        <a:pos x="229" y="76"/>
                      </a:cxn>
                      <a:cxn ang="0">
                        <a:pos x="211" y="89"/>
                      </a:cxn>
                      <a:cxn ang="0">
                        <a:pos x="192" y="105"/>
                      </a:cxn>
                      <a:cxn ang="0">
                        <a:pos x="180" y="125"/>
                      </a:cxn>
                      <a:cxn ang="0">
                        <a:pos x="174" y="151"/>
                      </a:cxn>
                      <a:cxn ang="0">
                        <a:pos x="171" y="178"/>
                      </a:cxn>
                      <a:cxn ang="0">
                        <a:pos x="173" y="196"/>
                      </a:cxn>
                      <a:cxn ang="0">
                        <a:pos x="190" y="224"/>
                      </a:cxn>
                      <a:cxn ang="0">
                        <a:pos x="203" y="239"/>
                      </a:cxn>
                      <a:cxn ang="0">
                        <a:pos x="195" y="260"/>
                      </a:cxn>
                      <a:cxn ang="0">
                        <a:pos x="154" y="276"/>
                      </a:cxn>
                      <a:cxn ang="0">
                        <a:pos x="131" y="272"/>
                      </a:cxn>
                      <a:cxn ang="0">
                        <a:pos x="135" y="290"/>
                      </a:cxn>
                      <a:cxn ang="0">
                        <a:pos x="135" y="302"/>
                      </a:cxn>
                      <a:cxn ang="0">
                        <a:pos x="118" y="318"/>
                      </a:cxn>
                      <a:cxn ang="0">
                        <a:pos x="95" y="311"/>
                      </a:cxn>
                      <a:cxn ang="0">
                        <a:pos x="109" y="336"/>
                      </a:cxn>
                      <a:cxn ang="0">
                        <a:pos x="112" y="335"/>
                      </a:cxn>
                      <a:cxn ang="0">
                        <a:pos x="123" y="344"/>
                      </a:cxn>
                      <a:cxn ang="0">
                        <a:pos x="106" y="343"/>
                      </a:cxn>
                      <a:cxn ang="0">
                        <a:pos x="104" y="356"/>
                      </a:cxn>
                      <a:cxn ang="0">
                        <a:pos x="101" y="373"/>
                      </a:cxn>
                      <a:cxn ang="0">
                        <a:pos x="102" y="388"/>
                      </a:cxn>
                      <a:cxn ang="0">
                        <a:pos x="83" y="397"/>
                      </a:cxn>
                      <a:cxn ang="0">
                        <a:pos x="80" y="419"/>
                      </a:cxn>
                      <a:cxn ang="0">
                        <a:pos x="106" y="430"/>
                      </a:cxn>
                      <a:cxn ang="0">
                        <a:pos x="109" y="445"/>
                      </a:cxn>
                      <a:cxn ang="0">
                        <a:pos x="99" y="457"/>
                      </a:cxn>
                      <a:cxn ang="0">
                        <a:pos x="89" y="473"/>
                      </a:cxn>
                      <a:cxn ang="0">
                        <a:pos x="82" y="485"/>
                      </a:cxn>
                      <a:cxn ang="0">
                        <a:pos x="76" y="504"/>
                      </a:cxn>
                      <a:cxn ang="0">
                        <a:pos x="82" y="521"/>
                      </a:cxn>
                      <a:cxn ang="0">
                        <a:pos x="85" y="529"/>
                      </a:cxn>
                      <a:cxn ang="0">
                        <a:pos x="40" y="517"/>
                      </a:cxn>
                      <a:cxn ang="0">
                        <a:pos x="17" y="493"/>
                      </a:cxn>
                      <a:cxn ang="0">
                        <a:pos x="25" y="441"/>
                      </a:cxn>
                      <a:cxn ang="0">
                        <a:pos x="23" y="404"/>
                      </a:cxn>
                      <a:cxn ang="0">
                        <a:pos x="14" y="386"/>
                      </a:cxn>
                      <a:cxn ang="0">
                        <a:pos x="13" y="367"/>
                      </a:cxn>
                      <a:cxn ang="0">
                        <a:pos x="8" y="333"/>
                      </a:cxn>
                      <a:cxn ang="0">
                        <a:pos x="8" y="280"/>
                      </a:cxn>
                      <a:cxn ang="0">
                        <a:pos x="13" y="231"/>
                      </a:cxn>
                      <a:cxn ang="0">
                        <a:pos x="15" y="196"/>
                      </a:cxn>
                      <a:cxn ang="0">
                        <a:pos x="0" y="151"/>
                      </a:cxn>
                      <a:cxn ang="0">
                        <a:pos x="7" y="113"/>
                      </a:cxn>
                      <a:cxn ang="0">
                        <a:pos x="22" y="75"/>
                      </a:cxn>
                      <a:cxn ang="0">
                        <a:pos x="19" y="52"/>
                      </a:cxn>
                      <a:cxn ang="0">
                        <a:pos x="152" y="583"/>
                      </a:cxn>
                      <a:cxn ang="0">
                        <a:pos x="152" y="583"/>
                      </a:cxn>
                      <a:cxn ang="0">
                        <a:pos x="94" y="552"/>
                      </a:cxn>
                      <a:cxn ang="0">
                        <a:pos x="104" y="563"/>
                      </a:cxn>
                      <a:cxn ang="0">
                        <a:pos x="133" y="579"/>
                      </a:cxn>
                      <a:cxn ang="0">
                        <a:pos x="136" y="586"/>
                      </a:cxn>
                      <a:cxn ang="0">
                        <a:pos x="104" y="587"/>
                      </a:cxn>
                      <a:cxn ang="0">
                        <a:pos x="106" y="580"/>
                      </a:cxn>
                    </a:cxnLst>
                    <a:rect l="0" t="0" r="r" b="b"/>
                    <a:pathLst>
                      <a:path w="229" h="590">
                        <a:moveTo>
                          <a:pt x="36" y="14"/>
                        </a:moveTo>
                        <a:lnTo>
                          <a:pt x="38" y="13"/>
                        </a:lnTo>
                        <a:lnTo>
                          <a:pt x="40" y="7"/>
                        </a:lnTo>
                        <a:lnTo>
                          <a:pt x="45" y="2"/>
                        </a:lnTo>
                        <a:lnTo>
                          <a:pt x="49" y="0"/>
                        </a:lnTo>
                        <a:lnTo>
                          <a:pt x="53" y="3"/>
                        </a:lnTo>
                        <a:lnTo>
                          <a:pt x="57" y="3"/>
                        </a:lnTo>
                        <a:lnTo>
                          <a:pt x="60" y="2"/>
                        </a:lnTo>
                        <a:lnTo>
                          <a:pt x="63" y="3"/>
                        </a:lnTo>
                        <a:lnTo>
                          <a:pt x="68" y="2"/>
                        </a:lnTo>
                        <a:lnTo>
                          <a:pt x="71" y="2"/>
                        </a:lnTo>
                        <a:lnTo>
                          <a:pt x="71" y="6"/>
                        </a:lnTo>
                        <a:lnTo>
                          <a:pt x="74" y="13"/>
                        </a:lnTo>
                        <a:lnTo>
                          <a:pt x="74" y="14"/>
                        </a:lnTo>
                        <a:lnTo>
                          <a:pt x="75" y="13"/>
                        </a:lnTo>
                        <a:lnTo>
                          <a:pt x="75" y="10"/>
                        </a:lnTo>
                        <a:lnTo>
                          <a:pt x="76" y="7"/>
                        </a:lnTo>
                        <a:lnTo>
                          <a:pt x="76" y="4"/>
                        </a:lnTo>
                        <a:lnTo>
                          <a:pt x="79" y="0"/>
                        </a:lnTo>
                        <a:lnTo>
                          <a:pt x="87" y="0"/>
                        </a:lnTo>
                        <a:lnTo>
                          <a:pt x="94" y="0"/>
                        </a:lnTo>
                        <a:lnTo>
                          <a:pt x="98" y="4"/>
                        </a:lnTo>
                        <a:lnTo>
                          <a:pt x="101" y="7"/>
                        </a:lnTo>
                        <a:lnTo>
                          <a:pt x="104" y="8"/>
                        </a:lnTo>
                        <a:lnTo>
                          <a:pt x="106" y="14"/>
                        </a:lnTo>
                        <a:lnTo>
                          <a:pt x="116" y="23"/>
                        </a:lnTo>
                        <a:lnTo>
                          <a:pt x="120" y="23"/>
                        </a:lnTo>
                        <a:lnTo>
                          <a:pt x="123" y="26"/>
                        </a:lnTo>
                        <a:lnTo>
                          <a:pt x="125" y="30"/>
                        </a:lnTo>
                        <a:lnTo>
                          <a:pt x="133" y="33"/>
                        </a:lnTo>
                        <a:lnTo>
                          <a:pt x="139" y="36"/>
                        </a:lnTo>
                        <a:lnTo>
                          <a:pt x="142" y="36"/>
                        </a:lnTo>
                        <a:lnTo>
                          <a:pt x="148" y="41"/>
                        </a:lnTo>
                        <a:lnTo>
                          <a:pt x="154" y="44"/>
                        </a:lnTo>
                        <a:lnTo>
                          <a:pt x="163" y="45"/>
                        </a:lnTo>
                        <a:lnTo>
                          <a:pt x="166" y="49"/>
                        </a:lnTo>
                        <a:lnTo>
                          <a:pt x="170" y="53"/>
                        </a:lnTo>
                        <a:lnTo>
                          <a:pt x="171" y="56"/>
                        </a:lnTo>
                        <a:lnTo>
                          <a:pt x="171" y="59"/>
                        </a:lnTo>
                        <a:lnTo>
                          <a:pt x="169" y="63"/>
                        </a:lnTo>
                        <a:lnTo>
                          <a:pt x="166" y="64"/>
                        </a:lnTo>
                        <a:lnTo>
                          <a:pt x="165" y="67"/>
                        </a:lnTo>
                        <a:lnTo>
                          <a:pt x="166" y="70"/>
                        </a:lnTo>
                        <a:lnTo>
                          <a:pt x="163" y="75"/>
                        </a:lnTo>
                        <a:lnTo>
                          <a:pt x="159" y="80"/>
                        </a:lnTo>
                        <a:lnTo>
                          <a:pt x="159" y="83"/>
                        </a:lnTo>
                        <a:lnTo>
                          <a:pt x="161" y="83"/>
                        </a:lnTo>
                        <a:lnTo>
                          <a:pt x="171" y="82"/>
                        </a:lnTo>
                        <a:lnTo>
                          <a:pt x="180" y="85"/>
                        </a:lnTo>
                        <a:lnTo>
                          <a:pt x="185" y="87"/>
                        </a:lnTo>
                        <a:lnTo>
                          <a:pt x="189" y="86"/>
                        </a:lnTo>
                        <a:lnTo>
                          <a:pt x="190" y="86"/>
                        </a:lnTo>
                        <a:lnTo>
                          <a:pt x="192" y="87"/>
                        </a:lnTo>
                        <a:lnTo>
                          <a:pt x="195" y="85"/>
                        </a:lnTo>
                        <a:lnTo>
                          <a:pt x="196" y="83"/>
                        </a:lnTo>
                        <a:lnTo>
                          <a:pt x="200" y="85"/>
                        </a:lnTo>
                        <a:lnTo>
                          <a:pt x="201" y="80"/>
                        </a:lnTo>
                        <a:lnTo>
                          <a:pt x="203" y="78"/>
                        </a:lnTo>
                        <a:lnTo>
                          <a:pt x="210" y="72"/>
                        </a:lnTo>
                        <a:lnTo>
                          <a:pt x="211" y="70"/>
                        </a:lnTo>
                        <a:lnTo>
                          <a:pt x="212" y="67"/>
                        </a:lnTo>
                        <a:lnTo>
                          <a:pt x="215" y="64"/>
                        </a:lnTo>
                        <a:lnTo>
                          <a:pt x="215" y="59"/>
                        </a:lnTo>
                        <a:lnTo>
                          <a:pt x="215" y="57"/>
                        </a:lnTo>
                        <a:lnTo>
                          <a:pt x="215" y="53"/>
                        </a:lnTo>
                        <a:lnTo>
                          <a:pt x="218" y="52"/>
                        </a:lnTo>
                        <a:lnTo>
                          <a:pt x="224" y="52"/>
                        </a:lnTo>
                        <a:lnTo>
                          <a:pt x="224" y="55"/>
                        </a:lnTo>
                        <a:lnTo>
                          <a:pt x="227" y="61"/>
                        </a:lnTo>
                        <a:lnTo>
                          <a:pt x="227" y="66"/>
                        </a:lnTo>
                        <a:lnTo>
                          <a:pt x="229" y="71"/>
                        </a:lnTo>
                        <a:lnTo>
                          <a:pt x="229" y="76"/>
                        </a:lnTo>
                        <a:lnTo>
                          <a:pt x="227" y="79"/>
                        </a:lnTo>
                        <a:lnTo>
                          <a:pt x="224" y="79"/>
                        </a:lnTo>
                        <a:lnTo>
                          <a:pt x="222" y="80"/>
                        </a:lnTo>
                        <a:lnTo>
                          <a:pt x="220" y="82"/>
                        </a:lnTo>
                        <a:lnTo>
                          <a:pt x="219" y="83"/>
                        </a:lnTo>
                        <a:lnTo>
                          <a:pt x="218" y="83"/>
                        </a:lnTo>
                        <a:lnTo>
                          <a:pt x="212" y="87"/>
                        </a:lnTo>
                        <a:lnTo>
                          <a:pt x="211" y="89"/>
                        </a:lnTo>
                        <a:lnTo>
                          <a:pt x="208" y="89"/>
                        </a:lnTo>
                        <a:lnTo>
                          <a:pt x="204" y="94"/>
                        </a:lnTo>
                        <a:lnTo>
                          <a:pt x="201" y="94"/>
                        </a:lnTo>
                        <a:lnTo>
                          <a:pt x="201" y="98"/>
                        </a:lnTo>
                        <a:lnTo>
                          <a:pt x="200" y="98"/>
                        </a:lnTo>
                        <a:lnTo>
                          <a:pt x="197" y="98"/>
                        </a:lnTo>
                        <a:lnTo>
                          <a:pt x="193" y="104"/>
                        </a:lnTo>
                        <a:lnTo>
                          <a:pt x="192" y="105"/>
                        </a:lnTo>
                        <a:lnTo>
                          <a:pt x="193" y="109"/>
                        </a:lnTo>
                        <a:lnTo>
                          <a:pt x="190" y="109"/>
                        </a:lnTo>
                        <a:lnTo>
                          <a:pt x="189" y="112"/>
                        </a:lnTo>
                        <a:lnTo>
                          <a:pt x="186" y="116"/>
                        </a:lnTo>
                        <a:lnTo>
                          <a:pt x="185" y="119"/>
                        </a:lnTo>
                        <a:lnTo>
                          <a:pt x="182" y="123"/>
                        </a:lnTo>
                        <a:lnTo>
                          <a:pt x="182" y="124"/>
                        </a:lnTo>
                        <a:lnTo>
                          <a:pt x="180" y="125"/>
                        </a:lnTo>
                        <a:lnTo>
                          <a:pt x="178" y="128"/>
                        </a:lnTo>
                        <a:lnTo>
                          <a:pt x="177" y="131"/>
                        </a:lnTo>
                        <a:lnTo>
                          <a:pt x="176" y="133"/>
                        </a:lnTo>
                        <a:lnTo>
                          <a:pt x="176" y="139"/>
                        </a:lnTo>
                        <a:lnTo>
                          <a:pt x="174" y="140"/>
                        </a:lnTo>
                        <a:lnTo>
                          <a:pt x="176" y="143"/>
                        </a:lnTo>
                        <a:lnTo>
                          <a:pt x="176" y="150"/>
                        </a:lnTo>
                        <a:lnTo>
                          <a:pt x="174" y="151"/>
                        </a:lnTo>
                        <a:lnTo>
                          <a:pt x="174" y="154"/>
                        </a:lnTo>
                        <a:lnTo>
                          <a:pt x="173" y="157"/>
                        </a:lnTo>
                        <a:lnTo>
                          <a:pt x="174" y="162"/>
                        </a:lnTo>
                        <a:lnTo>
                          <a:pt x="173" y="163"/>
                        </a:lnTo>
                        <a:lnTo>
                          <a:pt x="174" y="170"/>
                        </a:lnTo>
                        <a:lnTo>
                          <a:pt x="176" y="174"/>
                        </a:lnTo>
                        <a:lnTo>
                          <a:pt x="174" y="176"/>
                        </a:lnTo>
                        <a:lnTo>
                          <a:pt x="171" y="178"/>
                        </a:lnTo>
                        <a:lnTo>
                          <a:pt x="171" y="180"/>
                        </a:lnTo>
                        <a:lnTo>
                          <a:pt x="171" y="180"/>
                        </a:lnTo>
                        <a:lnTo>
                          <a:pt x="171" y="180"/>
                        </a:lnTo>
                        <a:lnTo>
                          <a:pt x="170" y="185"/>
                        </a:lnTo>
                        <a:lnTo>
                          <a:pt x="171" y="191"/>
                        </a:lnTo>
                        <a:lnTo>
                          <a:pt x="171" y="192"/>
                        </a:lnTo>
                        <a:lnTo>
                          <a:pt x="173" y="193"/>
                        </a:lnTo>
                        <a:lnTo>
                          <a:pt x="173" y="196"/>
                        </a:lnTo>
                        <a:lnTo>
                          <a:pt x="171" y="197"/>
                        </a:lnTo>
                        <a:lnTo>
                          <a:pt x="174" y="200"/>
                        </a:lnTo>
                        <a:lnTo>
                          <a:pt x="180" y="204"/>
                        </a:lnTo>
                        <a:lnTo>
                          <a:pt x="185" y="207"/>
                        </a:lnTo>
                        <a:lnTo>
                          <a:pt x="193" y="212"/>
                        </a:lnTo>
                        <a:lnTo>
                          <a:pt x="195" y="215"/>
                        </a:lnTo>
                        <a:lnTo>
                          <a:pt x="195" y="218"/>
                        </a:lnTo>
                        <a:lnTo>
                          <a:pt x="190" y="224"/>
                        </a:lnTo>
                        <a:lnTo>
                          <a:pt x="190" y="226"/>
                        </a:lnTo>
                        <a:lnTo>
                          <a:pt x="193" y="230"/>
                        </a:lnTo>
                        <a:lnTo>
                          <a:pt x="196" y="233"/>
                        </a:lnTo>
                        <a:lnTo>
                          <a:pt x="200" y="233"/>
                        </a:lnTo>
                        <a:lnTo>
                          <a:pt x="201" y="231"/>
                        </a:lnTo>
                        <a:lnTo>
                          <a:pt x="203" y="231"/>
                        </a:lnTo>
                        <a:lnTo>
                          <a:pt x="203" y="234"/>
                        </a:lnTo>
                        <a:lnTo>
                          <a:pt x="203" y="239"/>
                        </a:lnTo>
                        <a:lnTo>
                          <a:pt x="203" y="242"/>
                        </a:lnTo>
                        <a:lnTo>
                          <a:pt x="199" y="246"/>
                        </a:lnTo>
                        <a:lnTo>
                          <a:pt x="199" y="252"/>
                        </a:lnTo>
                        <a:lnTo>
                          <a:pt x="197" y="253"/>
                        </a:lnTo>
                        <a:lnTo>
                          <a:pt x="197" y="252"/>
                        </a:lnTo>
                        <a:lnTo>
                          <a:pt x="196" y="252"/>
                        </a:lnTo>
                        <a:lnTo>
                          <a:pt x="195" y="257"/>
                        </a:lnTo>
                        <a:lnTo>
                          <a:pt x="195" y="260"/>
                        </a:lnTo>
                        <a:lnTo>
                          <a:pt x="195" y="263"/>
                        </a:lnTo>
                        <a:lnTo>
                          <a:pt x="186" y="268"/>
                        </a:lnTo>
                        <a:lnTo>
                          <a:pt x="180" y="269"/>
                        </a:lnTo>
                        <a:lnTo>
                          <a:pt x="180" y="268"/>
                        </a:lnTo>
                        <a:lnTo>
                          <a:pt x="178" y="269"/>
                        </a:lnTo>
                        <a:lnTo>
                          <a:pt x="170" y="273"/>
                        </a:lnTo>
                        <a:lnTo>
                          <a:pt x="161" y="276"/>
                        </a:lnTo>
                        <a:lnTo>
                          <a:pt x="154" y="276"/>
                        </a:lnTo>
                        <a:lnTo>
                          <a:pt x="150" y="275"/>
                        </a:lnTo>
                        <a:lnTo>
                          <a:pt x="146" y="276"/>
                        </a:lnTo>
                        <a:lnTo>
                          <a:pt x="142" y="276"/>
                        </a:lnTo>
                        <a:lnTo>
                          <a:pt x="139" y="275"/>
                        </a:lnTo>
                        <a:lnTo>
                          <a:pt x="135" y="273"/>
                        </a:lnTo>
                        <a:lnTo>
                          <a:pt x="133" y="273"/>
                        </a:lnTo>
                        <a:lnTo>
                          <a:pt x="132" y="271"/>
                        </a:lnTo>
                        <a:lnTo>
                          <a:pt x="131" y="272"/>
                        </a:lnTo>
                        <a:lnTo>
                          <a:pt x="131" y="275"/>
                        </a:lnTo>
                        <a:lnTo>
                          <a:pt x="132" y="276"/>
                        </a:lnTo>
                        <a:lnTo>
                          <a:pt x="132" y="282"/>
                        </a:lnTo>
                        <a:lnTo>
                          <a:pt x="133" y="283"/>
                        </a:lnTo>
                        <a:lnTo>
                          <a:pt x="132" y="284"/>
                        </a:lnTo>
                        <a:lnTo>
                          <a:pt x="135" y="284"/>
                        </a:lnTo>
                        <a:lnTo>
                          <a:pt x="136" y="287"/>
                        </a:lnTo>
                        <a:lnTo>
                          <a:pt x="135" y="290"/>
                        </a:lnTo>
                        <a:lnTo>
                          <a:pt x="135" y="290"/>
                        </a:lnTo>
                        <a:lnTo>
                          <a:pt x="135" y="291"/>
                        </a:lnTo>
                        <a:lnTo>
                          <a:pt x="132" y="292"/>
                        </a:lnTo>
                        <a:lnTo>
                          <a:pt x="132" y="294"/>
                        </a:lnTo>
                        <a:lnTo>
                          <a:pt x="131" y="297"/>
                        </a:lnTo>
                        <a:lnTo>
                          <a:pt x="131" y="299"/>
                        </a:lnTo>
                        <a:lnTo>
                          <a:pt x="133" y="302"/>
                        </a:lnTo>
                        <a:lnTo>
                          <a:pt x="135" y="302"/>
                        </a:lnTo>
                        <a:lnTo>
                          <a:pt x="135" y="305"/>
                        </a:lnTo>
                        <a:lnTo>
                          <a:pt x="133" y="306"/>
                        </a:lnTo>
                        <a:lnTo>
                          <a:pt x="135" y="309"/>
                        </a:lnTo>
                        <a:lnTo>
                          <a:pt x="133" y="311"/>
                        </a:lnTo>
                        <a:lnTo>
                          <a:pt x="131" y="313"/>
                        </a:lnTo>
                        <a:lnTo>
                          <a:pt x="131" y="314"/>
                        </a:lnTo>
                        <a:lnTo>
                          <a:pt x="127" y="318"/>
                        </a:lnTo>
                        <a:lnTo>
                          <a:pt x="118" y="318"/>
                        </a:lnTo>
                        <a:lnTo>
                          <a:pt x="114" y="317"/>
                        </a:lnTo>
                        <a:lnTo>
                          <a:pt x="109" y="313"/>
                        </a:lnTo>
                        <a:lnTo>
                          <a:pt x="104" y="311"/>
                        </a:lnTo>
                        <a:lnTo>
                          <a:pt x="101" y="311"/>
                        </a:lnTo>
                        <a:lnTo>
                          <a:pt x="99" y="310"/>
                        </a:lnTo>
                        <a:lnTo>
                          <a:pt x="101" y="309"/>
                        </a:lnTo>
                        <a:lnTo>
                          <a:pt x="98" y="309"/>
                        </a:lnTo>
                        <a:lnTo>
                          <a:pt x="95" y="311"/>
                        </a:lnTo>
                        <a:lnTo>
                          <a:pt x="95" y="317"/>
                        </a:lnTo>
                        <a:lnTo>
                          <a:pt x="98" y="320"/>
                        </a:lnTo>
                        <a:lnTo>
                          <a:pt x="99" y="325"/>
                        </a:lnTo>
                        <a:lnTo>
                          <a:pt x="99" y="332"/>
                        </a:lnTo>
                        <a:lnTo>
                          <a:pt x="101" y="335"/>
                        </a:lnTo>
                        <a:lnTo>
                          <a:pt x="104" y="336"/>
                        </a:lnTo>
                        <a:lnTo>
                          <a:pt x="108" y="336"/>
                        </a:lnTo>
                        <a:lnTo>
                          <a:pt x="109" y="336"/>
                        </a:lnTo>
                        <a:lnTo>
                          <a:pt x="108" y="337"/>
                        </a:lnTo>
                        <a:lnTo>
                          <a:pt x="106" y="339"/>
                        </a:lnTo>
                        <a:lnTo>
                          <a:pt x="109" y="340"/>
                        </a:lnTo>
                        <a:lnTo>
                          <a:pt x="113" y="339"/>
                        </a:lnTo>
                        <a:lnTo>
                          <a:pt x="113" y="337"/>
                        </a:lnTo>
                        <a:lnTo>
                          <a:pt x="112" y="336"/>
                        </a:lnTo>
                        <a:lnTo>
                          <a:pt x="110" y="336"/>
                        </a:lnTo>
                        <a:lnTo>
                          <a:pt x="112" y="335"/>
                        </a:lnTo>
                        <a:lnTo>
                          <a:pt x="114" y="335"/>
                        </a:lnTo>
                        <a:lnTo>
                          <a:pt x="117" y="332"/>
                        </a:lnTo>
                        <a:lnTo>
                          <a:pt x="118" y="332"/>
                        </a:lnTo>
                        <a:lnTo>
                          <a:pt x="121" y="336"/>
                        </a:lnTo>
                        <a:lnTo>
                          <a:pt x="120" y="339"/>
                        </a:lnTo>
                        <a:lnTo>
                          <a:pt x="118" y="339"/>
                        </a:lnTo>
                        <a:lnTo>
                          <a:pt x="121" y="341"/>
                        </a:lnTo>
                        <a:lnTo>
                          <a:pt x="123" y="344"/>
                        </a:lnTo>
                        <a:lnTo>
                          <a:pt x="121" y="347"/>
                        </a:lnTo>
                        <a:lnTo>
                          <a:pt x="116" y="349"/>
                        </a:lnTo>
                        <a:lnTo>
                          <a:pt x="114" y="349"/>
                        </a:lnTo>
                        <a:lnTo>
                          <a:pt x="113" y="347"/>
                        </a:lnTo>
                        <a:lnTo>
                          <a:pt x="113" y="345"/>
                        </a:lnTo>
                        <a:lnTo>
                          <a:pt x="113" y="344"/>
                        </a:lnTo>
                        <a:lnTo>
                          <a:pt x="110" y="341"/>
                        </a:lnTo>
                        <a:lnTo>
                          <a:pt x="106" y="343"/>
                        </a:lnTo>
                        <a:lnTo>
                          <a:pt x="104" y="345"/>
                        </a:lnTo>
                        <a:lnTo>
                          <a:pt x="104" y="347"/>
                        </a:lnTo>
                        <a:lnTo>
                          <a:pt x="104" y="348"/>
                        </a:lnTo>
                        <a:lnTo>
                          <a:pt x="108" y="349"/>
                        </a:lnTo>
                        <a:lnTo>
                          <a:pt x="112" y="349"/>
                        </a:lnTo>
                        <a:lnTo>
                          <a:pt x="112" y="352"/>
                        </a:lnTo>
                        <a:lnTo>
                          <a:pt x="108" y="355"/>
                        </a:lnTo>
                        <a:lnTo>
                          <a:pt x="104" y="356"/>
                        </a:lnTo>
                        <a:lnTo>
                          <a:pt x="102" y="358"/>
                        </a:lnTo>
                        <a:lnTo>
                          <a:pt x="104" y="359"/>
                        </a:lnTo>
                        <a:lnTo>
                          <a:pt x="102" y="362"/>
                        </a:lnTo>
                        <a:lnTo>
                          <a:pt x="99" y="364"/>
                        </a:lnTo>
                        <a:lnTo>
                          <a:pt x="101" y="367"/>
                        </a:lnTo>
                        <a:lnTo>
                          <a:pt x="102" y="370"/>
                        </a:lnTo>
                        <a:lnTo>
                          <a:pt x="102" y="371"/>
                        </a:lnTo>
                        <a:lnTo>
                          <a:pt x="101" y="373"/>
                        </a:lnTo>
                        <a:lnTo>
                          <a:pt x="105" y="377"/>
                        </a:lnTo>
                        <a:lnTo>
                          <a:pt x="105" y="378"/>
                        </a:lnTo>
                        <a:lnTo>
                          <a:pt x="104" y="379"/>
                        </a:lnTo>
                        <a:lnTo>
                          <a:pt x="104" y="381"/>
                        </a:lnTo>
                        <a:lnTo>
                          <a:pt x="99" y="383"/>
                        </a:lnTo>
                        <a:lnTo>
                          <a:pt x="99" y="385"/>
                        </a:lnTo>
                        <a:lnTo>
                          <a:pt x="99" y="386"/>
                        </a:lnTo>
                        <a:lnTo>
                          <a:pt x="102" y="388"/>
                        </a:lnTo>
                        <a:lnTo>
                          <a:pt x="104" y="389"/>
                        </a:lnTo>
                        <a:lnTo>
                          <a:pt x="104" y="390"/>
                        </a:lnTo>
                        <a:lnTo>
                          <a:pt x="98" y="392"/>
                        </a:lnTo>
                        <a:lnTo>
                          <a:pt x="95" y="390"/>
                        </a:lnTo>
                        <a:lnTo>
                          <a:pt x="91" y="392"/>
                        </a:lnTo>
                        <a:lnTo>
                          <a:pt x="89" y="394"/>
                        </a:lnTo>
                        <a:lnTo>
                          <a:pt x="86" y="394"/>
                        </a:lnTo>
                        <a:lnTo>
                          <a:pt x="83" y="397"/>
                        </a:lnTo>
                        <a:lnTo>
                          <a:pt x="82" y="398"/>
                        </a:lnTo>
                        <a:lnTo>
                          <a:pt x="80" y="401"/>
                        </a:lnTo>
                        <a:lnTo>
                          <a:pt x="79" y="404"/>
                        </a:lnTo>
                        <a:lnTo>
                          <a:pt x="76" y="405"/>
                        </a:lnTo>
                        <a:lnTo>
                          <a:pt x="76" y="408"/>
                        </a:lnTo>
                        <a:lnTo>
                          <a:pt x="78" y="411"/>
                        </a:lnTo>
                        <a:lnTo>
                          <a:pt x="78" y="413"/>
                        </a:lnTo>
                        <a:lnTo>
                          <a:pt x="80" y="419"/>
                        </a:lnTo>
                        <a:lnTo>
                          <a:pt x="85" y="420"/>
                        </a:lnTo>
                        <a:lnTo>
                          <a:pt x="86" y="421"/>
                        </a:lnTo>
                        <a:lnTo>
                          <a:pt x="90" y="424"/>
                        </a:lnTo>
                        <a:lnTo>
                          <a:pt x="95" y="430"/>
                        </a:lnTo>
                        <a:lnTo>
                          <a:pt x="99" y="430"/>
                        </a:lnTo>
                        <a:lnTo>
                          <a:pt x="102" y="430"/>
                        </a:lnTo>
                        <a:lnTo>
                          <a:pt x="104" y="428"/>
                        </a:lnTo>
                        <a:lnTo>
                          <a:pt x="106" y="430"/>
                        </a:lnTo>
                        <a:lnTo>
                          <a:pt x="108" y="431"/>
                        </a:lnTo>
                        <a:lnTo>
                          <a:pt x="106" y="432"/>
                        </a:lnTo>
                        <a:lnTo>
                          <a:pt x="106" y="434"/>
                        </a:lnTo>
                        <a:lnTo>
                          <a:pt x="108" y="436"/>
                        </a:lnTo>
                        <a:lnTo>
                          <a:pt x="108" y="439"/>
                        </a:lnTo>
                        <a:lnTo>
                          <a:pt x="105" y="442"/>
                        </a:lnTo>
                        <a:lnTo>
                          <a:pt x="106" y="442"/>
                        </a:lnTo>
                        <a:lnTo>
                          <a:pt x="109" y="445"/>
                        </a:lnTo>
                        <a:lnTo>
                          <a:pt x="108" y="445"/>
                        </a:lnTo>
                        <a:lnTo>
                          <a:pt x="108" y="447"/>
                        </a:lnTo>
                        <a:lnTo>
                          <a:pt x="108" y="449"/>
                        </a:lnTo>
                        <a:lnTo>
                          <a:pt x="105" y="450"/>
                        </a:lnTo>
                        <a:lnTo>
                          <a:pt x="104" y="451"/>
                        </a:lnTo>
                        <a:lnTo>
                          <a:pt x="102" y="454"/>
                        </a:lnTo>
                        <a:lnTo>
                          <a:pt x="101" y="454"/>
                        </a:lnTo>
                        <a:lnTo>
                          <a:pt x="99" y="457"/>
                        </a:lnTo>
                        <a:lnTo>
                          <a:pt x="98" y="461"/>
                        </a:lnTo>
                        <a:lnTo>
                          <a:pt x="95" y="461"/>
                        </a:lnTo>
                        <a:lnTo>
                          <a:pt x="93" y="464"/>
                        </a:lnTo>
                        <a:lnTo>
                          <a:pt x="91" y="468"/>
                        </a:lnTo>
                        <a:lnTo>
                          <a:pt x="90" y="470"/>
                        </a:lnTo>
                        <a:lnTo>
                          <a:pt x="89" y="473"/>
                        </a:lnTo>
                        <a:lnTo>
                          <a:pt x="87" y="474"/>
                        </a:lnTo>
                        <a:lnTo>
                          <a:pt x="89" y="473"/>
                        </a:lnTo>
                        <a:lnTo>
                          <a:pt x="91" y="474"/>
                        </a:lnTo>
                        <a:lnTo>
                          <a:pt x="91" y="479"/>
                        </a:lnTo>
                        <a:lnTo>
                          <a:pt x="91" y="480"/>
                        </a:lnTo>
                        <a:lnTo>
                          <a:pt x="89" y="484"/>
                        </a:lnTo>
                        <a:lnTo>
                          <a:pt x="89" y="485"/>
                        </a:lnTo>
                        <a:lnTo>
                          <a:pt x="85" y="488"/>
                        </a:lnTo>
                        <a:lnTo>
                          <a:pt x="83" y="488"/>
                        </a:lnTo>
                        <a:lnTo>
                          <a:pt x="82" y="485"/>
                        </a:lnTo>
                        <a:lnTo>
                          <a:pt x="79" y="484"/>
                        </a:lnTo>
                        <a:lnTo>
                          <a:pt x="80" y="487"/>
                        </a:lnTo>
                        <a:lnTo>
                          <a:pt x="80" y="488"/>
                        </a:lnTo>
                        <a:lnTo>
                          <a:pt x="82" y="489"/>
                        </a:lnTo>
                        <a:lnTo>
                          <a:pt x="80" y="492"/>
                        </a:lnTo>
                        <a:lnTo>
                          <a:pt x="76" y="495"/>
                        </a:lnTo>
                        <a:lnTo>
                          <a:pt x="75" y="499"/>
                        </a:lnTo>
                        <a:lnTo>
                          <a:pt x="76" y="504"/>
                        </a:lnTo>
                        <a:lnTo>
                          <a:pt x="79" y="508"/>
                        </a:lnTo>
                        <a:lnTo>
                          <a:pt x="80" y="515"/>
                        </a:lnTo>
                        <a:lnTo>
                          <a:pt x="80" y="517"/>
                        </a:lnTo>
                        <a:lnTo>
                          <a:pt x="82" y="517"/>
                        </a:lnTo>
                        <a:lnTo>
                          <a:pt x="82" y="519"/>
                        </a:lnTo>
                        <a:lnTo>
                          <a:pt x="79" y="521"/>
                        </a:lnTo>
                        <a:lnTo>
                          <a:pt x="80" y="522"/>
                        </a:lnTo>
                        <a:lnTo>
                          <a:pt x="82" y="521"/>
                        </a:lnTo>
                        <a:lnTo>
                          <a:pt x="85" y="523"/>
                        </a:lnTo>
                        <a:lnTo>
                          <a:pt x="86" y="526"/>
                        </a:lnTo>
                        <a:lnTo>
                          <a:pt x="90" y="529"/>
                        </a:lnTo>
                        <a:lnTo>
                          <a:pt x="93" y="532"/>
                        </a:lnTo>
                        <a:lnTo>
                          <a:pt x="93" y="534"/>
                        </a:lnTo>
                        <a:lnTo>
                          <a:pt x="93" y="534"/>
                        </a:lnTo>
                        <a:lnTo>
                          <a:pt x="89" y="533"/>
                        </a:lnTo>
                        <a:lnTo>
                          <a:pt x="85" y="529"/>
                        </a:lnTo>
                        <a:lnTo>
                          <a:pt x="82" y="529"/>
                        </a:lnTo>
                        <a:lnTo>
                          <a:pt x="80" y="527"/>
                        </a:lnTo>
                        <a:lnTo>
                          <a:pt x="63" y="527"/>
                        </a:lnTo>
                        <a:lnTo>
                          <a:pt x="52" y="529"/>
                        </a:lnTo>
                        <a:lnTo>
                          <a:pt x="49" y="527"/>
                        </a:lnTo>
                        <a:lnTo>
                          <a:pt x="42" y="527"/>
                        </a:lnTo>
                        <a:lnTo>
                          <a:pt x="41" y="522"/>
                        </a:lnTo>
                        <a:lnTo>
                          <a:pt x="40" y="517"/>
                        </a:lnTo>
                        <a:lnTo>
                          <a:pt x="36" y="514"/>
                        </a:lnTo>
                        <a:lnTo>
                          <a:pt x="36" y="506"/>
                        </a:lnTo>
                        <a:lnTo>
                          <a:pt x="36" y="502"/>
                        </a:lnTo>
                        <a:lnTo>
                          <a:pt x="33" y="502"/>
                        </a:lnTo>
                        <a:lnTo>
                          <a:pt x="27" y="504"/>
                        </a:lnTo>
                        <a:lnTo>
                          <a:pt x="25" y="507"/>
                        </a:lnTo>
                        <a:lnTo>
                          <a:pt x="22" y="507"/>
                        </a:lnTo>
                        <a:lnTo>
                          <a:pt x="17" y="493"/>
                        </a:lnTo>
                        <a:lnTo>
                          <a:pt x="15" y="489"/>
                        </a:lnTo>
                        <a:lnTo>
                          <a:pt x="17" y="477"/>
                        </a:lnTo>
                        <a:lnTo>
                          <a:pt x="21" y="473"/>
                        </a:lnTo>
                        <a:lnTo>
                          <a:pt x="25" y="468"/>
                        </a:lnTo>
                        <a:lnTo>
                          <a:pt x="26" y="460"/>
                        </a:lnTo>
                        <a:lnTo>
                          <a:pt x="25" y="453"/>
                        </a:lnTo>
                        <a:lnTo>
                          <a:pt x="23" y="447"/>
                        </a:lnTo>
                        <a:lnTo>
                          <a:pt x="25" y="441"/>
                        </a:lnTo>
                        <a:lnTo>
                          <a:pt x="27" y="438"/>
                        </a:lnTo>
                        <a:lnTo>
                          <a:pt x="25" y="431"/>
                        </a:lnTo>
                        <a:lnTo>
                          <a:pt x="25" y="427"/>
                        </a:lnTo>
                        <a:lnTo>
                          <a:pt x="27" y="424"/>
                        </a:lnTo>
                        <a:lnTo>
                          <a:pt x="26" y="419"/>
                        </a:lnTo>
                        <a:lnTo>
                          <a:pt x="25" y="411"/>
                        </a:lnTo>
                        <a:lnTo>
                          <a:pt x="23" y="407"/>
                        </a:lnTo>
                        <a:lnTo>
                          <a:pt x="23" y="404"/>
                        </a:lnTo>
                        <a:lnTo>
                          <a:pt x="26" y="401"/>
                        </a:lnTo>
                        <a:lnTo>
                          <a:pt x="26" y="398"/>
                        </a:lnTo>
                        <a:lnTo>
                          <a:pt x="23" y="393"/>
                        </a:lnTo>
                        <a:lnTo>
                          <a:pt x="19" y="389"/>
                        </a:lnTo>
                        <a:lnTo>
                          <a:pt x="17" y="389"/>
                        </a:lnTo>
                        <a:lnTo>
                          <a:pt x="15" y="390"/>
                        </a:lnTo>
                        <a:lnTo>
                          <a:pt x="14" y="389"/>
                        </a:lnTo>
                        <a:lnTo>
                          <a:pt x="14" y="386"/>
                        </a:lnTo>
                        <a:lnTo>
                          <a:pt x="21" y="386"/>
                        </a:lnTo>
                        <a:lnTo>
                          <a:pt x="23" y="382"/>
                        </a:lnTo>
                        <a:lnTo>
                          <a:pt x="23" y="379"/>
                        </a:lnTo>
                        <a:lnTo>
                          <a:pt x="22" y="378"/>
                        </a:lnTo>
                        <a:lnTo>
                          <a:pt x="19" y="379"/>
                        </a:lnTo>
                        <a:lnTo>
                          <a:pt x="17" y="379"/>
                        </a:lnTo>
                        <a:lnTo>
                          <a:pt x="15" y="373"/>
                        </a:lnTo>
                        <a:lnTo>
                          <a:pt x="13" y="367"/>
                        </a:lnTo>
                        <a:lnTo>
                          <a:pt x="13" y="363"/>
                        </a:lnTo>
                        <a:lnTo>
                          <a:pt x="13" y="358"/>
                        </a:lnTo>
                        <a:lnTo>
                          <a:pt x="8" y="356"/>
                        </a:lnTo>
                        <a:lnTo>
                          <a:pt x="7" y="352"/>
                        </a:lnTo>
                        <a:lnTo>
                          <a:pt x="7" y="341"/>
                        </a:lnTo>
                        <a:lnTo>
                          <a:pt x="10" y="340"/>
                        </a:lnTo>
                        <a:lnTo>
                          <a:pt x="11" y="336"/>
                        </a:lnTo>
                        <a:lnTo>
                          <a:pt x="8" y="333"/>
                        </a:lnTo>
                        <a:lnTo>
                          <a:pt x="6" y="332"/>
                        </a:lnTo>
                        <a:lnTo>
                          <a:pt x="6" y="325"/>
                        </a:lnTo>
                        <a:lnTo>
                          <a:pt x="4" y="316"/>
                        </a:lnTo>
                        <a:lnTo>
                          <a:pt x="6" y="305"/>
                        </a:lnTo>
                        <a:lnTo>
                          <a:pt x="3" y="301"/>
                        </a:lnTo>
                        <a:lnTo>
                          <a:pt x="2" y="295"/>
                        </a:lnTo>
                        <a:lnTo>
                          <a:pt x="7" y="288"/>
                        </a:lnTo>
                        <a:lnTo>
                          <a:pt x="8" y="280"/>
                        </a:lnTo>
                        <a:lnTo>
                          <a:pt x="13" y="279"/>
                        </a:lnTo>
                        <a:lnTo>
                          <a:pt x="14" y="276"/>
                        </a:lnTo>
                        <a:lnTo>
                          <a:pt x="6" y="260"/>
                        </a:lnTo>
                        <a:lnTo>
                          <a:pt x="7" y="254"/>
                        </a:lnTo>
                        <a:lnTo>
                          <a:pt x="7" y="250"/>
                        </a:lnTo>
                        <a:lnTo>
                          <a:pt x="7" y="241"/>
                        </a:lnTo>
                        <a:lnTo>
                          <a:pt x="10" y="234"/>
                        </a:lnTo>
                        <a:lnTo>
                          <a:pt x="13" y="231"/>
                        </a:lnTo>
                        <a:lnTo>
                          <a:pt x="13" y="226"/>
                        </a:lnTo>
                        <a:lnTo>
                          <a:pt x="10" y="220"/>
                        </a:lnTo>
                        <a:lnTo>
                          <a:pt x="7" y="219"/>
                        </a:lnTo>
                        <a:lnTo>
                          <a:pt x="11" y="215"/>
                        </a:lnTo>
                        <a:lnTo>
                          <a:pt x="10" y="210"/>
                        </a:lnTo>
                        <a:lnTo>
                          <a:pt x="13" y="203"/>
                        </a:lnTo>
                        <a:lnTo>
                          <a:pt x="15" y="203"/>
                        </a:lnTo>
                        <a:lnTo>
                          <a:pt x="15" y="196"/>
                        </a:lnTo>
                        <a:lnTo>
                          <a:pt x="14" y="185"/>
                        </a:lnTo>
                        <a:lnTo>
                          <a:pt x="13" y="182"/>
                        </a:lnTo>
                        <a:lnTo>
                          <a:pt x="11" y="174"/>
                        </a:lnTo>
                        <a:lnTo>
                          <a:pt x="8" y="170"/>
                        </a:lnTo>
                        <a:lnTo>
                          <a:pt x="6" y="165"/>
                        </a:lnTo>
                        <a:lnTo>
                          <a:pt x="4" y="162"/>
                        </a:lnTo>
                        <a:lnTo>
                          <a:pt x="2" y="158"/>
                        </a:lnTo>
                        <a:lnTo>
                          <a:pt x="0" y="151"/>
                        </a:lnTo>
                        <a:lnTo>
                          <a:pt x="2" y="146"/>
                        </a:lnTo>
                        <a:lnTo>
                          <a:pt x="6" y="144"/>
                        </a:lnTo>
                        <a:lnTo>
                          <a:pt x="6" y="138"/>
                        </a:lnTo>
                        <a:lnTo>
                          <a:pt x="7" y="135"/>
                        </a:lnTo>
                        <a:lnTo>
                          <a:pt x="8" y="128"/>
                        </a:lnTo>
                        <a:lnTo>
                          <a:pt x="6" y="124"/>
                        </a:lnTo>
                        <a:lnTo>
                          <a:pt x="4" y="114"/>
                        </a:lnTo>
                        <a:lnTo>
                          <a:pt x="7" y="113"/>
                        </a:lnTo>
                        <a:lnTo>
                          <a:pt x="8" y="102"/>
                        </a:lnTo>
                        <a:lnTo>
                          <a:pt x="11" y="98"/>
                        </a:lnTo>
                        <a:lnTo>
                          <a:pt x="14" y="89"/>
                        </a:lnTo>
                        <a:lnTo>
                          <a:pt x="18" y="85"/>
                        </a:lnTo>
                        <a:lnTo>
                          <a:pt x="21" y="83"/>
                        </a:lnTo>
                        <a:lnTo>
                          <a:pt x="23" y="80"/>
                        </a:lnTo>
                        <a:lnTo>
                          <a:pt x="22" y="79"/>
                        </a:lnTo>
                        <a:lnTo>
                          <a:pt x="22" y="75"/>
                        </a:lnTo>
                        <a:lnTo>
                          <a:pt x="21" y="74"/>
                        </a:lnTo>
                        <a:lnTo>
                          <a:pt x="19" y="72"/>
                        </a:lnTo>
                        <a:lnTo>
                          <a:pt x="19" y="70"/>
                        </a:lnTo>
                        <a:lnTo>
                          <a:pt x="22" y="67"/>
                        </a:lnTo>
                        <a:lnTo>
                          <a:pt x="22" y="64"/>
                        </a:lnTo>
                        <a:lnTo>
                          <a:pt x="19" y="60"/>
                        </a:lnTo>
                        <a:lnTo>
                          <a:pt x="18" y="55"/>
                        </a:lnTo>
                        <a:lnTo>
                          <a:pt x="19" y="52"/>
                        </a:lnTo>
                        <a:lnTo>
                          <a:pt x="19" y="49"/>
                        </a:lnTo>
                        <a:lnTo>
                          <a:pt x="17" y="47"/>
                        </a:lnTo>
                        <a:lnTo>
                          <a:pt x="17" y="44"/>
                        </a:lnTo>
                        <a:lnTo>
                          <a:pt x="34" y="34"/>
                        </a:lnTo>
                        <a:lnTo>
                          <a:pt x="38" y="18"/>
                        </a:lnTo>
                        <a:lnTo>
                          <a:pt x="36" y="14"/>
                        </a:lnTo>
                        <a:lnTo>
                          <a:pt x="36" y="14"/>
                        </a:lnTo>
                        <a:close/>
                        <a:moveTo>
                          <a:pt x="152" y="583"/>
                        </a:moveTo>
                        <a:lnTo>
                          <a:pt x="155" y="585"/>
                        </a:lnTo>
                        <a:lnTo>
                          <a:pt x="158" y="583"/>
                        </a:lnTo>
                        <a:lnTo>
                          <a:pt x="161" y="582"/>
                        </a:lnTo>
                        <a:lnTo>
                          <a:pt x="163" y="579"/>
                        </a:lnTo>
                        <a:lnTo>
                          <a:pt x="161" y="579"/>
                        </a:lnTo>
                        <a:lnTo>
                          <a:pt x="158" y="582"/>
                        </a:lnTo>
                        <a:lnTo>
                          <a:pt x="154" y="582"/>
                        </a:lnTo>
                        <a:lnTo>
                          <a:pt x="152" y="583"/>
                        </a:lnTo>
                        <a:lnTo>
                          <a:pt x="152" y="583"/>
                        </a:lnTo>
                        <a:close/>
                        <a:moveTo>
                          <a:pt x="89" y="537"/>
                        </a:moveTo>
                        <a:lnTo>
                          <a:pt x="90" y="537"/>
                        </a:lnTo>
                        <a:lnTo>
                          <a:pt x="91" y="540"/>
                        </a:lnTo>
                        <a:lnTo>
                          <a:pt x="97" y="545"/>
                        </a:lnTo>
                        <a:lnTo>
                          <a:pt x="98" y="552"/>
                        </a:lnTo>
                        <a:lnTo>
                          <a:pt x="97" y="551"/>
                        </a:lnTo>
                        <a:lnTo>
                          <a:pt x="94" y="552"/>
                        </a:lnTo>
                        <a:lnTo>
                          <a:pt x="93" y="553"/>
                        </a:lnTo>
                        <a:lnTo>
                          <a:pt x="89" y="537"/>
                        </a:lnTo>
                        <a:lnTo>
                          <a:pt x="89" y="537"/>
                        </a:lnTo>
                        <a:close/>
                        <a:moveTo>
                          <a:pt x="93" y="555"/>
                        </a:moveTo>
                        <a:lnTo>
                          <a:pt x="97" y="556"/>
                        </a:lnTo>
                        <a:lnTo>
                          <a:pt x="99" y="555"/>
                        </a:lnTo>
                        <a:lnTo>
                          <a:pt x="101" y="557"/>
                        </a:lnTo>
                        <a:lnTo>
                          <a:pt x="104" y="563"/>
                        </a:lnTo>
                        <a:lnTo>
                          <a:pt x="106" y="563"/>
                        </a:lnTo>
                        <a:lnTo>
                          <a:pt x="110" y="566"/>
                        </a:lnTo>
                        <a:lnTo>
                          <a:pt x="110" y="570"/>
                        </a:lnTo>
                        <a:lnTo>
                          <a:pt x="113" y="570"/>
                        </a:lnTo>
                        <a:lnTo>
                          <a:pt x="124" y="574"/>
                        </a:lnTo>
                        <a:lnTo>
                          <a:pt x="125" y="575"/>
                        </a:lnTo>
                        <a:lnTo>
                          <a:pt x="131" y="576"/>
                        </a:lnTo>
                        <a:lnTo>
                          <a:pt x="133" y="579"/>
                        </a:lnTo>
                        <a:lnTo>
                          <a:pt x="136" y="580"/>
                        </a:lnTo>
                        <a:lnTo>
                          <a:pt x="142" y="579"/>
                        </a:lnTo>
                        <a:lnTo>
                          <a:pt x="144" y="579"/>
                        </a:lnTo>
                        <a:lnTo>
                          <a:pt x="144" y="582"/>
                        </a:lnTo>
                        <a:lnTo>
                          <a:pt x="142" y="585"/>
                        </a:lnTo>
                        <a:lnTo>
                          <a:pt x="140" y="583"/>
                        </a:lnTo>
                        <a:lnTo>
                          <a:pt x="136" y="583"/>
                        </a:lnTo>
                        <a:lnTo>
                          <a:pt x="136" y="586"/>
                        </a:lnTo>
                        <a:lnTo>
                          <a:pt x="133" y="589"/>
                        </a:lnTo>
                        <a:lnTo>
                          <a:pt x="131" y="590"/>
                        </a:lnTo>
                        <a:lnTo>
                          <a:pt x="127" y="589"/>
                        </a:lnTo>
                        <a:lnTo>
                          <a:pt x="124" y="587"/>
                        </a:lnTo>
                        <a:lnTo>
                          <a:pt x="118" y="586"/>
                        </a:lnTo>
                        <a:lnTo>
                          <a:pt x="114" y="586"/>
                        </a:lnTo>
                        <a:lnTo>
                          <a:pt x="108" y="586"/>
                        </a:lnTo>
                        <a:lnTo>
                          <a:pt x="104" y="587"/>
                        </a:lnTo>
                        <a:lnTo>
                          <a:pt x="102" y="587"/>
                        </a:lnTo>
                        <a:lnTo>
                          <a:pt x="101" y="582"/>
                        </a:lnTo>
                        <a:lnTo>
                          <a:pt x="108" y="582"/>
                        </a:lnTo>
                        <a:lnTo>
                          <a:pt x="110" y="580"/>
                        </a:lnTo>
                        <a:lnTo>
                          <a:pt x="113" y="580"/>
                        </a:lnTo>
                        <a:lnTo>
                          <a:pt x="113" y="579"/>
                        </a:lnTo>
                        <a:lnTo>
                          <a:pt x="110" y="580"/>
                        </a:lnTo>
                        <a:lnTo>
                          <a:pt x="106" y="580"/>
                        </a:lnTo>
                        <a:lnTo>
                          <a:pt x="101" y="580"/>
                        </a:lnTo>
                        <a:lnTo>
                          <a:pt x="99" y="580"/>
                        </a:lnTo>
                        <a:lnTo>
                          <a:pt x="93" y="555"/>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79" name="Freeform 1033">
                    <a:extLst>
                      <a:ext uri="{FF2B5EF4-FFF2-40B4-BE49-F238E27FC236}">
                        <a16:creationId xmlns:a16="http://schemas.microsoft.com/office/drawing/2014/main" id="{6A19551F-C221-A7E5-D46F-D9D763A252A6}"/>
                      </a:ext>
                    </a:extLst>
                  </p:cNvPr>
                  <p:cNvSpPr>
                    <a:spLocks noEditPoints="1"/>
                  </p:cNvSpPr>
                  <p:nvPr/>
                </p:nvSpPr>
                <p:spPr bwMode="auto">
                  <a:xfrm>
                    <a:off x="8337905" y="3166556"/>
                    <a:ext cx="141315" cy="561006"/>
                  </a:xfrm>
                  <a:custGeom>
                    <a:avLst/>
                    <a:gdLst/>
                    <a:ahLst/>
                    <a:cxnLst>
                      <a:cxn ang="0">
                        <a:pos x="105" y="646"/>
                      </a:cxn>
                      <a:cxn ang="0">
                        <a:pos x="103" y="657"/>
                      </a:cxn>
                      <a:cxn ang="0">
                        <a:pos x="133" y="653"/>
                      </a:cxn>
                      <a:cxn ang="0">
                        <a:pos x="102" y="619"/>
                      </a:cxn>
                      <a:cxn ang="0">
                        <a:pos x="120" y="599"/>
                      </a:cxn>
                      <a:cxn ang="0">
                        <a:pos x="57" y="526"/>
                      </a:cxn>
                      <a:cxn ang="0">
                        <a:pos x="54" y="445"/>
                      </a:cxn>
                      <a:cxn ang="0">
                        <a:pos x="44" y="345"/>
                      </a:cxn>
                      <a:cxn ang="0">
                        <a:pos x="33" y="224"/>
                      </a:cxn>
                      <a:cxn ang="0">
                        <a:pos x="53" y="130"/>
                      </a:cxn>
                      <a:cxn ang="0">
                        <a:pos x="34" y="15"/>
                      </a:cxn>
                      <a:cxn ang="0">
                        <a:pos x="18" y="45"/>
                      </a:cxn>
                      <a:cxn ang="0">
                        <a:pos x="18" y="132"/>
                      </a:cxn>
                      <a:cxn ang="0">
                        <a:pos x="12" y="201"/>
                      </a:cxn>
                      <a:cxn ang="0">
                        <a:pos x="18" y="269"/>
                      </a:cxn>
                      <a:cxn ang="0">
                        <a:pos x="4" y="319"/>
                      </a:cxn>
                      <a:cxn ang="0">
                        <a:pos x="10" y="373"/>
                      </a:cxn>
                      <a:cxn ang="0">
                        <a:pos x="30" y="405"/>
                      </a:cxn>
                      <a:cxn ang="0">
                        <a:pos x="30" y="433"/>
                      </a:cxn>
                      <a:cxn ang="0">
                        <a:pos x="26" y="481"/>
                      </a:cxn>
                      <a:cxn ang="0">
                        <a:pos x="10" y="475"/>
                      </a:cxn>
                      <a:cxn ang="0">
                        <a:pos x="15" y="494"/>
                      </a:cxn>
                      <a:cxn ang="0">
                        <a:pos x="31" y="512"/>
                      </a:cxn>
                      <a:cxn ang="0">
                        <a:pos x="30" y="532"/>
                      </a:cxn>
                      <a:cxn ang="0">
                        <a:pos x="33" y="559"/>
                      </a:cxn>
                      <a:cxn ang="0">
                        <a:pos x="50" y="588"/>
                      </a:cxn>
                      <a:cxn ang="0">
                        <a:pos x="57" y="589"/>
                      </a:cxn>
                      <a:cxn ang="0">
                        <a:pos x="63" y="599"/>
                      </a:cxn>
                      <a:cxn ang="0">
                        <a:pos x="58" y="618"/>
                      </a:cxn>
                      <a:cxn ang="0">
                        <a:pos x="86" y="608"/>
                      </a:cxn>
                      <a:cxn ang="0">
                        <a:pos x="76" y="625"/>
                      </a:cxn>
                      <a:cxn ang="0">
                        <a:pos x="84" y="627"/>
                      </a:cxn>
                      <a:cxn ang="0">
                        <a:pos x="96" y="611"/>
                      </a:cxn>
                      <a:cxn ang="0">
                        <a:pos x="15" y="414"/>
                      </a:cxn>
                      <a:cxn ang="0">
                        <a:pos x="10" y="401"/>
                      </a:cxn>
                      <a:cxn ang="0">
                        <a:pos x="7" y="437"/>
                      </a:cxn>
                      <a:cxn ang="0">
                        <a:pos x="14" y="437"/>
                      </a:cxn>
                      <a:cxn ang="0">
                        <a:pos x="22" y="451"/>
                      </a:cxn>
                      <a:cxn ang="0">
                        <a:pos x="11" y="454"/>
                      </a:cxn>
                      <a:cxn ang="0">
                        <a:pos x="26" y="447"/>
                      </a:cxn>
                      <a:cxn ang="0">
                        <a:pos x="15" y="456"/>
                      </a:cxn>
                      <a:cxn ang="0">
                        <a:pos x="15" y="470"/>
                      </a:cxn>
                      <a:cxn ang="0">
                        <a:pos x="22" y="530"/>
                      </a:cxn>
                      <a:cxn ang="0">
                        <a:pos x="15" y="532"/>
                      </a:cxn>
                      <a:cxn ang="0">
                        <a:pos x="19" y="549"/>
                      </a:cxn>
                      <a:cxn ang="0">
                        <a:pos x="30" y="539"/>
                      </a:cxn>
                      <a:cxn ang="0">
                        <a:pos x="26" y="566"/>
                      </a:cxn>
                      <a:cxn ang="0">
                        <a:pos x="37" y="572"/>
                      </a:cxn>
                      <a:cxn ang="0">
                        <a:pos x="39" y="584"/>
                      </a:cxn>
                      <a:cxn ang="0">
                        <a:pos x="39" y="592"/>
                      </a:cxn>
                      <a:cxn ang="0">
                        <a:pos x="42" y="600"/>
                      </a:cxn>
                      <a:cxn ang="0">
                        <a:pos x="48" y="604"/>
                      </a:cxn>
                      <a:cxn ang="0">
                        <a:pos x="56" y="627"/>
                      </a:cxn>
                      <a:cxn ang="0">
                        <a:pos x="53" y="629"/>
                      </a:cxn>
                      <a:cxn ang="0">
                        <a:pos x="63" y="633"/>
                      </a:cxn>
                      <a:cxn ang="0">
                        <a:pos x="83" y="642"/>
                      </a:cxn>
                      <a:cxn ang="0">
                        <a:pos x="88" y="638"/>
                      </a:cxn>
                      <a:cxn ang="0">
                        <a:pos x="105" y="640"/>
                      </a:cxn>
                      <a:cxn ang="0">
                        <a:pos x="155" y="671"/>
                      </a:cxn>
                      <a:cxn ang="0">
                        <a:pos x="141" y="661"/>
                      </a:cxn>
                      <a:cxn ang="0">
                        <a:pos x="128" y="665"/>
                      </a:cxn>
                    </a:cxnLst>
                    <a:rect l="0" t="0" r="r" b="b"/>
                    <a:pathLst>
                      <a:path w="155" h="675">
                        <a:moveTo>
                          <a:pt x="133" y="653"/>
                        </a:moveTo>
                        <a:lnTo>
                          <a:pt x="132" y="648"/>
                        </a:lnTo>
                        <a:lnTo>
                          <a:pt x="129" y="648"/>
                        </a:lnTo>
                        <a:lnTo>
                          <a:pt x="126" y="646"/>
                        </a:lnTo>
                        <a:lnTo>
                          <a:pt x="122" y="645"/>
                        </a:lnTo>
                        <a:lnTo>
                          <a:pt x="116" y="642"/>
                        </a:lnTo>
                        <a:lnTo>
                          <a:pt x="111" y="641"/>
                        </a:lnTo>
                        <a:lnTo>
                          <a:pt x="111" y="642"/>
                        </a:lnTo>
                        <a:lnTo>
                          <a:pt x="113" y="644"/>
                        </a:lnTo>
                        <a:lnTo>
                          <a:pt x="111" y="645"/>
                        </a:lnTo>
                        <a:lnTo>
                          <a:pt x="110" y="644"/>
                        </a:lnTo>
                        <a:lnTo>
                          <a:pt x="105" y="642"/>
                        </a:lnTo>
                        <a:lnTo>
                          <a:pt x="103" y="641"/>
                        </a:lnTo>
                        <a:lnTo>
                          <a:pt x="102" y="641"/>
                        </a:lnTo>
                        <a:lnTo>
                          <a:pt x="103" y="642"/>
                        </a:lnTo>
                        <a:lnTo>
                          <a:pt x="109" y="645"/>
                        </a:lnTo>
                        <a:lnTo>
                          <a:pt x="110" y="646"/>
                        </a:lnTo>
                        <a:lnTo>
                          <a:pt x="107" y="646"/>
                        </a:lnTo>
                        <a:lnTo>
                          <a:pt x="107" y="646"/>
                        </a:lnTo>
                        <a:lnTo>
                          <a:pt x="107" y="648"/>
                        </a:lnTo>
                        <a:lnTo>
                          <a:pt x="106" y="648"/>
                        </a:lnTo>
                        <a:lnTo>
                          <a:pt x="105" y="646"/>
                        </a:lnTo>
                        <a:lnTo>
                          <a:pt x="102" y="645"/>
                        </a:lnTo>
                        <a:lnTo>
                          <a:pt x="102" y="646"/>
                        </a:lnTo>
                        <a:lnTo>
                          <a:pt x="102" y="648"/>
                        </a:lnTo>
                        <a:lnTo>
                          <a:pt x="101" y="648"/>
                        </a:lnTo>
                        <a:lnTo>
                          <a:pt x="95" y="648"/>
                        </a:lnTo>
                        <a:lnTo>
                          <a:pt x="94" y="649"/>
                        </a:lnTo>
                        <a:lnTo>
                          <a:pt x="95" y="651"/>
                        </a:lnTo>
                        <a:lnTo>
                          <a:pt x="95" y="651"/>
                        </a:lnTo>
                        <a:lnTo>
                          <a:pt x="92" y="651"/>
                        </a:lnTo>
                        <a:lnTo>
                          <a:pt x="90" y="651"/>
                        </a:lnTo>
                        <a:lnTo>
                          <a:pt x="90" y="653"/>
                        </a:lnTo>
                        <a:lnTo>
                          <a:pt x="94" y="653"/>
                        </a:lnTo>
                        <a:lnTo>
                          <a:pt x="96" y="653"/>
                        </a:lnTo>
                        <a:lnTo>
                          <a:pt x="96" y="652"/>
                        </a:lnTo>
                        <a:lnTo>
                          <a:pt x="98" y="651"/>
                        </a:lnTo>
                        <a:lnTo>
                          <a:pt x="99" y="652"/>
                        </a:lnTo>
                        <a:lnTo>
                          <a:pt x="102" y="653"/>
                        </a:lnTo>
                        <a:lnTo>
                          <a:pt x="103" y="653"/>
                        </a:lnTo>
                        <a:lnTo>
                          <a:pt x="105" y="655"/>
                        </a:lnTo>
                        <a:lnTo>
                          <a:pt x="105" y="656"/>
                        </a:lnTo>
                        <a:lnTo>
                          <a:pt x="106" y="657"/>
                        </a:lnTo>
                        <a:lnTo>
                          <a:pt x="103" y="657"/>
                        </a:lnTo>
                        <a:lnTo>
                          <a:pt x="102" y="660"/>
                        </a:lnTo>
                        <a:lnTo>
                          <a:pt x="105" y="663"/>
                        </a:lnTo>
                        <a:lnTo>
                          <a:pt x="106" y="663"/>
                        </a:lnTo>
                        <a:lnTo>
                          <a:pt x="107" y="663"/>
                        </a:lnTo>
                        <a:lnTo>
                          <a:pt x="110" y="665"/>
                        </a:lnTo>
                        <a:lnTo>
                          <a:pt x="111" y="665"/>
                        </a:lnTo>
                        <a:lnTo>
                          <a:pt x="111" y="664"/>
                        </a:lnTo>
                        <a:lnTo>
                          <a:pt x="110" y="663"/>
                        </a:lnTo>
                        <a:lnTo>
                          <a:pt x="107" y="661"/>
                        </a:lnTo>
                        <a:lnTo>
                          <a:pt x="107" y="660"/>
                        </a:lnTo>
                        <a:lnTo>
                          <a:pt x="107" y="660"/>
                        </a:lnTo>
                        <a:lnTo>
                          <a:pt x="110" y="660"/>
                        </a:lnTo>
                        <a:lnTo>
                          <a:pt x="111" y="660"/>
                        </a:lnTo>
                        <a:lnTo>
                          <a:pt x="111" y="659"/>
                        </a:lnTo>
                        <a:lnTo>
                          <a:pt x="110" y="657"/>
                        </a:lnTo>
                        <a:lnTo>
                          <a:pt x="109" y="657"/>
                        </a:lnTo>
                        <a:lnTo>
                          <a:pt x="114" y="655"/>
                        </a:lnTo>
                        <a:lnTo>
                          <a:pt x="117" y="653"/>
                        </a:lnTo>
                        <a:lnTo>
                          <a:pt x="128" y="656"/>
                        </a:lnTo>
                        <a:lnTo>
                          <a:pt x="129" y="655"/>
                        </a:lnTo>
                        <a:lnTo>
                          <a:pt x="129" y="653"/>
                        </a:lnTo>
                        <a:lnTo>
                          <a:pt x="133" y="653"/>
                        </a:lnTo>
                        <a:lnTo>
                          <a:pt x="133" y="653"/>
                        </a:lnTo>
                        <a:close/>
                        <a:moveTo>
                          <a:pt x="130" y="646"/>
                        </a:moveTo>
                        <a:lnTo>
                          <a:pt x="128" y="646"/>
                        </a:lnTo>
                        <a:lnTo>
                          <a:pt x="121" y="641"/>
                        </a:lnTo>
                        <a:lnTo>
                          <a:pt x="116" y="640"/>
                        </a:lnTo>
                        <a:lnTo>
                          <a:pt x="114" y="640"/>
                        </a:lnTo>
                        <a:lnTo>
                          <a:pt x="110" y="638"/>
                        </a:lnTo>
                        <a:lnTo>
                          <a:pt x="109" y="636"/>
                        </a:lnTo>
                        <a:lnTo>
                          <a:pt x="107" y="634"/>
                        </a:lnTo>
                        <a:lnTo>
                          <a:pt x="107" y="633"/>
                        </a:lnTo>
                        <a:lnTo>
                          <a:pt x="111" y="630"/>
                        </a:lnTo>
                        <a:lnTo>
                          <a:pt x="113" y="629"/>
                        </a:lnTo>
                        <a:lnTo>
                          <a:pt x="116" y="629"/>
                        </a:lnTo>
                        <a:lnTo>
                          <a:pt x="117" y="625"/>
                        </a:lnTo>
                        <a:lnTo>
                          <a:pt x="117" y="623"/>
                        </a:lnTo>
                        <a:lnTo>
                          <a:pt x="113" y="623"/>
                        </a:lnTo>
                        <a:lnTo>
                          <a:pt x="109" y="625"/>
                        </a:lnTo>
                        <a:lnTo>
                          <a:pt x="107" y="627"/>
                        </a:lnTo>
                        <a:lnTo>
                          <a:pt x="105" y="627"/>
                        </a:lnTo>
                        <a:lnTo>
                          <a:pt x="102" y="623"/>
                        </a:lnTo>
                        <a:lnTo>
                          <a:pt x="102" y="621"/>
                        </a:lnTo>
                        <a:lnTo>
                          <a:pt x="102" y="619"/>
                        </a:lnTo>
                        <a:lnTo>
                          <a:pt x="103" y="617"/>
                        </a:lnTo>
                        <a:lnTo>
                          <a:pt x="105" y="615"/>
                        </a:lnTo>
                        <a:lnTo>
                          <a:pt x="102" y="615"/>
                        </a:lnTo>
                        <a:lnTo>
                          <a:pt x="101" y="614"/>
                        </a:lnTo>
                        <a:lnTo>
                          <a:pt x="102" y="611"/>
                        </a:lnTo>
                        <a:lnTo>
                          <a:pt x="103" y="611"/>
                        </a:lnTo>
                        <a:lnTo>
                          <a:pt x="106" y="614"/>
                        </a:lnTo>
                        <a:lnTo>
                          <a:pt x="107" y="612"/>
                        </a:lnTo>
                        <a:lnTo>
                          <a:pt x="110" y="610"/>
                        </a:lnTo>
                        <a:lnTo>
                          <a:pt x="110" y="608"/>
                        </a:lnTo>
                        <a:lnTo>
                          <a:pt x="110" y="606"/>
                        </a:lnTo>
                        <a:lnTo>
                          <a:pt x="110" y="603"/>
                        </a:lnTo>
                        <a:lnTo>
                          <a:pt x="113" y="604"/>
                        </a:lnTo>
                        <a:lnTo>
                          <a:pt x="116" y="606"/>
                        </a:lnTo>
                        <a:lnTo>
                          <a:pt x="116" y="604"/>
                        </a:lnTo>
                        <a:lnTo>
                          <a:pt x="120" y="603"/>
                        </a:lnTo>
                        <a:lnTo>
                          <a:pt x="124" y="619"/>
                        </a:lnTo>
                        <a:lnTo>
                          <a:pt x="124" y="621"/>
                        </a:lnTo>
                        <a:lnTo>
                          <a:pt x="124" y="621"/>
                        </a:lnTo>
                        <a:lnTo>
                          <a:pt x="130" y="646"/>
                        </a:lnTo>
                        <a:lnTo>
                          <a:pt x="130" y="646"/>
                        </a:lnTo>
                        <a:close/>
                        <a:moveTo>
                          <a:pt x="120" y="599"/>
                        </a:moveTo>
                        <a:lnTo>
                          <a:pt x="116" y="595"/>
                        </a:lnTo>
                        <a:lnTo>
                          <a:pt x="113" y="595"/>
                        </a:lnTo>
                        <a:lnTo>
                          <a:pt x="111" y="593"/>
                        </a:lnTo>
                        <a:lnTo>
                          <a:pt x="94" y="593"/>
                        </a:lnTo>
                        <a:lnTo>
                          <a:pt x="83" y="595"/>
                        </a:lnTo>
                        <a:lnTo>
                          <a:pt x="80" y="593"/>
                        </a:lnTo>
                        <a:lnTo>
                          <a:pt x="73" y="593"/>
                        </a:lnTo>
                        <a:lnTo>
                          <a:pt x="72" y="588"/>
                        </a:lnTo>
                        <a:lnTo>
                          <a:pt x="71" y="583"/>
                        </a:lnTo>
                        <a:lnTo>
                          <a:pt x="67" y="580"/>
                        </a:lnTo>
                        <a:lnTo>
                          <a:pt x="67" y="572"/>
                        </a:lnTo>
                        <a:lnTo>
                          <a:pt x="67" y="568"/>
                        </a:lnTo>
                        <a:lnTo>
                          <a:pt x="64" y="568"/>
                        </a:lnTo>
                        <a:lnTo>
                          <a:pt x="58" y="570"/>
                        </a:lnTo>
                        <a:lnTo>
                          <a:pt x="56" y="573"/>
                        </a:lnTo>
                        <a:lnTo>
                          <a:pt x="53" y="573"/>
                        </a:lnTo>
                        <a:lnTo>
                          <a:pt x="48" y="559"/>
                        </a:lnTo>
                        <a:lnTo>
                          <a:pt x="46" y="555"/>
                        </a:lnTo>
                        <a:lnTo>
                          <a:pt x="48" y="543"/>
                        </a:lnTo>
                        <a:lnTo>
                          <a:pt x="52" y="539"/>
                        </a:lnTo>
                        <a:lnTo>
                          <a:pt x="56" y="534"/>
                        </a:lnTo>
                        <a:lnTo>
                          <a:pt x="57" y="526"/>
                        </a:lnTo>
                        <a:lnTo>
                          <a:pt x="56" y="519"/>
                        </a:lnTo>
                        <a:lnTo>
                          <a:pt x="54" y="513"/>
                        </a:lnTo>
                        <a:lnTo>
                          <a:pt x="56" y="507"/>
                        </a:lnTo>
                        <a:lnTo>
                          <a:pt x="58" y="504"/>
                        </a:lnTo>
                        <a:lnTo>
                          <a:pt x="56" y="497"/>
                        </a:lnTo>
                        <a:lnTo>
                          <a:pt x="56" y="493"/>
                        </a:lnTo>
                        <a:lnTo>
                          <a:pt x="58" y="490"/>
                        </a:lnTo>
                        <a:lnTo>
                          <a:pt x="57" y="485"/>
                        </a:lnTo>
                        <a:lnTo>
                          <a:pt x="56" y="477"/>
                        </a:lnTo>
                        <a:lnTo>
                          <a:pt x="54" y="473"/>
                        </a:lnTo>
                        <a:lnTo>
                          <a:pt x="54" y="470"/>
                        </a:lnTo>
                        <a:lnTo>
                          <a:pt x="57" y="467"/>
                        </a:lnTo>
                        <a:lnTo>
                          <a:pt x="57" y="464"/>
                        </a:lnTo>
                        <a:lnTo>
                          <a:pt x="54" y="459"/>
                        </a:lnTo>
                        <a:lnTo>
                          <a:pt x="50" y="455"/>
                        </a:lnTo>
                        <a:lnTo>
                          <a:pt x="48" y="455"/>
                        </a:lnTo>
                        <a:lnTo>
                          <a:pt x="46" y="456"/>
                        </a:lnTo>
                        <a:lnTo>
                          <a:pt x="45" y="455"/>
                        </a:lnTo>
                        <a:lnTo>
                          <a:pt x="45" y="452"/>
                        </a:lnTo>
                        <a:lnTo>
                          <a:pt x="52" y="452"/>
                        </a:lnTo>
                        <a:lnTo>
                          <a:pt x="54" y="448"/>
                        </a:lnTo>
                        <a:lnTo>
                          <a:pt x="54" y="445"/>
                        </a:lnTo>
                        <a:lnTo>
                          <a:pt x="53" y="444"/>
                        </a:lnTo>
                        <a:lnTo>
                          <a:pt x="50" y="445"/>
                        </a:lnTo>
                        <a:lnTo>
                          <a:pt x="48" y="445"/>
                        </a:lnTo>
                        <a:lnTo>
                          <a:pt x="46" y="439"/>
                        </a:lnTo>
                        <a:lnTo>
                          <a:pt x="44" y="433"/>
                        </a:lnTo>
                        <a:lnTo>
                          <a:pt x="44" y="429"/>
                        </a:lnTo>
                        <a:lnTo>
                          <a:pt x="44" y="424"/>
                        </a:lnTo>
                        <a:lnTo>
                          <a:pt x="39" y="422"/>
                        </a:lnTo>
                        <a:lnTo>
                          <a:pt x="38" y="418"/>
                        </a:lnTo>
                        <a:lnTo>
                          <a:pt x="38" y="407"/>
                        </a:lnTo>
                        <a:lnTo>
                          <a:pt x="41" y="406"/>
                        </a:lnTo>
                        <a:lnTo>
                          <a:pt x="42" y="402"/>
                        </a:lnTo>
                        <a:lnTo>
                          <a:pt x="39" y="399"/>
                        </a:lnTo>
                        <a:lnTo>
                          <a:pt x="37" y="398"/>
                        </a:lnTo>
                        <a:lnTo>
                          <a:pt x="37" y="391"/>
                        </a:lnTo>
                        <a:lnTo>
                          <a:pt x="35" y="382"/>
                        </a:lnTo>
                        <a:lnTo>
                          <a:pt x="37" y="371"/>
                        </a:lnTo>
                        <a:lnTo>
                          <a:pt x="34" y="367"/>
                        </a:lnTo>
                        <a:lnTo>
                          <a:pt x="33" y="361"/>
                        </a:lnTo>
                        <a:lnTo>
                          <a:pt x="38" y="354"/>
                        </a:lnTo>
                        <a:lnTo>
                          <a:pt x="39" y="346"/>
                        </a:lnTo>
                        <a:lnTo>
                          <a:pt x="44" y="345"/>
                        </a:lnTo>
                        <a:lnTo>
                          <a:pt x="45" y="342"/>
                        </a:lnTo>
                        <a:lnTo>
                          <a:pt x="37" y="326"/>
                        </a:lnTo>
                        <a:lnTo>
                          <a:pt x="38" y="320"/>
                        </a:lnTo>
                        <a:lnTo>
                          <a:pt x="38" y="316"/>
                        </a:lnTo>
                        <a:lnTo>
                          <a:pt x="38" y="307"/>
                        </a:lnTo>
                        <a:lnTo>
                          <a:pt x="41" y="300"/>
                        </a:lnTo>
                        <a:lnTo>
                          <a:pt x="44" y="297"/>
                        </a:lnTo>
                        <a:lnTo>
                          <a:pt x="44" y="292"/>
                        </a:lnTo>
                        <a:lnTo>
                          <a:pt x="41" y="286"/>
                        </a:lnTo>
                        <a:lnTo>
                          <a:pt x="38" y="285"/>
                        </a:lnTo>
                        <a:lnTo>
                          <a:pt x="42" y="281"/>
                        </a:lnTo>
                        <a:lnTo>
                          <a:pt x="41" y="276"/>
                        </a:lnTo>
                        <a:lnTo>
                          <a:pt x="44" y="269"/>
                        </a:lnTo>
                        <a:lnTo>
                          <a:pt x="46" y="269"/>
                        </a:lnTo>
                        <a:lnTo>
                          <a:pt x="46" y="262"/>
                        </a:lnTo>
                        <a:lnTo>
                          <a:pt x="45" y="251"/>
                        </a:lnTo>
                        <a:lnTo>
                          <a:pt x="44" y="248"/>
                        </a:lnTo>
                        <a:lnTo>
                          <a:pt x="42" y="240"/>
                        </a:lnTo>
                        <a:lnTo>
                          <a:pt x="39" y="236"/>
                        </a:lnTo>
                        <a:lnTo>
                          <a:pt x="37" y="231"/>
                        </a:lnTo>
                        <a:lnTo>
                          <a:pt x="35" y="228"/>
                        </a:lnTo>
                        <a:lnTo>
                          <a:pt x="33" y="224"/>
                        </a:lnTo>
                        <a:lnTo>
                          <a:pt x="31" y="217"/>
                        </a:lnTo>
                        <a:lnTo>
                          <a:pt x="33" y="212"/>
                        </a:lnTo>
                        <a:lnTo>
                          <a:pt x="37" y="210"/>
                        </a:lnTo>
                        <a:lnTo>
                          <a:pt x="37" y="204"/>
                        </a:lnTo>
                        <a:lnTo>
                          <a:pt x="38" y="201"/>
                        </a:lnTo>
                        <a:lnTo>
                          <a:pt x="39" y="194"/>
                        </a:lnTo>
                        <a:lnTo>
                          <a:pt x="37" y="190"/>
                        </a:lnTo>
                        <a:lnTo>
                          <a:pt x="35" y="180"/>
                        </a:lnTo>
                        <a:lnTo>
                          <a:pt x="38" y="179"/>
                        </a:lnTo>
                        <a:lnTo>
                          <a:pt x="39" y="168"/>
                        </a:lnTo>
                        <a:lnTo>
                          <a:pt x="42" y="164"/>
                        </a:lnTo>
                        <a:lnTo>
                          <a:pt x="45" y="155"/>
                        </a:lnTo>
                        <a:lnTo>
                          <a:pt x="49" y="151"/>
                        </a:lnTo>
                        <a:lnTo>
                          <a:pt x="52" y="149"/>
                        </a:lnTo>
                        <a:lnTo>
                          <a:pt x="54" y="146"/>
                        </a:lnTo>
                        <a:lnTo>
                          <a:pt x="53" y="145"/>
                        </a:lnTo>
                        <a:lnTo>
                          <a:pt x="53" y="141"/>
                        </a:lnTo>
                        <a:lnTo>
                          <a:pt x="52" y="140"/>
                        </a:lnTo>
                        <a:lnTo>
                          <a:pt x="50" y="138"/>
                        </a:lnTo>
                        <a:lnTo>
                          <a:pt x="50" y="136"/>
                        </a:lnTo>
                        <a:lnTo>
                          <a:pt x="53" y="133"/>
                        </a:lnTo>
                        <a:lnTo>
                          <a:pt x="53" y="130"/>
                        </a:lnTo>
                        <a:lnTo>
                          <a:pt x="50" y="126"/>
                        </a:lnTo>
                        <a:lnTo>
                          <a:pt x="49" y="121"/>
                        </a:lnTo>
                        <a:lnTo>
                          <a:pt x="50" y="118"/>
                        </a:lnTo>
                        <a:lnTo>
                          <a:pt x="50" y="115"/>
                        </a:lnTo>
                        <a:lnTo>
                          <a:pt x="48" y="113"/>
                        </a:lnTo>
                        <a:lnTo>
                          <a:pt x="48" y="110"/>
                        </a:lnTo>
                        <a:lnTo>
                          <a:pt x="65" y="100"/>
                        </a:lnTo>
                        <a:lnTo>
                          <a:pt x="69" y="84"/>
                        </a:lnTo>
                        <a:lnTo>
                          <a:pt x="67" y="80"/>
                        </a:lnTo>
                        <a:lnTo>
                          <a:pt x="65" y="81"/>
                        </a:lnTo>
                        <a:lnTo>
                          <a:pt x="64" y="83"/>
                        </a:lnTo>
                        <a:lnTo>
                          <a:pt x="60" y="83"/>
                        </a:lnTo>
                        <a:lnTo>
                          <a:pt x="49" y="54"/>
                        </a:lnTo>
                        <a:lnTo>
                          <a:pt x="42" y="49"/>
                        </a:lnTo>
                        <a:lnTo>
                          <a:pt x="41" y="45"/>
                        </a:lnTo>
                        <a:lnTo>
                          <a:pt x="44" y="38"/>
                        </a:lnTo>
                        <a:lnTo>
                          <a:pt x="42" y="35"/>
                        </a:lnTo>
                        <a:lnTo>
                          <a:pt x="45" y="31"/>
                        </a:lnTo>
                        <a:lnTo>
                          <a:pt x="44" y="28"/>
                        </a:lnTo>
                        <a:lnTo>
                          <a:pt x="37" y="23"/>
                        </a:lnTo>
                        <a:lnTo>
                          <a:pt x="35" y="20"/>
                        </a:lnTo>
                        <a:lnTo>
                          <a:pt x="34" y="15"/>
                        </a:lnTo>
                        <a:lnTo>
                          <a:pt x="34" y="13"/>
                        </a:lnTo>
                        <a:lnTo>
                          <a:pt x="34" y="11"/>
                        </a:lnTo>
                        <a:lnTo>
                          <a:pt x="34" y="8"/>
                        </a:lnTo>
                        <a:lnTo>
                          <a:pt x="33" y="7"/>
                        </a:lnTo>
                        <a:lnTo>
                          <a:pt x="30" y="4"/>
                        </a:lnTo>
                        <a:lnTo>
                          <a:pt x="30" y="1"/>
                        </a:lnTo>
                        <a:lnTo>
                          <a:pt x="27" y="0"/>
                        </a:lnTo>
                        <a:lnTo>
                          <a:pt x="26" y="2"/>
                        </a:lnTo>
                        <a:lnTo>
                          <a:pt x="24" y="5"/>
                        </a:lnTo>
                        <a:lnTo>
                          <a:pt x="27" y="8"/>
                        </a:lnTo>
                        <a:lnTo>
                          <a:pt x="26" y="9"/>
                        </a:lnTo>
                        <a:lnTo>
                          <a:pt x="23" y="12"/>
                        </a:lnTo>
                        <a:lnTo>
                          <a:pt x="22" y="11"/>
                        </a:lnTo>
                        <a:lnTo>
                          <a:pt x="18" y="13"/>
                        </a:lnTo>
                        <a:lnTo>
                          <a:pt x="15" y="15"/>
                        </a:lnTo>
                        <a:lnTo>
                          <a:pt x="16" y="16"/>
                        </a:lnTo>
                        <a:lnTo>
                          <a:pt x="16" y="20"/>
                        </a:lnTo>
                        <a:lnTo>
                          <a:pt x="16" y="23"/>
                        </a:lnTo>
                        <a:lnTo>
                          <a:pt x="16" y="27"/>
                        </a:lnTo>
                        <a:lnTo>
                          <a:pt x="19" y="38"/>
                        </a:lnTo>
                        <a:lnTo>
                          <a:pt x="19" y="42"/>
                        </a:lnTo>
                        <a:lnTo>
                          <a:pt x="18" y="45"/>
                        </a:lnTo>
                        <a:lnTo>
                          <a:pt x="16" y="46"/>
                        </a:lnTo>
                        <a:lnTo>
                          <a:pt x="18" y="51"/>
                        </a:lnTo>
                        <a:lnTo>
                          <a:pt x="19" y="57"/>
                        </a:lnTo>
                        <a:lnTo>
                          <a:pt x="20" y="61"/>
                        </a:lnTo>
                        <a:lnTo>
                          <a:pt x="20" y="69"/>
                        </a:lnTo>
                        <a:lnTo>
                          <a:pt x="20" y="70"/>
                        </a:lnTo>
                        <a:lnTo>
                          <a:pt x="19" y="72"/>
                        </a:lnTo>
                        <a:lnTo>
                          <a:pt x="20" y="83"/>
                        </a:lnTo>
                        <a:lnTo>
                          <a:pt x="20" y="84"/>
                        </a:lnTo>
                        <a:lnTo>
                          <a:pt x="18" y="85"/>
                        </a:lnTo>
                        <a:lnTo>
                          <a:pt x="16" y="87"/>
                        </a:lnTo>
                        <a:lnTo>
                          <a:pt x="16" y="92"/>
                        </a:lnTo>
                        <a:lnTo>
                          <a:pt x="18" y="94"/>
                        </a:lnTo>
                        <a:lnTo>
                          <a:pt x="19" y="92"/>
                        </a:lnTo>
                        <a:lnTo>
                          <a:pt x="20" y="94"/>
                        </a:lnTo>
                        <a:lnTo>
                          <a:pt x="19" y="95"/>
                        </a:lnTo>
                        <a:lnTo>
                          <a:pt x="19" y="110"/>
                        </a:lnTo>
                        <a:lnTo>
                          <a:pt x="20" y="117"/>
                        </a:lnTo>
                        <a:lnTo>
                          <a:pt x="22" y="121"/>
                        </a:lnTo>
                        <a:lnTo>
                          <a:pt x="20" y="123"/>
                        </a:lnTo>
                        <a:lnTo>
                          <a:pt x="18" y="127"/>
                        </a:lnTo>
                        <a:lnTo>
                          <a:pt x="18" y="132"/>
                        </a:lnTo>
                        <a:lnTo>
                          <a:pt x="20" y="137"/>
                        </a:lnTo>
                        <a:lnTo>
                          <a:pt x="20" y="140"/>
                        </a:lnTo>
                        <a:lnTo>
                          <a:pt x="20" y="146"/>
                        </a:lnTo>
                        <a:lnTo>
                          <a:pt x="19" y="149"/>
                        </a:lnTo>
                        <a:lnTo>
                          <a:pt x="19" y="153"/>
                        </a:lnTo>
                        <a:lnTo>
                          <a:pt x="19" y="155"/>
                        </a:lnTo>
                        <a:lnTo>
                          <a:pt x="19" y="157"/>
                        </a:lnTo>
                        <a:lnTo>
                          <a:pt x="16" y="160"/>
                        </a:lnTo>
                        <a:lnTo>
                          <a:pt x="16" y="164"/>
                        </a:lnTo>
                        <a:lnTo>
                          <a:pt x="15" y="167"/>
                        </a:lnTo>
                        <a:lnTo>
                          <a:pt x="16" y="171"/>
                        </a:lnTo>
                        <a:lnTo>
                          <a:pt x="15" y="172"/>
                        </a:lnTo>
                        <a:lnTo>
                          <a:pt x="14" y="178"/>
                        </a:lnTo>
                        <a:lnTo>
                          <a:pt x="14" y="180"/>
                        </a:lnTo>
                        <a:lnTo>
                          <a:pt x="16" y="185"/>
                        </a:lnTo>
                        <a:lnTo>
                          <a:pt x="16" y="189"/>
                        </a:lnTo>
                        <a:lnTo>
                          <a:pt x="18" y="191"/>
                        </a:lnTo>
                        <a:lnTo>
                          <a:pt x="16" y="193"/>
                        </a:lnTo>
                        <a:lnTo>
                          <a:pt x="15" y="195"/>
                        </a:lnTo>
                        <a:lnTo>
                          <a:pt x="16" y="198"/>
                        </a:lnTo>
                        <a:lnTo>
                          <a:pt x="15" y="201"/>
                        </a:lnTo>
                        <a:lnTo>
                          <a:pt x="12" y="201"/>
                        </a:lnTo>
                        <a:lnTo>
                          <a:pt x="12" y="205"/>
                        </a:lnTo>
                        <a:lnTo>
                          <a:pt x="14" y="209"/>
                        </a:lnTo>
                        <a:lnTo>
                          <a:pt x="14" y="212"/>
                        </a:lnTo>
                        <a:lnTo>
                          <a:pt x="16" y="220"/>
                        </a:lnTo>
                        <a:lnTo>
                          <a:pt x="16" y="224"/>
                        </a:lnTo>
                        <a:lnTo>
                          <a:pt x="15" y="227"/>
                        </a:lnTo>
                        <a:lnTo>
                          <a:pt x="15" y="228"/>
                        </a:lnTo>
                        <a:lnTo>
                          <a:pt x="19" y="233"/>
                        </a:lnTo>
                        <a:lnTo>
                          <a:pt x="19" y="238"/>
                        </a:lnTo>
                        <a:lnTo>
                          <a:pt x="18" y="242"/>
                        </a:lnTo>
                        <a:lnTo>
                          <a:pt x="18" y="243"/>
                        </a:lnTo>
                        <a:lnTo>
                          <a:pt x="19" y="246"/>
                        </a:lnTo>
                        <a:lnTo>
                          <a:pt x="18" y="247"/>
                        </a:lnTo>
                        <a:lnTo>
                          <a:pt x="18" y="250"/>
                        </a:lnTo>
                        <a:lnTo>
                          <a:pt x="19" y="251"/>
                        </a:lnTo>
                        <a:lnTo>
                          <a:pt x="22" y="255"/>
                        </a:lnTo>
                        <a:lnTo>
                          <a:pt x="22" y="258"/>
                        </a:lnTo>
                        <a:lnTo>
                          <a:pt x="20" y="261"/>
                        </a:lnTo>
                        <a:lnTo>
                          <a:pt x="18" y="262"/>
                        </a:lnTo>
                        <a:lnTo>
                          <a:pt x="16" y="266"/>
                        </a:lnTo>
                        <a:lnTo>
                          <a:pt x="16" y="267"/>
                        </a:lnTo>
                        <a:lnTo>
                          <a:pt x="18" y="269"/>
                        </a:lnTo>
                        <a:lnTo>
                          <a:pt x="16" y="271"/>
                        </a:lnTo>
                        <a:lnTo>
                          <a:pt x="15" y="274"/>
                        </a:lnTo>
                        <a:lnTo>
                          <a:pt x="15" y="276"/>
                        </a:lnTo>
                        <a:lnTo>
                          <a:pt x="15" y="281"/>
                        </a:lnTo>
                        <a:lnTo>
                          <a:pt x="14" y="282"/>
                        </a:lnTo>
                        <a:lnTo>
                          <a:pt x="14" y="285"/>
                        </a:lnTo>
                        <a:lnTo>
                          <a:pt x="12" y="286"/>
                        </a:lnTo>
                        <a:lnTo>
                          <a:pt x="12" y="290"/>
                        </a:lnTo>
                        <a:lnTo>
                          <a:pt x="11" y="292"/>
                        </a:lnTo>
                        <a:lnTo>
                          <a:pt x="11" y="293"/>
                        </a:lnTo>
                        <a:lnTo>
                          <a:pt x="12" y="295"/>
                        </a:lnTo>
                        <a:lnTo>
                          <a:pt x="10" y="297"/>
                        </a:lnTo>
                        <a:lnTo>
                          <a:pt x="10" y="301"/>
                        </a:lnTo>
                        <a:lnTo>
                          <a:pt x="10" y="304"/>
                        </a:lnTo>
                        <a:lnTo>
                          <a:pt x="8" y="305"/>
                        </a:lnTo>
                        <a:lnTo>
                          <a:pt x="8" y="308"/>
                        </a:lnTo>
                        <a:lnTo>
                          <a:pt x="7" y="310"/>
                        </a:lnTo>
                        <a:lnTo>
                          <a:pt x="7" y="312"/>
                        </a:lnTo>
                        <a:lnTo>
                          <a:pt x="8" y="314"/>
                        </a:lnTo>
                        <a:lnTo>
                          <a:pt x="8" y="316"/>
                        </a:lnTo>
                        <a:lnTo>
                          <a:pt x="5" y="319"/>
                        </a:lnTo>
                        <a:lnTo>
                          <a:pt x="4" y="319"/>
                        </a:lnTo>
                        <a:lnTo>
                          <a:pt x="3" y="318"/>
                        </a:lnTo>
                        <a:lnTo>
                          <a:pt x="0" y="319"/>
                        </a:lnTo>
                        <a:lnTo>
                          <a:pt x="0" y="320"/>
                        </a:lnTo>
                        <a:lnTo>
                          <a:pt x="1" y="323"/>
                        </a:lnTo>
                        <a:lnTo>
                          <a:pt x="1" y="327"/>
                        </a:lnTo>
                        <a:lnTo>
                          <a:pt x="3" y="331"/>
                        </a:lnTo>
                        <a:lnTo>
                          <a:pt x="5" y="333"/>
                        </a:lnTo>
                        <a:lnTo>
                          <a:pt x="7" y="337"/>
                        </a:lnTo>
                        <a:lnTo>
                          <a:pt x="5" y="339"/>
                        </a:lnTo>
                        <a:lnTo>
                          <a:pt x="11" y="348"/>
                        </a:lnTo>
                        <a:lnTo>
                          <a:pt x="11" y="349"/>
                        </a:lnTo>
                        <a:lnTo>
                          <a:pt x="12" y="352"/>
                        </a:lnTo>
                        <a:lnTo>
                          <a:pt x="12" y="356"/>
                        </a:lnTo>
                        <a:lnTo>
                          <a:pt x="11" y="363"/>
                        </a:lnTo>
                        <a:lnTo>
                          <a:pt x="11" y="363"/>
                        </a:lnTo>
                        <a:lnTo>
                          <a:pt x="11" y="365"/>
                        </a:lnTo>
                        <a:lnTo>
                          <a:pt x="11" y="367"/>
                        </a:lnTo>
                        <a:lnTo>
                          <a:pt x="10" y="367"/>
                        </a:lnTo>
                        <a:lnTo>
                          <a:pt x="8" y="367"/>
                        </a:lnTo>
                        <a:lnTo>
                          <a:pt x="7" y="369"/>
                        </a:lnTo>
                        <a:lnTo>
                          <a:pt x="8" y="372"/>
                        </a:lnTo>
                        <a:lnTo>
                          <a:pt x="10" y="373"/>
                        </a:lnTo>
                        <a:lnTo>
                          <a:pt x="8" y="379"/>
                        </a:lnTo>
                        <a:lnTo>
                          <a:pt x="8" y="382"/>
                        </a:lnTo>
                        <a:lnTo>
                          <a:pt x="7" y="383"/>
                        </a:lnTo>
                        <a:lnTo>
                          <a:pt x="8" y="384"/>
                        </a:lnTo>
                        <a:lnTo>
                          <a:pt x="8" y="387"/>
                        </a:lnTo>
                        <a:lnTo>
                          <a:pt x="7" y="387"/>
                        </a:lnTo>
                        <a:lnTo>
                          <a:pt x="8" y="388"/>
                        </a:lnTo>
                        <a:lnTo>
                          <a:pt x="12" y="395"/>
                        </a:lnTo>
                        <a:lnTo>
                          <a:pt x="14" y="396"/>
                        </a:lnTo>
                        <a:lnTo>
                          <a:pt x="15" y="399"/>
                        </a:lnTo>
                        <a:lnTo>
                          <a:pt x="19" y="401"/>
                        </a:lnTo>
                        <a:lnTo>
                          <a:pt x="23" y="401"/>
                        </a:lnTo>
                        <a:lnTo>
                          <a:pt x="23" y="396"/>
                        </a:lnTo>
                        <a:lnTo>
                          <a:pt x="24" y="395"/>
                        </a:lnTo>
                        <a:lnTo>
                          <a:pt x="27" y="395"/>
                        </a:lnTo>
                        <a:lnTo>
                          <a:pt x="29" y="398"/>
                        </a:lnTo>
                        <a:lnTo>
                          <a:pt x="30" y="398"/>
                        </a:lnTo>
                        <a:lnTo>
                          <a:pt x="31" y="396"/>
                        </a:lnTo>
                        <a:lnTo>
                          <a:pt x="30" y="399"/>
                        </a:lnTo>
                        <a:lnTo>
                          <a:pt x="27" y="402"/>
                        </a:lnTo>
                        <a:lnTo>
                          <a:pt x="27" y="403"/>
                        </a:lnTo>
                        <a:lnTo>
                          <a:pt x="30" y="405"/>
                        </a:lnTo>
                        <a:lnTo>
                          <a:pt x="31" y="403"/>
                        </a:lnTo>
                        <a:lnTo>
                          <a:pt x="31" y="406"/>
                        </a:lnTo>
                        <a:lnTo>
                          <a:pt x="31" y="410"/>
                        </a:lnTo>
                        <a:lnTo>
                          <a:pt x="33" y="413"/>
                        </a:lnTo>
                        <a:lnTo>
                          <a:pt x="33" y="413"/>
                        </a:lnTo>
                        <a:lnTo>
                          <a:pt x="31" y="411"/>
                        </a:lnTo>
                        <a:lnTo>
                          <a:pt x="30" y="409"/>
                        </a:lnTo>
                        <a:lnTo>
                          <a:pt x="29" y="409"/>
                        </a:lnTo>
                        <a:lnTo>
                          <a:pt x="27" y="410"/>
                        </a:lnTo>
                        <a:lnTo>
                          <a:pt x="27" y="411"/>
                        </a:lnTo>
                        <a:lnTo>
                          <a:pt x="30" y="413"/>
                        </a:lnTo>
                        <a:lnTo>
                          <a:pt x="31" y="414"/>
                        </a:lnTo>
                        <a:lnTo>
                          <a:pt x="29" y="415"/>
                        </a:lnTo>
                        <a:lnTo>
                          <a:pt x="27" y="417"/>
                        </a:lnTo>
                        <a:lnTo>
                          <a:pt x="29" y="420"/>
                        </a:lnTo>
                        <a:lnTo>
                          <a:pt x="30" y="422"/>
                        </a:lnTo>
                        <a:lnTo>
                          <a:pt x="29" y="425"/>
                        </a:lnTo>
                        <a:lnTo>
                          <a:pt x="29" y="426"/>
                        </a:lnTo>
                        <a:lnTo>
                          <a:pt x="29" y="428"/>
                        </a:lnTo>
                        <a:lnTo>
                          <a:pt x="26" y="430"/>
                        </a:lnTo>
                        <a:lnTo>
                          <a:pt x="27" y="432"/>
                        </a:lnTo>
                        <a:lnTo>
                          <a:pt x="30" y="433"/>
                        </a:lnTo>
                        <a:lnTo>
                          <a:pt x="29" y="436"/>
                        </a:lnTo>
                        <a:lnTo>
                          <a:pt x="29" y="440"/>
                        </a:lnTo>
                        <a:lnTo>
                          <a:pt x="27" y="441"/>
                        </a:lnTo>
                        <a:lnTo>
                          <a:pt x="27" y="443"/>
                        </a:lnTo>
                        <a:lnTo>
                          <a:pt x="29" y="444"/>
                        </a:lnTo>
                        <a:lnTo>
                          <a:pt x="31" y="445"/>
                        </a:lnTo>
                        <a:lnTo>
                          <a:pt x="33" y="447"/>
                        </a:lnTo>
                        <a:lnTo>
                          <a:pt x="33" y="448"/>
                        </a:lnTo>
                        <a:lnTo>
                          <a:pt x="35" y="449"/>
                        </a:lnTo>
                        <a:lnTo>
                          <a:pt x="37" y="451"/>
                        </a:lnTo>
                        <a:lnTo>
                          <a:pt x="37" y="455"/>
                        </a:lnTo>
                        <a:lnTo>
                          <a:pt x="34" y="459"/>
                        </a:lnTo>
                        <a:lnTo>
                          <a:pt x="31" y="460"/>
                        </a:lnTo>
                        <a:lnTo>
                          <a:pt x="29" y="460"/>
                        </a:lnTo>
                        <a:lnTo>
                          <a:pt x="29" y="463"/>
                        </a:lnTo>
                        <a:lnTo>
                          <a:pt x="30" y="466"/>
                        </a:lnTo>
                        <a:lnTo>
                          <a:pt x="29" y="467"/>
                        </a:lnTo>
                        <a:lnTo>
                          <a:pt x="29" y="470"/>
                        </a:lnTo>
                        <a:lnTo>
                          <a:pt x="30" y="470"/>
                        </a:lnTo>
                        <a:lnTo>
                          <a:pt x="29" y="473"/>
                        </a:lnTo>
                        <a:lnTo>
                          <a:pt x="26" y="477"/>
                        </a:lnTo>
                        <a:lnTo>
                          <a:pt x="26" y="481"/>
                        </a:lnTo>
                        <a:lnTo>
                          <a:pt x="27" y="481"/>
                        </a:lnTo>
                        <a:lnTo>
                          <a:pt x="27" y="482"/>
                        </a:lnTo>
                        <a:lnTo>
                          <a:pt x="27" y="487"/>
                        </a:lnTo>
                        <a:lnTo>
                          <a:pt x="24" y="489"/>
                        </a:lnTo>
                        <a:lnTo>
                          <a:pt x="24" y="492"/>
                        </a:lnTo>
                        <a:lnTo>
                          <a:pt x="23" y="490"/>
                        </a:lnTo>
                        <a:lnTo>
                          <a:pt x="24" y="489"/>
                        </a:lnTo>
                        <a:lnTo>
                          <a:pt x="26" y="485"/>
                        </a:lnTo>
                        <a:lnTo>
                          <a:pt x="24" y="482"/>
                        </a:lnTo>
                        <a:lnTo>
                          <a:pt x="26" y="481"/>
                        </a:lnTo>
                        <a:lnTo>
                          <a:pt x="24" y="481"/>
                        </a:lnTo>
                        <a:lnTo>
                          <a:pt x="20" y="481"/>
                        </a:lnTo>
                        <a:lnTo>
                          <a:pt x="18" y="483"/>
                        </a:lnTo>
                        <a:lnTo>
                          <a:pt x="16" y="483"/>
                        </a:lnTo>
                        <a:lnTo>
                          <a:pt x="16" y="482"/>
                        </a:lnTo>
                        <a:lnTo>
                          <a:pt x="19" y="481"/>
                        </a:lnTo>
                        <a:lnTo>
                          <a:pt x="20" y="479"/>
                        </a:lnTo>
                        <a:lnTo>
                          <a:pt x="20" y="475"/>
                        </a:lnTo>
                        <a:lnTo>
                          <a:pt x="19" y="475"/>
                        </a:lnTo>
                        <a:lnTo>
                          <a:pt x="16" y="477"/>
                        </a:lnTo>
                        <a:lnTo>
                          <a:pt x="12" y="477"/>
                        </a:lnTo>
                        <a:lnTo>
                          <a:pt x="10" y="475"/>
                        </a:lnTo>
                        <a:lnTo>
                          <a:pt x="8" y="477"/>
                        </a:lnTo>
                        <a:lnTo>
                          <a:pt x="8" y="478"/>
                        </a:lnTo>
                        <a:lnTo>
                          <a:pt x="10" y="481"/>
                        </a:lnTo>
                        <a:lnTo>
                          <a:pt x="11" y="481"/>
                        </a:lnTo>
                        <a:lnTo>
                          <a:pt x="11" y="483"/>
                        </a:lnTo>
                        <a:lnTo>
                          <a:pt x="10" y="483"/>
                        </a:lnTo>
                        <a:lnTo>
                          <a:pt x="8" y="486"/>
                        </a:lnTo>
                        <a:lnTo>
                          <a:pt x="7" y="487"/>
                        </a:lnTo>
                        <a:lnTo>
                          <a:pt x="5" y="490"/>
                        </a:lnTo>
                        <a:lnTo>
                          <a:pt x="1" y="492"/>
                        </a:lnTo>
                        <a:lnTo>
                          <a:pt x="1" y="494"/>
                        </a:lnTo>
                        <a:lnTo>
                          <a:pt x="5" y="498"/>
                        </a:lnTo>
                        <a:lnTo>
                          <a:pt x="8" y="498"/>
                        </a:lnTo>
                        <a:lnTo>
                          <a:pt x="10" y="497"/>
                        </a:lnTo>
                        <a:lnTo>
                          <a:pt x="8" y="496"/>
                        </a:lnTo>
                        <a:lnTo>
                          <a:pt x="5" y="494"/>
                        </a:lnTo>
                        <a:lnTo>
                          <a:pt x="5" y="493"/>
                        </a:lnTo>
                        <a:lnTo>
                          <a:pt x="7" y="490"/>
                        </a:lnTo>
                        <a:lnTo>
                          <a:pt x="11" y="490"/>
                        </a:lnTo>
                        <a:lnTo>
                          <a:pt x="11" y="489"/>
                        </a:lnTo>
                        <a:lnTo>
                          <a:pt x="12" y="493"/>
                        </a:lnTo>
                        <a:lnTo>
                          <a:pt x="15" y="494"/>
                        </a:lnTo>
                        <a:lnTo>
                          <a:pt x="18" y="494"/>
                        </a:lnTo>
                        <a:lnTo>
                          <a:pt x="19" y="493"/>
                        </a:lnTo>
                        <a:lnTo>
                          <a:pt x="20" y="494"/>
                        </a:lnTo>
                        <a:lnTo>
                          <a:pt x="22" y="496"/>
                        </a:lnTo>
                        <a:lnTo>
                          <a:pt x="26" y="497"/>
                        </a:lnTo>
                        <a:lnTo>
                          <a:pt x="27" y="498"/>
                        </a:lnTo>
                        <a:lnTo>
                          <a:pt x="26" y="500"/>
                        </a:lnTo>
                        <a:lnTo>
                          <a:pt x="24" y="501"/>
                        </a:lnTo>
                        <a:lnTo>
                          <a:pt x="26" y="502"/>
                        </a:lnTo>
                        <a:lnTo>
                          <a:pt x="24" y="504"/>
                        </a:lnTo>
                        <a:lnTo>
                          <a:pt x="23" y="505"/>
                        </a:lnTo>
                        <a:lnTo>
                          <a:pt x="24" y="507"/>
                        </a:lnTo>
                        <a:lnTo>
                          <a:pt x="27" y="509"/>
                        </a:lnTo>
                        <a:lnTo>
                          <a:pt x="26" y="509"/>
                        </a:lnTo>
                        <a:lnTo>
                          <a:pt x="24" y="508"/>
                        </a:lnTo>
                        <a:lnTo>
                          <a:pt x="23" y="507"/>
                        </a:lnTo>
                        <a:lnTo>
                          <a:pt x="22" y="508"/>
                        </a:lnTo>
                        <a:lnTo>
                          <a:pt x="22" y="509"/>
                        </a:lnTo>
                        <a:lnTo>
                          <a:pt x="23" y="512"/>
                        </a:lnTo>
                        <a:lnTo>
                          <a:pt x="24" y="513"/>
                        </a:lnTo>
                        <a:lnTo>
                          <a:pt x="29" y="513"/>
                        </a:lnTo>
                        <a:lnTo>
                          <a:pt x="31" y="512"/>
                        </a:lnTo>
                        <a:lnTo>
                          <a:pt x="34" y="513"/>
                        </a:lnTo>
                        <a:lnTo>
                          <a:pt x="35" y="513"/>
                        </a:lnTo>
                        <a:lnTo>
                          <a:pt x="37" y="512"/>
                        </a:lnTo>
                        <a:lnTo>
                          <a:pt x="37" y="515"/>
                        </a:lnTo>
                        <a:lnTo>
                          <a:pt x="37" y="515"/>
                        </a:lnTo>
                        <a:lnTo>
                          <a:pt x="35" y="516"/>
                        </a:lnTo>
                        <a:lnTo>
                          <a:pt x="33" y="516"/>
                        </a:lnTo>
                        <a:lnTo>
                          <a:pt x="33" y="517"/>
                        </a:lnTo>
                        <a:lnTo>
                          <a:pt x="31" y="516"/>
                        </a:lnTo>
                        <a:lnTo>
                          <a:pt x="26" y="516"/>
                        </a:lnTo>
                        <a:lnTo>
                          <a:pt x="26" y="519"/>
                        </a:lnTo>
                        <a:lnTo>
                          <a:pt x="26" y="520"/>
                        </a:lnTo>
                        <a:lnTo>
                          <a:pt x="29" y="521"/>
                        </a:lnTo>
                        <a:lnTo>
                          <a:pt x="29" y="524"/>
                        </a:lnTo>
                        <a:lnTo>
                          <a:pt x="31" y="524"/>
                        </a:lnTo>
                        <a:lnTo>
                          <a:pt x="34" y="524"/>
                        </a:lnTo>
                        <a:lnTo>
                          <a:pt x="33" y="526"/>
                        </a:lnTo>
                        <a:lnTo>
                          <a:pt x="31" y="527"/>
                        </a:lnTo>
                        <a:lnTo>
                          <a:pt x="31" y="528"/>
                        </a:lnTo>
                        <a:lnTo>
                          <a:pt x="31" y="530"/>
                        </a:lnTo>
                        <a:lnTo>
                          <a:pt x="31" y="531"/>
                        </a:lnTo>
                        <a:lnTo>
                          <a:pt x="30" y="532"/>
                        </a:lnTo>
                        <a:lnTo>
                          <a:pt x="29" y="534"/>
                        </a:lnTo>
                        <a:lnTo>
                          <a:pt x="31" y="540"/>
                        </a:lnTo>
                        <a:lnTo>
                          <a:pt x="33" y="542"/>
                        </a:lnTo>
                        <a:lnTo>
                          <a:pt x="33" y="546"/>
                        </a:lnTo>
                        <a:lnTo>
                          <a:pt x="34" y="549"/>
                        </a:lnTo>
                        <a:lnTo>
                          <a:pt x="37" y="549"/>
                        </a:lnTo>
                        <a:lnTo>
                          <a:pt x="37" y="545"/>
                        </a:lnTo>
                        <a:lnTo>
                          <a:pt x="38" y="539"/>
                        </a:lnTo>
                        <a:lnTo>
                          <a:pt x="39" y="538"/>
                        </a:lnTo>
                        <a:lnTo>
                          <a:pt x="41" y="539"/>
                        </a:lnTo>
                        <a:lnTo>
                          <a:pt x="39" y="539"/>
                        </a:lnTo>
                        <a:lnTo>
                          <a:pt x="37" y="545"/>
                        </a:lnTo>
                        <a:lnTo>
                          <a:pt x="37" y="547"/>
                        </a:lnTo>
                        <a:lnTo>
                          <a:pt x="39" y="549"/>
                        </a:lnTo>
                        <a:lnTo>
                          <a:pt x="41" y="549"/>
                        </a:lnTo>
                        <a:lnTo>
                          <a:pt x="41" y="549"/>
                        </a:lnTo>
                        <a:lnTo>
                          <a:pt x="37" y="550"/>
                        </a:lnTo>
                        <a:lnTo>
                          <a:pt x="35" y="551"/>
                        </a:lnTo>
                        <a:lnTo>
                          <a:pt x="35" y="553"/>
                        </a:lnTo>
                        <a:lnTo>
                          <a:pt x="35" y="555"/>
                        </a:lnTo>
                        <a:lnTo>
                          <a:pt x="35" y="558"/>
                        </a:lnTo>
                        <a:lnTo>
                          <a:pt x="33" y="559"/>
                        </a:lnTo>
                        <a:lnTo>
                          <a:pt x="33" y="562"/>
                        </a:lnTo>
                        <a:lnTo>
                          <a:pt x="33" y="564"/>
                        </a:lnTo>
                        <a:lnTo>
                          <a:pt x="37" y="566"/>
                        </a:lnTo>
                        <a:lnTo>
                          <a:pt x="42" y="568"/>
                        </a:lnTo>
                        <a:lnTo>
                          <a:pt x="44" y="569"/>
                        </a:lnTo>
                        <a:lnTo>
                          <a:pt x="44" y="570"/>
                        </a:lnTo>
                        <a:lnTo>
                          <a:pt x="42" y="570"/>
                        </a:lnTo>
                        <a:lnTo>
                          <a:pt x="44" y="573"/>
                        </a:lnTo>
                        <a:lnTo>
                          <a:pt x="44" y="574"/>
                        </a:lnTo>
                        <a:lnTo>
                          <a:pt x="46" y="572"/>
                        </a:lnTo>
                        <a:lnTo>
                          <a:pt x="46" y="574"/>
                        </a:lnTo>
                        <a:lnTo>
                          <a:pt x="46" y="576"/>
                        </a:lnTo>
                        <a:lnTo>
                          <a:pt x="44" y="577"/>
                        </a:lnTo>
                        <a:lnTo>
                          <a:pt x="42" y="579"/>
                        </a:lnTo>
                        <a:lnTo>
                          <a:pt x="44" y="580"/>
                        </a:lnTo>
                        <a:lnTo>
                          <a:pt x="45" y="580"/>
                        </a:lnTo>
                        <a:lnTo>
                          <a:pt x="45" y="581"/>
                        </a:lnTo>
                        <a:lnTo>
                          <a:pt x="48" y="584"/>
                        </a:lnTo>
                        <a:lnTo>
                          <a:pt x="49" y="584"/>
                        </a:lnTo>
                        <a:lnTo>
                          <a:pt x="50" y="583"/>
                        </a:lnTo>
                        <a:lnTo>
                          <a:pt x="50" y="585"/>
                        </a:lnTo>
                        <a:lnTo>
                          <a:pt x="50" y="588"/>
                        </a:lnTo>
                        <a:lnTo>
                          <a:pt x="49" y="588"/>
                        </a:lnTo>
                        <a:lnTo>
                          <a:pt x="48" y="587"/>
                        </a:lnTo>
                        <a:lnTo>
                          <a:pt x="46" y="587"/>
                        </a:lnTo>
                        <a:lnTo>
                          <a:pt x="46" y="589"/>
                        </a:lnTo>
                        <a:lnTo>
                          <a:pt x="49" y="592"/>
                        </a:lnTo>
                        <a:lnTo>
                          <a:pt x="50" y="592"/>
                        </a:lnTo>
                        <a:lnTo>
                          <a:pt x="50" y="595"/>
                        </a:lnTo>
                        <a:lnTo>
                          <a:pt x="52" y="596"/>
                        </a:lnTo>
                        <a:lnTo>
                          <a:pt x="54" y="599"/>
                        </a:lnTo>
                        <a:lnTo>
                          <a:pt x="56" y="599"/>
                        </a:lnTo>
                        <a:lnTo>
                          <a:pt x="54" y="595"/>
                        </a:lnTo>
                        <a:lnTo>
                          <a:pt x="56" y="593"/>
                        </a:lnTo>
                        <a:lnTo>
                          <a:pt x="54" y="591"/>
                        </a:lnTo>
                        <a:lnTo>
                          <a:pt x="57" y="593"/>
                        </a:lnTo>
                        <a:lnTo>
                          <a:pt x="57" y="595"/>
                        </a:lnTo>
                        <a:lnTo>
                          <a:pt x="60" y="598"/>
                        </a:lnTo>
                        <a:lnTo>
                          <a:pt x="60" y="595"/>
                        </a:lnTo>
                        <a:lnTo>
                          <a:pt x="63" y="593"/>
                        </a:lnTo>
                        <a:lnTo>
                          <a:pt x="63" y="591"/>
                        </a:lnTo>
                        <a:lnTo>
                          <a:pt x="60" y="591"/>
                        </a:lnTo>
                        <a:lnTo>
                          <a:pt x="57" y="589"/>
                        </a:lnTo>
                        <a:lnTo>
                          <a:pt x="57" y="589"/>
                        </a:lnTo>
                        <a:lnTo>
                          <a:pt x="58" y="589"/>
                        </a:lnTo>
                        <a:lnTo>
                          <a:pt x="64" y="591"/>
                        </a:lnTo>
                        <a:lnTo>
                          <a:pt x="64" y="591"/>
                        </a:lnTo>
                        <a:lnTo>
                          <a:pt x="67" y="591"/>
                        </a:lnTo>
                        <a:lnTo>
                          <a:pt x="67" y="589"/>
                        </a:lnTo>
                        <a:lnTo>
                          <a:pt x="64" y="588"/>
                        </a:lnTo>
                        <a:lnTo>
                          <a:pt x="58" y="587"/>
                        </a:lnTo>
                        <a:lnTo>
                          <a:pt x="58" y="585"/>
                        </a:lnTo>
                        <a:lnTo>
                          <a:pt x="60" y="585"/>
                        </a:lnTo>
                        <a:lnTo>
                          <a:pt x="64" y="587"/>
                        </a:lnTo>
                        <a:lnTo>
                          <a:pt x="69" y="589"/>
                        </a:lnTo>
                        <a:lnTo>
                          <a:pt x="69" y="593"/>
                        </a:lnTo>
                        <a:lnTo>
                          <a:pt x="68" y="595"/>
                        </a:lnTo>
                        <a:lnTo>
                          <a:pt x="68" y="598"/>
                        </a:lnTo>
                        <a:lnTo>
                          <a:pt x="69" y="600"/>
                        </a:lnTo>
                        <a:lnTo>
                          <a:pt x="69" y="603"/>
                        </a:lnTo>
                        <a:lnTo>
                          <a:pt x="67" y="604"/>
                        </a:lnTo>
                        <a:lnTo>
                          <a:pt x="68" y="602"/>
                        </a:lnTo>
                        <a:lnTo>
                          <a:pt x="67" y="596"/>
                        </a:lnTo>
                        <a:lnTo>
                          <a:pt x="64" y="595"/>
                        </a:lnTo>
                        <a:lnTo>
                          <a:pt x="63" y="596"/>
                        </a:lnTo>
                        <a:lnTo>
                          <a:pt x="63" y="599"/>
                        </a:lnTo>
                        <a:lnTo>
                          <a:pt x="64" y="600"/>
                        </a:lnTo>
                        <a:lnTo>
                          <a:pt x="63" y="603"/>
                        </a:lnTo>
                        <a:lnTo>
                          <a:pt x="63" y="602"/>
                        </a:lnTo>
                        <a:lnTo>
                          <a:pt x="61" y="599"/>
                        </a:lnTo>
                        <a:lnTo>
                          <a:pt x="60" y="599"/>
                        </a:lnTo>
                        <a:lnTo>
                          <a:pt x="57" y="600"/>
                        </a:lnTo>
                        <a:lnTo>
                          <a:pt x="54" y="600"/>
                        </a:lnTo>
                        <a:lnTo>
                          <a:pt x="52" y="602"/>
                        </a:lnTo>
                        <a:lnTo>
                          <a:pt x="54" y="604"/>
                        </a:lnTo>
                        <a:lnTo>
                          <a:pt x="54" y="607"/>
                        </a:lnTo>
                        <a:lnTo>
                          <a:pt x="56" y="610"/>
                        </a:lnTo>
                        <a:lnTo>
                          <a:pt x="56" y="611"/>
                        </a:lnTo>
                        <a:lnTo>
                          <a:pt x="56" y="612"/>
                        </a:lnTo>
                        <a:lnTo>
                          <a:pt x="56" y="614"/>
                        </a:lnTo>
                        <a:lnTo>
                          <a:pt x="57" y="614"/>
                        </a:lnTo>
                        <a:lnTo>
                          <a:pt x="58" y="611"/>
                        </a:lnTo>
                        <a:lnTo>
                          <a:pt x="60" y="612"/>
                        </a:lnTo>
                        <a:lnTo>
                          <a:pt x="63" y="612"/>
                        </a:lnTo>
                        <a:lnTo>
                          <a:pt x="63" y="614"/>
                        </a:lnTo>
                        <a:lnTo>
                          <a:pt x="60" y="615"/>
                        </a:lnTo>
                        <a:lnTo>
                          <a:pt x="58" y="617"/>
                        </a:lnTo>
                        <a:lnTo>
                          <a:pt x="58" y="618"/>
                        </a:lnTo>
                        <a:lnTo>
                          <a:pt x="63" y="618"/>
                        </a:lnTo>
                        <a:lnTo>
                          <a:pt x="67" y="621"/>
                        </a:lnTo>
                        <a:lnTo>
                          <a:pt x="68" y="619"/>
                        </a:lnTo>
                        <a:lnTo>
                          <a:pt x="69" y="618"/>
                        </a:lnTo>
                        <a:lnTo>
                          <a:pt x="68" y="615"/>
                        </a:lnTo>
                        <a:lnTo>
                          <a:pt x="68" y="612"/>
                        </a:lnTo>
                        <a:lnTo>
                          <a:pt x="68" y="611"/>
                        </a:lnTo>
                        <a:lnTo>
                          <a:pt x="67" y="611"/>
                        </a:lnTo>
                        <a:lnTo>
                          <a:pt x="64" y="611"/>
                        </a:lnTo>
                        <a:lnTo>
                          <a:pt x="65" y="610"/>
                        </a:lnTo>
                        <a:lnTo>
                          <a:pt x="67" y="610"/>
                        </a:lnTo>
                        <a:lnTo>
                          <a:pt x="67" y="607"/>
                        </a:lnTo>
                        <a:lnTo>
                          <a:pt x="68" y="607"/>
                        </a:lnTo>
                        <a:lnTo>
                          <a:pt x="71" y="608"/>
                        </a:lnTo>
                        <a:lnTo>
                          <a:pt x="72" y="607"/>
                        </a:lnTo>
                        <a:lnTo>
                          <a:pt x="73" y="608"/>
                        </a:lnTo>
                        <a:lnTo>
                          <a:pt x="75" y="610"/>
                        </a:lnTo>
                        <a:lnTo>
                          <a:pt x="75" y="608"/>
                        </a:lnTo>
                        <a:lnTo>
                          <a:pt x="77" y="607"/>
                        </a:lnTo>
                        <a:lnTo>
                          <a:pt x="80" y="608"/>
                        </a:lnTo>
                        <a:lnTo>
                          <a:pt x="83" y="608"/>
                        </a:lnTo>
                        <a:lnTo>
                          <a:pt x="86" y="608"/>
                        </a:lnTo>
                        <a:lnTo>
                          <a:pt x="86" y="608"/>
                        </a:lnTo>
                        <a:lnTo>
                          <a:pt x="84" y="610"/>
                        </a:lnTo>
                        <a:lnTo>
                          <a:pt x="83" y="611"/>
                        </a:lnTo>
                        <a:lnTo>
                          <a:pt x="82" y="611"/>
                        </a:lnTo>
                        <a:lnTo>
                          <a:pt x="79" y="610"/>
                        </a:lnTo>
                        <a:lnTo>
                          <a:pt x="77" y="610"/>
                        </a:lnTo>
                        <a:lnTo>
                          <a:pt x="73" y="614"/>
                        </a:lnTo>
                        <a:lnTo>
                          <a:pt x="72" y="614"/>
                        </a:lnTo>
                        <a:lnTo>
                          <a:pt x="71" y="614"/>
                        </a:lnTo>
                        <a:lnTo>
                          <a:pt x="69" y="615"/>
                        </a:lnTo>
                        <a:lnTo>
                          <a:pt x="69" y="618"/>
                        </a:lnTo>
                        <a:lnTo>
                          <a:pt x="69" y="619"/>
                        </a:lnTo>
                        <a:lnTo>
                          <a:pt x="68" y="621"/>
                        </a:lnTo>
                        <a:lnTo>
                          <a:pt x="68" y="622"/>
                        </a:lnTo>
                        <a:lnTo>
                          <a:pt x="69" y="622"/>
                        </a:lnTo>
                        <a:lnTo>
                          <a:pt x="68" y="623"/>
                        </a:lnTo>
                        <a:lnTo>
                          <a:pt x="68" y="625"/>
                        </a:lnTo>
                        <a:lnTo>
                          <a:pt x="72" y="626"/>
                        </a:lnTo>
                        <a:lnTo>
                          <a:pt x="75" y="629"/>
                        </a:lnTo>
                        <a:lnTo>
                          <a:pt x="76" y="629"/>
                        </a:lnTo>
                        <a:lnTo>
                          <a:pt x="76" y="627"/>
                        </a:lnTo>
                        <a:lnTo>
                          <a:pt x="76" y="625"/>
                        </a:lnTo>
                        <a:lnTo>
                          <a:pt x="77" y="623"/>
                        </a:lnTo>
                        <a:lnTo>
                          <a:pt x="80" y="623"/>
                        </a:lnTo>
                        <a:lnTo>
                          <a:pt x="80" y="622"/>
                        </a:lnTo>
                        <a:lnTo>
                          <a:pt x="77" y="619"/>
                        </a:lnTo>
                        <a:lnTo>
                          <a:pt x="82" y="618"/>
                        </a:lnTo>
                        <a:lnTo>
                          <a:pt x="84" y="617"/>
                        </a:lnTo>
                        <a:lnTo>
                          <a:pt x="86" y="612"/>
                        </a:lnTo>
                        <a:lnTo>
                          <a:pt x="88" y="612"/>
                        </a:lnTo>
                        <a:lnTo>
                          <a:pt x="88" y="612"/>
                        </a:lnTo>
                        <a:lnTo>
                          <a:pt x="90" y="614"/>
                        </a:lnTo>
                        <a:lnTo>
                          <a:pt x="92" y="614"/>
                        </a:lnTo>
                        <a:lnTo>
                          <a:pt x="92" y="614"/>
                        </a:lnTo>
                        <a:lnTo>
                          <a:pt x="90" y="615"/>
                        </a:lnTo>
                        <a:lnTo>
                          <a:pt x="88" y="618"/>
                        </a:lnTo>
                        <a:lnTo>
                          <a:pt x="88" y="619"/>
                        </a:lnTo>
                        <a:lnTo>
                          <a:pt x="86" y="622"/>
                        </a:lnTo>
                        <a:lnTo>
                          <a:pt x="86" y="625"/>
                        </a:lnTo>
                        <a:lnTo>
                          <a:pt x="87" y="626"/>
                        </a:lnTo>
                        <a:lnTo>
                          <a:pt x="86" y="627"/>
                        </a:lnTo>
                        <a:lnTo>
                          <a:pt x="83" y="629"/>
                        </a:lnTo>
                        <a:lnTo>
                          <a:pt x="83" y="627"/>
                        </a:lnTo>
                        <a:lnTo>
                          <a:pt x="84" y="627"/>
                        </a:lnTo>
                        <a:lnTo>
                          <a:pt x="84" y="623"/>
                        </a:lnTo>
                        <a:lnTo>
                          <a:pt x="83" y="623"/>
                        </a:lnTo>
                        <a:lnTo>
                          <a:pt x="82" y="623"/>
                        </a:lnTo>
                        <a:lnTo>
                          <a:pt x="82" y="626"/>
                        </a:lnTo>
                        <a:lnTo>
                          <a:pt x="80" y="625"/>
                        </a:lnTo>
                        <a:lnTo>
                          <a:pt x="79" y="626"/>
                        </a:lnTo>
                        <a:lnTo>
                          <a:pt x="77" y="627"/>
                        </a:lnTo>
                        <a:lnTo>
                          <a:pt x="80" y="629"/>
                        </a:lnTo>
                        <a:lnTo>
                          <a:pt x="84" y="634"/>
                        </a:lnTo>
                        <a:lnTo>
                          <a:pt x="88" y="634"/>
                        </a:lnTo>
                        <a:lnTo>
                          <a:pt x="91" y="636"/>
                        </a:lnTo>
                        <a:lnTo>
                          <a:pt x="92" y="636"/>
                        </a:lnTo>
                        <a:lnTo>
                          <a:pt x="94" y="637"/>
                        </a:lnTo>
                        <a:lnTo>
                          <a:pt x="95" y="636"/>
                        </a:lnTo>
                        <a:lnTo>
                          <a:pt x="98" y="632"/>
                        </a:lnTo>
                        <a:lnTo>
                          <a:pt x="96" y="627"/>
                        </a:lnTo>
                        <a:lnTo>
                          <a:pt x="96" y="626"/>
                        </a:lnTo>
                        <a:lnTo>
                          <a:pt x="96" y="623"/>
                        </a:lnTo>
                        <a:lnTo>
                          <a:pt x="96" y="621"/>
                        </a:lnTo>
                        <a:lnTo>
                          <a:pt x="96" y="617"/>
                        </a:lnTo>
                        <a:lnTo>
                          <a:pt x="96" y="612"/>
                        </a:lnTo>
                        <a:lnTo>
                          <a:pt x="96" y="611"/>
                        </a:lnTo>
                        <a:lnTo>
                          <a:pt x="101" y="608"/>
                        </a:lnTo>
                        <a:lnTo>
                          <a:pt x="103" y="606"/>
                        </a:lnTo>
                        <a:lnTo>
                          <a:pt x="105" y="604"/>
                        </a:lnTo>
                        <a:lnTo>
                          <a:pt x="109" y="604"/>
                        </a:lnTo>
                        <a:lnTo>
                          <a:pt x="109" y="603"/>
                        </a:lnTo>
                        <a:lnTo>
                          <a:pt x="109" y="600"/>
                        </a:lnTo>
                        <a:lnTo>
                          <a:pt x="110" y="598"/>
                        </a:lnTo>
                        <a:lnTo>
                          <a:pt x="114" y="598"/>
                        </a:lnTo>
                        <a:lnTo>
                          <a:pt x="117" y="599"/>
                        </a:lnTo>
                        <a:lnTo>
                          <a:pt x="120" y="599"/>
                        </a:lnTo>
                        <a:lnTo>
                          <a:pt x="120" y="599"/>
                        </a:lnTo>
                        <a:lnTo>
                          <a:pt x="120" y="599"/>
                        </a:lnTo>
                        <a:close/>
                        <a:moveTo>
                          <a:pt x="148" y="674"/>
                        </a:moveTo>
                        <a:lnTo>
                          <a:pt x="149" y="675"/>
                        </a:lnTo>
                        <a:lnTo>
                          <a:pt x="151" y="674"/>
                        </a:lnTo>
                        <a:lnTo>
                          <a:pt x="149" y="674"/>
                        </a:lnTo>
                        <a:lnTo>
                          <a:pt x="149" y="674"/>
                        </a:lnTo>
                        <a:lnTo>
                          <a:pt x="148" y="674"/>
                        </a:lnTo>
                        <a:lnTo>
                          <a:pt x="148" y="674"/>
                        </a:lnTo>
                        <a:close/>
                        <a:moveTo>
                          <a:pt x="19" y="415"/>
                        </a:moveTo>
                        <a:lnTo>
                          <a:pt x="16" y="414"/>
                        </a:lnTo>
                        <a:lnTo>
                          <a:pt x="15" y="414"/>
                        </a:lnTo>
                        <a:lnTo>
                          <a:pt x="15" y="417"/>
                        </a:lnTo>
                        <a:lnTo>
                          <a:pt x="19" y="420"/>
                        </a:lnTo>
                        <a:lnTo>
                          <a:pt x="18" y="421"/>
                        </a:lnTo>
                        <a:lnTo>
                          <a:pt x="20" y="424"/>
                        </a:lnTo>
                        <a:lnTo>
                          <a:pt x="19" y="424"/>
                        </a:lnTo>
                        <a:lnTo>
                          <a:pt x="16" y="424"/>
                        </a:lnTo>
                        <a:lnTo>
                          <a:pt x="16" y="425"/>
                        </a:lnTo>
                        <a:lnTo>
                          <a:pt x="16" y="428"/>
                        </a:lnTo>
                        <a:lnTo>
                          <a:pt x="16" y="429"/>
                        </a:lnTo>
                        <a:lnTo>
                          <a:pt x="11" y="430"/>
                        </a:lnTo>
                        <a:lnTo>
                          <a:pt x="8" y="429"/>
                        </a:lnTo>
                        <a:lnTo>
                          <a:pt x="10" y="425"/>
                        </a:lnTo>
                        <a:lnTo>
                          <a:pt x="8" y="417"/>
                        </a:lnTo>
                        <a:lnTo>
                          <a:pt x="8" y="413"/>
                        </a:lnTo>
                        <a:lnTo>
                          <a:pt x="7" y="413"/>
                        </a:lnTo>
                        <a:lnTo>
                          <a:pt x="5" y="410"/>
                        </a:lnTo>
                        <a:lnTo>
                          <a:pt x="7" y="409"/>
                        </a:lnTo>
                        <a:lnTo>
                          <a:pt x="8" y="407"/>
                        </a:lnTo>
                        <a:lnTo>
                          <a:pt x="8" y="405"/>
                        </a:lnTo>
                        <a:lnTo>
                          <a:pt x="8" y="403"/>
                        </a:lnTo>
                        <a:lnTo>
                          <a:pt x="8" y="402"/>
                        </a:lnTo>
                        <a:lnTo>
                          <a:pt x="10" y="401"/>
                        </a:lnTo>
                        <a:lnTo>
                          <a:pt x="12" y="401"/>
                        </a:lnTo>
                        <a:lnTo>
                          <a:pt x="15" y="402"/>
                        </a:lnTo>
                        <a:lnTo>
                          <a:pt x="18" y="405"/>
                        </a:lnTo>
                        <a:lnTo>
                          <a:pt x="18" y="409"/>
                        </a:lnTo>
                        <a:lnTo>
                          <a:pt x="18" y="410"/>
                        </a:lnTo>
                        <a:lnTo>
                          <a:pt x="18" y="413"/>
                        </a:lnTo>
                        <a:lnTo>
                          <a:pt x="15" y="411"/>
                        </a:lnTo>
                        <a:lnTo>
                          <a:pt x="19" y="414"/>
                        </a:lnTo>
                        <a:lnTo>
                          <a:pt x="19" y="415"/>
                        </a:lnTo>
                        <a:lnTo>
                          <a:pt x="19" y="415"/>
                        </a:lnTo>
                        <a:lnTo>
                          <a:pt x="19" y="415"/>
                        </a:lnTo>
                        <a:close/>
                        <a:moveTo>
                          <a:pt x="22" y="409"/>
                        </a:moveTo>
                        <a:lnTo>
                          <a:pt x="23" y="409"/>
                        </a:lnTo>
                        <a:lnTo>
                          <a:pt x="24" y="410"/>
                        </a:lnTo>
                        <a:lnTo>
                          <a:pt x="23" y="411"/>
                        </a:lnTo>
                        <a:lnTo>
                          <a:pt x="22" y="409"/>
                        </a:lnTo>
                        <a:lnTo>
                          <a:pt x="22" y="409"/>
                        </a:lnTo>
                        <a:close/>
                        <a:moveTo>
                          <a:pt x="4" y="436"/>
                        </a:moveTo>
                        <a:lnTo>
                          <a:pt x="5" y="435"/>
                        </a:lnTo>
                        <a:lnTo>
                          <a:pt x="8" y="435"/>
                        </a:lnTo>
                        <a:lnTo>
                          <a:pt x="10" y="436"/>
                        </a:lnTo>
                        <a:lnTo>
                          <a:pt x="7" y="437"/>
                        </a:lnTo>
                        <a:lnTo>
                          <a:pt x="4" y="436"/>
                        </a:lnTo>
                        <a:lnTo>
                          <a:pt x="4" y="436"/>
                        </a:lnTo>
                        <a:close/>
                        <a:moveTo>
                          <a:pt x="24" y="439"/>
                        </a:moveTo>
                        <a:lnTo>
                          <a:pt x="27" y="437"/>
                        </a:lnTo>
                        <a:lnTo>
                          <a:pt x="27" y="439"/>
                        </a:lnTo>
                        <a:lnTo>
                          <a:pt x="26" y="441"/>
                        </a:lnTo>
                        <a:lnTo>
                          <a:pt x="24" y="439"/>
                        </a:lnTo>
                        <a:lnTo>
                          <a:pt x="24" y="439"/>
                        </a:lnTo>
                        <a:close/>
                        <a:moveTo>
                          <a:pt x="20" y="439"/>
                        </a:moveTo>
                        <a:lnTo>
                          <a:pt x="22" y="439"/>
                        </a:lnTo>
                        <a:lnTo>
                          <a:pt x="23" y="441"/>
                        </a:lnTo>
                        <a:lnTo>
                          <a:pt x="20" y="443"/>
                        </a:lnTo>
                        <a:lnTo>
                          <a:pt x="20" y="441"/>
                        </a:lnTo>
                        <a:lnTo>
                          <a:pt x="19" y="440"/>
                        </a:lnTo>
                        <a:lnTo>
                          <a:pt x="20" y="439"/>
                        </a:lnTo>
                        <a:lnTo>
                          <a:pt x="20" y="439"/>
                        </a:lnTo>
                        <a:close/>
                        <a:moveTo>
                          <a:pt x="14" y="437"/>
                        </a:moveTo>
                        <a:lnTo>
                          <a:pt x="14" y="437"/>
                        </a:lnTo>
                        <a:lnTo>
                          <a:pt x="18" y="437"/>
                        </a:lnTo>
                        <a:lnTo>
                          <a:pt x="15" y="440"/>
                        </a:lnTo>
                        <a:lnTo>
                          <a:pt x="14" y="437"/>
                        </a:lnTo>
                        <a:lnTo>
                          <a:pt x="14" y="437"/>
                        </a:lnTo>
                        <a:close/>
                        <a:moveTo>
                          <a:pt x="15" y="443"/>
                        </a:moveTo>
                        <a:lnTo>
                          <a:pt x="15" y="443"/>
                        </a:lnTo>
                        <a:lnTo>
                          <a:pt x="16" y="443"/>
                        </a:lnTo>
                        <a:lnTo>
                          <a:pt x="16" y="445"/>
                        </a:lnTo>
                        <a:lnTo>
                          <a:pt x="15" y="443"/>
                        </a:lnTo>
                        <a:lnTo>
                          <a:pt x="15" y="443"/>
                        </a:lnTo>
                        <a:close/>
                        <a:moveTo>
                          <a:pt x="11" y="447"/>
                        </a:moveTo>
                        <a:lnTo>
                          <a:pt x="12" y="445"/>
                        </a:lnTo>
                        <a:lnTo>
                          <a:pt x="14" y="445"/>
                        </a:lnTo>
                        <a:lnTo>
                          <a:pt x="15" y="447"/>
                        </a:lnTo>
                        <a:lnTo>
                          <a:pt x="15" y="448"/>
                        </a:lnTo>
                        <a:lnTo>
                          <a:pt x="12" y="448"/>
                        </a:lnTo>
                        <a:lnTo>
                          <a:pt x="11" y="448"/>
                        </a:lnTo>
                        <a:lnTo>
                          <a:pt x="11" y="447"/>
                        </a:lnTo>
                        <a:lnTo>
                          <a:pt x="11" y="447"/>
                        </a:lnTo>
                        <a:close/>
                        <a:moveTo>
                          <a:pt x="8" y="451"/>
                        </a:moveTo>
                        <a:lnTo>
                          <a:pt x="10" y="454"/>
                        </a:lnTo>
                        <a:lnTo>
                          <a:pt x="8" y="455"/>
                        </a:lnTo>
                        <a:lnTo>
                          <a:pt x="7" y="454"/>
                        </a:lnTo>
                        <a:lnTo>
                          <a:pt x="8" y="451"/>
                        </a:lnTo>
                        <a:lnTo>
                          <a:pt x="8" y="451"/>
                        </a:lnTo>
                        <a:close/>
                        <a:moveTo>
                          <a:pt x="22" y="451"/>
                        </a:moveTo>
                        <a:lnTo>
                          <a:pt x="23" y="454"/>
                        </a:lnTo>
                        <a:lnTo>
                          <a:pt x="20" y="454"/>
                        </a:lnTo>
                        <a:lnTo>
                          <a:pt x="22" y="451"/>
                        </a:lnTo>
                        <a:lnTo>
                          <a:pt x="22" y="451"/>
                        </a:lnTo>
                        <a:close/>
                        <a:moveTo>
                          <a:pt x="18" y="449"/>
                        </a:moveTo>
                        <a:lnTo>
                          <a:pt x="20" y="448"/>
                        </a:lnTo>
                        <a:lnTo>
                          <a:pt x="20" y="452"/>
                        </a:lnTo>
                        <a:lnTo>
                          <a:pt x="18" y="449"/>
                        </a:lnTo>
                        <a:lnTo>
                          <a:pt x="18" y="449"/>
                        </a:lnTo>
                        <a:close/>
                        <a:moveTo>
                          <a:pt x="11" y="471"/>
                        </a:moveTo>
                        <a:lnTo>
                          <a:pt x="12" y="471"/>
                        </a:lnTo>
                        <a:lnTo>
                          <a:pt x="14" y="474"/>
                        </a:lnTo>
                        <a:lnTo>
                          <a:pt x="11" y="474"/>
                        </a:lnTo>
                        <a:lnTo>
                          <a:pt x="11" y="471"/>
                        </a:lnTo>
                        <a:lnTo>
                          <a:pt x="11" y="471"/>
                        </a:lnTo>
                        <a:close/>
                        <a:moveTo>
                          <a:pt x="11" y="454"/>
                        </a:moveTo>
                        <a:lnTo>
                          <a:pt x="12" y="451"/>
                        </a:lnTo>
                        <a:lnTo>
                          <a:pt x="11" y="449"/>
                        </a:lnTo>
                        <a:lnTo>
                          <a:pt x="14" y="449"/>
                        </a:lnTo>
                        <a:lnTo>
                          <a:pt x="15" y="452"/>
                        </a:lnTo>
                        <a:lnTo>
                          <a:pt x="14" y="452"/>
                        </a:lnTo>
                        <a:lnTo>
                          <a:pt x="11" y="454"/>
                        </a:lnTo>
                        <a:lnTo>
                          <a:pt x="11" y="454"/>
                        </a:lnTo>
                        <a:close/>
                        <a:moveTo>
                          <a:pt x="5" y="458"/>
                        </a:moveTo>
                        <a:lnTo>
                          <a:pt x="3" y="456"/>
                        </a:lnTo>
                        <a:lnTo>
                          <a:pt x="3" y="455"/>
                        </a:lnTo>
                        <a:lnTo>
                          <a:pt x="5" y="455"/>
                        </a:lnTo>
                        <a:lnTo>
                          <a:pt x="7" y="456"/>
                        </a:lnTo>
                        <a:lnTo>
                          <a:pt x="5" y="458"/>
                        </a:lnTo>
                        <a:lnTo>
                          <a:pt x="5" y="458"/>
                        </a:lnTo>
                        <a:close/>
                        <a:moveTo>
                          <a:pt x="16" y="467"/>
                        </a:moveTo>
                        <a:lnTo>
                          <a:pt x="18" y="467"/>
                        </a:lnTo>
                        <a:lnTo>
                          <a:pt x="18" y="470"/>
                        </a:lnTo>
                        <a:lnTo>
                          <a:pt x="16" y="467"/>
                        </a:lnTo>
                        <a:lnTo>
                          <a:pt x="16" y="467"/>
                        </a:lnTo>
                        <a:close/>
                        <a:moveTo>
                          <a:pt x="19" y="471"/>
                        </a:moveTo>
                        <a:lnTo>
                          <a:pt x="22" y="471"/>
                        </a:lnTo>
                        <a:lnTo>
                          <a:pt x="20" y="473"/>
                        </a:lnTo>
                        <a:lnTo>
                          <a:pt x="19" y="471"/>
                        </a:lnTo>
                        <a:lnTo>
                          <a:pt x="19" y="471"/>
                        </a:lnTo>
                        <a:close/>
                        <a:moveTo>
                          <a:pt x="24" y="445"/>
                        </a:moveTo>
                        <a:lnTo>
                          <a:pt x="26" y="445"/>
                        </a:lnTo>
                        <a:lnTo>
                          <a:pt x="29" y="447"/>
                        </a:lnTo>
                        <a:lnTo>
                          <a:pt x="26" y="447"/>
                        </a:lnTo>
                        <a:lnTo>
                          <a:pt x="24" y="445"/>
                        </a:lnTo>
                        <a:lnTo>
                          <a:pt x="24" y="445"/>
                        </a:lnTo>
                        <a:close/>
                        <a:moveTo>
                          <a:pt x="30" y="448"/>
                        </a:moveTo>
                        <a:lnTo>
                          <a:pt x="31" y="448"/>
                        </a:lnTo>
                        <a:lnTo>
                          <a:pt x="33" y="451"/>
                        </a:lnTo>
                        <a:lnTo>
                          <a:pt x="35" y="454"/>
                        </a:lnTo>
                        <a:lnTo>
                          <a:pt x="33" y="455"/>
                        </a:lnTo>
                        <a:lnTo>
                          <a:pt x="33" y="458"/>
                        </a:lnTo>
                        <a:lnTo>
                          <a:pt x="31" y="458"/>
                        </a:lnTo>
                        <a:lnTo>
                          <a:pt x="30" y="458"/>
                        </a:lnTo>
                        <a:lnTo>
                          <a:pt x="27" y="456"/>
                        </a:lnTo>
                        <a:lnTo>
                          <a:pt x="26" y="459"/>
                        </a:lnTo>
                        <a:lnTo>
                          <a:pt x="26" y="456"/>
                        </a:lnTo>
                        <a:lnTo>
                          <a:pt x="24" y="454"/>
                        </a:lnTo>
                        <a:lnTo>
                          <a:pt x="26" y="449"/>
                        </a:lnTo>
                        <a:lnTo>
                          <a:pt x="30" y="448"/>
                        </a:lnTo>
                        <a:lnTo>
                          <a:pt x="30" y="448"/>
                        </a:lnTo>
                        <a:close/>
                        <a:moveTo>
                          <a:pt x="14" y="456"/>
                        </a:moveTo>
                        <a:lnTo>
                          <a:pt x="14" y="455"/>
                        </a:lnTo>
                        <a:lnTo>
                          <a:pt x="20" y="455"/>
                        </a:lnTo>
                        <a:lnTo>
                          <a:pt x="19" y="456"/>
                        </a:lnTo>
                        <a:lnTo>
                          <a:pt x="15" y="456"/>
                        </a:lnTo>
                        <a:lnTo>
                          <a:pt x="15" y="458"/>
                        </a:lnTo>
                        <a:lnTo>
                          <a:pt x="15" y="458"/>
                        </a:lnTo>
                        <a:lnTo>
                          <a:pt x="14" y="456"/>
                        </a:lnTo>
                        <a:lnTo>
                          <a:pt x="14" y="456"/>
                        </a:lnTo>
                        <a:close/>
                        <a:moveTo>
                          <a:pt x="16" y="462"/>
                        </a:moveTo>
                        <a:lnTo>
                          <a:pt x="15" y="460"/>
                        </a:lnTo>
                        <a:lnTo>
                          <a:pt x="19" y="460"/>
                        </a:lnTo>
                        <a:lnTo>
                          <a:pt x="20" y="459"/>
                        </a:lnTo>
                        <a:lnTo>
                          <a:pt x="20" y="462"/>
                        </a:lnTo>
                        <a:lnTo>
                          <a:pt x="16" y="462"/>
                        </a:lnTo>
                        <a:lnTo>
                          <a:pt x="16" y="462"/>
                        </a:lnTo>
                        <a:close/>
                        <a:moveTo>
                          <a:pt x="18" y="464"/>
                        </a:moveTo>
                        <a:lnTo>
                          <a:pt x="20" y="463"/>
                        </a:lnTo>
                        <a:lnTo>
                          <a:pt x="23" y="463"/>
                        </a:lnTo>
                        <a:lnTo>
                          <a:pt x="23" y="467"/>
                        </a:lnTo>
                        <a:lnTo>
                          <a:pt x="22" y="470"/>
                        </a:lnTo>
                        <a:lnTo>
                          <a:pt x="20" y="468"/>
                        </a:lnTo>
                        <a:lnTo>
                          <a:pt x="19" y="466"/>
                        </a:lnTo>
                        <a:lnTo>
                          <a:pt x="18" y="464"/>
                        </a:lnTo>
                        <a:lnTo>
                          <a:pt x="18" y="464"/>
                        </a:lnTo>
                        <a:close/>
                        <a:moveTo>
                          <a:pt x="14" y="471"/>
                        </a:moveTo>
                        <a:lnTo>
                          <a:pt x="15" y="470"/>
                        </a:lnTo>
                        <a:lnTo>
                          <a:pt x="16" y="471"/>
                        </a:lnTo>
                        <a:lnTo>
                          <a:pt x="18" y="471"/>
                        </a:lnTo>
                        <a:lnTo>
                          <a:pt x="19" y="474"/>
                        </a:lnTo>
                        <a:lnTo>
                          <a:pt x="16" y="474"/>
                        </a:lnTo>
                        <a:lnTo>
                          <a:pt x="14" y="471"/>
                        </a:lnTo>
                        <a:lnTo>
                          <a:pt x="14" y="471"/>
                        </a:lnTo>
                        <a:close/>
                        <a:moveTo>
                          <a:pt x="22" y="527"/>
                        </a:moveTo>
                        <a:lnTo>
                          <a:pt x="23" y="526"/>
                        </a:lnTo>
                        <a:lnTo>
                          <a:pt x="22" y="524"/>
                        </a:lnTo>
                        <a:lnTo>
                          <a:pt x="20" y="526"/>
                        </a:lnTo>
                        <a:lnTo>
                          <a:pt x="18" y="520"/>
                        </a:lnTo>
                        <a:lnTo>
                          <a:pt x="15" y="517"/>
                        </a:lnTo>
                        <a:lnTo>
                          <a:pt x="16" y="516"/>
                        </a:lnTo>
                        <a:lnTo>
                          <a:pt x="19" y="516"/>
                        </a:lnTo>
                        <a:lnTo>
                          <a:pt x="20" y="515"/>
                        </a:lnTo>
                        <a:lnTo>
                          <a:pt x="22" y="519"/>
                        </a:lnTo>
                        <a:lnTo>
                          <a:pt x="24" y="520"/>
                        </a:lnTo>
                        <a:lnTo>
                          <a:pt x="24" y="523"/>
                        </a:lnTo>
                        <a:lnTo>
                          <a:pt x="26" y="526"/>
                        </a:lnTo>
                        <a:lnTo>
                          <a:pt x="27" y="530"/>
                        </a:lnTo>
                        <a:lnTo>
                          <a:pt x="24" y="530"/>
                        </a:lnTo>
                        <a:lnTo>
                          <a:pt x="22" y="530"/>
                        </a:lnTo>
                        <a:lnTo>
                          <a:pt x="22" y="527"/>
                        </a:lnTo>
                        <a:lnTo>
                          <a:pt x="22" y="527"/>
                        </a:lnTo>
                        <a:close/>
                        <a:moveTo>
                          <a:pt x="11" y="521"/>
                        </a:moveTo>
                        <a:lnTo>
                          <a:pt x="11" y="520"/>
                        </a:lnTo>
                        <a:lnTo>
                          <a:pt x="12" y="519"/>
                        </a:lnTo>
                        <a:lnTo>
                          <a:pt x="14" y="519"/>
                        </a:lnTo>
                        <a:lnTo>
                          <a:pt x="18" y="526"/>
                        </a:lnTo>
                        <a:lnTo>
                          <a:pt x="20" y="528"/>
                        </a:lnTo>
                        <a:lnTo>
                          <a:pt x="20" y="532"/>
                        </a:lnTo>
                        <a:lnTo>
                          <a:pt x="19" y="534"/>
                        </a:lnTo>
                        <a:lnTo>
                          <a:pt x="16" y="532"/>
                        </a:lnTo>
                        <a:lnTo>
                          <a:pt x="16" y="528"/>
                        </a:lnTo>
                        <a:lnTo>
                          <a:pt x="16" y="527"/>
                        </a:lnTo>
                        <a:lnTo>
                          <a:pt x="15" y="526"/>
                        </a:lnTo>
                        <a:lnTo>
                          <a:pt x="11" y="524"/>
                        </a:lnTo>
                        <a:lnTo>
                          <a:pt x="11" y="521"/>
                        </a:lnTo>
                        <a:lnTo>
                          <a:pt x="11" y="521"/>
                        </a:lnTo>
                        <a:close/>
                        <a:moveTo>
                          <a:pt x="11" y="526"/>
                        </a:moveTo>
                        <a:lnTo>
                          <a:pt x="12" y="527"/>
                        </a:lnTo>
                        <a:lnTo>
                          <a:pt x="15" y="527"/>
                        </a:lnTo>
                        <a:lnTo>
                          <a:pt x="15" y="530"/>
                        </a:lnTo>
                        <a:lnTo>
                          <a:pt x="15" y="532"/>
                        </a:lnTo>
                        <a:lnTo>
                          <a:pt x="14" y="532"/>
                        </a:lnTo>
                        <a:lnTo>
                          <a:pt x="14" y="531"/>
                        </a:lnTo>
                        <a:lnTo>
                          <a:pt x="11" y="530"/>
                        </a:lnTo>
                        <a:lnTo>
                          <a:pt x="11" y="526"/>
                        </a:lnTo>
                        <a:lnTo>
                          <a:pt x="11" y="526"/>
                        </a:lnTo>
                        <a:close/>
                        <a:moveTo>
                          <a:pt x="16" y="543"/>
                        </a:moveTo>
                        <a:lnTo>
                          <a:pt x="15" y="542"/>
                        </a:lnTo>
                        <a:lnTo>
                          <a:pt x="16" y="540"/>
                        </a:lnTo>
                        <a:lnTo>
                          <a:pt x="14" y="535"/>
                        </a:lnTo>
                        <a:lnTo>
                          <a:pt x="16" y="534"/>
                        </a:lnTo>
                        <a:lnTo>
                          <a:pt x="16" y="535"/>
                        </a:lnTo>
                        <a:lnTo>
                          <a:pt x="19" y="536"/>
                        </a:lnTo>
                        <a:lnTo>
                          <a:pt x="20" y="538"/>
                        </a:lnTo>
                        <a:lnTo>
                          <a:pt x="19" y="539"/>
                        </a:lnTo>
                        <a:lnTo>
                          <a:pt x="16" y="543"/>
                        </a:lnTo>
                        <a:lnTo>
                          <a:pt x="16" y="543"/>
                        </a:lnTo>
                        <a:close/>
                        <a:moveTo>
                          <a:pt x="20" y="554"/>
                        </a:moveTo>
                        <a:lnTo>
                          <a:pt x="19" y="555"/>
                        </a:lnTo>
                        <a:lnTo>
                          <a:pt x="18" y="553"/>
                        </a:lnTo>
                        <a:lnTo>
                          <a:pt x="18" y="551"/>
                        </a:lnTo>
                        <a:lnTo>
                          <a:pt x="16" y="550"/>
                        </a:lnTo>
                        <a:lnTo>
                          <a:pt x="19" y="549"/>
                        </a:lnTo>
                        <a:lnTo>
                          <a:pt x="20" y="551"/>
                        </a:lnTo>
                        <a:lnTo>
                          <a:pt x="20" y="554"/>
                        </a:lnTo>
                        <a:lnTo>
                          <a:pt x="20" y="554"/>
                        </a:lnTo>
                        <a:close/>
                        <a:moveTo>
                          <a:pt x="27" y="553"/>
                        </a:moveTo>
                        <a:lnTo>
                          <a:pt x="27" y="555"/>
                        </a:lnTo>
                        <a:lnTo>
                          <a:pt x="26" y="555"/>
                        </a:lnTo>
                        <a:lnTo>
                          <a:pt x="23" y="554"/>
                        </a:lnTo>
                        <a:lnTo>
                          <a:pt x="22" y="550"/>
                        </a:lnTo>
                        <a:lnTo>
                          <a:pt x="19" y="545"/>
                        </a:lnTo>
                        <a:lnTo>
                          <a:pt x="22" y="545"/>
                        </a:lnTo>
                        <a:lnTo>
                          <a:pt x="24" y="543"/>
                        </a:lnTo>
                        <a:lnTo>
                          <a:pt x="24" y="540"/>
                        </a:lnTo>
                        <a:lnTo>
                          <a:pt x="23" y="542"/>
                        </a:lnTo>
                        <a:lnTo>
                          <a:pt x="22" y="542"/>
                        </a:lnTo>
                        <a:lnTo>
                          <a:pt x="22" y="540"/>
                        </a:lnTo>
                        <a:lnTo>
                          <a:pt x="22" y="538"/>
                        </a:lnTo>
                        <a:lnTo>
                          <a:pt x="20" y="536"/>
                        </a:lnTo>
                        <a:lnTo>
                          <a:pt x="20" y="534"/>
                        </a:lnTo>
                        <a:lnTo>
                          <a:pt x="22" y="532"/>
                        </a:lnTo>
                        <a:lnTo>
                          <a:pt x="26" y="532"/>
                        </a:lnTo>
                        <a:lnTo>
                          <a:pt x="29" y="534"/>
                        </a:lnTo>
                        <a:lnTo>
                          <a:pt x="30" y="539"/>
                        </a:lnTo>
                        <a:lnTo>
                          <a:pt x="31" y="543"/>
                        </a:lnTo>
                        <a:lnTo>
                          <a:pt x="31" y="549"/>
                        </a:lnTo>
                        <a:lnTo>
                          <a:pt x="31" y="549"/>
                        </a:lnTo>
                        <a:lnTo>
                          <a:pt x="33" y="553"/>
                        </a:lnTo>
                        <a:lnTo>
                          <a:pt x="33" y="557"/>
                        </a:lnTo>
                        <a:lnTo>
                          <a:pt x="30" y="558"/>
                        </a:lnTo>
                        <a:lnTo>
                          <a:pt x="29" y="558"/>
                        </a:lnTo>
                        <a:lnTo>
                          <a:pt x="29" y="555"/>
                        </a:lnTo>
                        <a:lnTo>
                          <a:pt x="27" y="553"/>
                        </a:lnTo>
                        <a:lnTo>
                          <a:pt x="27" y="553"/>
                        </a:lnTo>
                        <a:close/>
                        <a:moveTo>
                          <a:pt x="26" y="566"/>
                        </a:moveTo>
                        <a:lnTo>
                          <a:pt x="24" y="565"/>
                        </a:lnTo>
                        <a:lnTo>
                          <a:pt x="23" y="564"/>
                        </a:lnTo>
                        <a:lnTo>
                          <a:pt x="24" y="562"/>
                        </a:lnTo>
                        <a:lnTo>
                          <a:pt x="24" y="561"/>
                        </a:lnTo>
                        <a:lnTo>
                          <a:pt x="24" y="559"/>
                        </a:lnTo>
                        <a:lnTo>
                          <a:pt x="26" y="561"/>
                        </a:lnTo>
                        <a:lnTo>
                          <a:pt x="29" y="561"/>
                        </a:lnTo>
                        <a:lnTo>
                          <a:pt x="29" y="564"/>
                        </a:lnTo>
                        <a:lnTo>
                          <a:pt x="29" y="565"/>
                        </a:lnTo>
                        <a:lnTo>
                          <a:pt x="27" y="566"/>
                        </a:lnTo>
                        <a:lnTo>
                          <a:pt x="26" y="566"/>
                        </a:lnTo>
                        <a:lnTo>
                          <a:pt x="26" y="566"/>
                        </a:lnTo>
                        <a:close/>
                        <a:moveTo>
                          <a:pt x="23" y="570"/>
                        </a:moveTo>
                        <a:lnTo>
                          <a:pt x="23" y="569"/>
                        </a:lnTo>
                        <a:lnTo>
                          <a:pt x="27" y="569"/>
                        </a:lnTo>
                        <a:lnTo>
                          <a:pt x="24" y="570"/>
                        </a:lnTo>
                        <a:lnTo>
                          <a:pt x="23" y="570"/>
                        </a:lnTo>
                        <a:lnTo>
                          <a:pt x="23" y="570"/>
                        </a:lnTo>
                        <a:close/>
                        <a:moveTo>
                          <a:pt x="29" y="569"/>
                        </a:moveTo>
                        <a:lnTo>
                          <a:pt x="30" y="570"/>
                        </a:lnTo>
                        <a:lnTo>
                          <a:pt x="30" y="573"/>
                        </a:lnTo>
                        <a:lnTo>
                          <a:pt x="30" y="574"/>
                        </a:lnTo>
                        <a:lnTo>
                          <a:pt x="29" y="572"/>
                        </a:lnTo>
                        <a:lnTo>
                          <a:pt x="29" y="569"/>
                        </a:lnTo>
                        <a:lnTo>
                          <a:pt x="29" y="569"/>
                        </a:lnTo>
                        <a:close/>
                        <a:moveTo>
                          <a:pt x="31" y="568"/>
                        </a:moveTo>
                        <a:lnTo>
                          <a:pt x="31" y="566"/>
                        </a:lnTo>
                        <a:lnTo>
                          <a:pt x="33" y="566"/>
                        </a:lnTo>
                        <a:lnTo>
                          <a:pt x="34" y="569"/>
                        </a:lnTo>
                        <a:lnTo>
                          <a:pt x="37" y="569"/>
                        </a:lnTo>
                        <a:lnTo>
                          <a:pt x="38" y="573"/>
                        </a:lnTo>
                        <a:lnTo>
                          <a:pt x="39" y="576"/>
                        </a:lnTo>
                        <a:lnTo>
                          <a:pt x="37" y="572"/>
                        </a:lnTo>
                        <a:lnTo>
                          <a:pt x="34" y="572"/>
                        </a:lnTo>
                        <a:lnTo>
                          <a:pt x="31" y="568"/>
                        </a:lnTo>
                        <a:lnTo>
                          <a:pt x="31" y="568"/>
                        </a:lnTo>
                        <a:close/>
                        <a:moveTo>
                          <a:pt x="31" y="573"/>
                        </a:moveTo>
                        <a:lnTo>
                          <a:pt x="33" y="573"/>
                        </a:lnTo>
                        <a:lnTo>
                          <a:pt x="35" y="574"/>
                        </a:lnTo>
                        <a:lnTo>
                          <a:pt x="38" y="579"/>
                        </a:lnTo>
                        <a:lnTo>
                          <a:pt x="37" y="580"/>
                        </a:lnTo>
                        <a:lnTo>
                          <a:pt x="35" y="580"/>
                        </a:lnTo>
                        <a:lnTo>
                          <a:pt x="31" y="576"/>
                        </a:lnTo>
                        <a:lnTo>
                          <a:pt x="31" y="573"/>
                        </a:lnTo>
                        <a:lnTo>
                          <a:pt x="31" y="573"/>
                        </a:lnTo>
                        <a:close/>
                        <a:moveTo>
                          <a:pt x="34" y="587"/>
                        </a:moveTo>
                        <a:lnTo>
                          <a:pt x="30" y="588"/>
                        </a:lnTo>
                        <a:lnTo>
                          <a:pt x="29" y="587"/>
                        </a:lnTo>
                        <a:lnTo>
                          <a:pt x="30" y="585"/>
                        </a:lnTo>
                        <a:lnTo>
                          <a:pt x="31" y="583"/>
                        </a:lnTo>
                        <a:lnTo>
                          <a:pt x="30" y="580"/>
                        </a:lnTo>
                        <a:lnTo>
                          <a:pt x="31" y="580"/>
                        </a:lnTo>
                        <a:lnTo>
                          <a:pt x="34" y="581"/>
                        </a:lnTo>
                        <a:lnTo>
                          <a:pt x="35" y="581"/>
                        </a:lnTo>
                        <a:lnTo>
                          <a:pt x="39" y="584"/>
                        </a:lnTo>
                        <a:lnTo>
                          <a:pt x="39" y="585"/>
                        </a:lnTo>
                        <a:lnTo>
                          <a:pt x="37" y="585"/>
                        </a:lnTo>
                        <a:lnTo>
                          <a:pt x="37" y="587"/>
                        </a:lnTo>
                        <a:lnTo>
                          <a:pt x="34" y="587"/>
                        </a:lnTo>
                        <a:lnTo>
                          <a:pt x="34" y="587"/>
                        </a:lnTo>
                        <a:close/>
                        <a:moveTo>
                          <a:pt x="37" y="599"/>
                        </a:moveTo>
                        <a:lnTo>
                          <a:pt x="35" y="599"/>
                        </a:lnTo>
                        <a:lnTo>
                          <a:pt x="34" y="598"/>
                        </a:lnTo>
                        <a:lnTo>
                          <a:pt x="34" y="595"/>
                        </a:lnTo>
                        <a:lnTo>
                          <a:pt x="34" y="593"/>
                        </a:lnTo>
                        <a:lnTo>
                          <a:pt x="35" y="593"/>
                        </a:lnTo>
                        <a:lnTo>
                          <a:pt x="35" y="592"/>
                        </a:lnTo>
                        <a:lnTo>
                          <a:pt x="34" y="591"/>
                        </a:lnTo>
                        <a:lnTo>
                          <a:pt x="37" y="591"/>
                        </a:lnTo>
                        <a:lnTo>
                          <a:pt x="38" y="592"/>
                        </a:lnTo>
                        <a:lnTo>
                          <a:pt x="37" y="595"/>
                        </a:lnTo>
                        <a:lnTo>
                          <a:pt x="35" y="596"/>
                        </a:lnTo>
                        <a:lnTo>
                          <a:pt x="37" y="599"/>
                        </a:lnTo>
                        <a:lnTo>
                          <a:pt x="37" y="599"/>
                        </a:lnTo>
                        <a:close/>
                        <a:moveTo>
                          <a:pt x="38" y="593"/>
                        </a:moveTo>
                        <a:lnTo>
                          <a:pt x="38" y="592"/>
                        </a:lnTo>
                        <a:lnTo>
                          <a:pt x="39" y="592"/>
                        </a:lnTo>
                        <a:lnTo>
                          <a:pt x="41" y="593"/>
                        </a:lnTo>
                        <a:lnTo>
                          <a:pt x="42" y="595"/>
                        </a:lnTo>
                        <a:lnTo>
                          <a:pt x="42" y="598"/>
                        </a:lnTo>
                        <a:lnTo>
                          <a:pt x="41" y="599"/>
                        </a:lnTo>
                        <a:lnTo>
                          <a:pt x="39" y="598"/>
                        </a:lnTo>
                        <a:lnTo>
                          <a:pt x="39" y="598"/>
                        </a:lnTo>
                        <a:lnTo>
                          <a:pt x="38" y="596"/>
                        </a:lnTo>
                        <a:lnTo>
                          <a:pt x="38" y="593"/>
                        </a:lnTo>
                        <a:lnTo>
                          <a:pt x="38" y="593"/>
                        </a:lnTo>
                        <a:close/>
                        <a:moveTo>
                          <a:pt x="42" y="595"/>
                        </a:moveTo>
                        <a:lnTo>
                          <a:pt x="46" y="596"/>
                        </a:lnTo>
                        <a:lnTo>
                          <a:pt x="46" y="599"/>
                        </a:lnTo>
                        <a:lnTo>
                          <a:pt x="45" y="599"/>
                        </a:lnTo>
                        <a:lnTo>
                          <a:pt x="44" y="598"/>
                        </a:lnTo>
                        <a:lnTo>
                          <a:pt x="42" y="595"/>
                        </a:lnTo>
                        <a:lnTo>
                          <a:pt x="42" y="595"/>
                        </a:lnTo>
                        <a:close/>
                        <a:moveTo>
                          <a:pt x="42" y="604"/>
                        </a:moveTo>
                        <a:lnTo>
                          <a:pt x="41" y="606"/>
                        </a:lnTo>
                        <a:lnTo>
                          <a:pt x="39" y="604"/>
                        </a:lnTo>
                        <a:lnTo>
                          <a:pt x="41" y="603"/>
                        </a:lnTo>
                        <a:lnTo>
                          <a:pt x="41" y="600"/>
                        </a:lnTo>
                        <a:lnTo>
                          <a:pt x="42" y="600"/>
                        </a:lnTo>
                        <a:lnTo>
                          <a:pt x="44" y="602"/>
                        </a:lnTo>
                        <a:lnTo>
                          <a:pt x="42" y="604"/>
                        </a:lnTo>
                        <a:lnTo>
                          <a:pt x="42" y="604"/>
                        </a:lnTo>
                        <a:close/>
                        <a:moveTo>
                          <a:pt x="50" y="598"/>
                        </a:moveTo>
                        <a:lnTo>
                          <a:pt x="46" y="596"/>
                        </a:lnTo>
                        <a:lnTo>
                          <a:pt x="45" y="593"/>
                        </a:lnTo>
                        <a:lnTo>
                          <a:pt x="45" y="589"/>
                        </a:lnTo>
                        <a:lnTo>
                          <a:pt x="46" y="589"/>
                        </a:lnTo>
                        <a:lnTo>
                          <a:pt x="48" y="593"/>
                        </a:lnTo>
                        <a:lnTo>
                          <a:pt x="50" y="596"/>
                        </a:lnTo>
                        <a:lnTo>
                          <a:pt x="50" y="598"/>
                        </a:lnTo>
                        <a:lnTo>
                          <a:pt x="50" y="598"/>
                        </a:lnTo>
                        <a:lnTo>
                          <a:pt x="50" y="598"/>
                        </a:lnTo>
                        <a:close/>
                        <a:moveTo>
                          <a:pt x="49" y="602"/>
                        </a:moveTo>
                        <a:lnTo>
                          <a:pt x="48" y="600"/>
                        </a:lnTo>
                        <a:lnTo>
                          <a:pt x="48" y="599"/>
                        </a:lnTo>
                        <a:lnTo>
                          <a:pt x="50" y="599"/>
                        </a:lnTo>
                        <a:lnTo>
                          <a:pt x="50" y="602"/>
                        </a:lnTo>
                        <a:lnTo>
                          <a:pt x="49" y="602"/>
                        </a:lnTo>
                        <a:lnTo>
                          <a:pt x="49" y="602"/>
                        </a:lnTo>
                        <a:close/>
                        <a:moveTo>
                          <a:pt x="50" y="607"/>
                        </a:moveTo>
                        <a:lnTo>
                          <a:pt x="48" y="604"/>
                        </a:lnTo>
                        <a:lnTo>
                          <a:pt x="46" y="602"/>
                        </a:lnTo>
                        <a:lnTo>
                          <a:pt x="48" y="602"/>
                        </a:lnTo>
                        <a:lnTo>
                          <a:pt x="52" y="604"/>
                        </a:lnTo>
                        <a:lnTo>
                          <a:pt x="52" y="607"/>
                        </a:lnTo>
                        <a:lnTo>
                          <a:pt x="50" y="607"/>
                        </a:lnTo>
                        <a:lnTo>
                          <a:pt x="50" y="607"/>
                        </a:lnTo>
                        <a:close/>
                        <a:moveTo>
                          <a:pt x="54" y="614"/>
                        </a:moveTo>
                        <a:lnTo>
                          <a:pt x="53" y="612"/>
                        </a:lnTo>
                        <a:lnTo>
                          <a:pt x="52" y="612"/>
                        </a:lnTo>
                        <a:lnTo>
                          <a:pt x="50" y="610"/>
                        </a:lnTo>
                        <a:lnTo>
                          <a:pt x="48" y="611"/>
                        </a:lnTo>
                        <a:lnTo>
                          <a:pt x="46" y="610"/>
                        </a:lnTo>
                        <a:lnTo>
                          <a:pt x="49" y="608"/>
                        </a:lnTo>
                        <a:lnTo>
                          <a:pt x="50" y="610"/>
                        </a:lnTo>
                        <a:lnTo>
                          <a:pt x="54" y="608"/>
                        </a:lnTo>
                        <a:lnTo>
                          <a:pt x="56" y="611"/>
                        </a:lnTo>
                        <a:lnTo>
                          <a:pt x="54" y="614"/>
                        </a:lnTo>
                        <a:lnTo>
                          <a:pt x="54" y="614"/>
                        </a:lnTo>
                        <a:close/>
                        <a:moveTo>
                          <a:pt x="63" y="627"/>
                        </a:moveTo>
                        <a:lnTo>
                          <a:pt x="58" y="626"/>
                        </a:lnTo>
                        <a:lnTo>
                          <a:pt x="57" y="627"/>
                        </a:lnTo>
                        <a:lnTo>
                          <a:pt x="56" y="627"/>
                        </a:lnTo>
                        <a:lnTo>
                          <a:pt x="54" y="625"/>
                        </a:lnTo>
                        <a:lnTo>
                          <a:pt x="50" y="623"/>
                        </a:lnTo>
                        <a:lnTo>
                          <a:pt x="48" y="623"/>
                        </a:lnTo>
                        <a:lnTo>
                          <a:pt x="45" y="619"/>
                        </a:lnTo>
                        <a:lnTo>
                          <a:pt x="45" y="617"/>
                        </a:lnTo>
                        <a:lnTo>
                          <a:pt x="45" y="615"/>
                        </a:lnTo>
                        <a:lnTo>
                          <a:pt x="46" y="617"/>
                        </a:lnTo>
                        <a:lnTo>
                          <a:pt x="50" y="621"/>
                        </a:lnTo>
                        <a:lnTo>
                          <a:pt x="52" y="622"/>
                        </a:lnTo>
                        <a:lnTo>
                          <a:pt x="54" y="622"/>
                        </a:lnTo>
                        <a:lnTo>
                          <a:pt x="57" y="622"/>
                        </a:lnTo>
                        <a:lnTo>
                          <a:pt x="58" y="623"/>
                        </a:lnTo>
                        <a:lnTo>
                          <a:pt x="63" y="623"/>
                        </a:lnTo>
                        <a:lnTo>
                          <a:pt x="64" y="625"/>
                        </a:lnTo>
                        <a:lnTo>
                          <a:pt x="67" y="627"/>
                        </a:lnTo>
                        <a:lnTo>
                          <a:pt x="68" y="627"/>
                        </a:lnTo>
                        <a:lnTo>
                          <a:pt x="68" y="629"/>
                        </a:lnTo>
                        <a:lnTo>
                          <a:pt x="68" y="629"/>
                        </a:lnTo>
                        <a:lnTo>
                          <a:pt x="65" y="629"/>
                        </a:lnTo>
                        <a:lnTo>
                          <a:pt x="63" y="627"/>
                        </a:lnTo>
                        <a:lnTo>
                          <a:pt x="63" y="627"/>
                        </a:lnTo>
                        <a:close/>
                        <a:moveTo>
                          <a:pt x="53" y="629"/>
                        </a:moveTo>
                        <a:lnTo>
                          <a:pt x="53" y="629"/>
                        </a:lnTo>
                        <a:lnTo>
                          <a:pt x="54" y="632"/>
                        </a:lnTo>
                        <a:lnTo>
                          <a:pt x="52" y="630"/>
                        </a:lnTo>
                        <a:lnTo>
                          <a:pt x="53" y="629"/>
                        </a:lnTo>
                        <a:lnTo>
                          <a:pt x="53" y="629"/>
                        </a:lnTo>
                        <a:close/>
                        <a:moveTo>
                          <a:pt x="72" y="642"/>
                        </a:moveTo>
                        <a:lnTo>
                          <a:pt x="73" y="642"/>
                        </a:lnTo>
                        <a:lnTo>
                          <a:pt x="75" y="642"/>
                        </a:lnTo>
                        <a:lnTo>
                          <a:pt x="73" y="641"/>
                        </a:lnTo>
                        <a:lnTo>
                          <a:pt x="72" y="641"/>
                        </a:lnTo>
                        <a:lnTo>
                          <a:pt x="72" y="642"/>
                        </a:lnTo>
                        <a:lnTo>
                          <a:pt x="72" y="642"/>
                        </a:lnTo>
                        <a:close/>
                        <a:moveTo>
                          <a:pt x="80" y="644"/>
                        </a:moveTo>
                        <a:lnTo>
                          <a:pt x="77" y="644"/>
                        </a:lnTo>
                        <a:lnTo>
                          <a:pt x="76" y="642"/>
                        </a:lnTo>
                        <a:lnTo>
                          <a:pt x="76" y="641"/>
                        </a:lnTo>
                        <a:lnTo>
                          <a:pt x="75" y="640"/>
                        </a:lnTo>
                        <a:lnTo>
                          <a:pt x="71" y="640"/>
                        </a:lnTo>
                        <a:lnTo>
                          <a:pt x="69" y="640"/>
                        </a:lnTo>
                        <a:lnTo>
                          <a:pt x="67" y="637"/>
                        </a:lnTo>
                        <a:lnTo>
                          <a:pt x="64" y="636"/>
                        </a:lnTo>
                        <a:lnTo>
                          <a:pt x="63" y="633"/>
                        </a:lnTo>
                        <a:lnTo>
                          <a:pt x="60" y="632"/>
                        </a:lnTo>
                        <a:lnTo>
                          <a:pt x="60" y="630"/>
                        </a:lnTo>
                        <a:lnTo>
                          <a:pt x="61" y="629"/>
                        </a:lnTo>
                        <a:lnTo>
                          <a:pt x="63" y="629"/>
                        </a:lnTo>
                        <a:lnTo>
                          <a:pt x="64" y="630"/>
                        </a:lnTo>
                        <a:lnTo>
                          <a:pt x="65" y="632"/>
                        </a:lnTo>
                        <a:lnTo>
                          <a:pt x="68" y="630"/>
                        </a:lnTo>
                        <a:lnTo>
                          <a:pt x="71" y="630"/>
                        </a:lnTo>
                        <a:lnTo>
                          <a:pt x="75" y="633"/>
                        </a:lnTo>
                        <a:lnTo>
                          <a:pt x="77" y="634"/>
                        </a:lnTo>
                        <a:lnTo>
                          <a:pt x="77" y="636"/>
                        </a:lnTo>
                        <a:lnTo>
                          <a:pt x="80" y="634"/>
                        </a:lnTo>
                        <a:lnTo>
                          <a:pt x="83" y="636"/>
                        </a:lnTo>
                        <a:lnTo>
                          <a:pt x="83" y="637"/>
                        </a:lnTo>
                        <a:lnTo>
                          <a:pt x="82" y="637"/>
                        </a:lnTo>
                        <a:lnTo>
                          <a:pt x="80" y="638"/>
                        </a:lnTo>
                        <a:lnTo>
                          <a:pt x="82" y="638"/>
                        </a:lnTo>
                        <a:lnTo>
                          <a:pt x="82" y="640"/>
                        </a:lnTo>
                        <a:lnTo>
                          <a:pt x="79" y="642"/>
                        </a:lnTo>
                        <a:lnTo>
                          <a:pt x="80" y="644"/>
                        </a:lnTo>
                        <a:lnTo>
                          <a:pt x="80" y="644"/>
                        </a:lnTo>
                        <a:close/>
                        <a:moveTo>
                          <a:pt x="83" y="642"/>
                        </a:moveTo>
                        <a:lnTo>
                          <a:pt x="82" y="645"/>
                        </a:lnTo>
                        <a:lnTo>
                          <a:pt x="82" y="646"/>
                        </a:lnTo>
                        <a:lnTo>
                          <a:pt x="84" y="645"/>
                        </a:lnTo>
                        <a:lnTo>
                          <a:pt x="84" y="644"/>
                        </a:lnTo>
                        <a:lnTo>
                          <a:pt x="86" y="642"/>
                        </a:lnTo>
                        <a:lnTo>
                          <a:pt x="84" y="642"/>
                        </a:lnTo>
                        <a:lnTo>
                          <a:pt x="83" y="642"/>
                        </a:lnTo>
                        <a:lnTo>
                          <a:pt x="83" y="642"/>
                        </a:lnTo>
                        <a:close/>
                        <a:moveTo>
                          <a:pt x="99" y="640"/>
                        </a:moveTo>
                        <a:lnTo>
                          <a:pt x="98" y="642"/>
                        </a:lnTo>
                        <a:lnTo>
                          <a:pt x="99" y="644"/>
                        </a:lnTo>
                        <a:lnTo>
                          <a:pt x="98" y="645"/>
                        </a:lnTo>
                        <a:lnTo>
                          <a:pt x="95" y="645"/>
                        </a:lnTo>
                        <a:lnTo>
                          <a:pt x="94" y="644"/>
                        </a:lnTo>
                        <a:lnTo>
                          <a:pt x="92" y="644"/>
                        </a:lnTo>
                        <a:lnTo>
                          <a:pt x="91" y="642"/>
                        </a:lnTo>
                        <a:lnTo>
                          <a:pt x="88" y="642"/>
                        </a:lnTo>
                        <a:lnTo>
                          <a:pt x="87" y="644"/>
                        </a:lnTo>
                        <a:lnTo>
                          <a:pt x="86" y="641"/>
                        </a:lnTo>
                        <a:lnTo>
                          <a:pt x="84" y="641"/>
                        </a:lnTo>
                        <a:lnTo>
                          <a:pt x="84" y="638"/>
                        </a:lnTo>
                        <a:lnTo>
                          <a:pt x="88" y="638"/>
                        </a:lnTo>
                        <a:lnTo>
                          <a:pt x="90" y="638"/>
                        </a:lnTo>
                        <a:lnTo>
                          <a:pt x="94" y="640"/>
                        </a:lnTo>
                        <a:lnTo>
                          <a:pt x="95" y="641"/>
                        </a:lnTo>
                        <a:lnTo>
                          <a:pt x="96" y="640"/>
                        </a:lnTo>
                        <a:lnTo>
                          <a:pt x="98" y="640"/>
                        </a:lnTo>
                        <a:lnTo>
                          <a:pt x="99" y="640"/>
                        </a:lnTo>
                        <a:lnTo>
                          <a:pt x="99" y="640"/>
                        </a:lnTo>
                        <a:close/>
                        <a:moveTo>
                          <a:pt x="107" y="640"/>
                        </a:moveTo>
                        <a:lnTo>
                          <a:pt x="105" y="637"/>
                        </a:lnTo>
                        <a:lnTo>
                          <a:pt x="106" y="636"/>
                        </a:lnTo>
                        <a:lnTo>
                          <a:pt x="105" y="633"/>
                        </a:lnTo>
                        <a:lnTo>
                          <a:pt x="105" y="633"/>
                        </a:lnTo>
                        <a:lnTo>
                          <a:pt x="103" y="630"/>
                        </a:lnTo>
                        <a:lnTo>
                          <a:pt x="103" y="626"/>
                        </a:lnTo>
                        <a:lnTo>
                          <a:pt x="101" y="626"/>
                        </a:lnTo>
                        <a:lnTo>
                          <a:pt x="101" y="629"/>
                        </a:lnTo>
                        <a:lnTo>
                          <a:pt x="99" y="632"/>
                        </a:lnTo>
                        <a:lnTo>
                          <a:pt x="101" y="634"/>
                        </a:lnTo>
                        <a:lnTo>
                          <a:pt x="101" y="636"/>
                        </a:lnTo>
                        <a:lnTo>
                          <a:pt x="101" y="637"/>
                        </a:lnTo>
                        <a:lnTo>
                          <a:pt x="102" y="638"/>
                        </a:lnTo>
                        <a:lnTo>
                          <a:pt x="105" y="640"/>
                        </a:lnTo>
                        <a:lnTo>
                          <a:pt x="106" y="641"/>
                        </a:lnTo>
                        <a:lnTo>
                          <a:pt x="107" y="640"/>
                        </a:lnTo>
                        <a:lnTo>
                          <a:pt x="107" y="640"/>
                        </a:lnTo>
                        <a:close/>
                        <a:moveTo>
                          <a:pt x="96" y="660"/>
                        </a:moveTo>
                        <a:lnTo>
                          <a:pt x="99" y="659"/>
                        </a:lnTo>
                        <a:lnTo>
                          <a:pt x="101" y="660"/>
                        </a:lnTo>
                        <a:lnTo>
                          <a:pt x="98" y="661"/>
                        </a:lnTo>
                        <a:lnTo>
                          <a:pt x="96" y="660"/>
                        </a:lnTo>
                        <a:lnTo>
                          <a:pt x="96" y="660"/>
                        </a:lnTo>
                        <a:close/>
                        <a:moveTo>
                          <a:pt x="98" y="657"/>
                        </a:moveTo>
                        <a:lnTo>
                          <a:pt x="96" y="657"/>
                        </a:lnTo>
                        <a:lnTo>
                          <a:pt x="98" y="655"/>
                        </a:lnTo>
                        <a:lnTo>
                          <a:pt x="99" y="656"/>
                        </a:lnTo>
                        <a:lnTo>
                          <a:pt x="99" y="657"/>
                        </a:lnTo>
                        <a:lnTo>
                          <a:pt x="98" y="657"/>
                        </a:lnTo>
                        <a:lnTo>
                          <a:pt x="98" y="657"/>
                        </a:lnTo>
                        <a:close/>
                        <a:moveTo>
                          <a:pt x="154" y="672"/>
                        </a:moveTo>
                        <a:lnTo>
                          <a:pt x="152" y="671"/>
                        </a:lnTo>
                        <a:lnTo>
                          <a:pt x="154" y="670"/>
                        </a:lnTo>
                        <a:lnTo>
                          <a:pt x="152" y="668"/>
                        </a:lnTo>
                        <a:lnTo>
                          <a:pt x="155" y="668"/>
                        </a:lnTo>
                        <a:lnTo>
                          <a:pt x="155" y="671"/>
                        </a:lnTo>
                        <a:lnTo>
                          <a:pt x="155" y="672"/>
                        </a:lnTo>
                        <a:lnTo>
                          <a:pt x="154" y="672"/>
                        </a:lnTo>
                        <a:lnTo>
                          <a:pt x="154" y="672"/>
                        </a:lnTo>
                        <a:close/>
                        <a:moveTo>
                          <a:pt x="118" y="659"/>
                        </a:moveTo>
                        <a:lnTo>
                          <a:pt x="120" y="657"/>
                        </a:lnTo>
                        <a:lnTo>
                          <a:pt x="122" y="657"/>
                        </a:lnTo>
                        <a:lnTo>
                          <a:pt x="124" y="657"/>
                        </a:lnTo>
                        <a:lnTo>
                          <a:pt x="126" y="657"/>
                        </a:lnTo>
                        <a:lnTo>
                          <a:pt x="133" y="656"/>
                        </a:lnTo>
                        <a:lnTo>
                          <a:pt x="137" y="655"/>
                        </a:lnTo>
                        <a:lnTo>
                          <a:pt x="141" y="655"/>
                        </a:lnTo>
                        <a:lnTo>
                          <a:pt x="145" y="655"/>
                        </a:lnTo>
                        <a:lnTo>
                          <a:pt x="149" y="655"/>
                        </a:lnTo>
                        <a:lnTo>
                          <a:pt x="152" y="655"/>
                        </a:lnTo>
                        <a:lnTo>
                          <a:pt x="152" y="657"/>
                        </a:lnTo>
                        <a:lnTo>
                          <a:pt x="154" y="659"/>
                        </a:lnTo>
                        <a:lnTo>
                          <a:pt x="152" y="660"/>
                        </a:lnTo>
                        <a:lnTo>
                          <a:pt x="151" y="661"/>
                        </a:lnTo>
                        <a:lnTo>
                          <a:pt x="149" y="660"/>
                        </a:lnTo>
                        <a:lnTo>
                          <a:pt x="148" y="660"/>
                        </a:lnTo>
                        <a:lnTo>
                          <a:pt x="145" y="661"/>
                        </a:lnTo>
                        <a:lnTo>
                          <a:pt x="141" y="661"/>
                        </a:lnTo>
                        <a:lnTo>
                          <a:pt x="140" y="660"/>
                        </a:lnTo>
                        <a:lnTo>
                          <a:pt x="139" y="657"/>
                        </a:lnTo>
                        <a:lnTo>
                          <a:pt x="137" y="657"/>
                        </a:lnTo>
                        <a:lnTo>
                          <a:pt x="135" y="659"/>
                        </a:lnTo>
                        <a:lnTo>
                          <a:pt x="133" y="659"/>
                        </a:lnTo>
                        <a:lnTo>
                          <a:pt x="130" y="660"/>
                        </a:lnTo>
                        <a:lnTo>
                          <a:pt x="133" y="661"/>
                        </a:lnTo>
                        <a:lnTo>
                          <a:pt x="133" y="661"/>
                        </a:lnTo>
                        <a:lnTo>
                          <a:pt x="137" y="663"/>
                        </a:lnTo>
                        <a:lnTo>
                          <a:pt x="137" y="663"/>
                        </a:lnTo>
                        <a:lnTo>
                          <a:pt x="137" y="664"/>
                        </a:lnTo>
                        <a:lnTo>
                          <a:pt x="140" y="665"/>
                        </a:lnTo>
                        <a:lnTo>
                          <a:pt x="143" y="668"/>
                        </a:lnTo>
                        <a:lnTo>
                          <a:pt x="143" y="671"/>
                        </a:lnTo>
                        <a:lnTo>
                          <a:pt x="141" y="670"/>
                        </a:lnTo>
                        <a:lnTo>
                          <a:pt x="139" y="667"/>
                        </a:lnTo>
                        <a:lnTo>
                          <a:pt x="136" y="667"/>
                        </a:lnTo>
                        <a:lnTo>
                          <a:pt x="133" y="668"/>
                        </a:lnTo>
                        <a:lnTo>
                          <a:pt x="132" y="667"/>
                        </a:lnTo>
                        <a:lnTo>
                          <a:pt x="130" y="664"/>
                        </a:lnTo>
                        <a:lnTo>
                          <a:pt x="128" y="664"/>
                        </a:lnTo>
                        <a:lnTo>
                          <a:pt x="128" y="665"/>
                        </a:lnTo>
                        <a:lnTo>
                          <a:pt x="129" y="667"/>
                        </a:lnTo>
                        <a:lnTo>
                          <a:pt x="129" y="670"/>
                        </a:lnTo>
                        <a:lnTo>
                          <a:pt x="128" y="670"/>
                        </a:lnTo>
                        <a:lnTo>
                          <a:pt x="125" y="667"/>
                        </a:lnTo>
                        <a:lnTo>
                          <a:pt x="124" y="668"/>
                        </a:lnTo>
                        <a:lnTo>
                          <a:pt x="122" y="667"/>
                        </a:lnTo>
                        <a:lnTo>
                          <a:pt x="121" y="665"/>
                        </a:lnTo>
                        <a:lnTo>
                          <a:pt x="121" y="664"/>
                        </a:lnTo>
                        <a:lnTo>
                          <a:pt x="120" y="665"/>
                        </a:lnTo>
                        <a:lnTo>
                          <a:pt x="117" y="664"/>
                        </a:lnTo>
                        <a:lnTo>
                          <a:pt x="117" y="663"/>
                        </a:lnTo>
                        <a:lnTo>
                          <a:pt x="120" y="661"/>
                        </a:lnTo>
                        <a:lnTo>
                          <a:pt x="124" y="660"/>
                        </a:lnTo>
                        <a:lnTo>
                          <a:pt x="121" y="659"/>
                        </a:lnTo>
                        <a:lnTo>
                          <a:pt x="120" y="660"/>
                        </a:lnTo>
                        <a:lnTo>
                          <a:pt x="118" y="659"/>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80" name="Freeform 834">
                    <a:extLst>
                      <a:ext uri="{FF2B5EF4-FFF2-40B4-BE49-F238E27FC236}">
                        <a16:creationId xmlns:a16="http://schemas.microsoft.com/office/drawing/2014/main" id="{E20BD860-AB34-1151-FDC2-370694DF6DCB}"/>
                      </a:ext>
                    </a:extLst>
                  </p:cNvPr>
                  <p:cNvSpPr>
                    <a:spLocks/>
                  </p:cNvSpPr>
                  <p:nvPr/>
                </p:nvSpPr>
                <p:spPr bwMode="auto">
                  <a:xfrm>
                    <a:off x="9798459" y="2185004"/>
                    <a:ext cx="493234" cy="236038"/>
                  </a:xfrm>
                  <a:custGeom>
                    <a:avLst/>
                    <a:gdLst/>
                    <a:ahLst/>
                    <a:cxnLst>
                      <a:cxn ang="0">
                        <a:pos x="13" y="166"/>
                      </a:cxn>
                      <a:cxn ang="0">
                        <a:pos x="1" y="133"/>
                      </a:cxn>
                      <a:cxn ang="0">
                        <a:pos x="26" y="128"/>
                      </a:cxn>
                      <a:cxn ang="0">
                        <a:pos x="39" y="102"/>
                      </a:cxn>
                      <a:cxn ang="0">
                        <a:pos x="53" y="97"/>
                      </a:cxn>
                      <a:cxn ang="0">
                        <a:pos x="62" y="94"/>
                      </a:cxn>
                      <a:cxn ang="0">
                        <a:pos x="87" y="102"/>
                      </a:cxn>
                      <a:cxn ang="0">
                        <a:pos x="102" y="107"/>
                      </a:cxn>
                      <a:cxn ang="0">
                        <a:pos x="123" y="102"/>
                      </a:cxn>
                      <a:cxn ang="0">
                        <a:pos x="142" y="102"/>
                      </a:cxn>
                      <a:cxn ang="0">
                        <a:pos x="156" y="109"/>
                      </a:cxn>
                      <a:cxn ang="0">
                        <a:pos x="182" y="109"/>
                      </a:cxn>
                      <a:cxn ang="0">
                        <a:pos x="174" y="86"/>
                      </a:cxn>
                      <a:cxn ang="0">
                        <a:pos x="172" y="71"/>
                      </a:cxn>
                      <a:cxn ang="0">
                        <a:pos x="183" y="54"/>
                      </a:cxn>
                      <a:cxn ang="0">
                        <a:pos x="172" y="49"/>
                      </a:cxn>
                      <a:cxn ang="0">
                        <a:pos x="182" y="41"/>
                      </a:cxn>
                      <a:cxn ang="0">
                        <a:pos x="198" y="35"/>
                      </a:cxn>
                      <a:cxn ang="0">
                        <a:pos x="224" y="29"/>
                      </a:cxn>
                      <a:cxn ang="0">
                        <a:pos x="238" y="21"/>
                      </a:cxn>
                      <a:cxn ang="0">
                        <a:pos x="261" y="8"/>
                      </a:cxn>
                      <a:cxn ang="0">
                        <a:pos x="280" y="2"/>
                      </a:cxn>
                      <a:cxn ang="0">
                        <a:pos x="299" y="14"/>
                      </a:cxn>
                      <a:cxn ang="0">
                        <a:pos x="305" y="26"/>
                      </a:cxn>
                      <a:cxn ang="0">
                        <a:pos x="316" y="23"/>
                      </a:cxn>
                      <a:cxn ang="0">
                        <a:pos x="331" y="29"/>
                      </a:cxn>
                      <a:cxn ang="0">
                        <a:pos x="341" y="34"/>
                      </a:cxn>
                      <a:cxn ang="0">
                        <a:pos x="361" y="25"/>
                      </a:cxn>
                      <a:cxn ang="0">
                        <a:pos x="375" y="21"/>
                      </a:cxn>
                      <a:cxn ang="0">
                        <a:pos x="440" y="79"/>
                      </a:cxn>
                      <a:cxn ang="0">
                        <a:pos x="459" y="84"/>
                      </a:cxn>
                      <a:cxn ang="0">
                        <a:pos x="481" y="80"/>
                      </a:cxn>
                      <a:cxn ang="0">
                        <a:pos x="504" y="95"/>
                      </a:cxn>
                      <a:cxn ang="0">
                        <a:pos x="512" y="107"/>
                      </a:cxn>
                      <a:cxn ang="0">
                        <a:pos x="531" y="106"/>
                      </a:cxn>
                      <a:cxn ang="0">
                        <a:pos x="532" y="124"/>
                      </a:cxn>
                      <a:cxn ang="0">
                        <a:pos x="526" y="155"/>
                      </a:cxn>
                      <a:cxn ang="0">
                        <a:pos x="498" y="156"/>
                      </a:cxn>
                      <a:cxn ang="0">
                        <a:pos x="490" y="188"/>
                      </a:cxn>
                      <a:cxn ang="0">
                        <a:pos x="479" y="196"/>
                      </a:cxn>
                      <a:cxn ang="0">
                        <a:pos x="467" y="204"/>
                      </a:cxn>
                      <a:cxn ang="0">
                        <a:pos x="474" y="226"/>
                      </a:cxn>
                      <a:cxn ang="0">
                        <a:pos x="474" y="249"/>
                      </a:cxn>
                      <a:cxn ang="0">
                        <a:pos x="424" y="241"/>
                      </a:cxn>
                      <a:cxn ang="0">
                        <a:pos x="388" y="241"/>
                      </a:cxn>
                      <a:cxn ang="0">
                        <a:pos x="358" y="250"/>
                      </a:cxn>
                      <a:cxn ang="0">
                        <a:pos x="341" y="261"/>
                      </a:cxn>
                      <a:cxn ang="0">
                        <a:pos x="305" y="280"/>
                      </a:cxn>
                      <a:cxn ang="0">
                        <a:pos x="240" y="232"/>
                      </a:cxn>
                      <a:cxn ang="0">
                        <a:pos x="133" y="275"/>
                      </a:cxn>
                      <a:cxn ang="0">
                        <a:pos x="99" y="261"/>
                      </a:cxn>
                      <a:cxn ang="0">
                        <a:pos x="85" y="254"/>
                      </a:cxn>
                      <a:cxn ang="0">
                        <a:pos x="73" y="241"/>
                      </a:cxn>
                      <a:cxn ang="0">
                        <a:pos x="62" y="227"/>
                      </a:cxn>
                      <a:cxn ang="0">
                        <a:pos x="79" y="227"/>
                      </a:cxn>
                      <a:cxn ang="0">
                        <a:pos x="72" y="215"/>
                      </a:cxn>
                      <a:cxn ang="0">
                        <a:pos x="91" y="211"/>
                      </a:cxn>
                      <a:cxn ang="0">
                        <a:pos x="95" y="201"/>
                      </a:cxn>
                      <a:cxn ang="0">
                        <a:pos x="94" y="186"/>
                      </a:cxn>
                      <a:cxn ang="0">
                        <a:pos x="80" y="184"/>
                      </a:cxn>
                      <a:cxn ang="0">
                        <a:pos x="72" y="181"/>
                      </a:cxn>
                      <a:cxn ang="0">
                        <a:pos x="58" y="184"/>
                      </a:cxn>
                      <a:cxn ang="0">
                        <a:pos x="46" y="192"/>
                      </a:cxn>
                    </a:cxnLst>
                    <a:rect l="0" t="0" r="r" b="b"/>
                    <a:pathLst>
                      <a:path w="541" h="284">
                        <a:moveTo>
                          <a:pt x="42" y="192"/>
                        </a:moveTo>
                        <a:lnTo>
                          <a:pt x="38" y="189"/>
                        </a:lnTo>
                        <a:lnTo>
                          <a:pt x="34" y="190"/>
                        </a:lnTo>
                        <a:lnTo>
                          <a:pt x="30" y="186"/>
                        </a:lnTo>
                        <a:lnTo>
                          <a:pt x="30" y="185"/>
                        </a:lnTo>
                        <a:lnTo>
                          <a:pt x="35" y="185"/>
                        </a:lnTo>
                        <a:lnTo>
                          <a:pt x="30" y="174"/>
                        </a:lnTo>
                        <a:lnTo>
                          <a:pt x="23" y="169"/>
                        </a:lnTo>
                        <a:lnTo>
                          <a:pt x="13" y="166"/>
                        </a:lnTo>
                        <a:lnTo>
                          <a:pt x="12" y="169"/>
                        </a:lnTo>
                        <a:lnTo>
                          <a:pt x="8" y="165"/>
                        </a:lnTo>
                        <a:lnTo>
                          <a:pt x="8" y="162"/>
                        </a:lnTo>
                        <a:lnTo>
                          <a:pt x="7" y="158"/>
                        </a:lnTo>
                        <a:lnTo>
                          <a:pt x="0" y="156"/>
                        </a:lnTo>
                        <a:lnTo>
                          <a:pt x="3" y="151"/>
                        </a:lnTo>
                        <a:lnTo>
                          <a:pt x="4" y="141"/>
                        </a:lnTo>
                        <a:lnTo>
                          <a:pt x="1" y="140"/>
                        </a:lnTo>
                        <a:lnTo>
                          <a:pt x="1" y="133"/>
                        </a:lnTo>
                        <a:lnTo>
                          <a:pt x="4" y="132"/>
                        </a:lnTo>
                        <a:lnTo>
                          <a:pt x="8" y="127"/>
                        </a:lnTo>
                        <a:lnTo>
                          <a:pt x="8" y="124"/>
                        </a:lnTo>
                        <a:lnTo>
                          <a:pt x="9" y="121"/>
                        </a:lnTo>
                        <a:lnTo>
                          <a:pt x="17" y="128"/>
                        </a:lnTo>
                        <a:lnTo>
                          <a:pt x="17" y="131"/>
                        </a:lnTo>
                        <a:lnTo>
                          <a:pt x="22" y="133"/>
                        </a:lnTo>
                        <a:lnTo>
                          <a:pt x="27" y="132"/>
                        </a:lnTo>
                        <a:lnTo>
                          <a:pt x="26" y="128"/>
                        </a:lnTo>
                        <a:lnTo>
                          <a:pt x="28" y="127"/>
                        </a:lnTo>
                        <a:lnTo>
                          <a:pt x="24" y="116"/>
                        </a:lnTo>
                        <a:lnTo>
                          <a:pt x="28" y="114"/>
                        </a:lnTo>
                        <a:lnTo>
                          <a:pt x="34" y="114"/>
                        </a:lnTo>
                        <a:lnTo>
                          <a:pt x="34" y="112"/>
                        </a:lnTo>
                        <a:lnTo>
                          <a:pt x="31" y="109"/>
                        </a:lnTo>
                        <a:lnTo>
                          <a:pt x="32" y="106"/>
                        </a:lnTo>
                        <a:lnTo>
                          <a:pt x="36" y="103"/>
                        </a:lnTo>
                        <a:lnTo>
                          <a:pt x="39" y="102"/>
                        </a:lnTo>
                        <a:lnTo>
                          <a:pt x="41" y="99"/>
                        </a:lnTo>
                        <a:lnTo>
                          <a:pt x="42" y="97"/>
                        </a:lnTo>
                        <a:lnTo>
                          <a:pt x="45" y="98"/>
                        </a:lnTo>
                        <a:lnTo>
                          <a:pt x="46" y="95"/>
                        </a:lnTo>
                        <a:lnTo>
                          <a:pt x="45" y="93"/>
                        </a:lnTo>
                        <a:lnTo>
                          <a:pt x="46" y="91"/>
                        </a:lnTo>
                        <a:lnTo>
                          <a:pt x="50" y="94"/>
                        </a:lnTo>
                        <a:lnTo>
                          <a:pt x="53" y="95"/>
                        </a:lnTo>
                        <a:lnTo>
                          <a:pt x="53" y="97"/>
                        </a:lnTo>
                        <a:lnTo>
                          <a:pt x="50" y="99"/>
                        </a:lnTo>
                        <a:lnTo>
                          <a:pt x="53" y="101"/>
                        </a:lnTo>
                        <a:lnTo>
                          <a:pt x="54" y="99"/>
                        </a:lnTo>
                        <a:lnTo>
                          <a:pt x="56" y="97"/>
                        </a:lnTo>
                        <a:lnTo>
                          <a:pt x="57" y="95"/>
                        </a:lnTo>
                        <a:lnTo>
                          <a:pt x="58" y="98"/>
                        </a:lnTo>
                        <a:lnTo>
                          <a:pt x="60" y="97"/>
                        </a:lnTo>
                        <a:lnTo>
                          <a:pt x="60" y="94"/>
                        </a:lnTo>
                        <a:lnTo>
                          <a:pt x="62" y="94"/>
                        </a:lnTo>
                        <a:lnTo>
                          <a:pt x="65" y="93"/>
                        </a:lnTo>
                        <a:lnTo>
                          <a:pt x="68" y="93"/>
                        </a:lnTo>
                        <a:lnTo>
                          <a:pt x="69" y="95"/>
                        </a:lnTo>
                        <a:lnTo>
                          <a:pt x="73" y="98"/>
                        </a:lnTo>
                        <a:lnTo>
                          <a:pt x="79" y="97"/>
                        </a:lnTo>
                        <a:lnTo>
                          <a:pt x="80" y="97"/>
                        </a:lnTo>
                        <a:lnTo>
                          <a:pt x="81" y="98"/>
                        </a:lnTo>
                        <a:lnTo>
                          <a:pt x="84" y="99"/>
                        </a:lnTo>
                        <a:lnTo>
                          <a:pt x="87" y="102"/>
                        </a:lnTo>
                        <a:lnTo>
                          <a:pt x="89" y="102"/>
                        </a:lnTo>
                        <a:lnTo>
                          <a:pt x="92" y="105"/>
                        </a:lnTo>
                        <a:lnTo>
                          <a:pt x="95" y="109"/>
                        </a:lnTo>
                        <a:lnTo>
                          <a:pt x="98" y="109"/>
                        </a:lnTo>
                        <a:lnTo>
                          <a:pt x="99" y="110"/>
                        </a:lnTo>
                        <a:lnTo>
                          <a:pt x="99" y="114"/>
                        </a:lnTo>
                        <a:lnTo>
                          <a:pt x="100" y="114"/>
                        </a:lnTo>
                        <a:lnTo>
                          <a:pt x="103" y="112"/>
                        </a:lnTo>
                        <a:lnTo>
                          <a:pt x="102" y="107"/>
                        </a:lnTo>
                        <a:lnTo>
                          <a:pt x="104" y="106"/>
                        </a:lnTo>
                        <a:lnTo>
                          <a:pt x="107" y="109"/>
                        </a:lnTo>
                        <a:lnTo>
                          <a:pt x="113" y="110"/>
                        </a:lnTo>
                        <a:lnTo>
                          <a:pt x="114" y="113"/>
                        </a:lnTo>
                        <a:lnTo>
                          <a:pt x="117" y="113"/>
                        </a:lnTo>
                        <a:lnTo>
                          <a:pt x="119" y="110"/>
                        </a:lnTo>
                        <a:lnTo>
                          <a:pt x="121" y="106"/>
                        </a:lnTo>
                        <a:lnTo>
                          <a:pt x="123" y="105"/>
                        </a:lnTo>
                        <a:lnTo>
                          <a:pt x="123" y="102"/>
                        </a:lnTo>
                        <a:lnTo>
                          <a:pt x="126" y="102"/>
                        </a:lnTo>
                        <a:lnTo>
                          <a:pt x="128" y="103"/>
                        </a:lnTo>
                        <a:lnTo>
                          <a:pt x="129" y="102"/>
                        </a:lnTo>
                        <a:lnTo>
                          <a:pt x="132" y="101"/>
                        </a:lnTo>
                        <a:lnTo>
                          <a:pt x="136" y="105"/>
                        </a:lnTo>
                        <a:lnTo>
                          <a:pt x="137" y="106"/>
                        </a:lnTo>
                        <a:lnTo>
                          <a:pt x="141" y="106"/>
                        </a:lnTo>
                        <a:lnTo>
                          <a:pt x="140" y="102"/>
                        </a:lnTo>
                        <a:lnTo>
                          <a:pt x="142" y="102"/>
                        </a:lnTo>
                        <a:lnTo>
                          <a:pt x="145" y="102"/>
                        </a:lnTo>
                        <a:lnTo>
                          <a:pt x="147" y="101"/>
                        </a:lnTo>
                        <a:lnTo>
                          <a:pt x="151" y="102"/>
                        </a:lnTo>
                        <a:lnTo>
                          <a:pt x="152" y="103"/>
                        </a:lnTo>
                        <a:lnTo>
                          <a:pt x="152" y="105"/>
                        </a:lnTo>
                        <a:lnTo>
                          <a:pt x="149" y="106"/>
                        </a:lnTo>
                        <a:lnTo>
                          <a:pt x="152" y="109"/>
                        </a:lnTo>
                        <a:lnTo>
                          <a:pt x="155" y="110"/>
                        </a:lnTo>
                        <a:lnTo>
                          <a:pt x="156" y="109"/>
                        </a:lnTo>
                        <a:lnTo>
                          <a:pt x="157" y="110"/>
                        </a:lnTo>
                        <a:lnTo>
                          <a:pt x="163" y="110"/>
                        </a:lnTo>
                        <a:lnTo>
                          <a:pt x="167" y="113"/>
                        </a:lnTo>
                        <a:lnTo>
                          <a:pt x="171" y="113"/>
                        </a:lnTo>
                        <a:lnTo>
                          <a:pt x="172" y="109"/>
                        </a:lnTo>
                        <a:lnTo>
                          <a:pt x="172" y="106"/>
                        </a:lnTo>
                        <a:lnTo>
                          <a:pt x="174" y="105"/>
                        </a:lnTo>
                        <a:lnTo>
                          <a:pt x="178" y="107"/>
                        </a:lnTo>
                        <a:lnTo>
                          <a:pt x="182" y="109"/>
                        </a:lnTo>
                        <a:lnTo>
                          <a:pt x="187" y="107"/>
                        </a:lnTo>
                        <a:lnTo>
                          <a:pt x="189" y="105"/>
                        </a:lnTo>
                        <a:lnTo>
                          <a:pt x="187" y="94"/>
                        </a:lnTo>
                        <a:lnTo>
                          <a:pt x="186" y="93"/>
                        </a:lnTo>
                        <a:lnTo>
                          <a:pt x="182" y="93"/>
                        </a:lnTo>
                        <a:lnTo>
                          <a:pt x="179" y="90"/>
                        </a:lnTo>
                        <a:lnTo>
                          <a:pt x="179" y="88"/>
                        </a:lnTo>
                        <a:lnTo>
                          <a:pt x="175" y="87"/>
                        </a:lnTo>
                        <a:lnTo>
                          <a:pt x="174" y="86"/>
                        </a:lnTo>
                        <a:lnTo>
                          <a:pt x="170" y="86"/>
                        </a:lnTo>
                        <a:lnTo>
                          <a:pt x="170" y="84"/>
                        </a:lnTo>
                        <a:lnTo>
                          <a:pt x="170" y="82"/>
                        </a:lnTo>
                        <a:lnTo>
                          <a:pt x="170" y="80"/>
                        </a:lnTo>
                        <a:lnTo>
                          <a:pt x="172" y="80"/>
                        </a:lnTo>
                        <a:lnTo>
                          <a:pt x="172" y="78"/>
                        </a:lnTo>
                        <a:lnTo>
                          <a:pt x="175" y="75"/>
                        </a:lnTo>
                        <a:lnTo>
                          <a:pt x="174" y="72"/>
                        </a:lnTo>
                        <a:lnTo>
                          <a:pt x="172" y="71"/>
                        </a:lnTo>
                        <a:lnTo>
                          <a:pt x="171" y="68"/>
                        </a:lnTo>
                        <a:lnTo>
                          <a:pt x="175" y="64"/>
                        </a:lnTo>
                        <a:lnTo>
                          <a:pt x="178" y="61"/>
                        </a:lnTo>
                        <a:lnTo>
                          <a:pt x="185" y="60"/>
                        </a:lnTo>
                        <a:lnTo>
                          <a:pt x="186" y="61"/>
                        </a:lnTo>
                        <a:lnTo>
                          <a:pt x="189" y="60"/>
                        </a:lnTo>
                        <a:lnTo>
                          <a:pt x="189" y="57"/>
                        </a:lnTo>
                        <a:lnTo>
                          <a:pt x="186" y="56"/>
                        </a:lnTo>
                        <a:lnTo>
                          <a:pt x="183" y="54"/>
                        </a:lnTo>
                        <a:lnTo>
                          <a:pt x="181" y="54"/>
                        </a:lnTo>
                        <a:lnTo>
                          <a:pt x="179" y="56"/>
                        </a:lnTo>
                        <a:lnTo>
                          <a:pt x="176" y="54"/>
                        </a:lnTo>
                        <a:lnTo>
                          <a:pt x="172" y="54"/>
                        </a:lnTo>
                        <a:lnTo>
                          <a:pt x="172" y="52"/>
                        </a:lnTo>
                        <a:lnTo>
                          <a:pt x="174" y="50"/>
                        </a:lnTo>
                        <a:lnTo>
                          <a:pt x="178" y="50"/>
                        </a:lnTo>
                        <a:lnTo>
                          <a:pt x="176" y="48"/>
                        </a:lnTo>
                        <a:lnTo>
                          <a:pt x="172" y="49"/>
                        </a:lnTo>
                        <a:lnTo>
                          <a:pt x="170" y="48"/>
                        </a:lnTo>
                        <a:lnTo>
                          <a:pt x="171" y="46"/>
                        </a:lnTo>
                        <a:lnTo>
                          <a:pt x="170" y="42"/>
                        </a:lnTo>
                        <a:lnTo>
                          <a:pt x="171" y="42"/>
                        </a:lnTo>
                        <a:lnTo>
                          <a:pt x="174" y="42"/>
                        </a:lnTo>
                        <a:lnTo>
                          <a:pt x="175" y="40"/>
                        </a:lnTo>
                        <a:lnTo>
                          <a:pt x="178" y="40"/>
                        </a:lnTo>
                        <a:lnTo>
                          <a:pt x="178" y="42"/>
                        </a:lnTo>
                        <a:lnTo>
                          <a:pt x="182" y="41"/>
                        </a:lnTo>
                        <a:lnTo>
                          <a:pt x="185" y="44"/>
                        </a:lnTo>
                        <a:lnTo>
                          <a:pt x="186" y="42"/>
                        </a:lnTo>
                        <a:lnTo>
                          <a:pt x="186" y="40"/>
                        </a:lnTo>
                        <a:lnTo>
                          <a:pt x="187" y="38"/>
                        </a:lnTo>
                        <a:lnTo>
                          <a:pt x="190" y="38"/>
                        </a:lnTo>
                        <a:lnTo>
                          <a:pt x="191" y="41"/>
                        </a:lnTo>
                        <a:lnTo>
                          <a:pt x="193" y="40"/>
                        </a:lnTo>
                        <a:lnTo>
                          <a:pt x="194" y="37"/>
                        </a:lnTo>
                        <a:lnTo>
                          <a:pt x="198" y="35"/>
                        </a:lnTo>
                        <a:lnTo>
                          <a:pt x="202" y="35"/>
                        </a:lnTo>
                        <a:lnTo>
                          <a:pt x="205" y="34"/>
                        </a:lnTo>
                        <a:lnTo>
                          <a:pt x="209" y="33"/>
                        </a:lnTo>
                        <a:lnTo>
                          <a:pt x="210" y="31"/>
                        </a:lnTo>
                        <a:lnTo>
                          <a:pt x="213" y="30"/>
                        </a:lnTo>
                        <a:lnTo>
                          <a:pt x="217" y="30"/>
                        </a:lnTo>
                        <a:lnTo>
                          <a:pt x="220" y="29"/>
                        </a:lnTo>
                        <a:lnTo>
                          <a:pt x="221" y="27"/>
                        </a:lnTo>
                        <a:lnTo>
                          <a:pt x="224" y="29"/>
                        </a:lnTo>
                        <a:lnTo>
                          <a:pt x="224" y="27"/>
                        </a:lnTo>
                        <a:lnTo>
                          <a:pt x="224" y="25"/>
                        </a:lnTo>
                        <a:lnTo>
                          <a:pt x="227" y="23"/>
                        </a:lnTo>
                        <a:lnTo>
                          <a:pt x="229" y="23"/>
                        </a:lnTo>
                        <a:lnTo>
                          <a:pt x="229" y="22"/>
                        </a:lnTo>
                        <a:lnTo>
                          <a:pt x="231" y="19"/>
                        </a:lnTo>
                        <a:lnTo>
                          <a:pt x="233" y="22"/>
                        </a:lnTo>
                        <a:lnTo>
                          <a:pt x="235" y="22"/>
                        </a:lnTo>
                        <a:lnTo>
                          <a:pt x="238" y="21"/>
                        </a:lnTo>
                        <a:lnTo>
                          <a:pt x="240" y="19"/>
                        </a:lnTo>
                        <a:lnTo>
                          <a:pt x="247" y="15"/>
                        </a:lnTo>
                        <a:lnTo>
                          <a:pt x="248" y="15"/>
                        </a:lnTo>
                        <a:lnTo>
                          <a:pt x="250" y="14"/>
                        </a:lnTo>
                        <a:lnTo>
                          <a:pt x="253" y="14"/>
                        </a:lnTo>
                        <a:lnTo>
                          <a:pt x="255" y="11"/>
                        </a:lnTo>
                        <a:lnTo>
                          <a:pt x="257" y="11"/>
                        </a:lnTo>
                        <a:lnTo>
                          <a:pt x="261" y="11"/>
                        </a:lnTo>
                        <a:lnTo>
                          <a:pt x="261" y="8"/>
                        </a:lnTo>
                        <a:lnTo>
                          <a:pt x="259" y="7"/>
                        </a:lnTo>
                        <a:lnTo>
                          <a:pt x="261" y="6"/>
                        </a:lnTo>
                        <a:lnTo>
                          <a:pt x="265" y="6"/>
                        </a:lnTo>
                        <a:lnTo>
                          <a:pt x="265" y="3"/>
                        </a:lnTo>
                        <a:lnTo>
                          <a:pt x="267" y="2"/>
                        </a:lnTo>
                        <a:lnTo>
                          <a:pt x="270" y="2"/>
                        </a:lnTo>
                        <a:lnTo>
                          <a:pt x="272" y="0"/>
                        </a:lnTo>
                        <a:lnTo>
                          <a:pt x="276" y="3"/>
                        </a:lnTo>
                        <a:lnTo>
                          <a:pt x="280" y="2"/>
                        </a:lnTo>
                        <a:lnTo>
                          <a:pt x="282" y="4"/>
                        </a:lnTo>
                        <a:lnTo>
                          <a:pt x="286" y="4"/>
                        </a:lnTo>
                        <a:lnTo>
                          <a:pt x="289" y="3"/>
                        </a:lnTo>
                        <a:lnTo>
                          <a:pt x="292" y="3"/>
                        </a:lnTo>
                        <a:lnTo>
                          <a:pt x="293" y="7"/>
                        </a:lnTo>
                        <a:lnTo>
                          <a:pt x="295" y="7"/>
                        </a:lnTo>
                        <a:lnTo>
                          <a:pt x="295" y="10"/>
                        </a:lnTo>
                        <a:lnTo>
                          <a:pt x="297" y="12"/>
                        </a:lnTo>
                        <a:lnTo>
                          <a:pt x="299" y="14"/>
                        </a:lnTo>
                        <a:lnTo>
                          <a:pt x="300" y="15"/>
                        </a:lnTo>
                        <a:lnTo>
                          <a:pt x="299" y="18"/>
                        </a:lnTo>
                        <a:lnTo>
                          <a:pt x="299" y="21"/>
                        </a:lnTo>
                        <a:lnTo>
                          <a:pt x="299" y="22"/>
                        </a:lnTo>
                        <a:lnTo>
                          <a:pt x="297" y="22"/>
                        </a:lnTo>
                        <a:lnTo>
                          <a:pt x="299" y="25"/>
                        </a:lnTo>
                        <a:lnTo>
                          <a:pt x="300" y="26"/>
                        </a:lnTo>
                        <a:lnTo>
                          <a:pt x="303" y="25"/>
                        </a:lnTo>
                        <a:lnTo>
                          <a:pt x="305" y="26"/>
                        </a:lnTo>
                        <a:lnTo>
                          <a:pt x="307" y="26"/>
                        </a:lnTo>
                        <a:lnTo>
                          <a:pt x="307" y="23"/>
                        </a:lnTo>
                        <a:lnTo>
                          <a:pt x="310" y="22"/>
                        </a:lnTo>
                        <a:lnTo>
                          <a:pt x="310" y="25"/>
                        </a:lnTo>
                        <a:lnTo>
                          <a:pt x="312" y="25"/>
                        </a:lnTo>
                        <a:lnTo>
                          <a:pt x="312" y="23"/>
                        </a:lnTo>
                        <a:lnTo>
                          <a:pt x="311" y="19"/>
                        </a:lnTo>
                        <a:lnTo>
                          <a:pt x="312" y="19"/>
                        </a:lnTo>
                        <a:lnTo>
                          <a:pt x="316" y="23"/>
                        </a:lnTo>
                        <a:lnTo>
                          <a:pt x="318" y="27"/>
                        </a:lnTo>
                        <a:lnTo>
                          <a:pt x="319" y="31"/>
                        </a:lnTo>
                        <a:lnTo>
                          <a:pt x="320" y="30"/>
                        </a:lnTo>
                        <a:lnTo>
                          <a:pt x="323" y="29"/>
                        </a:lnTo>
                        <a:lnTo>
                          <a:pt x="322" y="27"/>
                        </a:lnTo>
                        <a:lnTo>
                          <a:pt x="320" y="26"/>
                        </a:lnTo>
                        <a:lnTo>
                          <a:pt x="323" y="26"/>
                        </a:lnTo>
                        <a:lnTo>
                          <a:pt x="329" y="29"/>
                        </a:lnTo>
                        <a:lnTo>
                          <a:pt x="331" y="29"/>
                        </a:lnTo>
                        <a:lnTo>
                          <a:pt x="333" y="26"/>
                        </a:lnTo>
                        <a:lnTo>
                          <a:pt x="334" y="27"/>
                        </a:lnTo>
                        <a:lnTo>
                          <a:pt x="334" y="30"/>
                        </a:lnTo>
                        <a:lnTo>
                          <a:pt x="331" y="31"/>
                        </a:lnTo>
                        <a:lnTo>
                          <a:pt x="331" y="35"/>
                        </a:lnTo>
                        <a:lnTo>
                          <a:pt x="334" y="38"/>
                        </a:lnTo>
                        <a:lnTo>
                          <a:pt x="335" y="38"/>
                        </a:lnTo>
                        <a:lnTo>
                          <a:pt x="337" y="35"/>
                        </a:lnTo>
                        <a:lnTo>
                          <a:pt x="341" y="34"/>
                        </a:lnTo>
                        <a:lnTo>
                          <a:pt x="346" y="35"/>
                        </a:lnTo>
                        <a:lnTo>
                          <a:pt x="348" y="37"/>
                        </a:lnTo>
                        <a:lnTo>
                          <a:pt x="349" y="35"/>
                        </a:lnTo>
                        <a:lnTo>
                          <a:pt x="349" y="33"/>
                        </a:lnTo>
                        <a:lnTo>
                          <a:pt x="352" y="31"/>
                        </a:lnTo>
                        <a:lnTo>
                          <a:pt x="356" y="31"/>
                        </a:lnTo>
                        <a:lnTo>
                          <a:pt x="358" y="29"/>
                        </a:lnTo>
                        <a:lnTo>
                          <a:pt x="360" y="27"/>
                        </a:lnTo>
                        <a:lnTo>
                          <a:pt x="361" y="25"/>
                        </a:lnTo>
                        <a:lnTo>
                          <a:pt x="361" y="23"/>
                        </a:lnTo>
                        <a:lnTo>
                          <a:pt x="365" y="19"/>
                        </a:lnTo>
                        <a:lnTo>
                          <a:pt x="367" y="19"/>
                        </a:lnTo>
                        <a:lnTo>
                          <a:pt x="369" y="16"/>
                        </a:lnTo>
                        <a:lnTo>
                          <a:pt x="372" y="16"/>
                        </a:lnTo>
                        <a:lnTo>
                          <a:pt x="376" y="15"/>
                        </a:lnTo>
                        <a:lnTo>
                          <a:pt x="377" y="15"/>
                        </a:lnTo>
                        <a:lnTo>
                          <a:pt x="377" y="18"/>
                        </a:lnTo>
                        <a:lnTo>
                          <a:pt x="375" y="21"/>
                        </a:lnTo>
                        <a:lnTo>
                          <a:pt x="373" y="22"/>
                        </a:lnTo>
                        <a:lnTo>
                          <a:pt x="373" y="23"/>
                        </a:lnTo>
                        <a:lnTo>
                          <a:pt x="399" y="42"/>
                        </a:lnTo>
                        <a:lnTo>
                          <a:pt x="435" y="86"/>
                        </a:lnTo>
                        <a:lnTo>
                          <a:pt x="439" y="86"/>
                        </a:lnTo>
                        <a:lnTo>
                          <a:pt x="440" y="84"/>
                        </a:lnTo>
                        <a:lnTo>
                          <a:pt x="441" y="83"/>
                        </a:lnTo>
                        <a:lnTo>
                          <a:pt x="440" y="82"/>
                        </a:lnTo>
                        <a:lnTo>
                          <a:pt x="440" y="79"/>
                        </a:lnTo>
                        <a:lnTo>
                          <a:pt x="443" y="78"/>
                        </a:lnTo>
                        <a:lnTo>
                          <a:pt x="447" y="80"/>
                        </a:lnTo>
                        <a:lnTo>
                          <a:pt x="445" y="82"/>
                        </a:lnTo>
                        <a:lnTo>
                          <a:pt x="447" y="83"/>
                        </a:lnTo>
                        <a:lnTo>
                          <a:pt x="450" y="84"/>
                        </a:lnTo>
                        <a:lnTo>
                          <a:pt x="452" y="87"/>
                        </a:lnTo>
                        <a:lnTo>
                          <a:pt x="454" y="87"/>
                        </a:lnTo>
                        <a:lnTo>
                          <a:pt x="456" y="86"/>
                        </a:lnTo>
                        <a:lnTo>
                          <a:pt x="459" y="84"/>
                        </a:lnTo>
                        <a:lnTo>
                          <a:pt x="462" y="87"/>
                        </a:lnTo>
                        <a:lnTo>
                          <a:pt x="466" y="86"/>
                        </a:lnTo>
                        <a:lnTo>
                          <a:pt x="467" y="86"/>
                        </a:lnTo>
                        <a:lnTo>
                          <a:pt x="470" y="84"/>
                        </a:lnTo>
                        <a:lnTo>
                          <a:pt x="471" y="84"/>
                        </a:lnTo>
                        <a:lnTo>
                          <a:pt x="470" y="82"/>
                        </a:lnTo>
                        <a:lnTo>
                          <a:pt x="471" y="80"/>
                        </a:lnTo>
                        <a:lnTo>
                          <a:pt x="475" y="80"/>
                        </a:lnTo>
                        <a:lnTo>
                          <a:pt x="481" y="80"/>
                        </a:lnTo>
                        <a:lnTo>
                          <a:pt x="485" y="82"/>
                        </a:lnTo>
                        <a:lnTo>
                          <a:pt x="489" y="84"/>
                        </a:lnTo>
                        <a:lnTo>
                          <a:pt x="492" y="88"/>
                        </a:lnTo>
                        <a:lnTo>
                          <a:pt x="493" y="91"/>
                        </a:lnTo>
                        <a:lnTo>
                          <a:pt x="494" y="91"/>
                        </a:lnTo>
                        <a:lnTo>
                          <a:pt x="497" y="93"/>
                        </a:lnTo>
                        <a:lnTo>
                          <a:pt x="500" y="95"/>
                        </a:lnTo>
                        <a:lnTo>
                          <a:pt x="501" y="95"/>
                        </a:lnTo>
                        <a:lnTo>
                          <a:pt x="504" y="95"/>
                        </a:lnTo>
                        <a:lnTo>
                          <a:pt x="504" y="98"/>
                        </a:lnTo>
                        <a:lnTo>
                          <a:pt x="502" y="99"/>
                        </a:lnTo>
                        <a:lnTo>
                          <a:pt x="504" y="101"/>
                        </a:lnTo>
                        <a:lnTo>
                          <a:pt x="504" y="103"/>
                        </a:lnTo>
                        <a:lnTo>
                          <a:pt x="505" y="105"/>
                        </a:lnTo>
                        <a:lnTo>
                          <a:pt x="507" y="105"/>
                        </a:lnTo>
                        <a:lnTo>
                          <a:pt x="508" y="105"/>
                        </a:lnTo>
                        <a:lnTo>
                          <a:pt x="511" y="106"/>
                        </a:lnTo>
                        <a:lnTo>
                          <a:pt x="512" y="107"/>
                        </a:lnTo>
                        <a:lnTo>
                          <a:pt x="513" y="106"/>
                        </a:lnTo>
                        <a:lnTo>
                          <a:pt x="515" y="105"/>
                        </a:lnTo>
                        <a:lnTo>
                          <a:pt x="522" y="105"/>
                        </a:lnTo>
                        <a:lnTo>
                          <a:pt x="526" y="103"/>
                        </a:lnTo>
                        <a:lnTo>
                          <a:pt x="527" y="101"/>
                        </a:lnTo>
                        <a:lnTo>
                          <a:pt x="530" y="99"/>
                        </a:lnTo>
                        <a:lnTo>
                          <a:pt x="531" y="99"/>
                        </a:lnTo>
                        <a:lnTo>
                          <a:pt x="530" y="103"/>
                        </a:lnTo>
                        <a:lnTo>
                          <a:pt x="531" y="106"/>
                        </a:lnTo>
                        <a:lnTo>
                          <a:pt x="532" y="106"/>
                        </a:lnTo>
                        <a:lnTo>
                          <a:pt x="535" y="109"/>
                        </a:lnTo>
                        <a:lnTo>
                          <a:pt x="539" y="110"/>
                        </a:lnTo>
                        <a:lnTo>
                          <a:pt x="541" y="112"/>
                        </a:lnTo>
                        <a:lnTo>
                          <a:pt x="538" y="114"/>
                        </a:lnTo>
                        <a:lnTo>
                          <a:pt x="536" y="116"/>
                        </a:lnTo>
                        <a:lnTo>
                          <a:pt x="532" y="120"/>
                        </a:lnTo>
                        <a:lnTo>
                          <a:pt x="532" y="122"/>
                        </a:lnTo>
                        <a:lnTo>
                          <a:pt x="532" y="124"/>
                        </a:lnTo>
                        <a:lnTo>
                          <a:pt x="531" y="127"/>
                        </a:lnTo>
                        <a:lnTo>
                          <a:pt x="527" y="128"/>
                        </a:lnTo>
                        <a:lnTo>
                          <a:pt x="524" y="131"/>
                        </a:lnTo>
                        <a:lnTo>
                          <a:pt x="524" y="133"/>
                        </a:lnTo>
                        <a:lnTo>
                          <a:pt x="524" y="139"/>
                        </a:lnTo>
                        <a:lnTo>
                          <a:pt x="527" y="146"/>
                        </a:lnTo>
                        <a:lnTo>
                          <a:pt x="530" y="148"/>
                        </a:lnTo>
                        <a:lnTo>
                          <a:pt x="530" y="151"/>
                        </a:lnTo>
                        <a:lnTo>
                          <a:pt x="526" y="155"/>
                        </a:lnTo>
                        <a:lnTo>
                          <a:pt x="523" y="155"/>
                        </a:lnTo>
                        <a:lnTo>
                          <a:pt x="520" y="159"/>
                        </a:lnTo>
                        <a:lnTo>
                          <a:pt x="517" y="159"/>
                        </a:lnTo>
                        <a:lnTo>
                          <a:pt x="516" y="159"/>
                        </a:lnTo>
                        <a:lnTo>
                          <a:pt x="516" y="156"/>
                        </a:lnTo>
                        <a:lnTo>
                          <a:pt x="513" y="156"/>
                        </a:lnTo>
                        <a:lnTo>
                          <a:pt x="508" y="158"/>
                        </a:lnTo>
                        <a:lnTo>
                          <a:pt x="504" y="158"/>
                        </a:lnTo>
                        <a:lnTo>
                          <a:pt x="498" y="156"/>
                        </a:lnTo>
                        <a:lnTo>
                          <a:pt x="496" y="155"/>
                        </a:lnTo>
                        <a:lnTo>
                          <a:pt x="494" y="156"/>
                        </a:lnTo>
                        <a:lnTo>
                          <a:pt x="493" y="162"/>
                        </a:lnTo>
                        <a:lnTo>
                          <a:pt x="492" y="166"/>
                        </a:lnTo>
                        <a:lnTo>
                          <a:pt x="492" y="170"/>
                        </a:lnTo>
                        <a:lnTo>
                          <a:pt x="490" y="178"/>
                        </a:lnTo>
                        <a:lnTo>
                          <a:pt x="490" y="184"/>
                        </a:lnTo>
                        <a:lnTo>
                          <a:pt x="489" y="186"/>
                        </a:lnTo>
                        <a:lnTo>
                          <a:pt x="490" y="188"/>
                        </a:lnTo>
                        <a:lnTo>
                          <a:pt x="494" y="189"/>
                        </a:lnTo>
                        <a:lnTo>
                          <a:pt x="493" y="192"/>
                        </a:lnTo>
                        <a:lnTo>
                          <a:pt x="492" y="194"/>
                        </a:lnTo>
                        <a:lnTo>
                          <a:pt x="490" y="194"/>
                        </a:lnTo>
                        <a:lnTo>
                          <a:pt x="489" y="194"/>
                        </a:lnTo>
                        <a:lnTo>
                          <a:pt x="486" y="194"/>
                        </a:lnTo>
                        <a:lnTo>
                          <a:pt x="485" y="193"/>
                        </a:lnTo>
                        <a:lnTo>
                          <a:pt x="483" y="194"/>
                        </a:lnTo>
                        <a:lnTo>
                          <a:pt x="479" y="196"/>
                        </a:lnTo>
                        <a:lnTo>
                          <a:pt x="474" y="197"/>
                        </a:lnTo>
                        <a:lnTo>
                          <a:pt x="469" y="199"/>
                        </a:lnTo>
                        <a:lnTo>
                          <a:pt x="467" y="199"/>
                        </a:lnTo>
                        <a:lnTo>
                          <a:pt x="466" y="197"/>
                        </a:lnTo>
                        <a:lnTo>
                          <a:pt x="463" y="199"/>
                        </a:lnTo>
                        <a:lnTo>
                          <a:pt x="460" y="201"/>
                        </a:lnTo>
                        <a:lnTo>
                          <a:pt x="460" y="203"/>
                        </a:lnTo>
                        <a:lnTo>
                          <a:pt x="463" y="204"/>
                        </a:lnTo>
                        <a:lnTo>
                          <a:pt x="467" y="204"/>
                        </a:lnTo>
                        <a:lnTo>
                          <a:pt x="470" y="205"/>
                        </a:lnTo>
                        <a:lnTo>
                          <a:pt x="470" y="207"/>
                        </a:lnTo>
                        <a:lnTo>
                          <a:pt x="469" y="208"/>
                        </a:lnTo>
                        <a:lnTo>
                          <a:pt x="470" y="212"/>
                        </a:lnTo>
                        <a:lnTo>
                          <a:pt x="470" y="215"/>
                        </a:lnTo>
                        <a:lnTo>
                          <a:pt x="471" y="216"/>
                        </a:lnTo>
                        <a:lnTo>
                          <a:pt x="471" y="219"/>
                        </a:lnTo>
                        <a:lnTo>
                          <a:pt x="474" y="223"/>
                        </a:lnTo>
                        <a:lnTo>
                          <a:pt x="474" y="226"/>
                        </a:lnTo>
                        <a:lnTo>
                          <a:pt x="478" y="228"/>
                        </a:lnTo>
                        <a:lnTo>
                          <a:pt x="478" y="234"/>
                        </a:lnTo>
                        <a:lnTo>
                          <a:pt x="477" y="235"/>
                        </a:lnTo>
                        <a:lnTo>
                          <a:pt x="475" y="238"/>
                        </a:lnTo>
                        <a:lnTo>
                          <a:pt x="478" y="241"/>
                        </a:lnTo>
                        <a:lnTo>
                          <a:pt x="477" y="242"/>
                        </a:lnTo>
                        <a:lnTo>
                          <a:pt x="477" y="243"/>
                        </a:lnTo>
                        <a:lnTo>
                          <a:pt x="474" y="245"/>
                        </a:lnTo>
                        <a:lnTo>
                          <a:pt x="474" y="249"/>
                        </a:lnTo>
                        <a:lnTo>
                          <a:pt x="471" y="250"/>
                        </a:lnTo>
                        <a:lnTo>
                          <a:pt x="466" y="249"/>
                        </a:lnTo>
                        <a:lnTo>
                          <a:pt x="459" y="242"/>
                        </a:lnTo>
                        <a:lnTo>
                          <a:pt x="456" y="242"/>
                        </a:lnTo>
                        <a:lnTo>
                          <a:pt x="451" y="239"/>
                        </a:lnTo>
                        <a:lnTo>
                          <a:pt x="441" y="239"/>
                        </a:lnTo>
                        <a:lnTo>
                          <a:pt x="437" y="241"/>
                        </a:lnTo>
                        <a:lnTo>
                          <a:pt x="430" y="239"/>
                        </a:lnTo>
                        <a:lnTo>
                          <a:pt x="424" y="241"/>
                        </a:lnTo>
                        <a:lnTo>
                          <a:pt x="420" y="241"/>
                        </a:lnTo>
                        <a:lnTo>
                          <a:pt x="417" y="241"/>
                        </a:lnTo>
                        <a:lnTo>
                          <a:pt x="414" y="242"/>
                        </a:lnTo>
                        <a:lnTo>
                          <a:pt x="411" y="243"/>
                        </a:lnTo>
                        <a:lnTo>
                          <a:pt x="403" y="242"/>
                        </a:lnTo>
                        <a:lnTo>
                          <a:pt x="398" y="241"/>
                        </a:lnTo>
                        <a:lnTo>
                          <a:pt x="395" y="239"/>
                        </a:lnTo>
                        <a:lnTo>
                          <a:pt x="391" y="239"/>
                        </a:lnTo>
                        <a:lnTo>
                          <a:pt x="388" y="241"/>
                        </a:lnTo>
                        <a:lnTo>
                          <a:pt x="386" y="239"/>
                        </a:lnTo>
                        <a:lnTo>
                          <a:pt x="383" y="239"/>
                        </a:lnTo>
                        <a:lnTo>
                          <a:pt x="382" y="241"/>
                        </a:lnTo>
                        <a:lnTo>
                          <a:pt x="382" y="243"/>
                        </a:lnTo>
                        <a:lnTo>
                          <a:pt x="383" y="246"/>
                        </a:lnTo>
                        <a:lnTo>
                          <a:pt x="383" y="250"/>
                        </a:lnTo>
                        <a:lnTo>
                          <a:pt x="377" y="251"/>
                        </a:lnTo>
                        <a:lnTo>
                          <a:pt x="369" y="251"/>
                        </a:lnTo>
                        <a:lnTo>
                          <a:pt x="358" y="250"/>
                        </a:lnTo>
                        <a:lnTo>
                          <a:pt x="356" y="249"/>
                        </a:lnTo>
                        <a:lnTo>
                          <a:pt x="352" y="247"/>
                        </a:lnTo>
                        <a:lnTo>
                          <a:pt x="349" y="251"/>
                        </a:lnTo>
                        <a:lnTo>
                          <a:pt x="350" y="253"/>
                        </a:lnTo>
                        <a:lnTo>
                          <a:pt x="346" y="254"/>
                        </a:lnTo>
                        <a:lnTo>
                          <a:pt x="346" y="256"/>
                        </a:lnTo>
                        <a:lnTo>
                          <a:pt x="345" y="256"/>
                        </a:lnTo>
                        <a:lnTo>
                          <a:pt x="342" y="260"/>
                        </a:lnTo>
                        <a:lnTo>
                          <a:pt x="341" y="261"/>
                        </a:lnTo>
                        <a:lnTo>
                          <a:pt x="334" y="268"/>
                        </a:lnTo>
                        <a:lnTo>
                          <a:pt x="333" y="271"/>
                        </a:lnTo>
                        <a:lnTo>
                          <a:pt x="331" y="273"/>
                        </a:lnTo>
                        <a:lnTo>
                          <a:pt x="329" y="279"/>
                        </a:lnTo>
                        <a:lnTo>
                          <a:pt x="323" y="284"/>
                        </a:lnTo>
                        <a:lnTo>
                          <a:pt x="320" y="283"/>
                        </a:lnTo>
                        <a:lnTo>
                          <a:pt x="315" y="280"/>
                        </a:lnTo>
                        <a:lnTo>
                          <a:pt x="310" y="279"/>
                        </a:lnTo>
                        <a:lnTo>
                          <a:pt x="305" y="280"/>
                        </a:lnTo>
                        <a:lnTo>
                          <a:pt x="299" y="283"/>
                        </a:lnTo>
                        <a:lnTo>
                          <a:pt x="296" y="283"/>
                        </a:lnTo>
                        <a:lnTo>
                          <a:pt x="291" y="266"/>
                        </a:lnTo>
                        <a:lnTo>
                          <a:pt x="280" y="265"/>
                        </a:lnTo>
                        <a:lnTo>
                          <a:pt x="280" y="245"/>
                        </a:lnTo>
                        <a:lnTo>
                          <a:pt x="274" y="246"/>
                        </a:lnTo>
                        <a:lnTo>
                          <a:pt x="272" y="238"/>
                        </a:lnTo>
                        <a:lnTo>
                          <a:pt x="263" y="232"/>
                        </a:lnTo>
                        <a:lnTo>
                          <a:pt x="240" y="232"/>
                        </a:lnTo>
                        <a:lnTo>
                          <a:pt x="220" y="235"/>
                        </a:lnTo>
                        <a:lnTo>
                          <a:pt x="208" y="227"/>
                        </a:lnTo>
                        <a:lnTo>
                          <a:pt x="198" y="224"/>
                        </a:lnTo>
                        <a:lnTo>
                          <a:pt x="176" y="208"/>
                        </a:lnTo>
                        <a:lnTo>
                          <a:pt x="138" y="215"/>
                        </a:lnTo>
                        <a:lnTo>
                          <a:pt x="151" y="283"/>
                        </a:lnTo>
                        <a:lnTo>
                          <a:pt x="148" y="283"/>
                        </a:lnTo>
                        <a:lnTo>
                          <a:pt x="142" y="284"/>
                        </a:lnTo>
                        <a:lnTo>
                          <a:pt x="133" y="275"/>
                        </a:lnTo>
                        <a:lnTo>
                          <a:pt x="123" y="268"/>
                        </a:lnTo>
                        <a:lnTo>
                          <a:pt x="114" y="266"/>
                        </a:lnTo>
                        <a:lnTo>
                          <a:pt x="107" y="269"/>
                        </a:lnTo>
                        <a:lnTo>
                          <a:pt x="98" y="277"/>
                        </a:lnTo>
                        <a:lnTo>
                          <a:pt x="98" y="273"/>
                        </a:lnTo>
                        <a:lnTo>
                          <a:pt x="98" y="271"/>
                        </a:lnTo>
                        <a:lnTo>
                          <a:pt x="99" y="266"/>
                        </a:lnTo>
                        <a:lnTo>
                          <a:pt x="99" y="262"/>
                        </a:lnTo>
                        <a:lnTo>
                          <a:pt x="99" y="261"/>
                        </a:lnTo>
                        <a:lnTo>
                          <a:pt x="99" y="260"/>
                        </a:lnTo>
                        <a:lnTo>
                          <a:pt x="99" y="260"/>
                        </a:lnTo>
                        <a:lnTo>
                          <a:pt x="95" y="260"/>
                        </a:lnTo>
                        <a:lnTo>
                          <a:pt x="94" y="258"/>
                        </a:lnTo>
                        <a:lnTo>
                          <a:pt x="91" y="258"/>
                        </a:lnTo>
                        <a:lnTo>
                          <a:pt x="88" y="258"/>
                        </a:lnTo>
                        <a:lnTo>
                          <a:pt x="87" y="258"/>
                        </a:lnTo>
                        <a:lnTo>
                          <a:pt x="85" y="256"/>
                        </a:lnTo>
                        <a:lnTo>
                          <a:pt x="85" y="254"/>
                        </a:lnTo>
                        <a:lnTo>
                          <a:pt x="84" y="253"/>
                        </a:lnTo>
                        <a:lnTo>
                          <a:pt x="83" y="251"/>
                        </a:lnTo>
                        <a:lnTo>
                          <a:pt x="81" y="251"/>
                        </a:lnTo>
                        <a:lnTo>
                          <a:pt x="79" y="253"/>
                        </a:lnTo>
                        <a:lnTo>
                          <a:pt x="77" y="253"/>
                        </a:lnTo>
                        <a:lnTo>
                          <a:pt x="77" y="249"/>
                        </a:lnTo>
                        <a:lnTo>
                          <a:pt x="77" y="246"/>
                        </a:lnTo>
                        <a:lnTo>
                          <a:pt x="73" y="242"/>
                        </a:lnTo>
                        <a:lnTo>
                          <a:pt x="73" y="241"/>
                        </a:lnTo>
                        <a:lnTo>
                          <a:pt x="72" y="239"/>
                        </a:lnTo>
                        <a:lnTo>
                          <a:pt x="70" y="237"/>
                        </a:lnTo>
                        <a:lnTo>
                          <a:pt x="69" y="235"/>
                        </a:lnTo>
                        <a:lnTo>
                          <a:pt x="68" y="234"/>
                        </a:lnTo>
                        <a:lnTo>
                          <a:pt x="65" y="232"/>
                        </a:lnTo>
                        <a:lnTo>
                          <a:pt x="64" y="232"/>
                        </a:lnTo>
                        <a:lnTo>
                          <a:pt x="61" y="230"/>
                        </a:lnTo>
                        <a:lnTo>
                          <a:pt x="62" y="228"/>
                        </a:lnTo>
                        <a:lnTo>
                          <a:pt x="62" y="227"/>
                        </a:lnTo>
                        <a:lnTo>
                          <a:pt x="65" y="228"/>
                        </a:lnTo>
                        <a:lnTo>
                          <a:pt x="69" y="227"/>
                        </a:lnTo>
                        <a:lnTo>
                          <a:pt x="69" y="228"/>
                        </a:lnTo>
                        <a:lnTo>
                          <a:pt x="72" y="228"/>
                        </a:lnTo>
                        <a:lnTo>
                          <a:pt x="73" y="228"/>
                        </a:lnTo>
                        <a:lnTo>
                          <a:pt x="75" y="227"/>
                        </a:lnTo>
                        <a:lnTo>
                          <a:pt x="76" y="227"/>
                        </a:lnTo>
                        <a:lnTo>
                          <a:pt x="77" y="228"/>
                        </a:lnTo>
                        <a:lnTo>
                          <a:pt x="79" y="227"/>
                        </a:lnTo>
                        <a:lnTo>
                          <a:pt x="77" y="226"/>
                        </a:lnTo>
                        <a:lnTo>
                          <a:pt x="75" y="226"/>
                        </a:lnTo>
                        <a:lnTo>
                          <a:pt x="75" y="226"/>
                        </a:lnTo>
                        <a:lnTo>
                          <a:pt x="75" y="223"/>
                        </a:lnTo>
                        <a:lnTo>
                          <a:pt x="72" y="220"/>
                        </a:lnTo>
                        <a:lnTo>
                          <a:pt x="72" y="219"/>
                        </a:lnTo>
                        <a:lnTo>
                          <a:pt x="73" y="218"/>
                        </a:lnTo>
                        <a:lnTo>
                          <a:pt x="73" y="215"/>
                        </a:lnTo>
                        <a:lnTo>
                          <a:pt x="72" y="215"/>
                        </a:lnTo>
                        <a:lnTo>
                          <a:pt x="73" y="212"/>
                        </a:lnTo>
                        <a:lnTo>
                          <a:pt x="77" y="212"/>
                        </a:lnTo>
                        <a:lnTo>
                          <a:pt x="80" y="211"/>
                        </a:lnTo>
                        <a:lnTo>
                          <a:pt x="81" y="212"/>
                        </a:lnTo>
                        <a:lnTo>
                          <a:pt x="84" y="211"/>
                        </a:lnTo>
                        <a:lnTo>
                          <a:pt x="87" y="211"/>
                        </a:lnTo>
                        <a:lnTo>
                          <a:pt x="88" y="212"/>
                        </a:lnTo>
                        <a:lnTo>
                          <a:pt x="89" y="211"/>
                        </a:lnTo>
                        <a:lnTo>
                          <a:pt x="91" y="211"/>
                        </a:lnTo>
                        <a:lnTo>
                          <a:pt x="94" y="213"/>
                        </a:lnTo>
                        <a:lnTo>
                          <a:pt x="96" y="213"/>
                        </a:lnTo>
                        <a:lnTo>
                          <a:pt x="99" y="212"/>
                        </a:lnTo>
                        <a:lnTo>
                          <a:pt x="99" y="211"/>
                        </a:lnTo>
                        <a:lnTo>
                          <a:pt x="98" y="209"/>
                        </a:lnTo>
                        <a:lnTo>
                          <a:pt x="95" y="209"/>
                        </a:lnTo>
                        <a:lnTo>
                          <a:pt x="92" y="205"/>
                        </a:lnTo>
                        <a:lnTo>
                          <a:pt x="94" y="203"/>
                        </a:lnTo>
                        <a:lnTo>
                          <a:pt x="95" y="201"/>
                        </a:lnTo>
                        <a:lnTo>
                          <a:pt x="96" y="200"/>
                        </a:lnTo>
                        <a:lnTo>
                          <a:pt x="95" y="200"/>
                        </a:lnTo>
                        <a:lnTo>
                          <a:pt x="94" y="199"/>
                        </a:lnTo>
                        <a:lnTo>
                          <a:pt x="94" y="197"/>
                        </a:lnTo>
                        <a:lnTo>
                          <a:pt x="95" y="194"/>
                        </a:lnTo>
                        <a:lnTo>
                          <a:pt x="95" y="192"/>
                        </a:lnTo>
                        <a:lnTo>
                          <a:pt x="94" y="189"/>
                        </a:lnTo>
                        <a:lnTo>
                          <a:pt x="92" y="188"/>
                        </a:lnTo>
                        <a:lnTo>
                          <a:pt x="94" y="186"/>
                        </a:lnTo>
                        <a:lnTo>
                          <a:pt x="94" y="185"/>
                        </a:lnTo>
                        <a:lnTo>
                          <a:pt x="92" y="185"/>
                        </a:lnTo>
                        <a:lnTo>
                          <a:pt x="91" y="184"/>
                        </a:lnTo>
                        <a:lnTo>
                          <a:pt x="91" y="182"/>
                        </a:lnTo>
                        <a:lnTo>
                          <a:pt x="85" y="181"/>
                        </a:lnTo>
                        <a:lnTo>
                          <a:pt x="84" y="181"/>
                        </a:lnTo>
                        <a:lnTo>
                          <a:pt x="81" y="182"/>
                        </a:lnTo>
                        <a:lnTo>
                          <a:pt x="81" y="182"/>
                        </a:lnTo>
                        <a:lnTo>
                          <a:pt x="80" y="184"/>
                        </a:lnTo>
                        <a:lnTo>
                          <a:pt x="80" y="185"/>
                        </a:lnTo>
                        <a:lnTo>
                          <a:pt x="79" y="186"/>
                        </a:lnTo>
                        <a:lnTo>
                          <a:pt x="76" y="185"/>
                        </a:lnTo>
                        <a:lnTo>
                          <a:pt x="76" y="184"/>
                        </a:lnTo>
                        <a:lnTo>
                          <a:pt x="75" y="184"/>
                        </a:lnTo>
                        <a:lnTo>
                          <a:pt x="73" y="185"/>
                        </a:lnTo>
                        <a:lnTo>
                          <a:pt x="72" y="184"/>
                        </a:lnTo>
                        <a:lnTo>
                          <a:pt x="72" y="181"/>
                        </a:lnTo>
                        <a:lnTo>
                          <a:pt x="72" y="181"/>
                        </a:lnTo>
                        <a:lnTo>
                          <a:pt x="70" y="181"/>
                        </a:lnTo>
                        <a:lnTo>
                          <a:pt x="69" y="181"/>
                        </a:lnTo>
                        <a:lnTo>
                          <a:pt x="68" y="181"/>
                        </a:lnTo>
                        <a:lnTo>
                          <a:pt x="64" y="181"/>
                        </a:lnTo>
                        <a:lnTo>
                          <a:pt x="62" y="182"/>
                        </a:lnTo>
                        <a:lnTo>
                          <a:pt x="61" y="185"/>
                        </a:lnTo>
                        <a:lnTo>
                          <a:pt x="61" y="185"/>
                        </a:lnTo>
                        <a:lnTo>
                          <a:pt x="60" y="184"/>
                        </a:lnTo>
                        <a:lnTo>
                          <a:pt x="58" y="184"/>
                        </a:lnTo>
                        <a:lnTo>
                          <a:pt x="57" y="186"/>
                        </a:lnTo>
                        <a:lnTo>
                          <a:pt x="56" y="186"/>
                        </a:lnTo>
                        <a:lnTo>
                          <a:pt x="54" y="188"/>
                        </a:lnTo>
                        <a:lnTo>
                          <a:pt x="51" y="190"/>
                        </a:lnTo>
                        <a:lnTo>
                          <a:pt x="50" y="189"/>
                        </a:lnTo>
                        <a:lnTo>
                          <a:pt x="50" y="192"/>
                        </a:lnTo>
                        <a:lnTo>
                          <a:pt x="49" y="192"/>
                        </a:lnTo>
                        <a:lnTo>
                          <a:pt x="47" y="192"/>
                        </a:lnTo>
                        <a:lnTo>
                          <a:pt x="46" y="192"/>
                        </a:lnTo>
                        <a:lnTo>
                          <a:pt x="45" y="193"/>
                        </a:lnTo>
                        <a:lnTo>
                          <a:pt x="43" y="193"/>
                        </a:lnTo>
                        <a:lnTo>
                          <a:pt x="43" y="192"/>
                        </a:lnTo>
                        <a:lnTo>
                          <a:pt x="42" y="192"/>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81" name="Freeform 836">
                    <a:extLst>
                      <a:ext uri="{FF2B5EF4-FFF2-40B4-BE49-F238E27FC236}">
                        <a16:creationId xmlns:a16="http://schemas.microsoft.com/office/drawing/2014/main" id="{065DC231-1C66-5FD0-233F-4A6DE1DB7A77}"/>
                      </a:ext>
                    </a:extLst>
                  </p:cNvPr>
                  <p:cNvSpPr>
                    <a:spLocks/>
                  </p:cNvSpPr>
                  <p:nvPr/>
                </p:nvSpPr>
                <p:spPr bwMode="auto">
                  <a:xfrm>
                    <a:off x="9924275" y="2357877"/>
                    <a:ext cx="209693" cy="118850"/>
                  </a:xfrm>
                  <a:custGeom>
                    <a:avLst/>
                    <a:gdLst/>
                    <a:ahLst/>
                    <a:cxnLst>
                      <a:cxn ang="0">
                        <a:pos x="182" y="133"/>
                      </a:cxn>
                      <a:cxn ang="0">
                        <a:pos x="187" y="125"/>
                      </a:cxn>
                      <a:cxn ang="0">
                        <a:pos x="184" y="120"/>
                      </a:cxn>
                      <a:cxn ang="0">
                        <a:pos x="184" y="113"/>
                      </a:cxn>
                      <a:cxn ang="0">
                        <a:pos x="178" y="110"/>
                      </a:cxn>
                      <a:cxn ang="0">
                        <a:pos x="173" y="106"/>
                      </a:cxn>
                      <a:cxn ang="0">
                        <a:pos x="176" y="99"/>
                      </a:cxn>
                      <a:cxn ang="0">
                        <a:pos x="185" y="99"/>
                      </a:cxn>
                      <a:cxn ang="0">
                        <a:pos x="191" y="94"/>
                      </a:cxn>
                      <a:cxn ang="0">
                        <a:pos x="188" y="91"/>
                      </a:cxn>
                      <a:cxn ang="0">
                        <a:pos x="199" y="87"/>
                      </a:cxn>
                      <a:cxn ang="0">
                        <a:pos x="195" y="83"/>
                      </a:cxn>
                      <a:cxn ang="0">
                        <a:pos x="199" y="77"/>
                      </a:cxn>
                      <a:cxn ang="0">
                        <a:pos x="206" y="75"/>
                      </a:cxn>
                      <a:cxn ang="0">
                        <a:pos x="212" y="73"/>
                      </a:cxn>
                      <a:cxn ang="0">
                        <a:pos x="220" y="75"/>
                      </a:cxn>
                      <a:cxn ang="0">
                        <a:pos x="230" y="71"/>
                      </a:cxn>
                      <a:cxn ang="0">
                        <a:pos x="222" y="63"/>
                      </a:cxn>
                      <a:cxn ang="0">
                        <a:pos x="220" y="65"/>
                      </a:cxn>
                      <a:cxn ang="0">
                        <a:pos x="215" y="68"/>
                      </a:cxn>
                      <a:cxn ang="0">
                        <a:pos x="206" y="64"/>
                      </a:cxn>
                      <a:cxn ang="0">
                        <a:pos x="206" y="58"/>
                      </a:cxn>
                      <a:cxn ang="0">
                        <a:pos x="210" y="48"/>
                      </a:cxn>
                      <a:cxn ang="0">
                        <a:pos x="204" y="52"/>
                      </a:cxn>
                      <a:cxn ang="0">
                        <a:pos x="196" y="60"/>
                      </a:cxn>
                      <a:cxn ang="0">
                        <a:pos x="193" y="65"/>
                      </a:cxn>
                      <a:cxn ang="0">
                        <a:pos x="185" y="76"/>
                      </a:cxn>
                      <a:cxn ang="0">
                        <a:pos x="177" y="72"/>
                      </a:cxn>
                      <a:cxn ang="0">
                        <a:pos x="167" y="72"/>
                      </a:cxn>
                      <a:cxn ang="0">
                        <a:pos x="158" y="75"/>
                      </a:cxn>
                      <a:cxn ang="0">
                        <a:pos x="142" y="57"/>
                      </a:cxn>
                      <a:cxn ang="0">
                        <a:pos x="136" y="38"/>
                      </a:cxn>
                      <a:cxn ang="0">
                        <a:pos x="125" y="24"/>
                      </a:cxn>
                      <a:cxn ang="0">
                        <a:pos x="82" y="27"/>
                      </a:cxn>
                      <a:cxn ang="0">
                        <a:pos x="60" y="16"/>
                      </a:cxn>
                      <a:cxn ang="0">
                        <a:pos x="0" y="7"/>
                      </a:cxn>
                      <a:cxn ang="0">
                        <a:pos x="18" y="75"/>
                      </a:cxn>
                      <a:cxn ang="0">
                        <a:pos x="26" y="72"/>
                      </a:cxn>
                      <a:cxn ang="0">
                        <a:pos x="22" y="65"/>
                      </a:cxn>
                      <a:cxn ang="0">
                        <a:pos x="30" y="58"/>
                      </a:cxn>
                      <a:cxn ang="0">
                        <a:pos x="36" y="53"/>
                      </a:cxn>
                      <a:cxn ang="0">
                        <a:pos x="41" y="53"/>
                      </a:cxn>
                      <a:cxn ang="0">
                        <a:pos x="45" y="50"/>
                      </a:cxn>
                      <a:cxn ang="0">
                        <a:pos x="63" y="60"/>
                      </a:cxn>
                      <a:cxn ang="0">
                        <a:pos x="74" y="69"/>
                      </a:cxn>
                      <a:cxn ang="0">
                        <a:pos x="85" y="72"/>
                      </a:cxn>
                      <a:cxn ang="0">
                        <a:pos x="94" y="77"/>
                      </a:cxn>
                      <a:cxn ang="0">
                        <a:pos x="100" y="87"/>
                      </a:cxn>
                      <a:cxn ang="0">
                        <a:pos x="104" y="96"/>
                      </a:cxn>
                      <a:cxn ang="0">
                        <a:pos x="117" y="106"/>
                      </a:cxn>
                      <a:cxn ang="0">
                        <a:pos x="138" y="117"/>
                      </a:cxn>
                      <a:cxn ang="0">
                        <a:pos x="155" y="125"/>
                      </a:cxn>
                      <a:cxn ang="0">
                        <a:pos x="159" y="126"/>
                      </a:cxn>
                      <a:cxn ang="0">
                        <a:pos x="165" y="133"/>
                      </a:cxn>
                      <a:cxn ang="0">
                        <a:pos x="169" y="139"/>
                      </a:cxn>
                      <a:cxn ang="0">
                        <a:pos x="174" y="143"/>
                      </a:cxn>
                      <a:cxn ang="0">
                        <a:pos x="178" y="141"/>
                      </a:cxn>
                      <a:cxn ang="0">
                        <a:pos x="182" y="143"/>
                      </a:cxn>
                    </a:cxnLst>
                    <a:rect l="0" t="0" r="r" b="b"/>
                    <a:pathLst>
                      <a:path w="230" h="143">
                        <a:moveTo>
                          <a:pt x="182" y="143"/>
                        </a:moveTo>
                        <a:lnTo>
                          <a:pt x="182" y="133"/>
                        </a:lnTo>
                        <a:lnTo>
                          <a:pt x="187" y="126"/>
                        </a:lnTo>
                        <a:lnTo>
                          <a:pt x="187" y="125"/>
                        </a:lnTo>
                        <a:lnTo>
                          <a:pt x="187" y="121"/>
                        </a:lnTo>
                        <a:lnTo>
                          <a:pt x="184" y="120"/>
                        </a:lnTo>
                        <a:lnTo>
                          <a:pt x="182" y="115"/>
                        </a:lnTo>
                        <a:lnTo>
                          <a:pt x="184" y="113"/>
                        </a:lnTo>
                        <a:lnTo>
                          <a:pt x="182" y="110"/>
                        </a:lnTo>
                        <a:lnTo>
                          <a:pt x="178" y="110"/>
                        </a:lnTo>
                        <a:lnTo>
                          <a:pt x="177" y="111"/>
                        </a:lnTo>
                        <a:lnTo>
                          <a:pt x="173" y="106"/>
                        </a:lnTo>
                        <a:lnTo>
                          <a:pt x="173" y="102"/>
                        </a:lnTo>
                        <a:lnTo>
                          <a:pt x="176" y="99"/>
                        </a:lnTo>
                        <a:lnTo>
                          <a:pt x="182" y="101"/>
                        </a:lnTo>
                        <a:lnTo>
                          <a:pt x="185" y="99"/>
                        </a:lnTo>
                        <a:lnTo>
                          <a:pt x="185" y="96"/>
                        </a:lnTo>
                        <a:lnTo>
                          <a:pt x="191" y="94"/>
                        </a:lnTo>
                        <a:lnTo>
                          <a:pt x="189" y="92"/>
                        </a:lnTo>
                        <a:lnTo>
                          <a:pt x="188" y="91"/>
                        </a:lnTo>
                        <a:lnTo>
                          <a:pt x="195" y="90"/>
                        </a:lnTo>
                        <a:lnTo>
                          <a:pt x="199" y="87"/>
                        </a:lnTo>
                        <a:lnTo>
                          <a:pt x="199" y="84"/>
                        </a:lnTo>
                        <a:lnTo>
                          <a:pt x="195" y="83"/>
                        </a:lnTo>
                        <a:lnTo>
                          <a:pt x="195" y="79"/>
                        </a:lnTo>
                        <a:lnTo>
                          <a:pt x="199" y="77"/>
                        </a:lnTo>
                        <a:lnTo>
                          <a:pt x="203" y="75"/>
                        </a:lnTo>
                        <a:lnTo>
                          <a:pt x="206" y="75"/>
                        </a:lnTo>
                        <a:lnTo>
                          <a:pt x="210" y="71"/>
                        </a:lnTo>
                        <a:lnTo>
                          <a:pt x="212" y="73"/>
                        </a:lnTo>
                        <a:lnTo>
                          <a:pt x="214" y="76"/>
                        </a:lnTo>
                        <a:lnTo>
                          <a:pt x="220" y="75"/>
                        </a:lnTo>
                        <a:lnTo>
                          <a:pt x="226" y="75"/>
                        </a:lnTo>
                        <a:lnTo>
                          <a:pt x="230" y="71"/>
                        </a:lnTo>
                        <a:lnTo>
                          <a:pt x="229" y="68"/>
                        </a:lnTo>
                        <a:lnTo>
                          <a:pt x="222" y="63"/>
                        </a:lnTo>
                        <a:lnTo>
                          <a:pt x="220" y="61"/>
                        </a:lnTo>
                        <a:lnTo>
                          <a:pt x="220" y="65"/>
                        </a:lnTo>
                        <a:lnTo>
                          <a:pt x="218" y="68"/>
                        </a:lnTo>
                        <a:lnTo>
                          <a:pt x="215" y="68"/>
                        </a:lnTo>
                        <a:lnTo>
                          <a:pt x="212" y="65"/>
                        </a:lnTo>
                        <a:lnTo>
                          <a:pt x="206" y="64"/>
                        </a:lnTo>
                        <a:lnTo>
                          <a:pt x="203" y="61"/>
                        </a:lnTo>
                        <a:lnTo>
                          <a:pt x="206" y="58"/>
                        </a:lnTo>
                        <a:lnTo>
                          <a:pt x="210" y="52"/>
                        </a:lnTo>
                        <a:lnTo>
                          <a:pt x="210" y="48"/>
                        </a:lnTo>
                        <a:lnTo>
                          <a:pt x="207" y="48"/>
                        </a:lnTo>
                        <a:lnTo>
                          <a:pt x="204" y="52"/>
                        </a:lnTo>
                        <a:lnTo>
                          <a:pt x="203" y="53"/>
                        </a:lnTo>
                        <a:lnTo>
                          <a:pt x="196" y="60"/>
                        </a:lnTo>
                        <a:lnTo>
                          <a:pt x="195" y="63"/>
                        </a:lnTo>
                        <a:lnTo>
                          <a:pt x="193" y="65"/>
                        </a:lnTo>
                        <a:lnTo>
                          <a:pt x="191" y="71"/>
                        </a:lnTo>
                        <a:lnTo>
                          <a:pt x="185" y="76"/>
                        </a:lnTo>
                        <a:lnTo>
                          <a:pt x="182" y="75"/>
                        </a:lnTo>
                        <a:lnTo>
                          <a:pt x="177" y="72"/>
                        </a:lnTo>
                        <a:lnTo>
                          <a:pt x="172" y="71"/>
                        </a:lnTo>
                        <a:lnTo>
                          <a:pt x="167" y="72"/>
                        </a:lnTo>
                        <a:lnTo>
                          <a:pt x="161" y="75"/>
                        </a:lnTo>
                        <a:lnTo>
                          <a:pt x="158" y="75"/>
                        </a:lnTo>
                        <a:lnTo>
                          <a:pt x="153" y="58"/>
                        </a:lnTo>
                        <a:lnTo>
                          <a:pt x="142" y="57"/>
                        </a:lnTo>
                        <a:lnTo>
                          <a:pt x="142" y="37"/>
                        </a:lnTo>
                        <a:lnTo>
                          <a:pt x="136" y="38"/>
                        </a:lnTo>
                        <a:lnTo>
                          <a:pt x="134" y="30"/>
                        </a:lnTo>
                        <a:lnTo>
                          <a:pt x="125" y="24"/>
                        </a:lnTo>
                        <a:lnTo>
                          <a:pt x="102" y="24"/>
                        </a:lnTo>
                        <a:lnTo>
                          <a:pt x="82" y="27"/>
                        </a:lnTo>
                        <a:lnTo>
                          <a:pt x="70" y="19"/>
                        </a:lnTo>
                        <a:lnTo>
                          <a:pt x="60" y="16"/>
                        </a:lnTo>
                        <a:lnTo>
                          <a:pt x="38" y="0"/>
                        </a:lnTo>
                        <a:lnTo>
                          <a:pt x="0" y="7"/>
                        </a:lnTo>
                        <a:lnTo>
                          <a:pt x="13" y="75"/>
                        </a:lnTo>
                        <a:lnTo>
                          <a:pt x="18" y="75"/>
                        </a:lnTo>
                        <a:lnTo>
                          <a:pt x="25" y="76"/>
                        </a:lnTo>
                        <a:lnTo>
                          <a:pt x="26" y="72"/>
                        </a:lnTo>
                        <a:lnTo>
                          <a:pt x="23" y="69"/>
                        </a:lnTo>
                        <a:lnTo>
                          <a:pt x="22" y="65"/>
                        </a:lnTo>
                        <a:lnTo>
                          <a:pt x="26" y="58"/>
                        </a:lnTo>
                        <a:lnTo>
                          <a:pt x="30" y="58"/>
                        </a:lnTo>
                        <a:lnTo>
                          <a:pt x="32" y="54"/>
                        </a:lnTo>
                        <a:lnTo>
                          <a:pt x="36" y="53"/>
                        </a:lnTo>
                        <a:lnTo>
                          <a:pt x="38" y="54"/>
                        </a:lnTo>
                        <a:lnTo>
                          <a:pt x="41" y="53"/>
                        </a:lnTo>
                        <a:lnTo>
                          <a:pt x="38" y="50"/>
                        </a:lnTo>
                        <a:lnTo>
                          <a:pt x="45" y="50"/>
                        </a:lnTo>
                        <a:lnTo>
                          <a:pt x="55" y="56"/>
                        </a:lnTo>
                        <a:lnTo>
                          <a:pt x="63" y="60"/>
                        </a:lnTo>
                        <a:lnTo>
                          <a:pt x="64" y="64"/>
                        </a:lnTo>
                        <a:lnTo>
                          <a:pt x="74" y="69"/>
                        </a:lnTo>
                        <a:lnTo>
                          <a:pt x="83" y="73"/>
                        </a:lnTo>
                        <a:lnTo>
                          <a:pt x="85" y="72"/>
                        </a:lnTo>
                        <a:lnTo>
                          <a:pt x="87" y="73"/>
                        </a:lnTo>
                        <a:lnTo>
                          <a:pt x="94" y="77"/>
                        </a:lnTo>
                        <a:lnTo>
                          <a:pt x="97" y="86"/>
                        </a:lnTo>
                        <a:lnTo>
                          <a:pt x="100" y="87"/>
                        </a:lnTo>
                        <a:lnTo>
                          <a:pt x="100" y="91"/>
                        </a:lnTo>
                        <a:lnTo>
                          <a:pt x="104" y="96"/>
                        </a:lnTo>
                        <a:lnTo>
                          <a:pt x="108" y="99"/>
                        </a:lnTo>
                        <a:lnTo>
                          <a:pt x="117" y="106"/>
                        </a:lnTo>
                        <a:lnTo>
                          <a:pt x="127" y="113"/>
                        </a:lnTo>
                        <a:lnTo>
                          <a:pt x="138" y="117"/>
                        </a:lnTo>
                        <a:lnTo>
                          <a:pt x="147" y="124"/>
                        </a:lnTo>
                        <a:lnTo>
                          <a:pt x="155" y="125"/>
                        </a:lnTo>
                        <a:lnTo>
                          <a:pt x="157" y="126"/>
                        </a:lnTo>
                        <a:lnTo>
                          <a:pt x="159" y="126"/>
                        </a:lnTo>
                        <a:lnTo>
                          <a:pt x="165" y="130"/>
                        </a:lnTo>
                        <a:lnTo>
                          <a:pt x="165" y="133"/>
                        </a:lnTo>
                        <a:lnTo>
                          <a:pt x="165" y="140"/>
                        </a:lnTo>
                        <a:lnTo>
                          <a:pt x="169" y="139"/>
                        </a:lnTo>
                        <a:lnTo>
                          <a:pt x="172" y="140"/>
                        </a:lnTo>
                        <a:lnTo>
                          <a:pt x="174" y="143"/>
                        </a:lnTo>
                        <a:lnTo>
                          <a:pt x="176" y="143"/>
                        </a:lnTo>
                        <a:lnTo>
                          <a:pt x="178" y="141"/>
                        </a:lnTo>
                        <a:lnTo>
                          <a:pt x="181" y="141"/>
                        </a:lnTo>
                        <a:lnTo>
                          <a:pt x="182" y="143"/>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82" name="Freeform 838">
                    <a:extLst>
                      <a:ext uri="{FF2B5EF4-FFF2-40B4-BE49-F238E27FC236}">
                        <a16:creationId xmlns:a16="http://schemas.microsoft.com/office/drawing/2014/main" id="{F3278CBE-5512-65B7-01AC-DB7ACFF67BCC}"/>
                      </a:ext>
                    </a:extLst>
                  </p:cNvPr>
                  <p:cNvSpPr>
                    <a:spLocks/>
                  </p:cNvSpPr>
                  <p:nvPr/>
                </p:nvSpPr>
                <p:spPr bwMode="auto">
                  <a:xfrm>
                    <a:off x="9887807" y="2399433"/>
                    <a:ext cx="186900" cy="107215"/>
                  </a:xfrm>
                  <a:custGeom>
                    <a:avLst/>
                    <a:gdLst/>
                    <a:ahLst/>
                    <a:cxnLst>
                      <a:cxn ang="0">
                        <a:pos x="205" y="80"/>
                      </a:cxn>
                      <a:cxn ang="0">
                        <a:pos x="195" y="75"/>
                      </a:cxn>
                      <a:cxn ang="0">
                        <a:pos x="167" y="63"/>
                      </a:cxn>
                      <a:cxn ang="0">
                        <a:pos x="144" y="46"/>
                      </a:cxn>
                      <a:cxn ang="0">
                        <a:pos x="137" y="36"/>
                      </a:cxn>
                      <a:cxn ang="0">
                        <a:pos x="125" y="22"/>
                      </a:cxn>
                      <a:cxn ang="0">
                        <a:pos x="104" y="14"/>
                      </a:cxn>
                      <a:cxn ang="0">
                        <a:pos x="85" y="0"/>
                      </a:cxn>
                      <a:cxn ang="0">
                        <a:pos x="78" y="4"/>
                      </a:cxn>
                      <a:cxn ang="0">
                        <a:pos x="70" y="8"/>
                      </a:cxn>
                      <a:cxn ang="0">
                        <a:pos x="63" y="19"/>
                      </a:cxn>
                      <a:cxn ang="0">
                        <a:pos x="58" y="25"/>
                      </a:cxn>
                      <a:cxn ang="0">
                        <a:pos x="35" y="17"/>
                      </a:cxn>
                      <a:cxn ang="0">
                        <a:pos x="9" y="11"/>
                      </a:cxn>
                      <a:cxn ang="0">
                        <a:pos x="2" y="22"/>
                      </a:cxn>
                      <a:cxn ang="0">
                        <a:pos x="6" y="29"/>
                      </a:cxn>
                      <a:cxn ang="0">
                        <a:pos x="8" y="41"/>
                      </a:cxn>
                      <a:cxn ang="0">
                        <a:pos x="10" y="52"/>
                      </a:cxn>
                      <a:cxn ang="0">
                        <a:pos x="13" y="53"/>
                      </a:cxn>
                      <a:cxn ang="0">
                        <a:pos x="20" y="52"/>
                      </a:cxn>
                      <a:cxn ang="0">
                        <a:pos x="21" y="59"/>
                      </a:cxn>
                      <a:cxn ang="0">
                        <a:pos x="24" y="61"/>
                      </a:cxn>
                      <a:cxn ang="0">
                        <a:pos x="19" y="60"/>
                      </a:cxn>
                      <a:cxn ang="0">
                        <a:pos x="19" y="67"/>
                      </a:cxn>
                      <a:cxn ang="0">
                        <a:pos x="20" y="64"/>
                      </a:cxn>
                      <a:cxn ang="0">
                        <a:pos x="28" y="70"/>
                      </a:cxn>
                      <a:cxn ang="0">
                        <a:pos x="30" y="79"/>
                      </a:cxn>
                      <a:cxn ang="0">
                        <a:pos x="34" y="98"/>
                      </a:cxn>
                      <a:cxn ang="0">
                        <a:pos x="44" y="91"/>
                      </a:cxn>
                      <a:cxn ang="0">
                        <a:pos x="54" y="85"/>
                      </a:cxn>
                      <a:cxn ang="0">
                        <a:pos x="66" y="80"/>
                      </a:cxn>
                      <a:cxn ang="0">
                        <a:pos x="76" y="82"/>
                      </a:cxn>
                      <a:cxn ang="0">
                        <a:pos x="93" y="91"/>
                      </a:cxn>
                      <a:cxn ang="0">
                        <a:pos x="104" y="93"/>
                      </a:cxn>
                      <a:cxn ang="0">
                        <a:pos x="108" y="98"/>
                      </a:cxn>
                      <a:cxn ang="0">
                        <a:pos x="123" y="106"/>
                      </a:cxn>
                      <a:cxn ang="0">
                        <a:pos x="135" y="113"/>
                      </a:cxn>
                      <a:cxn ang="0">
                        <a:pos x="135" y="121"/>
                      </a:cxn>
                      <a:cxn ang="0">
                        <a:pos x="141" y="123"/>
                      </a:cxn>
                      <a:cxn ang="0">
                        <a:pos x="148" y="123"/>
                      </a:cxn>
                      <a:cxn ang="0">
                        <a:pos x="153" y="128"/>
                      </a:cxn>
                      <a:cxn ang="0">
                        <a:pos x="160" y="127"/>
                      </a:cxn>
                      <a:cxn ang="0">
                        <a:pos x="164" y="121"/>
                      </a:cxn>
                      <a:cxn ang="0">
                        <a:pos x="174" y="116"/>
                      </a:cxn>
                      <a:cxn ang="0">
                        <a:pos x="179" y="112"/>
                      </a:cxn>
                      <a:cxn ang="0">
                        <a:pos x="183" y="101"/>
                      </a:cxn>
                      <a:cxn ang="0">
                        <a:pos x="182" y="95"/>
                      </a:cxn>
                      <a:cxn ang="0">
                        <a:pos x="188" y="93"/>
                      </a:cxn>
                      <a:cxn ang="0">
                        <a:pos x="198" y="89"/>
                      </a:cxn>
                      <a:cxn ang="0">
                        <a:pos x="205" y="90"/>
                      </a:cxn>
                    </a:cxnLst>
                    <a:rect l="0" t="0" r="r" b="b"/>
                    <a:pathLst>
                      <a:path w="205" h="129">
                        <a:moveTo>
                          <a:pt x="205" y="90"/>
                        </a:moveTo>
                        <a:lnTo>
                          <a:pt x="205" y="83"/>
                        </a:lnTo>
                        <a:lnTo>
                          <a:pt x="205" y="80"/>
                        </a:lnTo>
                        <a:lnTo>
                          <a:pt x="199" y="76"/>
                        </a:lnTo>
                        <a:lnTo>
                          <a:pt x="197" y="76"/>
                        </a:lnTo>
                        <a:lnTo>
                          <a:pt x="195" y="75"/>
                        </a:lnTo>
                        <a:lnTo>
                          <a:pt x="187" y="74"/>
                        </a:lnTo>
                        <a:lnTo>
                          <a:pt x="178" y="67"/>
                        </a:lnTo>
                        <a:lnTo>
                          <a:pt x="167" y="63"/>
                        </a:lnTo>
                        <a:lnTo>
                          <a:pt x="157" y="56"/>
                        </a:lnTo>
                        <a:lnTo>
                          <a:pt x="148" y="49"/>
                        </a:lnTo>
                        <a:lnTo>
                          <a:pt x="144" y="46"/>
                        </a:lnTo>
                        <a:lnTo>
                          <a:pt x="140" y="41"/>
                        </a:lnTo>
                        <a:lnTo>
                          <a:pt x="140" y="37"/>
                        </a:lnTo>
                        <a:lnTo>
                          <a:pt x="137" y="36"/>
                        </a:lnTo>
                        <a:lnTo>
                          <a:pt x="134" y="27"/>
                        </a:lnTo>
                        <a:lnTo>
                          <a:pt x="127" y="23"/>
                        </a:lnTo>
                        <a:lnTo>
                          <a:pt x="125" y="22"/>
                        </a:lnTo>
                        <a:lnTo>
                          <a:pt x="123" y="23"/>
                        </a:lnTo>
                        <a:lnTo>
                          <a:pt x="114" y="19"/>
                        </a:lnTo>
                        <a:lnTo>
                          <a:pt x="104" y="14"/>
                        </a:lnTo>
                        <a:lnTo>
                          <a:pt x="103" y="10"/>
                        </a:lnTo>
                        <a:lnTo>
                          <a:pt x="95" y="6"/>
                        </a:lnTo>
                        <a:lnTo>
                          <a:pt x="85" y="0"/>
                        </a:lnTo>
                        <a:lnTo>
                          <a:pt x="78" y="0"/>
                        </a:lnTo>
                        <a:lnTo>
                          <a:pt x="81" y="3"/>
                        </a:lnTo>
                        <a:lnTo>
                          <a:pt x="78" y="4"/>
                        </a:lnTo>
                        <a:lnTo>
                          <a:pt x="76" y="3"/>
                        </a:lnTo>
                        <a:lnTo>
                          <a:pt x="72" y="4"/>
                        </a:lnTo>
                        <a:lnTo>
                          <a:pt x="70" y="8"/>
                        </a:lnTo>
                        <a:lnTo>
                          <a:pt x="66" y="8"/>
                        </a:lnTo>
                        <a:lnTo>
                          <a:pt x="62" y="15"/>
                        </a:lnTo>
                        <a:lnTo>
                          <a:pt x="63" y="19"/>
                        </a:lnTo>
                        <a:lnTo>
                          <a:pt x="66" y="22"/>
                        </a:lnTo>
                        <a:lnTo>
                          <a:pt x="65" y="26"/>
                        </a:lnTo>
                        <a:lnTo>
                          <a:pt x="58" y="25"/>
                        </a:lnTo>
                        <a:lnTo>
                          <a:pt x="50" y="25"/>
                        </a:lnTo>
                        <a:lnTo>
                          <a:pt x="44" y="26"/>
                        </a:lnTo>
                        <a:lnTo>
                          <a:pt x="35" y="17"/>
                        </a:lnTo>
                        <a:lnTo>
                          <a:pt x="25" y="10"/>
                        </a:lnTo>
                        <a:lnTo>
                          <a:pt x="16" y="8"/>
                        </a:lnTo>
                        <a:lnTo>
                          <a:pt x="9" y="11"/>
                        </a:lnTo>
                        <a:lnTo>
                          <a:pt x="0" y="19"/>
                        </a:lnTo>
                        <a:lnTo>
                          <a:pt x="0" y="21"/>
                        </a:lnTo>
                        <a:lnTo>
                          <a:pt x="2" y="22"/>
                        </a:lnTo>
                        <a:lnTo>
                          <a:pt x="4" y="25"/>
                        </a:lnTo>
                        <a:lnTo>
                          <a:pt x="5" y="26"/>
                        </a:lnTo>
                        <a:lnTo>
                          <a:pt x="6" y="29"/>
                        </a:lnTo>
                        <a:lnTo>
                          <a:pt x="9" y="34"/>
                        </a:lnTo>
                        <a:lnTo>
                          <a:pt x="9" y="38"/>
                        </a:lnTo>
                        <a:lnTo>
                          <a:pt x="8" y="41"/>
                        </a:lnTo>
                        <a:lnTo>
                          <a:pt x="8" y="48"/>
                        </a:lnTo>
                        <a:lnTo>
                          <a:pt x="9" y="51"/>
                        </a:lnTo>
                        <a:lnTo>
                          <a:pt x="10" y="52"/>
                        </a:lnTo>
                        <a:lnTo>
                          <a:pt x="15" y="57"/>
                        </a:lnTo>
                        <a:lnTo>
                          <a:pt x="15" y="55"/>
                        </a:lnTo>
                        <a:lnTo>
                          <a:pt x="13" y="53"/>
                        </a:lnTo>
                        <a:lnTo>
                          <a:pt x="15" y="52"/>
                        </a:lnTo>
                        <a:lnTo>
                          <a:pt x="19" y="53"/>
                        </a:lnTo>
                        <a:lnTo>
                          <a:pt x="20" y="52"/>
                        </a:lnTo>
                        <a:lnTo>
                          <a:pt x="21" y="53"/>
                        </a:lnTo>
                        <a:lnTo>
                          <a:pt x="20" y="56"/>
                        </a:lnTo>
                        <a:lnTo>
                          <a:pt x="21" y="59"/>
                        </a:lnTo>
                        <a:lnTo>
                          <a:pt x="23" y="57"/>
                        </a:lnTo>
                        <a:lnTo>
                          <a:pt x="25" y="60"/>
                        </a:lnTo>
                        <a:lnTo>
                          <a:pt x="24" y="61"/>
                        </a:lnTo>
                        <a:lnTo>
                          <a:pt x="21" y="61"/>
                        </a:lnTo>
                        <a:lnTo>
                          <a:pt x="20" y="61"/>
                        </a:lnTo>
                        <a:lnTo>
                          <a:pt x="19" y="60"/>
                        </a:lnTo>
                        <a:lnTo>
                          <a:pt x="16" y="63"/>
                        </a:lnTo>
                        <a:lnTo>
                          <a:pt x="16" y="64"/>
                        </a:lnTo>
                        <a:lnTo>
                          <a:pt x="19" y="67"/>
                        </a:lnTo>
                        <a:lnTo>
                          <a:pt x="17" y="64"/>
                        </a:lnTo>
                        <a:lnTo>
                          <a:pt x="20" y="63"/>
                        </a:lnTo>
                        <a:lnTo>
                          <a:pt x="20" y="64"/>
                        </a:lnTo>
                        <a:lnTo>
                          <a:pt x="23" y="64"/>
                        </a:lnTo>
                        <a:lnTo>
                          <a:pt x="24" y="67"/>
                        </a:lnTo>
                        <a:lnTo>
                          <a:pt x="28" y="70"/>
                        </a:lnTo>
                        <a:lnTo>
                          <a:pt x="30" y="72"/>
                        </a:lnTo>
                        <a:lnTo>
                          <a:pt x="30" y="76"/>
                        </a:lnTo>
                        <a:lnTo>
                          <a:pt x="30" y="79"/>
                        </a:lnTo>
                        <a:lnTo>
                          <a:pt x="30" y="86"/>
                        </a:lnTo>
                        <a:lnTo>
                          <a:pt x="31" y="91"/>
                        </a:lnTo>
                        <a:lnTo>
                          <a:pt x="34" y="98"/>
                        </a:lnTo>
                        <a:lnTo>
                          <a:pt x="36" y="97"/>
                        </a:lnTo>
                        <a:lnTo>
                          <a:pt x="43" y="95"/>
                        </a:lnTo>
                        <a:lnTo>
                          <a:pt x="44" y="91"/>
                        </a:lnTo>
                        <a:lnTo>
                          <a:pt x="46" y="90"/>
                        </a:lnTo>
                        <a:lnTo>
                          <a:pt x="49" y="90"/>
                        </a:lnTo>
                        <a:lnTo>
                          <a:pt x="54" y="85"/>
                        </a:lnTo>
                        <a:lnTo>
                          <a:pt x="61" y="83"/>
                        </a:lnTo>
                        <a:lnTo>
                          <a:pt x="66" y="85"/>
                        </a:lnTo>
                        <a:lnTo>
                          <a:pt x="66" y="80"/>
                        </a:lnTo>
                        <a:lnTo>
                          <a:pt x="69" y="80"/>
                        </a:lnTo>
                        <a:lnTo>
                          <a:pt x="73" y="82"/>
                        </a:lnTo>
                        <a:lnTo>
                          <a:pt x="76" y="82"/>
                        </a:lnTo>
                        <a:lnTo>
                          <a:pt x="81" y="86"/>
                        </a:lnTo>
                        <a:lnTo>
                          <a:pt x="85" y="87"/>
                        </a:lnTo>
                        <a:lnTo>
                          <a:pt x="93" y="91"/>
                        </a:lnTo>
                        <a:lnTo>
                          <a:pt x="96" y="91"/>
                        </a:lnTo>
                        <a:lnTo>
                          <a:pt x="97" y="90"/>
                        </a:lnTo>
                        <a:lnTo>
                          <a:pt x="104" y="93"/>
                        </a:lnTo>
                        <a:lnTo>
                          <a:pt x="107" y="93"/>
                        </a:lnTo>
                        <a:lnTo>
                          <a:pt x="107" y="97"/>
                        </a:lnTo>
                        <a:lnTo>
                          <a:pt x="108" y="98"/>
                        </a:lnTo>
                        <a:lnTo>
                          <a:pt x="111" y="98"/>
                        </a:lnTo>
                        <a:lnTo>
                          <a:pt x="116" y="99"/>
                        </a:lnTo>
                        <a:lnTo>
                          <a:pt x="123" y="106"/>
                        </a:lnTo>
                        <a:lnTo>
                          <a:pt x="129" y="108"/>
                        </a:lnTo>
                        <a:lnTo>
                          <a:pt x="133" y="109"/>
                        </a:lnTo>
                        <a:lnTo>
                          <a:pt x="135" y="113"/>
                        </a:lnTo>
                        <a:lnTo>
                          <a:pt x="134" y="114"/>
                        </a:lnTo>
                        <a:lnTo>
                          <a:pt x="135" y="118"/>
                        </a:lnTo>
                        <a:lnTo>
                          <a:pt x="135" y="121"/>
                        </a:lnTo>
                        <a:lnTo>
                          <a:pt x="135" y="123"/>
                        </a:lnTo>
                        <a:lnTo>
                          <a:pt x="137" y="123"/>
                        </a:lnTo>
                        <a:lnTo>
                          <a:pt x="141" y="123"/>
                        </a:lnTo>
                        <a:lnTo>
                          <a:pt x="142" y="125"/>
                        </a:lnTo>
                        <a:lnTo>
                          <a:pt x="145" y="125"/>
                        </a:lnTo>
                        <a:lnTo>
                          <a:pt x="148" y="123"/>
                        </a:lnTo>
                        <a:lnTo>
                          <a:pt x="149" y="123"/>
                        </a:lnTo>
                        <a:lnTo>
                          <a:pt x="153" y="125"/>
                        </a:lnTo>
                        <a:lnTo>
                          <a:pt x="153" y="128"/>
                        </a:lnTo>
                        <a:lnTo>
                          <a:pt x="155" y="129"/>
                        </a:lnTo>
                        <a:lnTo>
                          <a:pt x="156" y="127"/>
                        </a:lnTo>
                        <a:lnTo>
                          <a:pt x="160" y="127"/>
                        </a:lnTo>
                        <a:lnTo>
                          <a:pt x="163" y="124"/>
                        </a:lnTo>
                        <a:lnTo>
                          <a:pt x="163" y="123"/>
                        </a:lnTo>
                        <a:lnTo>
                          <a:pt x="164" y="121"/>
                        </a:lnTo>
                        <a:lnTo>
                          <a:pt x="164" y="118"/>
                        </a:lnTo>
                        <a:lnTo>
                          <a:pt x="168" y="116"/>
                        </a:lnTo>
                        <a:lnTo>
                          <a:pt x="174" y="116"/>
                        </a:lnTo>
                        <a:lnTo>
                          <a:pt x="175" y="114"/>
                        </a:lnTo>
                        <a:lnTo>
                          <a:pt x="176" y="112"/>
                        </a:lnTo>
                        <a:lnTo>
                          <a:pt x="179" y="112"/>
                        </a:lnTo>
                        <a:lnTo>
                          <a:pt x="180" y="108"/>
                        </a:lnTo>
                        <a:lnTo>
                          <a:pt x="180" y="105"/>
                        </a:lnTo>
                        <a:lnTo>
                          <a:pt x="183" y="101"/>
                        </a:lnTo>
                        <a:lnTo>
                          <a:pt x="183" y="98"/>
                        </a:lnTo>
                        <a:lnTo>
                          <a:pt x="182" y="97"/>
                        </a:lnTo>
                        <a:lnTo>
                          <a:pt x="182" y="95"/>
                        </a:lnTo>
                        <a:lnTo>
                          <a:pt x="183" y="94"/>
                        </a:lnTo>
                        <a:lnTo>
                          <a:pt x="184" y="93"/>
                        </a:lnTo>
                        <a:lnTo>
                          <a:pt x="188" y="93"/>
                        </a:lnTo>
                        <a:lnTo>
                          <a:pt x="190" y="93"/>
                        </a:lnTo>
                        <a:lnTo>
                          <a:pt x="194" y="89"/>
                        </a:lnTo>
                        <a:lnTo>
                          <a:pt x="198" y="89"/>
                        </a:lnTo>
                        <a:lnTo>
                          <a:pt x="201" y="90"/>
                        </a:lnTo>
                        <a:lnTo>
                          <a:pt x="203" y="89"/>
                        </a:lnTo>
                        <a:lnTo>
                          <a:pt x="205" y="90"/>
                        </a:lnTo>
                        <a:lnTo>
                          <a:pt x="205" y="90"/>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83" name="Freeform 840">
                    <a:extLst>
                      <a:ext uri="{FF2B5EF4-FFF2-40B4-BE49-F238E27FC236}">
                        <a16:creationId xmlns:a16="http://schemas.microsoft.com/office/drawing/2014/main" id="{F7C5737D-32EA-3CDF-72D8-B331BBE4F0B5}"/>
                      </a:ext>
                    </a:extLst>
                  </p:cNvPr>
                  <p:cNvSpPr>
                    <a:spLocks/>
                  </p:cNvSpPr>
                  <p:nvPr/>
                </p:nvSpPr>
                <p:spPr bwMode="auto">
                  <a:xfrm>
                    <a:off x="10019092" y="2481713"/>
                    <a:ext cx="180518" cy="181184"/>
                  </a:xfrm>
                  <a:custGeom>
                    <a:avLst/>
                    <a:gdLst/>
                    <a:ahLst/>
                    <a:cxnLst>
                      <a:cxn ang="0">
                        <a:pos x="119" y="210"/>
                      </a:cxn>
                      <a:cxn ang="0">
                        <a:pos x="135" y="206"/>
                      </a:cxn>
                      <a:cxn ang="0">
                        <a:pos x="144" y="204"/>
                      </a:cxn>
                      <a:cxn ang="0">
                        <a:pos x="150" y="202"/>
                      </a:cxn>
                      <a:cxn ang="0">
                        <a:pos x="145" y="185"/>
                      </a:cxn>
                      <a:cxn ang="0">
                        <a:pos x="135" y="176"/>
                      </a:cxn>
                      <a:cxn ang="0">
                        <a:pos x="129" y="168"/>
                      </a:cxn>
                      <a:cxn ang="0">
                        <a:pos x="126" y="158"/>
                      </a:cxn>
                      <a:cxn ang="0">
                        <a:pos x="135" y="147"/>
                      </a:cxn>
                      <a:cxn ang="0">
                        <a:pos x="142" y="151"/>
                      </a:cxn>
                      <a:cxn ang="0">
                        <a:pos x="163" y="134"/>
                      </a:cxn>
                      <a:cxn ang="0">
                        <a:pos x="175" y="117"/>
                      </a:cxn>
                      <a:cxn ang="0">
                        <a:pos x="179" y="108"/>
                      </a:cxn>
                      <a:cxn ang="0">
                        <a:pos x="186" y="91"/>
                      </a:cxn>
                      <a:cxn ang="0">
                        <a:pos x="191" y="79"/>
                      </a:cxn>
                      <a:cxn ang="0">
                        <a:pos x="198" y="71"/>
                      </a:cxn>
                      <a:cxn ang="0">
                        <a:pos x="184" y="67"/>
                      </a:cxn>
                      <a:cxn ang="0">
                        <a:pos x="169" y="55"/>
                      </a:cxn>
                      <a:cxn ang="0">
                        <a:pos x="167" y="36"/>
                      </a:cxn>
                      <a:cxn ang="0">
                        <a:pos x="167" y="26"/>
                      </a:cxn>
                      <a:cxn ang="0">
                        <a:pos x="155" y="14"/>
                      </a:cxn>
                      <a:cxn ang="0">
                        <a:pos x="148" y="9"/>
                      </a:cxn>
                      <a:cxn ang="0">
                        <a:pos x="146" y="0"/>
                      </a:cxn>
                      <a:cxn ang="0">
                        <a:pos x="131" y="9"/>
                      </a:cxn>
                      <a:cxn ang="0">
                        <a:pos x="129" y="36"/>
                      </a:cxn>
                      <a:cxn ang="0">
                        <a:pos x="123" y="48"/>
                      </a:cxn>
                      <a:cxn ang="0">
                        <a:pos x="119" y="53"/>
                      </a:cxn>
                      <a:cxn ang="0">
                        <a:pos x="114" y="63"/>
                      </a:cxn>
                      <a:cxn ang="0">
                        <a:pos x="111" y="75"/>
                      </a:cxn>
                      <a:cxn ang="0">
                        <a:pos x="106" y="83"/>
                      </a:cxn>
                      <a:cxn ang="0">
                        <a:pos x="99" y="85"/>
                      </a:cxn>
                      <a:cxn ang="0">
                        <a:pos x="91" y="91"/>
                      </a:cxn>
                      <a:cxn ang="0">
                        <a:pos x="80" y="96"/>
                      </a:cxn>
                      <a:cxn ang="0">
                        <a:pos x="73" y="102"/>
                      </a:cxn>
                      <a:cxn ang="0">
                        <a:pos x="76" y="117"/>
                      </a:cxn>
                      <a:cxn ang="0">
                        <a:pos x="59" y="123"/>
                      </a:cxn>
                      <a:cxn ang="0">
                        <a:pos x="40" y="125"/>
                      </a:cxn>
                      <a:cxn ang="0">
                        <a:pos x="0" y="121"/>
                      </a:cxn>
                      <a:cxn ang="0">
                        <a:pos x="16" y="140"/>
                      </a:cxn>
                      <a:cxn ang="0">
                        <a:pos x="25" y="144"/>
                      </a:cxn>
                      <a:cxn ang="0">
                        <a:pos x="31" y="158"/>
                      </a:cxn>
                      <a:cxn ang="0">
                        <a:pos x="39" y="168"/>
                      </a:cxn>
                      <a:cxn ang="0">
                        <a:pos x="25" y="172"/>
                      </a:cxn>
                      <a:cxn ang="0">
                        <a:pos x="17" y="181"/>
                      </a:cxn>
                      <a:cxn ang="0">
                        <a:pos x="20" y="192"/>
                      </a:cxn>
                      <a:cxn ang="0">
                        <a:pos x="28" y="192"/>
                      </a:cxn>
                      <a:cxn ang="0">
                        <a:pos x="35" y="192"/>
                      </a:cxn>
                      <a:cxn ang="0">
                        <a:pos x="42" y="192"/>
                      </a:cxn>
                      <a:cxn ang="0">
                        <a:pos x="49" y="191"/>
                      </a:cxn>
                      <a:cxn ang="0">
                        <a:pos x="54" y="192"/>
                      </a:cxn>
                      <a:cxn ang="0">
                        <a:pos x="65" y="189"/>
                      </a:cxn>
                      <a:cxn ang="0">
                        <a:pos x="72" y="188"/>
                      </a:cxn>
                      <a:cxn ang="0">
                        <a:pos x="85" y="188"/>
                      </a:cxn>
                      <a:cxn ang="0">
                        <a:pos x="89" y="196"/>
                      </a:cxn>
                      <a:cxn ang="0">
                        <a:pos x="95" y="196"/>
                      </a:cxn>
                      <a:cxn ang="0">
                        <a:pos x="99" y="208"/>
                      </a:cxn>
                      <a:cxn ang="0">
                        <a:pos x="100" y="211"/>
                      </a:cxn>
                      <a:cxn ang="0">
                        <a:pos x="112" y="216"/>
                      </a:cxn>
                    </a:cxnLst>
                    <a:rect l="0" t="0" r="r" b="b"/>
                    <a:pathLst>
                      <a:path w="198" h="218">
                        <a:moveTo>
                          <a:pt x="115" y="216"/>
                        </a:moveTo>
                        <a:lnTo>
                          <a:pt x="115" y="212"/>
                        </a:lnTo>
                        <a:lnTo>
                          <a:pt x="118" y="211"/>
                        </a:lnTo>
                        <a:lnTo>
                          <a:pt x="119" y="210"/>
                        </a:lnTo>
                        <a:lnTo>
                          <a:pt x="121" y="207"/>
                        </a:lnTo>
                        <a:lnTo>
                          <a:pt x="123" y="207"/>
                        </a:lnTo>
                        <a:lnTo>
                          <a:pt x="126" y="206"/>
                        </a:lnTo>
                        <a:lnTo>
                          <a:pt x="135" y="206"/>
                        </a:lnTo>
                        <a:lnTo>
                          <a:pt x="141" y="204"/>
                        </a:lnTo>
                        <a:lnTo>
                          <a:pt x="142" y="203"/>
                        </a:lnTo>
                        <a:lnTo>
                          <a:pt x="145" y="202"/>
                        </a:lnTo>
                        <a:lnTo>
                          <a:pt x="144" y="204"/>
                        </a:lnTo>
                        <a:lnTo>
                          <a:pt x="145" y="206"/>
                        </a:lnTo>
                        <a:lnTo>
                          <a:pt x="149" y="204"/>
                        </a:lnTo>
                        <a:lnTo>
                          <a:pt x="152" y="203"/>
                        </a:lnTo>
                        <a:lnTo>
                          <a:pt x="150" y="202"/>
                        </a:lnTo>
                        <a:lnTo>
                          <a:pt x="150" y="199"/>
                        </a:lnTo>
                        <a:lnTo>
                          <a:pt x="148" y="191"/>
                        </a:lnTo>
                        <a:lnTo>
                          <a:pt x="145" y="187"/>
                        </a:lnTo>
                        <a:lnTo>
                          <a:pt x="145" y="185"/>
                        </a:lnTo>
                        <a:lnTo>
                          <a:pt x="144" y="183"/>
                        </a:lnTo>
                        <a:lnTo>
                          <a:pt x="141" y="184"/>
                        </a:lnTo>
                        <a:lnTo>
                          <a:pt x="135" y="180"/>
                        </a:lnTo>
                        <a:lnTo>
                          <a:pt x="135" y="176"/>
                        </a:lnTo>
                        <a:lnTo>
                          <a:pt x="135" y="172"/>
                        </a:lnTo>
                        <a:lnTo>
                          <a:pt x="134" y="168"/>
                        </a:lnTo>
                        <a:lnTo>
                          <a:pt x="131" y="168"/>
                        </a:lnTo>
                        <a:lnTo>
                          <a:pt x="129" y="168"/>
                        </a:lnTo>
                        <a:lnTo>
                          <a:pt x="126" y="166"/>
                        </a:lnTo>
                        <a:lnTo>
                          <a:pt x="123" y="168"/>
                        </a:lnTo>
                        <a:lnTo>
                          <a:pt x="123" y="163"/>
                        </a:lnTo>
                        <a:lnTo>
                          <a:pt x="126" y="158"/>
                        </a:lnTo>
                        <a:lnTo>
                          <a:pt x="127" y="157"/>
                        </a:lnTo>
                        <a:lnTo>
                          <a:pt x="131" y="151"/>
                        </a:lnTo>
                        <a:lnTo>
                          <a:pt x="133" y="149"/>
                        </a:lnTo>
                        <a:lnTo>
                          <a:pt x="135" y="147"/>
                        </a:lnTo>
                        <a:lnTo>
                          <a:pt x="137" y="146"/>
                        </a:lnTo>
                        <a:lnTo>
                          <a:pt x="140" y="147"/>
                        </a:lnTo>
                        <a:lnTo>
                          <a:pt x="141" y="150"/>
                        </a:lnTo>
                        <a:lnTo>
                          <a:pt x="142" y="151"/>
                        </a:lnTo>
                        <a:lnTo>
                          <a:pt x="148" y="149"/>
                        </a:lnTo>
                        <a:lnTo>
                          <a:pt x="156" y="147"/>
                        </a:lnTo>
                        <a:lnTo>
                          <a:pt x="160" y="143"/>
                        </a:lnTo>
                        <a:lnTo>
                          <a:pt x="163" y="134"/>
                        </a:lnTo>
                        <a:lnTo>
                          <a:pt x="169" y="130"/>
                        </a:lnTo>
                        <a:lnTo>
                          <a:pt x="171" y="127"/>
                        </a:lnTo>
                        <a:lnTo>
                          <a:pt x="171" y="121"/>
                        </a:lnTo>
                        <a:lnTo>
                          <a:pt x="175" y="117"/>
                        </a:lnTo>
                        <a:lnTo>
                          <a:pt x="179" y="115"/>
                        </a:lnTo>
                        <a:lnTo>
                          <a:pt x="180" y="112"/>
                        </a:lnTo>
                        <a:lnTo>
                          <a:pt x="180" y="109"/>
                        </a:lnTo>
                        <a:lnTo>
                          <a:pt x="179" y="108"/>
                        </a:lnTo>
                        <a:lnTo>
                          <a:pt x="183" y="104"/>
                        </a:lnTo>
                        <a:lnTo>
                          <a:pt x="186" y="101"/>
                        </a:lnTo>
                        <a:lnTo>
                          <a:pt x="186" y="98"/>
                        </a:lnTo>
                        <a:lnTo>
                          <a:pt x="186" y="91"/>
                        </a:lnTo>
                        <a:lnTo>
                          <a:pt x="184" y="86"/>
                        </a:lnTo>
                        <a:lnTo>
                          <a:pt x="184" y="85"/>
                        </a:lnTo>
                        <a:lnTo>
                          <a:pt x="188" y="81"/>
                        </a:lnTo>
                        <a:lnTo>
                          <a:pt x="191" y="79"/>
                        </a:lnTo>
                        <a:lnTo>
                          <a:pt x="194" y="78"/>
                        </a:lnTo>
                        <a:lnTo>
                          <a:pt x="195" y="78"/>
                        </a:lnTo>
                        <a:lnTo>
                          <a:pt x="198" y="75"/>
                        </a:lnTo>
                        <a:lnTo>
                          <a:pt x="198" y="71"/>
                        </a:lnTo>
                        <a:lnTo>
                          <a:pt x="194" y="71"/>
                        </a:lnTo>
                        <a:lnTo>
                          <a:pt x="191" y="72"/>
                        </a:lnTo>
                        <a:lnTo>
                          <a:pt x="187" y="71"/>
                        </a:lnTo>
                        <a:lnTo>
                          <a:pt x="184" y="67"/>
                        </a:lnTo>
                        <a:lnTo>
                          <a:pt x="180" y="66"/>
                        </a:lnTo>
                        <a:lnTo>
                          <a:pt x="175" y="64"/>
                        </a:lnTo>
                        <a:lnTo>
                          <a:pt x="169" y="59"/>
                        </a:lnTo>
                        <a:lnTo>
                          <a:pt x="169" y="55"/>
                        </a:lnTo>
                        <a:lnTo>
                          <a:pt x="167" y="45"/>
                        </a:lnTo>
                        <a:lnTo>
                          <a:pt x="164" y="41"/>
                        </a:lnTo>
                        <a:lnTo>
                          <a:pt x="164" y="37"/>
                        </a:lnTo>
                        <a:lnTo>
                          <a:pt x="167" y="36"/>
                        </a:lnTo>
                        <a:lnTo>
                          <a:pt x="167" y="33"/>
                        </a:lnTo>
                        <a:lnTo>
                          <a:pt x="171" y="30"/>
                        </a:lnTo>
                        <a:lnTo>
                          <a:pt x="171" y="28"/>
                        </a:lnTo>
                        <a:lnTo>
                          <a:pt x="167" y="26"/>
                        </a:lnTo>
                        <a:lnTo>
                          <a:pt x="165" y="24"/>
                        </a:lnTo>
                        <a:lnTo>
                          <a:pt x="161" y="21"/>
                        </a:lnTo>
                        <a:lnTo>
                          <a:pt x="159" y="17"/>
                        </a:lnTo>
                        <a:lnTo>
                          <a:pt x="155" y="14"/>
                        </a:lnTo>
                        <a:lnTo>
                          <a:pt x="152" y="15"/>
                        </a:lnTo>
                        <a:lnTo>
                          <a:pt x="150" y="15"/>
                        </a:lnTo>
                        <a:lnTo>
                          <a:pt x="148" y="14"/>
                        </a:lnTo>
                        <a:lnTo>
                          <a:pt x="148" y="9"/>
                        </a:lnTo>
                        <a:lnTo>
                          <a:pt x="155" y="3"/>
                        </a:lnTo>
                        <a:lnTo>
                          <a:pt x="153" y="0"/>
                        </a:lnTo>
                        <a:lnTo>
                          <a:pt x="149" y="2"/>
                        </a:lnTo>
                        <a:lnTo>
                          <a:pt x="146" y="0"/>
                        </a:lnTo>
                        <a:lnTo>
                          <a:pt x="141" y="3"/>
                        </a:lnTo>
                        <a:lnTo>
                          <a:pt x="138" y="6"/>
                        </a:lnTo>
                        <a:lnTo>
                          <a:pt x="134" y="6"/>
                        </a:lnTo>
                        <a:lnTo>
                          <a:pt x="131" y="9"/>
                        </a:lnTo>
                        <a:lnTo>
                          <a:pt x="129" y="11"/>
                        </a:lnTo>
                        <a:lnTo>
                          <a:pt x="135" y="21"/>
                        </a:lnTo>
                        <a:lnTo>
                          <a:pt x="135" y="26"/>
                        </a:lnTo>
                        <a:lnTo>
                          <a:pt x="129" y="36"/>
                        </a:lnTo>
                        <a:lnTo>
                          <a:pt x="133" y="39"/>
                        </a:lnTo>
                        <a:lnTo>
                          <a:pt x="133" y="43"/>
                        </a:lnTo>
                        <a:lnTo>
                          <a:pt x="129" y="48"/>
                        </a:lnTo>
                        <a:lnTo>
                          <a:pt x="123" y="48"/>
                        </a:lnTo>
                        <a:lnTo>
                          <a:pt x="118" y="47"/>
                        </a:lnTo>
                        <a:lnTo>
                          <a:pt x="115" y="49"/>
                        </a:lnTo>
                        <a:lnTo>
                          <a:pt x="116" y="52"/>
                        </a:lnTo>
                        <a:lnTo>
                          <a:pt x="119" y="53"/>
                        </a:lnTo>
                        <a:lnTo>
                          <a:pt x="121" y="58"/>
                        </a:lnTo>
                        <a:lnTo>
                          <a:pt x="121" y="60"/>
                        </a:lnTo>
                        <a:lnTo>
                          <a:pt x="116" y="62"/>
                        </a:lnTo>
                        <a:lnTo>
                          <a:pt x="114" y="63"/>
                        </a:lnTo>
                        <a:lnTo>
                          <a:pt x="112" y="64"/>
                        </a:lnTo>
                        <a:lnTo>
                          <a:pt x="112" y="70"/>
                        </a:lnTo>
                        <a:lnTo>
                          <a:pt x="111" y="72"/>
                        </a:lnTo>
                        <a:lnTo>
                          <a:pt x="111" y="75"/>
                        </a:lnTo>
                        <a:lnTo>
                          <a:pt x="110" y="77"/>
                        </a:lnTo>
                        <a:lnTo>
                          <a:pt x="111" y="82"/>
                        </a:lnTo>
                        <a:lnTo>
                          <a:pt x="108" y="87"/>
                        </a:lnTo>
                        <a:lnTo>
                          <a:pt x="106" y="83"/>
                        </a:lnTo>
                        <a:lnTo>
                          <a:pt x="104" y="83"/>
                        </a:lnTo>
                        <a:lnTo>
                          <a:pt x="104" y="85"/>
                        </a:lnTo>
                        <a:lnTo>
                          <a:pt x="100" y="85"/>
                        </a:lnTo>
                        <a:lnTo>
                          <a:pt x="99" y="85"/>
                        </a:lnTo>
                        <a:lnTo>
                          <a:pt x="95" y="85"/>
                        </a:lnTo>
                        <a:lnTo>
                          <a:pt x="95" y="86"/>
                        </a:lnTo>
                        <a:lnTo>
                          <a:pt x="89" y="90"/>
                        </a:lnTo>
                        <a:lnTo>
                          <a:pt x="91" y="91"/>
                        </a:lnTo>
                        <a:lnTo>
                          <a:pt x="89" y="93"/>
                        </a:lnTo>
                        <a:lnTo>
                          <a:pt x="84" y="96"/>
                        </a:lnTo>
                        <a:lnTo>
                          <a:pt x="83" y="94"/>
                        </a:lnTo>
                        <a:lnTo>
                          <a:pt x="80" y="96"/>
                        </a:lnTo>
                        <a:lnTo>
                          <a:pt x="78" y="97"/>
                        </a:lnTo>
                        <a:lnTo>
                          <a:pt x="77" y="100"/>
                        </a:lnTo>
                        <a:lnTo>
                          <a:pt x="74" y="101"/>
                        </a:lnTo>
                        <a:lnTo>
                          <a:pt x="73" y="102"/>
                        </a:lnTo>
                        <a:lnTo>
                          <a:pt x="73" y="106"/>
                        </a:lnTo>
                        <a:lnTo>
                          <a:pt x="74" y="111"/>
                        </a:lnTo>
                        <a:lnTo>
                          <a:pt x="74" y="115"/>
                        </a:lnTo>
                        <a:lnTo>
                          <a:pt x="76" y="117"/>
                        </a:lnTo>
                        <a:lnTo>
                          <a:pt x="74" y="120"/>
                        </a:lnTo>
                        <a:lnTo>
                          <a:pt x="69" y="121"/>
                        </a:lnTo>
                        <a:lnTo>
                          <a:pt x="63" y="121"/>
                        </a:lnTo>
                        <a:lnTo>
                          <a:pt x="59" y="123"/>
                        </a:lnTo>
                        <a:lnTo>
                          <a:pt x="53" y="123"/>
                        </a:lnTo>
                        <a:lnTo>
                          <a:pt x="47" y="124"/>
                        </a:lnTo>
                        <a:lnTo>
                          <a:pt x="46" y="125"/>
                        </a:lnTo>
                        <a:lnTo>
                          <a:pt x="40" y="125"/>
                        </a:lnTo>
                        <a:lnTo>
                          <a:pt x="36" y="127"/>
                        </a:lnTo>
                        <a:lnTo>
                          <a:pt x="20" y="127"/>
                        </a:lnTo>
                        <a:lnTo>
                          <a:pt x="0" y="121"/>
                        </a:lnTo>
                        <a:lnTo>
                          <a:pt x="0" y="121"/>
                        </a:lnTo>
                        <a:lnTo>
                          <a:pt x="8" y="131"/>
                        </a:lnTo>
                        <a:lnTo>
                          <a:pt x="9" y="135"/>
                        </a:lnTo>
                        <a:lnTo>
                          <a:pt x="13" y="139"/>
                        </a:lnTo>
                        <a:lnTo>
                          <a:pt x="16" y="140"/>
                        </a:lnTo>
                        <a:lnTo>
                          <a:pt x="17" y="142"/>
                        </a:lnTo>
                        <a:lnTo>
                          <a:pt x="23" y="143"/>
                        </a:lnTo>
                        <a:lnTo>
                          <a:pt x="25" y="143"/>
                        </a:lnTo>
                        <a:lnTo>
                          <a:pt x="25" y="144"/>
                        </a:lnTo>
                        <a:lnTo>
                          <a:pt x="30" y="146"/>
                        </a:lnTo>
                        <a:lnTo>
                          <a:pt x="30" y="150"/>
                        </a:lnTo>
                        <a:lnTo>
                          <a:pt x="31" y="154"/>
                        </a:lnTo>
                        <a:lnTo>
                          <a:pt x="31" y="158"/>
                        </a:lnTo>
                        <a:lnTo>
                          <a:pt x="31" y="159"/>
                        </a:lnTo>
                        <a:lnTo>
                          <a:pt x="35" y="159"/>
                        </a:lnTo>
                        <a:lnTo>
                          <a:pt x="39" y="162"/>
                        </a:lnTo>
                        <a:lnTo>
                          <a:pt x="39" y="168"/>
                        </a:lnTo>
                        <a:lnTo>
                          <a:pt x="36" y="170"/>
                        </a:lnTo>
                        <a:lnTo>
                          <a:pt x="34" y="169"/>
                        </a:lnTo>
                        <a:lnTo>
                          <a:pt x="27" y="170"/>
                        </a:lnTo>
                        <a:lnTo>
                          <a:pt x="25" y="172"/>
                        </a:lnTo>
                        <a:lnTo>
                          <a:pt x="20" y="173"/>
                        </a:lnTo>
                        <a:lnTo>
                          <a:pt x="19" y="176"/>
                        </a:lnTo>
                        <a:lnTo>
                          <a:pt x="20" y="178"/>
                        </a:lnTo>
                        <a:lnTo>
                          <a:pt x="17" y="181"/>
                        </a:lnTo>
                        <a:lnTo>
                          <a:pt x="19" y="185"/>
                        </a:lnTo>
                        <a:lnTo>
                          <a:pt x="19" y="191"/>
                        </a:lnTo>
                        <a:lnTo>
                          <a:pt x="19" y="192"/>
                        </a:lnTo>
                        <a:lnTo>
                          <a:pt x="20" y="192"/>
                        </a:lnTo>
                        <a:lnTo>
                          <a:pt x="20" y="195"/>
                        </a:lnTo>
                        <a:lnTo>
                          <a:pt x="21" y="195"/>
                        </a:lnTo>
                        <a:lnTo>
                          <a:pt x="25" y="192"/>
                        </a:lnTo>
                        <a:lnTo>
                          <a:pt x="28" y="192"/>
                        </a:lnTo>
                        <a:lnTo>
                          <a:pt x="30" y="193"/>
                        </a:lnTo>
                        <a:lnTo>
                          <a:pt x="30" y="193"/>
                        </a:lnTo>
                        <a:lnTo>
                          <a:pt x="32" y="192"/>
                        </a:lnTo>
                        <a:lnTo>
                          <a:pt x="35" y="192"/>
                        </a:lnTo>
                        <a:lnTo>
                          <a:pt x="36" y="192"/>
                        </a:lnTo>
                        <a:lnTo>
                          <a:pt x="39" y="192"/>
                        </a:lnTo>
                        <a:lnTo>
                          <a:pt x="40" y="192"/>
                        </a:lnTo>
                        <a:lnTo>
                          <a:pt x="42" y="192"/>
                        </a:lnTo>
                        <a:lnTo>
                          <a:pt x="43" y="191"/>
                        </a:lnTo>
                        <a:lnTo>
                          <a:pt x="44" y="189"/>
                        </a:lnTo>
                        <a:lnTo>
                          <a:pt x="47" y="191"/>
                        </a:lnTo>
                        <a:lnTo>
                          <a:pt x="49" y="191"/>
                        </a:lnTo>
                        <a:lnTo>
                          <a:pt x="49" y="189"/>
                        </a:lnTo>
                        <a:lnTo>
                          <a:pt x="50" y="189"/>
                        </a:lnTo>
                        <a:lnTo>
                          <a:pt x="51" y="192"/>
                        </a:lnTo>
                        <a:lnTo>
                          <a:pt x="54" y="192"/>
                        </a:lnTo>
                        <a:lnTo>
                          <a:pt x="55" y="193"/>
                        </a:lnTo>
                        <a:lnTo>
                          <a:pt x="58" y="193"/>
                        </a:lnTo>
                        <a:lnTo>
                          <a:pt x="61" y="189"/>
                        </a:lnTo>
                        <a:lnTo>
                          <a:pt x="65" y="189"/>
                        </a:lnTo>
                        <a:lnTo>
                          <a:pt x="68" y="191"/>
                        </a:lnTo>
                        <a:lnTo>
                          <a:pt x="69" y="189"/>
                        </a:lnTo>
                        <a:lnTo>
                          <a:pt x="72" y="189"/>
                        </a:lnTo>
                        <a:lnTo>
                          <a:pt x="72" y="188"/>
                        </a:lnTo>
                        <a:lnTo>
                          <a:pt x="73" y="189"/>
                        </a:lnTo>
                        <a:lnTo>
                          <a:pt x="77" y="189"/>
                        </a:lnTo>
                        <a:lnTo>
                          <a:pt x="80" y="188"/>
                        </a:lnTo>
                        <a:lnTo>
                          <a:pt x="85" y="188"/>
                        </a:lnTo>
                        <a:lnTo>
                          <a:pt x="88" y="191"/>
                        </a:lnTo>
                        <a:lnTo>
                          <a:pt x="89" y="193"/>
                        </a:lnTo>
                        <a:lnTo>
                          <a:pt x="88" y="196"/>
                        </a:lnTo>
                        <a:lnTo>
                          <a:pt x="89" y="196"/>
                        </a:lnTo>
                        <a:lnTo>
                          <a:pt x="88" y="196"/>
                        </a:lnTo>
                        <a:lnTo>
                          <a:pt x="88" y="197"/>
                        </a:lnTo>
                        <a:lnTo>
                          <a:pt x="91" y="197"/>
                        </a:lnTo>
                        <a:lnTo>
                          <a:pt x="95" y="196"/>
                        </a:lnTo>
                        <a:lnTo>
                          <a:pt x="95" y="199"/>
                        </a:lnTo>
                        <a:lnTo>
                          <a:pt x="97" y="202"/>
                        </a:lnTo>
                        <a:lnTo>
                          <a:pt x="99" y="207"/>
                        </a:lnTo>
                        <a:lnTo>
                          <a:pt x="99" y="208"/>
                        </a:lnTo>
                        <a:lnTo>
                          <a:pt x="99" y="210"/>
                        </a:lnTo>
                        <a:lnTo>
                          <a:pt x="97" y="211"/>
                        </a:lnTo>
                        <a:lnTo>
                          <a:pt x="99" y="211"/>
                        </a:lnTo>
                        <a:lnTo>
                          <a:pt x="100" y="211"/>
                        </a:lnTo>
                        <a:lnTo>
                          <a:pt x="102" y="214"/>
                        </a:lnTo>
                        <a:lnTo>
                          <a:pt x="103" y="214"/>
                        </a:lnTo>
                        <a:lnTo>
                          <a:pt x="107" y="214"/>
                        </a:lnTo>
                        <a:lnTo>
                          <a:pt x="112" y="216"/>
                        </a:lnTo>
                        <a:lnTo>
                          <a:pt x="112" y="218"/>
                        </a:lnTo>
                        <a:lnTo>
                          <a:pt x="115" y="216"/>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84" name="Freeform 842">
                    <a:extLst>
                      <a:ext uri="{FF2B5EF4-FFF2-40B4-BE49-F238E27FC236}">
                        <a16:creationId xmlns:a16="http://schemas.microsoft.com/office/drawing/2014/main" id="{5F7F3E00-D065-8199-952C-D2093D1A6154}"/>
                      </a:ext>
                    </a:extLst>
                  </p:cNvPr>
                  <p:cNvSpPr>
                    <a:spLocks/>
                  </p:cNvSpPr>
                  <p:nvPr/>
                </p:nvSpPr>
                <p:spPr bwMode="auto">
                  <a:xfrm>
                    <a:off x="10006328" y="2457611"/>
                    <a:ext cx="172313" cy="129655"/>
                  </a:xfrm>
                  <a:custGeom>
                    <a:avLst/>
                    <a:gdLst/>
                    <a:ahLst/>
                    <a:cxnLst>
                      <a:cxn ang="0">
                        <a:pos x="174" y="13"/>
                      </a:cxn>
                      <a:cxn ang="0">
                        <a:pos x="182" y="13"/>
                      </a:cxn>
                      <a:cxn ang="0">
                        <a:pos x="185" y="20"/>
                      </a:cxn>
                      <a:cxn ang="0">
                        <a:pos x="178" y="28"/>
                      </a:cxn>
                      <a:cxn ang="0">
                        <a:pos x="155" y="32"/>
                      </a:cxn>
                      <a:cxn ang="0">
                        <a:pos x="145" y="38"/>
                      </a:cxn>
                      <a:cxn ang="0">
                        <a:pos x="149" y="55"/>
                      </a:cxn>
                      <a:cxn ang="0">
                        <a:pos x="147" y="72"/>
                      </a:cxn>
                      <a:cxn ang="0">
                        <a:pos x="132" y="76"/>
                      </a:cxn>
                      <a:cxn ang="0">
                        <a:pos x="133" y="82"/>
                      </a:cxn>
                      <a:cxn ang="0">
                        <a:pos x="130" y="91"/>
                      </a:cxn>
                      <a:cxn ang="0">
                        <a:pos x="126" y="99"/>
                      </a:cxn>
                      <a:cxn ang="0">
                        <a:pos x="124" y="106"/>
                      </a:cxn>
                      <a:cxn ang="0">
                        <a:pos x="120" y="112"/>
                      </a:cxn>
                      <a:cxn ang="0">
                        <a:pos x="114" y="114"/>
                      </a:cxn>
                      <a:cxn ang="0">
                        <a:pos x="109" y="115"/>
                      </a:cxn>
                      <a:cxn ang="0">
                        <a:pos x="103" y="122"/>
                      </a:cxn>
                      <a:cxn ang="0">
                        <a:pos x="94" y="125"/>
                      </a:cxn>
                      <a:cxn ang="0">
                        <a:pos x="88" y="130"/>
                      </a:cxn>
                      <a:cxn ang="0">
                        <a:pos x="88" y="140"/>
                      </a:cxn>
                      <a:cxn ang="0">
                        <a:pos x="88" y="149"/>
                      </a:cxn>
                      <a:cxn ang="0">
                        <a:pos x="73" y="152"/>
                      </a:cxn>
                      <a:cxn ang="0">
                        <a:pos x="60" y="154"/>
                      </a:cxn>
                      <a:cxn ang="0">
                        <a:pos x="34" y="156"/>
                      </a:cxn>
                      <a:cxn ang="0">
                        <a:pos x="26" y="134"/>
                      </a:cxn>
                      <a:cxn ang="0">
                        <a:pos x="23" y="120"/>
                      </a:cxn>
                      <a:cxn ang="0">
                        <a:pos x="8" y="112"/>
                      </a:cxn>
                      <a:cxn ang="0">
                        <a:pos x="3" y="96"/>
                      </a:cxn>
                      <a:cxn ang="0">
                        <a:pos x="7" y="87"/>
                      </a:cxn>
                      <a:cxn ang="0">
                        <a:pos x="1" y="78"/>
                      </a:cxn>
                      <a:cxn ang="0">
                        <a:pos x="1" y="72"/>
                      </a:cxn>
                      <a:cxn ang="0">
                        <a:pos x="7" y="66"/>
                      </a:cxn>
                      <a:cxn ang="0">
                        <a:pos x="5" y="61"/>
                      </a:cxn>
                      <a:cxn ang="0">
                        <a:pos x="7" y="53"/>
                      </a:cxn>
                      <a:cxn ang="0">
                        <a:pos x="11" y="53"/>
                      </a:cxn>
                      <a:cxn ang="0">
                        <a:pos x="18" y="53"/>
                      </a:cxn>
                      <a:cxn ang="0">
                        <a:pos x="23" y="58"/>
                      </a:cxn>
                      <a:cxn ang="0">
                        <a:pos x="30" y="57"/>
                      </a:cxn>
                      <a:cxn ang="0">
                        <a:pos x="34" y="51"/>
                      </a:cxn>
                      <a:cxn ang="0">
                        <a:pos x="44" y="46"/>
                      </a:cxn>
                      <a:cxn ang="0">
                        <a:pos x="49" y="42"/>
                      </a:cxn>
                      <a:cxn ang="0">
                        <a:pos x="53" y="31"/>
                      </a:cxn>
                      <a:cxn ang="0">
                        <a:pos x="52" y="25"/>
                      </a:cxn>
                      <a:cxn ang="0">
                        <a:pos x="58" y="23"/>
                      </a:cxn>
                      <a:cxn ang="0">
                        <a:pos x="68" y="19"/>
                      </a:cxn>
                      <a:cxn ang="0">
                        <a:pos x="75" y="20"/>
                      </a:cxn>
                      <a:cxn ang="0">
                        <a:pos x="84" y="23"/>
                      </a:cxn>
                      <a:cxn ang="0">
                        <a:pos x="91" y="21"/>
                      </a:cxn>
                      <a:cxn ang="0">
                        <a:pos x="101" y="25"/>
                      </a:cxn>
                      <a:cxn ang="0">
                        <a:pos x="107" y="21"/>
                      </a:cxn>
                      <a:cxn ang="0">
                        <a:pos x="111" y="23"/>
                      </a:cxn>
                      <a:cxn ang="0">
                        <a:pos x="116" y="19"/>
                      </a:cxn>
                      <a:cxn ang="0">
                        <a:pos x="120" y="15"/>
                      </a:cxn>
                      <a:cxn ang="0">
                        <a:pos x="124" y="16"/>
                      </a:cxn>
                      <a:cxn ang="0">
                        <a:pos x="126" y="8"/>
                      </a:cxn>
                      <a:cxn ang="0">
                        <a:pos x="130" y="0"/>
                      </a:cxn>
                      <a:cxn ang="0">
                        <a:pos x="139" y="2"/>
                      </a:cxn>
                      <a:cxn ang="0">
                        <a:pos x="139" y="10"/>
                      </a:cxn>
                      <a:cxn ang="0">
                        <a:pos x="143" y="16"/>
                      </a:cxn>
                      <a:cxn ang="0">
                        <a:pos x="145" y="28"/>
                      </a:cxn>
                      <a:cxn ang="0">
                        <a:pos x="151" y="31"/>
                      </a:cxn>
                      <a:cxn ang="0">
                        <a:pos x="159" y="25"/>
                      </a:cxn>
                      <a:cxn ang="0">
                        <a:pos x="164" y="19"/>
                      </a:cxn>
                    </a:cxnLst>
                    <a:rect l="0" t="0" r="r" b="b"/>
                    <a:pathLst>
                      <a:path w="189" h="156">
                        <a:moveTo>
                          <a:pt x="164" y="19"/>
                        </a:moveTo>
                        <a:lnTo>
                          <a:pt x="170" y="15"/>
                        </a:lnTo>
                        <a:lnTo>
                          <a:pt x="174" y="13"/>
                        </a:lnTo>
                        <a:lnTo>
                          <a:pt x="175" y="17"/>
                        </a:lnTo>
                        <a:lnTo>
                          <a:pt x="181" y="16"/>
                        </a:lnTo>
                        <a:lnTo>
                          <a:pt x="182" y="13"/>
                        </a:lnTo>
                        <a:lnTo>
                          <a:pt x="189" y="13"/>
                        </a:lnTo>
                        <a:lnTo>
                          <a:pt x="189" y="16"/>
                        </a:lnTo>
                        <a:lnTo>
                          <a:pt x="185" y="20"/>
                        </a:lnTo>
                        <a:lnTo>
                          <a:pt x="188" y="20"/>
                        </a:lnTo>
                        <a:lnTo>
                          <a:pt x="183" y="25"/>
                        </a:lnTo>
                        <a:lnTo>
                          <a:pt x="178" y="28"/>
                        </a:lnTo>
                        <a:lnTo>
                          <a:pt x="163" y="31"/>
                        </a:lnTo>
                        <a:lnTo>
                          <a:pt x="160" y="29"/>
                        </a:lnTo>
                        <a:lnTo>
                          <a:pt x="155" y="32"/>
                        </a:lnTo>
                        <a:lnTo>
                          <a:pt x="152" y="35"/>
                        </a:lnTo>
                        <a:lnTo>
                          <a:pt x="148" y="35"/>
                        </a:lnTo>
                        <a:lnTo>
                          <a:pt x="145" y="38"/>
                        </a:lnTo>
                        <a:lnTo>
                          <a:pt x="143" y="40"/>
                        </a:lnTo>
                        <a:lnTo>
                          <a:pt x="149" y="50"/>
                        </a:lnTo>
                        <a:lnTo>
                          <a:pt x="149" y="55"/>
                        </a:lnTo>
                        <a:lnTo>
                          <a:pt x="143" y="65"/>
                        </a:lnTo>
                        <a:lnTo>
                          <a:pt x="147" y="68"/>
                        </a:lnTo>
                        <a:lnTo>
                          <a:pt x="147" y="72"/>
                        </a:lnTo>
                        <a:lnTo>
                          <a:pt x="143" y="77"/>
                        </a:lnTo>
                        <a:lnTo>
                          <a:pt x="137" y="77"/>
                        </a:lnTo>
                        <a:lnTo>
                          <a:pt x="132" y="76"/>
                        </a:lnTo>
                        <a:lnTo>
                          <a:pt x="129" y="78"/>
                        </a:lnTo>
                        <a:lnTo>
                          <a:pt x="130" y="81"/>
                        </a:lnTo>
                        <a:lnTo>
                          <a:pt x="133" y="82"/>
                        </a:lnTo>
                        <a:lnTo>
                          <a:pt x="135" y="87"/>
                        </a:lnTo>
                        <a:lnTo>
                          <a:pt x="135" y="89"/>
                        </a:lnTo>
                        <a:lnTo>
                          <a:pt x="130" y="91"/>
                        </a:lnTo>
                        <a:lnTo>
                          <a:pt x="128" y="92"/>
                        </a:lnTo>
                        <a:lnTo>
                          <a:pt x="126" y="93"/>
                        </a:lnTo>
                        <a:lnTo>
                          <a:pt x="126" y="99"/>
                        </a:lnTo>
                        <a:lnTo>
                          <a:pt x="125" y="101"/>
                        </a:lnTo>
                        <a:lnTo>
                          <a:pt x="125" y="104"/>
                        </a:lnTo>
                        <a:lnTo>
                          <a:pt x="124" y="106"/>
                        </a:lnTo>
                        <a:lnTo>
                          <a:pt x="125" y="111"/>
                        </a:lnTo>
                        <a:lnTo>
                          <a:pt x="122" y="116"/>
                        </a:lnTo>
                        <a:lnTo>
                          <a:pt x="120" y="112"/>
                        </a:lnTo>
                        <a:lnTo>
                          <a:pt x="118" y="112"/>
                        </a:lnTo>
                        <a:lnTo>
                          <a:pt x="118" y="114"/>
                        </a:lnTo>
                        <a:lnTo>
                          <a:pt x="114" y="114"/>
                        </a:lnTo>
                        <a:lnTo>
                          <a:pt x="113" y="114"/>
                        </a:lnTo>
                        <a:lnTo>
                          <a:pt x="109" y="114"/>
                        </a:lnTo>
                        <a:lnTo>
                          <a:pt x="109" y="115"/>
                        </a:lnTo>
                        <a:lnTo>
                          <a:pt x="103" y="119"/>
                        </a:lnTo>
                        <a:lnTo>
                          <a:pt x="105" y="120"/>
                        </a:lnTo>
                        <a:lnTo>
                          <a:pt x="103" y="122"/>
                        </a:lnTo>
                        <a:lnTo>
                          <a:pt x="98" y="125"/>
                        </a:lnTo>
                        <a:lnTo>
                          <a:pt x="97" y="123"/>
                        </a:lnTo>
                        <a:lnTo>
                          <a:pt x="94" y="125"/>
                        </a:lnTo>
                        <a:lnTo>
                          <a:pt x="92" y="126"/>
                        </a:lnTo>
                        <a:lnTo>
                          <a:pt x="91" y="129"/>
                        </a:lnTo>
                        <a:lnTo>
                          <a:pt x="88" y="130"/>
                        </a:lnTo>
                        <a:lnTo>
                          <a:pt x="87" y="131"/>
                        </a:lnTo>
                        <a:lnTo>
                          <a:pt x="87" y="135"/>
                        </a:lnTo>
                        <a:lnTo>
                          <a:pt x="88" y="140"/>
                        </a:lnTo>
                        <a:lnTo>
                          <a:pt x="88" y="144"/>
                        </a:lnTo>
                        <a:lnTo>
                          <a:pt x="90" y="146"/>
                        </a:lnTo>
                        <a:lnTo>
                          <a:pt x="88" y="149"/>
                        </a:lnTo>
                        <a:lnTo>
                          <a:pt x="83" y="150"/>
                        </a:lnTo>
                        <a:lnTo>
                          <a:pt x="77" y="150"/>
                        </a:lnTo>
                        <a:lnTo>
                          <a:pt x="73" y="152"/>
                        </a:lnTo>
                        <a:lnTo>
                          <a:pt x="67" y="152"/>
                        </a:lnTo>
                        <a:lnTo>
                          <a:pt x="61" y="153"/>
                        </a:lnTo>
                        <a:lnTo>
                          <a:pt x="60" y="154"/>
                        </a:lnTo>
                        <a:lnTo>
                          <a:pt x="54" y="154"/>
                        </a:lnTo>
                        <a:lnTo>
                          <a:pt x="50" y="156"/>
                        </a:lnTo>
                        <a:lnTo>
                          <a:pt x="34" y="156"/>
                        </a:lnTo>
                        <a:lnTo>
                          <a:pt x="14" y="150"/>
                        </a:lnTo>
                        <a:lnTo>
                          <a:pt x="25" y="135"/>
                        </a:lnTo>
                        <a:lnTo>
                          <a:pt x="26" y="134"/>
                        </a:lnTo>
                        <a:lnTo>
                          <a:pt x="25" y="129"/>
                        </a:lnTo>
                        <a:lnTo>
                          <a:pt x="25" y="125"/>
                        </a:lnTo>
                        <a:lnTo>
                          <a:pt x="23" y="120"/>
                        </a:lnTo>
                        <a:lnTo>
                          <a:pt x="10" y="119"/>
                        </a:lnTo>
                        <a:lnTo>
                          <a:pt x="10" y="115"/>
                        </a:lnTo>
                        <a:lnTo>
                          <a:pt x="8" y="112"/>
                        </a:lnTo>
                        <a:lnTo>
                          <a:pt x="10" y="110"/>
                        </a:lnTo>
                        <a:lnTo>
                          <a:pt x="7" y="103"/>
                        </a:lnTo>
                        <a:lnTo>
                          <a:pt x="3" y="96"/>
                        </a:lnTo>
                        <a:lnTo>
                          <a:pt x="4" y="92"/>
                        </a:lnTo>
                        <a:lnTo>
                          <a:pt x="8" y="87"/>
                        </a:lnTo>
                        <a:lnTo>
                          <a:pt x="7" y="87"/>
                        </a:lnTo>
                        <a:lnTo>
                          <a:pt x="3" y="85"/>
                        </a:lnTo>
                        <a:lnTo>
                          <a:pt x="3" y="82"/>
                        </a:lnTo>
                        <a:lnTo>
                          <a:pt x="1" y="78"/>
                        </a:lnTo>
                        <a:lnTo>
                          <a:pt x="1" y="77"/>
                        </a:lnTo>
                        <a:lnTo>
                          <a:pt x="4" y="73"/>
                        </a:lnTo>
                        <a:lnTo>
                          <a:pt x="1" y="72"/>
                        </a:lnTo>
                        <a:lnTo>
                          <a:pt x="0" y="70"/>
                        </a:lnTo>
                        <a:lnTo>
                          <a:pt x="3" y="69"/>
                        </a:lnTo>
                        <a:lnTo>
                          <a:pt x="7" y="66"/>
                        </a:lnTo>
                        <a:lnTo>
                          <a:pt x="7" y="65"/>
                        </a:lnTo>
                        <a:lnTo>
                          <a:pt x="7" y="63"/>
                        </a:lnTo>
                        <a:lnTo>
                          <a:pt x="5" y="61"/>
                        </a:lnTo>
                        <a:lnTo>
                          <a:pt x="7" y="59"/>
                        </a:lnTo>
                        <a:lnTo>
                          <a:pt x="5" y="57"/>
                        </a:lnTo>
                        <a:lnTo>
                          <a:pt x="7" y="53"/>
                        </a:lnTo>
                        <a:lnTo>
                          <a:pt x="5" y="53"/>
                        </a:lnTo>
                        <a:lnTo>
                          <a:pt x="7" y="53"/>
                        </a:lnTo>
                        <a:lnTo>
                          <a:pt x="11" y="53"/>
                        </a:lnTo>
                        <a:lnTo>
                          <a:pt x="12" y="55"/>
                        </a:lnTo>
                        <a:lnTo>
                          <a:pt x="15" y="55"/>
                        </a:lnTo>
                        <a:lnTo>
                          <a:pt x="18" y="53"/>
                        </a:lnTo>
                        <a:lnTo>
                          <a:pt x="19" y="53"/>
                        </a:lnTo>
                        <a:lnTo>
                          <a:pt x="23" y="55"/>
                        </a:lnTo>
                        <a:lnTo>
                          <a:pt x="23" y="58"/>
                        </a:lnTo>
                        <a:lnTo>
                          <a:pt x="25" y="59"/>
                        </a:lnTo>
                        <a:lnTo>
                          <a:pt x="26" y="57"/>
                        </a:lnTo>
                        <a:lnTo>
                          <a:pt x="30" y="57"/>
                        </a:lnTo>
                        <a:lnTo>
                          <a:pt x="33" y="54"/>
                        </a:lnTo>
                        <a:lnTo>
                          <a:pt x="33" y="53"/>
                        </a:lnTo>
                        <a:lnTo>
                          <a:pt x="34" y="51"/>
                        </a:lnTo>
                        <a:lnTo>
                          <a:pt x="34" y="48"/>
                        </a:lnTo>
                        <a:lnTo>
                          <a:pt x="38" y="46"/>
                        </a:lnTo>
                        <a:lnTo>
                          <a:pt x="44" y="46"/>
                        </a:lnTo>
                        <a:lnTo>
                          <a:pt x="45" y="44"/>
                        </a:lnTo>
                        <a:lnTo>
                          <a:pt x="46" y="42"/>
                        </a:lnTo>
                        <a:lnTo>
                          <a:pt x="49" y="42"/>
                        </a:lnTo>
                        <a:lnTo>
                          <a:pt x="50" y="38"/>
                        </a:lnTo>
                        <a:lnTo>
                          <a:pt x="50" y="35"/>
                        </a:lnTo>
                        <a:lnTo>
                          <a:pt x="53" y="31"/>
                        </a:lnTo>
                        <a:lnTo>
                          <a:pt x="53" y="28"/>
                        </a:lnTo>
                        <a:lnTo>
                          <a:pt x="52" y="27"/>
                        </a:lnTo>
                        <a:lnTo>
                          <a:pt x="52" y="25"/>
                        </a:lnTo>
                        <a:lnTo>
                          <a:pt x="53" y="24"/>
                        </a:lnTo>
                        <a:lnTo>
                          <a:pt x="54" y="23"/>
                        </a:lnTo>
                        <a:lnTo>
                          <a:pt x="58" y="23"/>
                        </a:lnTo>
                        <a:lnTo>
                          <a:pt x="60" y="23"/>
                        </a:lnTo>
                        <a:lnTo>
                          <a:pt x="64" y="19"/>
                        </a:lnTo>
                        <a:lnTo>
                          <a:pt x="68" y="19"/>
                        </a:lnTo>
                        <a:lnTo>
                          <a:pt x="71" y="20"/>
                        </a:lnTo>
                        <a:lnTo>
                          <a:pt x="73" y="19"/>
                        </a:lnTo>
                        <a:lnTo>
                          <a:pt x="75" y="20"/>
                        </a:lnTo>
                        <a:lnTo>
                          <a:pt x="79" y="19"/>
                        </a:lnTo>
                        <a:lnTo>
                          <a:pt x="82" y="20"/>
                        </a:lnTo>
                        <a:lnTo>
                          <a:pt x="84" y="23"/>
                        </a:lnTo>
                        <a:lnTo>
                          <a:pt x="86" y="23"/>
                        </a:lnTo>
                        <a:lnTo>
                          <a:pt x="88" y="21"/>
                        </a:lnTo>
                        <a:lnTo>
                          <a:pt x="91" y="21"/>
                        </a:lnTo>
                        <a:lnTo>
                          <a:pt x="94" y="25"/>
                        </a:lnTo>
                        <a:lnTo>
                          <a:pt x="97" y="25"/>
                        </a:lnTo>
                        <a:lnTo>
                          <a:pt x="101" y="25"/>
                        </a:lnTo>
                        <a:lnTo>
                          <a:pt x="103" y="23"/>
                        </a:lnTo>
                        <a:lnTo>
                          <a:pt x="105" y="21"/>
                        </a:lnTo>
                        <a:lnTo>
                          <a:pt x="107" y="21"/>
                        </a:lnTo>
                        <a:lnTo>
                          <a:pt x="109" y="19"/>
                        </a:lnTo>
                        <a:lnTo>
                          <a:pt x="110" y="20"/>
                        </a:lnTo>
                        <a:lnTo>
                          <a:pt x="111" y="23"/>
                        </a:lnTo>
                        <a:lnTo>
                          <a:pt x="117" y="23"/>
                        </a:lnTo>
                        <a:lnTo>
                          <a:pt x="117" y="20"/>
                        </a:lnTo>
                        <a:lnTo>
                          <a:pt x="116" y="19"/>
                        </a:lnTo>
                        <a:lnTo>
                          <a:pt x="116" y="17"/>
                        </a:lnTo>
                        <a:lnTo>
                          <a:pt x="118" y="16"/>
                        </a:lnTo>
                        <a:lnTo>
                          <a:pt x="120" y="15"/>
                        </a:lnTo>
                        <a:lnTo>
                          <a:pt x="121" y="15"/>
                        </a:lnTo>
                        <a:lnTo>
                          <a:pt x="121" y="16"/>
                        </a:lnTo>
                        <a:lnTo>
                          <a:pt x="124" y="16"/>
                        </a:lnTo>
                        <a:lnTo>
                          <a:pt x="126" y="13"/>
                        </a:lnTo>
                        <a:lnTo>
                          <a:pt x="125" y="9"/>
                        </a:lnTo>
                        <a:lnTo>
                          <a:pt x="126" y="8"/>
                        </a:lnTo>
                        <a:lnTo>
                          <a:pt x="128" y="5"/>
                        </a:lnTo>
                        <a:lnTo>
                          <a:pt x="129" y="1"/>
                        </a:lnTo>
                        <a:lnTo>
                          <a:pt x="130" y="0"/>
                        </a:lnTo>
                        <a:lnTo>
                          <a:pt x="133" y="0"/>
                        </a:lnTo>
                        <a:lnTo>
                          <a:pt x="136" y="1"/>
                        </a:lnTo>
                        <a:lnTo>
                          <a:pt x="139" y="2"/>
                        </a:lnTo>
                        <a:lnTo>
                          <a:pt x="139" y="4"/>
                        </a:lnTo>
                        <a:lnTo>
                          <a:pt x="139" y="8"/>
                        </a:lnTo>
                        <a:lnTo>
                          <a:pt x="139" y="10"/>
                        </a:lnTo>
                        <a:lnTo>
                          <a:pt x="141" y="10"/>
                        </a:lnTo>
                        <a:lnTo>
                          <a:pt x="143" y="13"/>
                        </a:lnTo>
                        <a:lnTo>
                          <a:pt x="143" y="16"/>
                        </a:lnTo>
                        <a:lnTo>
                          <a:pt x="143" y="19"/>
                        </a:lnTo>
                        <a:lnTo>
                          <a:pt x="143" y="25"/>
                        </a:lnTo>
                        <a:lnTo>
                          <a:pt x="145" y="28"/>
                        </a:lnTo>
                        <a:lnTo>
                          <a:pt x="145" y="29"/>
                        </a:lnTo>
                        <a:lnTo>
                          <a:pt x="148" y="31"/>
                        </a:lnTo>
                        <a:lnTo>
                          <a:pt x="151" y="31"/>
                        </a:lnTo>
                        <a:lnTo>
                          <a:pt x="154" y="28"/>
                        </a:lnTo>
                        <a:lnTo>
                          <a:pt x="154" y="27"/>
                        </a:lnTo>
                        <a:lnTo>
                          <a:pt x="159" y="25"/>
                        </a:lnTo>
                        <a:lnTo>
                          <a:pt x="162" y="23"/>
                        </a:lnTo>
                        <a:lnTo>
                          <a:pt x="162" y="20"/>
                        </a:lnTo>
                        <a:lnTo>
                          <a:pt x="164" y="19"/>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85" name="Freeform 844">
                    <a:extLst>
                      <a:ext uri="{FF2B5EF4-FFF2-40B4-BE49-F238E27FC236}">
                        <a16:creationId xmlns:a16="http://schemas.microsoft.com/office/drawing/2014/main" id="{BC360B99-2FD2-C5FA-DA71-303ACBF0B22C}"/>
                      </a:ext>
                    </a:extLst>
                  </p:cNvPr>
                  <p:cNvSpPr>
                    <a:spLocks noEditPoints="1"/>
                  </p:cNvSpPr>
                  <p:nvPr/>
                </p:nvSpPr>
                <p:spPr bwMode="auto">
                  <a:xfrm>
                    <a:off x="9794812" y="2415224"/>
                    <a:ext cx="72025" cy="53192"/>
                  </a:xfrm>
                  <a:custGeom>
                    <a:avLst/>
                    <a:gdLst/>
                    <a:ahLst/>
                    <a:cxnLst>
                      <a:cxn ang="0">
                        <a:pos x="1" y="11"/>
                      </a:cxn>
                      <a:cxn ang="0">
                        <a:pos x="15" y="13"/>
                      </a:cxn>
                      <a:cxn ang="0">
                        <a:pos x="24" y="17"/>
                      </a:cxn>
                      <a:cxn ang="0">
                        <a:pos x="24" y="8"/>
                      </a:cxn>
                      <a:cxn ang="0">
                        <a:pos x="21" y="0"/>
                      </a:cxn>
                      <a:cxn ang="0">
                        <a:pos x="32" y="6"/>
                      </a:cxn>
                      <a:cxn ang="0">
                        <a:pos x="40" y="10"/>
                      </a:cxn>
                      <a:cxn ang="0">
                        <a:pos x="46" y="6"/>
                      </a:cxn>
                      <a:cxn ang="0">
                        <a:pos x="54" y="2"/>
                      </a:cxn>
                      <a:cxn ang="0">
                        <a:pos x="58" y="10"/>
                      </a:cxn>
                      <a:cxn ang="0">
                        <a:pos x="65" y="18"/>
                      </a:cxn>
                      <a:cxn ang="0">
                        <a:pos x="69" y="22"/>
                      </a:cxn>
                      <a:cxn ang="0">
                        <a:pos x="76" y="23"/>
                      </a:cxn>
                      <a:cxn ang="0">
                        <a:pos x="76" y="26"/>
                      </a:cxn>
                      <a:cxn ang="0">
                        <a:pos x="70" y="27"/>
                      </a:cxn>
                      <a:cxn ang="0">
                        <a:pos x="66" y="36"/>
                      </a:cxn>
                      <a:cxn ang="0">
                        <a:pos x="65" y="40"/>
                      </a:cxn>
                      <a:cxn ang="0">
                        <a:pos x="66" y="44"/>
                      </a:cxn>
                      <a:cxn ang="0">
                        <a:pos x="65" y="48"/>
                      </a:cxn>
                      <a:cxn ang="0">
                        <a:pos x="64" y="55"/>
                      </a:cxn>
                      <a:cxn ang="0">
                        <a:pos x="64" y="49"/>
                      </a:cxn>
                      <a:cxn ang="0">
                        <a:pos x="61" y="49"/>
                      </a:cxn>
                      <a:cxn ang="0">
                        <a:pos x="61" y="55"/>
                      </a:cxn>
                      <a:cxn ang="0">
                        <a:pos x="61" y="57"/>
                      </a:cxn>
                      <a:cxn ang="0">
                        <a:pos x="60" y="64"/>
                      </a:cxn>
                      <a:cxn ang="0">
                        <a:pos x="57" y="61"/>
                      </a:cxn>
                      <a:cxn ang="0">
                        <a:pos x="50" y="56"/>
                      </a:cxn>
                      <a:cxn ang="0">
                        <a:pos x="51" y="51"/>
                      </a:cxn>
                      <a:cxn ang="0">
                        <a:pos x="53" y="48"/>
                      </a:cxn>
                      <a:cxn ang="0">
                        <a:pos x="49" y="44"/>
                      </a:cxn>
                      <a:cxn ang="0">
                        <a:pos x="47" y="42"/>
                      </a:cxn>
                      <a:cxn ang="0">
                        <a:pos x="43" y="44"/>
                      </a:cxn>
                      <a:cxn ang="0">
                        <a:pos x="39" y="48"/>
                      </a:cxn>
                      <a:cxn ang="0">
                        <a:pos x="35" y="52"/>
                      </a:cxn>
                      <a:cxn ang="0">
                        <a:pos x="32" y="53"/>
                      </a:cxn>
                      <a:cxn ang="0">
                        <a:pos x="30" y="56"/>
                      </a:cxn>
                      <a:cxn ang="0">
                        <a:pos x="28" y="55"/>
                      </a:cxn>
                      <a:cxn ang="0">
                        <a:pos x="30" y="51"/>
                      </a:cxn>
                      <a:cxn ang="0">
                        <a:pos x="31" y="46"/>
                      </a:cxn>
                      <a:cxn ang="0">
                        <a:pos x="23" y="42"/>
                      </a:cxn>
                      <a:cxn ang="0">
                        <a:pos x="15" y="34"/>
                      </a:cxn>
                      <a:cxn ang="0">
                        <a:pos x="16" y="30"/>
                      </a:cxn>
                      <a:cxn ang="0">
                        <a:pos x="11" y="22"/>
                      </a:cxn>
                      <a:cxn ang="0">
                        <a:pos x="9" y="17"/>
                      </a:cxn>
                      <a:cxn ang="0">
                        <a:pos x="1" y="13"/>
                      </a:cxn>
                      <a:cxn ang="0">
                        <a:pos x="24" y="56"/>
                      </a:cxn>
                      <a:cxn ang="0">
                        <a:pos x="15" y="45"/>
                      </a:cxn>
                      <a:cxn ang="0">
                        <a:pos x="11" y="40"/>
                      </a:cxn>
                      <a:cxn ang="0">
                        <a:pos x="5" y="38"/>
                      </a:cxn>
                      <a:cxn ang="0">
                        <a:pos x="0" y="40"/>
                      </a:cxn>
                      <a:cxn ang="0">
                        <a:pos x="1" y="41"/>
                      </a:cxn>
                      <a:cxn ang="0">
                        <a:pos x="5" y="42"/>
                      </a:cxn>
                      <a:cxn ang="0">
                        <a:pos x="5" y="48"/>
                      </a:cxn>
                      <a:cxn ang="0">
                        <a:pos x="12" y="53"/>
                      </a:cxn>
                      <a:cxn ang="0">
                        <a:pos x="20" y="56"/>
                      </a:cxn>
                      <a:cxn ang="0">
                        <a:pos x="24" y="56"/>
                      </a:cxn>
                    </a:cxnLst>
                    <a:rect l="0" t="0" r="r" b="b"/>
                    <a:pathLst>
                      <a:path w="79" h="64">
                        <a:moveTo>
                          <a:pt x="1" y="13"/>
                        </a:moveTo>
                        <a:lnTo>
                          <a:pt x="1" y="11"/>
                        </a:lnTo>
                        <a:lnTo>
                          <a:pt x="7" y="8"/>
                        </a:lnTo>
                        <a:lnTo>
                          <a:pt x="15" y="13"/>
                        </a:lnTo>
                        <a:lnTo>
                          <a:pt x="20" y="14"/>
                        </a:lnTo>
                        <a:lnTo>
                          <a:pt x="24" y="17"/>
                        </a:lnTo>
                        <a:lnTo>
                          <a:pt x="26" y="11"/>
                        </a:lnTo>
                        <a:lnTo>
                          <a:pt x="24" y="8"/>
                        </a:lnTo>
                        <a:lnTo>
                          <a:pt x="20" y="6"/>
                        </a:lnTo>
                        <a:lnTo>
                          <a:pt x="21" y="0"/>
                        </a:lnTo>
                        <a:lnTo>
                          <a:pt x="26" y="2"/>
                        </a:lnTo>
                        <a:lnTo>
                          <a:pt x="32" y="6"/>
                        </a:lnTo>
                        <a:lnTo>
                          <a:pt x="34" y="10"/>
                        </a:lnTo>
                        <a:lnTo>
                          <a:pt x="40" y="10"/>
                        </a:lnTo>
                        <a:lnTo>
                          <a:pt x="42" y="8"/>
                        </a:lnTo>
                        <a:lnTo>
                          <a:pt x="46" y="6"/>
                        </a:lnTo>
                        <a:lnTo>
                          <a:pt x="51" y="0"/>
                        </a:lnTo>
                        <a:lnTo>
                          <a:pt x="54" y="2"/>
                        </a:lnTo>
                        <a:lnTo>
                          <a:pt x="58" y="7"/>
                        </a:lnTo>
                        <a:lnTo>
                          <a:pt x="58" y="10"/>
                        </a:lnTo>
                        <a:lnTo>
                          <a:pt x="61" y="14"/>
                        </a:lnTo>
                        <a:lnTo>
                          <a:pt x="65" y="18"/>
                        </a:lnTo>
                        <a:lnTo>
                          <a:pt x="65" y="21"/>
                        </a:lnTo>
                        <a:lnTo>
                          <a:pt x="69" y="22"/>
                        </a:lnTo>
                        <a:lnTo>
                          <a:pt x="72" y="22"/>
                        </a:lnTo>
                        <a:lnTo>
                          <a:pt x="76" y="23"/>
                        </a:lnTo>
                        <a:lnTo>
                          <a:pt x="79" y="27"/>
                        </a:lnTo>
                        <a:lnTo>
                          <a:pt x="76" y="26"/>
                        </a:lnTo>
                        <a:lnTo>
                          <a:pt x="74" y="27"/>
                        </a:lnTo>
                        <a:lnTo>
                          <a:pt x="70" y="27"/>
                        </a:lnTo>
                        <a:lnTo>
                          <a:pt x="66" y="32"/>
                        </a:lnTo>
                        <a:lnTo>
                          <a:pt x="66" y="36"/>
                        </a:lnTo>
                        <a:lnTo>
                          <a:pt x="66" y="38"/>
                        </a:lnTo>
                        <a:lnTo>
                          <a:pt x="65" y="40"/>
                        </a:lnTo>
                        <a:lnTo>
                          <a:pt x="65" y="42"/>
                        </a:lnTo>
                        <a:lnTo>
                          <a:pt x="66" y="44"/>
                        </a:lnTo>
                        <a:lnTo>
                          <a:pt x="66" y="46"/>
                        </a:lnTo>
                        <a:lnTo>
                          <a:pt x="65" y="48"/>
                        </a:lnTo>
                        <a:lnTo>
                          <a:pt x="65" y="52"/>
                        </a:lnTo>
                        <a:lnTo>
                          <a:pt x="64" y="55"/>
                        </a:lnTo>
                        <a:lnTo>
                          <a:pt x="64" y="53"/>
                        </a:lnTo>
                        <a:lnTo>
                          <a:pt x="64" y="49"/>
                        </a:lnTo>
                        <a:lnTo>
                          <a:pt x="62" y="48"/>
                        </a:lnTo>
                        <a:lnTo>
                          <a:pt x="61" y="49"/>
                        </a:lnTo>
                        <a:lnTo>
                          <a:pt x="60" y="51"/>
                        </a:lnTo>
                        <a:lnTo>
                          <a:pt x="61" y="55"/>
                        </a:lnTo>
                        <a:lnTo>
                          <a:pt x="61" y="57"/>
                        </a:lnTo>
                        <a:lnTo>
                          <a:pt x="61" y="57"/>
                        </a:lnTo>
                        <a:lnTo>
                          <a:pt x="61" y="63"/>
                        </a:lnTo>
                        <a:lnTo>
                          <a:pt x="60" y="64"/>
                        </a:lnTo>
                        <a:lnTo>
                          <a:pt x="58" y="64"/>
                        </a:lnTo>
                        <a:lnTo>
                          <a:pt x="57" y="61"/>
                        </a:lnTo>
                        <a:lnTo>
                          <a:pt x="54" y="61"/>
                        </a:lnTo>
                        <a:lnTo>
                          <a:pt x="50" y="56"/>
                        </a:lnTo>
                        <a:lnTo>
                          <a:pt x="54" y="52"/>
                        </a:lnTo>
                        <a:lnTo>
                          <a:pt x="51" y="51"/>
                        </a:lnTo>
                        <a:lnTo>
                          <a:pt x="50" y="49"/>
                        </a:lnTo>
                        <a:lnTo>
                          <a:pt x="53" y="48"/>
                        </a:lnTo>
                        <a:lnTo>
                          <a:pt x="50" y="45"/>
                        </a:lnTo>
                        <a:lnTo>
                          <a:pt x="49" y="44"/>
                        </a:lnTo>
                        <a:lnTo>
                          <a:pt x="47" y="44"/>
                        </a:lnTo>
                        <a:lnTo>
                          <a:pt x="47" y="42"/>
                        </a:lnTo>
                        <a:lnTo>
                          <a:pt x="46" y="42"/>
                        </a:lnTo>
                        <a:lnTo>
                          <a:pt x="43" y="44"/>
                        </a:lnTo>
                        <a:lnTo>
                          <a:pt x="40" y="45"/>
                        </a:lnTo>
                        <a:lnTo>
                          <a:pt x="39" y="48"/>
                        </a:lnTo>
                        <a:lnTo>
                          <a:pt x="38" y="48"/>
                        </a:lnTo>
                        <a:lnTo>
                          <a:pt x="35" y="52"/>
                        </a:lnTo>
                        <a:lnTo>
                          <a:pt x="34" y="52"/>
                        </a:lnTo>
                        <a:lnTo>
                          <a:pt x="32" y="53"/>
                        </a:lnTo>
                        <a:lnTo>
                          <a:pt x="32" y="55"/>
                        </a:lnTo>
                        <a:lnTo>
                          <a:pt x="30" y="56"/>
                        </a:lnTo>
                        <a:lnTo>
                          <a:pt x="28" y="55"/>
                        </a:lnTo>
                        <a:lnTo>
                          <a:pt x="28" y="55"/>
                        </a:lnTo>
                        <a:lnTo>
                          <a:pt x="28" y="52"/>
                        </a:lnTo>
                        <a:lnTo>
                          <a:pt x="30" y="51"/>
                        </a:lnTo>
                        <a:lnTo>
                          <a:pt x="27" y="46"/>
                        </a:lnTo>
                        <a:lnTo>
                          <a:pt x="31" y="46"/>
                        </a:lnTo>
                        <a:lnTo>
                          <a:pt x="27" y="42"/>
                        </a:lnTo>
                        <a:lnTo>
                          <a:pt x="23" y="42"/>
                        </a:lnTo>
                        <a:lnTo>
                          <a:pt x="16" y="40"/>
                        </a:lnTo>
                        <a:lnTo>
                          <a:pt x="15" y="34"/>
                        </a:lnTo>
                        <a:lnTo>
                          <a:pt x="16" y="33"/>
                        </a:lnTo>
                        <a:lnTo>
                          <a:pt x="16" y="30"/>
                        </a:lnTo>
                        <a:lnTo>
                          <a:pt x="11" y="25"/>
                        </a:lnTo>
                        <a:lnTo>
                          <a:pt x="11" y="22"/>
                        </a:lnTo>
                        <a:lnTo>
                          <a:pt x="12" y="19"/>
                        </a:lnTo>
                        <a:lnTo>
                          <a:pt x="9" y="17"/>
                        </a:lnTo>
                        <a:lnTo>
                          <a:pt x="4" y="15"/>
                        </a:lnTo>
                        <a:lnTo>
                          <a:pt x="1" y="13"/>
                        </a:lnTo>
                        <a:lnTo>
                          <a:pt x="1" y="13"/>
                        </a:lnTo>
                        <a:close/>
                        <a:moveTo>
                          <a:pt x="24" y="56"/>
                        </a:moveTo>
                        <a:lnTo>
                          <a:pt x="19" y="45"/>
                        </a:lnTo>
                        <a:lnTo>
                          <a:pt x="15" y="45"/>
                        </a:lnTo>
                        <a:lnTo>
                          <a:pt x="12" y="40"/>
                        </a:lnTo>
                        <a:lnTo>
                          <a:pt x="11" y="40"/>
                        </a:lnTo>
                        <a:lnTo>
                          <a:pt x="8" y="41"/>
                        </a:lnTo>
                        <a:lnTo>
                          <a:pt x="5" y="38"/>
                        </a:lnTo>
                        <a:lnTo>
                          <a:pt x="2" y="40"/>
                        </a:lnTo>
                        <a:lnTo>
                          <a:pt x="0" y="40"/>
                        </a:lnTo>
                        <a:lnTo>
                          <a:pt x="1" y="41"/>
                        </a:lnTo>
                        <a:lnTo>
                          <a:pt x="1" y="41"/>
                        </a:lnTo>
                        <a:lnTo>
                          <a:pt x="4" y="42"/>
                        </a:lnTo>
                        <a:lnTo>
                          <a:pt x="5" y="42"/>
                        </a:lnTo>
                        <a:lnTo>
                          <a:pt x="7" y="45"/>
                        </a:lnTo>
                        <a:lnTo>
                          <a:pt x="5" y="48"/>
                        </a:lnTo>
                        <a:lnTo>
                          <a:pt x="12" y="51"/>
                        </a:lnTo>
                        <a:lnTo>
                          <a:pt x="12" y="53"/>
                        </a:lnTo>
                        <a:lnTo>
                          <a:pt x="16" y="55"/>
                        </a:lnTo>
                        <a:lnTo>
                          <a:pt x="20" y="56"/>
                        </a:lnTo>
                        <a:lnTo>
                          <a:pt x="24" y="57"/>
                        </a:lnTo>
                        <a:lnTo>
                          <a:pt x="24" y="56"/>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86" name="Freeform 845">
                    <a:extLst>
                      <a:ext uri="{FF2B5EF4-FFF2-40B4-BE49-F238E27FC236}">
                        <a16:creationId xmlns:a16="http://schemas.microsoft.com/office/drawing/2014/main" id="{D94F9CC3-4BFD-9633-F0CB-F96C4BED6458}"/>
                      </a:ext>
                    </a:extLst>
                  </p:cNvPr>
                  <p:cNvSpPr>
                    <a:spLocks noEditPoints="1"/>
                  </p:cNvSpPr>
                  <p:nvPr/>
                </p:nvSpPr>
                <p:spPr bwMode="auto">
                  <a:xfrm>
                    <a:off x="9794812" y="2415224"/>
                    <a:ext cx="72025" cy="53192"/>
                  </a:xfrm>
                  <a:custGeom>
                    <a:avLst/>
                    <a:gdLst/>
                    <a:ahLst/>
                    <a:cxnLst>
                      <a:cxn ang="0">
                        <a:pos x="1" y="11"/>
                      </a:cxn>
                      <a:cxn ang="0">
                        <a:pos x="15" y="13"/>
                      </a:cxn>
                      <a:cxn ang="0">
                        <a:pos x="24" y="17"/>
                      </a:cxn>
                      <a:cxn ang="0">
                        <a:pos x="24" y="8"/>
                      </a:cxn>
                      <a:cxn ang="0">
                        <a:pos x="21" y="0"/>
                      </a:cxn>
                      <a:cxn ang="0">
                        <a:pos x="32" y="6"/>
                      </a:cxn>
                      <a:cxn ang="0">
                        <a:pos x="40" y="10"/>
                      </a:cxn>
                      <a:cxn ang="0">
                        <a:pos x="46" y="6"/>
                      </a:cxn>
                      <a:cxn ang="0">
                        <a:pos x="54" y="2"/>
                      </a:cxn>
                      <a:cxn ang="0">
                        <a:pos x="58" y="10"/>
                      </a:cxn>
                      <a:cxn ang="0">
                        <a:pos x="65" y="18"/>
                      </a:cxn>
                      <a:cxn ang="0">
                        <a:pos x="69" y="22"/>
                      </a:cxn>
                      <a:cxn ang="0">
                        <a:pos x="76" y="23"/>
                      </a:cxn>
                      <a:cxn ang="0">
                        <a:pos x="76" y="26"/>
                      </a:cxn>
                      <a:cxn ang="0">
                        <a:pos x="70" y="27"/>
                      </a:cxn>
                      <a:cxn ang="0">
                        <a:pos x="66" y="36"/>
                      </a:cxn>
                      <a:cxn ang="0">
                        <a:pos x="65" y="40"/>
                      </a:cxn>
                      <a:cxn ang="0">
                        <a:pos x="66" y="44"/>
                      </a:cxn>
                      <a:cxn ang="0">
                        <a:pos x="65" y="48"/>
                      </a:cxn>
                      <a:cxn ang="0">
                        <a:pos x="64" y="55"/>
                      </a:cxn>
                      <a:cxn ang="0">
                        <a:pos x="64" y="49"/>
                      </a:cxn>
                      <a:cxn ang="0">
                        <a:pos x="61" y="49"/>
                      </a:cxn>
                      <a:cxn ang="0">
                        <a:pos x="61" y="55"/>
                      </a:cxn>
                      <a:cxn ang="0">
                        <a:pos x="61" y="57"/>
                      </a:cxn>
                      <a:cxn ang="0">
                        <a:pos x="60" y="64"/>
                      </a:cxn>
                      <a:cxn ang="0">
                        <a:pos x="57" y="61"/>
                      </a:cxn>
                      <a:cxn ang="0">
                        <a:pos x="50" y="56"/>
                      </a:cxn>
                      <a:cxn ang="0">
                        <a:pos x="51" y="51"/>
                      </a:cxn>
                      <a:cxn ang="0">
                        <a:pos x="53" y="48"/>
                      </a:cxn>
                      <a:cxn ang="0">
                        <a:pos x="49" y="44"/>
                      </a:cxn>
                      <a:cxn ang="0">
                        <a:pos x="47" y="42"/>
                      </a:cxn>
                      <a:cxn ang="0">
                        <a:pos x="43" y="44"/>
                      </a:cxn>
                      <a:cxn ang="0">
                        <a:pos x="39" y="48"/>
                      </a:cxn>
                      <a:cxn ang="0">
                        <a:pos x="35" y="52"/>
                      </a:cxn>
                      <a:cxn ang="0">
                        <a:pos x="32" y="53"/>
                      </a:cxn>
                      <a:cxn ang="0">
                        <a:pos x="30" y="56"/>
                      </a:cxn>
                      <a:cxn ang="0">
                        <a:pos x="28" y="55"/>
                      </a:cxn>
                      <a:cxn ang="0">
                        <a:pos x="30" y="51"/>
                      </a:cxn>
                      <a:cxn ang="0">
                        <a:pos x="31" y="46"/>
                      </a:cxn>
                      <a:cxn ang="0">
                        <a:pos x="23" y="42"/>
                      </a:cxn>
                      <a:cxn ang="0">
                        <a:pos x="15" y="34"/>
                      </a:cxn>
                      <a:cxn ang="0">
                        <a:pos x="16" y="30"/>
                      </a:cxn>
                      <a:cxn ang="0">
                        <a:pos x="11" y="22"/>
                      </a:cxn>
                      <a:cxn ang="0">
                        <a:pos x="9" y="17"/>
                      </a:cxn>
                      <a:cxn ang="0">
                        <a:pos x="1" y="13"/>
                      </a:cxn>
                      <a:cxn ang="0">
                        <a:pos x="24" y="56"/>
                      </a:cxn>
                      <a:cxn ang="0">
                        <a:pos x="15" y="45"/>
                      </a:cxn>
                      <a:cxn ang="0">
                        <a:pos x="11" y="40"/>
                      </a:cxn>
                      <a:cxn ang="0">
                        <a:pos x="5" y="38"/>
                      </a:cxn>
                      <a:cxn ang="0">
                        <a:pos x="0" y="40"/>
                      </a:cxn>
                      <a:cxn ang="0">
                        <a:pos x="1" y="41"/>
                      </a:cxn>
                      <a:cxn ang="0">
                        <a:pos x="5" y="42"/>
                      </a:cxn>
                      <a:cxn ang="0">
                        <a:pos x="5" y="48"/>
                      </a:cxn>
                      <a:cxn ang="0">
                        <a:pos x="12" y="53"/>
                      </a:cxn>
                      <a:cxn ang="0">
                        <a:pos x="20" y="56"/>
                      </a:cxn>
                      <a:cxn ang="0">
                        <a:pos x="24" y="56"/>
                      </a:cxn>
                    </a:cxnLst>
                    <a:rect l="0" t="0" r="r" b="b"/>
                    <a:pathLst>
                      <a:path w="79" h="64">
                        <a:moveTo>
                          <a:pt x="1" y="13"/>
                        </a:moveTo>
                        <a:lnTo>
                          <a:pt x="1" y="11"/>
                        </a:lnTo>
                        <a:lnTo>
                          <a:pt x="7" y="8"/>
                        </a:lnTo>
                        <a:lnTo>
                          <a:pt x="15" y="13"/>
                        </a:lnTo>
                        <a:lnTo>
                          <a:pt x="20" y="14"/>
                        </a:lnTo>
                        <a:lnTo>
                          <a:pt x="24" y="17"/>
                        </a:lnTo>
                        <a:lnTo>
                          <a:pt x="26" y="11"/>
                        </a:lnTo>
                        <a:lnTo>
                          <a:pt x="24" y="8"/>
                        </a:lnTo>
                        <a:lnTo>
                          <a:pt x="20" y="6"/>
                        </a:lnTo>
                        <a:lnTo>
                          <a:pt x="21" y="0"/>
                        </a:lnTo>
                        <a:lnTo>
                          <a:pt x="26" y="2"/>
                        </a:lnTo>
                        <a:lnTo>
                          <a:pt x="32" y="6"/>
                        </a:lnTo>
                        <a:lnTo>
                          <a:pt x="34" y="10"/>
                        </a:lnTo>
                        <a:lnTo>
                          <a:pt x="40" y="10"/>
                        </a:lnTo>
                        <a:lnTo>
                          <a:pt x="42" y="8"/>
                        </a:lnTo>
                        <a:lnTo>
                          <a:pt x="46" y="6"/>
                        </a:lnTo>
                        <a:lnTo>
                          <a:pt x="51" y="0"/>
                        </a:lnTo>
                        <a:lnTo>
                          <a:pt x="54" y="2"/>
                        </a:lnTo>
                        <a:lnTo>
                          <a:pt x="58" y="7"/>
                        </a:lnTo>
                        <a:lnTo>
                          <a:pt x="58" y="10"/>
                        </a:lnTo>
                        <a:lnTo>
                          <a:pt x="61" y="14"/>
                        </a:lnTo>
                        <a:lnTo>
                          <a:pt x="65" y="18"/>
                        </a:lnTo>
                        <a:lnTo>
                          <a:pt x="65" y="21"/>
                        </a:lnTo>
                        <a:lnTo>
                          <a:pt x="69" y="22"/>
                        </a:lnTo>
                        <a:lnTo>
                          <a:pt x="72" y="22"/>
                        </a:lnTo>
                        <a:lnTo>
                          <a:pt x="76" y="23"/>
                        </a:lnTo>
                        <a:lnTo>
                          <a:pt x="79" y="27"/>
                        </a:lnTo>
                        <a:lnTo>
                          <a:pt x="76" y="26"/>
                        </a:lnTo>
                        <a:lnTo>
                          <a:pt x="74" y="27"/>
                        </a:lnTo>
                        <a:lnTo>
                          <a:pt x="70" y="27"/>
                        </a:lnTo>
                        <a:lnTo>
                          <a:pt x="66" y="32"/>
                        </a:lnTo>
                        <a:lnTo>
                          <a:pt x="66" y="36"/>
                        </a:lnTo>
                        <a:lnTo>
                          <a:pt x="66" y="38"/>
                        </a:lnTo>
                        <a:lnTo>
                          <a:pt x="65" y="40"/>
                        </a:lnTo>
                        <a:lnTo>
                          <a:pt x="65" y="42"/>
                        </a:lnTo>
                        <a:lnTo>
                          <a:pt x="66" y="44"/>
                        </a:lnTo>
                        <a:lnTo>
                          <a:pt x="66" y="46"/>
                        </a:lnTo>
                        <a:lnTo>
                          <a:pt x="65" y="48"/>
                        </a:lnTo>
                        <a:lnTo>
                          <a:pt x="65" y="52"/>
                        </a:lnTo>
                        <a:lnTo>
                          <a:pt x="64" y="55"/>
                        </a:lnTo>
                        <a:lnTo>
                          <a:pt x="64" y="53"/>
                        </a:lnTo>
                        <a:lnTo>
                          <a:pt x="64" y="49"/>
                        </a:lnTo>
                        <a:lnTo>
                          <a:pt x="62" y="48"/>
                        </a:lnTo>
                        <a:lnTo>
                          <a:pt x="61" y="49"/>
                        </a:lnTo>
                        <a:lnTo>
                          <a:pt x="60" y="51"/>
                        </a:lnTo>
                        <a:lnTo>
                          <a:pt x="61" y="55"/>
                        </a:lnTo>
                        <a:lnTo>
                          <a:pt x="61" y="57"/>
                        </a:lnTo>
                        <a:lnTo>
                          <a:pt x="61" y="57"/>
                        </a:lnTo>
                        <a:lnTo>
                          <a:pt x="61" y="63"/>
                        </a:lnTo>
                        <a:lnTo>
                          <a:pt x="60" y="64"/>
                        </a:lnTo>
                        <a:lnTo>
                          <a:pt x="58" y="64"/>
                        </a:lnTo>
                        <a:lnTo>
                          <a:pt x="57" y="61"/>
                        </a:lnTo>
                        <a:lnTo>
                          <a:pt x="54" y="61"/>
                        </a:lnTo>
                        <a:lnTo>
                          <a:pt x="50" y="56"/>
                        </a:lnTo>
                        <a:lnTo>
                          <a:pt x="54" y="52"/>
                        </a:lnTo>
                        <a:lnTo>
                          <a:pt x="51" y="51"/>
                        </a:lnTo>
                        <a:lnTo>
                          <a:pt x="50" y="49"/>
                        </a:lnTo>
                        <a:lnTo>
                          <a:pt x="53" y="48"/>
                        </a:lnTo>
                        <a:lnTo>
                          <a:pt x="50" y="45"/>
                        </a:lnTo>
                        <a:lnTo>
                          <a:pt x="49" y="44"/>
                        </a:lnTo>
                        <a:lnTo>
                          <a:pt x="47" y="44"/>
                        </a:lnTo>
                        <a:lnTo>
                          <a:pt x="47" y="42"/>
                        </a:lnTo>
                        <a:lnTo>
                          <a:pt x="46" y="42"/>
                        </a:lnTo>
                        <a:lnTo>
                          <a:pt x="43" y="44"/>
                        </a:lnTo>
                        <a:lnTo>
                          <a:pt x="40" y="45"/>
                        </a:lnTo>
                        <a:lnTo>
                          <a:pt x="39" y="48"/>
                        </a:lnTo>
                        <a:lnTo>
                          <a:pt x="38" y="48"/>
                        </a:lnTo>
                        <a:lnTo>
                          <a:pt x="35" y="52"/>
                        </a:lnTo>
                        <a:lnTo>
                          <a:pt x="34" y="52"/>
                        </a:lnTo>
                        <a:lnTo>
                          <a:pt x="32" y="53"/>
                        </a:lnTo>
                        <a:lnTo>
                          <a:pt x="32" y="55"/>
                        </a:lnTo>
                        <a:lnTo>
                          <a:pt x="30" y="56"/>
                        </a:lnTo>
                        <a:lnTo>
                          <a:pt x="28" y="55"/>
                        </a:lnTo>
                        <a:lnTo>
                          <a:pt x="28" y="55"/>
                        </a:lnTo>
                        <a:lnTo>
                          <a:pt x="28" y="52"/>
                        </a:lnTo>
                        <a:lnTo>
                          <a:pt x="30" y="51"/>
                        </a:lnTo>
                        <a:lnTo>
                          <a:pt x="27" y="46"/>
                        </a:lnTo>
                        <a:lnTo>
                          <a:pt x="31" y="46"/>
                        </a:lnTo>
                        <a:lnTo>
                          <a:pt x="27" y="42"/>
                        </a:lnTo>
                        <a:lnTo>
                          <a:pt x="23" y="42"/>
                        </a:lnTo>
                        <a:lnTo>
                          <a:pt x="16" y="40"/>
                        </a:lnTo>
                        <a:lnTo>
                          <a:pt x="15" y="34"/>
                        </a:lnTo>
                        <a:lnTo>
                          <a:pt x="16" y="33"/>
                        </a:lnTo>
                        <a:lnTo>
                          <a:pt x="16" y="30"/>
                        </a:lnTo>
                        <a:lnTo>
                          <a:pt x="11" y="25"/>
                        </a:lnTo>
                        <a:lnTo>
                          <a:pt x="11" y="22"/>
                        </a:lnTo>
                        <a:lnTo>
                          <a:pt x="12" y="19"/>
                        </a:lnTo>
                        <a:lnTo>
                          <a:pt x="9" y="17"/>
                        </a:lnTo>
                        <a:lnTo>
                          <a:pt x="4" y="15"/>
                        </a:lnTo>
                        <a:lnTo>
                          <a:pt x="1" y="13"/>
                        </a:lnTo>
                        <a:lnTo>
                          <a:pt x="1" y="13"/>
                        </a:lnTo>
                        <a:close/>
                        <a:moveTo>
                          <a:pt x="24" y="56"/>
                        </a:moveTo>
                        <a:lnTo>
                          <a:pt x="19" y="45"/>
                        </a:lnTo>
                        <a:lnTo>
                          <a:pt x="15" y="45"/>
                        </a:lnTo>
                        <a:lnTo>
                          <a:pt x="12" y="40"/>
                        </a:lnTo>
                        <a:lnTo>
                          <a:pt x="11" y="40"/>
                        </a:lnTo>
                        <a:lnTo>
                          <a:pt x="8" y="41"/>
                        </a:lnTo>
                        <a:lnTo>
                          <a:pt x="5" y="38"/>
                        </a:lnTo>
                        <a:lnTo>
                          <a:pt x="2" y="40"/>
                        </a:lnTo>
                        <a:lnTo>
                          <a:pt x="0" y="40"/>
                        </a:lnTo>
                        <a:lnTo>
                          <a:pt x="1" y="41"/>
                        </a:lnTo>
                        <a:lnTo>
                          <a:pt x="1" y="41"/>
                        </a:lnTo>
                        <a:lnTo>
                          <a:pt x="4" y="42"/>
                        </a:lnTo>
                        <a:lnTo>
                          <a:pt x="5" y="42"/>
                        </a:lnTo>
                        <a:lnTo>
                          <a:pt x="7" y="45"/>
                        </a:lnTo>
                        <a:lnTo>
                          <a:pt x="5" y="48"/>
                        </a:lnTo>
                        <a:lnTo>
                          <a:pt x="12" y="51"/>
                        </a:lnTo>
                        <a:lnTo>
                          <a:pt x="12" y="53"/>
                        </a:lnTo>
                        <a:lnTo>
                          <a:pt x="16" y="55"/>
                        </a:lnTo>
                        <a:lnTo>
                          <a:pt x="20" y="56"/>
                        </a:lnTo>
                        <a:lnTo>
                          <a:pt x="24" y="57"/>
                        </a:lnTo>
                        <a:lnTo>
                          <a:pt x="24" y="56"/>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87" name="Freeform 846">
                    <a:extLst>
                      <a:ext uri="{FF2B5EF4-FFF2-40B4-BE49-F238E27FC236}">
                        <a16:creationId xmlns:a16="http://schemas.microsoft.com/office/drawing/2014/main" id="{3419264F-73B6-DB16-0E64-0D006BC25531}"/>
                      </a:ext>
                    </a:extLst>
                  </p:cNvPr>
                  <p:cNvSpPr>
                    <a:spLocks/>
                  </p:cNvSpPr>
                  <p:nvPr/>
                </p:nvSpPr>
                <p:spPr bwMode="auto">
                  <a:xfrm>
                    <a:off x="9788431" y="2449300"/>
                    <a:ext cx="266219" cy="194482"/>
                  </a:xfrm>
                  <a:custGeom>
                    <a:avLst/>
                    <a:gdLst/>
                    <a:ahLst/>
                    <a:cxnLst>
                      <a:cxn ang="0">
                        <a:pos x="14" y="4"/>
                      </a:cxn>
                      <a:cxn ang="0">
                        <a:pos x="27" y="15"/>
                      </a:cxn>
                      <a:cxn ang="0">
                        <a:pos x="37" y="15"/>
                      </a:cxn>
                      <a:cxn ang="0">
                        <a:pos x="45" y="7"/>
                      </a:cxn>
                      <a:cxn ang="0">
                        <a:pos x="54" y="1"/>
                      </a:cxn>
                      <a:cxn ang="0">
                        <a:pos x="57" y="8"/>
                      </a:cxn>
                      <a:cxn ang="0">
                        <a:pos x="64" y="20"/>
                      </a:cxn>
                      <a:cxn ang="0">
                        <a:pos x="71" y="26"/>
                      </a:cxn>
                      <a:cxn ang="0">
                        <a:pos x="76" y="38"/>
                      </a:cxn>
                      <a:cxn ang="0">
                        <a:pos x="91" y="39"/>
                      </a:cxn>
                      <a:cxn ang="0">
                        <a:pos x="113" y="50"/>
                      </a:cxn>
                      <a:cxn ang="0">
                        <a:pos x="144" y="49"/>
                      </a:cxn>
                      <a:cxn ang="0">
                        <a:pos x="152" y="35"/>
                      </a:cxn>
                      <a:cxn ang="0">
                        <a:pos x="170" y="23"/>
                      </a:cxn>
                      <a:cxn ang="0">
                        <a:pos x="185" y="22"/>
                      </a:cxn>
                      <a:cxn ang="0">
                        <a:pos x="206" y="30"/>
                      </a:cxn>
                      <a:cxn ang="0">
                        <a:pos x="220" y="38"/>
                      </a:cxn>
                      <a:cxn ang="0">
                        <a:pos x="244" y="53"/>
                      </a:cxn>
                      <a:cxn ang="0">
                        <a:pos x="244" y="67"/>
                      </a:cxn>
                      <a:cxn ang="0">
                        <a:pos x="246" y="76"/>
                      </a:cxn>
                      <a:cxn ang="0">
                        <a:pos x="240" y="87"/>
                      </a:cxn>
                      <a:cxn ang="0">
                        <a:pos x="247" y="97"/>
                      </a:cxn>
                      <a:cxn ang="0">
                        <a:pos x="247" y="122"/>
                      </a:cxn>
                      <a:cxn ang="0">
                        <a:pos x="264" y="139"/>
                      </a:cxn>
                      <a:cxn ang="0">
                        <a:pos x="262" y="174"/>
                      </a:cxn>
                      <a:cxn ang="0">
                        <a:pos x="278" y="182"/>
                      </a:cxn>
                      <a:cxn ang="0">
                        <a:pos x="284" y="197"/>
                      </a:cxn>
                      <a:cxn ang="0">
                        <a:pos x="289" y="209"/>
                      </a:cxn>
                      <a:cxn ang="0">
                        <a:pos x="272" y="215"/>
                      </a:cxn>
                      <a:cxn ang="0">
                        <a:pos x="272" y="231"/>
                      </a:cxn>
                      <a:cxn ang="0">
                        <a:pos x="259" y="231"/>
                      </a:cxn>
                      <a:cxn ang="0">
                        <a:pos x="253" y="230"/>
                      </a:cxn>
                      <a:cxn ang="0">
                        <a:pos x="231" y="227"/>
                      </a:cxn>
                      <a:cxn ang="0">
                        <a:pos x="216" y="224"/>
                      </a:cxn>
                      <a:cxn ang="0">
                        <a:pos x="204" y="213"/>
                      </a:cxn>
                      <a:cxn ang="0">
                        <a:pos x="198" y="202"/>
                      </a:cxn>
                      <a:cxn ang="0">
                        <a:pos x="183" y="204"/>
                      </a:cxn>
                      <a:cxn ang="0">
                        <a:pos x="162" y="208"/>
                      </a:cxn>
                      <a:cxn ang="0">
                        <a:pos x="148" y="204"/>
                      </a:cxn>
                      <a:cxn ang="0">
                        <a:pos x="139" y="196"/>
                      </a:cxn>
                      <a:cxn ang="0">
                        <a:pos x="124" y="192"/>
                      </a:cxn>
                      <a:cxn ang="0">
                        <a:pos x="111" y="177"/>
                      </a:cxn>
                      <a:cxn ang="0">
                        <a:pos x="110" y="174"/>
                      </a:cxn>
                      <a:cxn ang="0">
                        <a:pos x="100" y="156"/>
                      </a:cxn>
                      <a:cxn ang="0">
                        <a:pos x="90" y="156"/>
                      </a:cxn>
                      <a:cxn ang="0">
                        <a:pos x="86" y="152"/>
                      </a:cxn>
                      <a:cxn ang="0">
                        <a:pos x="83" y="159"/>
                      </a:cxn>
                      <a:cxn ang="0">
                        <a:pos x="75" y="154"/>
                      </a:cxn>
                      <a:cxn ang="0">
                        <a:pos x="67" y="135"/>
                      </a:cxn>
                      <a:cxn ang="0">
                        <a:pos x="58" y="118"/>
                      </a:cxn>
                      <a:cxn ang="0">
                        <a:pos x="39" y="110"/>
                      </a:cxn>
                      <a:cxn ang="0">
                        <a:pos x="37" y="101"/>
                      </a:cxn>
                      <a:cxn ang="0">
                        <a:pos x="31" y="94"/>
                      </a:cxn>
                      <a:cxn ang="0">
                        <a:pos x="34" y="80"/>
                      </a:cxn>
                      <a:cxn ang="0">
                        <a:pos x="37" y="69"/>
                      </a:cxn>
                      <a:cxn ang="0">
                        <a:pos x="38" y="65"/>
                      </a:cxn>
                      <a:cxn ang="0">
                        <a:pos x="23" y="61"/>
                      </a:cxn>
                      <a:cxn ang="0">
                        <a:pos x="18" y="49"/>
                      </a:cxn>
                      <a:cxn ang="0">
                        <a:pos x="12" y="41"/>
                      </a:cxn>
                      <a:cxn ang="0">
                        <a:pos x="8" y="23"/>
                      </a:cxn>
                      <a:cxn ang="0">
                        <a:pos x="3" y="10"/>
                      </a:cxn>
                      <a:cxn ang="0">
                        <a:pos x="8" y="0"/>
                      </a:cxn>
                    </a:cxnLst>
                    <a:rect l="0" t="0" r="r" b="b"/>
                    <a:pathLst>
                      <a:path w="292" h="234">
                        <a:moveTo>
                          <a:pt x="8" y="0"/>
                        </a:moveTo>
                        <a:lnTo>
                          <a:pt x="8" y="0"/>
                        </a:lnTo>
                        <a:lnTo>
                          <a:pt x="11" y="1"/>
                        </a:lnTo>
                        <a:lnTo>
                          <a:pt x="12" y="1"/>
                        </a:lnTo>
                        <a:lnTo>
                          <a:pt x="14" y="4"/>
                        </a:lnTo>
                        <a:lnTo>
                          <a:pt x="12" y="7"/>
                        </a:lnTo>
                        <a:lnTo>
                          <a:pt x="19" y="10"/>
                        </a:lnTo>
                        <a:lnTo>
                          <a:pt x="19" y="12"/>
                        </a:lnTo>
                        <a:lnTo>
                          <a:pt x="23" y="14"/>
                        </a:lnTo>
                        <a:lnTo>
                          <a:pt x="27" y="15"/>
                        </a:lnTo>
                        <a:lnTo>
                          <a:pt x="31" y="16"/>
                        </a:lnTo>
                        <a:lnTo>
                          <a:pt x="31" y="15"/>
                        </a:lnTo>
                        <a:lnTo>
                          <a:pt x="31" y="15"/>
                        </a:lnTo>
                        <a:lnTo>
                          <a:pt x="35" y="14"/>
                        </a:lnTo>
                        <a:lnTo>
                          <a:pt x="37" y="15"/>
                        </a:lnTo>
                        <a:lnTo>
                          <a:pt x="39" y="14"/>
                        </a:lnTo>
                        <a:lnTo>
                          <a:pt x="39" y="12"/>
                        </a:lnTo>
                        <a:lnTo>
                          <a:pt x="41" y="11"/>
                        </a:lnTo>
                        <a:lnTo>
                          <a:pt x="42" y="11"/>
                        </a:lnTo>
                        <a:lnTo>
                          <a:pt x="45" y="7"/>
                        </a:lnTo>
                        <a:lnTo>
                          <a:pt x="46" y="7"/>
                        </a:lnTo>
                        <a:lnTo>
                          <a:pt x="47" y="4"/>
                        </a:lnTo>
                        <a:lnTo>
                          <a:pt x="50" y="3"/>
                        </a:lnTo>
                        <a:lnTo>
                          <a:pt x="53" y="1"/>
                        </a:lnTo>
                        <a:lnTo>
                          <a:pt x="54" y="1"/>
                        </a:lnTo>
                        <a:lnTo>
                          <a:pt x="54" y="3"/>
                        </a:lnTo>
                        <a:lnTo>
                          <a:pt x="56" y="3"/>
                        </a:lnTo>
                        <a:lnTo>
                          <a:pt x="57" y="4"/>
                        </a:lnTo>
                        <a:lnTo>
                          <a:pt x="60" y="7"/>
                        </a:lnTo>
                        <a:lnTo>
                          <a:pt x="57" y="8"/>
                        </a:lnTo>
                        <a:lnTo>
                          <a:pt x="58" y="10"/>
                        </a:lnTo>
                        <a:lnTo>
                          <a:pt x="61" y="11"/>
                        </a:lnTo>
                        <a:lnTo>
                          <a:pt x="57" y="15"/>
                        </a:lnTo>
                        <a:lnTo>
                          <a:pt x="61" y="20"/>
                        </a:lnTo>
                        <a:lnTo>
                          <a:pt x="64" y="20"/>
                        </a:lnTo>
                        <a:lnTo>
                          <a:pt x="65" y="23"/>
                        </a:lnTo>
                        <a:lnTo>
                          <a:pt x="67" y="23"/>
                        </a:lnTo>
                        <a:lnTo>
                          <a:pt x="68" y="22"/>
                        </a:lnTo>
                        <a:lnTo>
                          <a:pt x="68" y="23"/>
                        </a:lnTo>
                        <a:lnTo>
                          <a:pt x="71" y="26"/>
                        </a:lnTo>
                        <a:lnTo>
                          <a:pt x="71" y="30"/>
                        </a:lnTo>
                        <a:lnTo>
                          <a:pt x="71" y="33"/>
                        </a:lnTo>
                        <a:lnTo>
                          <a:pt x="71" y="34"/>
                        </a:lnTo>
                        <a:lnTo>
                          <a:pt x="73" y="34"/>
                        </a:lnTo>
                        <a:lnTo>
                          <a:pt x="76" y="38"/>
                        </a:lnTo>
                        <a:lnTo>
                          <a:pt x="79" y="38"/>
                        </a:lnTo>
                        <a:lnTo>
                          <a:pt x="81" y="38"/>
                        </a:lnTo>
                        <a:lnTo>
                          <a:pt x="86" y="37"/>
                        </a:lnTo>
                        <a:lnTo>
                          <a:pt x="88" y="39"/>
                        </a:lnTo>
                        <a:lnTo>
                          <a:pt x="91" y="39"/>
                        </a:lnTo>
                        <a:lnTo>
                          <a:pt x="91" y="42"/>
                        </a:lnTo>
                        <a:lnTo>
                          <a:pt x="94" y="45"/>
                        </a:lnTo>
                        <a:lnTo>
                          <a:pt x="100" y="48"/>
                        </a:lnTo>
                        <a:lnTo>
                          <a:pt x="103" y="48"/>
                        </a:lnTo>
                        <a:lnTo>
                          <a:pt x="113" y="50"/>
                        </a:lnTo>
                        <a:lnTo>
                          <a:pt x="117" y="50"/>
                        </a:lnTo>
                        <a:lnTo>
                          <a:pt x="126" y="48"/>
                        </a:lnTo>
                        <a:lnTo>
                          <a:pt x="133" y="48"/>
                        </a:lnTo>
                        <a:lnTo>
                          <a:pt x="141" y="48"/>
                        </a:lnTo>
                        <a:lnTo>
                          <a:pt x="144" y="49"/>
                        </a:lnTo>
                        <a:lnTo>
                          <a:pt x="145" y="45"/>
                        </a:lnTo>
                        <a:lnTo>
                          <a:pt x="144" y="42"/>
                        </a:lnTo>
                        <a:lnTo>
                          <a:pt x="143" y="38"/>
                        </a:lnTo>
                        <a:lnTo>
                          <a:pt x="145" y="37"/>
                        </a:lnTo>
                        <a:lnTo>
                          <a:pt x="152" y="35"/>
                        </a:lnTo>
                        <a:lnTo>
                          <a:pt x="153" y="31"/>
                        </a:lnTo>
                        <a:lnTo>
                          <a:pt x="155" y="30"/>
                        </a:lnTo>
                        <a:lnTo>
                          <a:pt x="158" y="30"/>
                        </a:lnTo>
                        <a:lnTo>
                          <a:pt x="163" y="25"/>
                        </a:lnTo>
                        <a:lnTo>
                          <a:pt x="170" y="23"/>
                        </a:lnTo>
                        <a:lnTo>
                          <a:pt x="175" y="25"/>
                        </a:lnTo>
                        <a:lnTo>
                          <a:pt x="175" y="20"/>
                        </a:lnTo>
                        <a:lnTo>
                          <a:pt x="178" y="20"/>
                        </a:lnTo>
                        <a:lnTo>
                          <a:pt x="182" y="22"/>
                        </a:lnTo>
                        <a:lnTo>
                          <a:pt x="185" y="22"/>
                        </a:lnTo>
                        <a:lnTo>
                          <a:pt x="190" y="26"/>
                        </a:lnTo>
                        <a:lnTo>
                          <a:pt x="194" y="27"/>
                        </a:lnTo>
                        <a:lnTo>
                          <a:pt x="202" y="31"/>
                        </a:lnTo>
                        <a:lnTo>
                          <a:pt x="205" y="31"/>
                        </a:lnTo>
                        <a:lnTo>
                          <a:pt x="206" y="30"/>
                        </a:lnTo>
                        <a:lnTo>
                          <a:pt x="213" y="33"/>
                        </a:lnTo>
                        <a:lnTo>
                          <a:pt x="216" y="33"/>
                        </a:lnTo>
                        <a:lnTo>
                          <a:pt x="216" y="37"/>
                        </a:lnTo>
                        <a:lnTo>
                          <a:pt x="217" y="38"/>
                        </a:lnTo>
                        <a:lnTo>
                          <a:pt x="220" y="38"/>
                        </a:lnTo>
                        <a:lnTo>
                          <a:pt x="225" y="39"/>
                        </a:lnTo>
                        <a:lnTo>
                          <a:pt x="232" y="46"/>
                        </a:lnTo>
                        <a:lnTo>
                          <a:pt x="238" y="48"/>
                        </a:lnTo>
                        <a:lnTo>
                          <a:pt x="242" y="49"/>
                        </a:lnTo>
                        <a:lnTo>
                          <a:pt x="244" y="53"/>
                        </a:lnTo>
                        <a:lnTo>
                          <a:pt x="243" y="54"/>
                        </a:lnTo>
                        <a:lnTo>
                          <a:pt x="244" y="58"/>
                        </a:lnTo>
                        <a:lnTo>
                          <a:pt x="244" y="61"/>
                        </a:lnTo>
                        <a:lnTo>
                          <a:pt x="246" y="63"/>
                        </a:lnTo>
                        <a:lnTo>
                          <a:pt x="244" y="67"/>
                        </a:lnTo>
                        <a:lnTo>
                          <a:pt x="246" y="69"/>
                        </a:lnTo>
                        <a:lnTo>
                          <a:pt x="244" y="71"/>
                        </a:lnTo>
                        <a:lnTo>
                          <a:pt x="246" y="73"/>
                        </a:lnTo>
                        <a:lnTo>
                          <a:pt x="246" y="75"/>
                        </a:lnTo>
                        <a:lnTo>
                          <a:pt x="246" y="76"/>
                        </a:lnTo>
                        <a:lnTo>
                          <a:pt x="242" y="79"/>
                        </a:lnTo>
                        <a:lnTo>
                          <a:pt x="239" y="80"/>
                        </a:lnTo>
                        <a:lnTo>
                          <a:pt x="240" y="82"/>
                        </a:lnTo>
                        <a:lnTo>
                          <a:pt x="243" y="83"/>
                        </a:lnTo>
                        <a:lnTo>
                          <a:pt x="240" y="87"/>
                        </a:lnTo>
                        <a:lnTo>
                          <a:pt x="240" y="88"/>
                        </a:lnTo>
                        <a:lnTo>
                          <a:pt x="242" y="92"/>
                        </a:lnTo>
                        <a:lnTo>
                          <a:pt x="242" y="95"/>
                        </a:lnTo>
                        <a:lnTo>
                          <a:pt x="246" y="97"/>
                        </a:lnTo>
                        <a:lnTo>
                          <a:pt x="247" y="97"/>
                        </a:lnTo>
                        <a:lnTo>
                          <a:pt x="243" y="102"/>
                        </a:lnTo>
                        <a:lnTo>
                          <a:pt x="242" y="106"/>
                        </a:lnTo>
                        <a:lnTo>
                          <a:pt x="246" y="113"/>
                        </a:lnTo>
                        <a:lnTo>
                          <a:pt x="249" y="120"/>
                        </a:lnTo>
                        <a:lnTo>
                          <a:pt x="247" y="122"/>
                        </a:lnTo>
                        <a:lnTo>
                          <a:pt x="249" y="125"/>
                        </a:lnTo>
                        <a:lnTo>
                          <a:pt x="249" y="129"/>
                        </a:lnTo>
                        <a:lnTo>
                          <a:pt x="262" y="130"/>
                        </a:lnTo>
                        <a:lnTo>
                          <a:pt x="264" y="135"/>
                        </a:lnTo>
                        <a:lnTo>
                          <a:pt x="264" y="139"/>
                        </a:lnTo>
                        <a:lnTo>
                          <a:pt x="265" y="144"/>
                        </a:lnTo>
                        <a:lnTo>
                          <a:pt x="264" y="145"/>
                        </a:lnTo>
                        <a:lnTo>
                          <a:pt x="253" y="160"/>
                        </a:lnTo>
                        <a:lnTo>
                          <a:pt x="261" y="170"/>
                        </a:lnTo>
                        <a:lnTo>
                          <a:pt x="262" y="174"/>
                        </a:lnTo>
                        <a:lnTo>
                          <a:pt x="266" y="178"/>
                        </a:lnTo>
                        <a:lnTo>
                          <a:pt x="269" y="179"/>
                        </a:lnTo>
                        <a:lnTo>
                          <a:pt x="270" y="181"/>
                        </a:lnTo>
                        <a:lnTo>
                          <a:pt x="276" y="182"/>
                        </a:lnTo>
                        <a:lnTo>
                          <a:pt x="278" y="182"/>
                        </a:lnTo>
                        <a:lnTo>
                          <a:pt x="278" y="183"/>
                        </a:lnTo>
                        <a:lnTo>
                          <a:pt x="283" y="185"/>
                        </a:lnTo>
                        <a:lnTo>
                          <a:pt x="283" y="189"/>
                        </a:lnTo>
                        <a:lnTo>
                          <a:pt x="284" y="193"/>
                        </a:lnTo>
                        <a:lnTo>
                          <a:pt x="284" y="197"/>
                        </a:lnTo>
                        <a:lnTo>
                          <a:pt x="284" y="198"/>
                        </a:lnTo>
                        <a:lnTo>
                          <a:pt x="288" y="198"/>
                        </a:lnTo>
                        <a:lnTo>
                          <a:pt x="292" y="201"/>
                        </a:lnTo>
                        <a:lnTo>
                          <a:pt x="292" y="207"/>
                        </a:lnTo>
                        <a:lnTo>
                          <a:pt x="289" y="209"/>
                        </a:lnTo>
                        <a:lnTo>
                          <a:pt x="287" y="208"/>
                        </a:lnTo>
                        <a:lnTo>
                          <a:pt x="280" y="209"/>
                        </a:lnTo>
                        <a:lnTo>
                          <a:pt x="278" y="211"/>
                        </a:lnTo>
                        <a:lnTo>
                          <a:pt x="273" y="212"/>
                        </a:lnTo>
                        <a:lnTo>
                          <a:pt x="272" y="215"/>
                        </a:lnTo>
                        <a:lnTo>
                          <a:pt x="273" y="217"/>
                        </a:lnTo>
                        <a:lnTo>
                          <a:pt x="270" y="220"/>
                        </a:lnTo>
                        <a:lnTo>
                          <a:pt x="272" y="224"/>
                        </a:lnTo>
                        <a:lnTo>
                          <a:pt x="272" y="230"/>
                        </a:lnTo>
                        <a:lnTo>
                          <a:pt x="272" y="231"/>
                        </a:lnTo>
                        <a:lnTo>
                          <a:pt x="270" y="231"/>
                        </a:lnTo>
                        <a:lnTo>
                          <a:pt x="270" y="232"/>
                        </a:lnTo>
                        <a:lnTo>
                          <a:pt x="268" y="234"/>
                        </a:lnTo>
                        <a:lnTo>
                          <a:pt x="264" y="232"/>
                        </a:lnTo>
                        <a:lnTo>
                          <a:pt x="259" y="231"/>
                        </a:lnTo>
                        <a:lnTo>
                          <a:pt x="258" y="228"/>
                        </a:lnTo>
                        <a:lnTo>
                          <a:pt x="257" y="228"/>
                        </a:lnTo>
                        <a:lnTo>
                          <a:pt x="255" y="231"/>
                        </a:lnTo>
                        <a:lnTo>
                          <a:pt x="255" y="231"/>
                        </a:lnTo>
                        <a:lnTo>
                          <a:pt x="253" y="230"/>
                        </a:lnTo>
                        <a:lnTo>
                          <a:pt x="251" y="230"/>
                        </a:lnTo>
                        <a:lnTo>
                          <a:pt x="249" y="230"/>
                        </a:lnTo>
                        <a:lnTo>
                          <a:pt x="243" y="230"/>
                        </a:lnTo>
                        <a:lnTo>
                          <a:pt x="239" y="227"/>
                        </a:lnTo>
                        <a:lnTo>
                          <a:pt x="231" y="227"/>
                        </a:lnTo>
                        <a:lnTo>
                          <a:pt x="227" y="224"/>
                        </a:lnTo>
                        <a:lnTo>
                          <a:pt x="225" y="224"/>
                        </a:lnTo>
                        <a:lnTo>
                          <a:pt x="223" y="227"/>
                        </a:lnTo>
                        <a:lnTo>
                          <a:pt x="220" y="224"/>
                        </a:lnTo>
                        <a:lnTo>
                          <a:pt x="216" y="224"/>
                        </a:lnTo>
                        <a:lnTo>
                          <a:pt x="209" y="226"/>
                        </a:lnTo>
                        <a:lnTo>
                          <a:pt x="208" y="223"/>
                        </a:lnTo>
                        <a:lnTo>
                          <a:pt x="206" y="223"/>
                        </a:lnTo>
                        <a:lnTo>
                          <a:pt x="206" y="219"/>
                        </a:lnTo>
                        <a:lnTo>
                          <a:pt x="204" y="213"/>
                        </a:lnTo>
                        <a:lnTo>
                          <a:pt x="202" y="208"/>
                        </a:lnTo>
                        <a:lnTo>
                          <a:pt x="200" y="204"/>
                        </a:lnTo>
                        <a:lnTo>
                          <a:pt x="200" y="202"/>
                        </a:lnTo>
                        <a:lnTo>
                          <a:pt x="198" y="202"/>
                        </a:lnTo>
                        <a:lnTo>
                          <a:pt x="198" y="202"/>
                        </a:lnTo>
                        <a:lnTo>
                          <a:pt x="193" y="201"/>
                        </a:lnTo>
                        <a:lnTo>
                          <a:pt x="190" y="202"/>
                        </a:lnTo>
                        <a:lnTo>
                          <a:pt x="186" y="205"/>
                        </a:lnTo>
                        <a:lnTo>
                          <a:pt x="183" y="205"/>
                        </a:lnTo>
                        <a:lnTo>
                          <a:pt x="183" y="204"/>
                        </a:lnTo>
                        <a:lnTo>
                          <a:pt x="183" y="205"/>
                        </a:lnTo>
                        <a:lnTo>
                          <a:pt x="178" y="209"/>
                        </a:lnTo>
                        <a:lnTo>
                          <a:pt x="172" y="213"/>
                        </a:lnTo>
                        <a:lnTo>
                          <a:pt x="167" y="209"/>
                        </a:lnTo>
                        <a:lnTo>
                          <a:pt x="162" y="208"/>
                        </a:lnTo>
                        <a:lnTo>
                          <a:pt x="159" y="209"/>
                        </a:lnTo>
                        <a:lnTo>
                          <a:pt x="158" y="209"/>
                        </a:lnTo>
                        <a:lnTo>
                          <a:pt x="152" y="205"/>
                        </a:lnTo>
                        <a:lnTo>
                          <a:pt x="149" y="205"/>
                        </a:lnTo>
                        <a:lnTo>
                          <a:pt x="148" y="204"/>
                        </a:lnTo>
                        <a:lnTo>
                          <a:pt x="144" y="202"/>
                        </a:lnTo>
                        <a:lnTo>
                          <a:pt x="140" y="198"/>
                        </a:lnTo>
                        <a:lnTo>
                          <a:pt x="141" y="197"/>
                        </a:lnTo>
                        <a:lnTo>
                          <a:pt x="141" y="196"/>
                        </a:lnTo>
                        <a:lnTo>
                          <a:pt x="139" y="196"/>
                        </a:lnTo>
                        <a:lnTo>
                          <a:pt x="139" y="194"/>
                        </a:lnTo>
                        <a:lnTo>
                          <a:pt x="133" y="194"/>
                        </a:lnTo>
                        <a:lnTo>
                          <a:pt x="132" y="193"/>
                        </a:lnTo>
                        <a:lnTo>
                          <a:pt x="129" y="192"/>
                        </a:lnTo>
                        <a:lnTo>
                          <a:pt x="124" y="192"/>
                        </a:lnTo>
                        <a:lnTo>
                          <a:pt x="121" y="190"/>
                        </a:lnTo>
                        <a:lnTo>
                          <a:pt x="115" y="181"/>
                        </a:lnTo>
                        <a:lnTo>
                          <a:pt x="115" y="178"/>
                        </a:lnTo>
                        <a:lnTo>
                          <a:pt x="114" y="178"/>
                        </a:lnTo>
                        <a:lnTo>
                          <a:pt x="111" y="177"/>
                        </a:lnTo>
                        <a:lnTo>
                          <a:pt x="113" y="175"/>
                        </a:lnTo>
                        <a:lnTo>
                          <a:pt x="113" y="177"/>
                        </a:lnTo>
                        <a:lnTo>
                          <a:pt x="114" y="177"/>
                        </a:lnTo>
                        <a:lnTo>
                          <a:pt x="113" y="174"/>
                        </a:lnTo>
                        <a:lnTo>
                          <a:pt x="110" y="174"/>
                        </a:lnTo>
                        <a:lnTo>
                          <a:pt x="109" y="173"/>
                        </a:lnTo>
                        <a:lnTo>
                          <a:pt x="109" y="169"/>
                        </a:lnTo>
                        <a:lnTo>
                          <a:pt x="103" y="163"/>
                        </a:lnTo>
                        <a:lnTo>
                          <a:pt x="103" y="160"/>
                        </a:lnTo>
                        <a:lnTo>
                          <a:pt x="100" y="156"/>
                        </a:lnTo>
                        <a:lnTo>
                          <a:pt x="99" y="155"/>
                        </a:lnTo>
                        <a:lnTo>
                          <a:pt x="94" y="159"/>
                        </a:lnTo>
                        <a:lnTo>
                          <a:pt x="92" y="159"/>
                        </a:lnTo>
                        <a:lnTo>
                          <a:pt x="91" y="156"/>
                        </a:lnTo>
                        <a:lnTo>
                          <a:pt x="90" y="156"/>
                        </a:lnTo>
                        <a:lnTo>
                          <a:pt x="87" y="155"/>
                        </a:lnTo>
                        <a:lnTo>
                          <a:pt x="87" y="154"/>
                        </a:lnTo>
                        <a:lnTo>
                          <a:pt x="88" y="152"/>
                        </a:lnTo>
                        <a:lnTo>
                          <a:pt x="87" y="152"/>
                        </a:lnTo>
                        <a:lnTo>
                          <a:pt x="86" y="152"/>
                        </a:lnTo>
                        <a:lnTo>
                          <a:pt x="84" y="152"/>
                        </a:lnTo>
                        <a:lnTo>
                          <a:pt x="86" y="154"/>
                        </a:lnTo>
                        <a:lnTo>
                          <a:pt x="86" y="156"/>
                        </a:lnTo>
                        <a:lnTo>
                          <a:pt x="84" y="159"/>
                        </a:lnTo>
                        <a:lnTo>
                          <a:pt x="83" y="159"/>
                        </a:lnTo>
                        <a:lnTo>
                          <a:pt x="80" y="156"/>
                        </a:lnTo>
                        <a:lnTo>
                          <a:pt x="80" y="155"/>
                        </a:lnTo>
                        <a:lnTo>
                          <a:pt x="79" y="155"/>
                        </a:lnTo>
                        <a:lnTo>
                          <a:pt x="77" y="155"/>
                        </a:lnTo>
                        <a:lnTo>
                          <a:pt x="75" y="154"/>
                        </a:lnTo>
                        <a:lnTo>
                          <a:pt x="72" y="151"/>
                        </a:lnTo>
                        <a:lnTo>
                          <a:pt x="72" y="143"/>
                        </a:lnTo>
                        <a:lnTo>
                          <a:pt x="67" y="143"/>
                        </a:lnTo>
                        <a:lnTo>
                          <a:pt x="65" y="139"/>
                        </a:lnTo>
                        <a:lnTo>
                          <a:pt x="67" y="135"/>
                        </a:lnTo>
                        <a:lnTo>
                          <a:pt x="69" y="132"/>
                        </a:lnTo>
                        <a:lnTo>
                          <a:pt x="67" y="125"/>
                        </a:lnTo>
                        <a:lnTo>
                          <a:pt x="64" y="124"/>
                        </a:lnTo>
                        <a:lnTo>
                          <a:pt x="61" y="120"/>
                        </a:lnTo>
                        <a:lnTo>
                          <a:pt x="58" y="118"/>
                        </a:lnTo>
                        <a:lnTo>
                          <a:pt x="57" y="118"/>
                        </a:lnTo>
                        <a:lnTo>
                          <a:pt x="47" y="111"/>
                        </a:lnTo>
                        <a:lnTo>
                          <a:pt x="45" y="111"/>
                        </a:lnTo>
                        <a:lnTo>
                          <a:pt x="43" y="113"/>
                        </a:lnTo>
                        <a:lnTo>
                          <a:pt x="39" y="110"/>
                        </a:lnTo>
                        <a:lnTo>
                          <a:pt x="41" y="109"/>
                        </a:lnTo>
                        <a:lnTo>
                          <a:pt x="39" y="107"/>
                        </a:lnTo>
                        <a:lnTo>
                          <a:pt x="41" y="105"/>
                        </a:lnTo>
                        <a:lnTo>
                          <a:pt x="38" y="102"/>
                        </a:lnTo>
                        <a:lnTo>
                          <a:pt x="37" y="101"/>
                        </a:lnTo>
                        <a:lnTo>
                          <a:pt x="34" y="99"/>
                        </a:lnTo>
                        <a:lnTo>
                          <a:pt x="33" y="98"/>
                        </a:lnTo>
                        <a:lnTo>
                          <a:pt x="31" y="98"/>
                        </a:lnTo>
                        <a:lnTo>
                          <a:pt x="31" y="95"/>
                        </a:lnTo>
                        <a:lnTo>
                          <a:pt x="31" y="94"/>
                        </a:lnTo>
                        <a:lnTo>
                          <a:pt x="31" y="92"/>
                        </a:lnTo>
                        <a:lnTo>
                          <a:pt x="31" y="91"/>
                        </a:lnTo>
                        <a:lnTo>
                          <a:pt x="31" y="86"/>
                        </a:lnTo>
                        <a:lnTo>
                          <a:pt x="34" y="84"/>
                        </a:lnTo>
                        <a:lnTo>
                          <a:pt x="34" y="80"/>
                        </a:lnTo>
                        <a:lnTo>
                          <a:pt x="35" y="80"/>
                        </a:lnTo>
                        <a:lnTo>
                          <a:pt x="38" y="79"/>
                        </a:lnTo>
                        <a:lnTo>
                          <a:pt x="38" y="73"/>
                        </a:lnTo>
                        <a:lnTo>
                          <a:pt x="37" y="73"/>
                        </a:lnTo>
                        <a:lnTo>
                          <a:pt x="37" y="69"/>
                        </a:lnTo>
                        <a:lnTo>
                          <a:pt x="38" y="69"/>
                        </a:lnTo>
                        <a:lnTo>
                          <a:pt x="41" y="68"/>
                        </a:lnTo>
                        <a:lnTo>
                          <a:pt x="41" y="68"/>
                        </a:lnTo>
                        <a:lnTo>
                          <a:pt x="41" y="67"/>
                        </a:lnTo>
                        <a:lnTo>
                          <a:pt x="38" y="65"/>
                        </a:lnTo>
                        <a:lnTo>
                          <a:pt x="35" y="67"/>
                        </a:lnTo>
                        <a:lnTo>
                          <a:pt x="33" y="65"/>
                        </a:lnTo>
                        <a:lnTo>
                          <a:pt x="28" y="63"/>
                        </a:lnTo>
                        <a:lnTo>
                          <a:pt x="26" y="63"/>
                        </a:lnTo>
                        <a:lnTo>
                          <a:pt x="23" y="61"/>
                        </a:lnTo>
                        <a:lnTo>
                          <a:pt x="22" y="57"/>
                        </a:lnTo>
                        <a:lnTo>
                          <a:pt x="20" y="56"/>
                        </a:lnTo>
                        <a:lnTo>
                          <a:pt x="19" y="54"/>
                        </a:lnTo>
                        <a:lnTo>
                          <a:pt x="18" y="52"/>
                        </a:lnTo>
                        <a:lnTo>
                          <a:pt x="18" y="49"/>
                        </a:lnTo>
                        <a:lnTo>
                          <a:pt x="16" y="46"/>
                        </a:lnTo>
                        <a:lnTo>
                          <a:pt x="14" y="46"/>
                        </a:lnTo>
                        <a:lnTo>
                          <a:pt x="14" y="46"/>
                        </a:lnTo>
                        <a:lnTo>
                          <a:pt x="14" y="44"/>
                        </a:lnTo>
                        <a:lnTo>
                          <a:pt x="12" y="41"/>
                        </a:lnTo>
                        <a:lnTo>
                          <a:pt x="9" y="34"/>
                        </a:lnTo>
                        <a:lnTo>
                          <a:pt x="5" y="33"/>
                        </a:lnTo>
                        <a:lnTo>
                          <a:pt x="5" y="31"/>
                        </a:lnTo>
                        <a:lnTo>
                          <a:pt x="5" y="27"/>
                        </a:lnTo>
                        <a:lnTo>
                          <a:pt x="8" y="23"/>
                        </a:lnTo>
                        <a:lnTo>
                          <a:pt x="7" y="22"/>
                        </a:lnTo>
                        <a:lnTo>
                          <a:pt x="3" y="20"/>
                        </a:lnTo>
                        <a:lnTo>
                          <a:pt x="3" y="18"/>
                        </a:lnTo>
                        <a:lnTo>
                          <a:pt x="4" y="15"/>
                        </a:lnTo>
                        <a:lnTo>
                          <a:pt x="3" y="10"/>
                        </a:lnTo>
                        <a:lnTo>
                          <a:pt x="1" y="7"/>
                        </a:lnTo>
                        <a:lnTo>
                          <a:pt x="0" y="5"/>
                        </a:lnTo>
                        <a:lnTo>
                          <a:pt x="4" y="4"/>
                        </a:lnTo>
                        <a:lnTo>
                          <a:pt x="5" y="1"/>
                        </a:lnTo>
                        <a:lnTo>
                          <a:pt x="8" y="0"/>
                        </a:lnTo>
                        <a:lnTo>
                          <a:pt x="8" y="0"/>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88" name="Freeform 848">
                    <a:extLst>
                      <a:ext uri="{FF2B5EF4-FFF2-40B4-BE49-F238E27FC236}">
                        <a16:creationId xmlns:a16="http://schemas.microsoft.com/office/drawing/2014/main" id="{E1690490-AB45-D4EE-34A6-D3879ABFB2EF}"/>
                      </a:ext>
                    </a:extLst>
                  </p:cNvPr>
                  <p:cNvSpPr>
                    <a:spLocks/>
                  </p:cNvSpPr>
                  <p:nvPr/>
                </p:nvSpPr>
                <p:spPr bwMode="auto">
                  <a:xfrm>
                    <a:off x="9775667" y="2426029"/>
                    <a:ext cx="47409" cy="35739"/>
                  </a:xfrm>
                  <a:custGeom>
                    <a:avLst/>
                    <a:gdLst/>
                    <a:ahLst/>
                    <a:cxnLst>
                      <a:cxn ang="0">
                        <a:pos x="0" y="2"/>
                      </a:cxn>
                      <a:cxn ang="0">
                        <a:pos x="4" y="1"/>
                      </a:cxn>
                      <a:cxn ang="0">
                        <a:pos x="11" y="0"/>
                      </a:cxn>
                      <a:cxn ang="0">
                        <a:pos x="13" y="0"/>
                      </a:cxn>
                      <a:cxn ang="0">
                        <a:pos x="21" y="0"/>
                      </a:cxn>
                      <a:cxn ang="0">
                        <a:pos x="25" y="2"/>
                      </a:cxn>
                      <a:cxn ang="0">
                        <a:pos x="30" y="4"/>
                      </a:cxn>
                      <a:cxn ang="0">
                        <a:pos x="33" y="6"/>
                      </a:cxn>
                      <a:cxn ang="0">
                        <a:pos x="32" y="9"/>
                      </a:cxn>
                      <a:cxn ang="0">
                        <a:pos x="32" y="12"/>
                      </a:cxn>
                      <a:cxn ang="0">
                        <a:pos x="37" y="17"/>
                      </a:cxn>
                      <a:cxn ang="0">
                        <a:pos x="37" y="20"/>
                      </a:cxn>
                      <a:cxn ang="0">
                        <a:pos x="36" y="21"/>
                      </a:cxn>
                      <a:cxn ang="0">
                        <a:pos x="37" y="27"/>
                      </a:cxn>
                      <a:cxn ang="0">
                        <a:pos x="44" y="29"/>
                      </a:cxn>
                      <a:cxn ang="0">
                        <a:pos x="48" y="29"/>
                      </a:cxn>
                      <a:cxn ang="0">
                        <a:pos x="52" y="33"/>
                      </a:cxn>
                      <a:cxn ang="0">
                        <a:pos x="48" y="33"/>
                      </a:cxn>
                      <a:cxn ang="0">
                        <a:pos x="51" y="38"/>
                      </a:cxn>
                      <a:cxn ang="0">
                        <a:pos x="49" y="39"/>
                      </a:cxn>
                      <a:cxn ang="0">
                        <a:pos x="49" y="42"/>
                      </a:cxn>
                      <a:cxn ang="0">
                        <a:pos x="45" y="43"/>
                      </a:cxn>
                      <a:cxn ang="0">
                        <a:pos x="40" y="32"/>
                      </a:cxn>
                      <a:cxn ang="0">
                        <a:pos x="36" y="32"/>
                      </a:cxn>
                      <a:cxn ang="0">
                        <a:pos x="33" y="27"/>
                      </a:cxn>
                      <a:cxn ang="0">
                        <a:pos x="32" y="27"/>
                      </a:cxn>
                      <a:cxn ang="0">
                        <a:pos x="29" y="28"/>
                      </a:cxn>
                      <a:cxn ang="0">
                        <a:pos x="26" y="25"/>
                      </a:cxn>
                      <a:cxn ang="0">
                        <a:pos x="23" y="27"/>
                      </a:cxn>
                      <a:cxn ang="0">
                        <a:pos x="21" y="27"/>
                      </a:cxn>
                      <a:cxn ang="0">
                        <a:pos x="19" y="25"/>
                      </a:cxn>
                      <a:cxn ang="0">
                        <a:pos x="18" y="23"/>
                      </a:cxn>
                      <a:cxn ang="0">
                        <a:pos x="15" y="23"/>
                      </a:cxn>
                      <a:cxn ang="0">
                        <a:pos x="10" y="23"/>
                      </a:cxn>
                      <a:cxn ang="0">
                        <a:pos x="6" y="20"/>
                      </a:cxn>
                      <a:cxn ang="0">
                        <a:pos x="6" y="14"/>
                      </a:cxn>
                      <a:cxn ang="0">
                        <a:pos x="7" y="10"/>
                      </a:cxn>
                      <a:cxn ang="0">
                        <a:pos x="6" y="6"/>
                      </a:cxn>
                      <a:cxn ang="0">
                        <a:pos x="3" y="6"/>
                      </a:cxn>
                      <a:cxn ang="0">
                        <a:pos x="3" y="5"/>
                      </a:cxn>
                      <a:cxn ang="0">
                        <a:pos x="0" y="2"/>
                      </a:cxn>
                    </a:cxnLst>
                    <a:rect l="0" t="0" r="r" b="b"/>
                    <a:pathLst>
                      <a:path w="52" h="43">
                        <a:moveTo>
                          <a:pt x="0" y="2"/>
                        </a:moveTo>
                        <a:lnTo>
                          <a:pt x="4" y="1"/>
                        </a:lnTo>
                        <a:lnTo>
                          <a:pt x="11" y="0"/>
                        </a:lnTo>
                        <a:lnTo>
                          <a:pt x="13" y="0"/>
                        </a:lnTo>
                        <a:lnTo>
                          <a:pt x="21" y="0"/>
                        </a:lnTo>
                        <a:lnTo>
                          <a:pt x="25" y="2"/>
                        </a:lnTo>
                        <a:lnTo>
                          <a:pt x="30" y="4"/>
                        </a:lnTo>
                        <a:lnTo>
                          <a:pt x="33" y="6"/>
                        </a:lnTo>
                        <a:lnTo>
                          <a:pt x="32" y="9"/>
                        </a:lnTo>
                        <a:lnTo>
                          <a:pt x="32" y="12"/>
                        </a:lnTo>
                        <a:lnTo>
                          <a:pt x="37" y="17"/>
                        </a:lnTo>
                        <a:lnTo>
                          <a:pt x="37" y="20"/>
                        </a:lnTo>
                        <a:lnTo>
                          <a:pt x="36" y="21"/>
                        </a:lnTo>
                        <a:lnTo>
                          <a:pt x="37" y="27"/>
                        </a:lnTo>
                        <a:lnTo>
                          <a:pt x="44" y="29"/>
                        </a:lnTo>
                        <a:lnTo>
                          <a:pt x="48" y="29"/>
                        </a:lnTo>
                        <a:lnTo>
                          <a:pt x="52" y="33"/>
                        </a:lnTo>
                        <a:lnTo>
                          <a:pt x="48" y="33"/>
                        </a:lnTo>
                        <a:lnTo>
                          <a:pt x="51" y="38"/>
                        </a:lnTo>
                        <a:lnTo>
                          <a:pt x="49" y="39"/>
                        </a:lnTo>
                        <a:lnTo>
                          <a:pt x="49" y="42"/>
                        </a:lnTo>
                        <a:lnTo>
                          <a:pt x="45" y="43"/>
                        </a:lnTo>
                        <a:lnTo>
                          <a:pt x="40" y="32"/>
                        </a:lnTo>
                        <a:lnTo>
                          <a:pt x="36" y="32"/>
                        </a:lnTo>
                        <a:lnTo>
                          <a:pt x="33" y="27"/>
                        </a:lnTo>
                        <a:lnTo>
                          <a:pt x="32" y="27"/>
                        </a:lnTo>
                        <a:lnTo>
                          <a:pt x="29" y="28"/>
                        </a:lnTo>
                        <a:lnTo>
                          <a:pt x="26" y="25"/>
                        </a:lnTo>
                        <a:lnTo>
                          <a:pt x="23" y="27"/>
                        </a:lnTo>
                        <a:lnTo>
                          <a:pt x="21" y="27"/>
                        </a:lnTo>
                        <a:lnTo>
                          <a:pt x="19" y="25"/>
                        </a:lnTo>
                        <a:lnTo>
                          <a:pt x="18" y="23"/>
                        </a:lnTo>
                        <a:lnTo>
                          <a:pt x="15" y="23"/>
                        </a:lnTo>
                        <a:lnTo>
                          <a:pt x="10" y="23"/>
                        </a:lnTo>
                        <a:lnTo>
                          <a:pt x="6" y="20"/>
                        </a:lnTo>
                        <a:lnTo>
                          <a:pt x="6" y="14"/>
                        </a:lnTo>
                        <a:lnTo>
                          <a:pt x="7" y="10"/>
                        </a:lnTo>
                        <a:lnTo>
                          <a:pt x="6" y="6"/>
                        </a:lnTo>
                        <a:lnTo>
                          <a:pt x="3" y="6"/>
                        </a:lnTo>
                        <a:lnTo>
                          <a:pt x="3" y="5"/>
                        </a:lnTo>
                        <a:lnTo>
                          <a:pt x="0" y="2"/>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89" name="Freeform 849">
                    <a:extLst>
                      <a:ext uri="{FF2B5EF4-FFF2-40B4-BE49-F238E27FC236}">
                        <a16:creationId xmlns:a16="http://schemas.microsoft.com/office/drawing/2014/main" id="{00088D17-9FFE-6D88-E7F0-7452BA13E580}"/>
                      </a:ext>
                    </a:extLst>
                  </p:cNvPr>
                  <p:cNvSpPr>
                    <a:spLocks/>
                  </p:cNvSpPr>
                  <p:nvPr/>
                </p:nvSpPr>
                <p:spPr bwMode="auto">
                  <a:xfrm>
                    <a:off x="9775667" y="2426029"/>
                    <a:ext cx="47409" cy="35739"/>
                  </a:xfrm>
                  <a:custGeom>
                    <a:avLst/>
                    <a:gdLst/>
                    <a:ahLst/>
                    <a:cxnLst>
                      <a:cxn ang="0">
                        <a:pos x="0" y="2"/>
                      </a:cxn>
                      <a:cxn ang="0">
                        <a:pos x="4" y="1"/>
                      </a:cxn>
                      <a:cxn ang="0">
                        <a:pos x="11" y="0"/>
                      </a:cxn>
                      <a:cxn ang="0">
                        <a:pos x="13" y="0"/>
                      </a:cxn>
                      <a:cxn ang="0">
                        <a:pos x="21" y="0"/>
                      </a:cxn>
                      <a:cxn ang="0">
                        <a:pos x="25" y="2"/>
                      </a:cxn>
                      <a:cxn ang="0">
                        <a:pos x="30" y="4"/>
                      </a:cxn>
                      <a:cxn ang="0">
                        <a:pos x="33" y="6"/>
                      </a:cxn>
                      <a:cxn ang="0">
                        <a:pos x="32" y="9"/>
                      </a:cxn>
                      <a:cxn ang="0">
                        <a:pos x="32" y="12"/>
                      </a:cxn>
                      <a:cxn ang="0">
                        <a:pos x="37" y="17"/>
                      </a:cxn>
                      <a:cxn ang="0">
                        <a:pos x="37" y="20"/>
                      </a:cxn>
                      <a:cxn ang="0">
                        <a:pos x="36" y="21"/>
                      </a:cxn>
                      <a:cxn ang="0">
                        <a:pos x="37" y="27"/>
                      </a:cxn>
                      <a:cxn ang="0">
                        <a:pos x="44" y="29"/>
                      </a:cxn>
                      <a:cxn ang="0">
                        <a:pos x="48" y="29"/>
                      </a:cxn>
                      <a:cxn ang="0">
                        <a:pos x="52" y="33"/>
                      </a:cxn>
                      <a:cxn ang="0">
                        <a:pos x="48" y="33"/>
                      </a:cxn>
                      <a:cxn ang="0">
                        <a:pos x="51" y="38"/>
                      </a:cxn>
                      <a:cxn ang="0">
                        <a:pos x="49" y="39"/>
                      </a:cxn>
                      <a:cxn ang="0">
                        <a:pos x="49" y="42"/>
                      </a:cxn>
                      <a:cxn ang="0">
                        <a:pos x="45" y="43"/>
                      </a:cxn>
                      <a:cxn ang="0">
                        <a:pos x="40" y="32"/>
                      </a:cxn>
                      <a:cxn ang="0">
                        <a:pos x="36" y="32"/>
                      </a:cxn>
                      <a:cxn ang="0">
                        <a:pos x="33" y="27"/>
                      </a:cxn>
                      <a:cxn ang="0">
                        <a:pos x="32" y="27"/>
                      </a:cxn>
                      <a:cxn ang="0">
                        <a:pos x="29" y="28"/>
                      </a:cxn>
                      <a:cxn ang="0">
                        <a:pos x="26" y="25"/>
                      </a:cxn>
                      <a:cxn ang="0">
                        <a:pos x="23" y="27"/>
                      </a:cxn>
                      <a:cxn ang="0">
                        <a:pos x="21" y="27"/>
                      </a:cxn>
                      <a:cxn ang="0">
                        <a:pos x="19" y="25"/>
                      </a:cxn>
                      <a:cxn ang="0">
                        <a:pos x="18" y="23"/>
                      </a:cxn>
                      <a:cxn ang="0">
                        <a:pos x="15" y="23"/>
                      </a:cxn>
                      <a:cxn ang="0">
                        <a:pos x="10" y="23"/>
                      </a:cxn>
                      <a:cxn ang="0">
                        <a:pos x="6" y="20"/>
                      </a:cxn>
                      <a:cxn ang="0">
                        <a:pos x="6" y="14"/>
                      </a:cxn>
                      <a:cxn ang="0">
                        <a:pos x="7" y="10"/>
                      </a:cxn>
                      <a:cxn ang="0">
                        <a:pos x="6" y="6"/>
                      </a:cxn>
                      <a:cxn ang="0">
                        <a:pos x="3" y="6"/>
                      </a:cxn>
                      <a:cxn ang="0">
                        <a:pos x="3" y="5"/>
                      </a:cxn>
                      <a:cxn ang="0">
                        <a:pos x="0" y="2"/>
                      </a:cxn>
                    </a:cxnLst>
                    <a:rect l="0" t="0" r="r" b="b"/>
                    <a:pathLst>
                      <a:path w="52" h="43">
                        <a:moveTo>
                          <a:pt x="0" y="2"/>
                        </a:moveTo>
                        <a:lnTo>
                          <a:pt x="4" y="1"/>
                        </a:lnTo>
                        <a:lnTo>
                          <a:pt x="11" y="0"/>
                        </a:lnTo>
                        <a:lnTo>
                          <a:pt x="13" y="0"/>
                        </a:lnTo>
                        <a:lnTo>
                          <a:pt x="21" y="0"/>
                        </a:lnTo>
                        <a:lnTo>
                          <a:pt x="25" y="2"/>
                        </a:lnTo>
                        <a:lnTo>
                          <a:pt x="30" y="4"/>
                        </a:lnTo>
                        <a:lnTo>
                          <a:pt x="33" y="6"/>
                        </a:lnTo>
                        <a:lnTo>
                          <a:pt x="32" y="9"/>
                        </a:lnTo>
                        <a:lnTo>
                          <a:pt x="32" y="12"/>
                        </a:lnTo>
                        <a:lnTo>
                          <a:pt x="37" y="17"/>
                        </a:lnTo>
                        <a:lnTo>
                          <a:pt x="37" y="20"/>
                        </a:lnTo>
                        <a:lnTo>
                          <a:pt x="36" y="21"/>
                        </a:lnTo>
                        <a:lnTo>
                          <a:pt x="37" y="27"/>
                        </a:lnTo>
                        <a:lnTo>
                          <a:pt x="44" y="29"/>
                        </a:lnTo>
                        <a:lnTo>
                          <a:pt x="48" y="29"/>
                        </a:lnTo>
                        <a:lnTo>
                          <a:pt x="52" y="33"/>
                        </a:lnTo>
                        <a:lnTo>
                          <a:pt x="48" y="33"/>
                        </a:lnTo>
                        <a:lnTo>
                          <a:pt x="51" y="38"/>
                        </a:lnTo>
                        <a:lnTo>
                          <a:pt x="49" y="39"/>
                        </a:lnTo>
                        <a:lnTo>
                          <a:pt x="49" y="42"/>
                        </a:lnTo>
                        <a:lnTo>
                          <a:pt x="45" y="43"/>
                        </a:lnTo>
                        <a:lnTo>
                          <a:pt x="40" y="32"/>
                        </a:lnTo>
                        <a:lnTo>
                          <a:pt x="36" y="32"/>
                        </a:lnTo>
                        <a:lnTo>
                          <a:pt x="33" y="27"/>
                        </a:lnTo>
                        <a:lnTo>
                          <a:pt x="32" y="27"/>
                        </a:lnTo>
                        <a:lnTo>
                          <a:pt x="29" y="28"/>
                        </a:lnTo>
                        <a:lnTo>
                          <a:pt x="26" y="25"/>
                        </a:lnTo>
                        <a:lnTo>
                          <a:pt x="23" y="27"/>
                        </a:lnTo>
                        <a:lnTo>
                          <a:pt x="21" y="27"/>
                        </a:lnTo>
                        <a:lnTo>
                          <a:pt x="19" y="25"/>
                        </a:lnTo>
                        <a:lnTo>
                          <a:pt x="18" y="23"/>
                        </a:lnTo>
                        <a:lnTo>
                          <a:pt x="15" y="23"/>
                        </a:lnTo>
                        <a:lnTo>
                          <a:pt x="10" y="23"/>
                        </a:lnTo>
                        <a:lnTo>
                          <a:pt x="6" y="20"/>
                        </a:lnTo>
                        <a:lnTo>
                          <a:pt x="6" y="14"/>
                        </a:lnTo>
                        <a:lnTo>
                          <a:pt x="7" y="10"/>
                        </a:lnTo>
                        <a:lnTo>
                          <a:pt x="6" y="6"/>
                        </a:lnTo>
                        <a:lnTo>
                          <a:pt x="3" y="6"/>
                        </a:lnTo>
                        <a:lnTo>
                          <a:pt x="3" y="5"/>
                        </a:lnTo>
                        <a:lnTo>
                          <a:pt x="0" y="2"/>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90" name="Freeform 850">
                    <a:extLst>
                      <a:ext uri="{FF2B5EF4-FFF2-40B4-BE49-F238E27FC236}">
                        <a16:creationId xmlns:a16="http://schemas.microsoft.com/office/drawing/2014/main" id="{FB74230C-0939-A9F7-D1F9-A5BE34CA1B88}"/>
                      </a:ext>
                    </a:extLst>
                  </p:cNvPr>
                  <p:cNvSpPr>
                    <a:spLocks noEditPoints="1"/>
                  </p:cNvSpPr>
                  <p:nvPr/>
                </p:nvSpPr>
                <p:spPr bwMode="auto">
                  <a:xfrm>
                    <a:off x="9560504" y="2416886"/>
                    <a:ext cx="240691" cy="88099"/>
                  </a:xfrm>
                  <a:custGeom>
                    <a:avLst/>
                    <a:gdLst/>
                    <a:ahLst/>
                    <a:cxnLst>
                      <a:cxn ang="0">
                        <a:pos x="12" y="11"/>
                      </a:cxn>
                      <a:cxn ang="0">
                        <a:pos x="20" y="1"/>
                      </a:cxn>
                      <a:cxn ang="0">
                        <a:pos x="37" y="12"/>
                      </a:cxn>
                      <a:cxn ang="0">
                        <a:pos x="35" y="20"/>
                      </a:cxn>
                      <a:cxn ang="0">
                        <a:pos x="14" y="30"/>
                      </a:cxn>
                      <a:cxn ang="0">
                        <a:pos x="11" y="27"/>
                      </a:cxn>
                      <a:cxn ang="0">
                        <a:pos x="4" y="23"/>
                      </a:cxn>
                      <a:cxn ang="0">
                        <a:pos x="201" y="17"/>
                      </a:cxn>
                      <a:cxn ang="0">
                        <a:pos x="185" y="16"/>
                      </a:cxn>
                      <a:cxn ang="0">
                        <a:pos x="160" y="17"/>
                      </a:cxn>
                      <a:cxn ang="0">
                        <a:pos x="143" y="12"/>
                      </a:cxn>
                      <a:cxn ang="0">
                        <a:pos x="130" y="6"/>
                      </a:cxn>
                      <a:cxn ang="0">
                        <a:pos x="115" y="1"/>
                      </a:cxn>
                      <a:cxn ang="0">
                        <a:pos x="90" y="5"/>
                      </a:cxn>
                      <a:cxn ang="0">
                        <a:pos x="76" y="16"/>
                      </a:cxn>
                      <a:cxn ang="0">
                        <a:pos x="58" y="16"/>
                      </a:cxn>
                      <a:cxn ang="0">
                        <a:pos x="46" y="24"/>
                      </a:cxn>
                      <a:cxn ang="0">
                        <a:pos x="41" y="30"/>
                      </a:cxn>
                      <a:cxn ang="0">
                        <a:pos x="34" y="31"/>
                      </a:cxn>
                      <a:cxn ang="0">
                        <a:pos x="19" y="31"/>
                      </a:cxn>
                      <a:cxn ang="0">
                        <a:pos x="8" y="44"/>
                      </a:cxn>
                      <a:cxn ang="0">
                        <a:pos x="19" y="47"/>
                      </a:cxn>
                      <a:cxn ang="0">
                        <a:pos x="18" y="58"/>
                      </a:cxn>
                      <a:cxn ang="0">
                        <a:pos x="19" y="62"/>
                      </a:cxn>
                      <a:cxn ang="0">
                        <a:pos x="11" y="65"/>
                      </a:cxn>
                      <a:cxn ang="0">
                        <a:pos x="18" y="73"/>
                      </a:cxn>
                      <a:cxn ang="0">
                        <a:pos x="23" y="84"/>
                      </a:cxn>
                      <a:cxn ang="0">
                        <a:pos x="26" y="91"/>
                      </a:cxn>
                      <a:cxn ang="0">
                        <a:pos x="27" y="93"/>
                      </a:cxn>
                      <a:cxn ang="0">
                        <a:pos x="34" y="96"/>
                      </a:cxn>
                      <a:cxn ang="0">
                        <a:pos x="45" y="95"/>
                      </a:cxn>
                      <a:cxn ang="0">
                        <a:pos x="50" y="99"/>
                      </a:cxn>
                      <a:cxn ang="0">
                        <a:pos x="62" y="102"/>
                      </a:cxn>
                      <a:cxn ang="0">
                        <a:pos x="72" y="96"/>
                      </a:cxn>
                      <a:cxn ang="0">
                        <a:pos x="96" y="102"/>
                      </a:cxn>
                      <a:cxn ang="0">
                        <a:pos x="121" y="100"/>
                      </a:cxn>
                      <a:cxn ang="0">
                        <a:pos x="143" y="93"/>
                      </a:cxn>
                      <a:cxn ang="0">
                        <a:pos x="144" y="99"/>
                      </a:cxn>
                      <a:cxn ang="0">
                        <a:pos x="155" y="104"/>
                      </a:cxn>
                      <a:cxn ang="0">
                        <a:pos x="163" y="93"/>
                      </a:cxn>
                      <a:cxn ang="0">
                        <a:pos x="186" y="91"/>
                      </a:cxn>
                      <a:cxn ang="0">
                        <a:pos x="208" y="87"/>
                      </a:cxn>
                      <a:cxn ang="0">
                        <a:pos x="232" y="85"/>
                      </a:cxn>
                      <a:cxn ang="0">
                        <a:pos x="255" y="81"/>
                      </a:cxn>
                      <a:cxn ang="0">
                        <a:pos x="262" y="80"/>
                      </a:cxn>
                      <a:cxn ang="0">
                        <a:pos x="257" y="61"/>
                      </a:cxn>
                      <a:cxn ang="0">
                        <a:pos x="250" y="44"/>
                      </a:cxn>
                      <a:cxn ang="0">
                        <a:pos x="251" y="34"/>
                      </a:cxn>
                      <a:cxn ang="0">
                        <a:pos x="239" y="17"/>
                      </a:cxn>
                      <a:cxn ang="0">
                        <a:pos x="223" y="8"/>
                      </a:cxn>
                      <a:cxn ang="0">
                        <a:pos x="212" y="5"/>
                      </a:cxn>
                      <a:cxn ang="0">
                        <a:pos x="33" y="99"/>
                      </a:cxn>
                      <a:cxn ang="0">
                        <a:pos x="5" y="32"/>
                      </a:cxn>
                    </a:cxnLst>
                    <a:rect l="0" t="0" r="r" b="b"/>
                    <a:pathLst>
                      <a:path w="264" h="106">
                        <a:moveTo>
                          <a:pt x="4" y="23"/>
                        </a:moveTo>
                        <a:lnTo>
                          <a:pt x="7" y="23"/>
                        </a:lnTo>
                        <a:lnTo>
                          <a:pt x="8" y="19"/>
                        </a:lnTo>
                        <a:lnTo>
                          <a:pt x="8" y="16"/>
                        </a:lnTo>
                        <a:lnTo>
                          <a:pt x="12" y="13"/>
                        </a:lnTo>
                        <a:lnTo>
                          <a:pt x="12" y="11"/>
                        </a:lnTo>
                        <a:lnTo>
                          <a:pt x="9" y="9"/>
                        </a:lnTo>
                        <a:lnTo>
                          <a:pt x="9" y="5"/>
                        </a:lnTo>
                        <a:lnTo>
                          <a:pt x="12" y="2"/>
                        </a:lnTo>
                        <a:lnTo>
                          <a:pt x="15" y="2"/>
                        </a:lnTo>
                        <a:lnTo>
                          <a:pt x="16" y="1"/>
                        </a:lnTo>
                        <a:lnTo>
                          <a:pt x="20" y="1"/>
                        </a:lnTo>
                        <a:lnTo>
                          <a:pt x="24" y="4"/>
                        </a:lnTo>
                        <a:lnTo>
                          <a:pt x="26" y="2"/>
                        </a:lnTo>
                        <a:lnTo>
                          <a:pt x="28" y="2"/>
                        </a:lnTo>
                        <a:lnTo>
                          <a:pt x="30" y="8"/>
                        </a:lnTo>
                        <a:lnTo>
                          <a:pt x="34" y="12"/>
                        </a:lnTo>
                        <a:lnTo>
                          <a:pt x="37" y="12"/>
                        </a:lnTo>
                        <a:lnTo>
                          <a:pt x="41" y="16"/>
                        </a:lnTo>
                        <a:lnTo>
                          <a:pt x="43" y="17"/>
                        </a:lnTo>
                        <a:lnTo>
                          <a:pt x="43" y="19"/>
                        </a:lnTo>
                        <a:lnTo>
                          <a:pt x="41" y="21"/>
                        </a:lnTo>
                        <a:lnTo>
                          <a:pt x="37" y="21"/>
                        </a:lnTo>
                        <a:lnTo>
                          <a:pt x="35" y="20"/>
                        </a:lnTo>
                        <a:lnTo>
                          <a:pt x="33" y="20"/>
                        </a:lnTo>
                        <a:lnTo>
                          <a:pt x="31" y="21"/>
                        </a:lnTo>
                        <a:lnTo>
                          <a:pt x="26" y="21"/>
                        </a:lnTo>
                        <a:lnTo>
                          <a:pt x="23" y="23"/>
                        </a:lnTo>
                        <a:lnTo>
                          <a:pt x="22" y="25"/>
                        </a:lnTo>
                        <a:lnTo>
                          <a:pt x="14" y="30"/>
                        </a:lnTo>
                        <a:lnTo>
                          <a:pt x="8" y="35"/>
                        </a:lnTo>
                        <a:lnTo>
                          <a:pt x="8" y="32"/>
                        </a:lnTo>
                        <a:lnTo>
                          <a:pt x="9" y="28"/>
                        </a:lnTo>
                        <a:lnTo>
                          <a:pt x="11" y="28"/>
                        </a:lnTo>
                        <a:lnTo>
                          <a:pt x="14" y="27"/>
                        </a:lnTo>
                        <a:lnTo>
                          <a:pt x="11" y="27"/>
                        </a:lnTo>
                        <a:lnTo>
                          <a:pt x="9" y="27"/>
                        </a:lnTo>
                        <a:lnTo>
                          <a:pt x="8" y="27"/>
                        </a:lnTo>
                        <a:lnTo>
                          <a:pt x="5" y="25"/>
                        </a:lnTo>
                        <a:lnTo>
                          <a:pt x="4" y="23"/>
                        </a:lnTo>
                        <a:lnTo>
                          <a:pt x="4" y="23"/>
                        </a:lnTo>
                        <a:lnTo>
                          <a:pt x="4" y="23"/>
                        </a:lnTo>
                        <a:close/>
                        <a:moveTo>
                          <a:pt x="212" y="5"/>
                        </a:moveTo>
                        <a:lnTo>
                          <a:pt x="212" y="6"/>
                        </a:lnTo>
                        <a:lnTo>
                          <a:pt x="211" y="11"/>
                        </a:lnTo>
                        <a:lnTo>
                          <a:pt x="206" y="12"/>
                        </a:lnTo>
                        <a:lnTo>
                          <a:pt x="202" y="15"/>
                        </a:lnTo>
                        <a:lnTo>
                          <a:pt x="201" y="17"/>
                        </a:lnTo>
                        <a:lnTo>
                          <a:pt x="197" y="17"/>
                        </a:lnTo>
                        <a:lnTo>
                          <a:pt x="194" y="19"/>
                        </a:lnTo>
                        <a:lnTo>
                          <a:pt x="189" y="17"/>
                        </a:lnTo>
                        <a:lnTo>
                          <a:pt x="187" y="16"/>
                        </a:lnTo>
                        <a:lnTo>
                          <a:pt x="185" y="16"/>
                        </a:lnTo>
                        <a:lnTo>
                          <a:pt x="185" y="16"/>
                        </a:lnTo>
                        <a:lnTo>
                          <a:pt x="182" y="16"/>
                        </a:lnTo>
                        <a:lnTo>
                          <a:pt x="177" y="17"/>
                        </a:lnTo>
                        <a:lnTo>
                          <a:pt x="170" y="20"/>
                        </a:lnTo>
                        <a:lnTo>
                          <a:pt x="166" y="19"/>
                        </a:lnTo>
                        <a:lnTo>
                          <a:pt x="163" y="16"/>
                        </a:lnTo>
                        <a:lnTo>
                          <a:pt x="160" y="17"/>
                        </a:lnTo>
                        <a:lnTo>
                          <a:pt x="155" y="15"/>
                        </a:lnTo>
                        <a:lnTo>
                          <a:pt x="152" y="15"/>
                        </a:lnTo>
                        <a:lnTo>
                          <a:pt x="148" y="11"/>
                        </a:lnTo>
                        <a:lnTo>
                          <a:pt x="145" y="11"/>
                        </a:lnTo>
                        <a:lnTo>
                          <a:pt x="144" y="13"/>
                        </a:lnTo>
                        <a:lnTo>
                          <a:pt x="143" y="12"/>
                        </a:lnTo>
                        <a:lnTo>
                          <a:pt x="140" y="9"/>
                        </a:lnTo>
                        <a:lnTo>
                          <a:pt x="139" y="5"/>
                        </a:lnTo>
                        <a:lnTo>
                          <a:pt x="137" y="4"/>
                        </a:lnTo>
                        <a:lnTo>
                          <a:pt x="136" y="4"/>
                        </a:lnTo>
                        <a:lnTo>
                          <a:pt x="132" y="8"/>
                        </a:lnTo>
                        <a:lnTo>
                          <a:pt x="130" y="6"/>
                        </a:lnTo>
                        <a:lnTo>
                          <a:pt x="129" y="8"/>
                        </a:lnTo>
                        <a:lnTo>
                          <a:pt x="124" y="2"/>
                        </a:lnTo>
                        <a:lnTo>
                          <a:pt x="124" y="0"/>
                        </a:lnTo>
                        <a:lnTo>
                          <a:pt x="122" y="0"/>
                        </a:lnTo>
                        <a:lnTo>
                          <a:pt x="120" y="1"/>
                        </a:lnTo>
                        <a:lnTo>
                          <a:pt x="115" y="1"/>
                        </a:lnTo>
                        <a:lnTo>
                          <a:pt x="113" y="1"/>
                        </a:lnTo>
                        <a:lnTo>
                          <a:pt x="110" y="1"/>
                        </a:lnTo>
                        <a:lnTo>
                          <a:pt x="103" y="1"/>
                        </a:lnTo>
                        <a:lnTo>
                          <a:pt x="99" y="2"/>
                        </a:lnTo>
                        <a:lnTo>
                          <a:pt x="92" y="5"/>
                        </a:lnTo>
                        <a:lnTo>
                          <a:pt x="90" y="5"/>
                        </a:lnTo>
                        <a:lnTo>
                          <a:pt x="84" y="6"/>
                        </a:lnTo>
                        <a:lnTo>
                          <a:pt x="83" y="8"/>
                        </a:lnTo>
                        <a:lnTo>
                          <a:pt x="80" y="9"/>
                        </a:lnTo>
                        <a:lnTo>
                          <a:pt x="79" y="12"/>
                        </a:lnTo>
                        <a:lnTo>
                          <a:pt x="77" y="12"/>
                        </a:lnTo>
                        <a:lnTo>
                          <a:pt x="76" y="16"/>
                        </a:lnTo>
                        <a:lnTo>
                          <a:pt x="75" y="16"/>
                        </a:lnTo>
                        <a:lnTo>
                          <a:pt x="75" y="17"/>
                        </a:lnTo>
                        <a:lnTo>
                          <a:pt x="69" y="19"/>
                        </a:lnTo>
                        <a:lnTo>
                          <a:pt x="62" y="16"/>
                        </a:lnTo>
                        <a:lnTo>
                          <a:pt x="60" y="16"/>
                        </a:lnTo>
                        <a:lnTo>
                          <a:pt x="58" y="16"/>
                        </a:lnTo>
                        <a:lnTo>
                          <a:pt x="54" y="16"/>
                        </a:lnTo>
                        <a:lnTo>
                          <a:pt x="50" y="17"/>
                        </a:lnTo>
                        <a:lnTo>
                          <a:pt x="49" y="16"/>
                        </a:lnTo>
                        <a:lnTo>
                          <a:pt x="45" y="17"/>
                        </a:lnTo>
                        <a:lnTo>
                          <a:pt x="45" y="19"/>
                        </a:lnTo>
                        <a:lnTo>
                          <a:pt x="46" y="24"/>
                        </a:lnTo>
                        <a:lnTo>
                          <a:pt x="50" y="24"/>
                        </a:lnTo>
                        <a:lnTo>
                          <a:pt x="54" y="24"/>
                        </a:lnTo>
                        <a:lnTo>
                          <a:pt x="53" y="25"/>
                        </a:lnTo>
                        <a:lnTo>
                          <a:pt x="48" y="25"/>
                        </a:lnTo>
                        <a:lnTo>
                          <a:pt x="42" y="27"/>
                        </a:lnTo>
                        <a:lnTo>
                          <a:pt x="41" y="30"/>
                        </a:lnTo>
                        <a:lnTo>
                          <a:pt x="42" y="31"/>
                        </a:lnTo>
                        <a:lnTo>
                          <a:pt x="45" y="30"/>
                        </a:lnTo>
                        <a:lnTo>
                          <a:pt x="46" y="32"/>
                        </a:lnTo>
                        <a:lnTo>
                          <a:pt x="43" y="32"/>
                        </a:lnTo>
                        <a:lnTo>
                          <a:pt x="37" y="32"/>
                        </a:lnTo>
                        <a:lnTo>
                          <a:pt x="34" y="31"/>
                        </a:lnTo>
                        <a:lnTo>
                          <a:pt x="31" y="32"/>
                        </a:lnTo>
                        <a:lnTo>
                          <a:pt x="28" y="31"/>
                        </a:lnTo>
                        <a:lnTo>
                          <a:pt x="27" y="31"/>
                        </a:lnTo>
                        <a:lnTo>
                          <a:pt x="24" y="34"/>
                        </a:lnTo>
                        <a:lnTo>
                          <a:pt x="23" y="34"/>
                        </a:lnTo>
                        <a:lnTo>
                          <a:pt x="19" y="31"/>
                        </a:lnTo>
                        <a:lnTo>
                          <a:pt x="16" y="31"/>
                        </a:lnTo>
                        <a:lnTo>
                          <a:pt x="9" y="35"/>
                        </a:lnTo>
                        <a:lnTo>
                          <a:pt x="8" y="38"/>
                        </a:lnTo>
                        <a:lnTo>
                          <a:pt x="7" y="40"/>
                        </a:lnTo>
                        <a:lnTo>
                          <a:pt x="8" y="42"/>
                        </a:lnTo>
                        <a:lnTo>
                          <a:pt x="8" y="44"/>
                        </a:lnTo>
                        <a:lnTo>
                          <a:pt x="7" y="46"/>
                        </a:lnTo>
                        <a:lnTo>
                          <a:pt x="8" y="49"/>
                        </a:lnTo>
                        <a:lnTo>
                          <a:pt x="12" y="47"/>
                        </a:lnTo>
                        <a:lnTo>
                          <a:pt x="14" y="47"/>
                        </a:lnTo>
                        <a:lnTo>
                          <a:pt x="16" y="46"/>
                        </a:lnTo>
                        <a:lnTo>
                          <a:pt x="19" y="47"/>
                        </a:lnTo>
                        <a:lnTo>
                          <a:pt x="16" y="50"/>
                        </a:lnTo>
                        <a:lnTo>
                          <a:pt x="16" y="51"/>
                        </a:lnTo>
                        <a:lnTo>
                          <a:pt x="18" y="54"/>
                        </a:lnTo>
                        <a:lnTo>
                          <a:pt x="18" y="55"/>
                        </a:lnTo>
                        <a:lnTo>
                          <a:pt x="18" y="57"/>
                        </a:lnTo>
                        <a:lnTo>
                          <a:pt x="18" y="58"/>
                        </a:lnTo>
                        <a:lnTo>
                          <a:pt x="20" y="57"/>
                        </a:lnTo>
                        <a:lnTo>
                          <a:pt x="22" y="58"/>
                        </a:lnTo>
                        <a:lnTo>
                          <a:pt x="19" y="59"/>
                        </a:lnTo>
                        <a:lnTo>
                          <a:pt x="16" y="62"/>
                        </a:lnTo>
                        <a:lnTo>
                          <a:pt x="18" y="62"/>
                        </a:lnTo>
                        <a:lnTo>
                          <a:pt x="19" y="62"/>
                        </a:lnTo>
                        <a:lnTo>
                          <a:pt x="18" y="64"/>
                        </a:lnTo>
                        <a:lnTo>
                          <a:pt x="16" y="66"/>
                        </a:lnTo>
                        <a:lnTo>
                          <a:pt x="15" y="66"/>
                        </a:lnTo>
                        <a:lnTo>
                          <a:pt x="12" y="62"/>
                        </a:lnTo>
                        <a:lnTo>
                          <a:pt x="12" y="62"/>
                        </a:lnTo>
                        <a:lnTo>
                          <a:pt x="11" y="65"/>
                        </a:lnTo>
                        <a:lnTo>
                          <a:pt x="12" y="68"/>
                        </a:lnTo>
                        <a:lnTo>
                          <a:pt x="11" y="69"/>
                        </a:lnTo>
                        <a:lnTo>
                          <a:pt x="11" y="70"/>
                        </a:lnTo>
                        <a:lnTo>
                          <a:pt x="14" y="72"/>
                        </a:lnTo>
                        <a:lnTo>
                          <a:pt x="15" y="70"/>
                        </a:lnTo>
                        <a:lnTo>
                          <a:pt x="18" y="73"/>
                        </a:lnTo>
                        <a:lnTo>
                          <a:pt x="19" y="73"/>
                        </a:lnTo>
                        <a:lnTo>
                          <a:pt x="23" y="74"/>
                        </a:lnTo>
                        <a:lnTo>
                          <a:pt x="23" y="78"/>
                        </a:lnTo>
                        <a:lnTo>
                          <a:pt x="22" y="80"/>
                        </a:lnTo>
                        <a:lnTo>
                          <a:pt x="23" y="83"/>
                        </a:lnTo>
                        <a:lnTo>
                          <a:pt x="23" y="84"/>
                        </a:lnTo>
                        <a:lnTo>
                          <a:pt x="24" y="84"/>
                        </a:lnTo>
                        <a:lnTo>
                          <a:pt x="28" y="87"/>
                        </a:lnTo>
                        <a:lnTo>
                          <a:pt x="27" y="89"/>
                        </a:lnTo>
                        <a:lnTo>
                          <a:pt x="24" y="89"/>
                        </a:lnTo>
                        <a:lnTo>
                          <a:pt x="24" y="91"/>
                        </a:lnTo>
                        <a:lnTo>
                          <a:pt x="26" y="91"/>
                        </a:lnTo>
                        <a:lnTo>
                          <a:pt x="30" y="91"/>
                        </a:lnTo>
                        <a:lnTo>
                          <a:pt x="37" y="91"/>
                        </a:lnTo>
                        <a:lnTo>
                          <a:pt x="37" y="91"/>
                        </a:lnTo>
                        <a:lnTo>
                          <a:pt x="34" y="93"/>
                        </a:lnTo>
                        <a:lnTo>
                          <a:pt x="31" y="95"/>
                        </a:lnTo>
                        <a:lnTo>
                          <a:pt x="27" y="93"/>
                        </a:lnTo>
                        <a:lnTo>
                          <a:pt x="26" y="96"/>
                        </a:lnTo>
                        <a:lnTo>
                          <a:pt x="27" y="96"/>
                        </a:lnTo>
                        <a:lnTo>
                          <a:pt x="30" y="95"/>
                        </a:lnTo>
                        <a:lnTo>
                          <a:pt x="33" y="95"/>
                        </a:lnTo>
                        <a:lnTo>
                          <a:pt x="34" y="95"/>
                        </a:lnTo>
                        <a:lnTo>
                          <a:pt x="34" y="96"/>
                        </a:lnTo>
                        <a:lnTo>
                          <a:pt x="35" y="97"/>
                        </a:lnTo>
                        <a:lnTo>
                          <a:pt x="37" y="95"/>
                        </a:lnTo>
                        <a:lnTo>
                          <a:pt x="39" y="93"/>
                        </a:lnTo>
                        <a:lnTo>
                          <a:pt x="41" y="93"/>
                        </a:lnTo>
                        <a:lnTo>
                          <a:pt x="42" y="95"/>
                        </a:lnTo>
                        <a:lnTo>
                          <a:pt x="45" y="95"/>
                        </a:lnTo>
                        <a:lnTo>
                          <a:pt x="48" y="96"/>
                        </a:lnTo>
                        <a:lnTo>
                          <a:pt x="49" y="95"/>
                        </a:lnTo>
                        <a:lnTo>
                          <a:pt x="50" y="95"/>
                        </a:lnTo>
                        <a:lnTo>
                          <a:pt x="50" y="96"/>
                        </a:lnTo>
                        <a:lnTo>
                          <a:pt x="49" y="96"/>
                        </a:lnTo>
                        <a:lnTo>
                          <a:pt x="50" y="99"/>
                        </a:lnTo>
                        <a:lnTo>
                          <a:pt x="50" y="100"/>
                        </a:lnTo>
                        <a:lnTo>
                          <a:pt x="53" y="103"/>
                        </a:lnTo>
                        <a:lnTo>
                          <a:pt x="54" y="103"/>
                        </a:lnTo>
                        <a:lnTo>
                          <a:pt x="58" y="104"/>
                        </a:lnTo>
                        <a:lnTo>
                          <a:pt x="61" y="103"/>
                        </a:lnTo>
                        <a:lnTo>
                          <a:pt x="62" y="102"/>
                        </a:lnTo>
                        <a:lnTo>
                          <a:pt x="65" y="102"/>
                        </a:lnTo>
                        <a:lnTo>
                          <a:pt x="68" y="100"/>
                        </a:lnTo>
                        <a:lnTo>
                          <a:pt x="69" y="102"/>
                        </a:lnTo>
                        <a:lnTo>
                          <a:pt x="72" y="100"/>
                        </a:lnTo>
                        <a:lnTo>
                          <a:pt x="71" y="97"/>
                        </a:lnTo>
                        <a:lnTo>
                          <a:pt x="72" y="96"/>
                        </a:lnTo>
                        <a:lnTo>
                          <a:pt x="71" y="92"/>
                        </a:lnTo>
                        <a:lnTo>
                          <a:pt x="77" y="92"/>
                        </a:lnTo>
                        <a:lnTo>
                          <a:pt x="83" y="92"/>
                        </a:lnTo>
                        <a:lnTo>
                          <a:pt x="90" y="96"/>
                        </a:lnTo>
                        <a:lnTo>
                          <a:pt x="92" y="96"/>
                        </a:lnTo>
                        <a:lnTo>
                          <a:pt x="96" y="102"/>
                        </a:lnTo>
                        <a:lnTo>
                          <a:pt x="100" y="104"/>
                        </a:lnTo>
                        <a:lnTo>
                          <a:pt x="113" y="103"/>
                        </a:lnTo>
                        <a:lnTo>
                          <a:pt x="117" y="102"/>
                        </a:lnTo>
                        <a:lnTo>
                          <a:pt x="118" y="102"/>
                        </a:lnTo>
                        <a:lnTo>
                          <a:pt x="120" y="102"/>
                        </a:lnTo>
                        <a:lnTo>
                          <a:pt x="121" y="100"/>
                        </a:lnTo>
                        <a:lnTo>
                          <a:pt x="121" y="99"/>
                        </a:lnTo>
                        <a:lnTo>
                          <a:pt x="128" y="91"/>
                        </a:lnTo>
                        <a:lnTo>
                          <a:pt x="129" y="91"/>
                        </a:lnTo>
                        <a:lnTo>
                          <a:pt x="134" y="93"/>
                        </a:lnTo>
                        <a:lnTo>
                          <a:pt x="139" y="95"/>
                        </a:lnTo>
                        <a:lnTo>
                          <a:pt x="143" y="93"/>
                        </a:lnTo>
                        <a:lnTo>
                          <a:pt x="143" y="92"/>
                        </a:lnTo>
                        <a:lnTo>
                          <a:pt x="147" y="91"/>
                        </a:lnTo>
                        <a:lnTo>
                          <a:pt x="148" y="91"/>
                        </a:lnTo>
                        <a:lnTo>
                          <a:pt x="149" y="93"/>
                        </a:lnTo>
                        <a:lnTo>
                          <a:pt x="147" y="96"/>
                        </a:lnTo>
                        <a:lnTo>
                          <a:pt x="144" y="99"/>
                        </a:lnTo>
                        <a:lnTo>
                          <a:pt x="144" y="100"/>
                        </a:lnTo>
                        <a:lnTo>
                          <a:pt x="147" y="103"/>
                        </a:lnTo>
                        <a:lnTo>
                          <a:pt x="147" y="106"/>
                        </a:lnTo>
                        <a:lnTo>
                          <a:pt x="149" y="106"/>
                        </a:lnTo>
                        <a:lnTo>
                          <a:pt x="152" y="106"/>
                        </a:lnTo>
                        <a:lnTo>
                          <a:pt x="155" y="104"/>
                        </a:lnTo>
                        <a:lnTo>
                          <a:pt x="155" y="102"/>
                        </a:lnTo>
                        <a:lnTo>
                          <a:pt x="156" y="100"/>
                        </a:lnTo>
                        <a:lnTo>
                          <a:pt x="156" y="95"/>
                        </a:lnTo>
                        <a:lnTo>
                          <a:pt x="158" y="92"/>
                        </a:lnTo>
                        <a:lnTo>
                          <a:pt x="162" y="93"/>
                        </a:lnTo>
                        <a:lnTo>
                          <a:pt x="163" y="93"/>
                        </a:lnTo>
                        <a:lnTo>
                          <a:pt x="171" y="91"/>
                        </a:lnTo>
                        <a:lnTo>
                          <a:pt x="173" y="91"/>
                        </a:lnTo>
                        <a:lnTo>
                          <a:pt x="174" y="89"/>
                        </a:lnTo>
                        <a:lnTo>
                          <a:pt x="182" y="89"/>
                        </a:lnTo>
                        <a:lnTo>
                          <a:pt x="185" y="89"/>
                        </a:lnTo>
                        <a:lnTo>
                          <a:pt x="186" y="91"/>
                        </a:lnTo>
                        <a:lnTo>
                          <a:pt x="190" y="92"/>
                        </a:lnTo>
                        <a:lnTo>
                          <a:pt x="197" y="92"/>
                        </a:lnTo>
                        <a:lnTo>
                          <a:pt x="197" y="91"/>
                        </a:lnTo>
                        <a:lnTo>
                          <a:pt x="201" y="89"/>
                        </a:lnTo>
                        <a:lnTo>
                          <a:pt x="204" y="88"/>
                        </a:lnTo>
                        <a:lnTo>
                          <a:pt x="208" y="87"/>
                        </a:lnTo>
                        <a:lnTo>
                          <a:pt x="212" y="87"/>
                        </a:lnTo>
                        <a:lnTo>
                          <a:pt x="215" y="85"/>
                        </a:lnTo>
                        <a:lnTo>
                          <a:pt x="221" y="85"/>
                        </a:lnTo>
                        <a:lnTo>
                          <a:pt x="227" y="84"/>
                        </a:lnTo>
                        <a:lnTo>
                          <a:pt x="231" y="84"/>
                        </a:lnTo>
                        <a:lnTo>
                          <a:pt x="232" y="85"/>
                        </a:lnTo>
                        <a:lnTo>
                          <a:pt x="236" y="81"/>
                        </a:lnTo>
                        <a:lnTo>
                          <a:pt x="240" y="81"/>
                        </a:lnTo>
                        <a:lnTo>
                          <a:pt x="242" y="80"/>
                        </a:lnTo>
                        <a:lnTo>
                          <a:pt x="247" y="80"/>
                        </a:lnTo>
                        <a:lnTo>
                          <a:pt x="251" y="81"/>
                        </a:lnTo>
                        <a:lnTo>
                          <a:pt x="255" y="81"/>
                        </a:lnTo>
                        <a:lnTo>
                          <a:pt x="258" y="83"/>
                        </a:lnTo>
                        <a:lnTo>
                          <a:pt x="258" y="85"/>
                        </a:lnTo>
                        <a:lnTo>
                          <a:pt x="259" y="85"/>
                        </a:lnTo>
                        <a:lnTo>
                          <a:pt x="264" y="85"/>
                        </a:lnTo>
                        <a:lnTo>
                          <a:pt x="264" y="83"/>
                        </a:lnTo>
                        <a:lnTo>
                          <a:pt x="262" y="80"/>
                        </a:lnTo>
                        <a:lnTo>
                          <a:pt x="259" y="73"/>
                        </a:lnTo>
                        <a:lnTo>
                          <a:pt x="255" y="72"/>
                        </a:lnTo>
                        <a:lnTo>
                          <a:pt x="255" y="70"/>
                        </a:lnTo>
                        <a:lnTo>
                          <a:pt x="255" y="66"/>
                        </a:lnTo>
                        <a:lnTo>
                          <a:pt x="258" y="62"/>
                        </a:lnTo>
                        <a:lnTo>
                          <a:pt x="257" y="61"/>
                        </a:lnTo>
                        <a:lnTo>
                          <a:pt x="253" y="59"/>
                        </a:lnTo>
                        <a:lnTo>
                          <a:pt x="253" y="57"/>
                        </a:lnTo>
                        <a:lnTo>
                          <a:pt x="254" y="54"/>
                        </a:lnTo>
                        <a:lnTo>
                          <a:pt x="253" y="49"/>
                        </a:lnTo>
                        <a:lnTo>
                          <a:pt x="251" y="46"/>
                        </a:lnTo>
                        <a:lnTo>
                          <a:pt x="250" y="44"/>
                        </a:lnTo>
                        <a:lnTo>
                          <a:pt x="254" y="43"/>
                        </a:lnTo>
                        <a:lnTo>
                          <a:pt x="255" y="40"/>
                        </a:lnTo>
                        <a:lnTo>
                          <a:pt x="258" y="39"/>
                        </a:lnTo>
                        <a:lnTo>
                          <a:pt x="255" y="36"/>
                        </a:lnTo>
                        <a:lnTo>
                          <a:pt x="254" y="34"/>
                        </a:lnTo>
                        <a:lnTo>
                          <a:pt x="251" y="34"/>
                        </a:lnTo>
                        <a:lnTo>
                          <a:pt x="246" y="34"/>
                        </a:lnTo>
                        <a:lnTo>
                          <a:pt x="242" y="31"/>
                        </a:lnTo>
                        <a:lnTo>
                          <a:pt x="242" y="25"/>
                        </a:lnTo>
                        <a:lnTo>
                          <a:pt x="243" y="21"/>
                        </a:lnTo>
                        <a:lnTo>
                          <a:pt x="242" y="17"/>
                        </a:lnTo>
                        <a:lnTo>
                          <a:pt x="239" y="17"/>
                        </a:lnTo>
                        <a:lnTo>
                          <a:pt x="239" y="16"/>
                        </a:lnTo>
                        <a:lnTo>
                          <a:pt x="236" y="13"/>
                        </a:lnTo>
                        <a:lnTo>
                          <a:pt x="234" y="12"/>
                        </a:lnTo>
                        <a:lnTo>
                          <a:pt x="228" y="8"/>
                        </a:lnTo>
                        <a:lnTo>
                          <a:pt x="225" y="6"/>
                        </a:lnTo>
                        <a:lnTo>
                          <a:pt x="223" y="8"/>
                        </a:lnTo>
                        <a:lnTo>
                          <a:pt x="221" y="9"/>
                        </a:lnTo>
                        <a:lnTo>
                          <a:pt x="217" y="8"/>
                        </a:lnTo>
                        <a:lnTo>
                          <a:pt x="216" y="9"/>
                        </a:lnTo>
                        <a:lnTo>
                          <a:pt x="215" y="8"/>
                        </a:lnTo>
                        <a:lnTo>
                          <a:pt x="215" y="6"/>
                        </a:lnTo>
                        <a:lnTo>
                          <a:pt x="212" y="5"/>
                        </a:lnTo>
                        <a:lnTo>
                          <a:pt x="212" y="5"/>
                        </a:lnTo>
                        <a:close/>
                        <a:moveTo>
                          <a:pt x="31" y="97"/>
                        </a:moveTo>
                        <a:lnTo>
                          <a:pt x="33" y="96"/>
                        </a:lnTo>
                        <a:lnTo>
                          <a:pt x="34" y="96"/>
                        </a:lnTo>
                        <a:lnTo>
                          <a:pt x="34" y="97"/>
                        </a:lnTo>
                        <a:lnTo>
                          <a:pt x="33" y="99"/>
                        </a:lnTo>
                        <a:lnTo>
                          <a:pt x="31" y="97"/>
                        </a:lnTo>
                        <a:lnTo>
                          <a:pt x="31" y="97"/>
                        </a:lnTo>
                        <a:close/>
                        <a:moveTo>
                          <a:pt x="0" y="34"/>
                        </a:moveTo>
                        <a:lnTo>
                          <a:pt x="3" y="35"/>
                        </a:lnTo>
                        <a:lnTo>
                          <a:pt x="5" y="35"/>
                        </a:lnTo>
                        <a:lnTo>
                          <a:pt x="5" y="32"/>
                        </a:lnTo>
                        <a:lnTo>
                          <a:pt x="4" y="32"/>
                        </a:lnTo>
                        <a:lnTo>
                          <a:pt x="3" y="34"/>
                        </a:lnTo>
                        <a:lnTo>
                          <a:pt x="0" y="34"/>
                        </a:lnTo>
                        <a:lnTo>
                          <a:pt x="0" y="34"/>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91" name="Freeform 852">
                    <a:extLst>
                      <a:ext uri="{FF2B5EF4-FFF2-40B4-BE49-F238E27FC236}">
                        <a16:creationId xmlns:a16="http://schemas.microsoft.com/office/drawing/2014/main" id="{892EB74A-448D-9F6A-D321-C9966ED5D44C}"/>
                      </a:ext>
                    </a:extLst>
                  </p:cNvPr>
                  <p:cNvSpPr>
                    <a:spLocks/>
                  </p:cNvSpPr>
                  <p:nvPr/>
                </p:nvSpPr>
                <p:spPr bwMode="auto">
                  <a:xfrm>
                    <a:off x="9733728" y="2483375"/>
                    <a:ext cx="126727" cy="110539"/>
                  </a:xfrm>
                  <a:custGeom>
                    <a:avLst/>
                    <a:gdLst/>
                    <a:ahLst/>
                    <a:cxnLst>
                      <a:cxn ang="0">
                        <a:pos x="137" y="114"/>
                      </a:cxn>
                      <a:cxn ang="0">
                        <a:pos x="132" y="110"/>
                      </a:cxn>
                      <a:cxn ang="0">
                        <a:pos x="127" y="102"/>
                      </a:cxn>
                      <a:cxn ang="0">
                        <a:pos x="127" y="94"/>
                      </a:cxn>
                      <a:cxn ang="0">
                        <a:pos x="127" y="84"/>
                      </a:cxn>
                      <a:cxn ang="0">
                        <a:pos x="121" y="79"/>
                      </a:cxn>
                      <a:cxn ang="0">
                        <a:pos x="117" y="77"/>
                      </a:cxn>
                      <a:cxn ang="0">
                        <a:pos x="105" y="70"/>
                      </a:cxn>
                      <a:cxn ang="0">
                        <a:pos x="99" y="69"/>
                      </a:cxn>
                      <a:cxn ang="0">
                        <a:pos x="99" y="66"/>
                      </a:cxn>
                      <a:cxn ang="0">
                        <a:pos x="98" y="61"/>
                      </a:cxn>
                      <a:cxn ang="0">
                        <a:pos x="94" y="58"/>
                      </a:cxn>
                      <a:cxn ang="0">
                        <a:pos x="91" y="57"/>
                      </a:cxn>
                      <a:cxn ang="0">
                        <a:pos x="91" y="53"/>
                      </a:cxn>
                      <a:cxn ang="0">
                        <a:pos x="91" y="50"/>
                      </a:cxn>
                      <a:cxn ang="0">
                        <a:pos x="94" y="43"/>
                      </a:cxn>
                      <a:cxn ang="0">
                        <a:pos x="95" y="39"/>
                      </a:cxn>
                      <a:cxn ang="0">
                        <a:pos x="98" y="32"/>
                      </a:cxn>
                      <a:cxn ang="0">
                        <a:pos x="97" y="28"/>
                      </a:cxn>
                      <a:cxn ang="0">
                        <a:pos x="101" y="27"/>
                      </a:cxn>
                      <a:cxn ang="0">
                        <a:pos x="101" y="26"/>
                      </a:cxn>
                      <a:cxn ang="0">
                        <a:pos x="95" y="26"/>
                      </a:cxn>
                      <a:cxn ang="0">
                        <a:pos x="88" y="22"/>
                      </a:cxn>
                      <a:cxn ang="0">
                        <a:pos x="83" y="20"/>
                      </a:cxn>
                      <a:cxn ang="0">
                        <a:pos x="80" y="15"/>
                      </a:cxn>
                      <a:cxn ang="0">
                        <a:pos x="78" y="11"/>
                      </a:cxn>
                      <a:cxn ang="0">
                        <a:pos x="76" y="5"/>
                      </a:cxn>
                      <a:cxn ang="0">
                        <a:pos x="69" y="5"/>
                      </a:cxn>
                      <a:cxn ang="0">
                        <a:pos x="68" y="3"/>
                      </a:cxn>
                      <a:cxn ang="0">
                        <a:pos x="61" y="1"/>
                      </a:cxn>
                      <a:cxn ang="0">
                        <a:pos x="52" y="0"/>
                      </a:cxn>
                      <a:cxn ang="0">
                        <a:pos x="46" y="1"/>
                      </a:cxn>
                      <a:cxn ang="0">
                        <a:pos x="44" y="5"/>
                      </a:cxn>
                      <a:cxn ang="0">
                        <a:pos x="40" y="8"/>
                      </a:cxn>
                      <a:cxn ang="0">
                        <a:pos x="31" y="12"/>
                      </a:cxn>
                      <a:cxn ang="0">
                        <a:pos x="29" y="22"/>
                      </a:cxn>
                      <a:cxn ang="0">
                        <a:pos x="31" y="31"/>
                      </a:cxn>
                      <a:cxn ang="0">
                        <a:pos x="30" y="38"/>
                      </a:cxn>
                      <a:cxn ang="0">
                        <a:pos x="27" y="46"/>
                      </a:cxn>
                      <a:cxn ang="0">
                        <a:pos x="0" y="66"/>
                      </a:cxn>
                      <a:cxn ang="0">
                        <a:pos x="0" y="66"/>
                      </a:cxn>
                      <a:cxn ang="0">
                        <a:pos x="21" y="87"/>
                      </a:cxn>
                      <a:cxn ang="0">
                        <a:pos x="114" y="133"/>
                      </a:cxn>
                      <a:cxn ang="0">
                        <a:pos x="120" y="119"/>
                      </a:cxn>
                      <a:cxn ang="0">
                        <a:pos x="131" y="119"/>
                      </a:cxn>
                      <a:cxn ang="0">
                        <a:pos x="136" y="118"/>
                      </a:cxn>
                      <a:cxn ang="0">
                        <a:pos x="139" y="114"/>
                      </a:cxn>
                    </a:cxnLst>
                    <a:rect l="0" t="0" r="r" b="b"/>
                    <a:pathLst>
                      <a:path w="139" h="133">
                        <a:moveTo>
                          <a:pt x="139" y="114"/>
                        </a:moveTo>
                        <a:lnTo>
                          <a:pt x="137" y="114"/>
                        </a:lnTo>
                        <a:lnTo>
                          <a:pt x="135" y="113"/>
                        </a:lnTo>
                        <a:lnTo>
                          <a:pt x="132" y="110"/>
                        </a:lnTo>
                        <a:lnTo>
                          <a:pt x="132" y="102"/>
                        </a:lnTo>
                        <a:lnTo>
                          <a:pt x="127" y="102"/>
                        </a:lnTo>
                        <a:lnTo>
                          <a:pt x="125" y="98"/>
                        </a:lnTo>
                        <a:lnTo>
                          <a:pt x="127" y="94"/>
                        </a:lnTo>
                        <a:lnTo>
                          <a:pt x="129" y="91"/>
                        </a:lnTo>
                        <a:lnTo>
                          <a:pt x="127" y="84"/>
                        </a:lnTo>
                        <a:lnTo>
                          <a:pt x="124" y="83"/>
                        </a:lnTo>
                        <a:lnTo>
                          <a:pt x="121" y="79"/>
                        </a:lnTo>
                        <a:lnTo>
                          <a:pt x="118" y="77"/>
                        </a:lnTo>
                        <a:lnTo>
                          <a:pt x="117" y="77"/>
                        </a:lnTo>
                        <a:lnTo>
                          <a:pt x="107" y="70"/>
                        </a:lnTo>
                        <a:lnTo>
                          <a:pt x="105" y="70"/>
                        </a:lnTo>
                        <a:lnTo>
                          <a:pt x="103" y="72"/>
                        </a:lnTo>
                        <a:lnTo>
                          <a:pt x="99" y="69"/>
                        </a:lnTo>
                        <a:lnTo>
                          <a:pt x="101" y="68"/>
                        </a:lnTo>
                        <a:lnTo>
                          <a:pt x="99" y="66"/>
                        </a:lnTo>
                        <a:lnTo>
                          <a:pt x="101" y="64"/>
                        </a:lnTo>
                        <a:lnTo>
                          <a:pt x="98" y="61"/>
                        </a:lnTo>
                        <a:lnTo>
                          <a:pt x="97" y="60"/>
                        </a:lnTo>
                        <a:lnTo>
                          <a:pt x="94" y="58"/>
                        </a:lnTo>
                        <a:lnTo>
                          <a:pt x="93" y="57"/>
                        </a:lnTo>
                        <a:lnTo>
                          <a:pt x="91" y="57"/>
                        </a:lnTo>
                        <a:lnTo>
                          <a:pt x="91" y="54"/>
                        </a:lnTo>
                        <a:lnTo>
                          <a:pt x="91" y="53"/>
                        </a:lnTo>
                        <a:lnTo>
                          <a:pt x="91" y="51"/>
                        </a:lnTo>
                        <a:lnTo>
                          <a:pt x="91" y="50"/>
                        </a:lnTo>
                        <a:lnTo>
                          <a:pt x="91" y="45"/>
                        </a:lnTo>
                        <a:lnTo>
                          <a:pt x="94" y="43"/>
                        </a:lnTo>
                        <a:lnTo>
                          <a:pt x="94" y="39"/>
                        </a:lnTo>
                        <a:lnTo>
                          <a:pt x="95" y="39"/>
                        </a:lnTo>
                        <a:lnTo>
                          <a:pt x="98" y="38"/>
                        </a:lnTo>
                        <a:lnTo>
                          <a:pt x="98" y="32"/>
                        </a:lnTo>
                        <a:lnTo>
                          <a:pt x="97" y="32"/>
                        </a:lnTo>
                        <a:lnTo>
                          <a:pt x="97" y="28"/>
                        </a:lnTo>
                        <a:lnTo>
                          <a:pt x="98" y="28"/>
                        </a:lnTo>
                        <a:lnTo>
                          <a:pt x="101" y="27"/>
                        </a:lnTo>
                        <a:lnTo>
                          <a:pt x="101" y="27"/>
                        </a:lnTo>
                        <a:lnTo>
                          <a:pt x="101" y="26"/>
                        </a:lnTo>
                        <a:lnTo>
                          <a:pt x="98" y="24"/>
                        </a:lnTo>
                        <a:lnTo>
                          <a:pt x="95" y="26"/>
                        </a:lnTo>
                        <a:lnTo>
                          <a:pt x="93" y="24"/>
                        </a:lnTo>
                        <a:lnTo>
                          <a:pt x="88" y="22"/>
                        </a:lnTo>
                        <a:lnTo>
                          <a:pt x="86" y="22"/>
                        </a:lnTo>
                        <a:lnTo>
                          <a:pt x="83" y="20"/>
                        </a:lnTo>
                        <a:lnTo>
                          <a:pt x="82" y="16"/>
                        </a:lnTo>
                        <a:lnTo>
                          <a:pt x="80" y="15"/>
                        </a:lnTo>
                        <a:lnTo>
                          <a:pt x="79" y="13"/>
                        </a:lnTo>
                        <a:lnTo>
                          <a:pt x="78" y="11"/>
                        </a:lnTo>
                        <a:lnTo>
                          <a:pt x="78" y="8"/>
                        </a:lnTo>
                        <a:lnTo>
                          <a:pt x="76" y="5"/>
                        </a:lnTo>
                        <a:lnTo>
                          <a:pt x="74" y="5"/>
                        </a:lnTo>
                        <a:lnTo>
                          <a:pt x="69" y="5"/>
                        </a:lnTo>
                        <a:lnTo>
                          <a:pt x="68" y="5"/>
                        </a:lnTo>
                        <a:lnTo>
                          <a:pt x="68" y="3"/>
                        </a:lnTo>
                        <a:lnTo>
                          <a:pt x="65" y="1"/>
                        </a:lnTo>
                        <a:lnTo>
                          <a:pt x="61" y="1"/>
                        </a:lnTo>
                        <a:lnTo>
                          <a:pt x="57" y="0"/>
                        </a:lnTo>
                        <a:lnTo>
                          <a:pt x="52" y="0"/>
                        </a:lnTo>
                        <a:lnTo>
                          <a:pt x="50" y="1"/>
                        </a:lnTo>
                        <a:lnTo>
                          <a:pt x="46" y="1"/>
                        </a:lnTo>
                        <a:lnTo>
                          <a:pt x="42" y="5"/>
                        </a:lnTo>
                        <a:lnTo>
                          <a:pt x="44" y="5"/>
                        </a:lnTo>
                        <a:lnTo>
                          <a:pt x="41" y="8"/>
                        </a:lnTo>
                        <a:lnTo>
                          <a:pt x="40" y="8"/>
                        </a:lnTo>
                        <a:lnTo>
                          <a:pt x="37" y="11"/>
                        </a:lnTo>
                        <a:lnTo>
                          <a:pt x="31" y="12"/>
                        </a:lnTo>
                        <a:lnTo>
                          <a:pt x="29" y="16"/>
                        </a:lnTo>
                        <a:lnTo>
                          <a:pt x="29" y="22"/>
                        </a:lnTo>
                        <a:lnTo>
                          <a:pt x="31" y="27"/>
                        </a:lnTo>
                        <a:lnTo>
                          <a:pt x="31" y="31"/>
                        </a:lnTo>
                        <a:lnTo>
                          <a:pt x="29" y="37"/>
                        </a:lnTo>
                        <a:lnTo>
                          <a:pt x="30" y="38"/>
                        </a:lnTo>
                        <a:lnTo>
                          <a:pt x="30" y="42"/>
                        </a:lnTo>
                        <a:lnTo>
                          <a:pt x="27" y="46"/>
                        </a:lnTo>
                        <a:lnTo>
                          <a:pt x="26" y="47"/>
                        </a:lnTo>
                        <a:lnTo>
                          <a:pt x="0" y="66"/>
                        </a:lnTo>
                        <a:lnTo>
                          <a:pt x="0" y="66"/>
                        </a:lnTo>
                        <a:lnTo>
                          <a:pt x="0" y="66"/>
                        </a:lnTo>
                        <a:lnTo>
                          <a:pt x="8" y="84"/>
                        </a:lnTo>
                        <a:lnTo>
                          <a:pt x="21" y="87"/>
                        </a:lnTo>
                        <a:lnTo>
                          <a:pt x="87" y="132"/>
                        </a:lnTo>
                        <a:lnTo>
                          <a:pt x="114" y="133"/>
                        </a:lnTo>
                        <a:lnTo>
                          <a:pt x="117" y="126"/>
                        </a:lnTo>
                        <a:lnTo>
                          <a:pt x="120" y="119"/>
                        </a:lnTo>
                        <a:lnTo>
                          <a:pt x="127" y="117"/>
                        </a:lnTo>
                        <a:lnTo>
                          <a:pt x="131" y="119"/>
                        </a:lnTo>
                        <a:lnTo>
                          <a:pt x="135" y="118"/>
                        </a:lnTo>
                        <a:lnTo>
                          <a:pt x="136" y="118"/>
                        </a:lnTo>
                        <a:lnTo>
                          <a:pt x="137" y="115"/>
                        </a:lnTo>
                        <a:lnTo>
                          <a:pt x="139" y="114"/>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92" name="Freeform 853">
                    <a:extLst>
                      <a:ext uri="{FF2B5EF4-FFF2-40B4-BE49-F238E27FC236}">
                        <a16:creationId xmlns:a16="http://schemas.microsoft.com/office/drawing/2014/main" id="{73E43E31-CF45-98AF-A030-24A045B3DA5D}"/>
                      </a:ext>
                    </a:extLst>
                  </p:cNvPr>
                  <p:cNvSpPr>
                    <a:spLocks/>
                  </p:cNvSpPr>
                  <p:nvPr/>
                </p:nvSpPr>
                <p:spPr bwMode="auto">
                  <a:xfrm>
                    <a:off x="9733728" y="2483375"/>
                    <a:ext cx="126727" cy="110539"/>
                  </a:xfrm>
                  <a:custGeom>
                    <a:avLst/>
                    <a:gdLst/>
                    <a:ahLst/>
                    <a:cxnLst>
                      <a:cxn ang="0">
                        <a:pos x="137" y="114"/>
                      </a:cxn>
                      <a:cxn ang="0">
                        <a:pos x="132" y="110"/>
                      </a:cxn>
                      <a:cxn ang="0">
                        <a:pos x="127" y="102"/>
                      </a:cxn>
                      <a:cxn ang="0">
                        <a:pos x="127" y="94"/>
                      </a:cxn>
                      <a:cxn ang="0">
                        <a:pos x="127" y="84"/>
                      </a:cxn>
                      <a:cxn ang="0">
                        <a:pos x="121" y="79"/>
                      </a:cxn>
                      <a:cxn ang="0">
                        <a:pos x="117" y="77"/>
                      </a:cxn>
                      <a:cxn ang="0">
                        <a:pos x="105" y="70"/>
                      </a:cxn>
                      <a:cxn ang="0">
                        <a:pos x="99" y="69"/>
                      </a:cxn>
                      <a:cxn ang="0">
                        <a:pos x="99" y="66"/>
                      </a:cxn>
                      <a:cxn ang="0">
                        <a:pos x="98" y="61"/>
                      </a:cxn>
                      <a:cxn ang="0">
                        <a:pos x="94" y="58"/>
                      </a:cxn>
                      <a:cxn ang="0">
                        <a:pos x="91" y="57"/>
                      </a:cxn>
                      <a:cxn ang="0">
                        <a:pos x="91" y="53"/>
                      </a:cxn>
                      <a:cxn ang="0">
                        <a:pos x="91" y="50"/>
                      </a:cxn>
                      <a:cxn ang="0">
                        <a:pos x="94" y="43"/>
                      </a:cxn>
                      <a:cxn ang="0">
                        <a:pos x="95" y="39"/>
                      </a:cxn>
                      <a:cxn ang="0">
                        <a:pos x="98" y="32"/>
                      </a:cxn>
                      <a:cxn ang="0">
                        <a:pos x="97" y="28"/>
                      </a:cxn>
                      <a:cxn ang="0">
                        <a:pos x="101" y="27"/>
                      </a:cxn>
                      <a:cxn ang="0">
                        <a:pos x="101" y="26"/>
                      </a:cxn>
                      <a:cxn ang="0">
                        <a:pos x="95" y="26"/>
                      </a:cxn>
                      <a:cxn ang="0">
                        <a:pos x="88" y="22"/>
                      </a:cxn>
                      <a:cxn ang="0">
                        <a:pos x="83" y="20"/>
                      </a:cxn>
                      <a:cxn ang="0">
                        <a:pos x="80" y="15"/>
                      </a:cxn>
                      <a:cxn ang="0">
                        <a:pos x="78" y="11"/>
                      </a:cxn>
                      <a:cxn ang="0">
                        <a:pos x="76" y="5"/>
                      </a:cxn>
                      <a:cxn ang="0">
                        <a:pos x="69" y="5"/>
                      </a:cxn>
                      <a:cxn ang="0">
                        <a:pos x="68" y="3"/>
                      </a:cxn>
                      <a:cxn ang="0">
                        <a:pos x="61" y="1"/>
                      </a:cxn>
                      <a:cxn ang="0">
                        <a:pos x="52" y="0"/>
                      </a:cxn>
                      <a:cxn ang="0">
                        <a:pos x="46" y="1"/>
                      </a:cxn>
                      <a:cxn ang="0">
                        <a:pos x="44" y="5"/>
                      </a:cxn>
                      <a:cxn ang="0">
                        <a:pos x="40" y="8"/>
                      </a:cxn>
                      <a:cxn ang="0">
                        <a:pos x="31" y="12"/>
                      </a:cxn>
                      <a:cxn ang="0">
                        <a:pos x="29" y="22"/>
                      </a:cxn>
                      <a:cxn ang="0">
                        <a:pos x="31" y="31"/>
                      </a:cxn>
                      <a:cxn ang="0">
                        <a:pos x="30" y="38"/>
                      </a:cxn>
                      <a:cxn ang="0">
                        <a:pos x="27" y="46"/>
                      </a:cxn>
                      <a:cxn ang="0">
                        <a:pos x="0" y="66"/>
                      </a:cxn>
                      <a:cxn ang="0">
                        <a:pos x="0" y="66"/>
                      </a:cxn>
                      <a:cxn ang="0">
                        <a:pos x="21" y="87"/>
                      </a:cxn>
                      <a:cxn ang="0">
                        <a:pos x="114" y="133"/>
                      </a:cxn>
                      <a:cxn ang="0">
                        <a:pos x="120" y="119"/>
                      </a:cxn>
                      <a:cxn ang="0">
                        <a:pos x="131" y="119"/>
                      </a:cxn>
                      <a:cxn ang="0">
                        <a:pos x="136" y="118"/>
                      </a:cxn>
                      <a:cxn ang="0">
                        <a:pos x="139" y="114"/>
                      </a:cxn>
                    </a:cxnLst>
                    <a:rect l="0" t="0" r="r" b="b"/>
                    <a:pathLst>
                      <a:path w="139" h="133">
                        <a:moveTo>
                          <a:pt x="139" y="114"/>
                        </a:moveTo>
                        <a:lnTo>
                          <a:pt x="137" y="114"/>
                        </a:lnTo>
                        <a:lnTo>
                          <a:pt x="135" y="113"/>
                        </a:lnTo>
                        <a:lnTo>
                          <a:pt x="132" y="110"/>
                        </a:lnTo>
                        <a:lnTo>
                          <a:pt x="132" y="102"/>
                        </a:lnTo>
                        <a:lnTo>
                          <a:pt x="127" y="102"/>
                        </a:lnTo>
                        <a:lnTo>
                          <a:pt x="125" y="98"/>
                        </a:lnTo>
                        <a:lnTo>
                          <a:pt x="127" y="94"/>
                        </a:lnTo>
                        <a:lnTo>
                          <a:pt x="129" y="91"/>
                        </a:lnTo>
                        <a:lnTo>
                          <a:pt x="127" y="84"/>
                        </a:lnTo>
                        <a:lnTo>
                          <a:pt x="124" y="83"/>
                        </a:lnTo>
                        <a:lnTo>
                          <a:pt x="121" y="79"/>
                        </a:lnTo>
                        <a:lnTo>
                          <a:pt x="118" y="77"/>
                        </a:lnTo>
                        <a:lnTo>
                          <a:pt x="117" y="77"/>
                        </a:lnTo>
                        <a:lnTo>
                          <a:pt x="107" y="70"/>
                        </a:lnTo>
                        <a:lnTo>
                          <a:pt x="105" y="70"/>
                        </a:lnTo>
                        <a:lnTo>
                          <a:pt x="103" y="72"/>
                        </a:lnTo>
                        <a:lnTo>
                          <a:pt x="99" y="69"/>
                        </a:lnTo>
                        <a:lnTo>
                          <a:pt x="101" y="68"/>
                        </a:lnTo>
                        <a:lnTo>
                          <a:pt x="99" y="66"/>
                        </a:lnTo>
                        <a:lnTo>
                          <a:pt x="101" y="64"/>
                        </a:lnTo>
                        <a:lnTo>
                          <a:pt x="98" y="61"/>
                        </a:lnTo>
                        <a:lnTo>
                          <a:pt x="97" y="60"/>
                        </a:lnTo>
                        <a:lnTo>
                          <a:pt x="94" y="58"/>
                        </a:lnTo>
                        <a:lnTo>
                          <a:pt x="93" y="57"/>
                        </a:lnTo>
                        <a:lnTo>
                          <a:pt x="91" y="57"/>
                        </a:lnTo>
                        <a:lnTo>
                          <a:pt x="91" y="54"/>
                        </a:lnTo>
                        <a:lnTo>
                          <a:pt x="91" y="53"/>
                        </a:lnTo>
                        <a:lnTo>
                          <a:pt x="91" y="51"/>
                        </a:lnTo>
                        <a:lnTo>
                          <a:pt x="91" y="50"/>
                        </a:lnTo>
                        <a:lnTo>
                          <a:pt x="91" y="45"/>
                        </a:lnTo>
                        <a:lnTo>
                          <a:pt x="94" y="43"/>
                        </a:lnTo>
                        <a:lnTo>
                          <a:pt x="94" y="39"/>
                        </a:lnTo>
                        <a:lnTo>
                          <a:pt x="95" y="39"/>
                        </a:lnTo>
                        <a:lnTo>
                          <a:pt x="98" y="38"/>
                        </a:lnTo>
                        <a:lnTo>
                          <a:pt x="98" y="32"/>
                        </a:lnTo>
                        <a:lnTo>
                          <a:pt x="97" y="32"/>
                        </a:lnTo>
                        <a:lnTo>
                          <a:pt x="97" y="28"/>
                        </a:lnTo>
                        <a:lnTo>
                          <a:pt x="98" y="28"/>
                        </a:lnTo>
                        <a:lnTo>
                          <a:pt x="101" y="27"/>
                        </a:lnTo>
                        <a:lnTo>
                          <a:pt x="101" y="27"/>
                        </a:lnTo>
                        <a:lnTo>
                          <a:pt x="101" y="26"/>
                        </a:lnTo>
                        <a:lnTo>
                          <a:pt x="98" y="24"/>
                        </a:lnTo>
                        <a:lnTo>
                          <a:pt x="95" y="26"/>
                        </a:lnTo>
                        <a:lnTo>
                          <a:pt x="93" y="24"/>
                        </a:lnTo>
                        <a:lnTo>
                          <a:pt x="88" y="22"/>
                        </a:lnTo>
                        <a:lnTo>
                          <a:pt x="86" y="22"/>
                        </a:lnTo>
                        <a:lnTo>
                          <a:pt x="83" y="20"/>
                        </a:lnTo>
                        <a:lnTo>
                          <a:pt x="82" y="16"/>
                        </a:lnTo>
                        <a:lnTo>
                          <a:pt x="80" y="15"/>
                        </a:lnTo>
                        <a:lnTo>
                          <a:pt x="79" y="13"/>
                        </a:lnTo>
                        <a:lnTo>
                          <a:pt x="78" y="11"/>
                        </a:lnTo>
                        <a:lnTo>
                          <a:pt x="78" y="8"/>
                        </a:lnTo>
                        <a:lnTo>
                          <a:pt x="76" y="5"/>
                        </a:lnTo>
                        <a:lnTo>
                          <a:pt x="74" y="5"/>
                        </a:lnTo>
                        <a:lnTo>
                          <a:pt x="69" y="5"/>
                        </a:lnTo>
                        <a:lnTo>
                          <a:pt x="68" y="5"/>
                        </a:lnTo>
                        <a:lnTo>
                          <a:pt x="68" y="3"/>
                        </a:lnTo>
                        <a:lnTo>
                          <a:pt x="65" y="1"/>
                        </a:lnTo>
                        <a:lnTo>
                          <a:pt x="61" y="1"/>
                        </a:lnTo>
                        <a:lnTo>
                          <a:pt x="57" y="0"/>
                        </a:lnTo>
                        <a:lnTo>
                          <a:pt x="52" y="0"/>
                        </a:lnTo>
                        <a:lnTo>
                          <a:pt x="50" y="1"/>
                        </a:lnTo>
                        <a:lnTo>
                          <a:pt x="46" y="1"/>
                        </a:lnTo>
                        <a:lnTo>
                          <a:pt x="42" y="5"/>
                        </a:lnTo>
                        <a:lnTo>
                          <a:pt x="44" y="5"/>
                        </a:lnTo>
                        <a:lnTo>
                          <a:pt x="41" y="8"/>
                        </a:lnTo>
                        <a:lnTo>
                          <a:pt x="40" y="8"/>
                        </a:lnTo>
                        <a:lnTo>
                          <a:pt x="37" y="11"/>
                        </a:lnTo>
                        <a:lnTo>
                          <a:pt x="31" y="12"/>
                        </a:lnTo>
                        <a:lnTo>
                          <a:pt x="29" y="16"/>
                        </a:lnTo>
                        <a:lnTo>
                          <a:pt x="29" y="22"/>
                        </a:lnTo>
                        <a:lnTo>
                          <a:pt x="31" y="27"/>
                        </a:lnTo>
                        <a:lnTo>
                          <a:pt x="31" y="31"/>
                        </a:lnTo>
                        <a:lnTo>
                          <a:pt x="29" y="37"/>
                        </a:lnTo>
                        <a:lnTo>
                          <a:pt x="30" y="38"/>
                        </a:lnTo>
                        <a:lnTo>
                          <a:pt x="30" y="42"/>
                        </a:lnTo>
                        <a:lnTo>
                          <a:pt x="27" y="46"/>
                        </a:lnTo>
                        <a:lnTo>
                          <a:pt x="26" y="47"/>
                        </a:lnTo>
                        <a:lnTo>
                          <a:pt x="0" y="66"/>
                        </a:lnTo>
                        <a:lnTo>
                          <a:pt x="0" y="66"/>
                        </a:lnTo>
                        <a:lnTo>
                          <a:pt x="0" y="66"/>
                        </a:lnTo>
                        <a:lnTo>
                          <a:pt x="8" y="84"/>
                        </a:lnTo>
                        <a:lnTo>
                          <a:pt x="21" y="87"/>
                        </a:lnTo>
                        <a:lnTo>
                          <a:pt x="87" y="132"/>
                        </a:lnTo>
                        <a:lnTo>
                          <a:pt x="114" y="133"/>
                        </a:lnTo>
                        <a:lnTo>
                          <a:pt x="117" y="126"/>
                        </a:lnTo>
                        <a:lnTo>
                          <a:pt x="120" y="119"/>
                        </a:lnTo>
                        <a:lnTo>
                          <a:pt x="127" y="117"/>
                        </a:lnTo>
                        <a:lnTo>
                          <a:pt x="131" y="119"/>
                        </a:lnTo>
                        <a:lnTo>
                          <a:pt x="135" y="118"/>
                        </a:lnTo>
                        <a:lnTo>
                          <a:pt x="136" y="118"/>
                        </a:lnTo>
                        <a:lnTo>
                          <a:pt x="137" y="115"/>
                        </a:lnTo>
                        <a:lnTo>
                          <a:pt x="139" y="114"/>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93" name="Freeform 854">
                    <a:extLst>
                      <a:ext uri="{FF2B5EF4-FFF2-40B4-BE49-F238E27FC236}">
                        <a16:creationId xmlns:a16="http://schemas.microsoft.com/office/drawing/2014/main" id="{A49D3784-E1EF-E144-C400-D17404C267E9}"/>
                      </a:ext>
                    </a:extLst>
                  </p:cNvPr>
                  <p:cNvSpPr>
                    <a:spLocks/>
                  </p:cNvSpPr>
                  <p:nvPr/>
                </p:nvSpPr>
                <p:spPr bwMode="auto">
                  <a:xfrm>
                    <a:off x="9837663" y="2580617"/>
                    <a:ext cx="22793" cy="20778"/>
                  </a:xfrm>
                  <a:custGeom>
                    <a:avLst/>
                    <a:gdLst/>
                    <a:ahLst/>
                    <a:cxnLst>
                      <a:cxn ang="0">
                        <a:pos x="0" y="16"/>
                      </a:cxn>
                      <a:cxn ang="0">
                        <a:pos x="3" y="9"/>
                      </a:cxn>
                      <a:cxn ang="0">
                        <a:pos x="6" y="2"/>
                      </a:cxn>
                      <a:cxn ang="0">
                        <a:pos x="13" y="0"/>
                      </a:cxn>
                      <a:cxn ang="0">
                        <a:pos x="17" y="2"/>
                      </a:cxn>
                      <a:cxn ang="0">
                        <a:pos x="21" y="1"/>
                      </a:cxn>
                      <a:cxn ang="0">
                        <a:pos x="22" y="1"/>
                      </a:cxn>
                      <a:cxn ang="0">
                        <a:pos x="22" y="2"/>
                      </a:cxn>
                      <a:cxn ang="0">
                        <a:pos x="23" y="8"/>
                      </a:cxn>
                      <a:cxn ang="0">
                        <a:pos x="15" y="11"/>
                      </a:cxn>
                      <a:cxn ang="0">
                        <a:pos x="21" y="13"/>
                      </a:cxn>
                      <a:cxn ang="0">
                        <a:pos x="21" y="12"/>
                      </a:cxn>
                      <a:cxn ang="0">
                        <a:pos x="22" y="15"/>
                      </a:cxn>
                      <a:cxn ang="0">
                        <a:pos x="22" y="17"/>
                      </a:cxn>
                      <a:cxn ang="0">
                        <a:pos x="23" y="19"/>
                      </a:cxn>
                      <a:cxn ang="0">
                        <a:pos x="23" y="19"/>
                      </a:cxn>
                      <a:cxn ang="0">
                        <a:pos x="22" y="19"/>
                      </a:cxn>
                      <a:cxn ang="0">
                        <a:pos x="25" y="21"/>
                      </a:cxn>
                      <a:cxn ang="0">
                        <a:pos x="15" y="25"/>
                      </a:cxn>
                      <a:cxn ang="0">
                        <a:pos x="15" y="20"/>
                      </a:cxn>
                      <a:cxn ang="0">
                        <a:pos x="2" y="16"/>
                      </a:cxn>
                      <a:cxn ang="0">
                        <a:pos x="0" y="16"/>
                      </a:cxn>
                    </a:cxnLst>
                    <a:rect l="0" t="0" r="r" b="b"/>
                    <a:pathLst>
                      <a:path w="25" h="25">
                        <a:moveTo>
                          <a:pt x="0" y="16"/>
                        </a:moveTo>
                        <a:lnTo>
                          <a:pt x="3" y="9"/>
                        </a:lnTo>
                        <a:lnTo>
                          <a:pt x="6" y="2"/>
                        </a:lnTo>
                        <a:lnTo>
                          <a:pt x="13" y="0"/>
                        </a:lnTo>
                        <a:lnTo>
                          <a:pt x="17" y="2"/>
                        </a:lnTo>
                        <a:lnTo>
                          <a:pt x="21" y="1"/>
                        </a:lnTo>
                        <a:lnTo>
                          <a:pt x="22" y="1"/>
                        </a:lnTo>
                        <a:lnTo>
                          <a:pt x="22" y="2"/>
                        </a:lnTo>
                        <a:lnTo>
                          <a:pt x="23" y="8"/>
                        </a:lnTo>
                        <a:lnTo>
                          <a:pt x="15" y="11"/>
                        </a:lnTo>
                        <a:lnTo>
                          <a:pt x="21" y="13"/>
                        </a:lnTo>
                        <a:lnTo>
                          <a:pt x="21" y="12"/>
                        </a:lnTo>
                        <a:lnTo>
                          <a:pt x="22" y="15"/>
                        </a:lnTo>
                        <a:lnTo>
                          <a:pt x="22" y="17"/>
                        </a:lnTo>
                        <a:lnTo>
                          <a:pt x="23" y="19"/>
                        </a:lnTo>
                        <a:lnTo>
                          <a:pt x="23" y="19"/>
                        </a:lnTo>
                        <a:lnTo>
                          <a:pt x="22" y="19"/>
                        </a:lnTo>
                        <a:lnTo>
                          <a:pt x="25" y="21"/>
                        </a:lnTo>
                        <a:lnTo>
                          <a:pt x="15" y="25"/>
                        </a:lnTo>
                        <a:lnTo>
                          <a:pt x="15" y="20"/>
                        </a:lnTo>
                        <a:lnTo>
                          <a:pt x="2" y="16"/>
                        </a:lnTo>
                        <a:lnTo>
                          <a:pt x="0" y="16"/>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94" name="Freeform 855">
                    <a:extLst>
                      <a:ext uri="{FF2B5EF4-FFF2-40B4-BE49-F238E27FC236}">
                        <a16:creationId xmlns:a16="http://schemas.microsoft.com/office/drawing/2014/main" id="{1BDF89C1-0577-D226-5854-9EB0510D7465}"/>
                      </a:ext>
                    </a:extLst>
                  </p:cNvPr>
                  <p:cNvSpPr>
                    <a:spLocks/>
                  </p:cNvSpPr>
                  <p:nvPr/>
                </p:nvSpPr>
                <p:spPr bwMode="auto">
                  <a:xfrm>
                    <a:off x="9837663" y="2580617"/>
                    <a:ext cx="22793" cy="20778"/>
                  </a:xfrm>
                  <a:custGeom>
                    <a:avLst/>
                    <a:gdLst/>
                    <a:ahLst/>
                    <a:cxnLst>
                      <a:cxn ang="0">
                        <a:pos x="0" y="16"/>
                      </a:cxn>
                      <a:cxn ang="0">
                        <a:pos x="3" y="9"/>
                      </a:cxn>
                      <a:cxn ang="0">
                        <a:pos x="6" y="2"/>
                      </a:cxn>
                      <a:cxn ang="0">
                        <a:pos x="13" y="0"/>
                      </a:cxn>
                      <a:cxn ang="0">
                        <a:pos x="17" y="2"/>
                      </a:cxn>
                      <a:cxn ang="0">
                        <a:pos x="21" y="1"/>
                      </a:cxn>
                      <a:cxn ang="0">
                        <a:pos x="22" y="1"/>
                      </a:cxn>
                      <a:cxn ang="0">
                        <a:pos x="22" y="2"/>
                      </a:cxn>
                      <a:cxn ang="0">
                        <a:pos x="23" y="8"/>
                      </a:cxn>
                      <a:cxn ang="0">
                        <a:pos x="15" y="11"/>
                      </a:cxn>
                      <a:cxn ang="0">
                        <a:pos x="21" y="13"/>
                      </a:cxn>
                      <a:cxn ang="0">
                        <a:pos x="21" y="12"/>
                      </a:cxn>
                      <a:cxn ang="0">
                        <a:pos x="22" y="15"/>
                      </a:cxn>
                      <a:cxn ang="0">
                        <a:pos x="22" y="17"/>
                      </a:cxn>
                      <a:cxn ang="0">
                        <a:pos x="23" y="19"/>
                      </a:cxn>
                      <a:cxn ang="0">
                        <a:pos x="23" y="19"/>
                      </a:cxn>
                      <a:cxn ang="0">
                        <a:pos x="22" y="19"/>
                      </a:cxn>
                      <a:cxn ang="0">
                        <a:pos x="25" y="21"/>
                      </a:cxn>
                      <a:cxn ang="0">
                        <a:pos x="15" y="25"/>
                      </a:cxn>
                      <a:cxn ang="0">
                        <a:pos x="15" y="20"/>
                      </a:cxn>
                      <a:cxn ang="0">
                        <a:pos x="2" y="16"/>
                      </a:cxn>
                      <a:cxn ang="0">
                        <a:pos x="0" y="16"/>
                      </a:cxn>
                    </a:cxnLst>
                    <a:rect l="0" t="0" r="r" b="b"/>
                    <a:pathLst>
                      <a:path w="25" h="25">
                        <a:moveTo>
                          <a:pt x="0" y="16"/>
                        </a:moveTo>
                        <a:lnTo>
                          <a:pt x="3" y="9"/>
                        </a:lnTo>
                        <a:lnTo>
                          <a:pt x="6" y="2"/>
                        </a:lnTo>
                        <a:lnTo>
                          <a:pt x="13" y="0"/>
                        </a:lnTo>
                        <a:lnTo>
                          <a:pt x="17" y="2"/>
                        </a:lnTo>
                        <a:lnTo>
                          <a:pt x="21" y="1"/>
                        </a:lnTo>
                        <a:lnTo>
                          <a:pt x="22" y="1"/>
                        </a:lnTo>
                        <a:lnTo>
                          <a:pt x="22" y="2"/>
                        </a:lnTo>
                        <a:lnTo>
                          <a:pt x="23" y="8"/>
                        </a:lnTo>
                        <a:lnTo>
                          <a:pt x="15" y="11"/>
                        </a:lnTo>
                        <a:lnTo>
                          <a:pt x="21" y="13"/>
                        </a:lnTo>
                        <a:lnTo>
                          <a:pt x="21" y="12"/>
                        </a:lnTo>
                        <a:lnTo>
                          <a:pt x="22" y="15"/>
                        </a:lnTo>
                        <a:lnTo>
                          <a:pt x="22" y="17"/>
                        </a:lnTo>
                        <a:lnTo>
                          <a:pt x="23" y="19"/>
                        </a:lnTo>
                        <a:lnTo>
                          <a:pt x="23" y="19"/>
                        </a:lnTo>
                        <a:lnTo>
                          <a:pt x="22" y="19"/>
                        </a:lnTo>
                        <a:lnTo>
                          <a:pt x="25" y="21"/>
                        </a:lnTo>
                        <a:lnTo>
                          <a:pt x="15" y="25"/>
                        </a:lnTo>
                        <a:lnTo>
                          <a:pt x="15" y="20"/>
                        </a:lnTo>
                        <a:lnTo>
                          <a:pt x="2" y="16"/>
                        </a:lnTo>
                        <a:lnTo>
                          <a:pt x="0" y="16"/>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95" name="Freeform 856">
                    <a:extLst>
                      <a:ext uri="{FF2B5EF4-FFF2-40B4-BE49-F238E27FC236}">
                        <a16:creationId xmlns:a16="http://schemas.microsoft.com/office/drawing/2014/main" id="{74169407-BFF0-2E67-FDC2-5E30E9E378F6}"/>
                      </a:ext>
                    </a:extLst>
                  </p:cNvPr>
                  <p:cNvSpPr>
                    <a:spLocks/>
                  </p:cNvSpPr>
                  <p:nvPr/>
                </p:nvSpPr>
                <p:spPr bwMode="auto">
                  <a:xfrm>
                    <a:off x="9649851" y="2509141"/>
                    <a:ext cx="28263" cy="14960"/>
                  </a:xfrm>
                  <a:custGeom>
                    <a:avLst/>
                    <a:gdLst/>
                    <a:ahLst/>
                    <a:cxnLst>
                      <a:cxn ang="0">
                        <a:pos x="4" y="18"/>
                      </a:cxn>
                      <a:cxn ang="0">
                        <a:pos x="1" y="15"/>
                      </a:cxn>
                      <a:cxn ang="0">
                        <a:pos x="0" y="12"/>
                      </a:cxn>
                      <a:cxn ang="0">
                        <a:pos x="0" y="10"/>
                      </a:cxn>
                      <a:cxn ang="0">
                        <a:pos x="1" y="10"/>
                      </a:cxn>
                      <a:cxn ang="0">
                        <a:pos x="2" y="7"/>
                      </a:cxn>
                      <a:cxn ang="0">
                        <a:pos x="5" y="8"/>
                      </a:cxn>
                      <a:cxn ang="0">
                        <a:pos x="8" y="8"/>
                      </a:cxn>
                      <a:cxn ang="0">
                        <a:pos x="8" y="6"/>
                      </a:cxn>
                      <a:cxn ang="0">
                        <a:pos x="8" y="4"/>
                      </a:cxn>
                      <a:cxn ang="0">
                        <a:pos x="11" y="4"/>
                      </a:cxn>
                      <a:cxn ang="0">
                        <a:pos x="13" y="6"/>
                      </a:cxn>
                      <a:cxn ang="0">
                        <a:pos x="17" y="6"/>
                      </a:cxn>
                      <a:cxn ang="0">
                        <a:pos x="24" y="3"/>
                      </a:cxn>
                      <a:cxn ang="0">
                        <a:pos x="28" y="0"/>
                      </a:cxn>
                      <a:cxn ang="0">
                        <a:pos x="30" y="0"/>
                      </a:cxn>
                      <a:cxn ang="0">
                        <a:pos x="31" y="0"/>
                      </a:cxn>
                      <a:cxn ang="0">
                        <a:pos x="30" y="1"/>
                      </a:cxn>
                      <a:cxn ang="0">
                        <a:pos x="26" y="4"/>
                      </a:cxn>
                      <a:cxn ang="0">
                        <a:pos x="23" y="7"/>
                      </a:cxn>
                      <a:cxn ang="0">
                        <a:pos x="24" y="10"/>
                      </a:cxn>
                      <a:cxn ang="0">
                        <a:pos x="24" y="12"/>
                      </a:cxn>
                      <a:cxn ang="0">
                        <a:pos x="20" y="12"/>
                      </a:cxn>
                      <a:cxn ang="0">
                        <a:pos x="17" y="14"/>
                      </a:cxn>
                      <a:cxn ang="0">
                        <a:pos x="15" y="16"/>
                      </a:cxn>
                      <a:cxn ang="0">
                        <a:pos x="12" y="16"/>
                      </a:cxn>
                      <a:cxn ang="0">
                        <a:pos x="11" y="18"/>
                      </a:cxn>
                      <a:cxn ang="0">
                        <a:pos x="8" y="18"/>
                      </a:cxn>
                      <a:cxn ang="0">
                        <a:pos x="4" y="18"/>
                      </a:cxn>
                    </a:cxnLst>
                    <a:rect l="0" t="0" r="r" b="b"/>
                    <a:pathLst>
                      <a:path w="31" h="18">
                        <a:moveTo>
                          <a:pt x="4" y="18"/>
                        </a:moveTo>
                        <a:lnTo>
                          <a:pt x="1" y="15"/>
                        </a:lnTo>
                        <a:lnTo>
                          <a:pt x="0" y="12"/>
                        </a:lnTo>
                        <a:lnTo>
                          <a:pt x="0" y="10"/>
                        </a:lnTo>
                        <a:lnTo>
                          <a:pt x="1" y="10"/>
                        </a:lnTo>
                        <a:lnTo>
                          <a:pt x="2" y="7"/>
                        </a:lnTo>
                        <a:lnTo>
                          <a:pt x="5" y="8"/>
                        </a:lnTo>
                        <a:lnTo>
                          <a:pt x="8" y="8"/>
                        </a:lnTo>
                        <a:lnTo>
                          <a:pt x="8" y="6"/>
                        </a:lnTo>
                        <a:lnTo>
                          <a:pt x="8" y="4"/>
                        </a:lnTo>
                        <a:lnTo>
                          <a:pt x="11" y="4"/>
                        </a:lnTo>
                        <a:lnTo>
                          <a:pt x="13" y="6"/>
                        </a:lnTo>
                        <a:lnTo>
                          <a:pt x="17" y="6"/>
                        </a:lnTo>
                        <a:lnTo>
                          <a:pt x="24" y="3"/>
                        </a:lnTo>
                        <a:lnTo>
                          <a:pt x="28" y="0"/>
                        </a:lnTo>
                        <a:lnTo>
                          <a:pt x="30" y="0"/>
                        </a:lnTo>
                        <a:lnTo>
                          <a:pt x="31" y="0"/>
                        </a:lnTo>
                        <a:lnTo>
                          <a:pt x="30" y="1"/>
                        </a:lnTo>
                        <a:lnTo>
                          <a:pt x="26" y="4"/>
                        </a:lnTo>
                        <a:lnTo>
                          <a:pt x="23" y="7"/>
                        </a:lnTo>
                        <a:lnTo>
                          <a:pt x="24" y="10"/>
                        </a:lnTo>
                        <a:lnTo>
                          <a:pt x="24" y="12"/>
                        </a:lnTo>
                        <a:lnTo>
                          <a:pt x="20" y="12"/>
                        </a:lnTo>
                        <a:lnTo>
                          <a:pt x="17" y="14"/>
                        </a:lnTo>
                        <a:lnTo>
                          <a:pt x="15" y="16"/>
                        </a:lnTo>
                        <a:lnTo>
                          <a:pt x="12" y="16"/>
                        </a:lnTo>
                        <a:lnTo>
                          <a:pt x="11" y="18"/>
                        </a:lnTo>
                        <a:lnTo>
                          <a:pt x="8" y="18"/>
                        </a:lnTo>
                        <a:lnTo>
                          <a:pt x="4" y="18"/>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96" name="Freeform 857">
                    <a:extLst>
                      <a:ext uri="{FF2B5EF4-FFF2-40B4-BE49-F238E27FC236}">
                        <a16:creationId xmlns:a16="http://schemas.microsoft.com/office/drawing/2014/main" id="{976B9A40-8506-AF19-6B49-0DDFCA2445E1}"/>
                      </a:ext>
                    </a:extLst>
                  </p:cNvPr>
                  <p:cNvSpPr>
                    <a:spLocks/>
                  </p:cNvSpPr>
                  <p:nvPr/>
                </p:nvSpPr>
                <p:spPr bwMode="auto">
                  <a:xfrm>
                    <a:off x="9649851" y="2509141"/>
                    <a:ext cx="28263" cy="14960"/>
                  </a:xfrm>
                  <a:custGeom>
                    <a:avLst/>
                    <a:gdLst/>
                    <a:ahLst/>
                    <a:cxnLst>
                      <a:cxn ang="0">
                        <a:pos x="4" y="18"/>
                      </a:cxn>
                      <a:cxn ang="0">
                        <a:pos x="1" y="15"/>
                      </a:cxn>
                      <a:cxn ang="0">
                        <a:pos x="0" y="12"/>
                      </a:cxn>
                      <a:cxn ang="0">
                        <a:pos x="0" y="10"/>
                      </a:cxn>
                      <a:cxn ang="0">
                        <a:pos x="1" y="10"/>
                      </a:cxn>
                      <a:cxn ang="0">
                        <a:pos x="2" y="7"/>
                      </a:cxn>
                      <a:cxn ang="0">
                        <a:pos x="5" y="8"/>
                      </a:cxn>
                      <a:cxn ang="0">
                        <a:pos x="8" y="8"/>
                      </a:cxn>
                      <a:cxn ang="0">
                        <a:pos x="8" y="6"/>
                      </a:cxn>
                      <a:cxn ang="0">
                        <a:pos x="8" y="4"/>
                      </a:cxn>
                      <a:cxn ang="0">
                        <a:pos x="11" y="4"/>
                      </a:cxn>
                      <a:cxn ang="0">
                        <a:pos x="13" y="6"/>
                      </a:cxn>
                      <a:cxn ang="0">
                        <a:pos x="17" y="6"/>
                      </a:cxn>
                      <a:cxn ang="0">
                        <a:pos x="24" y="3"/>
                      </a:cxn>
                      <a:cxn ang="0">
                        <a:pos x="28" y="0"/>
                      </a:cxn>
                      <a:cxn ang="0">
                        <a:pos x="30" y="0"/>
                      </a:cxn>
                      <a:cxn ang="0">
                        <a:pos x="31" y="0"/>
                      </a:cxn>
                      <a:cxn ang="0">
                        <a:pos x="30" y="1"/>
                      </a:cxn>
                      <a:cxn ang="0">
                        <a:pos x="26" y="4"/>
                      </a:cxn>
                      <a:cxn ang="0">
                        <a:pos x="23" y="7"/>
                      </a:cxn>
                      <a:cxn ang="0">
                        <a:pos x="24" y="10"/>
                      </a:cxn>
                      <a:cxn ang="0">
                        <a:pos x="24" y="12"/>
                      </a:cxn>
                      <a:cxn ang="0">
                        <a:pos x="20" y="12"/>
                      </a:cxn>
                      <a:cxn ang="0">
                        <a:pos x="17" y="14"/>
                      </a:cxn>
                      <a:cxn ang="0">
                        <a:pos x="15" y="16"/>
                      </a:cxn>
                      <a:cxn ang="0">
                        <a:pos x="12" y="16"/>
                      </a:cxn>
                      <a:cxn ang="0">
                        <a:pos x="11" y="18"/>
                      </a:cxn>
                      <a:cxn ang="0">
                        <a:pos x="8" y="18"/>
                      </a:cxn>
                      <a:cxn ang="0">
                        <a:pos x="4" y="18"/>
                      </a:cxn>
                    </a:cxnLst>
                    <a:rect l="0" t="0" r="r" b="b"/>
                    <a:pathLst>
                      <a:path w="31" h="18">
                        <a:moveTo>
                          <a:pt x="4" y="18"/>
                        </a:moveTo>
                        <a:lnTo>
                          <a:pt x="1" y="15"/>
                        </a:lnTo>
                        <a:lnTo>
                          <a:pt x="0" y="12"/>
                        </a:lnTo>
                        <a:lnTo>
                          <a:pt x="0" y="10"/>
                        </a:lnTo>
                        <a:lnTo>
                          <a:pt x="1" y="10"/>
                        </a:lnTo>
                        <a:lnTo>
                          <a:pt x="2" y="7"/>
                        </a:lnTo>
                        <a:lnTo>
                          <a:pt x="5" y="8"/>
                        </a:lnTo>
                        <a:lnTo>
                          <a:pt x="8" y="8"/>
                        </a:lnTo>
                        <a:lnTo>
                          <a:pt x="8" y="6"/>
                        </a:lnTo>
                        <a:lnTo>
                          <a:pt x="8" y="4"/>
                        </a:lnTo>
                        <a:lnTo>
                          <a:pt x="11" y="4"/>
                        </a:lnTo>
                        <a:lnTo>
                          <a:pt x="13" y="6"/>
                        </a:lnTo>
                        <a:lnTo>
                          <a:pt x="17" y="6"/>
                        </a:lnTo>
                        <a:lnTo>
                          <a:pt x="24" y="3"/>
                        </a:lnTo>
                        <a:lnTo>
                          <a:pt x="28" y="0"/>
                        </a:lnTo>
                        <a:lnTo>
                          <a:pt x="30" y="0"/>
                        </a:lnTo>
                        <a:lnTo>
                          <a:pt x="31" y="0"/>
                        </a:lnTo>
                        <a:lnTo>
                          <a:pt x="30" y="1"/>
                        </a:lnTo>
                        <a:lnTo>
                          <a:pt x="26" y="4"/>
                        </a:lnTo>
                        <a:lnTo>
                          <a:pt x="23" y="7"/>
                        </a:lnTo>
                        <a:lnTo>
                          <a:pt x="24" y="10"/>
                        </a:lnTo>
                        <a:lnTo>
                          <a:pt x="24" y="12"/>
                        </a:lnTo>
                        <a:lnTo>
                          <a:pt x="20" y="12"/>
                        </a:lnTo>
                        <a:lnTo>
                          <a:pt x="17" y="14"/>
                        </a:lnTo>
                        <a:lnTo>
                          <a:pt x="15" y="16"/>
                        </a:lnTo>
                        <a:lnTo>
                          <a:pt x="12" y="16"/>
                        </a:lnTo>
                        <a:lnTo>
                          <a:pt x="11" y="18"/>
                        </a:lnTo>
                        <a:lnTo>
                          <a:pt x="8" y="18"/>
                        </a:lnTo>
                        <a:lnTo>
                          <a:pt x="4" y="18"/>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97" name="Freeform 858">
                    <a:extLst>
                      <a:ext uri="{FF2B5EF4-FFF2-40B4-BE49-F238E27FC236}">
                        <a16:creationId xmlns:a16="http://schemas.microsoft.com/office/drawing/2014/main" id="{5CE51957-66A8-6DEF-3F0A-D777E02B0DBE}"/>
                      </a:ext>
                    </a:extLst>
                  </p:cNvPr>
                  <p:cNvSpPr>
                    <a:spLocks/>
                  </p:cNvSpPr>
                  <p:nvPr/>
                </p:nvSpPr>
                <p:spPr bwMode="auto">
                  <a:xfrm>
                    <a:off x="9691790" y="2486700"/>
                    <a:ext cx="82054" cy="66490"/>
                  </a:xfrm>
                  <a:custGeom>
                    <a:avLst/>
                    <a:gdLst/>
                    <a:ahLst/>
                    <a:cxnLst>
                      <a:cxn ang="0">
                        <a:pos x="72" y="43"/>
                      </a:cxn>
                      <a:cxn ang="0">
                        <a:pos x="76" y="38"/>
                      </a:cxn>
                      <a:cxn ang="0">
                        <a:pos x="75" y="33"/>
                      </a:cxn>
                      <a:cxn ang="0">
                        <a:pos x="77" y="23"/>
                      </a:cxn>
                      <a:cxn ang="0">
                        <a:pos x="75" y="12"/>
                      </a:cxn>
                      <a:cxn ang="0">
                        <a:pos x="83" y="7"/>
                      </a:cxn>
                      <a:cxn ang="0">
                        <a:pos x="87" y="4"/>
                      </a:cxn>
                      <a:cxn ang="0">
                        <a:pos x="87" y="0"/>
                      </a:cxn>
                      <a:cxn ang="0">
                        <a:pos x="77" y="1"/>
                      </a:cxn>
                      <a:cxn ang="0">
                        <a:pos x="68" y="3"/>
                      </a:cxn>
                      <a:cxn ang="0">
                        <a:pos x="60" y="4"/>
                      </a:cxn>
                      <a:cxn ang="0">
                        <a:pos x="53" y="7"/>
                      </a:cxn>
                      <a:cxn ang="0">
                        <a:pos x="46" y="8"/>
                      </a:cxn>
                      <a:cxn ang="0">
                        <a:pos x="41" y="5"/>
                      </a:cxn>
                      <a:cxn ang="0">
                        <a:pos x="30" y="5"/>
                      </a:cxn>
                      <a:cxn ang="0">
                        <a:pos x="27" y="7"/>
                      </a:cxn>
                      <a:cxn ang="0">
                        <a:pos x="18" y="9"/>
                      </a:cxn>
                      <a:cxn ang="0">
                        <a:pos x="12" y="11"/>
                      </a:cxn>
                      <a:cxn ang="0">
                        <a:pos x="11" y="18"/>
                      </a:cxn>
                      <a:cxn ang="0">
                        <a:pos x="8" y="22"/>
                      </a:cxn>
                      <a:cxn ang="0">
                        <a:pos x="3" y="22"/>
                      </a:cxn>
                      <a:cxn ang="0">
                        <a:pos x="0" y="22"/>
                      </a:cxn>
                      <a:cxn ang="0">
                        <a:pos x="3" y="31"/>
                      </a:cxn>
                      <a:cxn ang="0">
                        <a:pos x="3" y="38"/>
                      </a:cxn>
                      <a:cxn ang="0">
                        <a:pos x="9" y="43"/>
                      </a:cxn>
                      <a:cxn ang="0">
                        <a:pos x="12" y="47"/>
                      </a:cxn>
                      <a:cxn ang="0">
                        <a:pos x="14" y="54"/>
                      </a:cxn>
                      <a:cxn ang="0">
                        <a:pos x="11" y="56"/>
                      </a:cxn>
                      <a:cxn ang="0">
                        <a:pos x="7" y="60"/>
                      </a:cxn>
                      <a:cxn ang="0">
                        <a:pos x="4" y="64"/>
                      </a:cxn>
                      <a:cxn ang="0">
                        <a:pos x="7" y="66"/>
                      </a:cxn>
                      <a:cxn ang="0">
                        <a:pos x="7" y="75"/>
                      </a:cxn>
                      <a:cxn ang="0">
                        <a:pos x="12" y="76"/>
                      </a:cxn>
                      <a:cxn ang="0">
                        <a:pos x="16" y="79"/>
                      </a:cxn>
                      <a:cxn ang="0">
                        <a:pos x="46" y="62"/>
                      </a:cxn>
                    </a:cxnLst>
                    <a:rect l="0" t="0" r="r" b="b"/>
                    <a:pathLst>
                      <a:path w="90" h="80">
                        <a:moveTo>
                          <a:pt x="46" y="62"/>
                        </a:moveTo>
                        <a:lnTo>
                          <a:pt x="72" y="43"/>
                        </a:lnTo>
                        <a:lnTo>
                          <a:pt x="73" y="42"/>
                        </a:lnTo>
                        <a:lnTo>
                          <a:pt x="76" y="38"/>
                        </a:lnTo>
                        <a:lnTo>
                          <a:pt x="76" y="34"/>
                        </a:lnTo>
                        <a:lnTo>
                          <a:pt x="75" y="33"/>
                        </a:lnTo>
                        <a:lnTo>
                          <a:pt x="77" y="27"/>
                        </a:lnTo>
                        <a:lnTo>
                          <a:pt x="77" y="23"/>
                        </a:lnTo>
                        <a:lnTo>
                          <a:pt x="75" y="18"/>
                        </a:lnTo>
                        <a:lnTo>
                          <a:pt x="75" y="12"/>
                        </a:lnTo>
                        <a:lnTo>
                          <a:pt x="77" y="8"/>
                        </a:lnTo>
                        <a:lnTo>
                          <a:pt x="83" y="7"/>
                        </a:lnTo>
                        <a:lnTo>
                          <a:pt x="86" y="4"/>
                        </a:lnTo>
                        <a:lnTo>
                          <a:pt x="87" y="4"/>
                        </a:lnTo>
                        <a:lnTo>
                          <a:pt x="90" y="1"/>
                        </a:lnTo>
                        <a:lnTo>
                          <a:pt x="87" y="0"/>
                        </a:lnTo>
                        <a:lnTo>
                          <a:pt x="83" y="0"/>
                        </a:lnTo>
                        <a:lnTo>
                          <a:pt x="77" y="1"/>
                        </a:lnTo>
                        <a:lnTo>
                          <a:pt x="71" y="1"/>
                        </a:lnTo>
                        <a:lnTo>
                          <a:pt x="68" y="3"/>
                        </a:lnTo>
                        <a:lnTo>
                          <a:pt x="64" y="3"/>
                        </a:lnTo>
                        <a:lnTo>
                          <a:pt x="60" y="4"/>
                        </a:lnTo>
                        <a:lnTo>
                          <a:pt x="57" y="5"/>
                        </a:lnTo>
                        <a:lnTo>
                          <a:pt x="53" y="7"/>
                        </a:lnTo>
                        <a:lnTo>
                          <a:pt x="53" y="8"/>
                        </a:lnTo>
                        <a:lnTo>
                          <a:pt x="46" y="8"/>
                        </a:lnTo>
                        <a:lnTo>
                          <a:pt x="42" y="7"/>
                        </a:lnTo>
                        <a:lnTo>
                          <a:pt x="41" y="5"/>
                        </a:lnTo>
                        <a:lnTo>
                          <a:pt x="38" y="5"/>
                        </a:lnTo>
                        <a:lnTo>
                          <a:pt x="30" y="5"/>
                        </a:lnTo>
                        <a:lnTo>
                          <a:pt x="29" y="7"/>
                        </a:lnTo>
                        <a:lnTo>
                          <a:pt x="27" y="7"/>
                        </a:lnTo>
                        <a:lnTo>
                          <a:pt x="19" y="9"/>
                        </a:lnTo>
                        <a:lnTo>
                          <a:pt x="18" y="9"/>
                        </a:lnTo>
                        <a:lnTo>
                          <a:pt x="14" y="8"/>
                        </a:lnTo>
                        <a:lnTo>
                          <a:pt x="12" y="11"/>
                        </a:lnTo>
                        <a:lnTo>
                          <a:pt x="12" y="16"/>
                        </a:lnTo>
                        <a:lnTo>
                          <a:pt x="11" y="18"/>
                        </a:lnTo>
                        <a:lnTo>
                          <a:pt x="11" y="20"/>
                        </a:lnTo>
                        <a:lnTo>
                          <a:pt x="8" y="22"/>
                        </a:lnTo>
                        <a:lnTo>
                          <a:pt x="5" y="22"/>
                        </a:lnTo>
                        <a:lnTo>
                          <a:pt x="3" y="22"/>
                        </a:lnTo>
                        <a:lnTo>
                          <a:pt x="1" y="22"/>
                        </a:lnTo>
                        <a:lnTo>
                          <a:pt x="0" y="22"/>
                        </a:lnTo>
                        <a:lnTo>
                          <a:pt x="1" y="27"/>
                        </a:lnTo>
                        <a:lnTo>
                          <a:pt x="3" y="31"/>
                        </a:lnTo>
                        <a:lnTo>
                          <a:pt x="4" y="35"/>
                        </a:lnTo>
                        <a:lnTo>
                          <a:pt x="3" y="38"/>
                        </a:lnTo>
                        <a:lnTo>
                          <a:pt x="3" y="43"/>
                        </a:lnTo>
                        <a:lnTo>
                          <a:pt x="9" y="43"/>
                        </a:lnTo>
                        <a:lnTo>
                          <a:pt x="11" y="47"/>
                        </a:lnTo>
                        <a:lnTo>
                          <a:pt x="12" y="47"/>
                        </a:lnTo>
                        <a:lnTo>
                          <a:pt x="12" y="52"/>
                        </a:lnTo>
                        <a:lnTo>
                          <a:pt x="14" y="54"/>
                        </a:lnTo>
                        <a:lnTo>
                          <a:pt x="12" y="56"/>
                        </a:lnTo>
                        <a:lnTo>
                          <a:pt x="11" y="56"/>
                        </a:lnTo>
                        <a:lnTo>
                          <a:pt x="8" y="57"/>
                        </a:lnTo>
                        <a:lnTo>
                          <a:pt x="7" y="60"/>
                        </a:lnTo>
                        <a:lnTo>
                          <a:pt x="4" y="64"/>
                        </a:lnTo>
                        <a:lnTo>
                          <a:pt x="4" y="64"/>
                        </a:lnTo>
                        <a:lnTo>
                          <a:pt x="5" y="65"/>
                        </a:lnTo>
                        <a:lnTo>
                          <a:pt x="7" y="66"/>
                        </a:lnTo>
                        <a:lnTo>
                          <a:pt x="7" y="72"/>
                        </a:lnTo>
                        <a:lnTo>
                          <a:pt x="7" y="75"/>
                        </a:lnTo>
                        <a:lnTo>
                          <a:pt x="8" y="75"/>
                        </a:lnTo>
                        <a:lnTo>
                          <a:pt x="12" y="76"/>
                        </a:lnTo>
                        <a:lnTo>
                          <a:pt x="15" y="79"/>
                        </a:lnTo>
                        <a:lnTo>
                          <a:pt x="16" y="79"/>
                        </a:lnTo>
                        <a:lnTo>
                          <a:pt x="19" y="80"/>
                        </a:lnTo>
                        <a:lnTo>
                          <a:pt x="46" y="62"/>
                        </a:lnTo>
                        <a:lnTo>
                          <a:pt x="46" y="62"/>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98" name="Freeform 859">
                    <a:extLst>
                      <a:ext uri="{FF2B5EF4-FFF2-40B4-BE49-F238E27FC236}">
                        <a16:creationId xmlns:a16="http://schemas.microsoft.com/office/drawing/2014/main" id="{6A816E62-59C4-C310-BD3B-31EBA62299CD}"/>
                      </a:ext>
                    </a:extLst>
                  </p:cNvPr>
                  <p:cNvSpPr>
                    <a:spLocks/>
                  </p:cNvSpPr>
                  <p:nvPr/>
                </p:nvSpPr>
                <p:spPr bwMode="auto">
                  <a:xfrm>
                    <a:off x="9691790" y="2486700"/>
                    <a:ext cx="82054" cy="66490"/>
                  </a:xfrm>
                  <a:custGeom>
                    <a:avLst/>
                    <a:gdLst/>
                    <a:ahLst/>
                    <a:cxnLst>
                      <a:cxn ang="0">
                        <a:pos x="72" y="43"/>
                      </a:cxn>
                      <a:cxn ang="0">
                        <a:pos x="76" y="38"/>
                      </a:cxn>
                      <a:cxn ang="0">
                        <a:pos x="75" y="33"/>
                      </a:cxn>
                      <a:cxn ang="0">
                        <a:pos x="77" y="23"/>
                      </a:cxn>
                      <a:cxn ang="0">
                        <a:pos x="75" y="12"/>
                      </a:cxn>
                      <a:cxn ang="0">
                        <a:pos x="83" y="7"/>
                      </a:cxn>
                      <a:cxn ang="0">
                        <a:pos x="87" y="4"/>
                      </a:cxn>
                      <a:cxn ang="0">
                        <a:pos x="87" y="0"/>
                      </a:cxn>
                      <a:cxn ang="0">
                        <a:pos x="77" y="1"/>
                      </a:cxn>
                      <a:cxn ang="0">
                        <a:pos x="68" y="3"/>
                      </a:cxn>
                      <a:cxn ang="0">
                        <a:pos x="60" y="4"/>
                      </a:cxn>
                      <a:cxn ang="0">
                        <a:pos x="53" y="7"/>
                      </a:cxn>
                      <a:cxn ang="0">
                        <a:pos x="46" y="8"/>
                      </a:cxn>
                      <a:cxn ang="0">
                        <a:pos x="41" y="5"/>
                      </a:cxn>
                      <a:cxn ang="0">
                        <a:pos x="30" y="5"/>
                      </a:cxn>
                      <a:cxn ang="0">
                        <a:pos x="27" y="7"/>
                      </a:cxn>
                      <a:cxn ang="0">
                        <a:pos x="18" y="9"/>
                      </a:cxn>
                      <a:cxn ang="0">
                        <a:pos x="12" y="11"/>
                      </a:cxn>
                      <a:cxn ang="0">
                        <a:pos x="11" y="18"/>
                      </a:cxn>
                      <a:cxn ang="0">
                        <a:pos x="8" y="22"/>
                      </a:cxn>
                      <a:cxn ang="0">
                        <a:pos x="3" y="22"/>
                      </a:cxn>
                      <a:cxn ang="0">
                        <a:pos x="0" y="22"/>
                      </a:cxn>
                      <a:cxn ang="0">
                        <a:pos x="3" y="31"/>
                      </a:cxn>
                      <a:cxn ang="0">
                        <a:pos x="3" y="38"/>
                      </a:cxn>
                      <a:cxn ang="0">
                        <a:pos x="9" y="43"/>
                      </a:cxn>
                      <a:cxn ang="0">
                        <a:pos x="12" y="47"/>
                      </a:cxn>
                      <a:cxn ang="0">
                        <a:pos x="14" y="54"/>
                      </a:cxn>
                      <a:cxn ang="0">
                        <a:pos x="11" y="56"/>
                      </a:cxn>
                      <a:cxn ang="0">
                        <a:pos x="7" y="60"/>
                      </a:cxn>
                      <a:cxn ang="0">
                        <a:pos x="4" y="64"/>
                      </a:cxn>
                      <a:cxn ang="0">
                        <a:pos x="7" y="66"/>
                      </a:cxn>
                      <a:cxn ang="0">
                        <a:pos x="7" y="75"/>
                      </a:cxn>
                      <a:cxn ang="0">
                        <a:pos x="12" y="76"/>
                      </a:cxn>
                      <a:cxn ang="0">
                        <a:pos x="16" y="79"/>
                      </a:cxn>
                      <a:cxn ang="0">
                        <a:pos x="46" y="62"/>
                      </a:cxn>
                    </a:cxnLst>
                    <a:rect l="0" t="0" r="r" b="b"/>
                    <a:pathLst>
                      <a:path w="90" h="80">
                        <a:moveTo>
                          <a:pt x="46" y="62"/>
                        </a:moveTo>
                        <a:lnTo>
                          <a:pt x="72" y="43"/>
                        </a:lnTo>
                        <a:lnTo>
                          <a:pt x="73" y="42"/>
                        </a:lnTo>
                        <a:lnTo>
                          <a:pt x="76" y="38"/>
                        </a:lnTo>
                        <a:lnTo>
                          <a:pt x="76" y="34"/>
                        </a:lnTo>
                        <a:lnTo>
                          <a:pt x="75" y="33"/>
                        </a:lnTo>
                        <a:lnTo>
                          <a:pt x="77" y="27"/>
                        </a:lnTo>
                        <a:lnTo>
                          <a:pt x="77" y="23"/>
                        </a:lnTo>
                        <a:lnTo>
                          <a:pt x="75" y="18"/>
                        </a:lnTo>
                        <a:lnTo>
                          <a:pt x="75" y="12"/>
                        </a:lnTo>
                        <a:lnTo>
                          <a:pt x="77" y="8"/>
                        </a:lnTo>
                        <a:lnTo>
                          <a:pt x="83" y="7"/>
                        </a:lnTo>
                        <a:lnTo>
                          <a:pt x="86" y="4"/>
                        </a:lnTo>
                        <a:lnTo>
                          <a:pt x="87" y="4"/>
                        </a:lnTo>
                        <a:lnTo>
                          <a:pt x="90" y="1"/>
                        </a:lnTo>
                        <a:lnTo>
                          <a:pt x="87" y="0"/>
                        </a:lnTo>
                        <a:lnTo>
                          <a:pt x="83" y="0"/>
                        </a:lnTo>
                        <a:lnTo>
                          <a:pt x="77" y="1"/>
                        </a:lnTo>
                        <a:lnTo>
                          <a:pt x="71" y="1"/>
                        </a:lnTo>
                        <a:lnTo>
                          <a:pt x="68" y="3"/>
                        </a:lnTo>
                        <a:lnTo>
                          <a:pt x="64" y="3"/>
                        </a:lnTo>
                        <a:lnTo>
                          <a:pt x="60" y="4"/>
                        </a:lnTo>
                        <a:lnTo>
                          <a:pt x="57" y="5"/>
                        </a:lnTo>
                        <a:lnTo>
                          <a:pt x="53" y="7"/>
                        </a:lnTo>
                        <a:lnTo>
                          <a:pt x="53" y="8"/>
                        </a:lnTo>
                        <a:lnTo>
                          <a:pt x="46" y="8"/>
                        </a:lnTo>
                        <a:lnTo>
                          <a:pt x="42" y="7"/>
                        </a:lnTo>
                        <a:lnTo>
                          <a:pt x="41" y="5"/>
                        </a:lnTo>
                        <a:lnTo>
                          <a:pt x="38" y="5"/>
                        </a:lnTo>
                        <a:lnTo>
                          <a:pt x="30" y="5"/>
                        </a:lnTo>
                        <a:lnTo>
                          <a:pt x="29" y="7"/>
                        </a:lnTo>
                        <a:lnTo>
                          <a:pt x="27" y="7"/>
                        </a:lnTo>
                        <a:lnTo>
                          <a:pt x="19" y="9"/>
                        </a:lnTo>
                        <a:lnTo>
                          <a:pt x="18" y="9"/>
                        </a:lnTo>
                        <a:lnTo>
                          <a:pt x="14" y="8"/>
                        </a:lnTo>
                        <a:lnTo>
                          <a:pt x="12" y="11"/>
                        </a:lnTo>
                        <a:lnTo>
                          <a:pt x="12" y="16"/>
                        </a:lnTo>
                        <a:lnTo>
                          <a:pt x="11" y="18"/>
                        </a:lnTo>
                        <a:lnTo>
                          <a:pt x="11" y="20"/>
                        </a:lnTo>
                        <a:lnTo>
                          <a:pt x="8" y="22"/>
                        </a:lnTo>
                        <a:lnTo>
                          <a:pt x="5" y="22"/>
                        </a:lnTo>
                        <a:lnTo>
                          <a:pt x="3" y="22"/>
                        </a:lnTo>
                        <a:lnTo>
                          <a:pt x="1" y="22"/>
                        </a:lnTo>
                        <a:lnTo>
                          <a:pt x="0" y="22"/>
                        </a:lnTo>
                        <a:lnTo>
                          <a:pt x="1" y="27"/>
                        </a:lnTo>
                        <a:lnTo>
                          <a:pt x="3" y="31"/>
                        </a:lnTo>
                        <a:lnTo>
                          <a:pt x="4" y="35"/>
                        </a:lnTo>
                        <a:lnTo>
                          <a:pt x="3" y="38"/>
                        </a:lnTo>
                        <a:lnTo>
                          <a:pt x="3" y="43"/>
                        </a:lnTo>
                        <a:lnTo>
                          <a:pt x="9" y="43"/>
                        </a:lnTo>
                        <a:lnTo>
                          <a:pt x="11" y="47"/>
                        </a:lnTo>
                        <a:lnTo>
                          <a:pt x="12" y="47"/>
                        </a:lnTo>
                        <a:lnTo>
                          <a:pt x="12" y="52"/>
                        </a:lnTo>
                        <a:lnTo>
                          <a:pt x="14" y="54"/>
                        </a:lnTo>
                        <a:lnTo>
                          <a:pt x="12" y="56"/>
                        </a:lnTo>
                        <a:lnTo>
                          <a:pt x="11" y="56"/>
                        </a:lnTo>
                        <a:lnTo>
                          <a:pt x="8" y="57"/>
                        </a:lnTo>
                        <a:lnTo>
                          <a:pt x="7" y="60"/>
                        </a:lnTo>
                        <a:lnTo>
                          <a:pt x="4" y="64"/>
                        </a:lnTo>
                        <a:lnTo>
                          <a:pt x="4" y="64"/>
                        </a:lnTo>
                        <a:lnTo>
                          <a:pt x="5" y="65"/>
                        </a:lnTo>
                        <a:lnTo>
                          <a:pt x="7" y="66"/>
                        </a:lnTo>
                        <a:lnTo>
                          <a:pt x="7" y="72"/>
                        </a:lnTo>
                        <a:lnTo>
                          <a:pt x="7" y="75"/>
                        </a:lnTo>
                        <a:lnTo>
                          <a:pt x="8" y="75"/>
                        </a:lnTo>
                        <a:lnTo>
                          <a:pt x="12" y="76"/>
                        </a:lnTo>
                        <a:lnTo>
                          <a:pt x="15" y="79"/>
                        </a:lnTo>
                        <a:lnTo>
                          <a:pt x="16" y="79"/>
                        </a:lnTo>
                        <a:lnTo>
                          <a:pt x="19" y="80"/>
                        </a:lnTo>
                        <a:lnTo>
                          <a:pt x="46" y="62"/>
                        </a:lnTo>
                        <a:lnTo>
                          <a:pt x="46" y="62"/>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99" name="Freeform 860">
                    <a:extLst>
                      <a:ext uri="{FF2B5EF4-FFF2-40B4-BE49-F238E27FC236}">
                        <a16:creationId xmlns:a16="http://schemas.microsoft.com/office/drawing/2014/main" id="{B9B77EF5-02CC-0D6F-EDC5-5C6DB5045CC6}"/>
                      </a:ext>
                    </a:extLst>
                  </p:cNvPr>
                  <p:cNvSpPr>
                    <a:spLocks/>
                  </p:cNvSpPr>
                  <p:nvPr/>
                </p:nvSpPr>
                <p:spPr bwMode="auto">
                  <a:xfrm>
                    <a:off x="9675379" y="2539892"/>
                    <a:ext cx="20057" cy="51529"/>
                  </a:xfrm>
                  <a:custGeom>
                    <a:avLst/>
                    <a:gdLst/>
                    <a:ahLst/>
                    <a:cxnLst>
                      <a:cxn ang="0">
                        <a:pos x="14" y="62"/>
                      </a:cxn>
                      <a:cxn ang="0">
                        <a:pos x="15" y="60"/>
                      </a:cxn>
                      <a:cxn ang="0">
                        <a:pos x="15" y="60"/>
                      </a:cxn>
                      <a:cxn ang="0">
                        <a:pos x="15" y="57"/>
                      </a:cxn>
                      <a:cxn ang="0">
                        <a:pos x="17" y="55"/>
                      </a:cxn>
                      <a:cxn ang="0">
                        <a:pos x="17" y="53"/>
                      </a:cxn>
                      <a:cxn ang="0">
                        <a:pos x="18" y="49"/>
                      </a:cxn>
                      <a:cxn ang="0">
                        <a:pos x="18" y="45"/>
                      </a:cxn>
                      <a:cxn ang="0">
                        <a:pos x="19" y="45"/>
                      </a:cxn>
                      <a:cxn ang="0">
                        <a:pos x="19" y="42"/>
                      </a:cxn>
                      <a:cxn ang="0">
                        <a:pos x="19" y="38"/>
                      </a:cxn>
                      <a:cxn ang="0">
                        <a:pos x="19" y="36"/>
                      </a:cxn>
                      <a:cxn ang="0">
                        <a:pos x="19" y="30"/>
                      </a:cxn>
                      <a:cxn ang="0">
                        <a:pos x="19" y="30"/>
                      </a:cxn>
                      <a:cxn ang="0">
                        <a:pos x="17" y="30"/>
                      </a:cxn>
                      <a:cxn ang="0">
                        <a:pos x="15" y="31"/>
                      </a:cxn>
                      <a:cxn ang="0">
                        <a:pos x="14" y="30"/>
                      </a:cxn>
                      <a:cxn ang="0">
                        <a:pos x="14" y="26"/>
                      </a:cxn>
                      <a:cxn ang="0">
                        <a:pos x="14" y="19"/>
                      </a:cxn>
                      <a:cxn ang="0">
                        <a:pos x="14" y="17"/>
                      </a:cxn>
                      <a:cxn ang="0">
                        <a:pos x="14" y="13"/>
                      </a:cxn>
                      <a:cxn ang="0">
                        <a:pos x="18" y="13"/>
                      </a:cxn>
                      <a:cxn ang="0">
                        <a:pos x="18" y="16"/>
                      </a:cxn>
                      <a:cxn ang="0">
                        <a:pos x="19" y="16"/>
                      </a:cxn>
                      <a:cxn ang="0">
                        <a:pos x="21" y="15"/>
                      </a:cxn>
                      <a:cxn ang="0">
                        <a:pos x="21" y="13"/>
                      </a:cxn>
                      <a:cxn ang="0">
                        <a:pos x="21" y="13"/>
                      </a:cxn>
                      <a:cxn ang="0">
                        <a:pos x="21" y="12"/>
                      </a:cxn>
                      <a:cxn ang="0">
                        <a:pos x="19" y="9"/>
                      </a:cxn>
                      <a:cxn ang="0">
                        <a:pos x="21" y="5"/>
                      </a:cxn>
                      <a:cxn ang="0">
                        <a:pos x="21" y="1"/>
                      </a:cxn>
                      <a:cxn ang="0">
                        <a:pos x="22" y="0"/>
                      </a:cxn>
                      <a:cxn ang="0">
                        <a:pos x="21" y="0"/>
                      </a:cxn>
                      <a:cxn ang="0">
                        <a:pos x="19" y="2"/>
                      </a:cxn>
                      <a:cxn ang="0">
                        <a:pos x="15" y="2"/>
                      </a:cxn>
                      <a:cxn ang="0">
                        <a:pos x="13" y="2"/>
                      </a:cxn>
                      <a:cxn ang="0">
                        <a:pos x="10" y="5"/>
                      </a:cxn>
                      <a:cxn ang="0">
                        <a:pos x="8" y="16"/>
                      </a:cxn>
                      <a:cxn ang="0">
                        <a:pos x="4" y="24"/>
                      </a:cxn>
                      <a:cxn ang="0">
                        <a:pos x="0" y="30"/>
                      </a:cxn>
                      <a:cxn ang="0">
                        <a:pos x="2" y="31"/>
                      </a:cxn>
                      <a:cxn ang="0">
                        <a:pos x="4" y="35"/>
                      </a:cxn>
                      <a:cxn ang="0">
                        <a:pos x="6" y="41"/>
                      </a:cxn>
                      <a:cxn ang="0">
                        <a:pos x="10" y="46"/>
                      </a:cxn>
                      <a:cxn ang="0">
                        <a:pos x="14" y="54"/>
                      </a:cxn>
                      <a:cxn ang="0">
                        <a:pos x="13" y="57"/>
                      </a:cxn>
                      <a:cxn ang="0">
                        <a:pos x="14" y="62"/>
                      </a:cxn>
                    </a:cxnLst>
                    <a:rect l="0" t="0" r="r" b="b"/>
                    <a:pathLst>
                      <a:path w="22" h="62">
                        <a:moveTo>
                          <a:pt x="14" y="62"/>
                        </a:moveTo>
                        <a:lnTo>
                          <a:pt x="15" y="60"/>
                        </a:lnTo>
                        <a:lnTo>
                          <a:pt x="15" y="60"/>
                        </a:lnTo>
                        <a:lnTo>
                          <a:pt x="15" y="57"/>
                        </a:lnTo>
                        <a:lnTo>
                          <a:pt x="17" y="55"/>
                        </a:lnTo>
                        <a:lnTo>
                          <a:pt x="17" y="53"/>
                        </a:lnTo>
                        <a:lnTo>
                          <a:pt x="18" y="49"/>
                        </a:lnTo>
                        <a:lnTo>
                          <a:pt x="18" y="45"/>
                        </a:lnTo>
                        <a:lnTo>
                          <a:pt x="19" y="45"/>
                        </a:lnTo>
                        <a:lnTo>
                          <a:pt x="19" y="42"/>
                        </a:lnTo>
                        <a:lnTo>
                          <a:pt x="19" y="38"/>
                        </a:lnTo>
                        <a:lnTo>
                          <a:pt x="19" y="36"/>
                        </a:lnTo>
                        <a:lnTo>
                          <a:pt x="19" y="30"/>
                        </a:lnTo>
                        <a:lnTo>
                          <a:pt x="19" y="30"/>
                        </a:lnTo>
                        <a:lnTo>
                          <a:pt x="17" y="30"/>
                        </a:lnTo>
                        <a:lnTo>
                          <a:pt x="15" y="31"/>
                        </a:lnTo>
                        <a:lnTo>
                          <a:pt x="14" y="30"/>
                        </a:lnTo>
                        <a:lnTo>
                          <a:pt x="14" y="26"/>
                        </a:lnTo>
                        <a:lnTo>
                          <a:pt x="14" y="19"/>
                        </a:lnTo>
                        <a:lnTo>
                          <a:pt x="14" y="17"/>
                        </a:lnTo>
                        <a:lnTo>
                          <a:pt x="14" y="13"/>
                        </a:lnTo>
                        <a:lnTo>
                          <a:pt x="18" y="13"/>
                        </a:lnTo>
                        <a:lnTo>
                          <a:pt x="18" y="16"/>
                        </a:lnTo>
                        <a:lnTo>
                          <a:pt x="19" y="16"/>
                        </a:lnTo>
                        <a:lnTo>
                          <a:pt x="21" y="15"/>
                        </a:lnTo>
                        <a:lnTo>
                          <a:pt x="21" y="13"/>
                        </a:lnTo>
                        <a:lnTo>
                          <a:pt x="21" y="13"/>
                        </a:lnTo>
                        <a:lnTo>
                          <a:pt x="21" y="12"/>
                        </a:lnTo>
                        <a:lnTo>
                          <a:pt x="19" y="9"/>
                        </a:lnTo>
                        <a:lnTo>
                          <a:pt x="21" y="5"/>
                        </a:lnTo>
                        <a:lnTo>
                          <a:pt x="21" y="1"/>
                        </a:lnTo>
                        <a:lnTo>
                          <a:pt x="22" y="0"/>
                        </a:lnTo>
                        <a:lnTo>
                          <a:pt x="21" y="0"/>
                        </a:lnTo>
                        <a:lnTo>
                          <a:pt x="19" y="2"/>
                        </a:lnTo>
                        <a:lnTo>
                          <a:pt x="15" y="2"/>
                        </a:lnTo>
                        <a:lnTo>
                          <a:pt x="13" y="2"/>
                        </a:lnTo>
                        <a:lnTo>
                          <a:pt x="10" y="5"/>
                        </a:lnTo>
                        <a:lnTo>
                          <a:pt x="8" y="16"/>
                        </a:lnTo>
                        <a:lnTo>
                          <a:pt x="4" y="24"/>
                        </a:lnTo>
                        <a:lnTo>
                          <a:pt x="0" y="30"/>
                        </a:lnTo>
                        <a:lnTo>
                          <a:pt x="2" y="31"/>
                        </a:lnTo>
                        <a:lnTo>
                          <a:pt x="4" y="35"/>
                        </a:lnTo>
                        <a:lnTo>
                          <a:pt x="6" y="41"/>
                        </a:lnTo>
                        <a:lnTo>
                          <a:pt x="10" y="46"/>
                        </a:lnTo>
                        <a:lnTo>
                          <a:pt x="14" y="54"/>
                        </a:lnTo>
                        <a:lnTo>
                          <a:pt x="13" y="57"/>
                        </a:lnTo>
                        <a:lnTo>
                          <a:pt x="14" y="62"/>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00" name="Freeform 861">
                    <a:extLst>
                      <a:ext uri="{FF2B5EF4-FFF2-40B4-BE49-F238E27FC236}">
                        <a16:creationId xmlns:a16="http://schemas.microsoft.com/office/drawing/2014/main" id="{ED21E804-4F2C-63C9-6C16-487AC5F020F8}"/>
                      </a:ext>
                    </a:extLst>
                  </p:cNvPr>
                  <p:cNvSpPr>
                    <a:spLocks/>
                  </p:cNvSpPr>
                  <p:nvPr/>
                </p:nvSpPr>
                <p:spPr bwMode="auto">
                  <a:xfrm>
                    <a:off x="9675379" y="2539892"/>
                    <a:ext cx="20057" cy="51529"/>
                  </a:xfrm>
                  <a:custGeom>
                    <a:avLst/>
                    <a:gdLst/>
                    <a:ahLst/>
                    <a:cxnLst>
                      <a:cxn ang="0">
                        <a:pos x="14" y="62"/>
                      </a:cxn>
                      <a:cxn ang="0">
                        <a:pos x="15" y="60"/>
                      </a:cxn>
                      <a:cxn ang="0">
                        <a:pos x="15" y="60"/>
                      </a:cxn>
                      <a:cxn ang="0">
                        <a:pos x="15" y="57"/>
                      </a:cxn>
                      <a:cxn ang="0">
                        <a:pos x="17" y="55"/>
                      </a:cxn>
                      <a:cxn ang="0">
                        <a:pos x="17" y="53"/>
                      </a:cxn>
                      <a:cxn ang="0">
                        <a:pos x="18" y="49"/>
                      </a:cxn>
                      <a:cxn ang="0">
                        <a:pos x="18" y="45"/>
                      </a:cxn>
                      <a:cxn ang="0">
                        <a:pos x="19" y="45"/>
                      </a:cxn>
                      <a:cxn ang="0">
                        <a:pos x="19" y="42"/>
                      </a:cxn>
                      <a:cxn ang="0">
                        <a:pos x="19" y="38"/>
                      </a:cxn>
                      <a:cxn ang="0">
                        <a:pos x="19" y="36"/>
                      </a:cxn>
                      <a:cxn ang="0">
                        <a:pos x="19" y="30"/>
                      </a:cxn>
                      <a:cxn ang="0">
                        <a:pos x="19" y="30"/>
                      </a:cxn>
                      <a:cxn ang="0">
                        <a:pos x="17" y="30"/>
                      </a:cxn>
                      <a:cxn ang="0">
                        <a:pos x="15" y="31"/>
                      </a:cxn>
                      <a:cxn ang="0">
                        <a:pos x="14" y="30"/>
                      </a:cxn>
                      <a:cxn ang="0">
                        <a:pos x="14" y="26"/>
                      </a:cxn>
                      <a:cxn ang="0">
                        <a:pos x="14" y="19"/>
                      </a:cxn>
                      <a:cxn ang="0">
                        <a:pos x="14" y="17"/>
                      </a:cxn>
                      <a:cxn ang="0">
                        <a:pos x="14" y="13"/>
                      </a:cxn>
                      <a:cxn ang="0">
                        <a:pos x="18" y="13"/>
                      </a:cxn>
                      <a:cxn ang="0">
                        <a:pos x="18" y="16"/>
                      </a:cxn>
                      <a:cxn ang="0">
                        <a:pos x="19" y="16"/>
                      </a:cxn>
                      <a:cxn ang="0">
                        <a:pos x="21" y="15"/>
                      </a:cxn>
                      <a:cxn ang="0">
                        <a:pos x="21" y="13"/>
                      </a:cxn>
                      <a:cxn ang="0">
                        <a:pos x="21" y="13"/>
                      </a:cxn>
                      <a:cxn ang="0">
                        <a:pos x="21" y="12"/>
                      </a:cxn>
                      <a:cxn ang="0">
                        <a:pos x="19" y="9"/>
                      </a:cxn>
                      <a:cxn ang="0">
                        <a:pos x="21" y="5"/>
                      </a:cxn>
                      <a:cxn ang="0">
                        <a:pos x="21" y="1"/>
                      </a:cxn>
                      <a:cxn ang="0">
                        <a:pos x="22" y="0"/>
                      </a:cxn>
                      <a:cxn ang="0">
                        <a:pos x="21" y="0"/>
                      </a:cxn>
                      <a:cxn ang="0">
                        <a:pos x="19" y="2"/>
                      </a:cxn>
                      <a:cxn ang="0">
                        <a:pos x="15" y="2"/>
                      </a:cxn>
                      <a:cxn ang="0">
                        <a:pos x="13" y="2"/>
                      </a:cxn>
                      <a:cxn ang="0">
                        <a:pos x="10" y="5"/>
                      </a:cxn>
                      <a:cxn ang="0">
                        <a:pos x="8" y="16"/>
                      </a:cxn>
                      <a:cxn ang="0">
                        <a:pos x="4" y="24"/>
                      </a:cxn>
                      <a:cxn ang="0">
                        <a:pos x="0" y="30"/>
                      </a:cxn>
                      <a:cxn ang="0">
                        <a:pos x="2" y="31"/>
                      </a:cxn>
                      <a:cxn ang="0">
                        <a:pos x="4" y="35"/>
                      </a:cxn>
                      <a:cxn ang="0">
                        <a:pos x="6" y="41"/>
                      </a:cxn>
                      <a:cxn ang="0">
                        <a:pos x="10" y="46"/>
                      </a:cxn>
                      <a:cxn ang="0">
                        <a:pos x="14" y="54"/>
                      </a:cxn>
                      <a:cxn ang="0">
                        <a:pos x="13" y="57"/>
                      </a:cxn>
                      <a:cxn ang="0">
                        <a:pos x="14" y="62"/>
                      </a:cxn>
                    </a:cxnLst>
                    <a:rect l="0" t="0" r="r" b="b"/>
                    <a:pathLst>
                      <a:path w="22" h="62">
                        <a:moveTo>
                          <a:pt x="14" y="62"/>
                        </a:moveTo>
                        <a:lnTo>
                          <a:pt x="15" y="60"/>
                        </a:lnTo>
                        <a:lnTo>
                          <a:pt x="15" y="60"/>
                        </a:lnTo>
                        <a:lnTo>
                          <a:pt x="15" y="57"/>
                        </a:lnTo>
                        <a:lnTo>
                          <a:pt x="17" y="55"/>
                        </a:lnTo>
                        <a:lnTo>
                          <a:pt x="17" y="53"/>
                        </a:lnTo>
                        <a:lnTo>
                          <a:pt x="18" y="49"/>
                        </a:lnTo>
                        <a:lnTo>
                          <a:pt x="18" y="45"/>
                        </a:lnTo>
                        <a:lnTo>
                          <a:pt x="19" y="45"/>
                        </a:lnTo>
                        <a:lnTo>
                          <a:pt x="19" y="42"/>
                        </a:lnTo>
                        <a:lnTo>
                          <a:pt x="19" y="38"/>
                        </a:lnTo>
                        <a:lnTo>
                          <a:pt x="19" y="36"/>
                        </a:lnTo>
                        <a:lnTo>
                          <a:pt x="19" y="30"/>
                        </a:lnTo>
                        <a:lnTo>
                          <a:pt x="19" y="30"/>
                        </a:lnTo>
                        <a:lnTo>
                          <a:pt x="17" y="30"/>
                        </a:lnTo>
                        <a:lnTo>
                          <a:pt x="15" y="31"/>
                        </a:lnTo>
                        <a:lnTo>
                          <a:pt x="14" y="30"/>
                        </a:lnTo>
                        <a:lnTo>
                          <a:pt x="14" y="26"/>
                        </a:lnTo>
                        <a:lnTo>
                          <a:pt x="14" y="19"/>
                        </a:lnTo>
                        <a:lnTo>
                          <a:pt x="14" y="17"/>
                        </a:lnTo>
                        <a:lnTo>
                          <a:pt x="14" y="13"/>
                        </a:lnTo>
                        <a:lnTo>
                          <a:pt x="18" y="13"/>
                        </a:lnTo>
                        <a:lnTo>
                          <a:pt x="18" y="16"/>
                        </a:lnTo>
                        <a:lnTo>
                          <a:pt x="19" y="16"/>
                        </a:lnTo>
                        <a:lnTo>
                          <a:pt x="21" y="15"/>
                        </a:lnTo>
                        <a:lnTo>
                          <a:pt x="21" y="13"/>
                        </a:lnTo>
                        <a:lnTo>
                          <a:pt x="21" y="13"/>
                        </a:lnTo>
                        <a:lnTo>
                          <a:pt x="21" y="12"/>
                        </a:lnTo>
                        <a:lnTo>
                          <a:pt x="19" y="9"/>
                        </a:lnTo>
                        <a:lnTo>
                          <a:pt x="21" y="5"/>
                        </a:lnTo>
                        <a:lnTo>
                          <a:pt x="21" y="1"/>
                        </a:lnTo>
                        <a:lnTo>
                          <a:pt x="22" y="0"/>
                        </a:lnTo>
                        <a:lnTo>
                          <a:pt x="21" y="0"/>
                        </a:lnTo>
                        <a:lnTo>
                          <a:pt x="19" y="2"/>
                        </a:lnTo>
                        <a:lnTo>
                          <a:pt x="15" y="2"/>
                        </a:lnTo>
                        <a:lnTo>
                          <a:pt x="13" y="2"/>
                        </a:lnTo>
                        <a:lnTo>
                          <a:pt x="10" y="5"/>
                        </a:lnTo>
                        <a:lnTo>
                          <a:pt x="8" y="16"/>
                        </a:lnTo>
                        <a:lnTo>
                          <a:pt x="4" y="24"/>
                        </a:lnTo>
                        <a:lnTo>
                          <a:pt x="0" y="30"/>
                        </a:lnTo>
                        <a:lnTo>
                          <a:pt x="2" y="31"/>
                        </a:lnTo>
                        <a:lnTo>
                          <a:pt x="4" y="35"/>
                        </a:lnTo>
                        <a:lnTo>
                          <a:pt x="6" y="41"/>
                        </a:lnTo>
                        <a:lnTo>
                          <a:pt x="10" y="46"/>
                        </a:lnTo>
                        <a:lnTo>
                          <a:pt x="14" y="54"/>
                        </a:lnTo>
                        <a:lnTo>
                          <a:pt x="13" y="57"/>
                        </a:lnTo>
                        <a:lnTo>
                          <a:pt x="14" y="62"/>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01" name="Freeform 862">
                    <a:extLst>
                      <a:ext uri="{FF2B5EF4-FFF2-40B4-BE49-F238E27FC236}">
                        <a16:creationId xmlns:a16="http://schemas.microsoft.com/office/drawing/2014/main" id="{8C908037-5C43-B88B-0F59-42500107C497}"/>
                      </a:ext>
                    </a:extLst>
                  </p:cNvPr>
                  <p:cNvSpPr>
                    <a:spLocks/>
                  </p:cNvSpPr>
                  <p:nvPr/>
                </p:nvSpPr>
                <p:spPr bwMode="auto">
                  <a:xfrm>
                    <a:off x="9692701" y="2539892"/>
                    <a:ext cx="5470" cy="10805"/>
                  </a:xfrm>
                  <a:custGeom>
                    <a:avLst/>
                    <a:gdLst/>
                    <a:ahLst/>
                    <a:cxnLst>
                      <a:cxn ang="0">
                        <a:pos x="2" y="13"/>
                      </a:cxn>
                      <a:cxn ang="0">
                        <a:pos x="2" y="12"/>
                      </a:cxn>
                      <a:cxn ang="0">
                        <a:pos x="0" y="9"/>
                      </a:cxn>
                      <a:cxn ang="0">
                        <a:pos x="2" y="5"/>
                      </a:cxn>
                      <a:cxn ang="0">
                        <a:pos x="2" y="1"/>
                      </a:cxn>
                      <a:cxn ang="0">
                        <a:pos x="3" y="0"/>
                      </a:cxn>
                      <a:cxn ang="0">
                        <a:pos x="3" y="0"/>
                      </a:cxn>
                      <a:cxn ang="0">
                        <a:pos x="4" y="1"/>
                      </a:cxn>
                      <a:cxn ang="0">
                        <a:pos x="6" y="2"/>
                      </a:cxn>
                      <a:cxn ang="0">
                        <a:pos x="6" y="8"/>
                      </a:cxn>
                      <a:cxn ang="0">
                        <a:pos x="6" y="11"/>
                      </a:cxn>
                      <a:cxn ang="0">
                        <a:pos x="6" y="9"/>
                      </a:cxn>
                      <a:cxn ang="0">
                        <a:pos x="4" y="12"/>
                      </a:cxn>
                      <a:cxn ang="0">
                        <a:pos x="3" y="13"/>
                      </a:cxn>
                      <a:cxn ang="0">
                        <a:pos x="2" y="13"/>
                      </a:cxn>
                    </a:cxnLst>
                    <a:rect l="0" t="0" r="r" b="b"/>
                    <a:pathLst>
                      <a:path w="6" h="13">
                        <a:moveTo>
                          <a:pt x="2" y="13"/>
                        </a:moveTo>
                        <a:lnTo>
                          <a:pt x="2" y="12"/>
                        </a:lnTo>
                        <a:lnTo>
                          <a:pt x="0" y="9"/>
                        </a:lnTo>
                        <a:lnTo>
                          <a:pt x="2" y="5"/>
                        </a:lnTo>
                        <a:lnTo>
                          <a:pt x="2" y="1"/>
                        </a:lnTo>
                        <a:lnTo>
                          <a:pt x="3" y="0"/>
                        </a:lnTo>
                        <a:lnTo>
                          <a:pt x="3" y="0"/>
                        </a:lnTo>
                        <a:lnTo>
                          <a:pt x="4" y="1"/>
                        </a:lnTo>
                        <a:lnTo>
                          <a:pt x="6" y="2"/>
                        </a:lnTo>
                        <a:lnTo>
                          <a:pt x="6" y="8"/>
                        </a:lnTo>
                        <a:lnTo>
                          <a:pt x="6" y="11"/>
                        </a:lnTo>
                        <a:lnTo>
                          <a:pt x="6" y="9"/>
                        </a:lnTo>
                        <a:lnTo>
                          <a:pt x="4" y="12"/>
                        </a:lnTo>
                        <a:lnTo>
                          <a:pt x="3" y="13"/>
                        </a:lnTo>
                        <a:lnTo>
                          <a:pt x="2" y="13"/>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02" name="Freeform 863">
                    <a:extLst>
                      <a:ext uri="{FF2B5EF4-FFF2-40B4-BE49-F238E27FC236}">
                        <a16:creationId xmlns:a16="http://schemas.microsoft.com/office/drawing/2014/main" id="{0DA11051-47AF-E94C-2FF7-BC3EB6BC9669}"/>
                      </a:ext>
                    </a:extLst>
                  </p:cNvPr>
                  <p:cNvSpPr>
                    <a:spLocks/>
                  </p:cNvSpPr>
                  <p:nvPr/>
                </p:nvSpPr>
                <p:spPr bwMode="auto">
                  <a:xfrm>
                    <a:off x="9688143" y="2550696"/>
                    <a:ext cx="6382" cy="14960"/>
                  </a:xfrm>
                  <a:custGeom>
                    <a:avLst/>
                    <a:gdLst/>
                    <a:ahLst/>
                    <a:cxnLst>
                      <a:cxn ang="0">
                        <a:pos x="5" y="17"/>
                      </a:cxn>
                      <a:cxn ang="0">
                        <a:pos x="3" y="17"/>
                      </a:cxn>
                      <a:cxn ang="0">
                        <a:pos x="1" y="18"/>
                      </a:cxn>
                      <a:cxn ang="0">
                        <a:pos x="0" y="17"/>
                      </a:cxn>
                      <a:cxn ang="0">
                        <a:pos x="0" y="13"/>
                      </a:cxn>
                      <a:cxn ang="0">
                        <a:pos x="0" y="6"/>
                      </a:cxn>
                      <a:cxn ang="0">
                        <a:pos x="0" y="4"/>
                      </a:cxn>
                      <a:cxn ang="0">
                        <a:pos x="0" y="0"/>
                      </a:cxn>
                      <a:cxn ang="0">
                        <a:pos x="4" y="0"/>
                      </a:cxn>
                      <a:cxn ang="0">
                        <a:pos x="4" y="3"/>
                      </a:cxn>
                      <a:cxn ang="0">
                        <a:pos x="5" y="3"/>
                      </a:cxn>
                      <a:cxn ang="0">
                        <a:pos x="7" y="2"/>
                      </a:cxn>
                      <a:cxn ang="0">
                        <a:pos x="7" y="2"/>
                      </a:cxn>
                      <a:cxn ang="0">
                        <a:pos x="7" y="4"/>
                      </a:cxn>
                      <a:cxn ang="0">
                        <a:pos x="7" y="6"/>
                      </a:cxn>
                      <a:cxn ang="0">
                        <a:pos x="7" y="10"/>
                      </a:cxn>
                      <a:cxn ang="0">
                        <a:pos x="7" y="11"/>
                      </a:cxn>
                      <a:cxn ang="0">
                        <a:pos x="5" y="17"/>
                      </a:cxn>
                      <a:cxn ang="0">
                        <a:pos x="5" y="17"/>
                      </a:cxn>
                    </a:cxnLst>
                    <a:rect l="0" t="0" r="r" b="b"/>
                    <a:pathLst>
                      <a:path w="7" h="18">
                        <a:moveTo>
                          <a:pt x="5" y="17"/>
                        </a:moveTo>
                        <a:lnTo>
                          <a:pt x="3" y="17"/>
                        </a:lnTo>
                        <a:lnTo>
                          <a:pt x="1" y="18"/>
                        </a:lnTo>
                        <a:lnTo>
                          <a:pt x="0" y="17"/>
                        </a:lnTo>
                        <a:lnTo>
                          <a:pt x="0" y="13"/>
                        </a:lnTo>
                        <a:lnTo>
                          <a:pt x="0" y="6"/>
                        </a:lnTo>
                        <a:lnTo>
                          <a:pt x="0" y="4"/>
                        </a:lnTo>
                        <a:lnTo>
                          <a:pt x="0" y="0"/>
                        </a:lnTo>
                        <a:lnTo>
                          <a:pt x="4" y="0"/>
                        </a:lnTo>
                        <a:lnTo>
                          <a:pt x="4" y="3"/>
                        </a:lnTo>
                        <a:lnTo>
                          <a:pt x="5" y="3"/>
                        </a:lnTo>
                        <a:lnTo>
                          <a:pt x="7" y="2"/>
                        </a:lnTo>
                        <a:lnTo>
                          <a:pt x="7" y="2"/>
                        </a:lnTo>
                        <a:lnTo>
                          <a:pt x="7" y="4"/>
                        </a:lnTo>
                        <a:lnTo>
                          <a:pt x="7" y="6"/>
                        </a:lnTo>
                        <a:lnTo>
                          <a:pt x="7" y="10"/>
                        </a:lnTo>
                        <a:lnTo>
                          <a:pt x="7" y="11"/>
                        </a:lnTo>
                        <a:lnTo>
                          <a:pt x="5" y="17"/>
                        </a:lnTo>
                        <a:lnTo>
                          <a:pt x="5" y="17"/>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03" name="Freeform 864">
                    <a:extLst>
                      <a:ext uri="{FF2B5EF4-FFF2-40B4-BE49-F238E27FC236}">
                        <a16:creationId xmlns:a16="http://schemas.microsoft.com/office/drawing/2014/main" id="{5DAD00B6-A613-18D9-4771-73714EE4E7E5}"/>
                      </a:ext>
                    </a:extLst>
                  </p:cNvPr>
                  <p:cNvSpPr>
                    <a:spLocks/>
                  </p:cNvSpPr>
                  <p:nvPr/>
                </p:nvSpPr>
                <p:spPr bwMode="auto">
                  <a:xfrm>
                    <a:off x="9687231" y="2522439"/>
                    <a:ext cx="17323" cy="19116"/>
                  </a:xfrm>
                  <a:custGeom>
                    <a:avLst/>
                    <a:gdLst/>
                    <a:ahLst/>
                    <a:cxnLst>
                      <a:cxn ang="0">
                        <a:pos x="0" y="23"/>
                      </a:cxn>
                      <a:cxn ang="0">
                        <a:pos x="2" y="23"/>
                      </a:cxn>
                      <a:cxn ang="0">
                        <a:pos x="6" y="23"/>
                      </a:cxn>
                      <a:cxn ang="0">
                        <a:pos x="8" y="21"/>
                      </a:cxn>
                      <a:cxn ang="0">
                        <a:pos x="9" y="21"/>
                      </a:cxn>
                      <a:cxn ang="0">
                        <a:pos x="12" y="17"/>
                      </a:cxn>
                      <a:cxn ang="0">
                        <a:pos x="13" y="14"/>
                      </a:cxn>
                      <a:cxn ang="0">
                        <a:pos x="16" y="13"/>
                      </a:cxn>
                      <a:cxn ang="0">
                        <a:pos x="17" y="13"/>
                      </a:cxn>
                      <a:cxn ang="0">
                        <a:pos x="19" y="11"/>
                      </a:cxn>
                      <a:cxn ang="0">
                        <a:pos x="17" y="9"/>
                      </a:cxn>
                      <a:cxn ang="0">
                        <a:pos x="17" y="4"/>
                      </a:cxn>
                      <a:cxn ang="0">
                        <a:pos x="16" y="4"/>
                      </a:cxn>
                      <a:cxn ang="0">
                        <a:pos x="14" y="0"/>
                      </a:cxn>
                      <a:cxn ang="0">
                        <a:pos x="8" y="0"/>
                      </a:cxn>
                      <a:cxn ang="0">
                        <a:pos x="8" y="2"/>
                      </a:cxn>
                      <a:cxn ang="0">
                        <a:pos x="6" y="2"/>
                      </a:cxn>
                      <a:cxn ang="0">
                        <a:pos x="5" y="11"/>
                      </a:cxn>
                      <a:cxn ang="0">
                        <a:pos x="4" y="15"/>
                      </a:cxn>
                      <a:cxn ang="0">
                        <a:pos x="1" y="19"/>
                      </a:cxn>
                      <a:cxn ang="0">
                        <a:pos x="1" y="23"/>
                      </a:cxn>
                      <a:cxn ang="0">
                        <a:pos x="0" y="23"/>
                      </a:cxn>
                    </a:cxnLst>
                    <a:rect l="0" t="0" r="r" b="b"/>
                    <a:pathLst>
                      <a:path w="19" h="23">
                        <a:moveTo>
                          <a:pt x="0" y="23"/>
                        </a:moveTo>
                        <a:lnTo>
                          <a:pt x="2" y="23"/>
                        </a:lnTo>
                        <a:lnTo>
                          <a:pt x="6" y="23"/>
                        </a:lnTo>
                        <a:lnTo>
                          <a:pt x="8" y="21"/>
                        </a:lnTo>
                        <a:lnTo>
                          <a:pt x="9" y="21"/>
                        </a:lnTo>
                        <a:lnTo>
                          <a:pt x="12" y="17"/>
                        </a:lnTo>
                        <a:lnTo>
                          <a:pt x="13" y="14"/>
                        </a:lnTo>
                        <a:lnTo>
                          <a:pt x="16" y="13"/>
                        </a:lnTo>
                        <a:lnTo>
                          <a:pt x="17" y="13"/>
                        </a:lnTo>
                        <a:lnTo>
                          <a:pt x="19" y="11"/>
                        </a:lnTo>
                        <a:lnTo>
                          <a:pt x="17" y="9"/>
                        </a:lnTo>
                        <a:lnTo>
                          <a:pt x="17" y="4"/>
                        </a:lnTo>
                        <a:lnTo>
                          <a:pt x="16" y="4"/>
                        </a:lnTo>
                        <a:lnTo>
                          <a:pt x="14" y="0"/>
                        </a:lnTo>
                        <a:lnTo>
                          <a:pt x="8" y="0"/>
                        </a:lnTo>
                        <a:lnTo>
                          <a:pt x="8" y="2"/>
                        </a:lnTo>
                        <a:lnTo>
                          <a:pt x="6" y="2"/>
                        </a:lnTo>
                        <a:lnTo>
                          <a:pt x="5" y="11"/>
                        </a:lnTo>
                        <a:lnTo>
                          <a:pt x="4" y="15"/>
                        </a:lnTo>
                        <a:lnTo>
                          <a:pt x="1" y="19"/>
                        </a:lnTo>
                        <a:lnTo>
                          <a:pt x="1" y="23"/>
                        </a:lnTo>
                        <a:lnTo>
                          <a:pt x="0" y="23"/>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04" name="Freeform 865">
                    <a:extLst>
                      <a:ext uri="{FF2B5EF4-FFF2-40B4-BE49-F238E27FC236}">
                        <a16:creationId xmlns:a16="http://schemas.microsoft.com/office/drawing/2014/main" id="{E3F49E15-7B48-193D-6813-6C9822C63DE9}"/>
                      </a:ext>
                    </a:extLst>
                  </p:cNvPr>
                  <p:cNvSpPr>
                    <a:spLocks/>
                  </p:cNvSpPr>
                  <p:nvPr/>
                </p:nvSpPr>
                <p:spPr bwMode="auto">
                  <a:xfrm>
                    <a:off x="9687231" y="2522439"/>
                    <a:ext cx="17323" cy="19116"/>
                  </a:xfrm>
                  <a:custGeom>
                    <a:avLst/>
                    <a:gdLst/>
                    <a:ahLst/>
                    <a:cxnLst>
                      <a:cxn ang="0">
                        <a:pos x="0" y="23"/>
                      </a:cxn>
                      <a:cxn ang="0">
                        <a:pos x="2" y="23"/>
                      </a:cxn>
                      <a:cxn ang="0">
                        <a:pos x="6" y="23"/>
                      </a:cxn>
                      <a:cxn ang="0">
                        <a:pos x="8" y="21"/>
                      </a:cxn>
                      <a:cxn ang="0">
                        <a:pos x="9" y="21"/>
                      </a:cxn>
                      <a:cxn ang="0">
                        <a:pos x="12" y="17"/>
                      </a:cxn>
                      <a:cxn ang="0">
                        <a:pos x="13" y="14"/>
                      </a:cxn>
                      <a:cxn ang="0">
                        <a:pos x="16" y="13"/>
                      </a:cxn>
                      <a:cxn ang="0">
                        <a:pos x="17" y="13"/>
                      </a:cxn>
                      <a:cxn ang="0">
                        <a:pos x="19" y="11"/>
                      </a:cxn>
                      <a:cxn ang="0">
                        <a:pos x="17" y="9"/>
                      </a:cxn>
                      <a:cxn ang="0">
                        <a:pos x="17" y="4"/>
                      </a:cxn>
                      <a:cxn ang="0">
                        <a:pos x="16" y="4"/>
                      </a:cxn>
                      <a:cxn ang="0">
                        <a:pos x="14" y="0"/>
                      </a:cxn>
                      <a:cxn ang="0">
                        <a:pos x="8" y="0"/>
                      </a:cxn>
                      <a:cxn ang="0">
                        <a:pos x="8" y="2"/>
                      </a:cxn>
                      <a:cxn ang="0">
                        <a:pos x="6" y="2"/>
                      </a:cxn>
                      <a:cxn ang="0">
                        <a:pos x="5" y="11"/>
                      </a:cxn>
                      <a:cxn ang="0">
                        <a:pos x="4" y="15"/>
                      </a:cxn>
                      <a:cxn ang="0">
                        <a:pos x="1" y="19"/>
                      </a:cxn>
                      <a:cxn ang="0">
                        <a:pos x="1" y="23"/>
                      </a:cxn>
                      <a:cxn ang="0">
                        <a:pos x="0" y="23"/>
                      </a:cxn>
                    </a:cxnLst>
                    <a:rect l="0" t="0" r="r" b="b"/>
                    <a:pathLst>
                      <a:path w="19" h="23">
                        <a:moveTo>
                          <a:pt x="0" y="23"/>
                        </a:moveTo>
                        <a:lnTo>
                          <a:pt x="2" y="23"/>
                        </a:lnTo>
                        <a:lnTo>
                          <a:pt x="6" y="23"/>
                        </a:lnTo>
                        <a:lnTo>
                          <a:pt x="8" y="21"/>
                        </a:lnTo>
                        <a:lnTo>
                          <a:pt x="9" y="21"/>
                        </a:lnTo>
                        <a:lnTo>
                          <a:pt x="12" y="17"/>
                        </a:lnTo>
                        <a:lnTo>
                          <a:pt x="13" y="14"/>
                        </a:lnTo>
                        <a:lnTo>
                          <a:pt x="16" y="13"/>
                        </a:lnTo>
                        <a:lnTo>
                          <a:pt x="17" y="13"/>
                        </a:lnTo>
                        <a:lnTo>
                          <a:pt x="19" y="11"/>
                        </a:lnTo>
                        <a:lnTo>
                          <a:pt x="17" y="9"/>
                        </a:lnTo>
                        <a:lnTo>
                          <a:pt x="17" y="4"/>
                        </a:lnTo>
                        <a:lnTo>
                          <a:pt x="16" y="4"/>
                        </a:lnTo>
                        <a:lnTo>
                          <a:pt x="14" y="0"/>
                        </a:lnTo>
                        <a:lnTo>
                          <a:pt x="8" y="0"/>
                        </a:lnTo>
                        <a:lnTo>
                          <a:pt x="8" y="2"/>
                        </a:lnTo>
                        <a:lnTo>
                          <a:pt x="6" y="2"/>
                        </a:lnTo>
                        <a:lnTo>
                          <a:pt x="5" y="11"/>
                        </a:lnTo>
                        <a:lnTo>
                          <a:pt x="4" y="15"/>
                        </a:lnTo>
                        <a:lnTo>
                          <a:pt x="1" y="19"/>
                        </a:lnTo>
                        <a:lnTo>
                          <a:pt x="1" y="23"/>
                        </a:lnTo>
                        <a:lnTo>
                          <a:pt x="0" y="23"/>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05" name="Freeform 866">
                    <a:extLst>
                      <a:ext uri="{FF2B5EF4-FFF2-40B4-BE49-F238E27FC236}">
                        <a16:creationId xmlns:a16="http://schemas.microsoft.com/office/drawing/2014/main" id="{020A4247-78F8-0639-2EAF-C6FAC2683235}"/>
                      </a:ext>
                    </a:extLst>
                  </p:cNvPr>
                  <p:cNvSpPr>
                    <a:spLocks/>
                  </p:cNvSpPr>
                  <p:nvPr/>
                </p:nvSpPr>
                <p:spPr bwMode="auto">
                  <a:xfrm>
                    <a:off x="9688143" y="2538229"/>
                    <a:ext cx="52879" cy="59010"/>
                  </a:xfrm>
                  <a:custGeom>
                    <a:avLst/>
                    <a:gdLst/>
                    <a:ahLst/>
                    <a:cxnLst>
                      <a:cxn ang="0">
                        <a:pos x="1" y="62"/>
                      </a:cxn>
                      <a:cxn ang="0">
                        <a:pos x="1" y="62"/>
                      </a:cxn>
                      <a:cxn ang="0">
                        <a:pos x="1" y="59"/>
                      </a:cxn>
                      <a:cxn ang="0">
                        <a:pos x="3" y="57"/>
                      </a:cxn>
                      <a:cxn ang="0">
                        <a:pos x="3" y="55"/>
                      </a:cxn>
                      <a:cxn ang="0">
                        <a:pos x="4" y="51"/>
                      </a:cxn>
                      <a:cxn ang="0">
                        <a:pos x="4" y="47"/>
                      </a:cxn>
                      <a:cxn ang="0">
                        <a:pos x="5" y="47"/>
                      </a:cxn>
                      <a:cxn ang="0">
                        <a:pos x="5" y="44"/>
                      </a:cxn>
                      <a:cxn ang="0">
                        <a:pos x="5" y="40"/>
                      </a:cxn>
                      <a:cxn ang="0">
                        <a:pos x="5" y="38"/>
                      </a:cxn>
                      <a:cxn ang="0">
                        <a:pos x="7" y="26"/>
                      </a:cxn>
                      <a:cxn ang="0">
                        <a:pos x="7" y="25"/>
                      </a:cxn>
                      <a:cxn ang="0">
                        <a:pos x="7" y="21"/>
                      </a:cxn>
                      <a:cxn ang="0">
                        <a:pos x="7" y="19"/>
                      </a:cxn>
                      <a:cxn ang="0">
                        <a:pos x="7" y="17"/>
                      </a:cxn>
                      <a:cxn ang="0">
                        <a:pos x="7" y="15"/>
                      </a:cxn>
                      <a:cxn ang="0">
                        <a:pos x="8" y="15"/>
                      </a:cxn>
                      <a:cxn ang="0">
                        <a:pos x="9" y="14"/>
                      </a:cxn>
                      <a:cxn ang="0">
                        <a:pos x="11" y="11"/>
                      </a:cxn>
                      <a:cxn ang="0">
                        <a:pos x="12" y="13"/>
                      </a:cxn>
                      <a:cxn ang="0">
                        <a:pos x="16" y="14"/>
                      </a:cxn>
                      <a:cxn ang="0">
                        <a:pos x="19" y="17"/>
                      </a:cxn>
                      <a:cxn ang="0">
                        <a:pos x="20" y="17"/>
                      </a:cxn>
                      <a:cxn ang="0">
                        <a:pos x="23" y="18"/>
                      </a:cxn>
                      <a:cxn ang="0">
                        <a:pos x="50" y="0"/>
                      </a:cxn>
                      <a:cxn ang="0">
                        <a:pos x="58" y="18"/>
                      </a:cxn>
                      <a:cxn ang="0">
                        <a:pos x="57" y="18"/>
                      </a:cxn>
                      <a:cxn ang="0">
                        <a:pos x="52" y="23"/>
                      </a:cxn>
                      <a:cxn ang="0">
                        <a:pos x="31" y="30"/>
                      </a:cxn>
                      <a:cxn ang="0">
                        <a:pos x="47" y="48"/>
                      </a:cxn>
                      <a:cxn ang="0">
                        <a:pos x="41" y="55"/>
                      </a:cxn>
                      <a:cxn ang="0">
                        <a:pos x="41" y="59"/>
                      </a:cxn>
                      <a:cxn ang="0">
                        <a:pos x="30" y="60"/>
                      </a:cxn>
                      <a:cxn ang="0">
                        <a:pos x="19" y="71"/>
                      </a:cxn>
                      <a:cxn ang="0">
                        <a:pos x="5" y="67"/>
                      </a:cxn>
                      <a:cxn ang="0">
                        <a:pos x="0" y="67"/>
                      </a:cxn>
                      <a:cxn ang="0">
                        <a:pos x="1" y="67"/>
                      </a:cxn>
                      <a:cxn ang="0">
                        <a:pos x="1" y="63"/>
                      </a:cxn>
                      <a:cxn ang="0">
                        <a:pos x="1" y="62"/>
                      </a:cxn>
                      <a:cxn ang="0">
                        <a:pos x="1" y="62"/>
                      </a:cxn>
                    </a:cxnLst>
                    <a:rect l="0" t="0" r="r" b="b"/>
                    <a:pathLst>
                      <a:path w="58" h="71">
                        <a:moveTo>
                          <a:pt x="1" y="62"/>
                        </a:moveTo>
                        <a:lnTo>
                          <a:pt x="1" y="62"/>
                        </a:lnTo>
                        <a:lnTo>
                          <a:pt x="1" y="59"/>
                        </a:lnTo>
                        <a:lnTo>
                          <a:pt x="3" y="57"/>
                        </a:lnTo>
                        <a:lnTo>
                          <a:pt x="3" y="55"/>
                        </a:lnTo>
                        <a:lnTo>
                          <a:pt x="4" y="51"/>
                        </a:lnTo>
                        <a:lnTo>
                          <a:pt x="4" y="47"/>
                        </a:lnTo>
                        <a:lnTo>
                          <a:pt x="5" y="47"/>
                        </a:lnTo>
                        <a:lnTo>
                          <a:pt x="5" y="44"/>
                        </a:lnTo>
                        <a:lnTo>
                          <a:pt x="5" y="40"/>
                        </a:lnTo>
                        <a:lnTo>
                          <a:pt x="5" y="38"/>
                        </a:lnTo>
                        <a:lnTo>
                          <a:pt x="7" y="26"/>
                        </a:lnTo>
                        <a:lnTo>
                          <a:pt x="7" y="25"/>
                        </a:lnTo>
                        <a:lnTo>
                          <a:pt x="7" y="21"/>
                        </a:lnTo>
                        <a:lnTo>
                          <a:pt x="7" y="19"/>
                        </a:lnTo>
                        <a:lnTo>
                          <a:pt x="7" y="17"/>
                        </a:lnTo>
                        <a:lnTo>
                          <a:pt x="7" y="15"/>
                        </a:lnTo>
                        <a:lnTo>
                          <a:pt x="8" y="15"/>
                        </a:lnTo>
                        <a:lnTo>
                          <a:pt x="9" y="14"/>
                        </a:lnTo>
                        <a:lnTo>
                          <a:pt x="11" y="11"/>
                        </a:lnTo>
                        <a:lnTo>
                          <a:pt x="12" y="13"/>
                        </a:lnTo>
                        <a:lnTo>
                          <a:pt x="16" y="14"/>
                        </a:lnTo>
                        <a:lnTo>
                          <a:pt x="19" y="17"/>
                        </a:lnTo>
                        <a:lnTo>
                          <a:pt x="20" y="17"/>
                        </a:lnTo>
                        <a:lnTo>
                          <a:pt x="23" y="18"/>
                        </a:lnTo>
                        <a:lnTo>
                          <a:pt x="50" y="0"/>
                        </a:lnTo>
                        <a:lnTo>
                          <a:pt x="58" y="18"/>
                        </a:lnTo>
                        <a:lnTo>
                          <a:pt x="57" y="18"/>
                        </a:lnTo>
                        <a:lnTo>
                          <a:pt x="52" y="23"/>
                        </a:lnTo>
                        <a:lnTo>
                          <a:pt x="31" y="30"/>
                        </a:lnTo>
                        <a:lnTo>
                          <a:pt x="47" y="48"/>
                        </a:lnTo>
                        <a:lnTo>
                          <a:pt x="41" y="55"/>
                        </a:lnTo>
                        <a:lnTo>
                          <a:pt x="41" y="59"/>
                        </a:lnTo>
                        <a:lnTo>
                          <a:pt x="30" y="60"/>
                        </a:lnTo>
                        <a:lnTo>
                          <a:pt x="19" y="71"/>
                        </a:lnTo>
                        <a:lnTo>
                          <a:pt x="5" y="67"/>
                        </a:lnTo>
                        <a:lnTo>
                          <a:pt x="0" y="67"/>
                        </a:lnTo>
                        <a:lnTo>
                          <a:pt x="1" y="67"/>
                        </a:lnTo>
                        <a:lnTo>
                          <a:pt x="1" y="63"/>
                        </a:lnTo>
                        <a:lnTo>
                          <a:pt x="1" y="62"/>
                        </a:lnTo>
                        <a:lnTo>
                          <a:pt x="1" y="62"/>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06" name="Freeform 867">
                    <a:extLst>
                      <a:ext uri="{FF2B5EF4-FFF2-40B4-BE49-F238E27FC236}">
                        <a16:creationId xmlns:a16="http://schemas.microsoft.com/office/drawing/2014/main" id="{1CF8E59C-6D78-F46F-7C78-753A7129E415}"/>
                      </a:ext>
                    </a:extLst>
                  </p:cNvPr>
                  <p:cNvSpPr>
                    <a:spLocks/>
                  </p:cNvSpPr>
                  <p:nvPr/>
                </p:nvSpPr>
                <p:spPr bwMode="auto">
                  <a:xfrm>
                    <a:off x="9688143" y="2538229"/>
                    <a:ext cx="52879" cy="59010"/>
                  </a:xfrm>
                  <a:custGeom>
                    <a:avLst/>
                    <a:gdLst/>
                    <a:ahLst/>
                    <a:cxnLst>
                      <a:cxn ang="0">
                        <a:pos x="1" y="62"/>
                      </a:cxn>
                      <a:cxn ang="0">
                        <a:pos x="1" y="62"/>
                      </a:cxn>
                      <a:cxn ang="0">
                        <a:pos x="1" y="59"/>
                      </a:cxn>
                      <a:cxn ang="0">
                        <a:pos x="3" y="57"/>
                      </a:cxn>
                      <a:cxn ang="0">
                        <a:pos x="3" y="55"/>
                      </a:cxn>
                      <a:cxn ang="0">
                        <a:pos x="4" y="51"/>
                      </a:cxn>
                      <a:cxn ang="0">
                        <a:pos x="4" y="47"/>
                      </a:cxn>
                      <a:cxn ang="0">
                        <a:pos x="5" y="47"/>
                      </a:cxn>
                      <a:cxn ang="0">
                        <a:pos x="5" y="44"/>
                      </a:cxn>
                      <a:cxn ang="0">
                        <a:pos x="5" y="40"/>
                      </a:cxn>
                      <a:cxn ang="0">
                        <a:pos x="5" y="38"/>
                      </a:cxn>
                      <a:cxn ang="0">
                        <a:pos x="7" y="26"/>
                      </a:cxn>
                      <a:cxn ang="0">
                        <a:pos x="7" y="25"/>
                      </a:cxn>
                      <a:cxn ang="0">
                        <a:pos x="7" y="21"/>
                      </a:cxn>
                      <a:cxn ang="0">
                        <a:pos x="7" y="19"/>
                      </a:cxn>
                      <a:cxn ang="0">
                        <a:pos x="7" y="17"/>
                      </a:cxn>
                      <a:cxn ang="0">
                        <a:pos x="7" y="15"/>
                      </a:cxn>
                      <a:cxn ang="0">
                        <a:pos x="8" y="15"/>
                      </a:cxn>
                      <a:cxn ang="0">
                        <a:pos x="9" y="14"/>
                      </a:cxn>
                      <a:cxn ang="0">
                        <a:pos x="11" y="11"/>
                      </a:cxn>
                      <a:cxn ang="0">
                        <a:pos x="12" y="13"/>
                      </a:cxn>
                      <a:cxn ang="0">
                        <a:pos x="16" y="14"/>
                      </a:cxn>
                      <a:cxn ang="0">
                        <a:pos x="19" y="17"/>
                      </a:cxn>
                      <a:cxn ang="0">
                        <a:pos x="20" y="17"/>
                      </a:cxn>
                      <a:cxn ang="0">
                        <a:pos x="23" y="18"/>
                      </a:cxn>
                      <a:cxn ang="0">
                        <a:pos x="50" y="0"/>
                      </a:cxn>
                      <a:cxn ang="0">
                        <a:pos x="58" y="18"/>
                      </a:cxn>
                      <a:cxn ang="0">
                        <a:pos x="57" y="18"/>
                      </a:cxn>
                      <a:cxn ang="0">
                        <a:pos x="52" y="23"/>
                      </a:cxn>
                      <a:cxn ang="0">
                        <a:pos x="31" y="30"/>
                      </a:cxn>
                      <a:cxn ang="0">
                        <a:pos x="47" y="48"/>
                      </a:cxn>
                      <a:cxn ang="0">
                        <a:pos x="41" y="55"/>
                      </a:cxn>
                      <a:cxn ang="0">
                        <a:pos x="41" y="59"/>
                      </a:cxn>
                      <a:cxn ang="0">
                        <a:pos x="30" y="60"/>
                      </a:cxn>
                      <a:cxn ang="0">
                        <a:pos x="19" y="71"/>
                      </a:cxn>
                      <a:cxn ang="0">
                        <a:pos x="5" y="67"/>
                      </a:cxn>
                      <a:cxn ang="0">
                        <a:pos x="0" y="67"/>
                      </a:cxn>
                      <a:cxn ang="0">
                        <a:pos x="1" y="67"/>
                      </a:cxn>
                      <a:cxn ang="0">
                        <a:pos x="1" y="63"/>
                      </a:cxn>
                      <a:cxn ang="0">
                        <a:pos x="1" y="62"/>
                      </a:cxn>
                      <a:cxn ang="0">
                        <a:pos x="1" y="62"/>
                      </a:cxn>
                    </a:cxnLst>
                    <a:rect l="0" t="0" r="r" b="b"/>
                    <a:pathLst>
                      <a:path w="58" h="71">
                        <a:moveTo>
                          <a:pt x="1" y="62"/>
                        </a:moveTo>
                        <a:lnTo>
                          <a:pt x="1" y="62"/>
                        </a:lnTo>
                        <a:lnTo>
                          <a:pt x="1" y="59"/>
                        </a:lnTo>
                        <a:lnTo>
                          <a:pt x="3" y="57"/>
                        </a:lnTo>
                        <a:lnTo>
                          <a:pt x="3" y="55"/>
                        </a:lnTo>
                        <a:lnTo>
                          <a:pt x="4" y="51"/>
                        </a:lnTo>
                        <a:lnTo>
                          <a:pt x="4" y="47"/>
                        </a:lnTo>
                        <a:lnTo>
                          <a:pt x="5" y="47"/>
                        </a:lnTo>
                        <a:lnTo>
                          <a:pt x="5" y="44"/>
                        </a:lnTo>
                        <a:lnTo>
                          <a:pt x="5" y="40"/>
                        </a:lnTo>
                        <a:lnTo>
                          <a:pt x="5" y="38"/>
                        </a:lnTo>
                        <a:lnTo>
                          <a:pt x="7" y="26"/>
                        </a:lnTo>
                        <a:lnTo>
                          <a:pt x="7" y="25"/>
                        </a:lnTo>
                        <a:lnTo>
                          <a:pt x="7" y="21"/>
                        </a:lnTo>
                        <a:lnTo>
                          <a:pt x="7" y="19"/>
                        </a:lnTo>
                        <a:lnTo>
                          <a:pt x="7" y="17"/>
                        </a:lnTo>
                        <a:lnTo>
                          <a:pt x="7" y="15"/>
                        </a:lnTo>
                        <a:lnTo>
                          <a:pt x="8" y="15"/>
                        </a:lnTo>
                        <a:lnTo>
                          <a:pt x="9" y="14"/>
                        </a:lnTo>
                        <a:lnTo>
                          <a:pt x="11" y="11"/>
                        </a:lnTo>
                        <a:lnTo>
                          <a:pt x="12" y="13"/>
                        </a:lnTo>
                        <a:lnTo>
                          <a:pt x="16" y="14"/>
                        </a:lnTo>
                        <a:lnTo>
                          <a:pt x="19" y="17"/>
                        </a:lnTo>
                        <a:lnTo>
                          <a:pt x="20" y="17"/>
                        </a:lnTo>
                        <a:lnTo>
                          <a:pt x="23" y="18"/>
                        </a:lnTo>
                        <a:lnTo>
                          <a:pt x="50" y="0"/>
                        </a:lnTo>
                        <a:lnTo>
                          <a:pt x="58" y="18"/>
                        </a:lnTo>
                        <a:lnTo>
                          <a:pt x="57" y="18"/>
                        </a:lnTo>
                        <a:lnTo>
                          <a:pt x="52" y="23"/>
                        </a:lnTo>
                        <a:lnTo>
                          <a:pt x="31" y="30"/>
                        </a:lnTo>
                        <a:lnTo>
                          <a:pt x="47" y="48"/>
                        </a:lnTo>
                        <a:lnTo>
                          <a:pt x="41" y="55"/>
                        </a:lnTo>
                        <a:lnTo>
                          <a:pt x="41" y="59"/>
                        </a:lnTo>
                        <a:lnTo>
                          <a:pt x="30" y="60"/>
                        </a:lnTo>
                        <a:lnTo>
                          <a:pt x="19" y="71"/>
                        </a:lnTo>
                        <a:lnTo>
                          <a:pt x="5" y="67"/>
                        </a:lnTo>
                        <a:lnTo>
                          <a:pt x="0" y="67"/>
                        </a:lnTo>
                        <a:lnTo>
                          <a:pt x="1" y="67"/>
                        </a:lnTo>
                        <a:lnTo>
                          <a:pt x="1" y="63"/>
                        </a:lnTo>
                        <a:lnTo>
                          <a:pt x="1" y="62"/>
                        </a:lnTo>
                        <a:lnTo>
                          <a:pt x="1" y="62"/>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07" name="Freeform 868">
                    <a:extLst>
                      <a:ext uri="{FF2B5EF4-FFF2-40B4-BE49-F238E27FC236}">
                        <a16:creationId xmlns:a16="http://schemas.microsoft.com/office/drawing/2014/main" id="{B7D73C50-7E82-3D40-253A-6EF91CA0F760}"/>
                      </a:ext>
                    </a:extLst>
                  </p:cNvPr>
                  <p:cNvSpPr>
                    <a:spLocks/>
                  </p:cNvSpPr>
                  <p:nvPr/>
                </p:nvSpPr>
                <p:spPr bwMode="auto">
                  <a:xfrm>
                    <a:off x="9895100" y="2629652"/>
                    <a:ext cx="10029" cy="20778"/>
                  </a:xfrm>
                  <a:custGeom>
                    <a:avLst/>
                    <a:gdLst/>
                    <a:ahLst/>
                    <a:cxnLst>
                      <a:cxn ang="0">
                        <a:pos x="8" y="25"/>
                      </a:cxn>
                      <a:cxn ang="0">
                        <a:pos x="5" y="25"/>
                      </a:cxn>
                      <a:cxn ang="0">
                        <a:pos x="1" y="22"/>
                      </a:cxn>
                      <a:cxn ang="0">
                        <a:pos x="1" y="21"/>
                      </a:cxn>
                      <a:cxn ang="0">
                        <a:pos x="1" y="21"/>
                      </a:cxn>
                      <a:cxn ang="0">
                        <a:pos x="1" y="18"/>
                      </a:cxn>
                      <a:cxn ang="0">
                        <a:pos x="0" y="17"/>
                      </a:cxn>
                      <a:cxn ang="0">
                        <a:pos x="0" y="14"/>
                      </a:cxn>
                      <a:cxn ang="0">
                        <a:pos x="0" y="10"/>
                      </a:cxn>
                      <a:cxn ang="0">
                        <a:pos x="1" y="10"/>
                      </a:cxn>
                      <a:cxn ang="0">
                        <a:pos x="2" y="10"/>
                      </a:cxn>
                      <a:cxn ang="0">
                        <a:pos x="1" y="6"/>
                      </a:cxn>
                      <a:cxn ang="0">
                        <a:pos x="2" y="6"/>
                      </a:cxn>
                      <a:cxn ang="0">
                        <a:pos x="1" y="5"/>
                      </a:cxn>
                      <a:cxn ang="0">
                        <a:pos x="2" y="3"/>
                      </a:cxn>
                      <a:cxn ang="0">
                        <a:pos x="2" y="2"/>
                      </a:cxn>
                      <a:cxn ang="0">
                        <a:pos x="4" y="2"/>
                      </a:cxn>
                      <a:cxn ang="0">
                        <a:pos x="4" y="0"/>
                      </a:cxn>
                      <a:cxn ang="0">
                        <a:pos x="5" y="0"/>
                      </a:cxn>
                      <a:cxn ang="0">
                        <a:pos x="8" y="3"/>
                      </a:cxn>
                      <a:cxn ang="0">
                        <a:pos x="8" y="5"/>
                      </a:cxn>
                      <a:cxn ang="0">
                        <a:pos x="9" y="5"/>
                      </a:cxn>
                      <a:cxn ang="0">
                        <a:pos x="9" y="5"/>
                      </a:cxn>
                      <a:cxn ang="0">
                        <a:pos x="8" y="10"/>
                      </a:cxn>
                      <a:cxn ang="0">
                        <a:pos x="8" y="10"/>
                      </a:cxn>
                      <a:cxn ang="0">
                        <a:pos x="8" y="14"/>
                      </a:cxn>
                      <a:cxn ang="0">
                        <a:pos x="9" y="14"/>
                      </a:cxn>
                      <a:cxn ang="0">
                        <a:pos x="11" y="17"/>
                      </a:cxn>
                      <a:cxn ang="0">
                        <a:pos x="9" y="25"/>
                      </a:cxn>
                      <a:cxn ang="0">
                        <a:pos x="8" y="25"/>
                      </a:cxn>
                      <a:cxn ang="0">
                        <a:pos x="8" y="25"/>
                      </a:cxn>
                    </a:cxnLst>
                    <a:rect l="0" t="0" r="r" b="b"/>
                    <a:pathLst>
                      <a:path w="11" h="25">
                        <a:moveTo>
                          <a:pt x="8" y="25"/>
                        </a:moveTo>
                        <a:lnTo>
                          <a:pt x="5" y="25"/>
                        </a:lnTo>
                        <a:lnTo>
                          <a:pt x="1" y="22"/>
                        </a:lnTo>
                        <a:lnTo>
                          <a:pt x="1" y="21"/>
                        </a:lnTo>
                        <a:lnTo>
                          <a:pt x="1" y="21"/>
                        </a:lnTo>
                        <a:lnTo>
                          <a:pt x="1" y="18"/>
                        </a:lnTo>
                        <a:lnTo>
                          <a:pt x="0" y="17"/>
                        </a:lnTo>
                        <a:lnTo>
                          <a:pt x="0" y="14"/>
                        </a:lnTo>
                        <a:lnTo>
                          <a:pt x="0" y="10"/>
                        </a:lnTo>
                        <a:lnTo>
                          <a:pt x="1" y="10"/>
                        </a:lnTo>
                        <a:lnTo>
                          <a:pt x="2" y="10"/>
                        </a:lnTo>
                        <a:lnTo>
                          <a:pt x="1" y="6"/>
                        </a:lnTo>
                        <a:lnTo>
                          <a:pt x="2" y="6"/>
                        </a:lnTo>
                        <a:lnTo>
                          <a:pt x="1" y="5"/>
                        </a:lnTo>
                        <a:lnTo>
                          <a:pt x="2" y="3"/>
                        </a:lnTo>
                        <a:lnTo>
                          <a:pt x="2" y="2"/>
                        </a:lnTo>
                        <a:lnTo>
                          <a:pt x="4" y="2"/>
                        </a:lnTo>
                        <a:lnTo>
                          <a:pt x="4" y="0"/>
                        </a:lnTo>
                        <a:lnTo>
                          <a:pt x="5" y="0"/>
                        </a:lnTo>
                        <a:lnTo>
                          <a:pt x="8" y="3"/>
                        </a:lnTo>
                        <a:lnTo>
                          <a:pt x="8" y="5"/>
                        </a:lnTo>
                        <a:lnTo>
                          <a:pt x="9" y="5"/>
                        </a:lnTo>
                        <a:lnTo>
                          <a:pt x="9" y="5"/>
                        </a:lnTo>
                        <a:lnTo>
                          <a:pt x="8" y="10"/>
                        </a:lnTo>
                        <a:lnTo>
                          <a:pt x="8" y="10"/>
                        </a:lnTo>
                        <a:lnTo>
                          <a:pt x="8" y="14"/>
                        </a:lnTo>
                        <a:lnTo>
                          <a:pt x="9" y="14"/>
                        </a:lnTo>
                        <a:lnTo>
                          <a:pt x="11" y="17"/>
                        </a:lnTo>
                        <a:lnTo>
                          <a:pt x="9" y="25"/>
                        </a:lnTo>
                        <a:lnTo>
                          <a:pt x="8" y="25"/>
                        </a:lnTo>
                        <a:lnTo>
                          <a:pt x="8" y="25"/>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08" name="Freeform 869">
                    <a:extLst>
                      <a:ext uri="{FF2B5EF4-FFF2-40B4-BE49-F238E27FC236}">
                        <a16:creationId xmlns:a16="http://schemas.microsoft.com/office/drawing/2014/main" id="{64CA2398-FA09-503C-4C5A-0784BD3680B0}"/>
                      </a:ext>
                    </a:extLst>
                  </p:cNvPr>
                  <p:cNvSpPr>
                    <a:spLocks/>
                  </p:cNvSpPr>
                  <p:nvPr/>
                </p:nvSpPr>
                <p:spPr bwMode="auto">
                  <a:xfrm>
                    <a:off x="9895100" y="2629652"/>
                    <a:ext cx="10029" cy="20778"/>
                  </a:xfrm>
                  <a:custGeom>
                    <a:avLst/>
                    <a:gdLst/>
                    <a:ahLst/>
                    <a:cxnLst>
                      <a:cxn ang="0">
                        <a:pos x="8" y="25"/>
                      </a:cxn>
                      <a:cxn ang="0">
                        <a:pos x="5" y="25"/>
                      </a:cxn>
                      <a:cxn ang="0">
                        <a:pos x="1" y="22"/>
                      </a:cxn>
                      <a:cxn ang="0">
                        <a:pos x="1" y="21"/>
                      </a:cxn>
                      <a:cxn ang="0">
                        <a:pos x="1" y="21"/>
                      </a:cxn>
                      <a:cxn ang="0">
                        <a:pos x="1" y="18"/>
                      </a:cxn>
                      <a:cxn ang="0">
                        <a:pos x="0" y="17"/>
                      </a:cxn>
                      <a:cxn ang="0">
                        <a:pos x="0" y="14"/>
                      </a:cxn>
                      <a:cxn ang="0">
                        <a:pos x="0" y="10"/>
                      </a:cxn>
                      <a:cxn ang="0">
                        <a:pos x="1" y="10"/>
                      </a:cxn>
                      <a:cxn ang="0">
                        <a:pos x="2" y="10"/>
                      </a:cxn>
                      <a:cxn ang="0">
                        <a:pos x="1" y="6"/>
                      </a:cxn>
                      <a:cxn ang="0">
                        <a:pos x="2" y="6"/>
                      </a:cxn>
                      <a:cxn ang="0">
                        <a:pos x="1" y="5"/>
                      </a:cxn>
                      <a:cxn ang="0">
                        <a:pos x="2" y="3"/>
                      </a:cxn>
                      <a:cxn ang="0">
                        <a:pos x="2" y="2"/>
                      </a:cxn>
                      <a:cxn ang="0">
                        <a:pos x="4" y="2"/>
                      </a:cxn>
                      <a:cxn ang="0">
                        <a:pos x="4" y="0"/>
                      </a:cxn>
                      <a:cxn ang="0">
                        <a:pos x="5" y="0"/>
                      </a:cxn>
                      <a:cxn ang="0">
                        <a:pos x="8" y="3"/>
                      </a:cxn>
                      <a:cxn ang="0">
                        <a:pos x="8" y="5"/>
                      </a:cxn>
                      <a:cxn ang="0">
                        <a:pos x="9" y="5"/>
                      </a:cxn>
                      <a:cxn ang="0">
                        <a:pos x="9" y="5"/>
                      </a:cxn>
                      <a:cxn ang="0">
                        <a:pos x="8" y="10"/>
                      </a:cxn>
                      <a:cxn ang="0">
                        <a:pos x="8" y="10"/>
                      </a:cxn>
                      <a:cxn ang="0">
                        <a:pos x="8" y="14"/>
                      </a:cxn>
                      <a:cxn ang="0">
                        <a:pos x="9" y="14"/>
                      </a:cxn>
                      <a:cxn ang="0">
                        <a:pos x="11" y="17"/>
                      </a:cxn>
                      <a:cxn ang="0">
                        <a:pos x="9" y="25"/>
                      </a:cxn>
                      <a:cxn ang="0">
                        <a:pos x="8" y="25"/>
                      </a:cxn>
                      <a:cxn ang="0">
                        <a:pos x="8" y="25"/>
                      </a:cxn>
                    </a:cxnLst>
                    <a:rect l="0" t="0" r="r" b="b"/>
                    <a:pathLst>
                      <a:path w="11" h="25">
                        <a:moveTo>
                          <a:pt x="8" y="25"/>
                        </a:moveTo>
                        <a:lnTo>
                          <a:pt x="5" y="25"/>
                        </a:lnTo>
                        <a:lnTo>
                          <a:pt x="1" y="22"/>
                        </a:lnTo>
                        <a:lnTo>
                          <a:pt x="1" y="21"/>
                        </a:lnTo>
                        <a:lnTo>
                          <a:pt x="1" y="21"/>
                        </a:lnTo>
                        <a:lnTo>
                          <a:pt x="1" y="18"/>
                        </a:lnTo>
                        <a:lnTo>
                          <a:pt x="0" y="17"/>
                        </a:lnTo>
                        <a:lnTo>
                          <a:pt x="0" y="14"/>
                        </a:lnTo>
                        <a:lnTo>
                          <a:pt x="0" y="10"/>
                        </a:lnTo>
                        <a:lnTo>
                          <a:pt x="1" y="10"/>
                        </a:lnTo>
                        <a:lnTo>
                          <a:pt x="2" y="10"/>
                        </a:lnTo>
                        <a:lnTo>
                          <a:pt x="1" y="6"/>
                        </a:lnTo>
                        <a:lnTo>
                          <a:pt x="2" y="6"/>
                        </a:lnTo>
                        <a:lnTo>
                          <a:pt x="1" y="5"/>
                        </a:lnTo>
                        <a:lnTo>
                          <a:pt x="2" y="3"/>
                        </a:lnTo>
                        <a:lnTo>
                          <a:pt x="2" y="2"/>
                        </a:lnTo>
                        <a:lnTo>
                          <a:pt x="4" y="2"/>
                        </a:lnTo>
                        <a:lnTo>
                          <a:pt x="4" y="0"/>
                        </a:lnTo>
                        <a:lnTo>
                          <a:pt x="5" y="0"/>
                        </a:lnTo>
                        <a:lnTo>
                          <a:pt x="8" y="3"/>
                        </a:lnTo>
                        <a:lnTo>
                          <a:pt x="8" y="5"/>
                        </a:lnTo>
                        <a:lnTo>
                          <a:pt x="9" y="5"/>
                        </a:lnTo>
                        <a:lnTo>
                          <a:pt x="9" y="5"/>
                        </a:lnTo>
                        <a:lnTo>
                          <a:pt x="8" y="10"/>
                        </a:lnTo>
                        <a:lnTo>
                          <a:pt x="8" y="10"/>
                        </a:lnTo>
                        <a:lnTo>
                          <a:pt x="8" y="14"/>
                        </a:lnTo>
                        <a:lnTo>
                          <a:pt x="9" y="14"/>
                        </a:lnTo>
                        <a:lnTo>
                          <a:pt x="11" y="17"/>
                        </a:lnTo>
                        <a:lnTo>
                          <a:pt x="9" y="25"/>
                        </a:lnTo>
                        <a:lnTo>
                          <a:pt x="8" y="25"/>
                        </a:lnTo>
                        <a:lnTo>
                          <a:pt x="8" y="25"/>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09" name="Freeform 870">
                    <a:extLst>
                      <a:ext uri="{FF2B5EF4-FFF2-40B4-BE49-F238E27FC236}">
                        <a16:creationId xmlns:a16="http://schemas.microsoft.com/office/drawing/2014/main" id="{3DCB1199-B3FA-65A4-041A-914A729C0F5D}"/>
                      </a:ext>
                    </a:extLst>
                  </p:cNvPr>
                  <p:cNvSpPr>
                    <a:spLocks noEditPoints="1"/>
                  </p:cNvSpPr>
                  <p:nvPr/>
                </p:nvSpPr>
                <p:spPr bwMode="auto">
                  <a:xfrm>
                    <a:off x="9916981" y="2626328"/>
                    <a:ext cx="96641" cy="124668"/>
                  </a:xfrm>
                  <a:custGeom>
                    <a:avLst/>
                    <a:gdLst/>
                    <a:ahLst/>
                    <a:cxnLst>
                      <a:cxn ang="0">
                        <a:pos x="42" y="98"/>
                      </a:cxn>
                      <a:cxn ang="0">
                        <a:pos x="41" y="56"/>
                      </a:cxn>
                      <a:cxn ang="0">
                        <a:pos x="56" y="18"/>
                      </a:cxn>
                      <a:cxn ang="0">
                        <a:pos x="61" y="33"/>
                      </a:cxn>
                      <a:cxn ang="0">
                        <a:pos x="70" y="41"/>
                      </a:cxn>
                      <a:cxn ang="0">
                        <a:pos x="75" y="41"/>
                      </a:cxn>
                      <a:cxn ang="0">
                        <a:pos x="83" y="42"/>
                      </a:cxn>
                      <a:cxn ang="0">
                        <a:pos x="89" y="42"/>
                      </a:cxn>
                      <a:cxn ang="0">
                        <a:pos x="94" y="51"/>
                      </a:cxn>
                      <a:cxn ang="0">
                        <a:pos x="98" y="56"/>
                      </a:cxn>
                      <a:cxn ang="0">
                        <a:pos x="106" y="60"/>
                      </a:cxn>
                      <a:cxn ang="0">
                        <a:pos x="106" y="64"/>
                      </a:cxn>
                      <a:cxn ang="0">
                        <a:pos x="105" y="70"/>
                      </a:cxn>
                      <a:cxn ang="0">
                        <a:pos x="99" y="79"/>
                      </a:cxn>
                      <a:cxn ang="0">
                        <a:pos x="94" y="86"/>
                      </a:cxn>
                      <a:cxn ang="0">
                        <a:pos x="91" y="93"/>
                      </a:cxn>
                      <a:cxn ang="0">
                        <a:pos x="89" y="91"/>
                      </a:cxn>
                      <a:cxn ang="0">
                        <a:pos x="89" y="89"/>
                      </a:cxn>
                      <a:cxn ang="0">
                        <a:pos x="86" y="90"/>
                      </a:cxn>
                      <a:cxn ang="0">
                        <a:pos x="84" y="93"/>
                      </a:cxn>
                      <a:cxn ang="0">
                        <a:pos x="83" y="95"/>
                      </a:cxn>
                      <a:cxn ang="0">
                        <a:pos x="80" y="102"/>
                      </a:cxn>
                      <a:cxn ang="0">
                        <a:pos x="80" y="105"/>
                      </a:cxn>
                      <a:cxn ang="0">
                        <a:pos x="80" y="108"/>
                      </a:cxn>
                      <a:cxn ang="0">
                        <a:pos x="84" y="113"/>
                      </a:cxn>
                      <a:cxn ang="0">
                        <a:pos x="76" y="116"/>
                      </a:cxn>
                      <a:cxn ang="0">
                        <a:pos x="72" y="116"/>
                      </a:cxn>
                      <a:cxn ang="0">
                        <a:pos x="64" y="123"/>
                      </a:cxn>
                      <a:cxn ang="0">
                        <a:pos x="63" y="128"/>
                      </a:cxn>
                      <a:cxn ang="0">
                        <a:pos x="59" y="131"/>
                      </a:cxn>
                      <a:cxn ang="0">
                        <a:pos x="51" y="131"/>
                      </a:cxn>
                      <a:cxn ang="0">
                        <a:pos x="46" y="134"/>
                      </a:cxn>
                      <a:cxn ang="0">
                        <a:pos x="48" y="138"/>
                      </a:cxn>
                      <a:cxn ang="0">
                        <a:pos x="48" y="140"/>
                      </a:cxn>
                      <a:cxn ang="0">
                        <a:pos x="48" y="140"/>
                      </a:cxn>
                      <a:cxn ang="0">
                        <a:pos x="42" y="146"/>
                      </a:cxn>
                      <a:cxn ang="0">
                        <a:pos x="38" y="144"/>
                      </a:cxn>
                      <a:cxn ang="0">
                        <a:pos x="30" y="147"/>
                      </a:cxn>
                      <a:cxn ang="0">
                        <a:pos x="25" y="150"/>
                      </a:cxn>
                      <a:cxn ang="0">
                        <a:pos x="22" y="150"/>
                      </a:cxn>
                      <a:cxn ang="0">
                        <a:pos x="11" y="140"/>
                      </a:cxn>
                      <a:cxn ang="0">
                        <a:pos x="0" y="117"/>
                      </a:cxn>
                      <a:cxn ang="0">
                        <a:pos x="2" y="110"/>
                      </a:cxn>
                      <a:cxn ang="0">
                        <a:pos x="53" y="10"/>
                      </a:cxn>
                      <a:cxn ang="0">
                        <a:pos x="55" y="4"/>
                      </a:cxn>
                      <a:cxn ang="0">
                        <a:pos x="55" y="2"/>
                      </a:cxn>
                      <a:cxn ang="0">
                        <a:pos x="55" y="0"/>
                      </a:cxn>
                      <a:cxn ang="0">
                        <a:pos x="53" y="0"/>
                      </a:cxn>
                      <a:cxn ang="0">
                        <a:pos x="52" y="0"/>
                      </a:cxn>
                      <a:cxn ang="0">
                        <a:pos x="51" y="4"/>
                      </a:cxn>
                      <a:cxn ang="0">
                        <a:pos x="49" y="6"/>
                      </a:cxn>
                      <a:cxn ang="0">
                        <a:pos x="51" y="7"/>
                      </a:cxn>
                      <a:cxn ang="0">
                        <a:pos x="53" y="13"/>
                      </a:cxn>
                    </a:cxnLst>
                    <a:rect l="0" t="0" r="r" b="b"/>
                    <a:pathLst>
                      <a:path w="106" h="150">
                        <a:moveTo>
                          <a:pt x="2" y="110"/>
                        </a:moveTo>
                        <a:lnTo>
                          <a:pt x="42" y="98"/>
                        </a:lnTo>
                        <a:lnTo>
                          <a:pt x="44" y="68"/>
                        </a:lnTo>
                        <a:lnTo>
                          <a:pt x="41" y="56"/>
                        </a:lnTo>
                        <a:lnTo>
                          <a:pt x="53" y="19"/>
                        </a:lnTo>
                        <a:lnTo>
                          <a:pt x="56" y="18"/>
                        </a:lnTo>
                        <a:lnTo>
                          <a:pt x="56" y="28"/>
                        </a:lnTo>
                        <a:lnTo>
                          <a:pt x="61" y="33"/>
                        </a:lnTo>
                        <a:lnTo>
                          <a:pt x="61" y="34"/>
                        </a:lnTo>
                        <a:lnTo>
                          <a:pt x="70" y="41"/>
                        </a:lnTo>
                        <a:lnTo>
                          <a:pt x="72" y="42"/>
                        </a:lnTo>
                        <a:lnTo>
                          <a:pt x="75" y="41"/>
                        </a:lnTo>
                        <a:lnTo>
                          <a:pt x="78" y="41"/>
                        </a:lnTo>
                        <a:lnTo>
                          <a:pt x="83" y="42"/>
                        </a:lnTo>
                        <a:lnTo>
                          <a:pt x="87" y="41"/>
                        </a:lnTo>
                        <a:lnTo>
                          <a:pt x="89" y="42"/>
                        </a:lnTo>
                        <a:lnTo>
                          <a:pt x="93" y="47"/>
                        </a:lnTo>
                        <a:lnTo>
                          <a:pt x="94" y="51"/>
                        </a:lnTo>
                        <a:lnTo>
                          <a:pt x="97" y="53"/>
                        </a:lnTo>
                        <a:lnTo>
                          <a:pt x="98" y="56"/>
                        </a:lnTo>
                        <a:lnTo>
                          <a:pt x="103" y="60"/>
                        </a:lnTo>
                        <a:lnTo>
                          <a:pt x="106" y="60"/>
                        </a:lnTo>
                        <a:lnTo>
                          <a:pt x="106" y="61"/>
                        </a:lnTo>
                        <a:lnTo>
                          <a:pt x="106" y="64"/>
                        </a:lnTo>
                        <a:lnTo>
                          <a:pt x="105" y="67"/>
                        </a:lnTo>
                        <a:lnTo>
                          <a:pt x="105" y="70"/>
                        </a:lnTo>
                        <a:lnTo>
                          <a:pt x="105" y="71"/>
                        </a:lnTo>
                        <a:lnTo>
                          <a:pt x="99" y="79"/>
                        </a:lnTo>
                        <a:lnTo>
                          <a:pt x="95" y="83"/>
                        </a:lnTo>
                        <a:lnTo>
                          <a:pt x="94" y="86"/>
                        </a:lnTo>
                        <a:lnTo>
                          <a:pt x="93" y="87"/>
                        </a:lnTo>
                        <a:lnTo>
                          <a:pt x="91" y="93"/>
                        </a:lnTo>
                        <a:lnTo>
                          <a:pt x="90" y="93"/>
                        </a:lnTo>
                        <a:lnTo>
                          <a:pt x="89" y="91"/>
                        </a:lnTo>
                        <a:lnTo>
                          <a:pt x="89" y="90"/>
                        </a:lnTo>
                        <a:lnTo>
                          <a:pt x="89" y="89"/>
                        </a:lnTo>
                        <a:lnTo>
                          <a:pt x="87" y="89"/>
                        </a:lnTo>
                        <a:lnTo>
                          <a:pt x="86" y="90"/>
                        </a:lnTo>
                        <a:lnTo>
                          <a:pt x="84" y="93"/>
                        </a:lnTo>
                        <a:lnTo>
                          <a:pt x="84" y="93"/>
                        </a:lnTo>
                        <a:lnTo>
                          <a:pt x="84" y="94"/>
                        </a:lnTo>
                        <a:lnTo>
                          <a:pt x="83" y="95"/>
                        </a:lnTo>
                        <a:lnTo>
                          <a:pt x="80" y="100"/>
                        </a:lnTo>
                        <a:lnTo>
                          <a:pt x="80" y="102"/>
                        </a:lnTo>
                        <a:lnTo>
                          <a:pt x="80" y="105"/>
                        </a:lnTo>
                        <a:lnTo>
                          <a:pt x="80" y="105"/>
                        </a:lnTo>
                        <a:lnTo>
                          <a:pt x="82" y="108"/>
                        </a:lnTo>
                        <a:lnTo>
                          <a:pt x="80" y="108"/>
                        </a:lnTo>
                        <a:lnTo>
                          <a:pt x="83" y="112"/>
                        </a:lnTo>
                        <a:lnTo>
                          <a:pt x="84" y="113"/>
                        </a:lnTo>
                        <a:lnTo>
                          <a:pt x="83" y="114"/>
                        </a:lnTo>
                        <a:lnTo>
                          <a:pt x="76" y="116"/>
                        </a:lnTo>
                        <a:lnTo>
                          <a:pt x="75" y="116"/>
                        </a:lnTo>
                        <a:lnTo>
                          <a:pt x="72" y="116"/>
                        </a:lnTo>
                        <a:lnTo>
                          <a:pt x="70" y="116"/>
                        </a:lnTo>
                        <a:lnTo>
                          <a:pt x="64" y="123"/>
                        </a:lnTo>
                        <a:lnTo>
                          <a:pt x="64" y="127"/>
                        </a:lnTo>
                        <a:lnTo>
                          <a:pt x="63" y="128"/>
                        </a:lnTo>
                        <a:lnTo>
                          <a:pt x="60" y="131"/>
                        </a:lnTo>
                        <a:lnTo>
                          <a:pt x="59" y="131"/>
                        </a:lnTo>
                        <a:lnTo>
                          <a:pt x="55" y="131"/>
                        </a:lnTo>
                        <a:lnTo>
                          <a:pt x="51" y="131"/>
                        </a:lnTo>
                        <a:lnTo>
                          <a:pt x="49" y="132"/>
                        </a:lnTo>
                        <a:lnTo>
                          <a:pt x="46" y="134"/>
                        </a:lnTo>
                        <a:lnTo>
                          <a:pt x="48" y="135"/>
                        </a:lnTo>
                        <a:lnTo>
                          <a:pt x="48" y="138"/>
                        </a:lnTo>
                        <a:lnTo>
                          <a:pt x="49" y="138"/>
                        </a:lnTo>
                        <a:lnTo>
                          <a:pt x="48" y="140"/>
                        </a:lnTo>
                        <a:lnTo>
                          <a:pt x="48" y="140"/>
                        </a:lnTo>
                        <a:lnTo>
                          <a:pt x="48" y="140"/>
                        </a:lnTo>
                        <a:lnTo>
                          <a:pt x="44" y="146"/>
                        </a:lnTo>
                        <a:lnTo>
                          <a:pt x="42" y="146"/>
                        </a:lnTo>
                        <a:lnTo>
                          <a:pt x="41" y="144"/>
                        </a:lnTo>
                        <a:lnTo>
                          <a:pt x="38" y="144"/>
                        </a:lnTo>
                        <a:lnTo>
                          <a:pt x="36" y="144"/>
                        </a:lnTo>
                        <a:lnTo>
                          <a:pt x="30" y="147"/>
                        </a:lnTo>
                        <a:lnTo>
                          <a:pt x="27" y="147"/>
                        </a:lnTo>
                        <a:lnTo>
                          <a:pt x="25" y="150"/>
                        </a:lnTo>
                        <a:lnTo>
                          <a:pt x="22" y="150"/>
                        </a:lnTo>
                        <a:lnTo>
                          <a:pt x="22" y="150"/>
                        </a:lnTo>
                        <a:lnTo>
                          <a:pt x="19" y="150"/>
                        </a:lnTo>
                        <a:lnTo>
                          <a:pt x="11" y="140"/>
                        </a:lnTo>
                        <a:lnTo>
                          <a:pt x="14" y="135"/>
                        </a:lnTo>
                        <a:lnTo>
                          <a:pt x="0" y="117"/>
                        </a:lnTo>
                        <a:lnTo>
                          <a:pt x="2" y="110"/>
                        </a:lnTo>
                        <a:lnTo>
                          <a:pt x="2" y="110"/>
                        </a:lnTo>
                        <a:close/>
                        <a:moveTo>
                          <a:pt x="53" y="13"/>
                        </a:moveTo>
                        <a:lnTo>
                          <a:pt x="53" y="10"/>
                        </a:lnTo>
                        <a:lnTo>
                          <a:pt x="53" y="9"/>
                        </a:lnTo>
                        <a:lnTo>
                          <a:pt x="55" y="4"/>
                        </a:lnTo>
                        <a:lnTo>
                          <a:pt x="53" y="4"/>
                        </a:lnTo>
                        <a:lnTo>
                          <a:pt x="55" y="2"/>
                        </a:lnTo>
                        <a:lnTo>
                          <a:pt x="53" y="2"/>
                        </a:lnTo>
                        <a:lnTo>
                          <a:pt x="55" y="0"/>
                        </a:lnTo>
                        <a:lnTo>
                          <a:pt x="55" y="2"/>
                        </a:lnTo>
                        <a:lnTo>
                          <a:pt x="53" y="0"/>
                        </a:lnTo>
                        <a:lnTo>
                          <a:pt x="53" y="0"/>
                        </a:lnTo>
                        <a:lnTo>
                          <a:pt x="52" y="0"/>
                        </a:lnTo>
                        <a:lnTo>
                          <a:pt x="51" y="4"/>
                        </a:lnTo>
                        <a:lnTo>
                          <a:pt x="51" y="4"/>
                        </a:lnTo>
                        <a:lnTo>
                          <a:pt x="49" y="4"/>
                        </a:lnTo>
                        <a:lnTo>
                          <a:pt x="49" y="6"/>
                        </a:lnTo>
                        <a:lnTo>
                          <a:pt x="49" y="7"/>
                        </a:lnTo>
                        <a:lnTo>
                          <a:pt x="51" y="7"/>
                        </a:lnTo>
                        <a:lnTo>
                          <a:pt x="52" y="13"/>
                        </a:lnTo>
                        <a:lnTo>
                          <a:pt x="53" y="13"/>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10" name="Freeform 872">
                    <a:extLst>
                      <a:ext uri="{FF2B5EF4-FFF2-40B4-BE49-F238E27FC236}">
                        <a16:creationId xmlns:a16="http://schemas.microsoft.com/office/drawing/2014/main" id="{A1F47A1D-AA2F-3F2B-744C-17EC937EC2B1}"/>
                      </a:ext>
                    </a:extLst>
                  </p:cNvPr>
                  <p:cNvSpPr>
                    <a:spLocks noEditPoints="1"/>
                  </p:cNvSpPr>
                  <p:nvPr/>
                </p:nvSpPr>
                <p:spPr bwMode="auto">
                  <a:xfrm>
                    <a:off x="9796636" y="2717751"/>
                    <a:ext cx="157726" cy="89761"/>
                  </a:xfrm>
                  <a:custGeom>
                    <a:avLst/>
                    <a:gdLst/>
                    <a:ahLst/>
                    <a:cxnLst>
                      <a:cxn ang="0">
                        <a:pos x="5" y="41"/>
                      </a:cxn>
                      <a:cxn ang="0">
                        <a:pos x="9" y="40"/>
                      </a:cxn>
                      <a:cxn ang="0">
                        <a:pos x="10" y="33"/>
                      </a:cxn>
                      <a:cxn ang="0">
                        <a:pos x="15" y="24"/>
                      </a:cxn>
                      <a:cxn ang="0">
                        <a:pos x="28" y="28"/>
                      </a:cxn>
                      <a:cxn ang="0">
                        <a:pos x="53" y="38"/>
                      </a:cxn>
                      <a:cxn ang="0">
                        <a:pos x="79" y="17"/>
                      </a:cxn>
                      <a:cxn ang="0">
                        <a:pos x="132" y="7"/>
                      </a:cxn>
                      <a:cxn ang="0">
                        <a:pos x="143" y="30"/>
                      </a:cxn>
                      <a:cxn ang="0">
                        <a:pos x="149" y="41"/>
                      </a:cxn>
                      <a:cxn ang="0">
                        <a:pos x="138" y="48"/>
                      </a:cxn>
                      <a:cxn ang="0">
                        <a:pos x="139" y="53"/>
                      </a:cxn>
                      <a:cxn ang="0">
                        <a:pos x="139" y="55"/>
                      </a:cxn>
                      <a:cxn ang="0">
                        <a:pos x="130" y="59"/>
                      </a:cxn>
                      <a:cxn ang="0">
                        <a:pos x="116" y="63"/>
                      </a:cxn>
                      <a:cxn ang="0">
                        <a:pos x="98" y="70"/>
                      </a:cxn>
                      <a:cxn ang="0">
                        <a:pos x="94" y="71"/>
                      </a:cxn>
                      <a:cxn ang="0">
                        <a:pos x="87" y="79"/>
                      </a:cxn>
                      <a:cxn ang="0">
                        <a:pos x="85" y="78"/>
                      </a:cxn>
                      <a:cxn ang="0">
                        <a:pos x="81" y="81"/>
                      </a:cxn>
                      <a:cxn ang="0">
                        <a:pos x="78" y="78"/>
                      </a:cxn>
                      <a:cxn ang="0">
                        <a:pos x="72" y="85"/>
                      </a:cxn>
                      <a:cxn ang="0">
                        <a:pos x="64" y="86"/>
                      </a:cxn>
                      <a:cxn ang="0">
                        <a:pos x="55" y="89"/>
                      </a:cxn>
                      <a:cxn ang="0">
                        <a:pos x="51" y="87"/>
                      </a:cxn>
                      <a:cxn ang="0">
                        <a:pos x="48" y="86"/>
                      </a:cxn>
                      <a:cxn ang="0">
                        <a:pos x="43" y="89"/>
                      </a:cxn>
                      <a:cxn ang="0">
                        <a:pos x="38" y="93"/>
                      </a:cxn>
                      <a:cxn ang="0">
                        <a:pos x="33" y="98"/>
                      </a:cxn>
                      <a:cxn ang="0">
                        <a:pos x="29" y="97"/>
                      </a:cxn>
                      <a:cxn ang="0">
                        <a:pos x="24" y="100"/>
                      </a:cxn>
                      <a:cxn ang="0">
                        <a:pos x="19" y="100"/>
                      </a:cxn>
                      <a:cxn ang="0">
                        <a:pos x="15" y="97"/>
                      </a:cxn>
                      <a:cxn ang="0">
                        <a:pos x="11" y="90"/>
                      </a:cxn>
                      <a:cxn ang="0">
                        <a:pos x="11" y="86"/>
                      </a:cxn>
                      <a:cxn ang="0">
                        <a:pos x="7" y="78"/>
                      </a:cxn>
                      <a:cxn ang="0">
                        <a:pos x="3" y="60"/>
                      </a:cxn>
                      <a:cxn ang="0">
                        <a:pos x="0" y="59"/>
                      </a:cxn>
                      <a:cxn ang="0">
                        <a:pos x="2" y="57"/>
                      </a:cxn>
                      <a:cxn ang="0">
                        <a:pos x="5" y="56"/>
                      </a:cxn>
                      <a:cxn ang="0">
                        <a:pos x="3" y="44"/>
                      </a:cxn>
                      <a:cxn ang="0">
                        <a:pos x="2" y="41"/>
                      </a:cxn>
                      <a:cxn ang="0">
                        <a:pos x="142" y="106"/>
                      </a:cxn>
                      <a:cxn ang="0">
                        <a:pos x="142" y="108"/>
                      </a:cxn>
                      <a:cxn ang="0">
                        <a:pos x="138" y="106"/>
                      </a:cxn>
                      <a:cxn ang="0">
                        <a:pos x="158" y="101"/>
                      </a:cxn>
                      <a:cxn ang="0">
                        <a:pos x="159" y="98"/>
                      </a:cxn>
                      <a:cxn ang="0">
                        <a:pos x="162" y="100"/>
                      </a:cxn>
                      <a:cxn ang="0">
                        <a:pos x="166" y="100"/>
                      </a:cxn>
                      <a:cxn ang="0">
                        <a:pos x="170" y="100"/>
                      </a:cxn>
                      <a:cxn ang="0">
                        <a:pos x="173" y="101"/>
                      </a:cxn>
                      <a:cxn ang="0">
                        <a:pos x="170" y="102"/>
                      </a:cxn>
                      <a:cxn ang="0">
                        <a:pos x="162" y="105"/>
                      </a:cxn>
                      <a:cxn ang="0">
                        <a:pos x="158" y="104"/>
                      </a:cxn>
                    </a:cxnLst>
                    <a:rect l="0" t="0" r="r" b="b"/>
                    <a:pathLst>
                      <a:path w="173" h="108">
                        <a:moveTo>
                          <a:pt x="2" y="41"/>
                        </a:moveTo>
                        <a:lnTo>
                          <a:pt x="5" y="41"/>
                        </a:lnTo>
                        <a:lnTo>
                          <a:pt x="7" y="43"/>
                        </a:lnTo>
                        <a:lnTo>
                          <a:pt x="9" y="40"/>
                        </a:lnTo>
                        <a:lnTo>
                          <a:pt x="11" y="37"/>
                        </a:lnTo>
                        <a:lnTo>
                          <a:pt x="10" y="33"/>
                        </a:lnTo>
                        <a:lnTo>
                          <a:pt x="11" y="26"/>
                        </a:lnTo>
                        <a:lnTo>
                          <a:pt x="15" y="24"/>
                        </a:lnTo>
                        <a:lnTo>
                          <a:pt x="19" y="28"/>
                        </a:lnTo>
                        <a:lnTo>
                          <a:pt x="28" y="28"/>
                        </a:lnTo>
                        <a:lnTo>
                          <a:pt x="40" y="33"/>
                        </a:lnTo>
                        <a:lnTo>
                          <a:pt x="53" y="38"/>
                        </a:lnTo>
                        <a:lnTo>
                          <a:pt x="53" y="52"/>
                        </a:lnTo>
                        <a:lnTo>
                          <a:pt x="79" y="17"/>
                        </a:lnTo>
                        <a:lnTo>
                          <a:pt x="134" y="0"/>
                        </a:lnTo>
                        <a:lnTo>
                          <a:pt x="132" y="7"/>
                        </a:lnTo>
                        <a:lnTo>
                          <a:pt x="146" y="25"/>
                        </a:lnTo>
                        <a:lnTo>
                          <a:pt x="143" y="30"/>
                        </a:lnTo>
                        <a:lnTo>
                          <a:pt x="151" y="40"/>
                        </a:lnTo>
                        <a:lnTo>
                          <a:pt x="149" y="41"/>
                        </a:lnTo>
                        <a:lnTo>
                          <a:pt x="143" y="43"/>
                        </a:lnTo>
                        <a:lnTo>
                          <a:pt x="138" y="48"/>
                        </a:lnTo>
                        <a:lnTo>
                          <a:pt x="138" y="52"/>
                        </a:lnTo>
                        <a:lnTo>
                          <a:pt x="139" y="53"/>
                        </a:lnTo>
                        <a:lnTo>
                          <a:pt x="139" y="53"/>
                        </a:lnTo>
                        <a:lnTo>
                          <a:pt x="139" y="55"/>
                        </a:lnTo>
                        <a:lnTo>
                          <a:pt x="134" y="56"/>
                        </a:lnTo>
                        <a:lnTo>
                          <a:pt x="130" y="59"/>
                        </a:lnTo>
                        <a:lnTo>
                          <a:pt x="124" y="62"/>
                        </a:lnTo>
                        <a:lnTo>
                          <a:pt x="116" y="63"/>
                        </a:lnTo>
                        <a:lnTo>
                          <a:pt x="115" y="66"/>
                        </a:lnTo>
                        <a:lnTo>
                          <a:pt x="98" y="70"/>
                        </a:lnTo>
                        <a:lnTo>
                          <a:pt x="97" y="70"/>
                        </a:lnTo>
                        <a:lnTo>
                          <a:pt x="94" y="71"/>
                        </a:lnTo>
                        <a:lnTo>
                          <a:pt x="91" y="75"/>
                        </a:lnTo>
                        <a:lnTo>
                          <a:pt x="87" y="79"/>
                        </a:lnTo>
                        <a:lnTo>
                          <a:pt x="86" y="79"/>
                        </a:lnTo>
                        <a:lnTo>
                          <a:pt x="85" y="78"/>
                        </a:lnTo>
                        <a:lnTo>
                          <a:pt x="83" y="79"/>
                        </a:lnTo>
                        <a:lnTo>
                          <a:pt x="81" y="81"/>
                        </a:lnTo>
                        <a:lnTo>
                          <a:pt x="79" y="79"/>
                        </a:lnTo>
                        <a:lnTo>
                          <a:pt x="78" y="78"/>
                        </a:lnTo>
                        <a:lnTo>
                          <a:pt x="72" y="82"/>
                        </a:lnTo>
                        <a:lnTo>
                          <a:pt x="72" y="85"/>
                        </a:lnTo>
                        <a:lnTo>
                          <a:pt x="70" y="86"/>
                        </a:lnTo>
                        <a:lnTo>
                          <a:pt x="64" y="86"/>
                        </a:lnTo>
                        <a:lnTo>
                          <a:pt x="58" y="89"/>
                        </a:lnTo>
                        <a:lnTo>
                          <a:pt x="55" y="89"/>
                        </a:lnTo>
                        <a:lnTo>
                          <a:pt x="55" y="87"/>
                        </a:lnTo>
                        <a:lnTo>
                          <a:pt x="51" y="87"/>
                        </a:lnTo>
                        <a:lnTo>
                          <a:pt x="49" y="86"/>
                        </a:lnTo>
                        <a:lnTo>
                          <a:pt x="48" y="86"/>
                        </a:lnTo>
                        <a:lnTo>
                          <a:pt x="45" y="87"/>
                        </a:lnTo>
                        <a:lnTo>
                          <a:pt x="43" y="89"/>
                        </a:lnTo>
                        <a:lnTo>
                          <a:pt x="40" y="93"/>
                        </a:lnTo>
                        <a:lnTo>
                          <a:pt x="38" y="93"/>
                        </a:lnTo>
                        <a:lnTo>
                          <a:pt x="36" y="97"/>
                        </a:lnTo>
                        <a:lnTo>
                          <a:pt x="33" y="98"/>
                        </a:lnTo>
                        <a:lnTo>
                          <a:pt x="32" y="97"/>
                        </a:lnTo>
                        <a:lnTo>
                          <a:pt x="29" y="97"/>
                        </a:lnTo>
                        <a:lnTo>
                          <a:pt x="26" y="100"/>
                        </a:lnTo>
                        <a:lnTo>
                          <a:pt x="24" y="100"/>
                        </a:lnTo>
                        <a:lnTo>
                          <a:pt x="19" y="98"/>
                        </a:lnTo>
                        <a:lnTo>
                          <a:pt x="19" y="100"/>
                        </a:lnTo>
                        <a:lnTo>
                          <a:pt x="17" y="100"/>
                        </a:lnTo>
                        <a:lnTo>
                          <a:pt x="15" y="97"/>
                        </a:lnTo>
                        <a:lnTo>
                          <a:pt x="15" y="94"/>
                        </a:lnTo>
                        <a:lnTo>
                          <a:pt x="11" y="90"/>
                        </a:lnTo>
                        <a:lnTo>
                          <a:pt x="10" y="86"/>
                        </a:lnTo>
                        <a:lnTo>
                          <a:pt x="11" y="86"/>
                        </a:lnTo>
                        <a:lnTo>
                          <a:pt x="11" y="82"/>
                        </a:lnTo>
                        <a:lnTo>
                          <a:pt x="7" y="78"/>
                        </a:lnTo>
                        <a:lnTo>
                          <a:pt x="6" y="66"/>
                        </a:lnTo>
                        <a:lnTo>
                          <a:pt x="3" y="60"/>
                        </a:lnTo>
                        <a:lnTo>
                          <a:pt x="2" y="59"/>
                        </a:lnTo>
                        <a:lnTo>
                          <a:pt x="0" y="59"/>
                        </a:lnTo>
                        <a:lnTo>
                          <a:pt x="0" y="56"/>
                        </a:lnTo>
                        <a:lnTo>
                          <a:pt x="2" y="57"/>
                        </a:lnTo>
                        <a:lnTo>
                          <a:pt x="2" y="56"/>
                        </a:lnTo>
                        <a:lnTo>
                          <a:pt x="5" y="56"/>
                        </a:lnTo>
                        <a:lnTo>
                          <a:pt x="5" y="51"/>
                        </a:lnTo>
                        <a:lnTo>
                          <a:pt x="3" y="44"/>
                        </a:lnTo>
                        <a:lnTo>
                          <a:pt x="2" y="41"/>
                        </a:lnTo>
                        <a:lnTo>
                          <a:pt x="2" y="41"/>
                        </a:lnTo>
                        <a:close/>
                        <a:moveTo>
                          <a:pt x="138" y="106"/>
                        </a:moveTo>
                        <a:lnTo>
                          <a:pt x="142" y="106"/>
                        </a:lnTo>
                        <a:lnTo>
                          <a:pt x="144" y="106"/>
                        </a:lnTo>
                        <a:lnTo>
                          <a:pt x="142" y="108"/>
                        </a:lnTo>
                        <a:lnTo>
                          <a:pt x="138" y="106"/>
                        </a:lnTo>
                        <a:lnTo>
                          <a:pt x="138" y="106"/>
                        </a:lnTo>
                        <a:close/>
                        <a:moveTo>
                          <a:pt x="155" y="102"/>
                        </a:moveTo>
                        <a:lnTo>
                          <a:pt x="158" y="101"/>
                        </a:lnTo>
                        <a:lnTo>
                          <a:pt x="158" y="100"/>
                        </a:lnTo>
                        <a:lnTo>
                          <a:pt x="159" y="98"/>
                        </a:lnTo>
                        <a:lnTo>
                          <a:pt x="161" y="98"/>
                        </a:lnTo>
                        <a:lnTo>
                          <a:pt x="162" y="100"/>
                        </a:lnTo>
                        <a:lnTo>
                          <a:pt x="163" y="100"/>
                        </a:lnTo>
                        <a:lnTo>
                          <a:pt x="166" y="100"/>
                        </a:lnTo>
                        <a:lnTo>
                          <a:pt x="169" y="98"/>
                        </a:lnTo>
                        <a:lnTo>
                          <a:pt x="170" y="100"/>
                        </a:lnTo>
                        <a:lnTo>
                          <a:pt x="173" y="100"/>
                        </a:lnTo>
                        <a:lnTo>
                          <a:pt x="173" y="101"/>
                        </a:lnTo>
                        <a:lnTo>
                          <a:pt x="172" y="102"/>
                        </a:lnTo>
                        <a:lnTo>
                          <a:pt x="170" y="102"/>
                        </a:lnTo>
                        <a:lnTo>
                          <a:pt x="166" y="105"/>
                        </a:lnTo>
                        <a:lnTo>
                          <a:pt x="162" y="105"/>
                        </a:lnTo>
                        <a:lnTo>
                          <a:pt x="159" y="105"/>
                        </a:lnTo>
                        <a:lnTo>
                          <a:pt x="158" y="104"/>
                        </a:lnTo>
                        <a:lnTo>
                          <a:pt x="155" y="102"/>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grpSp>
                <p:nvGrpSpPr>
                  <p:cNvPr id="211" name="Groupe 1549">
                    <a:extLst>
                      <a:ext uri="{FF2B5EF4-FFF2-40B4-BE49-F238E27FC236}">
                        <a16:creationId xmlns:a16="http://schemas.microsoft.com/office/drawing/2014/main" id="{91136AE3-2A54-1750-6986-AB6506B08B3D}"/>
                      </a:ext>
                    </a:extLst>
                  </p:cNvPr>
                  <p:cNvGrpSpPr/>
                  <p:nvPr/>
                </p:nvGrpSpPr>
                <p:grpSpPr>
                  <a:xfrm>
                    <a:off x="9481212" y="2136787"/>
                    <a:ext cx="238870" cy="245178"/>
                    <a:chOff x="5589588" y="2957513"/>
                    <a:chExt cx="415926" cy="468312"/>
                  </a:xfrm>
                  <a:solidFill>
                    <a:srgbClr val="ECECEC">
                      <a:lumMod val="90000"/>
                    </a:srgbClr>
                  </a:solidFill>
                </p:grpSpPr>
                <p:sp>
                  <p:nvSpPr>
                    <p:cNvPr id="329" name="Freeform 827">
                      <a:extLst>
                        <a:ext uri="{FF2B5EF4-FFF2-40B4-BE49-F238E27FC236}">
                          <a16:creationId xmlns:a16="http://schemas.microsoft.com/office/drawing/2014/main" id="{FDA46D63-9091-9EFC-C3B9-211D7B3DE1AC}"/>
                        </a:ext>
                      </a:extLst>
                    </p:cNvPr>
                    <p:cNvSpPr>
                      <a:spLocks noEditPoints="1"/>
                    </p:cNvSpPr>
                    <p:nvPr/>
                  </p:nvSpPr>
                  <p:spPr bwMode="auto">
                    <a:xfrm>
                      <a:off x="5600701" y="2957513"/>
                      <a:ext cx="120650" cy="80963"/>
                    </a:xfrm>
                    <a:custGeom>
                      <a:avLst/>
                      <a:gdLst/>
                      <a:ahLst/>
                      <a:cxnLst>
                        <a:cxn ang="0">
                          <a:pos x="75" y="47"/>
                        </a:cxn>
                        <a:cxn ang="0">
                          <a:pos x="76" y="43"/>
                        </a:cxn>
                        <a:cxn ang="0">
                          <a:pos x="69" y="28"/>
                        </a:cxn>
                        <a:cxn ang="0">
                          <a:pos x="72" y="16"/>
                        </a:cxn>
                        <a:cxn ang="0">
                          <a:pos x="76" y="9"/>
                        </a:cxn>
                        <a:cxn ang="0">
                          <a:pos x="76" y="8"/>
                        </a:cxn>
                        <a:cxn ang="0">
                          <a:pos x="75" y="7"/>
                        </a:cxn>
                        <a:cxn ang="0">
                          <a:pos x="58" y="4"/>
                        </a:cxn>
                        <a:cxn ang="0">
                          <a:pos x="50" y="2"/>
                        </a:cxn>
                        <a:cxn ang="0">
                          <a:pos x="45" y="0"/>
                        </a:cxn>
                        <a:cxn ang="0">
                          <a:pos x="42" y="2"/>
                        </a:cxn>
                        <a:cxn ang="0">
                          <a:pos x="43" y="4"/>
                        </a:cxn>
                        <a:cxn ang="0">
                          <a:pos x="41" y="5"/>
                        </a:cxn>
                        <a:cxn ang="0">
                          <a:pos x="34" y="4"/>
                        </a:cxn>
                        <a:cxn ang="0">
                          <a:pos x="31" y="7"/>
                        </a:cxn>
                        <a:cxn ang="0">
                          <a:pos x="27" y="9"/>
                        </a:cxn>
                        <a:cxn ang="0">
                          <a:pos x="22" y="11"/>
                        </a:cxn>
                        <a:cxn ang="0">
                          <a:pos x="20" y="23"/>
                        </a:cxn>
                        <a:cxn ang="0">
                          <a:pos x="23" y="23"/>
                        </a:cxn>
                        <a:cxn ang="0">
                          <a:pos x="24" y="24"/>
                        </a:cxn>
                        <a:cxn ang="0">
                          <a:pos x="22" y="28"/>
                        </a:cxn>
                        <a:cxn ang="0">
                          <a:pos x="28" y="35"/>
                        </a:cxn>
                        <a:cxn ang="0">
                          <a:pos x="30" y="32"/>
                        </a:cxn>
                        <a:cxn ang="0">
                          <a:pos x="34" y="32"/>
                        </a:cxn>
                        <a:cxn ang="0">
                          <a:pos x="32" y="42"/>
                        </a:cxn>
                        <a:cxn ang="0">
                          <a:pos x="38" y="39"/>
                        </a:cxn>
                        <a:cxn ang="0">
                          <a:pos x="45" y="40"/>
                        </a:cxn>
                        <a:cxn ang="0">
                          <a:pos x="47" y="38"/>
                        </a:cxn>
                        <a:cxn ang="0">
                          <a:pos x="50" y="42"/>
                        </a:cxn>
                        <a:cxn ang="0">
                          <a:pos x="57" y="45"/>
                        </a:cxn>
                        <a:cxn ang="0">
                          <a:pos x="61" y="49"/>
                        </a:cxn>
                        <a:cxn ang="0">
                          <a:pos x="68" y="50"/>
                        </a:cxn>
                        <a:cxn ang="0">
                          <a:pos x="72" y="50"/>
                        </a:cxn>
                        <a:cxn ang="0">
                          <a:pos x="17" y="17"/>
                        </a:cxn>
                        <a:cxn ang="0">
                          <a:pos x="15" y="19"/>
                        </a:cxn>
                        <a:cxn ang="0">
                          <a:pos x="15" y="17"/>
                        </a:cxn>
                        <a:cxn ang="0">
                          <a:pos x="8" y="21"/>
                        </a:cxn>
                        <a:cxn ang="0">
                          <a:pos x="3" y="23"/>
                        </a:cxn>
                        <a:cxn ang="0">
                          <a:pos x="7" y="20"/>
                        </a:cxn>
                        <a:cxn ang="0">
                          <a:pos x="8" y="17"/>
                        </a:cxn>
                        <a:cxn ang="0">
                          <a:pos x="11" y="19"/>
                        </a:cxn>
                        <a:cxn ang="0">
                          <a:pos x="15" y="21"/>
                        </a:cxn>
                        <a:cxn ang="0">
                          <a:pos x="11" y="23"/>
                        </a:cxn>
                        <a:cxn ang="0">
                          <a:pos x="9" y="24"/>
                        </a:cxn>
                        <a:cxn ang="0">
                          <a:pos x="15" y="24"/>
                        </a:cxn>
                        <a:cxn ang="0">
                          <a:pos x="20" y="28"/>
                        </a:cxn>
                        <a:cxn ang="0">
                          <a:pos x="15" y="26"/>
                        </a:cxn>
                        <a:cxn ang="0">
                          <a:pos x="3" y="42"/>
                        </a:cxn>
                        <a:cxn ang="0">
                          <a:pos x="5" y="40"/>
                        </a:cxn>
                        <a:cxn ang="0">
                          <a:pos x="8" y="35"/>
                        </a:cxn>
                        <a:cxn ang="0">
                          <a:pos x="13" y="32"/>
                        </a:cxn>
                        <a:cxn ang="0">
                          <a:pos x="16" y="31"/>
                        </a:cxn>
                        <a:cxn ang="0">
                          <a:pos x="16" y="30"/>
                        </a:cxn>
                        <a:cxn ang="0">
                          <a:pos x="13" y="27"/>
                        </a:cxn>
                        <a:cxn ang="0">
                          <a:pos x="8" y="26"/>
                        </a:cxn>
                        <a:cxn ang="0">
                          <a:pos x="5" y="28"/>
                        </a:cxn>
                        <a:cxn ang="0">
                          <a:pos x="4" y="28"/>
                        </a:cxn>
                        <a:cxn ang="0">
                          <a:pos x="1" y="28"/>
                        </a:cxn>
                        <a:cxn ang="0">
                          <a:pos x="3" y="30"/>
                        </a:cxn>
                        <a:cxn ang="0">
                          <a:pos x="1" y="32"/>
                        </a:cxn>
                        <a:cxn ang="0">
                          <a:pos x="3" y="35"/>
                        </a:cxn>
                        <a:cxn ang="0">
                          <a:pos x="4" y="39"/>
                        </a:cxn>
                        <a:cxn ang="0">
                          <a:pos x="3" y="42"/>
                        </a:cxn>
                      </a:cxnLst>
                      <a:rect l="0" t="0" r="r" b="b"/>
                      <a:pathLst>
                        <a:path w="76" h="51">
                          <a:moveTo>
                            <a:pt x="72" y="50"/>
                          </a:moveTo>
                          <a:lnTo>
                            <a:pt x="75" y="47"/>
                          </a:lnTo>
                          <a:lnTo>
                            <a:pt x="75" y="45"/>
                          </a:lnTo>
                          <a:lnTo>
                            <a:pt x="76" y="43"/>
                          </a:lnTo>
                          <a:lnTo>
                            <a:pt x="76" y="40"/>
                          </a:lnTo>
                          <a:lnTo>
                            <a:pt x="69" y="28"/>
                          </a:lnTo>
                          <a:lnTo>
                            <a:pt x="70" y="17"/>
                          </a:lnTo>
                          <a:lnTo>
                            <a:pt x="72" y="16"/>
                          </a:lnTo>
                          <a:lnTo>
                            <a:pt x="73" y="12"/>
                          </a:lnTo>
                          <a:lnTo>
                            <a:pt x="76" y="9"/>
                          </a:lnTo>
                          <a:lnTo>
                            <a:pt x="76" y="8"/>
                          </a:lnTo>
                          <a:lnTo>
                            <a:pt x="76" y="8"/>
                          </a:lnTo>
                          <a:lnTo>
                            <a:pt x="75" y="5"/>
                          </a:lnTo>
                          <a:lnTo>
                            <a:pt x="75" y="7"/>
                          </a:lnTo>
                          <a:lnTo>
                            <a:pt x="62" y="7"/>
                          </a:lnTo>
                          <a:lnTo>
                            <a:pt x="58" y="4"/>
                          </a:lnTo>
                          <a:lnTo>
                            <a:pt x="53" y="4"/>
                          </a:lnTo>
                          <a:lnTo>
                            <a:pt x="50" y="2"/>
                          </a:lnTo>
                          <a:lnTo>
                            <a:pt x="47" y="2"/>
                          </a:lnTo>
                          <a:lnTo>
                            <a:pt x="45" y="0"/>
                          </a:lnTo>
                          <a:lnTo>
                            <a:pt x="45" y="2"/>
                          </a:lnTo>
                          <a:lnTo>
                            <a:pt x="42" y="2"/>
                          </a:lnTo>
                          <a:lnTo>
                            <a:pt x="42" y="2"/>
                          </a:lnTo>
                          <a:lnTo>
                            <a:pt x="43" y="4"/>
                          </a:lnTo>
                          <a:lnTo>
                            <a:pt x="41" y="7"/>
                          </a:lnTo>
                          <a:lnTo>
                            <a:pt x="41" y="5"/>
                          </a:lnTo>
                          <a:lnTo>
                            <a:pt x="35" y="5"/>
                          </a:lnTo>
                          <a:lnTo>
                            <a:pt x="34" y="4"/>
                          </a:lnTo>
                          <a:lnTo>
                            <a:pt x="34" y="7"/>
                          </a:lnTo>
                          <a:lnTo>
                            <a:pt x="31" y="7"/>
                          </a:lnTo>
                          <a:lnTo>
                            <a:pt x="28" y="7"/>
                          </a:lnTo>
                          <a:lnTo>
                            <a:pt x="27" y="9"/>
                          </a:lnTo>
                          <a:lnTo>
                            <a:pt x="26" y="9"/>
                          </a:lnTo>
                          <a:lnTo>
                            <a:pt x="22" y="11"/>
                          </a:lnTo>
                          <a:lnTo>
                            <a:pt x="19" y="13"/>
                          </a:lnTo>
                          <a:lnTo>
                            <a:pt x="20" y="23"/>
                          </a:lnTo>
                          <a:lnTo>
                            <a:pt x="22" y="23"/>
                          </a:lnTo>
                          <a:lnTo>
                            <a:pt x="23" y="23"/>
                          </a:lnTo>
                          <a:lnTo>
                            <a:pt x="24" y="23"/>
                          </a:lnTo>
                          <a:lnTo>
                            <a:pt x="24" y="24"/>
                          </a:lnTo>
                          <a:lnTo>
                            <a:pt x="22" y="24"/>
                          </a:lnTo>
                          <a:lnTo>
                            <a:pt x="22" y="28"/>
                          </a:lnTo>
                          <a:lnTo>
                            <a:pt x="24" y="32"/>
                          </a:lnTo>
                          <a:lnTo>
                            <a:pt x="28" y="35"/>
                          </a:lnTo>
                          <a:lnTo>
                            <a:pt x="30" y="35"/>
                          </a:lnTo>
                          <a:lnTo>
                            <a:pt x="30" y="32"/>
                          </a:lnTo>
                          <a:lnTo>
                            <a:pt x="32" y="31"/>
                          </a:lnTo>
                          <a:lnTo>
                            <a:pt x="34" y="32"/>
                          </a:lnTo>
                          <a:lnTo>
                            <a:pt x="32" y="40"/>
                          </a:lnTo>
                          <a:lnTo>
                            <a:pt x="32" y="42"/>
                          </a:lnTo>
                          <a:lnTo>
                            <a:pt x="34" y="42"/>
                          </a:lnTo>
                          <a:lnTo>
                            <a:pt x="38" y="39"/>
                          </a:lnTo>
                          <a:lnTo>
                            <a:pt x="42" y="38"/>
                          </a:lnTo>
                          <a:lnTo>
                            <a:pt x="45" y="40"/>
                          </a:lnTo>
                          <a:lnTo>
                            <a:pt x="47" y="40"/>
                          </a:lnTo>
                          <a:lnTo>
                            <a:pt x="47" y="38"/>
                          </a:lnTo>
                          <a:lnTo>
                            <a:pt x="50" y="39"/>
                          </a:lnTo>
                          <a:lnTo>
                            <a:pt x="50" y="42"/>
                          </a:lnTo>
                          <a:lnTo>
                            <a:pt x="53" y="42"/>
                          </a:lnTo>
                          <a:lnTo>
                            <a:pt x="57" y="45"/>
                          </a:lnTo>
                          <a:lnTo>
                            <a:pt x="58" y="47"/>
                          </a:lnTo>
                          <a:lnTo>
                            <a:pt x="61" y="49"/>
                          </a:lnTo>
                          <a:lnTo>
                            <a:pt x="64" y="51"/>
                          </a:lnTo>
                          <a:lnTo>
                            <a:pt x="68" y="50"/>
                          </a:lnTo>
                          <a:lnTo>
                            <a:pt x="72" y="50"/>
                          </a:lnTo>
                          <a:lnTo>
                            <a:pt x="72" y="50"/>
                          </a:lnTo>
                          <a:close/>
                          <a:moveTo>
                            <a:pt x="15" y="17"/>
                          </a:moveTo>
                          <a:lnTo>
                            <a:pt x="17" y="17"/>
                          </a:lnTo>
                          <a:lnTo>
                            <a:pt x="17" y="19"/>
                          </a:lnTo>
                          <a:lnTo>
                            <a:pt x="15" y="19"/>
                          </a:lnTo>
                          <a:lnTo>
                            <a:pt x="15" y="17"/>
                          </a:lnTo>
                          <a:lnTo>
                            <a:pt x="15" y="17"/>
                          </a:lnTo>
                          <a:close/>
                          <a:moveTo>
                            <a:pt x="9" y="24"/>
                          </a:moveTo>
                          <a:lnTo>
                            <a:pt x="8" y="21"/>
                          </a:lnTo>
                          <a:lnTo>
                            <a:pt x="5" y="21"/>
                          </a:lnTo>
                          <a:lnTo>
                            <a:pt x="3" y="23"/>
                          </a:lnTo>
                          <a:lnTo>
                            <a:pt x="3" y="21"/>
                          </a:lnTo>
                          <a:lnTo>
                            <a:pt x="7" y="20"/>
                          </a:lnTo>
                          <a:lnTo>
                            <a:pt x="8" y="17"/>
                          </a:lnTo>
                          <a:lnTo>
                            <a:pt x="8" y="17"/>
                          </a:lnTo>
                          <a:lnTo>
                            <a:pt x="9" y="17"/>
                          </a:lnTo>
                          <a:lnTo>
                            <a:pt x="11" y="19"/>
                          </a:lnTo>
                          <a:lnTo>
                            <a:pt x="13" y="19"/>
                          </a:lnTo>
                          <a:lnTo>
                            <a:pt x="15" y="21"/>
                          </a:lnTo>
                          <a:lnTo>
                            <a:pt x="13" y="21"/>
                          </a:lnTo>
                          <a:lnTo>
                            <a:pt x="11" y="23"/>
                          </a:lnTo>
                          <a:lnTo>
                            <a:pt x="9" y="24"/>
                          </a:lnTo>
                          <a:lnTo>
                            <a:pt x="9" y="24"/>
                          </a:lnTo>
                          <a:close/>
                          <a:moveTo>
                            <a:pt x="15" y="26"/>
                          </a:moveTo>
                          <a:lnTo>
                            <a:pt x="15" y="24"/>
                          </a:lnTo>
                          <a:lnTo>
                            <a:pt x="19" y="24"/>
                          </a:lnTo>
                          <a:lnTo>
                            <a:pt x="20" y="28"/>
                          </a:lnTo>
                          <a:lnTo>
                            <a:pt x="19" y="28"/>
                          </a:lnTo>
                          <a:lnTo>
                            <a:pt x="15" y="26"/>
                          </a:lnTo>
                          <a:lnTo>
                            <a:pt x="15" y="26"/>
                          </a:lnTo>
                          <a:close/>
                          <a:moveTo>
                            <a:pt x="3" y="42"/>
                          </a:moveTo>
                          <a:lnTo>
                            <a:pt x="4" y="43"/>
                          </a:lnTo>
                          <a:lnTo>
                            <a:pt x="5" y="40"/>
                          </a:lnTo>
                          <a:lnTo>
                            <a:pt x="5" y="39"/>
                          </a:lnTo>
                          <a:lnTo>
                            <a:pt x="8" y="35"/>
                          </a:lnTo>
                          <a:lnTo>
                            <a:pt x="12" y="35"/>
                          </a:lnTo>
                          <a:lnTo>
                            <a:pt x="13" y="32"/>
                          </a:lnTo>
                          <a:lnTo>
                            <a:pt x="15" y="31"/>
                          </a:lnTo>
                          <a:lnTo>
                            <a:pt x="16" y="31"/>
                          </a:lnTo>
                          <a:lnTo>
                            <a:pt x="17" y="31"/>
                          </a:lnTo>
                          <a:lnTo>
                            <a:pt x="16" y="30"/>
                          </a:lnTo>
                          <a:lnTo>
                            <a:pt x="15" y="28"/>
                          </a:lnTo>
                          <a:lnTo>
                            <a:pt x="13" y="27"/>
                          </a:lnTo>
                          <a:lnTo>
                            <a:pt x="9" y="27"/>
                          </a:lnTo>
                          <a:lnTo>
                            <a:pt x="8" y="26"/>
                          </a:lnTo>
                          <a:lnTo>
                            <a:pt x="7" y="28"/>
                          </a:lnTo>
                          <a:lnTo>
                            <a:pt x="5" y="28"/>
                          </a:lnTo>
                          <a:lnTo>
                            <a:pt x="4" y="30"/>
                          </a:lnTo>
                          <a:lnTo>
                            <a:pt x="4" y="28"/>
                          </a:lnTo>
                          <a:lnTo>
                            <a:pt x="1" y="28"/>
                          </a:lnTo>
                          <a:lnTo>
                            <a:pt x="1" y="28"/>
                          </a:lnTo>
                          <a:lnTo>
                            <a:pt x="0" y="30"/>
                          </a:lnTo>
                          <a:lnTo>
                            <a:pt x="3" y="30"/>
                          </a:lnTo>
                          <a:lnTo>
                            <a:pt x="3" y="31"/>
                          </a:lnTo>
                          <a:lnTo>
                            <a:pt x="1" y="32"/>
                          </a:lnTo>
                          <a:lnTo>
                            <a:pt x="1" y="34"/>
                          </a:lnTo>
                          <a:lnTo>
                            <a:pt x="3" y="35"/>
                          </a:lnTo>
                          <a:lnTo>
                            <a:pt x="5" y="36"/>
                          </a:lnTo>
                          <a:lnTo>
                            <a:pt x="4" y="39"/>
                          </a:lnTo>
                          <a:lnTo>
                            <a:pt x="4" y="39"/>
                          </a:lnTo>
                          <a:lnTo>
                            <a:pt x="3" y="42"/>
                          </a:lnTo>
                          <a:close/>
                        </a:path>
                      </a:pathLst>
                    </a:custGeom>
                    <a:grp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30" name="Freeform 828">
                      <a:extLst>
                        <a:ext uri="{FF2B5EF4-FFF2-40B4-BE49-F238E27FC236}">
                          <a16:creationId xmlns:a16="http://schemas.microsoft.com/office/drawing/2014/main" id="{1E3FB620-2994-B120-6D79-ECB6AD337395}"/>
                        </a:ext>
                      </a:extLst>
                    </p:cNvPr>
                    <p:cNvSpPr>
                      <a:spLocks/>
                    </p:cNvSpPr>
                    <p:nvPr/>
                  </p:nvSpPr>
                  <p:spPr bwMode="auto">
                    <a:xfrm>
                      <a:off x="5589588" y="3017838"/>
                      <a:ext cx="142875" cy="77788"/>
                    </a:xfrm>
                    <a:custGeom>
                      <a:avLst/>
                      <a:gdLst/>
                      <a:ahLst/>
                      <a:cxnLst>
                        <a:cxn ang="0">
                          <a:pos x="90" y="34"/>
                        </a:cxn>
                        <a:cxn ang="0">
                          <a:pos x="87" y="27"/>
                        </a:cxn>
                        <a:cxn ang="0">
                          <a:pos x="83" y="22"/>
                        </a:cxn>
                        <a:cxn ang="0">
                          <a:pos x="83" y="17"/>
                        </a:cxn>
                        <a:cxn ang="0">
                          <a:pos x="83" y="16"/>
                        </a:cxn>
                        <a:cxn ang="0">
                          <a:pos x="75" y="12"/>
                        </a:cxn>
                        <a:cxn ang="0">
                          <a:pos x="68" y="11"/>
                        </a:cxn>
                        <a:cxn ang="0">
                          <a:pos x="64" y="7"/>
                        </a:cxn>
                        <a:cxn ang="0">
                          <a:pos x="57" y="4"/>
                        </a:cxn>
                        <a:cxn ang="0">
                          <a:pos x="54" y="0"/>
                        </a:cxn>
                        <a:cxn ang="0">
                          <a:pos x="52" y="2"/>
                        </a:cxn>
                        <a:cxn ang="0">
                          <a:pos x="45" y="1"/>
                        </a:cxn>
                        <a:cxn ang="0">
                          <a:pos x="39" y="4"/>
                        </a:cxn>
                        <a:cxn ang="0">
                          <a:pos x="41" y="13"/>
                        </a:cxn>
                        <a:cxn ang="0">
                          <a:pos x="34" y="23"/>
                        </a:cxn>
                        <a:cxn ang="0">
                          <a:pos x="27" y="20"/>
                        </a:cxn>
                        <a:cxn ang="0">
                          <a:pos x="20" y="11"/>
                        </a:cxn>
                        <a:cxn ang="0">
                          <a:pos x="19" y="7"/>
                        </a:cxn>
                        <a:cxn ang="0">
                          <a:pos x="12" y="9"/>
                        </a:cxn>
                        <a:cxn ang="0">
                          <a:pos x="8" y="12"/>
                        </a:cxn>
                        <a:cxn ang="0">
                          <a:pos x="7" y="17"/>
                        </a:cxn>
                        <a:cxn ang="0">
                          <a:pos x="5" y="22"/>
                        </a:cxn>
                        <a:cxn ang="0">
                          <a:pos x="1" y="30"/>
                        </a:cxn>
                        <a:cxn ang="0">
                          <a:pos x="0" y="34"/>
                        </a:cxn>
                        <a:cxn ang="0">
                          <a:pos x="3" y="42"/>
                        </a:cxn>
                        <a:cxn ang="0">
                          <a:pos x="5" y="42"/>
                        </a:cxn>
                        <a:cxn ang="0">
                          <a:pos x="11" y="35"/>
                        </a:cxn>
                        <a:cxn ang="0">
                          <a:pos x="22" y="35"/>
                        </a:cxn>
                        <a:cxn ang="0">
                          <a:pos x="27" y="36"/>
                        </a:cxn>
                        <a:cxn ang="0">
                          <a:pos x="33" y="34"/>
                        </a:cxn>
                        <a:cxn ang="0">
                          <a:pos x="35" y="35"/>
                        </a:cxn>
                        <a:cxn ang="0">
                          <a:pos x="42" y="38"/>
                        </a:cxn>
                        <a:cxn ang="0">
                          <a:pos x="49" y="35"/>
                        </a:cxn>
                        <a:cxn ang="0">
                          <a:pos x="58" y="38"/>
                        </a:cxn>
                        <a:cxn ang="0">
                          <a:pos x="65" y="43"/>
                        </a:cxn>
                        <a:cxn ang="0">
                          <a:pos x="72" y="47"/>
                        </a:cxn>
                        <a:cxn ang="0">
                          <a:pos x="73" y="49"/>
                        </a:cxn>
                        <a:cxn ang="0">
                          <a:pos x="84" y="46"/>
                        </a:cxn>
                        <a:cxn ang="0">
                          <a:pos x="87" y="41"/>
                        </a:cxn>
                        <a:cxn ang="0">
                          <a:pos x="90" y="38"/>
                        </a:cxn>
                      </a:cxnLst>
                      <a:rect l="0" t="0" r="r" b="b"/>
                      <a:pathLst>
                        <a:path w="90" h="49">
                          <a:moveTo>
                            <a:pt x="90" y="38"/>
                          </a:moveTo>
                          <a:lnTo>
                            <a:pt x="90" y="34"/>
                          </a:lnTo>
                          <a:lnTo>
                            <a:pt x="88" y="31"/>
                          </a:lnTo>
                          <a:lnTo>
                            <a:pt x="87" y="27"/>
                          </a:lnTo>
                          <a:lnTo>
                            <a:pt x="86" y="26"/>
                          </a:lnTo>
                          <a:lnTo>
                            <a:pt x="83" y="22"/>
                          </a:lnTo>
                          <a:lnTo>
                            <a:pt x="84" y="20"/>
                          </a:lnTo>
                          <a:lnTo>
                            <a:pt x="83" y="17"/>
                          </a:lnTo>
                          <a:lnTo>
                            <a:pt x="82" y="17"/>
                          </a:lnTo>
                          <a:lnTo>
                            <a:pt x="83" y="16"/>
                          </a:lnTo>
                          <a:lnTo>
                            <a:pt x="82" y="13"/>
                          </a:lnTo>
                          <a:lnTo>
                            <a:pt x="75" y="12"/>
                          </a:lnTo>
                          <a:lnTo>
                            <a:pt x="71" y="13"/>
                          </a:lnTo>
                          <a:lnTo>
                            <a:pt x="68" y="11"/>
                          </a:lnTo>
                          <a:lnTo>
                            <a:pt x="65" y="9"/>
                          </a:lnTo>
                          <a:lnTo>
                            <a:pt x="64" y="7"/>
                          </a:lnTo>
                          <a:lnTo>
                            <a:pt x="60" y="4"/>
                          </a:lnTo>
                          <a:lnTo>
                            <a:pt x="57" y="4"/>
                          </a:lnTo>
                          <a:lnTo>
                            <a:pt x="57" y="1"/>
                          </a:lnTo>
                          <a:lnTo>
                            <a:pt x="54" y="0"/>
                          </a:lnTo>
                          <a:lnTo>
                            <a:pt x="54" y="2"/>
                          </a:lnTo>
                          <a:lnTo>
                            <a:pt x="52" y="2"/>
                          </a:lnTo>
                          <a:lnTo>
                            <a:pt x="49" y="0"/>
                          </a:lnTo>
                          <a:lnTo>
                            <a:pt x="45" y="1"/>
                          </a:lnTo>
                          <a:lnTo>
                            <a:pt x="41" y="4"/>
                          </a:lnTo>
                          <a:lnTo>
                            <a:pt x="39" y="4"/>
                          </a:lnTo>
                          <a:lnTo>
                            <a:pt x="39" y="8"/>
                          </a:lnTo>
                          <a:lnTo>
                            <a:pt x="41" y="13"/>
                          </a:lnTo>
                          <a:lnTo>
                            <a:pt x="39" y="19"/>
                          </a:lnTo>
                          <a:lnTo>
                            <a:pt x="34" y="23"/>
                          </a:lnTo>
                          <a:lnTo>
                            <a:pt x="31" y="23"/>
                          </a:lnTo>
                          <a:lnTo>
                            <a:pt x="27" y="20"/>
                          </a:lnTo>
                          <a:lnTo>
                            <a:pt x="27" y="17"/>
                          </a:lnTo>
                          <a:lnTo>
                            <a:pt x="20" y="11"/>
                          </a:lnTo>
                          <a:lnTo>
                            <a:pt x="20" y="7"/>
                          </a:lnTo>
                          <a:lnTo>
                            <a:pt x="19" y="7"/>
                          </a:lnTo>
                          <a:lnTo>
                            <a:pt x="16" y="9"/>
                          </a:lnTo>
                          <a:lnTo>
                            <a:pt x="12" y="9"/>
                          </a:lnTo>
                          <a:lnTo>
                            <a:pt x="11" y="11"/>
                          </a:lnTo>
                          <a:lnTo>
                            <a:pt x="8" y="12"/>
                          </a:lnTo>
                          <a:lnTo>
                            <a:pt x="7" y="15"/>
                          </a:lnTo>
                          <a:lnTo>
                            <a:pt x="7" y="17"/>
                          </a:lnTo>
                          <a:lnTo>
                            <a:pt x="5" y="17"/>
                          </a:lnTo>
                          <a:lnTo>
                            <a:pt x="5" y="22"/>
                          </a:lnTo>
                          <a:lnTo>
                            <a:pt x="1" y="27"/>
                          </a:lnTo>
                          <a:lnTo>
                            <a:pt x="1" y="30"/>
                          </a:lnTo>
                          <a:lnTo>
                            <a:pt x="1" y="32"/>
                          </a:lnTo>
                          <a:lnTo>
                            <a:pt x="0" y="34"/>
                          </a:lnTo>
                          <a:lnTo>
                            <a:pt x="1" y="41"/>
                          </a:lnTo>
                          <a:lnTo>
                            <a:pt x="3" y="42"/>
                          </a:lnTo>
                          <a:lnTo>
                            <a:pt x="3" y="43"/>
                          </a:lnTo>
                          <a:lnTo>
                            <a:pt x="5" y="42"/>
                          </a:lnTo>
                          <a:lnTo>
                            <a:pt x="7" y="39"/>
                          </a:lnTo>
                          <a:lnTo>
                            <a:pt x="11" y="35"/>
                          </a:lnTo>
                          <a:lnTo>
                            <a:pt x="16" y="34"/>
                          </a:lnTo>
                          <a:lnTo>
                            <a:pt x="22" y="35"/>
                          </a:lnTo>
                          <a:lnTo>
                            <a:pt x="24" y="34"/>
                          </a:lnTo>
                          <a:lnTo>
                            <a:pt x="27" y="36"/>
                          </a:lnTo>
                          <a:lnTo>
                            <a:pt x="30" y="34"/>
                          </a:lnTo>
                          <a:lnTo>
                            <a:pt x="33" y="34"/>
                          </a:lnTo>
                          <a:lnTo>
                            <a:pt x="33" y="35"/>
                          </a:lnTo>
                          <a:lnTo>
                            <a:pt x="35" y="35"/>
                          </a:lnTo>
                          <a:lnTo>
                            <a:pt x="38" y="38"/>
                          </a:lnTo>
                          <a:lnTo>
                            <a:pt x="42" y="38"/>
                          </a:lnTo>
                          <a:lnTo>
                            <a:pt x="43" y="38"/>
                          </a:lnTo>
                          <a:lnTo>
                            <a:pt x="49" y="35"/>
                          </a:lnTo>
                          <a:lnTo>
                            <a:pt x="53" y="38"/>
                          </a:lnTo>
                          <a:lnTo>
                            <a:pt x="58" y="38"/>
                          </a:lnTo>
                          <a:lnTo>
                            <a:pt x="61" y="43"/>
                          </a:lnTo>
                          <a:lnTo>
                            <a:pt x="65" y="43"/>
                          </a:lnTo>
                          <a:lnTo>
                            <a:pt x="68" y="47"/>
                          </a:lnTo>
                          <a:lnTo>
                            <a:pt x="72" y="47"/>
                          </a:lnTo>
                          <a:lnTo>
                            <a:pt x="73" y="49"/>
                          </a:lnTo>
                          <a:lnTo>
                            <a:pt x="73" y="49"/>
                          </a:lnTo>
                          <a:lnTo>
                            <a:pt x="77" y="47"/>
                          </a:lnTo>
                          <a:lnTo>
                            <a:pt x="84" y="46"/>
                          </a:lnTo>
                          <a:lnTo>
                            <a:pt x="84" y="42"/>
                          </a:lnTo>
                          <a:lnTo>
                            <a:pt x="87" y="41"/>
                          </a:lnTo>
                          <a:lnTo>
                            <a:pt x="88" y="38"/>
                          </a:lnTo>
                          <a:lnTo>
                            <a:pt x="90" y="38"/>
                          </a:lnTo>
                          <a:close/>
                        </a:path>
                      </a:pathLst>
                    </a:custGeom>
                    <a:grp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31" name="Freeform 830">
                      <a:extLst>
                        <a:ext uri="{FF2B5EF4-FFF2-40B4-BE49-F238E27FC236}">
                          <a16:creationId xmlns:a16="http://schemas.microsoft.com/office/drawing/2014/main" id="{63D00017-7A72-C600-7A37-B160A1B3E804}"/>
                        </a:ext>
                      </a:extLst>
                    </p:cNvPr>
                    <p:cNvSpPr>
                      <a:spLocks/>
                    </p:cNvSpPr>
                    <p:nvPr/>
                  </p:nvSpPr>
                  <p:spPr bwMode="auto">
                    <a:xfrm>
                      <a:off x="5594351" y="3071813"/>
                      <a:ext cx="111125" cy="80963"/>
                    </a:xfrm>
                    <a:custGeom>
                      <a:avLst/>
                      <a:gdLst/>
                      <a:ahLst/>
                      <a:cxnLst>
                        <a:cxn ang="0">
                          <a:pos x="23" y="36"/>
                        </a:cxn>
                        <a:cxn ang="0">
                          <a:pos x="23" y="32"/>
                        </a:cxn>
                        <a:cxn ang="0">
                          <a:pos x="24" y="30"/>
                        </a:cxn>
                        <a:cxn ang="0">
                          <a:pos x="23" y="28"/>
                        </a:cxn>
                        <a:cxn ang="0">
                          <a:pos x="20" y="28"/>
                        </a:cxn>
                        <a:cxn ang="0">
                          <a:pos x="20" y="26"/>
                        </a:cxn>
                        <a:cxn ang="0">
                          <a:pos x="19" y="24"/>
                        </a:cxn>
                        <a:cxn ang="0">
                          <a:pos x="13" y="26"/>
                        </a:cxn>
                        <a:cxn ang="0">
                          <a:pos x="9" y="23"/>
                        </a:cxn>
                        <a:cxn ang="0">
                          <a:pos x="5" y="17"/>
                        </a:cxn>
                        <a:cxn ang="0">
                          <a:pos x="1" y="19"/>
                        </a:cxn>
                        <a:cxn ang="0">
                          <a:pos x="0" y="19"/>
                        </a:cxn>
                        <a:cxn ang="0">
                          <a:pos x="1" y="16"/>
                        </a:cxn>
                        <a:cxn ang="0">
                          <a:pos x="0" y="13"/>
                        </a:cxn>
                        <a:cxn ang="0">
                          <a:pos x="0" y="9"/>
                        </a:cxn>
                        <a:cxn ang="0">
                          <a:pos x="2" y="8"/>
                        </a:cxn>
                        <a:cxn ang="0">
                          <a:pos x="4" y="5"/>
                        </a:cxn>
                        <a:cxn ang="0">
                          <a:pos x="8" y="1"/>
                        </a:cxn>
                        <a:cxn ang="0">
                          <a:pos x="13" y="0"/>
                        </a:cxn>
                        <a:cxn ang="0">
                          <a:pos x="19" y="1"/>
                        </a:cxn>
                        <a:cxn ang="0">
                          <a:pos x="21" y="0"/>
                        </a:cxn>
                        <a:cxn ang="0">
                          <a:pos x="24" y="2"/>
                        </a:cxn>
                        <a:cxn ang="0">
                          <a:pos x="27" y="0"/>
                        </a:cxn>
                        <a:cxn ang="0">
                          <a:pos x="30" y="0"/>
                        </a:cxn>
                        <a:cxn ang="0">
                          <a:pos x="30" y="1"/>
                        </a:cxn>
                        <a:cxn ang="0">
                          <a:pos x="32" y="1"/>
                        </a:cxn>
                        <a:cxn ang="0">
                          <a:pos x="35" y="4"/>
                        </a:cxn>
                        <a:cxn ang="0">
                          <a:pos x="39" y="4"/>
                        </a:cxn>
                        <a:cxn ang="0">
                          <a:pos x="40" y="4"/>
                        </a:cxn>
                        <a:cxn ang="0">
                          <a:pos x="46" y="1"/>
                        </a:cxn>
                        <a:cxn ang="0">
                          <a:pos x="50" y="4"/>
                        </a:cxn>
                        <a:cxn ang="0">
                          <a:pos x="55" y="4"/>
                        </a:cxn>
                        <a:cxn ang="0">
                          <a:pos x="58" y="9"/>
                        </a:cxn>
                        <a:cxn ang="0">
                          <a:pos x="62" y="9"/>
                        </a:cxn>
                        <a:cxn ang="0">
                          <a:pos x="65" y="13"/>
                        </a:cxn>
                        <a:cxn ang="0">
                          <a:pos x="69" y="13"/>
                        </a:cxn>
                        <a:cxn ang="0">
                          <a:pos x="70" y="15"/>
                        </a:cxn>
                        <a:cxn ang="0">
                          <a:pos x="68" y="19"/>
                        </a:cxn>
                        <a:cxn ang="0">
                          <a:pos x="69" y="20"/>
                        </a:cxn>
                        <a:cxn ang="0">
                          <a:pos x="69" y="23"/>
                        </a:cxn>
                        <a:cxn ang="0">
                          <a:pos x="65" y="26"/>
                        </a:cxn>
                        <a:cxn ang="0">
                          <a:pos x="62" y="30"/>
                        </a:cxn>
                        <a:cxn ang="0">
                          <a:pos x="60" y="31"/>
                        </a:cxn>
                        <a:cxn ang="0">
                          <a:pos x="60" y="35"/>
                        </a:cxn>
                        <a:cxn ang="0">
                          <a:pos x="62" y="36"/>
                        </a:cxn>
                        <a:cxn ang="0">
                          <a:pos x="62" y="39"/>
                        </a:cxn>
                        <a:cxn ang="0">
                          <a:pos x="60" y="39"/>
                        </a:cxn>
                        <a:cxn ang="0">
                          <a:pos x="58" y="38"/>
                        </a:cxn>
                        <a:cxn ang="0">
                          <a:pos x="55" y="39"/>
                        </a:cxn>
                        <a:cxn ang="0">
                          <a:pos x="54" y="43"/>
                        </a:cxn>
                        <a:cxn ang="0">
                          <a:pos x="50" y="43"/>
                        </a:cxn>
                        <a:cxn ang="0">
                          <a:pos x="51" y="47"/>
                        </a:cxn>
                        <a:cxn ang="0">
                          <a:pos x="50" y="47"/>
                        </a:cxn>
                        <a:cxn ang="0">
                          <a:pos x="46" y="49"/>
                        </a:cxn>
                        <a:cxn ang="0">
                          <a:pos x="42" y="47"/>
                        </a:cxn>
                        <a:cxn ang="0">
                          <a:pos x="36" y="49"/>
                        </a:cxn>
                        <a:cxn ang="0">
                          <a:pos x="34" y="51"/>
                        </a:cxn>
                        <a:cxn ang="0">
                          <a:pos x="32" y="49"/>
                        </a:cxn>
                        <a:cxn ang="0">
                          <a:pos x="32" y="45"/>
                        </a:cxn>
                        <a:cxn ang="0">
                          <a:pos x="31" y="39"/>
                        </a:cxn>
                        <a:cxn ang="0">
                          <a:pos x="28" y="39"/>
                        </a:cxn>
                        <a:cxn ang="0">
                          <a:pos x="26" y="36"/>
                        </a:cxn>
                        <a:cxn ang="0">
                          <a:pos x="23" y="36"/>
                        </a:cxn>
                      </a:cxnLst>
                      <a:rect l="0" t="0" r="r" b="b"/>
                      <a:pathLst>
                        <a:path w="70" h="51">
                          <a:moveTo>
                            <a:pt x="23" y="36"/>
                          </a:moveTo>
                          <a:lnTo>
                            <a:pt x="23" y="32"/>
                          </a:lnTo>
                          <a:lnTo>
                            <a:pt x="24" y="30"/>
                          </a:lnTo>
                          <a:lnTo>
                            <a:pt x="23" y="28"/>
                          </a:lnTo>
                          <a:lnTo>
                            <a:pt x="20" y="28"/>
                          </a:lnTo>
                          <a:lnTo>
                            <a:pt x="20" y="26"/>
                          </a:lnTo>
                          <a:lnTo>
                            <a:pt x="19" y="24"/>
                          </a:lnTo>
                          <a:lnTo>
                            <a:pt x="13" y="26"/>
                          </a:lnTo>
                          <a:lnTo>
                            <a:pt x="9" y="23"/>
                          </a:lnTo>
                          <a:lnTo>
                            <a:pt x="5" y="17"/>
                          </a:lnTo>
                          <a:lnTo>
                            <a:pt x="1" y="19"/>
                          </a:lnTo>
                          <a:lnTo>
                            <a:pt x="0" y="19"/>
                          </a:lnTo>
                          <a:lnTo>
                            <a:pt x="1" y="16"/>
                          </a:lnTo>
                          <a:lnTo>
                            <a:pt x="0" y="13"/>
                          </a:lnTo>
                          <a:lnTo>
                            <a:pt x="0" y="9"/>
                          </a:lnTo>
                          <a:lnTo>
                            <a:pt x="2" y="8"/>
                          </a:lnTo>
                          <a:lnTo>
                            <a:pt x="4" y="5"/>
                          </a:lnTo>
                          <a:lnTo>
                            <a:pt x="8" y="1"/>
                          </a:lnTo>
                          <a:lnTo>
                            <a:pt x="13" y="0"/>
                          </a:lnTo>
                          <a:lnTo>
                            <a:pt x="19" y="1"/>
                          </a:lnTo>
                          <a:lnTo>
                            <a:pt x="21" y="0"/>
                          </a:lnTo>
                          <a:lnTo>
                            <a:pt x="24" y="2"/>
                          </a:lnTo>
                          <a:lnTo>
                            <a:pt x="27" y="0"/>
                          </a:lnTo>
                          <a:lnTo>
                            <a:pt x="30" y="0"/>
                          </a:lnTo>
                          <a:lnTo>
                            <a:pt x="30" y="1"/>
                          </a:lnTo>
                          <a:lnTo>
                            <a:pt x="32" y="1"/>
                          </a:lnTo>
                          <a:lnTo>
                            <a:pt x="35" y="4"/>
                          </a:lnTo>
                          <a:lnTo>
                            <a:pt x="39" y="4"/>
                          </a:lnTo>
                          <a:lnTo>
                            <a:pt x="40" y="4"/>
                          </a:lnTo>
                          <a:lnTo>
                            <a:pt x="46" y="1"/>
                          </a:lnTo>
                          <a:lnTo>
                            <a:pt x="50" y="4"/>
                          </a:lnTo>
                          <a:lnTo>
                            <a:pt x="55" y="4"/>
                          </a:lnTo>
                          <a:lnTo>
                            <a:pt x="58" y="9"/>
                          </a:lnTo>
                          <a:lnTo>
                            <a:pt x="62" y="9"/>
                          </a:lnTo>
                          <a:lnTo>
                            <a:pt x="65" y="13"/>
                          </a:lnTo>
                          <a:lnTo>
                            <a:pt x="69" y="13"/>
                          </a:lnTo>
                          <a:lnTo>
                            <a:pt x="70" y="15"/>
                          </a:lnTo>
                          <a:lnTo>
                            <a:pt x="68" y="19"/>
                          </a:lnTo>
                          <a:lnTo>
                            <a:pt x="69" y="20"/>
                          </a:lnTo>
                          <a:lnTo>
                            <a:pt x="69" y="23"/>
                          </a:lnTo>
                          <a:lnTo>
                            <a:pt x="65" y="26"/>
                          </a:lnTo>
                          <a:lnTo>
                            <a:pt x="62" y="30"/>
                          </a:lnTo>
                          <a:lnTo>
                            <a:pt x="60" y="31"/>
                          </a:lnTo>
                          <a:lnTo>
                            <a:pt x="60" y="35"/>
                          </a:lnTo>
                          <a:lnTo>
                            <a:pt x="62" y="36"/>
                          </a:lnTo>
                          <a:lnTo>
                            <a:pt x="62" y="39"/>
                          </a:lnTo>
                          <a:lnTo>
                            <a:pt x="60" y="39"/>
                          </a:lnTo>
                          <a:lnTo>
                            <a:pt x="58" y="38"/>
                          </a:lnTo>
                          <a:lnTo>
                            <a:pt x="55" y="39"/>
                          </a:lnTo>
                          <a:lnTo>
                            <a:pt x="54" y="43"/>
                          </a:lnTo>
                          <a:lnTo>
                            <a:pt x="50" y="43"/>
                          </a:lnTo>
                          <a:lnTo>
                            <a:pt x="51" y="47"/>
                          </a:lnTo>
                          <a:lnTo>
                            <a:pt x="50" y="47"/>
                          </a:lnTo>
                          <a:lnTo>
                            <a:pt x="46" y="49"/>
                          </a:lnTo>
                          <a:lnTo>
                            <a:pt x="42" y="47"/>
                          </a:lnTo>
                          <a:lnTo>
                            <a:pt x="36" y="49"/>
                          </a:lnTo>
                          <a:lnTo>
                            <a:pt x="34" y="51"/>
                          </a:lnTo>
                          <a:lnTo>
                            <a:pt x="32" y="49"/>
                          </a:lnTo>
                          <a:lnTo>
                            <a:pt x="32" y="45"/>
                          </a:lnTo>
                          <a:lnTo>
                            <a:pt x="31" y="39"/>
                          </a:lnTo>
                          <a:lnTo>
                            <a:pt x="28" y="39"/>
                          </a:lnTo>
                          <a:lnTo>
                            <a:pt x="26" y="36"/>
                          </a:lnTo>
                          <a:lnTo>
                            <a:pt x="23" y="36"/>
                          </a:lnTo>
                          <a:close/>
                        </a:path>
                      </a:pathLst>
                    </a:custGeom>
                    <a:grp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32" name="Freeform 832">
                      <a:extLst>
                        <a:ext uri="{FF2B5EF4-FFF2-40B4-BE49-F238E27FC236}">
                          <a16:creationId xmlns:a16="http://schemas.microsoft.com/office/drawing/2014/main" id="{2E26F318-85D6-0932-4DB8-8E4E89ABECFB}"/>
                        </a:ext>
                      </a:extLst>
                    </p:cNvPr>
                    <p:cNvSpPr>
                      <a:spLocks/>
                    </p:cNvSpPr>
                    <p:nvPr/>
                  </p:nvSpPr>
                  <p:spPr bwMode="auto">
                    <a:xfrm>
                      <a:off x="5648326" y="3078163"/>
                      <a:ext cx="188913" cy="144463"/>
                    </a:xfrm>
                    <a:custGeom>
                      <a:avLst/>
                      <a:gdLst/>
                      <a:ahLst/>
                      <a:cxnLst>
                        <a:cxn ang="0">
                          <a:pos x="2" y="45"/>
                        </a:cxn>
                        <a:cxn ang="0">
                          <a:pos x="12" y="45"/>
                        </a:cxn>
                        <a:cxn ang="0">
                          <a:pos x="17" y="43"/>
                        </a:cxn>
                        <a:cxn ang="0">
                          <a:pos x="20" y="39"/>
                        </a:cxn>
                        <a:cxn ang="0">
                          <a:pos x="24" y="34"/>
                        </a:cxn>
                        <a:cxn ang="0">
                          <a:pos x="28" y="35"/>
                        </a:cxn>
                        <a:cxn ang="0">
                          <a:pos x="26" y="31"/>
                        </a:cxn>
                        <a:cxn ang="0">
                          <a:pos x="28" y="26"/>
                        </a:cxn>
                        <a:cxn ang="0">
                          <a:pos x="35" y="19"/>
                        </a:cxn>
                        <a:cxn ang="0">
                          <a:pos x="34" y="15"/>
                        </a:cxn>
                        <a:cxn ang="0">
                          <a:pos x="40" y="9"/>
                        </a:cxn>
                        <a:cxn ang="0">
                          <a:pos x="47" y="4"/>
                        </a:cxn>
                        <a:cxn ang="0">
                          <a:pos x="51" y="0"/>
                        </a:cxn>
                        <a:cxn ang="0">
                          <a:pos x="57" y="1"/>
                        </a:cxn>
                        <a:cxn ang="0">
                          <a:pos x="62" y="4"/>
                        </a:cxn>
                        <a:cxn ang="0">
                          <a:pos x="69" y="3"/>
                        </a:cxn>
                        <a:cxn ang="0">
                          <a:pos x="76" y="4"/>
                        </a:cxn>
                        <a:cxn ang="0">
                          <a:pos x="81" y="5"/>
                        </a:cxn>
                        <a:cxn ang="0">
                          <a:pos x="89" y="8"/>
                        </a:cxn>
                        <a:cxn ang="0">
                          <a:pos x="89" y="15"/>
                        </a:cxn>
                        <a:cxn ang="0">
                          <a:pos x="92" y="22"/>
                        </a:cxn>
                        <a:cxn ang="0">
                          <a:pos x="98" y="28"/>
                        </a:cxn>
                        <a:cxn ang="0">
                          <a:pos x="103" y="36"/>
                        </a:cxn>
                        <a:cxn ang="0">
                          <a:pos x="110" y="42"/>
                        </a:cxn>
                        <a:cxn ang="0">
                          <a:pos x="115" y="50"/>
                        </a:cxn>
                        <a:cxn ang="0">
                          <a:pos x="117" y="53"/>
                        </a:cxn>
                        <a:cxn ang="0">
                          <a:pos x="107" y="60"/>
                        </a:cxn>
                        <a:cxn ang="0">
                          <a:pos x="103" y="58"/>
                        </a:cxn>
                        <a:cxn ang="0">
                          <a:pos x="106" y="66"/>
                        </a:cxn>
                        <a:cxn ang="0">
                          <a:pos x="108" y="75"/>
                        </a:cxn>
                        <a:cxn ang="0">
                          <a:pos x="108" y="77"/>
                        </a:cxn>
                        <a:cxn ang="0">
                          <a:pos x="98" y="80"/>
                        </a:cxn>
                        <a:cxn ang="0">
                          <a:pos x="96" y="89"/>
                        </a:cxn>
                        <a:cxn ang="0">
                          <a:pos x="91" y="88"/>
                        </a:cxn>
                        <a:cxn ang="0">
                          <a:pos x="84" y="88"/>
                        </a:cxn>
                        <a:cxn ang="0">
                          <a:pos x="78" y="91"/>
                        </a:cxn>
                        <a:cxn ang="0">
                          <a:pos x="74" y="88"/>
                        </a:cxn>
                        <a:cxn ang="0">
                          <a:pos x="66" y="89"/>
                        </a:cxn>
                        <a:cxn ang="0">
                          <a:pos x="61" y="88"/>
                        </a:cxn>
                        <a:cxn ang="0">
                          <a:pos x="57" y="89"/>
                        </a:cxn>
                        <a:cxn ang="0">
                          <a:pos x="50" y="89"/>
                        </a:cxn>
                        <a:cxn ang="0">
                          <a:pos x="46" y="85"/>
                        </a:cxn>
                        <a:cxn ang="0">
                          <a:pos x="34" y="83"/>
                        </a:cxn>
                        <a:cxn ang="0">
                          <a:pos x="30" y="85"/>
                        </a:cxn>
                        <a:cxn ang="0">
                          <a:pos x="15" y="87"/>
                        </a:cxn>
                        <a:cxn ang="0">
                          <a:pos x="8" y="85"/>
                        </a:cxn>
                        <a:cxn ang="0">
                          <a:pos x="6" y="84"/>
                        </a:cxn>
                        <a:cxn ang="0">
                          <a:pos x="2" y="76"/>
                        </a:cxn>
                        <a:cxn ang="0">
                          <a:pos x="6" y="72"/>
                        </a:cxn>
                        <a:cxn ang="0">
                          <a:pos x="5" y="61"/>
                        </a:cxn>
                        <a:cxn ang="0">
                          <a:pos x="2" y="54"/>
                        </a:cxn>
                        <a:cxn ang="0">
                          <a:pos x="0" y="47"/>
                        </a:cxn>
                      </a:cxnLst>
                      <a:rect l="0" t="0" r="r" b="b"/>
                      <a:pathLst>
                        <a:path w="119" h="91">
                          <a:moveTo>
                            <a:pt x="0" y="47"/>
                          </a:moveTo>
                          <a:lnTo>
                            <a:pt x="2" y="45"/>
                          </a:lnTo>
                          <a:lnTo>
                            <a:pt x="8" y="43"/>
                          </a:lnTo>
                          <a:lnTo>
                            <a:pt x="12" y="45"/>
                          </a:lnTo>
                          <a:lnTo>
                            <a:pt x="16" y="43"/>
                          </a:lnTo>
                          <a:lnTo>
                            <a:pt x="17" y="43"/>
                          </a:lnTo>
                          <a:lnTo>
                            <a:pt x="16" y="39"/>
                          </a:lnTo>
                          <a:lnTo>
                            <a:pt x="20" y="39"/>
                          </a:lnTo>
                          <a:lnTo>
                            <a:pt x="21" y="35"/>
                          </a:lnTo>
                          <a:lnTo>
                            <a:pt x="24" y="34"/>
                          </a:lnTo>
                          <a:lnTo>
                            <a:pt x="26" y="35"/>
                          </a:lnTo>
                          <a:lnTo>
                            <a:pt x="28" y="35"/>
                          </a:lnTo>
                          <a:lnTo>
                            <a:pt x="28" y="32"/>
                          </a:lnTo>
                          <a:lnTo>
                            <a:pt x="26" y="31"/>
                          </a:lnTo>
                          <a:lnTo>
                            <a:pt x="26" y="27"/>
                          </a:lnTo>
                          <a:lnTo>
                            <a:pt x="28" y="26"/>
                          </a:lnTo>
                          <a:lnTo>
                            <a:pt x="31" y="22"/>
                          </a:lnTo>
                          <a:lnTo>
                            <a:pt x="35" y="19"/>
                          </a:lnTo>
                          <a:lnTo>
                            <a:pt x="35" y="16"/>
                          </a:lnTo>
                          <a:lnTo>
                            <a:pt x="34" y="15"/>
                          </a:lnTo>
                          <a:lnTo>
                            <a:pt x="36" y="11"/>
                          </a:lnTo>
                          <a:lnTo>
                            <a:pt x="40" y="9"/>
                          </a:lnTo>
                          <a:lnTo>
                            <a:pt x="47" y="8"/>
                          </a:lnTo>
                          <a:lnTo>
                            <a:pt x="47" y="4"/>
                          </a:lnTo>
                          <a:lnTo>
                            <a:pt x="50" y="3"/>
                          </a:lnTo>
                          <a:lnTo>
                            <a:pt x="51" y="0"/>
                          </a:lnTo>
                          <a:lnTo>
                            <a:pt x="54" y="0"/>
                          </a:lnTo>
                          <a:lnTo>
                            <a:pt x="57" y="1"/>
                          </a:lnTo>
                          <a:lnTo>
                            <a:pt x="59" y="0"/>
                          </a:lnTo>
                          <a:lnTo>
                            <a:pt x="62" y="4"/>
                          </a:lnTo>
                          <a:lnTo>
                            <a:pt x="66" y="3"/>
                          </a:lnTo>
                          <a:lnTo>
                            <a:pt x="69" y="3"/>
                          </a:lnTo>
                          <a:lnTo>
                            <a:pt x="72" y="7"/>
                          </a:lnTo>
                          <a:lnTo>
                            <a:pt x="76" y="4"/>
                          </a:lnTo>
                          <a:lnTo>
                            <a:pt x="80" y="3"/>
                          </a:lnTo>
                          <a:lnTo>
                            <a:pt x="81" y="5"/>
                          </a:lnTo>
                          <a:lnTo>
                            <a:pt x="84" y="5"/>
                          </a:lnTo>
                          <a:lnTo>
                            <a:pt x="89" y="8"/>
                          </a:lnTo>
                          <a:lnTo>
                            <a:pt x="91" y="11"/>
                          </a:lnTo>
                          <a:lnTo>
                            <a:pt x="89" y="15"/>
                          </a:lnTo>
                          <a:lnTo>
                            <a:pt x="92" y="17"/>
                          </a:lnTo>
                          <a:lnTo>
                            <a:pt x="92" y="22"/>
                          </a:lnTo>
                          <a:lnTo>
                            <a:pt x="95" y="26"/>
                          </a:lnTo>
                          <a:lnTo>
                            <a:pt x="98" y="28"/>
                          </a:lnTo>
                          <a:lnTo>
                            <a:pt x="100" y="34"/>
                          </a:lnTo>
                          <a:lnTo>
                            <a:pt x="103" y="36"/>
                          </a:lnTo>
                          <a:lnTo>
                            <a:pt x="104" y="41"/>
                          </a:lnTo>
                          <a:lnTo>
                            <a:pt x="110" y="42"/>
                          </a:lnTo>
                          <a:lnTo>
                            <a:pt x="115" y="47"/>
                          </a:lnTo>
                          <a:lnTo>
                            <a:pt x="115" y="50"/>
                          </a:lnTo>
                          <a:lnTo>
                            <a:pt x="119" y="51"/>
                          </a:lnTo>
                          <a:lnTo>
                            <a:pt x="117" y="53"/>
                          </a:lnTo>
                          <a:lnTo>
                            <a:pt x="114" y="58"/>
                          </a:lnTo>
                          <a:lnTo>
                            <a:pt x="107" y="60"/>
                          </a:lnTo>
                          <a:lnTo>
                            <a:pt x="104" y="57"/>
                          </a:lnTo>
                          <a:lnTo>
                            <a:pt x="103" y="58"/>
                          </a:lnTo>
                          <a:lnTo>
                            <a:pt x="103" y="62"/>
                          </a:lnTo>
                          <a:lnTo>
                            <a:pt x="106" y="66"/>
                          </a:lnTo>
                          <a:lnTo>
                            <a:pt x="106" y="70"/>
                          </a:lnTo>
                          <a:lnTo>
                            <a:pt x="108" y="75"/>
                          </a:lnTo>
                          <a:lnTo>
                            <a:pt x="108" y="77"/>
                          </a:lnTo>
                          <a:lnTo>
                            <a:pt x="108" y="77"/>
                          </a:lnTo>
                          <a:lnTo>
                            <a:pt x="102" y="79"/>
                          </a:lnTo>
                          <a:lnTo>
                            <a:pt x="98" y="80"/>
                          </a:lnTo>
                          <a:lnTo>
                            <a:pt x="96" y="85"/>
                          </a:lnTo>
                          <a:lnTo>
                            <a:pt x="96" y="89"/>
                          </a:lnTo>
                          <a:lnTo>
                            <a:pt x="92" y="91"/>
                          </a:lnTo>
                          <a:lnTo>
                            <a:pt x="91" y="88"/>
                          </a:lnTo>
                          <a:lnTo>
                            <a:pt x="87" y="89"/>
                          </a:lnTo>
                          <a:lnTo>
                            <a:pt x="84" y="88"/>
                          </a:lnTo>
                          <a:lnTo>
                            <a:pt x="81" y="88"/>
                          </a:lnTo>
                          <a:lnTo>
                            <a:pt x="78" y="91"/>
                          </a:lnTo>
                          <a:lnTo>
                            <a:pt x="76" y="91"/>
                          </a:lnTo>
                          <a:lnTo>
                            <a:pt x="74" y="88"/>
                          </a:lnTo>
                          <a:lnTo>
                            <a:pt x="72" y="87"/>
                          </a:lnTo>
                          <a:lnTo>
                            <a:pt x="66" y="89"/>
                          </a:lnTo>
                          <a:lnTo>
                            <a:pt x="65" y="89"/>
                          </a:lnTo>
                          <a:lnTo>
                            <a:pt x="61" y="88"/>
                          </a:lnTo>
                          <a:lnTo>
                            <a:pt x="59" y="89"/>
                          </a:lnTo>
                          <a:lnTo>
                            <a:pt x="57" y="89"/>
                          </a:lnTo>
                          <a:lnTo>
                            <a:pt x="55" y="88"/>
                          </a:lnTo>
                          <a:lnTo>
                            <a:pt x="50" y="89"/>
                          </a:lnTo>
                          <a:lnTo>
                            <a:pt x="50" y="88"/>
                          </a:lnTo>
                          <a:lnTo>
                            <a:pt x="46" y="85"/>
                          </a:lnTo>
                          <a:lnTo>
                            <a:pt x="38" y="85"/>
                          </a:lnTo>
                          <a:lnTo>
                            <a:pt x="34" y="83"/>
                          </a:lnTo>
                          <a:lnTo>
                            <a:pt x="32" y="83"/>
                          </a:lnTo>
                          <a:lnTo>
                            <a:pt x="30" y="85"/>
                          </a:lnTo>
                          <a:lnTo>
                            <a:pt x="26" y="85"/>
                          </a:lnTo>
                          <a:lnTo>
                            <a:pt x="15" y="87"/>
                          </a:lnTo>
                          <a:lnTo>
                            <a:pt x="13" y="88"/>
                          </a:lnTo>
                          <a:lnTo>
                            <a:pt x="8" y="85"/>
                          </a:lnTo>
                          <a:lnTo>
                            <a:pt x="5" y="87"/>
                          </a:lnTo>
                          <a:lnTo>
                            <a:pt x="6" y="84"/>
                          </a:lnTo>
                          <a:lnTo>
                            <a:pt x="2" y="80"/>
                          </a:lnTo>
                          <a:lnTo>
                            <a:pt x="2" y="76"/>
                          </a:lnTo>
                          <a:lnTo>
                            <a:pt x="4" y="72"/>
                          </a:lnTo>
                          <a:lnTo>
                            <a:pt x="6" y="72"/>
                          </a:lnTo>
                          <a:lnTo>
                            <a:pt x="6" y="62"/>
                          </a:lnTo>
                          <a:lnTo>
                            <a:pt x="5" y="61"/>
                          </a:lnTo>
                          <a:lnTo>
                            <a:pt x="5" y="58"/>
                          </a:lnTo>
                          <a:lnTo>
                            <a:pt x="2" y="54"/>
                          </a:lnTo>
                          <a:lnTo>
                            <a:pt x="1" y="47"/>
                          </a:lnTo>
                          <a:lnTo>
                            <a:pt x="0" y="47"/>
                          </a:lnTo>
                          <a:close/>
                        </a:path>
                      </a:pathLst>
                    </a:custGeom>
                    <a:grp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33" name="Freeform 874">
                      <a:extLst>
                        <a:ext uri="{FF2B5EF4-FFF2-40B4-BE49-F238E27FC236}">
                          <a16:creationId xmlns:a16="http://schemas.microsoft.com/office/drawing/2014/main" id="{DD1F141A-1F67-7DEB-C8E8-E94C4D73D2E8}"/>
                        </a:ext>
                      </a:extLst>
                    </p:cNvPr>
                    <p:cNvSpPr>
                      <a:spLocks/>
                    </p:cNvSpPr>
                    <p:nvPr/>
                  </p:nvSpPr>
                  <p:spPr bwMode="auto">
                    <a:xfrm>
                      <a:off x="5635626" y="3194050"/>
                      <a:ext cx="369888" cy="231775"/>
                    </a:xfrm>
                    <a:custGeom>
                      <a:avLst/>
                      <a:gdLst/>
                      <a:ahLst/>
                      <a:cxnLst>
                        <a:cxn ang="0">
                          <a:pos x="34" y="12"/>
                        </a:cxn>
                        <a:cxn ang="0">
                          <a:pos x="54" y="12"/>
                        </a:cxn>
                        <a:cxn ang="0">
                          <a:pos x="67" y="16"/>
                        </a:cxn>
                        <a:cxn ang="0">
                          <a:pos x="82" y="15"/>
                        </a:cxn>
                        <a:cxn ang="0">
                          <a:pos x="95" y="16"/>
                        </a:cxn>
                        <a:cxn ang="0">
                          <a:pos x="106" y="7"/>
                        </a:cxn>
                        <a:cxn ang="0">
                          <a:pos x="122" y="2"/>
                        </a:cxn>
                        <a:cxn ang="0">
                          <a:pos x="145" y="0"/>
                        </a:cxn>
                        <a:cxn ang="0">
                          <a:pos x="160" y="16"/>
                        </a:cxn>
                        <a:cxn ang="0">
                          <a:pos x="168" y="31"/>
                        </a:cxn>
                        <a:cxn ang="0">
                          <a:pos x="187" y="36"/>
                        </a:cxn>
                        <a:cxn ang="0">
                          <a:pos x="203" y="45"/>
                        </a:cxn>
                        <a:cxn ang="0">
                          <a:pos x="220" y="45"/>
                        </a:cxn>
                        <a:cxn ang="0">
                          <a:pos x="233" y="50"/>
                        </a:cxn>
                        <a:cxn ang="0">
                          <a:pos x="231" y="67"/>
                        </a:cxn>
                        <a:cxn ang="0">
                          <a:pos x="221" y="82"/>
                        </a:cxn>
                        <a:cxn ang="0">
                          <a:pos x="213" y="94"/>
                        </a:cxn>
                        <a:cxn ang="0">
                          <a:pos x="201" y="99"/>
                        </a:cxn>
                        <a:cxn ang="0">
                          <a:pos x="190" y="105"/>
                        </a:cxn>
                        <a:cxn ang="0">
                          <a:pos x="176" y="103"/>
                        </a:cxn>
                        <a:cxn ang="0">
                          <a:pos x="173" y="114"/>
                        </a:cxn>
                        <a:cxn ang="0">
                          <a:pos x="175" y="109"/>
                        </a:cxn>
                        <a:cxn ang="0">
                          <a:pos x="165" y="116"/>
                        </a:cxn>
                        <a:cxn ang="0">
                          <a:pos x="156" y="116"/>
                        </a:cxn>
                        <a:cxn ang="0">
                          <a:pos x="167" y="120"/>
                        </a:cxn>
                        <a:cxn ang="0">
                          <a:pos x="169" y="124"/>
                        </a:cxn>
                        <a:cxn ang="0">
                          <a:pos x="173" y="129"/>
                        </a:cxn>
                        <a:cxn ang="0">
                          <a:pos x="168" y="116"/>
                        </a:cxn>
                        <a:cxn ang="0">
                          <a:pos x="180" y="131"/>
                        </a:cxn>
                        <a:cxn ang="0">
                          <a:pos x="192" y="125"/>
                        </a:cxn>
                        <a:cxn ang="0">
                          <a:pos x="194" y="133"/>
                        </a:cxn>
                        <a:cxn ang="0">
                          <a:pos x="173" y="139"/>
                        </a:cxn>
                        <a:cxn ang="0">
                          <a:pos x="154" y="141"/>
                        </a:cxn>
                        <a:cxn ang="0">
                          <a:pos x="146" y="131"/>
                        </a:cxn>
                        <a:cxn ang="0">
                          <a:pos x="154" y="122"/>
                        </a:cxn>
                        <a:cxn ang="0">
                          <a:pos x="152" y="117"/>
                        </a:cxn>
                        <a:cxn ang="0">
                          <a:pos x="137" y="116"/>
                        </a:cxn>
                        <a:cxn ang="0">
                          <a:pos x="130" y="110"/>
                        </a:cxn>
                        <a:cxn ang="0">
                          <a:pos x="135" y="109"/>
                        </a:cxn>
                        <a:cxn ang="0">
                          <a:pos x="131" y="105"/>
                        </a:cxn>
                        <a:cxn ang="0">
                          <a:pos x="126" y="106"/>
                        </a:cxn>
                        <a:cxn ang="0">
                          <a:pos x="116" y="113"/>
                        </a:cxn>
                        <a:cxn ang="0">
                          <a:pos x="106" y="125"/>
                        </a:cxn>
                        <a:cxn ang="0">
                          <a:pos x="104" y="132"/>
                        </a:cxn>
                        <a:cxn ang="0">
                          <a:pos x="91" y="132"/>
                        </a:cxn>
                        <a:cxn ang="0">
                          <a:pos x="88" y="124"/>
                        </a:cxn>
                        <a:cxn ang="0">
                          <a:pos x="96" y="110"/>
                        </a:cxn>
                        <a:cxn ang="0">
                          <a:pos x="104" y="106"/>
                        </a:cxn>
                        <a:cxn ang="0">
                          <a:pos x="96" y="94"/>
                        </a:cxn>
                        <a:cxn ang="0">
                          <a:pos x="85" y="78"/>
                        </a:cxn>
                        <a:cxn ang="0">
                          <a:pos x="70" y="75"/>
                        </a:cxn>
                        <a:cxn ang="0">
                          <a:pos x="59" y="74"/>
                        </a:cxn>
                        <a:cxn ang="0">
                          <a:pos x="58" y="82"/>
                        </a:cxn>
                        <a:cxn ang="0">
                          <a:pos x="36" y="90"/>
                        </a:cxn>
                        <a:cxn ang="0">
                          <a:pos x="20" y="84"/>
                        </a:cxn>
                        <a:cxn ang="0">
                          <a:pos x="6" y="82"/>
                        </a:cxn>
                        <a:cxn ang="0">
                          <a:pos x="4" y="64"/>
                        </a:cxn>
                        <a:cxn ang="0">
                          <a:pos x="16" y="42"/>
                        </a:cxn>
                        <a:cxn ang="0">
                          <a:pos x="20" y="31"/>
                        </a:cxn>
                        <a:cxn ang="0">
                          <a:pos x="13" y="15"/>
                        </a:cxn>
                      </a:cxnLst>
                      <a:rect l="0" t="0" r="r" b="b"/>
                      <a:pathLst>
                        <a:path w="233" h="146">
                          <a:moveTo>
                            <a:pt x="13" y="14"/>
                          </a:moveTo>
                          <a:lnTo>
                            <a:pt x="16" y="12"/>
                          </a:lnTo>
                          <a:lnTo>
                            <a:pt x="21" y="15"/>
                          </a:lnTo>
                          <a:lnTo>
                            <a:pt x="23" y="14"/>
                          </a:lnTo>
                          <a:lnTo>
                            <a:pt x="34" y="12"/>
                          </a:lnTo>
                          <a:lnTo>
                            <a:pt x="38" y="12"/>
                          </a:lnTo>
                          <a:lnTo>
                            <a:pt x="40" y="10"/>
                          </a:lnTo>
                          <a:lnTo>
                            <a:pt x="42" y="10"/>
                          </a:lnTo>
                          <a:lnTo>
                            <a:pt x="46" y="12"/>
                          </a:lnTo>
                          <a:lnTo>
                            <a:pt x="54" y="12"/>
                          </a:lnTo>
                          <a:lnTo>
                            <a:pt x="58" y="15"/>
                          </a:lnTo>
                          <a:lnTo>
                            <a:pt x="58" y="16"/>
                          </a:lnTo>
                          <a:lnTo>
                            <a:pt x="63" y="15"/>
                          </a:lnTo>
                          <a:lnTo>
                            <a:pt x="65" y="16"/>
                          </a:lnTo>
                          <a:lnTo>
                            <a:pt x="67" y="16"/>
                          </a:lnTo>
                          <a:lnTo>
                            <a:pt x="69" y="15"/>
                          </a:lnTo>
                          <a:lnTo>
                            <a:pt x="73" y="16"/>
                          </a:lnTo>
                          <a:lnTo>
                            <a:pt x="74" y="16"/>
                          </a:lnTo>
                          <a:lnTo>
                            <a:pt x="80" y="14"/>
                          </a:lnTo>
                          <a:lnTo>
                            <a:pt x="82" y="15"/>
                          </a:lnTo>
                          <a:lnTo>
                            <a:pt x="84" y="18"/>
                          </a:lnTo>
                          <a:lnTo>
                            <a:pt x="86" y="18"/>
                          </a:lnTo>
                          <a:lnTo>
                            <a:pt x="89" y="15"/>
                          </a:lnTo>
                          <a:lnTo>
                            <a:pt x="92" y="15"/>
                          </a:lnTo>
                          <a:lnTo>
                            <a:pt x="95" y="16"/>
                          </a:lnTo>
                          <a:lnTo>
                            <a:pt x="99" y="15"/>
                          </a:lnTo>
                          <a:lnTo>
                            <a:pt x="100" y="18"/>
                          </a:lnTo>
                          <a:lnTo>
                            <a:pt x="104" y="16"/>
                          </a:lnTo>
                          <a:lnTo>
                            <a:pt x="104" y="12"/>
                          </a:lnTo>
                          <a:lnTo>
                            <a:pt x="106" y="7"/>
                          </a:lnTo>
                          <a:lnTo>
                            <a:pt x="110" y="6"/>
                          </a:lnTo>
                          <a:lnTo>
                            <a:pt x="116" y="4"/>
                          </a:lnTo>
                          <a:lnTo>
                            <a:pt x="119" y="6"/>
                          </a:lnTo>
                          <a:lnTo>
                            <a:pt x="122" y="4"/>
                          </a:lnTo>
                          <a:lnTo>
                            <a:pt x="122" y="2"/>
                          </a:lnTo>
                          <a:lnTo>
                            <a:pt x="125" y="0"/>
                          </a:lnTo>
                          <a:lnTo>
                            <a:pt x="131" y="2"/>
                          </a:lnTo>
                          <a:lnTo>
                            <a:pt x="138" y="2"/>
                          </a:lnTo>
                          <a:lnTo>
                            <a:pt x="142" y="0"/>
                          </a:lnTo>
                          <a:lnTo>
                            <a:pt x="145" y="0"/>
                          </a:lnTo>
                          <a:lnTo>
                            <a:pt x="148" y="7"/>
                          </a:lnTo>
                          <a:lnTo>
                            <a:pt x="150" y="10"/>
                          </a:lnTo>
                          <a:lnTo>
                            <a:pt x="149" y="12"/>
                          </a:lnTo>
                          <a:lnTo>
                            <a:pt x="153" y="18"/>
                          </a:lnTo>
                          <a:lnTo>
                            <a:pt x="160" y="16"/>
                          </a:lnTo>
                          <a:lnTo>
                            <a:pt x="164" y="19"/>
                          </a:lnTo>
                          <a:lnTo>
                            <a:pt x="164" y="22"/>
                          </a:lnTo>
                          <a:lnTo>
                            <a:pt x="167" y="22"/>
                          </a:lnTo>
                          <a:lnTo>
                            <a:pt x="167" y="26"/>
                          </a:lnTo>
                          <a:lnTo>
                            <a:pt x="168" y="31"/>
                          </a:lnTo>
                          <a:lnTo>
                            <a:pt x="175" y="37"/>
                          </a:lnTo>
                          <a:lnTo>
                            <a:pt x="178" y="34"/>
                          </a:lnTo>
                          <a:lnTo>
                            <a:pt x="182" y="37"/>
                          </a:lnTo>
                          <a:lnTo>
                            <a:pt x="184" y="36"/>
                          </a:lnTo>
                          <a:lnTo>
                            <a:pt x="187" y="36"/>
                          </a:lnTo>
                          <a:lnTo>
                            <a:pt x="192" y="33"/>
                          </a:lnTo>
                          <a:lnTo>
                            <a:pt x="194" y="31"/>
                          </a:lnTo>
                          <a:lnTo>
                            <a:pt x="198" y="40"/>
                          </a:lnTo>
                          <a:lnTo>
                            <a:pt x="202" y="42"/>
                          </a:lnTo>
                          <a:lnTo>
                            <a:pt x="203" y="45"/>
                          </a:lnTo>
                          <a:lnTo>
                            <a:pt x="205" y="42"/>
                          </a:lnTo>
                          <a:lnTo>
                            <a:pt x="210" y="44"/>
                          </a:lnTo>
                          <a:lnTo>
                            <a:pt x="214" y="44"/>
                          </a:lnTo>
                          <a:lnTo>
                            <a:pt x="217" y="45"/>
                          </a:lnTo>
                          <a:lnTo>
                            <a:pt x="220" y="45"/>
                          </a:lnTo>
                          <a:lnTo>
                            <a:pt x="224" y="48"/>
                          </a:lnTo>
                          <a:lnTo>
                            <a:pt x="228" y="48"/>
                          </a:lnTo>
                          <a:lnTo>
                            <a:pt x="231" y="46"/>
                          </a:lnTo>
                          <a:lnTo>
                            <a:pt x="232" y="49"/>
                          </a:lnTo>
                          <a:lnTo>
                            <a:pt x="233" y="50"/>
                          </a:lnTo>
                          <a:lnTo>
                            <a:pt x="233" y="55"/>
                          </a:lnTo>
                          <a:lnTo>
                            <a:pt x="231" y="57"/>
                          </a:lnTo>
                          <a:lnTo>
                            <a:pt x="228" y="57"/>
                          </a:lnTo>
                          <a:lnTo>
                            <a:pt x="226" y="64"/>
                          </a:lnTo>
                          <a:lnTo>
                            <a:pt x="231" y="67"/>
                          </a:lnTo>
                          <a:lnTo>
                            <a:pt x="232" y="71"/>
                          </a:lnTo>
                          <a:lnTo>
                            <a:pt x="231" y="76"/>
                          </a:lnTo>
                          <a:lnTo>
                            <a:pt x="231" y="80"/>
                          </a:lnTo>
                          <a:lnTo>
                            <a:pt x="228" y="82"/>
                          </a:lnTo>
                          <a:lnTo>
                            <a:pt x="221" y="82"/>
                          </a:lnTo>
                          <a:lnTo>
                            <a:pt x="218" y="87"/>
                          </a:lnTo>
                          <a:lnTo>
                            <a:pt x="216" y="88"/>
                          </a:lnTo>
                          <a:lnTo>
                            <a:pt x="216" y="94"/>
                          </a:lnTo>
                          <a:lnTo>
                            <a:pt x="213" y="95"/>
                          </a:lnTo>
                          <a:lnTo>
                            <a:pt x="213" y="94"/>
                          </a:lnTo>
                          <a:lnTo>
                            <a:pt x="211" y="94"/>
                          </a:lnTo>
                          <a:lnTo>
                            <a:pt x="207" y="95"/>
                          </a:lnTo>
                          <a:lnTo>
                            <a:pt x="203" y="95"/>
                          </a:lnTo>
                          <a:lnTo>
                            <a:pt x="202" y="97"/>
                          </a:lnTo>
                          <a:lnTo>
                            <a:pt x="201" y="99"/>
                          </a:lnTo>
                          <a:lnTo>
                            <a:pt x="198" y="99"/>
                          </a:lnTo>
                          <a:lnTo>
                            <a:pt x="197" y="101"/>
                          </a:lnTo>
                          <a:lnTo>
                            <a:pt x="192" y="105"/>
                          </a:lnTo>
                          <a:lnTo>
                            <a:pt x="192" y="103"/>
                          </a:lnTo>
                          <a:lnTo>
                            <a:pt x="190" y="105"/>
                          </a:lnTo>
                          <a:lnTo>
                            <a:pt x="187" y="106"/>
                          </a:lnTo>
                          <a:lnTo>
                            <a:pt x="183" y="105"/>
                          </a:lnTo>
                          <a:lnTo>
                            <a:pt x="180" y="108"/>
                          </a:lnTo>
                          <a:lnTo>
                            <a:pt x="179" y="108"/>
                          </a:lnTo>
                          <a:lnTo>
                            <a:pt x="176" y="103"/>
                          </a:lnTo>
                          <a:lnTo>
                            <a:pt x="175" y="103"/>
                          </a:lnTo>
                          <a:lnTo>
                            <a:pt x="176" y="106"/>
                          </a:lnTo>
                          <a:lnTo>
                            <a:pt x="178" y="108"/>
                          </a:lnTo>
                          <a:lnTo>
                            <a:pt x="178" y="109"/>
                          </a:lnTo>
                          <a:lnTo>
                            <a:pt x="173" y="114"/>
                          </a:lnTo>
                          <a:lnTo>
                            <a:pt x="172" y="114"/>
                          </a:lnTo>
                          <a:lnTo>
                            <a:pt x="172" y="113"/>
                          </a:lnTo>
                          <a:lnTo>
                            <a:pt x="172" y="113"/>
                          </a:lnTo>
                          <a:lnTo>
                            <a:pt x="176" y="109"/>
                          </a:lnTo>
                          <a:lnTo>
                            <a:pt x="175" y="109"/>
                          </a:lnTo>
                          <a:lnTo>
                            <a:pt x="173" y="108"/>
                          </a:lnTo>
                          <a:lnTo>
                            <a:pt x="173" y="109"/>
                          </a:lnTo>
                          <a:lnTo>
                            <a:pt x="169" y="113"/>
                          </a:lnTo>
                          <a:lnTo>
                            <a:pt x="167" y="114"/>
                          </a:lnTo>
                          <a:lnTo>
                            <a:pt x="165" y="116"/>
                          </a:lnTo>
                          <a:lnTo>
                            <a:pt x="163" y="116"/>
                          </a:lnTo>
                          <a:lnTo>
                            <a:pt x="161" y="114"/>
                          </a:lnTo>
                          <a:lnTo>
                            <a:pt x="158" y="116"/>
                          </a:lnTo>
                          <a:lnTo>
                            <a:pt x="156" y="116"/>
                          </a:lnTo>
                          <a:lnTo>
                            <a:pt x="156" y="116"/>
                          </a:lnTo>
                          <a:lnTo>
                            <a:pt x="157" y="117"/>
                          </a:lnTo>
                          <a:lnTo>
                            <a:pt x="161" y="117"/>
                          </a:lnTo>
                          <a:lnTo>
                            <a:pt x="164" y="120"/>
                          </a:lnTo>
                          <a:lnTo>
                            <a:pt x="165" y="121"/>
                          </a:lnTo>
                          <a:lnTo>
                            <a:pt x="167" y="120"/>
                          </a:lnTo>
                          <a:lnTo>
                            <a:pt x="168" y="121"/>
                          </a:lnTo>
                          <a:lnTo>
                            <a:pt x="167" y="122"/>
                          </a:lnTo>
                          <a:lnTo>
                            <a:pt x="167" y="124"/>
                          </a:lnTo>
                          <a:lnTo>
                            <a:pt x="168" y="124"/>
                          </a:lnTo>
                          <a:lnTo>
                            <a:pt x="169" y="124"/>
                          </a:lnTo>
                          <a:lnTo>
                            <a:pt x="168" y="125"/>
                          </a:lnTo>
                          <a:lnTo>
                            <a:pt x="171" y="124"/>
                          </a:lnTo>
                          <a:lnTo>
                            <a:pt x="172" y="125"/>
                          </a:lnTo>
                          <a:lnTo>
                            <a:pt x="172" y="128"/>
                          </a:lnTo>
                          <a:lnTo>
                            <a:pt x="173" y="129"/>
                          </a:lnTo>
                          <a:lnTo>
                            <a:pt x="178" y="131"/>
                          </a:lnTo>
                          <a:lnTo>
                            <a:pt x="179" y="131"/>
                          </a:lnTo>
                          <a:lnTo>
                            <a:pt x="173" y="125"/>
                          </a:lnTo>
                          <a:lnTo>
                            <a:pt x="169" y="120"/>
                          </a:lnTo>
                          <a:lnTo>
                            <a:pt x="168" y="116"/>
                          </a:lnTo>
                          <a:lnTo>
                            <a:pt x="169" y="116"/>
                          </a:lnTo>
                          <a:lnTo>
                            <a:pt x="171" y="118"/>
                          </a:lnTo>
                          <a:lnTo>
                            <a:pt x="172" y="122"/>
                          </a:lnTo>
                          <a:lnTo>
                            <a:pt x="179" y="129"/>
                          </a:lnTo>
                          <a:lnTo>
                            <a:pt x="180" y="131"/>
                          </a:lnTo>
                          <a:lnTo>
                            <a:pt x="183" y="128"/>
                          </a:lnTo>
                          <a:lnTo>
                            <a:pt x="184" y="128"/>
                          </a:lnTo>
                          <a:lnTo>
                            <a:pt x="187" y="129"/>
                          </a:lnTo>
                          <a:lnTo>
                            <a:pt x="188" y="127"/>
                          </a:lnTo>
                          <a:lnTo>
                            <a:pt x="192" y="125"/>
                          </a:lnTo>
                          <a:lnTo>
                            <a:pt x="197" y="127"/>
                          </a:lnTo>
                          <a:lnTo>
                            <a:pt x="195" y="128"/>
                          </a:lnTo>
                          <a:lnTo>
                            <a:pt x="194" y="129"/>
                          </a:lnTo>
                          <a:lnTo>
                            <a:pt x="195" y="132"/>
                          </a:lnTo>
                          <a:lnTo>
                            <a:pt x="194" y="133"/>
                          </a:lnTo>
                          <a:lnTo>
                            <a:pt x="188" y="133"/>
                          </a:lnTo>
                          <a:lnTo>
                            <a:pt x="183" y="133"/>
                          </a:lnTo>
                          <a:lnTo>
                            <a:pt x="180" y="135"/>
                          </a:lnTo>
                          <a:lnTo>
                            <a:pt x="178" y="139"/>
                          </a:lnTo>
                          <a:lnTo>
                            <a:pt x="173" y="139"/>
                          </a:lnTo>
                          <a:lnTo>
                            <a:pt x="167" y="143"/>
                          </a:lnTo>
                          <a:lnTo>
                            <a:pt x="161" y="146"/>
                          </a:lnTo>
                          <a:lnTo>
                            <a:pt x="156" y="146"/>
                          </a:lnTo>
                          <a:lnTo>
                            <a:pt x="154" y="143"/>
                          </a:lnTo>
                          <a:lnTo>
                            <a:pt x="154" y="141"/>
                          </a:lnTo>
                          <a:lnTo>
                            <a:pt x="156" y="137"/>
                          </a:lnTo>
                          <a:lnTo>
                            <a:pt x="156" y="135"/>
                          </a:lnTo>
                          <a:lnTo>
                            <a:pt x="152" y="132"/>
                          </a:lnTo>
                          <a:lnTo>
                            <a:pt x="150" y="132"/>
                          </a:lnTo>
                          <a:lnTo>
                            <a:pt x="146" y="131"/>
                          </a:lnTo>
                          <a:lnTo>
                            <a:pt x="145" y="132"/>
                          </a:lnTo>
                          <a:lnTo>
                            <a:pt x="142" y="131"/>
                          </a:lnTo>
                          <a:lnTo>
                            <a:pt x="145" y="127"/>
                          </a:lnTo>
                          <a:lnTo>
                            <a:pt x="150" y="124"/>
                          </a:lnTo>
                          <a:lnTo>
                            <a:pt x="154" y="122"/>
                          </a:lnTo>
                          <a:lnTo>
                            <a:pt x="156" y="121"/>
                          </a:lnTo>
                          <a:lnTo>
                            <a:pt x="154" y="120"/>
                          </a:lnTo>
                          <a:lnTo>
                            <a:pt x="153" y="116"/>
                          </a:lnTo>
                          <a:lnTo>
                            <a:pt x="152" y="116"/>
                          </a:lnTo>
                          <a:lnTo>
                            <a:pt x="152" y="117"/>
                          </a:lnTo>
                          <a:lnTo>
                            <a:pt x="149" y="116"/>
                          </a:lnTo>
                          <a:lnTo>
                            <a:pt x="145" y="114"/>
                          </a:lnTo>
                          <a:lnTo>
                            <a:pt x="142" y="116"/>
                          </a:lnTo>
                          <a:lnTo>
                            <a:pt x="139" y="117"/>
                          </a:lnTo>
                          <a:lnTo>
                            <a:pt x="137" y="116"/>
                          </a:lnTo>
                          <a:lnTo>
                            <a:pt x="134" y="116"/>
                          </a:lnTo>
                          <a:lnTo>
                            <a:pt x="133" y="113"/>
                          </a:lnTo>
                          <a:lnTo>
                            <a:pt x="134" y="113"/>
                          </a:lnTo>
                          <a:lnTo>
                            <a:pt x="134" y="112"/>
                          </a:lnTo>
                          <a:lnTo>
                            <a:pt x="130" y="110"/>
                          </a:lnTo>
                          <a:lnTo>
                            <a:pt x="126" y="110"/>
                          </a:lnTo>
                          <a:lnTo>
                            <a:pt x="125" y="109"/>
                          </a:lnTo>
                          <a:lnTo>
                            <a:pt x="127" y="109"/>
                          </a:lnTo>
                          <a:lnTo>
                            <a:pt x="133" y="108"/>
                          </a:lnTo>
                          <a:lnTo>
                            <a:pt x="135" y="109"/>
                          </a:lnTo>
                          <a:lnTo>
                            <a:pt x="137" y="108"/>
                          </a:lnTo>
                          <a:lnTo>
                            <a:pt x="139" y="106"/>
                          </a:lnTo>
                          <a:lnTo>
                            <a:pt x="135" y="108"/>
                          </a:lnTo>
                          <a:lnTo>
                            <a:pt x="133" y="106"/>
                          </a:lnTo>
                          <a:lnTo>
                            <a:pt x="131" y="105"/>
                          </a:lnTo>
                          <a:lnTo>
                            <a:pt x="130" y="103"/>
                          </a:lnTo>
                          <a:lnTo>
                            <a:pt x="129" y="105"/>
                          </a:lnTo>
                          <a:lnTo>
                            <a:pt x="129" y="106"/>
                          </a:lnTo>
                          <a:lnTo>
                            <a:pt x="126" y="106"/>
                          </a:lnTo>
                          <a:lnTo>
                            <a:pt x="126" y="106"/>
                          </a:lnTo>
                          <a:lnTo>
                            <a:pt x="125" y="105"/>
                          </a:lnTo>
                          <a:lnTo>
                            <a:pt x="122" y="108"/>
                          </a:lnTo>
                          <a:lnTo>
                            <a:pt x="118" y="109"/>
                          </a:lnTo>
                          <a:lnTo>
                            <a:pt x="116" y="110"/>
                          </a:lnTo>
                          <a:lnTo>
                            <a:pt x="116" y="113"/>
                          </a:lnTo>
                          <a:lnTo>
                            <a:pt x="112" y="117"/>
                          </a:lnTo>
                          <a:lnTo>
                            <a:pt x="111" y="117"/>
                          </a:lnTo>
                          <a:lnTo>
                            <a:pt x="112" y="118"/>
                          </a:lnTo>
                          <a:lnTo>
                            <a:pt x="107" y="125"/>
                          </a:lnTo>
                          <a:lnTo>
                            <a:pt x="106" y="125"/>
                          </a:lnTo>
                          <a:lnTo>
                            <a:pt x="104" y="124"/>
                          </a:lnTo>
                          <a:lnTo>
                            <a:pt x="104" y="125"/>
                          </a:lnTo>
                          <a:lnTo>
                            <a:pt x="103" y="128"/>
                          </a:lnTo>
                          <a:lnTo>
                            <a:pt x="106" y="129"/>
                          </a:lnTo>
                          <a:lnTo>
                            <a:pt x="104" y="132"/>
                          </a:lnTo>
                          <a:lnTo>
                            <a:pt x="104" y="132"/>
                          </a:lnTo>
                          <a:lnTo>
                            <a:pt x="101" y="129"/>
                          </a:lnTo>
                          <a:lnTo>
                            <a:pt x="97" y="131"/>
                          </a:lnTo>
                          <a:lnTo>
                            <a:pt x="95" y="132"/>
                          </a:lnTo>
                          <a:lnTo>
                            <a:pt x="91" y="132"/>
                          </a:lnTo>
                          <a:lnTo>
                            <a:pt x="86" y="131"/>
                          </a:lnTo>
                          <a:lnTo>
                            <a:pt x="84" y="127"/>
                          </a:lnTo>
                          <a:lnTo>
                            <a:pt x="85" y="125"/>
                          </a:lnTo>
                          <a:lnTo>
                            <a:pt x="88" y="127"/>
                          </a:lnTo>
                          <a:lnTo>
                            <a:pt x="88" y="124"/>
                          </a:lnTo>
                          <a:lnTo>
                            <a:pt x="91" y="118"/>
                          </a:lnTo>
                          <a:lnTo>
                            <a:pt x="92" y="118"/>
                          </a:lnTo>
                          <a:lnTo>
                            <a:pt x="92" y="116"/>
                          </a:lnTo>
                          <a:lnTo>
                            <a:pt x="93" y="110"/>
                          </a:lnTo>
                          <a:lnTo>
                            <a:pt x="96" y="110"/>
                          </a:lnTo>
                          <a:lnTo>
                            <a:pt x="99" y="109"/>
                          </a:lnTo>
                          <a:lnTo>
                            <a:pt x="101" y="110"/>
                          </a:lnTo>
                          <a:lnTo>
                            <a:pt x="106" y="110"/>
                          </a:lnTo>
                          <a:lnTo>
                            <a:pt x="106" y="109"/>
                          </a:lnTo>
                          <a:lnTo>
                            <a:pt x="104" y="106"/>
                          </a:lnTo>
                          <a:lnTo>
                            <a:pt x="106" y="105"/>
                          </a:lnTo>
                          <a:lnTo>
                            <a:pt x="104" y="102"/>
                          </a:lnTo>
                          <a:lnTo>
                            <a:pt x="100" y="99"/>
                          </a:lnTo>
                          <a:lnTo>
                            <a:pt x="97" y="97"/>
                          </a:lnTo>
                          <a:lnTo>
                            <a:pt x="96" y="94"/>
                          </a:lnTo>
                          <a:lnTo>
                            <a:pt x="93" y="93"/>
                          </a:lnTo>
                          <a:lnTo>
                            <a:pt x="93" y="90"/>
                          </a:lnTo>
                          <a:lnTo>
                            <a:pt x="92" y="84"/>
                          </a:lnTo>
                          <a:lnTo>
                            <a:pt x="89" y="83"/>
                          </a:lnTo>
                          <a:lnTo>
                            <a:pt x="85" y="78"/>
                          </a:lnTo>
                          <a:lnTo>
                            <a:pt x="84" y="78"/>
                          </a:lnTo>
                          <a:lnTo>
                            <a:pt x="82" y="80"/>
                          </a:lnTo>
                          <a:lnTo>
                            <a:pt x="78" y="79"/>
                          </a:lnTo>
                          <a:lnTo>
                            <a:pt x="73" y="75"/>
                          </a:lnTo>
                          <a:lnTo>
                            <a:pt x="70" y="75"/>
                          </a:lnTo>
                          <a:lnTo>
                            <a:pt x="67" y="72"/>
                          </a:lnTo>
                          <a:lnTo>
                            <a:pt x="66" y="74"/>
                          </a:lnTo>
                          <a:lnTo>
                            <a:pt x="63" y="74"/>
                          </a:lnTo>
                          <a:lnTo>
                            <a:pt x="62" y="75"/>
                          </a:lnTo>
                          <a:lnTo>
                            <a:pt x="59" y="74"/>
                          </a:lnTo>
                          <a:lnTo>
                            <a:pt x="59" y="74"/>
                          </a:lnTo>
                          <a:lnTo>
                            <a:pt x="57" y="74"/>
                          </a:lnTo>
                          <a:lnTo>
                            <a:pt x="58" y="76"/>
                          </a:lnTo>
                          <a:lnTo>
                            <a:pt x="57" y="79"/>
                          </a:lnTo>
                          <a:lnTo>
                            <a:pt x="58" y="82"/>
                          </a:lnTo>
                          <a:lnTo>
                            <a:pt x="54" y="83"/>
                          </a:lnTo>
                          <a:lnTo>
                            <a:pt x="51" y="84"/>
                          </a:lnTo>
                          <a:lnTo>
                            <a:pt x="42" y="86"/>
                          </a:lnTo>
                          <a:lnTo>
                            <a:pt x="39" y="88"/>
                          </a:lnTo>
                          <a:lnTo>
                            <a:pt x="36" y="90"/>
                          </a:lnTo>
                          <a:lnTo>
                            <a:pt x="32" y="91"/>
                          </a:lnTo>
                          <a:lnTo>
                            <a:pt x="28" y="90"/>
                          </a:lnTo>
                          <a:lnTo>
                            <a:pt x="27" y="87"/>
                          </a:lnTo>
                          <a:lnTo>
                            <a:pt x="24" y="86"/>
                          </a:lnTo>
                          <a:lnTo>
                            <a:pt x="20" y="84"/>
                          </a:lnTo>
                          <a:lnTo>
                            <a:pt x="14" y="82"/>
                          </a:lnTo>
                          <a:lnTo>
                            <a:pt x="12" y="82"/>
                          </a:lnTo>
                          <a:lnTo>
                            <a:pt x="10" y="84"/>
                          </a:lnTo>
                          <a:lnTo>
                            <a:pt x="8" y="84"/>
                          </a:lnTo>
                          <a:lnTo>
                            <a:pt x="6" y="82"/>
                          </a:lnTo>
                          <a:lnTo>
                            <a:pt x="2" y="79"/>
                          </a:lnTo>
                          <a:lnTo>
                            <a:pt x="0" y="76"/>
                          </a:lnTo>
                          <a:lnTo>
                            <a:pt x="0" y="75"/>
                          </a:lnTo>
                          <a:lnTo>
                            <a:pt x="1" y="71"/>
                          </a:lnTo>
                          <a:lnTo>
                            <a:pt x="4" y="64"/>
                          </a:lnTo>
                          <a:lnTo>
                            <a:pt x="6" y="64"/>
                          </a:lnTo>
                          <a:lnTo>
                            <a:pt x="6" y="60"/>
                          </a:lnTo>
                          <a:lnTo>
                            <a:pt x="5" y="56"/>
                          </a:lnTo>
                          <a:lnTo>
                            <a:pt x="14" y="46"/>
                          </a:lnTo>
                          <a:lnTo>
                            <a:pt x="16" y="42"/>
                          </a:lnTo>
                          <a:lnTo>
                            <a:pt x="17" y="40"/>
                          </a:lnTo>
                          <a:lnTo>
                            <a:pt x="20" y="40"/>
                          </a:lnTo>
                          <a:lnTo>
                            <a:pt x="21" y="36"/>
                          </a:lnTo>
                          <a:lnTo>
                            <a:pt x="20" y="34"/>
                          </a:lnTo>
                          <a:lnTo>
                            <a:pt x="20" y="31"/>
                          </a:lnTo>
                          <a:lnTo>
                            <a:pt x="20" y="30"/>
                          </a:lnTo>
                          <a:lnTo>
                            <a:pt x="17" y="29"/>
                          </a:lnTo>
                          <a:lnTo>
                            <a:pt x="16" y="23"/>
                          </a:lnTo>
                          <a:lnTo>
                            <a:pt x="13" y="22"/>
                          </a:lnTo>
                          <a:lnTo>
                            <a:pt x="13" y="15"/>
                          </a:lnTo>
                          <a:lnTo>
                            <a:pt x="13" y="14"/>
                          </a:lnTo>
                          <a:close/>
                        </a:path>
                      </a:pathLst>
                    </a:custGeom>
                    <a:grp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34" name="Freeform 876">
                      <a:extLst>
                        <a:ext uri="{FF2B5EF4-FFF2-40B4-BE49-F238E27FC236}">
                          <a16:creationId xmlns:a16="http://schemas.microsoft.com/office/drawing/2014/main" id="{15E5A2BE-2C85-7A1B-4C53-EBE435077E7E}"/>
                        </a:ext>
                      </a:extLst>
                    </p:cNvPr>
                    <p:cNvSpPr>
                      <a:spLocks/>
                    </p:cNvSpPr>
                    <p:nvPr/>
                  </p:nvSpPr>
                  <p:spPr bwMode="auto">
                    <a:xfrm>
                      <a:off x="5726113" y="3308350"/>
                      <a:ext cx="77788" cy="87313"/>
                    </a:xfrm>
                    <a:custGeom>
                      <a:avLst/>
                      <a:gdLst/>
                      <a:ahLst/>
                      <a:cxnLst>
                        <a:cxn ang="0">
                          <a:pos x="1" y="10"/>
                        </a:cxn>
                        <a:cxn ang="0">
                          <a:pos x="0" y="7"/>
                        </a:cxn>
                        <a:cxn ang="0">
                          <a:pos x="1" y="4"/>
                        </a:cxn>
                        <a:cxn ang="0">
                          <a:pos x="0" y="2"/>
                        </a:cxn>
                        <a:cxn ang="0">
                          <a:pos x="2" y="2"/>
                        </a:cxn>
                        <a:cxn ang="0">
                          <a:pos x="2" y="2"/>
                        </a:cxn>
                        <a:cxn ang="0">
                          <a:pos x="5" y="3"/>
                        </a:cxn>
                        <a:cxn ang="0">
                          <a:pos x="6" y="2"/>
                        </a:cxn>
                        <a:cxn ang="0">
                          <a:pos x="9" y="2"/>
                        </a:cxn>
                        <a:cxn ang="0">
                          <a:pos x="10" y="0"/>
                        </a:cxn>
                        <a:cxn ang="0">
                          <a:pos x="13" y="3"/>
                        </a:cxn>
                        <a:cxn ang="0">
                          <a:pos x="16" y="3"/>
                        </a:cxn>
                        <a:cxn ang="0">
                          <a:pos x="21" y="7"/>
                        </a:cxn>
                        <a:cxn ang="0">
                          <a:pos x="25" y="8"/>
                        </a:cxn>
                        <a:cxn ang="0">
                          <a:pos x="27" y="6"/>
                        </a:cxn>
                        <a:cxn ang="0">
                          <a:pos x="28" y="6"/>
                        </a:cxn>
                        <a:cxn ang="0">
                          <a:pos x="32" y="11"/>
                        </a:cxn>
                        <a:cxn ang="0">
                          <a:pos x="35" y="12"/>
                        </a:cxn>
                        <a:cxn ang="0">
                          <a:pos x="36" y="18"/>
                        </a:cxn>
                        <a:cxn ang="0">
                          <a:pos x="36" y="21"/>
                        </a:cxn>
                        <a:cxn ang="0">
                          <a:pos x="39" y="22"/>
                        </a:cxn>
                        <a:cxn ang="0">
                          <a:pos x="40" y="25"/>
                        </a:cxn>
                        <a:cxn ang="0">
                          <a:pos x="43" y="27"/>
                        </a:cxn>
                        <a:cxn ang="0">
                          <a:pos x="47" y="30"/>
                        </a:cxn>
                        <a:cxn ang="0">
                          <a:pos x="49" y="33"/>
                        </a:cxn>
                        <a:cxn ang="0">
                          <a:pos x="47" y="34"/>
                        </a:cxn>
                        <a:cxn ang="0">
                          <a:pos x="49" y="37"/>
                        </a:cxn>
                        <a:cxn ang="0">
                          <a:pos x="49" y="38"/>
                        </a:cxn>
                        <a:cxn ang="0">
                          <a:pos x="44" y="38"/>
                        </a:cxn>
                        <a:cxn ang="0">
                          <a:pos x="42" y="37"/>
                        </a:cxn>
                        <a:cxn ang="0">
                          <a:pos x="39" y="38"/>
                        </a:cxn>
                        <a:cxn ang="0">
                          <a:pos x="36" y="38"/>
                        </a:cxn>
                        <a:cxn ang="0">
                          <a:pos x="35" y="44"/>
                        </a:cxn>
                        <a:cxn ang="0">
                          <a:pos x="35" y="46"/>
                        </a:cxn>
                        <a:cxn ang="0">
                          <a:pos x="34" y="46"/>
                        </a:cxn>
                        <a:cxn ang="0">
                          <a:pos x="31" y="52"/>
                        </a:cxn>
                        <a:cxn ang="0">
                          <a:pos x="31" y="55"/>
                        </a:cxn>
                        <a:cxn ang="0">
                          <a:pos x="28" y="53"/>
                        </a:cxn>
                        <a:cxn ang="0">
                          <a:pos x="27" y="55"/>
                        </a:cxn>
                        <a:cxn ang="0">
                          <a:pos x="27" y="55"/>
                        </a:cxn>
                        <a:cxn ang="0">
                          <a:pos x="24" y="50"/>
                        </a:cxn>
                        <a:cxn ang="0">
                          <a:pos x="25" y="37"/>
                        </a:cxn>
                        <a:cxn ang="0">
                          <a:pos x="23" y="33"/>
                        </a:cxn>
                        <a:cxn ang="0">
                          <a:pos x="21" y="29"/>
                        </a:cxn>
                        <a:cxn ang="0">
                          <a:pos x="15" y="23"/>
                        </a:cxn>
                        <a:cxn ang="0">
                          <a:pos x="13" y="21"/>
                        </a:cxn>
                        <a:cxn ang="0">
                          <a:pos x="8" y="15"/>
                        </a:cxn>
                        <a:cxn ang="0">
                          <a:pos x="6" y="8"/>
                        </a:cxn>
                        <a:cxn ang="0">
                          <a:pos x="1" y="10"/>
                        </a:cxn>
                      </a:cxnLst>
                      <a:rect l="0" t="0" r="r" b="b"/>
                      <a:pathLst>
                        <a:path w="49" h="55">
                          <a:moveTo>
                            <a:pt x="1" y="10"/>
                          </a:moveTo>
                          <a:lnTo>
                            <a:pt x="0" y="7"/>
                          </a:lnTo>
                          <a:lnTo>
                            <a:pt x="1" y="4"/>
                          </a:lnTo>
                          <a:lnTo>
                            <a:pt x="0" y="2"/>
                          </a:lnTo>
                          <a:lnTo>
                            <a:pt x="2" y="2"/>
                          </a:lnTo>
                          <a:lnTo>
                            <a:pt x="2" y="2"/>
                          </a:lnTo>
                          <a:lnTo>
                            <a:pt x="5" y="3"/>
                          </a:lnTo>
                          <a:lnTo>
                            <a:pt x="6" y="2"/>
                          </a:lnTo>
                          <a:lnTo>
                            <a:pt x="9" y="2"/>
                          </a:lnTo>
                          <a:lnTo>
                            <a:pt x="10" y="0"/>
                          </a:lnTo>
                          <a:lnTo>
                            <a:pt x="13" y="3"/>
                          </a:lnTo>
                          <a:lnTo>
                            <a:pt x="16" y="3"/>
                          </a:lnTo>
                          <a:lnTo>
                            <a:pt x="21" y="7"/>
                          </a:lnTo>
                          <a:lnTo>
                            <a:pt x="25" y="8"/>
                          </a:lnTo>
                          <a:lnTo>
                            <a:pt x="27" y="6"/>
                          </a:lnTo>
                          <a:lnTo>
                            <a:pt x="28" y="6"/>
                          </a:lnTo>
                          <a:lnTo>
                            <a:pt x="32" y="11"/>
                          </a:lnTo>
                          <a:lnTo>
                            <a:pt x="35" y="12"/>
                          </a:lnTo>
                          <a:lnTo>
                            <a:pt x="36" y="18"/>
                          </a:lnTo>
                          <a:lnTo>
                            <a:pt x="36" y="21"/>
                          </a:lnTo>
                          <a:lnTo>
                            <a:pt x="39" y="22"/>
                          </a:lnTo>
                          <a:lnTo>
                            <a:pt x="40" y="25"/>
                          </a:lnTo>
                          <a:lnTo>
                            <a:pt x="43" y="27"/>
                          </a:lnTo>
                          <a:lnTo>
                            <a:pt x="47" y="30"/>
                          </a:lnTo>
                          <a:lnTo>
                            <a:pt x="49" y="33"/>
                          </a:lnTo>
                          <a:lnTo>
                            <a:pt x="47" y="34"/>
                          </a:lnTo>
                          <a:lnTo>
                            <a:pt x="49" y="37"/>
                          </a:lnTo>
                          <a:lnTo>
                            <a:pt x="49" y="38"/>
                          </a:lnTo>
                          <a:lnTo>
                            <a:pt x="44" y="38"/>
                          </a:lnTo>
                          <a:lnTo>
                            <a:pt x="42" y="37"/>
                          </a:lnTo>
                          <a:lnTo>
                            <a:pt x="39" y="38"/>
                          </a:lnTo>
                          <a:lnTo>
                            <a:pt x="36" y="38"/>
                          </a:lnTo>
                          <a:lnTo>
                            <a:pt x="35" y="44"/>
                          </a:lnTo>
                          <a:lnTo>
                            <a:pt x="35" y="46"/>
                          </a:lnTo>
                          <a:lnTo>
                            <a:pt x="34" y="46"/>
                          </a:lnTo>
                          <a:lnTo>
                            <a:pt x="31" y="52"/>
                          </a:lnTo>
                          <a:lnTo>
                            <a:pt x="31" y="55"/>
                          </a:lnTo>
                          <a:lnTo>
                            <a:pt x="28" y="53"/>
                          </a:lnTo>
                          <a:lnTo>
                            <a:pt x="27" y="55"/>
                          </a:lnTo>
                          <a:lnTo>
                            <a:pt x="27" y="55"/>
                          </a:lnTo>
                          <a:lnTo>
                            <a:pt x="24" y="50"/>
                          </a:lnTo>
                          <a:lnTo>
                            <a:pt x="25" y="37"/>
                          </a:lnTo>
                          <a:lnTo>
                            <a:pt x="23" y="33"/>
                          </a:lnTo>
                          <a:lnTo>
                            <a:pt x="21" y="29"/>
                          </a:lnTo>
                          <a:lnTo>
                            <a:pt x="15" y="23"/>
                          </a:lnTo>
                          <a:lnTo>
                            <a:pt x="13" y="21"/>
                          </a:lnTo>
                          <a:lnTo>
                            <a:pt x="8" y="15"/>
                          </a:lnTo>
                          <a:lnTo>
                            <a:pt x="6" y="8"/>
                          </a:lnTo>
                          <a:lnTo>
                            <a:pt x="1" y="10"/>
                          </a:lnTo>
                          <a:close/>
                        </a:path>
                      </a:pathLst>
                    </a:custGeom>
                    <a:grp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grpSp>
              <p:sp>
                <p:nvSpPr>
                  <p:cNvPr id="212" name="Freeform 878">
                    <a:extLst>
                      <a:ext uri="{FF2B5EF4-FFF2-40B4-BE49-F238E27FC236}">
                        <a16:creationId xmlns:a16="http://schemas.microsoft.com/office/drawing/2014/main" id="{72E46E21-B38A-E61A-864E-51C791530295}"/>
                      </a:ext>
                    </a:extLst>
                  </p:cNvPr>
                  <p:cNvSpPr>
                    <a:spLocks/>
                  </p:cNvSpPr>
                  <p:nvPr/>
                </p:nvSpPr>
                <p:spPr bwMode="auto">
                  <a:xfrm>
                    <a:off x="9516742" y="2386966"/>
                    <a:ext cx="74760" cy="43218"/>
                  </a:xfrm>
                  <a:custGeom>
                    <a:avLst/>
                    <a:gdLst/>
                    <a:ahLst/>
                    <a:cxnLst>
                      <a:cxn ang="0">
                        <a:pos x="6" y="0"/>
                      </a:cxn>
                      <a:cxn ang="0">
                        <a:pos x="7" y="4"/>
                      </a:cxn>
                      <a:cxn ang="0">
                        <a:pos x="7" y="8"/>
                      </a:cxn>
                      <a:cxn ang="0">
                        <a:pos x="15" y="6"/>
                      </a:cxn>
                      <a:cxn ang="0">
                        <a:pos x="18" y="7"/>
                      </a:cxn>
                      <a:cxn ang="0">
                        <a:pos x="26" y="7"/>
                      </a:cxn>
                      <a:cxn ang="0">
                        <a:pos x="32" y="7"/>
                      </a:cxn>
                      <a:cxn ang="0">
                        <a:pos x="37" y="8"/>
                      </a:cxn>
                      <a:cxn ang="0">
                        <a:pos x="44" y="7"/>
                      </a:cxn>
                      <a:cxn ang="0">
                        <a:pos x="49" y="4"/>
                      </a:cxn>
                      <a:cxn ang="0">
                        <a:pos x="62" y="0"/>
                      </a:cxn>
                      <a:cxn ang="0">
                        <a:pos x="70" y="2"/>
                      </a:cxn>
                      <a:cxn ang="0">
                        <a:pos x="75" y="3"/>
                      </a:cxn>
                      <a:cxn ang="0">
                        <a:pos x="79" y="6"/>
                      </a:cxn>
                      <a:cxn ang="0">
                        <a:pos x="82" y="7"/>
                      </a:cxn>
                      <a:cxn ang="0">
                        <a:pos x="81" y="14"/>
                      </a:cxn>
                      <a:cxn ang="0">
                        <a:pos x="74" y="17"/>
                      </a:cxn>
                      <a:cxn ang="0">
                        <a:pos x="74" y="26"/>
                      </a:cxn>
                      <a:cxn ang="0">
                        <a:pos x="70" y="30"/>
                      </a:cxn>
                      <a:cxn ang="0">
                        <a:pos x="75" y="36"/>
                      </a:cxn>
                      <a:cxn ang="0">
                        <a:pos x="76" y="38"/>
                      </a:cxn>
                      <a:cxn ang="0">
                        <a:pos x="72" y="40"/>
                      </a:cxn>
                      <a:cxn ang="0">
                        <a:pos x="64" y="37"/>
                      </a:cxn>
                      <a:cxn ang="0">
                        <a:pos x="60" y="38"/>
                      </a:cxn>
                      <a:cxn ang="0">
                        <a:pos x="57" y="41"/>
                      </a:cxn>
                      <a:cxn ang="0">
                        <a:pos x="52" y="44"/>
                      </a:cxn>
                      <a:cxn ang="0">
                        <a:pos x="53" y="49"/>
                      </a:cxn>
                      <a:cxn ang="0">
                        <a:pos x="45" y="51"/>
                      </a:cxn>
                      <a:cxn ang="0">
                        <a:pos x="40" y="51"/>
                      </a:cxn>
                      <a:cxn ang="0">
                        <a:pos x="36" y="52"/>
                      </a:cxn>
                      <a:cxn ang="0">
                        <a:pos x="33" y="49"/>
                      </a:cxn>
                      <a:cxn ang="0">
                        <a:pos x="25" y="49"/>
                      </a:cxn>
                      <a:cxn ang="0">
                        <a:pos x="19" y="52"/>
                      </a:cxn>
                      <a:cxn ang="0">
                        <a:pos x="13" y="52"/>
                      </a:cxn>
                      <a:cxn ang="0">
                        <a:pos x="13" y="49"/>
                      </a:cxn>
                      <a:cxn ang="0">
                        <a:pos x="9" y="38"/>
                      </a:cxn>
                      <a:cxn ang="0">
                        <a:pos x="3" y="34"/>
                      </a:cxn>
                      <a:cxn ang="0">
                        <a:pos x="2" y="29"/>
                      </a:cxn>
                      <a:cxn ang="0">
                        <a:pos x="7" y="22"/>
                      </a:cxn>
                      <a:cxn ang="0">
                        <a:pos x="6" y="15"/>
                      </a:cxn>
                      <a:cxn ang="0">
                        <a:pos x="0" y="6"/>
                      </a:cxn>
                      <a:cxn ang="0">
                        <a:pos x="2" y="0"/>
                      </a:cxn>
                    </a:cxnLst>
                    <a:rect l="0" t="0" r="r" b="b"/>
                    <a:pathLst>
                      <a:path w="82" h="52">
                        <a:moveTo>
                          <a:pt x="2" y="0"/>
                        </a:moveTo>
                        <a:lnTo>
                          <a:pt x="6" y="0"/>
                        </a:lnTo>
                        <a:lnTo>
                          <a:pt x="7" y="2"/>
                        </a:lnTo>
                        <a:lnTo>
                          <a:pt x="7" y="4"/>
                        </a:lnTo>
                        <a:lnTo>
                          <a:pt x="6" y="6"/>
                        </a:lnTo>
                        <a:lnTo>
                          <a:pt x="7" y="8"/>
                        </a:lnTo>
                        <a:lnTo>
                          <a:pt x="11" y="6"/>
                        </a:lnTo>
                        <a:lnTo>
                          <a:pt x="15" y="6"/>
                        </a:lnTo>
                        <a:lnTo>
                          <a:pt x="17" y="8"/>
                        </a:lnTo>
                        <a:lnTo>
                          <a:pt x="18" y="7"/>
                        </a:lnTo>
                        <a:lnTo>
                          <a:pt x="22" y="10"/>
                        </a:lnTo>
                        <a:lnTo>
                          <a:pt x="26" y="7"/>
                        </a:lnTo>
                        <a:lnTo>
                          <a:pt x="29" y="8"/>
                        </a:lnTo>
                        <a:lnTo>
                          <a:pt x="32" y="7"/>
                        </a:lnTo>
                        <a:lnTo>
                          <a:pt x="34" y="8"/>
                        </a:lnTo>
                        <a:lnTo>
                          <a:pt x="37" y="8"/>
                        </a:lnTo>
                        <a:lnTo>
                          <a:pt x="43" y="8"/>
                        </a:lnTo>
                        <a:lnTo>
                          <a:pt x="44" y="7"/>
                        </a:lnTo>
                        <a:lnTo>
                          <a:pt x="48" y="7"/>
                        </a:lnTo>
                        <a:lnTo>
                          <a:pt x="49" y="4"/>
                        </a:lnTo>
                        <a:lnTo>
                          <a:pt x="57" y="0"/>
                        </a:lnTo>
                        <a:lnTo>
                          <a:pt x="62" y="0"/>
                        </a:lnTo>
                        <a:lnTo>
                          <a:pt x="66" y="0"/>
                        </a:lnTo>
                        <a:lnTo>
                          <a:pt x="70" y="2"/>
                        </a:lnTo>
                        <a:lnTo>
                          <a:pt x="72" y="4"/>
                        </a:lnTo>
                        <a:lnTo>
                          <a:pt x="75" y="3"/>
                        </a:lnTo>
                        <a:lnTo>
                          <a:pt x="78" y="4"/>
                        </a:lnTo>
                        <a:lnTo>
                          <a:pt x="79" y="6"/>
                        </a:lnTo>
                        <a:lnTo>
                          <a:pt x="82" y="6"/>
                        </a:lnTo>
                        <a:lnTo>
                          <a:pt x="82" y="7"/>
                        </a:lnTo>
                        <a:lnTo>
                          <a:pt x="82" y="13"/>
                        </a:lnTo>
                        <a:lnTo>
                          <a:pt x="81" y="14"/>
                        </a:lnTo>
                        <a:lnTo>
                          <a:pt x="78" y="14"/>
                        </a:lnTo>
                        <a:lnTo>
                          <a:pt x="74" y="17"/>
                        </a:lnTo>
                        <a:lnTo>
                          <a:pt x="74" y="23"/>
                        </a:lnTo>
                        <a:lnTo>
                          <a:pt x="74" y="26"/>
                        </a:lnTo>
                        <a:lnTo>
                          <a:pt x="70" y="29"/>
                        </a:lnTo>
                        <a:lnTo>
                          <a:pt x="70" y="30"/>
                        </a:lnTo>
                        <a:lnTo>
                          <a:pt x="72" y="32"/>
                        </a:lnTo>
                        <a:lnTo>
                          <a:pt x="75" y="36"/>
                        </a:lnTo>
                        <a:lnTo>
                          <a:pt x="76" y="38"/>
                        </a:lnTo>
                        <a:lnTo>
                          <a:pt x="76" y="38"/>
                        </a:lnTo>
                        <a:lnTo>
                          <a:pt x="74" y="38"/>
                        </a:lnTo>
                        <a:lnTo>
                          <a:pt x="72" y="40"/>
                        </a:lnTo>
                        <a:lnTo>
                          <a:pt x="68" y="37"/>
                        </a:lnTo>
                        <a:lnTo>
                          <a:pt x="64" y="37"/>
                        </a:lnTo>
                        <a:lnTo>
                          <a:pt x="63" y="38"/>
                        </a:lnTo>
                        <a:lnTo>
                          <a:pt x="60" y="38"/>
                        </a:lnTo>
                        <a:lnTo>
                          <a:pt x="57" y="41"/>
                        </a:lnTo>
                        <a:lnTo>
                          <a:pt x="57" y="41"/>
                        </a:lnTo>
                        <a:lnTo>
                          <a:pt x="56" y="41"/>
                        </a:lnTo>
                        <a:lnTo>
                          <a:pt x="52" y="44"/>
                        </a:lnTo>
                        <a:lnTo>
                          <a:pt x="52" y="47"/>
                        </a:lnTo>
                        <a:lnTo>
                          <a:pt x="53" y="49"/>
                        </a:lnTo>
                        <a:lnTo>
                          <a:pt x="52" y="51"/>
                        </a:lnTo>
                        <a:lnTo>
                          <a:pt x="45" y="51"/>
                        </a:lnTo>
                        <a:lnTo>
                          <a:pt x="43" y="52"/>
                        </a:lnTo>
                        <a:lnTo>
                          <a:pt x="40" y="51"/>
                        </a:lnTo>
                        <a:lnTo>
                          <a:pt x="37" y="51"/>
                        </a:lnTo>
                        <a:lnTo>
                          <a:pt x="36" y="52"/>
                        </a:lnTo>
                        <a:lnTo>
                          <a:pt x="33" y="52"/>
                        </a:lnTo>
                        <a:lnTo>
                          <a:pt x="33" y="49"/>
                        </a:lnTo>
                        <a:lnTo>
                          <a:pt x="29" y="49"/>
                        </a:lnTo>
                        <a:lnTo>
                          <a:pt x="25" y="49"/>
                        </a:lnTo>
                        <a:lnTo>
                          <a:pt x="24" y="52"/>
                        </a:lnTo>
                        <a:lnTo>
                          <a:pt x="19" y="52"/>
                        </a:lnTo>
                        <a:lnTo>
                          <a:pt x="15" y="52"/>
                        </a:lnTo>
                        <a:lnTo>
                          <a:pt x="13" y="52"/>
                        </a:lnTo>
                        <a:lnTo>
                          <a:pt x="13" y="52"/>
                        </a:lnTo>
                        <a:lnTo>
                          <a:pt x="13" y="49"/>
                        </a:lnTo>
                        <a:lnTo>
                          <a:pt x="13" y="45"/>
                        </a:lnTo>
                        <a:lnTo>
                          <a:pt x="9" y="38"/>
                        </a:lnTo>
                        <a:lnTo>
                          <a:pt x="3" y="34"/>
                        </a:lnTo>
                        <a:lnTo>
                          <a:pt x="3" y="34"/>
                        </a:lnTo>
                        <a:lnTo>
                          <a:pt x="3" y="32"/>
                        </a:lnTo>
                        <a:lnTo>
                          <a:pt x="2" y="29"/>
                        </a:lnTo>
                        <a:lnTo>
                          <a:pt x="2" y="26"/>
                        </a:lnTo>
                        <a:lnTo>
                          <a:pt x="7" y="22"/>
                        </a:lnTo>
                        <a:lnTo>
                          <a:pt x="7" y="19"/>
                        </a:lnTo>
                        <a:lnTo>
                          <a:pt x="6" y="15"/>
                        </a:lnTo>
                        <a:lnTo>
                          <a:pt x="2" y="11"/>
                        </a:lnTo>
                        <a:lnTo>
                          <a:pt x="0" y="6"/>
                        </a:lnTo>
                        <a:lnTo>
                          <a:pt x="2" y="3"/>
                        </a:lnTo>
                        <a:lnTo>
                          <a:pt x="2" y="0"/>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13" name="Freeform 880">
                    <a:extLst>
                      <a:ext uri="{FF2B5EF4-FFF2-40B4-BE49-F238E27FC236}">
                        <a16:creationId xmlns:a16="http://schemas.microsoft.com/office/drawing/2014/main" id="{C87F39BC-B6D4-415E-BDE7-60055947113A}"/>
                      </a:ext>
                    </a:extLst>
                  </p:cNvPr>
                  <p:cNvSpPr>
                    <a:spLocks/>
                  </p:cNvSpPr>
                  <p:nvPr/>
                </p:nvSpPr>
                <p:spPr bwMode="auto">
                  <a:xfrm>
                    <a:off x="9495772" y="2415224"/>
                    <a:ext cx="32822" cy="24103"/>
                  </a:xfrm>
                  <a:custGeom>
                    <a:avLst/>
                    <a:gdLst/>
                    <a:ahLst/>
                    <a:cxnLst>
                      <a:cxn ang="0">
                        <a:pos x="26" y="0"/>
                      </a:cxn>
                      <a:cxn ang="0">
                        <a:pos x="32" y="4"/>
                      </a:cxn>
                      <a:cxn ang="0">
                        <a:pos x="36" y="11"/>
                      </a:cxn>
                      <a:cxn ang="0">
                        <a:pos x="36" y="15"/>
                      </a:cxn>
                      <a:cxn ang="0">
                        <a:pos x="36" y="18"/>
                      </a:cxn>
                      <a:cxn ang="0">
                        <a:pos x="34" y="19"/>
                      </a:cxn>
                      <a:cxn ang="0">
                        <a:pos x="32" y="19"/>
                      </a:cxn>
                      <a:cxn ang="0">
                        <a:pos x="29" y="21"/>
                      </a:cxn>
                      <a:cxn ang="0">
                        <a:pos x="22" y="21"/>
                      </a:cxn>
                      <a:cxn ang="0">
                        <a:pos x="18" y="22"/>
                      </a:cxn>
                      <a:cxn ang="0">
                        <a:pos x="18" y="23"/>
                      </a:cxn>
                      <a:cxn ang="0">
                        <a:pos x="14" y="25"/>
                      </a:cxn>
                      <a:cxn ang="0">
                        <a:pos x="8" y="29"/>
                      </a:cxn>
                      <a:cxn ang="0">
                        <a:pos x="8" y="29"/>
                      </a:cxn>
                      <a:cxn ang="0">
                        <a:pos x="6" y="27"/>
                      </a:cxn>
                      <a:cxn ang="0">
                        <a:pos x="4" y="23"/>
                      </a:cxn>
                      <a:cxn ang="0">
                        <a:pos x="2" y="19"/>
                      </a:cxn>
                      <a:cxn ang="0">
                        <a:pos x="0" y="14"/>
                      </a:cxn>
                      <a:cxn ang="0">
                        <a:pos x="2" y="10"/>
                      </a:cxn>
                      <a:cxn ang="0">
                        <a:pos x="2" y="10"/>
                      </a:cxn>
                      <a:cxn ang="0">
                        <a:pos x="3" y="8"/>
                      </a:cxn>
                      <a:cxn ang="0">
                        <a:pos x="3" y="6"/>
                      </a:cxn>
                      <a:cxn ang="0">
                        <a:pos x="6" y="4"/>
                      </a:cxn>
                      <a:cxn ang="0">
                        <a:pos x="8" y="3"/>
                      </a:cxn>
                      <a:cxn ang="0">
                        <a:pos x="11" y="2"/>
                      </a:cxn>
                      <a:cxn ang="0">
                        <a:pos x="17" y="0"/>
                      </a:cxn>
                      <a:cxn ang="0">
                        <a:pos x="19" y="2"/>
                      </a:cxn>
                      <a:cxn ang="0">
                        <a:pos x="23" y="0"/>
                      </a:cxn>
                      <a:cxn ang="0">
                        <a:pos x="26" y="0"/>
                      </a:cxn>
                    </a:cxnLst>
                    <a:rect l="0" t="0" r="r" b="b"/>
                    <a:pathLst>
                      <a:path w="36" h="29">
                        <a:moveTo>
                          <a:pt x="26" y="0"/>
                        </a:moveTo>
                        <a:lnTo>
                          <a:pt x="32" y="4"/>
                        </a:lnTo>
                        <a:lnTo>
                          <a:pt x="36" y="11"/>
                        </a:lnTo>
                        <a:lnTo>
                          <a:pt x="36" y="15"/>
                        </a:lnTo>
                        <a:lnTo>
                          <a:pt x="36" y="18"/>
                        </a:lnTo>
                        <a:lnTo>
                          <a:pt x="34" y="19"/>
                        </a:lnTo>
                        <a:lnTo>
                          <a:pt x="32" y="19"/>
                        </a:lnTo>
                        <a:lnTo>
                          <a:pt x="29" y="21"/>
                        </a:lnTo>
                        <a:lnTo>
                          <a:pt x="22" y="21"/>
                        </a:lnTo>
                        <a:lnTo>
                          <a:pt x="18" y="22"/>
                        </a:lnTo>
                        <a:lnTo>
                          <a:pt x="18" y="23"/>
                        </a:lnTo>
                        <a:lnTo>
                          <a:pt x="14" y="25"/>
                        </a:lnTo>
                        <a:lnTo>
                          <a:pt x="8" y="29"/>
                        </a:lnTo>
                        <a:lnTo>
                          <a:pt x="8" y="29"/>
                        </a:lnTo>
                        <a:lnTo>
                          <a:pt x="6" y="27"/>
                        </a:lnTo>
                        <a:lnTo>
                          <a:pt x="4" y="23"/>
                        </a:lnTo>
                        <a:lnTo>
                          <a:pt x="2" y="19"/>
                        </a:lnTo>
                        <a:lnTo>
                          <a:pt x="0" y="14"/>
                        </a:lnTo>
                        <a:lnTo>
                          <a:pt x="2" y="10"/>
                        </a:lnTo>
                        <a:lnTo>
                          <a:pt x="2" y="10"/>
                        </a:lnTo>
                        <a:lnTo>
                          <a:pt x="3" y="8"/>
                        </a:lnTo>
                        <a:lnTo>
                          <a:pt x="3" y="6"/>
                        </a:lnTo>
                        <a:lnTo>
                          <a:pt x="6" y="4"/>
                        </a:lnTo>
                        <a:lnTo>
                          <a:pt x="8" y="3"/>
                        </a:lnTo>
                        <a:lnTo>
                          <a:pt x="11" y="2"/>
                        </a:lnTo>
                        <a:lnTo>
                          <a:pt x="17" y="0"/>
                        </a:lnTo>
                        <a:lnTo>
                          <a:pt x="19" y="2"/>
                        </a:lnTo>
                        <a:lnTo>
                          <a:pt x="23" y="0"/>
                        </a:lnTo>
                        <a:lnTo>
                          <a:pt x="26" y="0"/>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14" name="Freeform 882">
                    <a:extLst>
                      <a:ext uri="{FF2B5EF4-FFF2-40B4-BE49-F238E27FC236}">
                        <a16:creationId xmlns:a16="http://schemas.microsoft.com/office/drawing/2014/main" id="{DA19CB3D-3979-9379-482D-ED84D963F023}"/>
                      </a:ext>
                    </a:extLst>
                  </p:cNvPr>
                  <p:cNvSpPr>
                    <a:spLocks/>
                  </p:cNvSpPr>
                  <p:nvPr/>
                </p:nvSpPr>
                <p:spPr bwMode="auto">
                  <a:xfrm>
                    <a:off x="9480274" y="2411068"/>
                    <a:ext cx="22793" cy="42387"/>
                  </a:xfrm>
                  <a:custGeom>
                    <a:avLst/>
                    <a:gdLst/>
                    <a:ahLst/>
                    <a:cxnLst>
                      <a:cxn ang="0">
                        <a:pos x="19" y="15"/>
                      </a:cxn>
                      <a:cxn ang="0">
                        <a:pos x="17" y="19"/>
                      </a:cxn>
                      <a:cxn ang="0">
                        <a:pos x="19" y="24"/>
                      </a:cxn>
                      <a:cxn ang="0">
                        <a:pos x="21" y="28"/>
                      </a:cxn>
                      <a:cxn ang="0">
                        <a:pos x="23" y="32"/>
                      </a:cxn>
                      <a:cxn ang="0">
                        <a:pos x="25" y="34"/>
                      </a:cxn>
                      <a:cxn ang="0">
                        <a:pos x="25" y="38"/>
                      </a:cxn>
                      <a:cxn ang="0">
                        <a:pos x="23" y="42"/>
                      </a:cxn>
                      <a:cxn ang="0">
                        <a:pos x="17" y="43"/>
                      </a:cxn>
                      <a:cxn ang="0">
                        <a:pos x="17" y="47"/>
                      </a:cxn>
                      <a:cxn ang="0">
                        <a:pos x="15" y="51"/>
                      </a:cxn>
                      <a:cxn ang="0">
                        <a:pos x="13" y="51"/>
                      </a:cxn>
                      <a:cxn ang="0">
                        <a:pos x="11" y="50"/>
                      </a:cxn>
                      <a:cxn ang="0">
                        <a:pos x="8" y="43"/>
                      </a:cxn>
                      <a:cxn ang="0">
                        <a:pos x="2" y="43"/>
                      </a:cxn>
                      <a:cxn ang="0">
                        <a:pos x="1" y="42"/>
                      </a:cxn>
                      <a:cxn ang="0">
                        <a:pos x="2" y="38"/>
                      </a:cxn>
                      <a:cxn ang="0">
                        <a:pos x="1" y="37"/>
                      </a:cxn>
                      <a:cxn ang="0">
                        <a:pos x="1" y="32"/>
                      </a:cxn>
                      <a:cxn ang="0">
                        <a:pos x="2" y="30"/>
                      </a:cxn>
                      <a:cxn ang="0">
                        <a:pos x="1" y="24"/>
                      </a:cxn>
                      <a:cxn ang="0">
                        <a:pos x="2" y="19"/>
                      </a:cxn>
                      <a:cxn ang="0">
                        <a:pos x="4" y="18"/>
                      </a:cxn>
                      <a:cxn ang="0">
                        <a:pos x="4" y="16"/>
                      </a:cxn>
                      <a:cxn ang="0">
                        <a:pos x="0" y="13"/>
                      </a:cxn>
                      <a:cxn ang="0">
                        <a:pos x="0" y="8"/>
                      </a:cxn>
                      <a:cxn ang="0">
                        <a:pos x="1" y="4"/>
                      </a:cxn>
                      <a:cxn ang="0">
                        <a:pos x="5" y="1"/>
                      </a:cxn>
                      <a:cxn ang="0">
                        <a:pos x="5" y="1"/>
                      </a:cxn>
                      <a:cxn ang="0">
                        <a:pos x="8" y="4"/>
                      </a:cxn>
                      <a:cxn ang="0">
                        <a:pos x="9" y="1"/>
                      </a:cxn>
                      <a:cxn ang="0">
                        <a:pos x="11" y="0"/>
                      </a:cxn>
                      <a:cxn ang="0">
                        <a:pos x="11" y="1"/>
                      </a:cxn>
                      <a:cxn ang="0">
                        <a:pos x="13" y="4"/>
                      </a:cxn>
                      <a:cxn ang="0">
                        <a:pos x="15" y="5"/>
                      </a:cxn>
                      <a:cxn ang="0">
                        <a:pos x="17" y="7"/>
                      </a:cxn>
                      <a:cxn ang="0">
                        <a:pos x="17" y="8"/>
                      </a:cxn>
                      <a:cxn ang="0">
                        <a:pos x="17" y="13"/>
                      </a:cxn>
                      <a:cxn ang="0">
                        <a:pos x="19" y="15"/>
                      </a:cxn>
                    </a:cxnLst>
                    <a:rect l="0" t="0" r="r" b="b"/>
                    <a:pathLst>
                      <a:path w="25" h="51">
                        <a:moveTo>
                          <a:pt x="19" y="15"/>
                        </a:moveTo>
                        <a:lnTo>
                          <a:pt x="17" y="19"/>
                        </a:lnTo>
                        <a:lnTo>
                          <a:pt x="19" y="24"/>
                        </a:lnTo>
                        <a:lnTo>
                          <a:pt x="21" y="28"/>
                        </a:lnTo>
                        <a:lnTo>
                          <a:pt x="23" y="32"/>
                        </a:lnTo>
                        <a:lnTo>
                          <a:pt x="25" y="34"/>
                        </a:lnTo>
                        <a:lnTo>
                          <a:pt x="25" y="38"/>
                        </a:lnTo>
                        <a:lnTo>
                          <a:pt x="23" y="42"/>
                        </a:lnTo>
                        <a:lnTo>
                          <a:pt x="17" y="43"/>
                        </a:lnTo>
                        <a:lnTo>
                          <a:pt x="17" y="47"/>
                        </a:lnTo>
                        <a:lnTo>
                          <a:pt x="15" y="51"/>
                        </a:lnTo>
                        <a:lnTo>
                          <a:pt x="13" y="51"/>
                        </a:lnTo>
                        <a:lnTo>
                          <a:pt x="11" y="50"/>
                        </a:lnTo>
                        <a:lnTo>
                          <a:pt x="8" y="43"/>
                        </a:lnTo>
                        <a:lnTo>
                          <a:pt x="2" y="43"/>
                        </a:lnTo>
                        <a:lnTo>
                          <a:pt x="1" y="42"/>
                        </a:lnTo>
                        <a:lnTo>
                          <a:pt x="2" y="38"/>
                        </a:lnTo>
                        <a:lnTo>
                          <a:pt x="1" y="37"/>
                        </a:lnTo>
                        <a:lnTo>
                          <a:pt x="1" y="32"/>
                        </a:lnTo>
                        <a:lnTo>
                          <a:pt x="2" y="30"/>
                        </a:lnTo>
                        <a:lnTo>
                          <a:pt x="1" y="24"/>
                        </a:lnTo>
                        <a:lnTo>
                          <a:pt x="2" y="19"/>
                        </a:lnTo>
                        <a:lnTo>
                          <a:pt x="4" y="18"/>
                        </a:lnTo>
                        <a:lnTo>
                          <a:pt x="4" y="16"/>
                        </a:lnTo>
                        <a:lnTo>
                          <a:pt x="0" y="13"/>
                        </a:lnTo>
                        <a:lnTo>
                          <a:pt x="0" y="8"/>
                        </a:lnTo>
                        <a:lnTo>
                          <a:pt x="1" y="4"/>
                        </a:lnTo>
                        <a:lnTo>
                          <a:pt x="5" y="1"/>
                        </a:lnTo>
                        <a:lnTo>
                          <a:pt x="5" y="1"/>
                        </a:lnTo>
                        <a:lnTo>
                          <a:pt x="8" y="4"/>
                        </a:lnTo>
                        <a:lnTo>
                          <a:pt x="9" y="1"/>
                        </a:lnTo>
                        <a:lnTo>
                          <a:pt x="11" y="0"/>
                        </a:lnTo>
                        <a:lnTo>
                          <a:pt x="11" y="1"/>
                        </a:lnTo>
                        <a:lnTo>
                          <a:pt x="13" y="4"/>
                        </a:lnTo>
                        <a:lnTo>
                          <a:pt x="15" y="5"/>
                        </a:lnTo>
                        <a:lnTo>
                          <a:pt x="17" y="7"/>
                        </a:lnTo>
                        <a:lnTo>
                          <a:pt x="17" y="8"/>
                        </a:lnTo>
                        <a:lnTo>
                          <a:pt x="17" y="13"/>
                        </a:lnTo>
                        <a:lnTo>
                          <a:pt x="19" y="15"/>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15" name="Freeform 884">
                    <a:extLst>
                      <a:ext uri="{FF2B5EF4-FFF2-40B4-BE49-F238E27FC236}">
                        <a16:creationId xmlns:a16="http://schemas.microsoft.com/office/drawing/2014/main" id="{916A215B-F2CD-54C9-05C4-58054C476853}"/>
                      </a:ext>
                    </a:extLst>
                  </p:cNvPr>
                  <p:cNvSpPr>
                    <a:spLocks/>
                  </p:cNvSpPr>
                  <p:nvPr/>
                </p:nvSpPr>
                <p:spPr bwMode="auto">
                  <a:xfrm>
                    <a:off x="9471156" y="2360370"/>
                    <a:ext cx="51968" cy="63165"/>
                  </a:xfrm>
                  <a:custGeom>
                    <a:avLst/>
                    <a:gdLst/>
                    <a:ahLst/>
                    <a:cxnLst>
                      <a:cxn ang="0">
                        <a:pos x="1" y="5"/>
                      </a:cxn>
                      <a:cxn ang="0">
                        <a:pos x="7" y="4"/>
                      </a:cxn>
                      <a:cxn ang="0">
                        <a:pos x="11" y="0"/>
                      </a:cxn>
                      <a:cxn ang="0">
                        <a:pos x="16" y="1"/>
                      </a:cxn>
                      <a:cxn ang="0">
                        <a:pos x="22" y="4"/>
                      </a:cxn>
                      <a:cxn ang="0">
                        <a:pos x="27" y="12"/>
                      </a:cxn>
                      <a:cxn ang="0">
                        <a:pos x="35" y="17"/>
                      </a:cxn>
                      <a:cxn ang="0">
                        <a:pos x="34" y="21"/>
                      </a:cxn>
                      <a:cxn ang="0">
                        <a:pos x="40" y="26"/>
                      </a:cxn>
                      <a:cxn ang="0">
                        <a:pos x="45" y="27"/>
                      </a:cxn>
                      <a:cxn ang="0">
                        <a:pos x="53" y="24"/>
                      </a:cxn>
                      <a:cxn ang="0">
                        <a:pos x="50" y="30"/>
                      </a:cxn>
                      <a:cxn ang="0">
                        <a:pos x="50" y="38"/>
                      </a:cxn>
                      <a:cxn ang="0">
                        <a:pos x="56" y="47"/>
                      </a:cxn>
                      <a:cxn ang="0">
                        <a:pos x="57" y="54"/>
                      </a:cxn>
                      <a:cxn ang="0">
                        <a:pos x="52" y="61"/>
                      </a:cxn>
                      <a:cxn ang="0">
                        <a:pos x="53" y="66"/>
                      </a:cxn>
                      <a:cxn ang="0">
                        <a:pos x="46" y="68"/>
                      </a:cxn>
                      <a:cxn ang="0">
                        <a:pos x="38" y="68"/>
                      </a:cxn>
                      <a:cxn ang="0">
                        <a:pos x="33" y="70"/>
                      </a:cxn>
                      <a:cxn ang="0">
                        <a:pos x="30" y="74"/>
                      </a:cxn>
                      <a:cxn ang="0">
                        <a:pos x="27" y="74"/>
                      </a:cxn>
                      <a:cxn ang="0">
                        <a:pos x="27" y="68"/>
                      </a:cxn>
                      <a:cxn ang="0">
                        <a:pos x="23" y="65"/>
                      </a:cxn>
                      <a:cxn ang="0">
                        <a:pos x="21" y="61"/>
                      </a:cxn>
                      <a:cxn ang="0">
                        <a:pos x="22" y="58"/>
                      </a:cxn>
                      <a:cxn ang="0">
                        <a:pos x="19" y="54"/>
                      </a:cxn>
                      <a:cxn ang="0">
                        <a:pos x="14" y="53"/>
                      </a:cxn>
                      <a:cxn ang="0">
                        <a:pos x="12" y="49"/>
                      </a:cxn>
                      <a:cxn ang="0">
                        <a:pos x="10" y="45"/>
                      </a:cxn>
                      <a:cxn ang="0">
                        <a:pos x="7" y="38"/>
                      </a:cxn>
                      <a:cxn ang="0">
                        <a:pos x="11" y="38"/>
                      </a:cxn>
                      <a:cxn ang="0">
                        <a:pos x="10" y="35"/>
                      </a:cxn>
                      <a:cxn ang="0">
                        <a:pos x="4" y="31"/>
                      </a:cxn>
                      <a:cxn ang="0">
                        <a:pos x="7" y="26"/>
                      </a:cxn>
                      <a:cxn ang="0">
                        <a:pos x="6" y="21"/>
                      </a:cxn>
                      <a:cxn ang="0">
                        <a:pos x="3" y="21"/>
                      </a:cxn>
                      <a:cxn ang="0">
                        <a:pos x="6" y="17"/>
                      </a:cxn>
                      <a:cxn ang="0">
                        <a:pos x="7" y="17"/>
                      </a:cxn>
                      <a:cxn ang="0">
                        <a:pos x="3" y="15"/>
                      </a:cxn>
                      <a:cxn ang="0">
                        <a:pos x="0" y="7"/>
                      </a:cxn>
                    </a:cxnLst>
                    <a:rect l="0" t="0" r="r" b="b"/>
                    <a:pathLst>
                      <a:path w="57" h="76">
                        <a:moveTo>
                          <a:pt x="0" y="7"/>
                        </a:moveTo>
                        <a:lnTo>
                          <a:pt x="1" y="5"/>
                        </a:lnTo>
                        <a:lnTo>
                          <a:pt x="6" y="4"/>
                        </a:lnTo>
                        <a:lnTo>
                          <a:pt x="7" y="4"/>
                        </a:lnTo>
                        <a:lnTo>
                          <a:pt x="8" y="2"/>
                        </a:lnTo>
                        <a:lnTo>
                          <a:pt x="11" y="0"/>
                        </a:lnTo>
                        <a:lnTo>
                          <a:pt x="14" y="0"/>
                        </a:lnTo>
                        <a:lnTo>
                          <a:pt x="16" y="1"/>
                        </a:lnTo>
                        <a:lnTo>
                          <a:pt x="22" y="2"/>
                        </a:lnTo>
                        <a:lnTo>
                          <a:pt x="22" y="4"/>
                        </a:lnTo>
                        <a:lnTo>
                          <a:pt x="27" y="9"/>
                        </a:lnTo>
                        <a:lnTo>
                          <a:pt x="27" y="12"/>
                        </a:lnTo>
                        <a:lnTo>
                          <a:pt x="31" y="13"/>
                        </a:lnTo>
                        <a:lnTo>
                          <a:pt x="35" y="17"/>
                        </a:lnTo>
                        <a:lnTo>
                          <a:pt x="34" y="20"/>
                        </a:lnTo>
                        <a:lnTo>
                          <a:pt x="34" y="21"/>
                        </a:lnTo>
                        <a:lnTo>
                          <a:pt x="38" y="23"/>
                        </a:lnTo>
                        <a:lnTo>
                          <a:pt x="40" y="26"/>
                        </a:lnTo>
                        <a:lnTo>
                          <a:pt x="44" y="24"/>
                        </a:lnTo>
                        <a:lnTo>
                          <a:pt x="45" y="27"/>
                        </a:lnTo>
                        <a:lnTo>
                          <a:pt x="48" y="23"/>
                        </a:lnTo>
                        <a:lnTo>
                          <a:pt x="53" y="24"/>
                        </a:lnTo>
                        <a:lnTo>
                          <a:pt x="50" y="27"/>
                        </a:lnTo>
                        <a:lnTo>
                          <a:pt x="50" y="30"/>
                        </a:lnTo>
                        <a:lnTo>
                          <a:pt x="52" y="35"/>
                        </a:lnTo>
                        <a:lnTo>
                          <a:pt x="50" y="38"/>
                        </a:lnTo>
                        <a:lnTo>
                          <a:pt x="52" y="43"/>
                        </a:lnTo>
                        <a:lnTo>
                          <a:pt x="56" y="47"/>
                        </a:lnTo>
                        <a:lnTo>
                          <a:pt x="57" y="51"/>
                        </a:lnTo>
                        <a:lnTo>
                          <a:pt x="57" y="54"/>
                        </a:lnTo>
                        <a:lnTo>
                          <a:pt x="52" y="58"/>
                        </a:lnTo>
                        <a:lnTo>
                          <a:pt x="52" y="61"/>
                        </a:lnTo>
                        <a:lnTo>
                          <a:pt x="53" y="64"/>
                        </a:lnTo>
                        <a:lnTo>
                          <a:pt x="53" y="66"/>
                        </a:lnTo>
                        <a:lnTo>
                          <a:pt x="50" y="66"/>
                        </a:lnTo>
                        <a:lnTo>
                          <a:pt x="46" y="68"/>
                        </a:lnTo>
                        <a:lnTo>
                          <a:pt x="44" y="66"/>
                        </a:lnTo>
                        <a:lnTo>
                          <a:pt x="38" y="68"/>
                        </a:lnTo>
                        <a:lnTo>
                          <a:pt x="35" y="69"/>
                        </a:lnTo>
                        <a:lnTo>
                          <a:pt x="33" y="70"/>
                        </a:lnTo>
                        <a:lnTo>
                          <a:pt x="30" y="72"/>
                        </a:lnTo>
                        <a:lnTo>
                          <a:pt x="30" y="74"/>
                        </a:lnTo>
                        <a:lnTo>
                          <a:pt x="29" y="76"/>
                        </a:lnTo>
                        <a:lnTo>
                          <a:pt x="27" y="74"/>
                        </a:lnTo>
                        <a:lnTo>
                          <a:pt x="27" y="69"/>
                        </a:lnTo>
                        <a:lnTo>
                          <a:pt x="27" y="68"/>
                        </a:lnTo>
                        <a:lnTo>
                          <a:pt x="25" y="66"/>
                        </a:lnTo>
                        <a:lnTo>
                          <a:pt x="23" y="65"/>
                        </a:lnTo>
                        <a:lnTo>
                          <a:pt x="21" y="62"/>
                        </a:lnTo>
                        <a:lnTo>
                          <a:pt x="21" y="61"/>
                        </a:lnTo>
                        <a:lnTo>
                          <a:pt x="21" y="60"/>
                        </a:lnTo>
                        <a:lnTo>
                          <a:pt x="22" y="58"/>
                        </a:lnTo>
                        <a:lnTo>
                          <a:pt x="22" y="55"/>
                        </a:lnTo>
                        <a:lnTo>
                          <a:pt x="19" y="54"/>
                        </a:lnTo>
                        <a:lnTo>
                          <a:pt x="16" y="53"/>
                        </a:lnTo>
                        <a:lnTo>
                          <a:pt x="14" y="53"/>
                        </a:lnTo>
                        <a:lnTo>
                          <a:pt x="12" y="51"/>
                        </a:lnTo>
                        <a:lnTo>
                          <a:pt x="12" y="49"/>
                        </a:lnTo>
                        <a:lnTo>
                          <a:pt x="8" y="46"/>
                        </a:lnTo>
                        <a:lnTo>
                          <a:pt x="10" y="45"/>
                        </a:lnTo>
                        <a:lnTo>
                          <a:pt x="7" y="40"/>
                        </a:lnTo>
                        <a:lnTo>
                          <a:pt x="7" y="38"/>
                        </a:lnTo>
                        <a:lnTo>
                          <a:pt x="8" y="36"/>
                        </a:lnTo>
                        <a:lnTo>
                          <a:pt x="11" y="38"/>
                        </a:lnTo>
                        <a:lnTo>
                          <a:pt x="11" y="36"/>
                        </a:lnTo>
                        <a:lnTo>
                          <a:pt x="10" y="35"/>
                        </a:lnTo>
                        <a:lnTo>
                          <a:pt x="8" y="35"/>
                        </a:lnTo>
                        <a:lnTo>
                          <a:pt x="4" y="31"/>
                        </a:lnTo>
                        <a:lnTo>
                          <a:pt x="3" y="30"/>
                        </a:lnTo>
                        <a:lnTo>
                          <a:pt x="7" y="26"/>
                        </a:lnTo>
                        <a:lnTo>
                          <a:pt x="7" y="21"/>
                        </a:lnTo>
                        <a:lnTo>
                          <a:pt x="6" y="21"/>
                        </a:lnTo>
                        <a:lnTo>
                          <a:pt x="4" y="23"/>
                        </a:lnTo>
                        <a:lnTo>
                          <a:pt x="3" y="21"/>
                        </a:lnTo>
                        <a:lnTo>
                          <a:pt x="3" y="19"/>
                        </a:lnTo>
                        <a:lnTo>
                          <a:pt x="6" y="17"/>
                        </a:lnTo>
                        <a:lnTo>
                          <a:pt x="7" y="17"/>
                        </a:lnTo>
                        <a:lnTo>
                          <a:pt x="7" y="17"/>
                        </a:lnTo>
                        <a:lnTo>
                          <a:pt x="4" y="16"/>
                        </a:lnTo>
                        <a:lnTo>
                          <a:pt x="3" y="15"/>
                        </a:lnTo>
                        <a:lnTo>
                          <a:pt x="1" y="12"/>
                        </a:lnTo>
                        <a:lnTo>
                          <a:pt x="0" y="7"/>
                        </a:lnTo>
                        <a:lnTo>
                          <a:pt x="0" y="7"/>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16" name="Freeform 886">
                    <a:extLst>
                      <a:ext uri="{FF2B5EF4-FFF2-40B4-BE49-F238E27FC236}">
                        <a16:creationId xmlns:a16="http://schemas.microsoft.com/office/drawing/2014/main" id="{BCFDB3CD-4790-51D2-33C7-2CD831DB9BF8}"/>
                      </a:ext>
                    </a:extLst>
                  </p:cNvPr>
                  <p:cNvSpPr>
                    <a:spLocks/>
                  </p:cNvSpPr>
                  <p:nvPr/>
                </p:nvSpPr>
                <p:spPr bwMode="auto">
                  <a:xfrm>
                    <a:off x="9468421" y="2396108"/>
                    <a:ext cx="22793" cy="25765"/>
                  </a:xfrm>
                  <a:custGeom>
                    <a:avLst/>
                    <a:gdLst/>
                    <a:ahLst/>
                    <a:cxnLst>
                      <a:cxn ang="0">
                        <a:pos x="13" y="31"/>
                      </a:cxn>
                      <a:cxn ang="0">
                        <a:pos x="13" y="26"/>
                      </a:cxn>
                      <a:cxn ang="0">
                        <a:pos x="14" y="22"/>
                      </a:cxn>
                      <a:cxn ang="0">
                        <a:pos x="18" y="19"/>
                      </a:cxn>
                      <a:cxn ang="0">
                        <a:pos x="18" y="19"/>
                      </a:cxn>
                      <a:cxn ang="0">
                        <a:pos x="21" y="22"/>
                      </a:cxn>
                      <a:cxn ang="0">
                        <a:pos x="22" y="19"/>
                      </a:cxn>
                      <a:cxn ang="0">
                        <a:pos x="24" y="17"/>
                      </a:cxn>
                      <a:cxn ang="0">
                        <a:pos x="25" y="15"/>
                      </a:cxn>
                      <a:cxn ang="0">
                        <a:pos x="25" y="12"/>
                      </a:cxn>
                      <a:cxn ang="0">
                        <a:pos x="22" y="11"/>
                      </a:cxn>
                      <a:cxn ang="0">
                        <a:pos x="19" y="10"/>
                      </a:cxn>
                      <a:cxn ang="0">
                        <a:pos x="17" y="10"/>
                      </a:cxn>
                      <a:cxn ang="0">
                        <a:pos x="15" y="8"/>
                      </a:cxn>
                      <a:cxn ang="0">
                        <a:pos x="15" y="6"/>
                      </a:cxn>
                      <a:cxn ang="0">
                        <a:pos x="11" y="3"/>
                      </a:cxn>
                      <a:cxn ang="0">
                        <a:pos x="11" y="3"/>
                      </a:cxn>
                      <a:cxn ang="0">
                        <a:pos x="10" y="2"/>
                      </a:cxn>
                      <a:cxn ang="0">
                        <a:pos x="6" y="0"/>
                      </a:cxn>
                      <a:cxn ang="0">
                        <a:pos x="4" y="2"/>
                      </a:cxn>
                      <a:cxn ang="0">
                        <a:pos x="4" y="3"/>
                      </a:cxn>
                      <a:cxn ang="0">
                        <a:pos x="7" y="6"/>
                      </a:cxn>
                      <a:cxn ang="0">
                        <a:pos x="9" y="7"/>
                      </a:cxn>
                      <a:cxn ang="0">
                        <a:pos x="6" y="8"/>
                      </a:cxn>
                      <a:cxn ang="0">
                        <a:pos x="4" y="8"/>
                      </a:cxn>
                      <a:cxn ang="0">
                        <a:pos x="3" y="11"/>
                      </a:cxn>
                      <a:cxn ang="0">
                        <a:pos x="3" y="15"/>
                      </a:cxn>
                      <a:cxn ang="0">
                        <a:pos x="2" y="18"/>
                      </a:cxn>
                      <a:cxn ang="0">
                        <a:pos x="0" y="19"/>
                      </a:cxn>
                      <a:cxn ang="0">
                        <a:pos x="0" y="21"/>
                      </a:cxn>
                      <a:cxn ang="0">
                        <a:pos x="3" y="22"/>
                      </a:cxn>
                      <a:cxn ang="0">
                        <a:pos x="9" y="29"/>
                      </a:cxn>
                      <a:cxn ang="0">
                        <a:pos x="10" y="30"/>
                      </a:cxn>
                      <a:cxn ang="0">
                        <a:pos x="13" y="31"/>
                      </a:cxn>
                    </a:cxnLst>
                    <a:rect l="0" t="0" r="r" b="b"/>
                    <a:pathLst>
                      <a:path w="25" h="31">
                        <a:moveTo>
                          <a:pt x="13" y="31"/>
                        </a:moveTo>
                        <a:lnTo>
                          <a:pt x="13" y="26"/>
                        </a:lnTo>
                        <a:lnTo>
                          <a:pt x="14" y="22"/>
                        </a:lnTo>
                        <a:lnTo>
                          <a:pt x="18" y="19"/>
                        </a:lnTo>
                        <a:lnTo>
                          <a:pt x="18" y="19"/>
                        </a:lnTo>
                        <a:lnTo>
                          <a:pt x="21" y="22"/>
                        </a:lnTo>
                        <a:lnTo>
                          <a:pt x="22" y="19"/>
                        </a:lnTo>
                        <a:lnTo>
                          <a:pt x="24" y="17"/>
                        </a:lnTo>
                        <a:lnTo>
                          <a:pt x="25" y="15"/>
                        </a:lnTo>
                        <a:lnTo>
                          <a:pt x="25" y="12"/>
                        </a:lnTo>
                        <a:lnTo>
                          <a:pt x="22" y="11"/>
                        </a:lnTo>
                        <a:lnTo>
                          <a:pt x="19" y="10"/>
                        </a:lnTo>
                        <a:lnTo>
                          <a:pt x="17" y="10"/>
                        </a:lnTo>
                        <a:lnTo>
                          <a:pt x="15" y="8"/>
                        </a:lnTo>
                        <a:lnTo>
                          <a:pt x="15" y="6"/>
                        </a:lnTo>
                        <a:lnTo>
                          <a:pt x="11" y="3"/>
                        </a:lnTo>
                        <a:lnTo>
                          <a:pt x="11" y="3"/>
                        </a:lnTo>
                        <a:lnTo>
                          <a:pt x="10" y="2"/>
                        </a:lnTo>
                        <a:lnTo>
                          <a:pt x="6" y="0"/>
                        </a:lnTo>
                        <a:lnTo>
                          <a:pt x="4" y="2"/>
                        </a:lnTo>
                        <a:lnTo>
                          <a:pt x="4" y="3"/>
                        </a:lnTo>
                        <a:lnTo>
                          <a:pt x="7" y="6"/>
                        </a:lnTo>
                        <a:lnTo>
                          <a:pt x="9" y="7"/>
                        </a:lnTo>
                        <a:lnTo>
                          <a:pt x="6" y="8"/>
                        </a:lnTo>
                        <a:lnTo>
                          <a:pt x="4" y="8"/>
                        </a:lnTo>
                        <a:lnTo>
                          <a:pt x="3" y="11"/>
                        </a:lnTo>
                        <a:lnTo>
                          <a:pt x="3" y="15"/>
                        </a:lnTo>
                        <a:lnTo>
                          <a:pt x="2" y="18"/>
                        </a:lnTo>
                        <a:lnTo>
                          <a:pt x="0" y="19"/>
                        </a:lnTo>
                        <a:lnTo>
                          <a:pt x="0" y="21"/>
                        </a:lnTo>
                        <a:lnTo>
                          <a:pt x="3" y="22"/>
                        </a:lnTo>
                        <a:lnTo>
                          <a:pt x="9" y="29"/>
                        </a:lnTo>
                        <a:lnTo>
                          <a:pt x="10" y="30"/>
                        </a:lnTo>
                        <a:lnTo>
                          <a:pt x="13" y="31"/>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17" name="Freeform 888">
                    <a:extLst>
                      <a:ext uri="{FF2B5EF4-FFF2-40B4-BE49-F238E27FC236}">
                        <a16:creationId xmlns:a16="http://schemas.microsoft.com/office/drawing/2014/main" id="{3D9CE13D-85F2-DFCC-965B-EECB6EB18535}"/>
                      </a:ext>
                    </a:extLst>
                  </p:cNvPr>
                  <p:cNvSpPr>
                    <a:spLocks noEditPoints="1"/>
                  </p:cNvSpPr>
                  <p:nvPr/>
                </p:nvSpPr>
                <p:spPr bwMode="auto">
                  <a:xfrm>
                    <a:off x="9406425" y="2357877"/>
                    <a:ext cx="71113" cy="49867"/>
                  </a:xfrm>
                  <a:custGeom>
                    <a:avLst/>
                    <a:gdLst/>
                    <a:ahLst/>
                    <a:cxnLst>
                      <a:cxn ang="0">
                        <a:pos x="77" y="20"/>
                      </a:cxn>
                      <a:cxn ang="0">
                        <a:pos x="75" y="19"/>
                      </a:cxn>
                      <a:cxn ang="0">
                        <a:pos x="71" y="10"/>
                      </a:cxn>
                      <a:cxn ang="0">
                        <a:pos x="62" y="10"/>
                      </a:cxn>
                      <a:cxn ang="0">
                        <a:pos x="49" y="5"/>
                      </a:cxn>
                      <a:cxn ang="0">
                        <a:pos x="41" y="0"/>
                      </a:cxn>
                      <a:cxn ang="0">
                        <a:pos x="25" y="10"/>
                      </a:cxn>
                      <a:cxn ang="0">
                        <a:pos x="17" y="16"/>
                      </a:cxn>
                      <a:cxn ang="0">
                        <a:pos x="6" y="18"/>
                      </a:cxn>
                      <a:cxn ang="0">
                        <a:pos x="2" y="23"/>
                      </a:cxn>
                      <a:cxn ang="0">
                        <a:pos x="6" y="29"/>
                      </a:cxn>
                      <a:cxn ang="0">
                        <a:pos x="11" y="18"/>
                      </a:cxn>
                      <a:cxn ang="0">
                        <a:pos x="18" y="23"/>
                      </a:cxn>
                      <a:cxn ang="0">
                        <a:pos x="26" y="35"/>
                      </a:cxn>
                      <a:cxn ang="0">
                        <a:pos x="28" y="37"/>
                      </a:cxn>
                      <a:cxn ang="0">
                        <a:pos x="25" y="42"/>
                      </a:cxn>
                      <a:cxn ang="0">
                        <a:pos x="34" y="46"/>
                      </a:cxn>
                      <a:cxn ang="0">
                        <a:pos x="40" y="50"/>
                      </a:cxn>
                      <a:cxn ang="0">
                        <a:pos x="56" y="58"/>
                      </a:cxn>
                      <a:cxn ang="0">
                        <a:pos x="53" y="60"/>
                      </a:cxn>
                      <a:cxn ang="0">
                        <a:pos x="58" y="58"/>
                      </a:cxn>
                      <a:cxn ang="0">
                        <a:pos x="36" y="35"/>
                      </a:cxn>
                      <a:cxn ang="0">
                        <a:pos x="34" y="30"/>
                      </a:cxn>
                      <a:cxn ang="0">
                        <a:pos x="29" y="24"/>
                      </a:cxn>
                      <a:cxn ang="0">
                        <a:pos x="32" y="18"/>
                      </a:cxn>
                      <a:cxn ang="0">
                        <a:pos x="37" y="22"/>
                      </a:cxn>
                      <a:cxn ang="0">
                        <a:pos x="43" y="20"/>
                      </a:cxn>
                      <a:cxn ang="0">
                        <a:pos x="47" y="19"/>
                      </a:cxn>
                      <a:cxn ang="0">
                        <a:pos x="52" y="20"/>
                      </a:cxn>
                      <a:cxn ang="0">
                        <a:pos x="59" y="20"/>
                      </a:cxn>
                      <a:cxn ang="0">
                        <a:pos x="67" y="22"/>
                      </a:cxn>
                      <a:cxn ang="0">
                        <a:pos x="74" y="24"/>
                      </a:cxn>
                      <a:cxn ang="0">
                        <a:pos x="44" y="58"/>
                      </a:cxn>
                      <a:cxn ang="0">
                        <a:pos x="47" y="60"/>
                      </a:cxn>
                      <a:cxn ang="0">
                        <a:pos x="41" y="54"/>
                      </a:cxn>
                      <a:cxn ang="0">
                        <a:pos x="41" y="54"/>
                      </a:cxn>
                      <a:cxn ang="0">
                        <a:pos x="47" y="52"/>
                      </a:cxn>
                      <a:cxn ang="0">
                        <a:pos x="43" y="53"/>
                      </a:cxn>
                      <a:cxn ang="0">
                        <a:pos x="21" y="34"/>
                      </a:cxn>
                      <a:cxn ang="0">
                        <a:pos x="24" y="37"/>
                      </a:cxn>
                      <a:cxn ang="0">
                        <a:pos x="18" y="30"/>
                      </a:cxn>
                      <a:cxn ang="0">
                        <a:pos x="18" y="30"/>
                      </a:cxn>
                      <a:cxn ang="0">
                        <a:pos x="22" y="41"/>
                      </a:cxn>
                      <a:cxn ang="0">
                        <a:pos x="20" y="38"/>
                      </a:cxn>
                      <a:cxn ang="0">
                        <a:pos x="18" y="37"/>
                      </a:cxn>
                      <a:cxn ang="0">
                        <a:pos x="10" y="26"/>
                      </a:cxn>
                      <a:cxn ang="0">
                        <a:pos x="14" y="33"/>
                      </a:cxn>
                      <a:cxn ang="0">
                        <a:pos x="10" y="26"/>
                      </a:cxn>
                      <a:cxn ang="0">
                        <a:pos x="17" y="26"/>
                      </a:cxn>
                      <a:cxn ang="0">
                        <a:pos x="11" y="26"/>
                      </a:cxn>
                      <a:cxn ang="0">
                        <a:pos x="13" y="20"/>
                      </a:cxn>
                    </a:cxnLst>
                    <a:rect l="0" t="0" r="r" b="b"/>
                    <a:pathLst>
                      <a:path w="78" h="60">
                        <a:moveTo>
                          <a:pt x="74" y="24"/>
                        </a:moveTo>
                        <a:lnTo>
                          <a:pt x="74" y="22"/>
                        </a:lnTo>
                        <a:lnTo>
                          <a:pt x="77" y="20"/>
                        </a:lnTo>
                        <a:lnTo>
                          <a:pt x="78" y="20"/>
                        </a:lnTo>
                        <a:lnTo>
                          <a:pt x="78" y="20"/>
                        </a:lnTo>
                        <a:lnTo>
                          <a:pt x="75" y="19"/>
                        </a:lnTo>
                        <a:lnTo>
                          <a:pt x="74" y="18"/>
                        </a:lnTo>
                        <a:lnTo>
                          <a:pt x="72" y="15"/>
                        </a:lnTo>
                        <a:lnTo>
                          <a:pt x="71" y="10"/>
                        </a:lnTo>
                        <a:lnTo>
                          <a:pt x="70" y="10"/>
                        </a:lnTo>
                        <a:lnTo>
                          <a:pt x="67" y="12"/>
                        </a:lnTo>
                        <a:lnTo>
                          <a:pt x="62" y="10"/>
                        </a:lnTo>
                        <a:lnTo>
                          <a:pt x="55" y="10"/>
                        </a:lnTo>
                        <a:lnTo>
                          <a:pt x="52" y="7"/>
                        </a:lnTo>
                        <a:lnTo>
                          <a:pt x="49" y="5"/>
                        </a:lnTo>
                        <a:lnTo>
                          <a:pt x="43" y="0"/>
                        </a:lnTo>
                        <a:lnTo>
                          <a:pt x="41" y="0"/>
                        </a:lnTo>
                        <a:lnTo>
                          <a:pt x="41" y="0"/>
                        </a:lnTo>
                        <a:lnTo>
                          <a:pt x="34" y="0"/>
                        </a:lnTo>
                        <a:lnTo>
                          <a:pt x="26" y="5"/>
                        </a:lnTo>
                        <a:lnTo>
                          <a:pt x="25" y="10"/>
                        </a:lnTo>
                        <a:lnTo>
                          <a:pt x="21" y="11"/>
                        </a:lnTo>
                        <a:lnTo>
                          <a:pt x="20" y="16"/>
                        </a:lnTo>
                        <a:lnTo>
                          <a:pt x="17" y="16"/>
                        </a:lnTo>
                        <a:lnTo>
                          <a:pt x="11" y="14"/>
                        </a:lnTo>
                        <a:lnTo>
                          <a:pt x="9" y="15"/>
                        </a:lnTo>
                        <a:lnTo>
                          <a:pt x="6" y="18"/>
                        </a:lnTo>
                        <a:lnTo>
                          <a:pt x="0" y="18"/>
                        </a:lnTo>
                        <a:lnTo>
                          <a:pt x="0" y="18"/>
                        </a:lnTo>
                        <a:lnTo>
                          <a:pt x="2" y="23"/>
                        </a:lnTo>
                        <a:lnTo>
                          <a:pt x="5" y="27"/>
                        </a:lnTo>
                        <a:lnTo>
                          <a:pt x="5" y="27"/>
                        </a:lnTo>
                        <a:lnTo>
                          <a:pt x="6" y="29"/>
                        </a:lnTo>
                        <a:lnTo>
                          <a:pt x="9" y="23"/>
                        </a:lnTo>
                        <a:lnTo>
                          <a:pt x="10" y="20"/>
                        </a:lnTo>
                        <a:lnTo>
                          <a:pt x="11" y="18"/>
                        </a:lnTo>
                        <a:lnTo>
                          <a:pt x="15" y="18"/>
                        </a:lnTo>
                        <a:lnTo>
                          <a:pt x="15" y="20"/>
                        </a:lnTo>
                        <a:lnTo>
                          <a:pt x="18" y="23"/>
                        </a:lnTo>
                        <a:lnTo>
                          <a:pt x="20" y="27"/>
                        </a:lnTo>
                        <a:lnTo>
                          <a:pt x="21" y="31"/>
                        </a:lnTo>
                        <a:lnTo>
                          <a:pt x="26" y="35"/>
                        </a:lnTo>
                        <a:lnTo>
                          <a:pt x="26" y="35"/>
                        </a:lnTo>
                        <a:lnTo>
                          <a:pt x="29" y="38"/>
                        </a:lnTo>
                        <a:lnTo>
                          <a:pt x="28" y="37"/>
                        </a:lnTo>
                        <a:lnTo>
                          <a:pt x="25" y="37"/>
                        </a:lnTo>
                        <a:lnTo>
                          <a:pt x="24" y="39"/>
                        </a:lnTo>
                        <a:lnTo>
                          <a:pt x="25" y="42"/>
                        </a:lnTo>
                        <a:lnTo>
                          <a:pt x="28" y="42"/>
                        </a:lnTo>
                        <a:lnTo>
                          <a:pt x="32" y="45"/>
                        </a:lnTo>
                        <a:lnTo>
                          <a:pt x="34" y="46"/>
                        </a:lnTo>
                        <a:lnTo>
                          <a:pt x="36" y="49"/>
                        </a:lnTo>
                        <a:lnTo>
                          <a:pt x="37" y="50"/>
                        </a:lnTo>
                        <a:lnTo>
                          <a:pt x="40" y="50"/>
                        </a:lnTo>
                        <a:lnTo>
                          <a:pt x="47" y="50"/>
                        </a:lnTo>
                        <a:lnTo>
                          <a:pt x="49" y="52"/>
                        </a:lnTo>
                        <a:lnTo>
                          <a:pt x="56" y="58"/>
                        </a:lnTo>
                        <a:lnTo>
                          <a:pt x="55" y="60"/>
                        </a:lnTo>
                        <a:lnTo>
                          <a:pt x="51" y="57"/>
                        </a:lnTo>
                        <a:lnTo>
                          <a:pt x="53" y="60"/>
                        </a:lnTo>
                        <a:lnTo>
                          <a:pt x="56" y="60"/>
                        </a:lnTo>
                        <a:lnTo>
                          <a:pt x="56" y="60"/>
                        </a:lnTo>
                        <a:lnTo>
                          <a:pt x="58" y="58"/>
                        </a:lnTo>
                        <a:lnTo>
                          <a:pt x="47" y="46"/>
                        </a:lnTo>
                        <a:lnTo>
                          <a:pt x="36" y="37"/>
                        </a:lnTo>
                        <a:lnTo>
                          <a:pt x="36" y="35"/>
                        </a:lnTo>
                        <a:lnTo>
                          <a:pt x="36" y="34"/>
                        </a:lnTo>
                        <a:lnTo>
                          <a:pt x="34" y="31"/>
                        </a:lnTo>
                        <a:lnTo>
                          <a:pt x="34" y="30"/>
                        </a:lnTo>
                        <a:lnTo>
                          <a:pt x="30" y="26"/>
                        </a:lnTo>
                        <a:lnTo>
                          <a:pt x="29" y="26"/>
                        </a:lnTo>
                        <a:lnTo>
                          <a:pt x="29" y="24"/>
                        </a:lnTo>
                        <a:lnTo>
                          <a:pt x="30" y="23"/>
                        </a:lnTo>
                        <a:lnTo>
                          <a:pt x="30" y="19"/>
                        </a:lnTo>
                        <a:lnTo>
                          <a:pt x="32" y="18"/>
                        </a:lnTo>
                        <a:lnTo>
                          <a:pt x="34" y="20"/>
                        </a:lnTo>
                        <a:lnTo>
                          <a:pt x="36" y="22"/>
                        </a:lnTo>
                        <a:lnTo>
                          <a:pt x="37" y="22"/>
                        </a:lnTo>
                        <a:lnTo>
                          <a:pt x="37" y="20"/>
                        </a:lnTo>
                        <a:lnTo>
                          <a:pt x="40" y="19"/>
                        </a:lnTo>
                        <a:lnTo>
                          <a:pt x="43" y="20"/>
                        </a:lnTo>
                        <a:lnTo>
                          <a:pt x="44" y="18"/>
                        </a:lnTo>
                        <a:lnTo>
                          <a:pt x="45" y="19"/>
                        </a:lnTo>
                        <a:lnTo>
                          <a:pt x="47" y="19"/>
                        </a:lnTo>
                        <a:lnTo>
                          <a:pt x="49" y="19"/>
                        </a:lnTo>
                        <a:lnTo>
                          <a:pt x="51" y="22"/>
                        </a:lnTo>
                        <a:lnTo>
                          <a:pt x="52" y="20"/>
                        </a:lnTo>
                        <a:lnTo>
                          <a:pt x="55" y="20"/>
                        </a:lnTo>
                        <a:lnTo>
                          <a:pt x="58" y="20"/>
                        </a:lnTo>
                        <a:lnTo>
                          <a:pt x="59" y="20"/>
                        </a:lnTo>
                        <a:lnTo>
                          <a:pt x="62" y="20"/>
                        </a:lnTo>
                        <a:lnTo>
                          <a:pt x="64" y="22"/>
                        </a:lnTo>
                        <a:lnTo>
                          <a:pt x="67" y="22"/>
                        </a:lnTo>
                        <a:lnTo>
                          <a:pt x="70" y="24"/>
                        </a:lnTo>
                        <a:lnTo>
                          <a:pt x="74" y="24"/>
                        </a:lnTo>
                        <a:lnTo>
                          <a:pt x="74" y="24"/>
                        </a:lnTo>
                        <a:lnTo>
                          <a:pt x="74" y="24"/>
                        </a:lnTo>
                        <a:close/>
                        <a:moveTo>
                          <a:pt x="44" y="58"/>
                        </a:moveTo>
                        <a:lnTo>
                          <a:pt x="44" y="58"/>
                        </a:lnTo>
                        <a:lnTo>
                          <a:pt x="49" y="58"/>
                        </a:lnTo>
                        <a:lnTo>
                          <a:pt x="51" y="60"/>
                        </a:lnTo>
                        <a:lnTo>
                          <a:pt x="47" y="60"/>
                        </a:lnTo>
                        <a:lnTo>
                          <a:pt x="44" y="58"/>
                        </a:lnTo>
                        <a:lnTo>
                          <a:pt x="44" y="58"/>
                        </a:lnTo>
                        <a:close/>
                        <a:moveTo>
                          <a:pt x="41" y="54"/>
                        </a:moveTo>
                        <a:lnTo>
                          <a:pt x="48" y="56"/>
                        </a:lnTo>
                        <a:lnTo>
                          <a:pt x="45" y="57"/>
                        </a:lnTo>
                        <a:lnTo>
                          <a:pt x="41" y="54"/>
                        </a:lnTo>
                        <a:lnTo>
                          <a:pt x="41" y="54"/>
                        </a:lnTo>
                        <a:close/>
                        <a:moveTo>
                          <a:pt x="41" y="52"/>
                        </a:moveTo>
                        <a:lnTo>
                          <a:pt x="47" y="52"/>
                        </a:lnTo>
                        <a:lnTo>
                          <a:pt x="48" y="53"/>
                        </a:lnTo>
                        <a:lnTo>
                          <a:pt x="45" y="54"/>
                        </a:lnTo>
                        <a:lnTo>
                          <a:pt x="43" y="53"/>
                        </a:lnTo>
                        <a:lnTo>
                          <a:pt x="41" y="52"/>
                        </a:lnTo>
                        <a:lnTo>
                          <a:pt x="41" y="52"/>
                        </a:lnTo>
                        <a:close/>
                        <a:moveTo>
                          <a:pt x="21" y="34"/>
                        </a:moveTo>
                        <a:lnTo>
                          <a:pt x="22" y="34"/>
                        </a:lnTo>
                        <a:lnTo>
                          <a:pt x="25" y="37"/>
                        </a:lnTo>
                        <a:lnTo>
                          <a:pt x="24" y="37"/>
                        </a:lnTo>
                        <a:lnTo>
                          <a:pt x="21" y="34"/>
                        </a:lnTo>
                        <a:lnTo>
                          <a:pt x="21" y="34"/>
                        </a:lnTo>
                        <a:close/>
                        <a:moveTo>
                          <a:pt x="18" y="30"/>
                        </a:moveTo>
                        <a:lnTo>
                          <a:pt x="21" y="33"/>
                        </a:lnTo>
                        <a:lnTo>
                          <a:pt x="18" y="31"/>
                        </a:lnTo>
                        <a:lnTo>
                          <a:pt x="18" y="30"/>
                        </a:lnTo>
                        <a:lnTo>
                          <a:pt x="18" y="30"/>
                        </a:lnTo>
                        <a:close/>
                        <a:moveTo>
                          <a:pt x="20" y="38"/>
                        </a:moveTo>
                        <a:lnTo>
                          <a:pt x="22" y="41"/>
                        </a:lnTo>
                        <a:lnTo>
                          <a:pt x="22" y="43"/>
                        </a:lnTo>
                        <a:lnTo>
                          <a:pt x="20" y="38"/>
                        </a:lnTo>
                        <a:lnTo>
                          <a:pt x="20" y="38"/>
                        </a:lnTo>
                        <a:close/>
                        <a:moveTo>
                          <a:pt x="15" y="34"/>
                        </a:moveTo>
                        <a:lnTo>
                          <a:pt x="18" y="34"/>
                        </a:lnTo>
                        <a:lnTo>
                          <a:pt x="18" y="37"/>
                        </a:lnTo>
                        <a:lnTo>
                          <a:pt x="15" y="34"/>
                        </a:lnTo>
                        <a:lnTo>
                          <a:pt x="15" y="34"/>
                        </a:lnTo>
                        <a:close/>
                        <a:moveTo>
                          <a:pt x="10" y="26"/>
                        </a:moveTo>
                        <a:lnTo>
                          <a:pt x="14" y="29"/>
                        </a:lnTo>
                        <a:lnTo>
                          <a:pt x="15" y="33"/>
                        </a:lnTo>
                        <a:lnTo>
                          <a:pt x="14" y="33"/>
                        </a:lnTo>
                        <a:lnTo>
                          <a:pt x="11" y="30"/>
                        </a:lnTo>
                        <a:lnTo>
                          <a:pt x="13" y="29"/>
                        </a:lnTo>
                        <a:lnTo>
                          <a:pt x="10" y="26"/>
                        </a:lnTo>
                        <a:lnTo>
                          <a:pt x="10" y="26"/>
                        </a:lnTo>
                        <a:close/>
                        <a:moveTo>
                          <a:pt x="13" y="20"/>
                        </a:moveTo>
                        <a:lnTo>
                          <a:pt x="17" y="26"/>
                        </a:lnTo>
                        <a:lnTo>
                          <a:pt x="15" y="27"/>
                        </a:lnTo>
                        <a:lnTo>
                          <a:pt x="14" y="26"/>
                        </a:lnTo>
                        <a:lnTo>
                          <a:pt x="11" y="26"/>
                        </a:lnTo>
                        <a:lnTo>
                          <a:pt x="11" y="22"/>
                        </a:lnTo>
                        <a:lnTo>
                          <a:pt x="11" y="22"/>
                        </a:lnTo>
                        <a:lnTo>
                          <a:pt x="13" y="20"/>
                        </a:lnTo>
                        <a:lnTo>
                          <a:pt x="13" y="20"/>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18" name="Freeform 889">
                    <a:extLst>
                      <a:ext uri="{FF2B5EF4-FFF2-40B4-BE49-F238E27FC236}">
                        <a16:creationId xmlns:a16="http://schemas.microsoft.com/office/drawing/2014/main" id="{4176793A-D932-B438-8564-1EF317BAABDE}"/>
                      </a:ext>
                    </a:extLst>
                  </p:cNvPr>
                  <p:cNvSpPr>
                    <a:spLocks noEditPoints="1"/>
                  </p:cNvSpPr>
                  <p:nvPr/>
                </p:nvSpPr>
                <p:spPr bwMode="auto">
                  <a:xfrm>
                    <a:off x="9406425" y="2357877"/>
                    <a:ext cx="71113" cy="49867"/>
                  </a:xfrm>
                  <a:custGeom>
                    <a:avLst/>
                    <a:gdLst/>
                    <a:ahLst/>
                    <a:cxnLst>
                      <a:cxn ang="0">
                        <a:pos x="77" y="20"/>
                      </a:cxn>
                      <a:cxn ang="0">
                        <a:pos x="75" y="19"/>
                      </a:cxn>
                      <a:cxn ang="0">
                        <a:pos x="71" y="10"/>
                      </a:cxn>
                      <a:cxn ang="0">
                        <a:pos x="62" y="10"/>
                      </a:cxn>
                      <a:cxn ang="0">
                        <a:pos x="49" y="5"/>
                      </a:cxn>
                      <a:cxn ang="0">
                        <a:pos x="41" y="0"/>
                      </a:cxn>
                      <a:cxn ang="0">
                        <a:pos x="25" y="10"/>
                      </a:cxn>
                      <a:cxn ang="0">
                        <a:pos x="17" y="16"/>
                      </a:cxn>
                      <a:cxn ang="0">
                        <a:pos x="6" y="18"/>
                      </a:cxn>
                      <a:cxn ang="0">
                        <a:pos x="2" y="23"/>
                      </a:cxn>
                      <a:cxn ang="0">
                        <a:pos x="6" y="29"/>
                      </a:cxn>
                      <a:cxn ang="0">
                        <a:pos x="11" y="18"/>
                      </a:cxn>
                      <a:cxn ang="0">
                        <a:pos x="18" y="23"/>
                      </a:cxn>
                      <a:cxn ang="0">
                        <a:pos x="26" y="35"/>
                      </a:cxn>
                      <a:cxn ang="0">
                        <a:pos x="28" y="37"/>
                      </a:cxn>
                      <a:cxn ang="0">
                        <a:pos x="25" y="42"/>
                      </a:cxn>
                      <a:cxn ang="0">
                        <a:pos x="34" y="46"/>
                      </a:cxn>
                      <a:cxn ang="0">
                        <a:pos x="40" y="50"/>
                      </a:cxn>
                      <a:cxn ang="0">
                        <a:pos x="56" y="58"/>
                      </a:cxn>
                      <a:cxn ang="0">
                        <a:pos x="53" y="60"/>
                      </a:cxn>
                      <a:cxn ang="0">
                        <a:pos x="58" y="58"/>
                      </a:cxn>
                      <a:cxn ang="0">
                        <a:pos x="36" y="35"/>
                      </a:cxn>
                      <a:cxn ang="0">
                        <a:pos x="34" y="30"/>
                      </a:cxn>
                      <a:cxn ang="0">
                        <a:pos x="29" y="24"/>
                      </a:cxn>
                      <a:cxn ang="0">
                        <a:pos x="32" y="18"/>
                      </a:cxn>
                      <a:cxn ang="0">
                        <a:pos x="37" y="22"/>
                      </a:cxn>
                      <a:cxn ang="0">
                        <a:pos x="43" y="20"/>
                      </a:cxn>
                      <a:cxn ang="0">
                        <a:pos x="47" y="19"/>
                      </a:cxn>
                      <a:cxn ang="0">
                        <a:pos x="52" y="20"/>
                      </a:cxn>
                      <a:cxn ang="0">
                        <a:pos x="59" y="20"/>
                      </a:cxn>
                      <a:cxn ang="0">
                        <a:pos x="67" y="22"/>
                      </a:cxn>
                      <a:cxn ang="0">
                        <a:pos x="74" y="24"/>
                      </a:cxn>
                      <a:cxn ang="0">
                        <a:pos x="44" y="58"/>
                      </a:cxn>
                      <a:cxn ang="0">
                        <a:pos x="47" y="60"/>
                      </a:cxn>
                      <a:cxn ang="0">
                        <a:pos x="41" y="54"/>
                      </a:cxn>
                      <a:cxn ang="0">
                        <a:pos x="41" y="54"/>
                      </a:cxn>
                      <a:cxn ang="0">
                        <a:pos x="47" y="52"/>
                      </a:cxn>
                      <a:cxn ang="0">
                        <a:pos x="43" y="53"/>
                      </a:cxn>
                      <a:cxn ang="0">
                        <a:pos x="21" y="34"/>
                      </a:cxn>
                      <a:cxn ang="0">
                        <a:pos x="24" y="37"/>
                      </a:cxn>
                      <a:cxn ang="0">
                        <a:pos x="18" y="30"/>
                      </a:cxn>
                      <a:cxn ang="0">
                        <a:pos x="18" y="30"/>
                      </a:cxn>
                      <a:cxn ang="0">
                        <a:pos x="22" y="41"/>
                      </a:cxn>
                      <a:cxn ang="0">
                        <a:pos x="20" y="38"/>
                      </a:cxn>
                      <a:cxn ang="0">
                        <a:pos x="18" y="37"/>
                      </a:cxn>
                      <a:cxn ang="0">
                        <a:pos x="10" y="26"/>
                      </a:cxn>
                      <a:cxn ang="0">
                        <a:pos x="14" y="33"/>
                      </a:cxn>
                      <a:cxn ang="0">
                        <a:pos x="10" y="26"/>
                      </a:cxn>
                      <a:cxn ang="0">
                        <a:pos x="17" y="26"/>
                      </a:cxn>
                      <a:cxn ang="0">
                        <a:pos x="11" y="26"/>
                      </a:cxn>
                      <a:cxn ang="0">
                        <a:pos x="13" y="20"/>
                      </a:cxn>
                    </a:cxnLst>
                    <a:rect l="0" t="0" r="r" b="b"/>
                    <a:pathLst>
                      <a:path w="78" h="60">
                        <a:moveTo>
                          <a:pt x="74" y="24"/>
                        </a:moveTo>
                        <a:lnTo>
                          <a:pt x="74" y="22"/>
                        </a:lnTo>
                        <a:lnTo>
                          <a:pt x="77" y="20"/>
                        </a:lnTo>
                        <a:lnTo>
                          <a:pt x="78" y="20"/>
                        </a:lnTo>
                        <a:lnTo>
                          <a:pt x="78" y="20"/>
                        </a:lnTo>
                        <a:lnTo>
                          <a:pt x="75" y="19"/>
                        </a:lnTo>
                        <a:lnTo>
                          <a:pt x="74" y="18"/>
                        </a:lnTo>
                        <a:lnTo>
                          <a:pt x="72" y="15"/>
                        </a:lnTo>
                        <a:lnTo>
                          <a:pt x="71" y="10"/>
                        </a:lnTo>
                        <a:lnTo>
                          <a:pt x="70" y="10"/>
                        </a:lnTo>
                        <a:lnTo>
                          <a:pt x="67" y="12"/>
                        </a:lnTo>
                        <a:lnTo>
                          <a:pt x="62" y="10"/>
                        </a:lnTo>
                        <a:lnTo>
                          <a:pt x="55" y="10"/>
                        </a:lnTo>
                        <a:lnTo>
                          <a:pt x="52" y="7"/>
                        </a:lnTo>
                        <a:lnTo>
                          <a:pt x="49" y="5"/>
                        </a:lnTo>
                        <a:lnTo>
                          <a:pt x="43" y="0"/>
                        </a:lnTo>
                        <a:lnTo>
                          <a:pt x="41" y="0"/>
                        </a:lnTo>
                        <a:lnTo>
                          <a:pt x="41" y="0"/>
                        </a:lnTo>
                        <a:lnTo>
                          <a:pt x="34" y="0"/>
                        </a:lnTo>
                        <a:lnTo>
                          <a:pt x="26" y="5"/>
                        </a:lnTo>
                        <a:lnTo>
                          <a:pt x="25" y="10"/>
                        </a:lnTo>
                        <a:lnTo>
                          <a:pt x="21" y="11"/>
                        </a:lnTo>
                        <a:lnTo>
                          <a:pt x="20" y="16"/>
                        </a:lnTo>
                        <a:lnTo>
                          <a:pt x="17" y="16"/>
                        </a:lnTo>
                        <a:lnTo>
                          <a:pt x="11" y="14"/>
                        </a:lnTo>
                        <a:lnTo>
                          <a:pt x="9" y="15"/>
                        </a:lnTo>
                        <a:lnTo>
                          <a:pt x="6" y="18"/>
                        </a:lnTo>
                        <a:lnTo>
                          <a:pt x="0" y="18"/>
                        </a:lnTo>
                        <a:lnTo>
                          <a:pt x="0" y="18"/>
                        </a:lnTo>
                        <a:lnTo>
                          <a:pt x="2" y="23"/>
                        </a:lnTo>
                        <a:lnTo>
                          <a:pt x="5" y="27"/>
                        </a:lnTo>
                        <a:lnTo>
                          <a:pt x="5" y="27"/>
                        </a:lnTo>
                        <a:lnTo>
                          <a:pt x="6" y="29"/>
                        </a:lnTo>
                        <a:lnTo>
                          <a:pt x="9" y="23"/>
                        </a:lnTo>
                        <a:lnTo>
                          <a:pt x="10" y="20"/>
                        </a:lnTo>
                        <a:lnTo>
                          <a:pt x="11" y="18"/>
                        </a:lnTo>
                        <a:lnTo>
                          <a:pt x="15" y="18"/>
                        </a:lnTo>
                        <a:lnTo>
                          <a:pt x="15" y="20"/>
                        </a:lnTo>
                        <a:lnTo>
                          <a:pt x="18" y="23"/>
                        </a:lnTo>
                        <a:lnTo>
                          <a:pt x="20" y="27"/>
                        </a:lnTo>
                        <a:lnTo>
                          <a:pt x="21" y="31"/>
                        </a:lnTo>
                        <a:lnTo>
                          <a:pt x="26" y="35"/>
                        </a:lnTo>
                        <a:lnTo>
                          <a:pt x="26" y="35"/>
                        </a:lnTo>
                        <a:lnTo>
                          <a:pt x="29" y="38"/>
                        </a:lnTo>
                        <a:lnTo>
                          <a:pt x="28" y="37"/>
                        </a:lnTo>
                        <a:lnTo>
                          <a:pt x="25" y="37"/>
                        </a:lnTo>
                        <a:lnTo>
                          <a:pt x="24" y="39"/>
                        </a:lnTo>
                        <a:lnTo>
                          <a:pt x="25" y="42"/>
                        </a:lnTo>
                        <a:lnTo>
                          <a:pt x="28" y="42"/>
                        </a:lnTo>
                        <a:lnTo>
                          <a:pt x="32" y="45"/>
                        </a:lnTo>
                        <a:lnTo>
                          <a:pt x="34" y="46"/>
                        </a:lnTo>
                        <a:lnTo>
                          <a:pt x="36" y="49"/>
                        </a:lnTo>
                        <a:lnTo>
                          <a:pt x="37" y="50"/>
                        </a:lnTo>
                        <a:lnTo>
                          <a:pt x="40" y="50"/>
                        </a:lnTo>
                        <a:lnTo>
                          <a:pt x="47" y="50"/>
                        </a:lnTo>
                        <a:lnTo>
                          <a:pt x="49" y="52"/>
                        </a:lnTo>
                        <a:lnTo>
                          <a:pt x="56" y="58"/>
                        </a:lnTo>
                        <a:lnTo>
                          <a:pt x="55" y="60"/>
                        </a:lnTo>
                        <a:lnTo>
                          <a:pt x="51" y="57"/>
                        </a:lnTo>
                        <a:lnTo>
                          <a:pt x="53" y="60"/>
                        </a:lnTo>
                        <a:lnTo>
                          <a:pt x="56" y="60"/>
                        </a:lnTo>
                        <a:lnTo>
                          <a:pt x="56" y="60"/>
                        </a:lnTo>
                        <a:lnTo>
                          <a:pt x="58" y="58"/>
                        </a:lnTo>
                        <a:lnTo>
                          <a:pt x="47" y="46"/>
                        </a:lnTo>
                        <a:lnTo>
                          <a:pt x="36" y="37"/>
                        </a:lnTo>
                        <a:lnTo>
                          <a:pt x="36" y="35"/>
                        </a:lnTo>
                        <a:lnTo>
                          <a:pt x="36" y="34"/>
                        </a:lnTo>
                        <a:lnTo>
                          <a:pt x="34" y="31"/>
                        </a:lnTo>
                        <a:lnTo>
                          <a:pt x="34" y="30"/>
                        </a:lnTo>
                        <a:lnTo>
                          <a:pt x="30" y="26"/>
                        </a:lnTo>
                        <a:lnTo>
                          <a:pt x="29" y="26"/>
                        </a:lnTo>
                        <a:lnTo>
                          <a:pt x="29" y="24"/>
                        </a:lnTo>
                        <a:lnTo>
                          <a:pt x="30" y="23"/>
                        </a:lnTo>
                        <a:lnTo>
                          <a:pt x="30" y="19"/>
                        </a:lnTo>
                        <a:lnTo>
                          <a:pt x="32" y="18"/>
                        </a:lnTo>
                        <a:lnTo>
                          <a:pt x="34" y="20"/>
                        </a:lnTo>
                        <a:lnTo>
                          <a:pt x="36" y="22"/>
                        </a:lnTo>
                        <a:lnTo>
                          <a:pt x="37" y="22"/>
                        </a:lnTo>
                        <a:lnTo>
                          <a:pt x="37" y="20"/>
                        </a:lnTo>
                        <a:lnTo>
                          <a:pt x="40" y="19"/>
                        </a:lnTo>
                        <a:lnTo>
                          <a:pt x="43" y="20"/>
                        </a:lnTo>
                        <a:lnTo>
                          <a:pt x="44" y="18"/>
                        </a:lnTo>
                        <a:lnTo>
                          <a:pt x="45" y="19"/>
                        </a:lnTo>
                        <a:lnTo>
                          <a:pt x="47" y="19"/>
                        </a:lnTo>
                        <a:lnTo>
                          <a:pt x="49" y="19"/>
                        </a:lnTo>
                        <a:lnTo>
                          <a:pt x="51" y="22"/>
                        </a:lnTo>
                        <a:lnTo>
                          <a:pt x="52" y="20"/>
                        </a:lnTo>
                        <a:lnTo>
                          <a:pt x="55" y="20"/>
                        </a:lnTo>
                        <a:lnTo>
                          <a:pt x="58" y="20"/>
                        </a:lnTo>
                        <a:lnTo>
                          <a:pt x="59" y="20"/>
                        </a:lnTo>
                        <a:lnTo>
                          <a:pt x="62" y="20"/>
                        </a:lnTo>
                        <a:lnTo>
                          <a:pt x="64" y="22"/>
                        </a:lnTo>
                        <a:lnTo>
                          <a:pt x="67" y="22"/>
                        </a:lnTo>
                        <a:lnTo>
                          <a:pt x="70" y="24"/>
                        </a:lnTo>
                        <a:lnTo>
                          <a:pt x="74" y="24"/>
                        </a:lnTo>
                        <a:lnTo>
                          <a:pt x="74" y="24"/>
                        </a:lnTo>
                        <a:lnTo>
                          <a:pt x="74" y="24"/>
                        </a:lnTo>
                        <a:close/>
                        <a:moveTo>
                          <a:pt x="44" y="58"/>
                        </a:moveTo>
                        <a:lnTo>
                          <a:pt x="44" y="58"/>
                        </a:lnTo>
                        <a:lnTo>
                          <a:pt x="49" y="58"/>
                        </a:lnTo>
                        <a:lnTo>
                          <a:pt x="51" y="60"/>
                        </a:lnTo>
                        <a:lnTo>
                          <a:pt x="47" y="60"/>
                        </a:lnTo>
                        <a:lnTo>
                          <a:pt x="44" y="58"/>
                        </a:lnTo>
                        <a:lnTo>
                          <a:pt x="44" y="58"/>
                        </a:lnTo>
                        <a:close/>
                        <a:moveTo>
                          <a:pt x="41" y="54"/>
                        </a:moveTo>
                        <a:lnTo>
                          <a:pt x="48" y="56"/>
                        </a:lnTo>
                        <a:lnTo>
                          <a:pt x="45" y="57"/>
                        </a:lnTo>
                        <a:lnTo>
                          <a:pt x="41" y="54"/>
                        </a:lnTo>
                        <a:lnTo>
                          <a:pt x="41" y="54"/>
                        </a:lnTo>
                        <a:close/>
                        <a:moveTo>
                          <a:pt x="41" y="52"/>
                        </a:moveTo>
                        <a:lnTo>
                          <a:pt x="47" y="52"/>
                        </a:lnTo>
                        <a:lnTo>
                          <a:pt x="48" y="53"/>
                        </a:lnTo>
                        <a:lnTo>
                          <a:pt x="45" y="54"/>
                        </a:lnTo>
                        <a:lnTo>
                          <a:pt x="43" y="53"/>
                        </a:lnTo>
                        <a:lnTo>
                          <a:pt x="41" y="52"/>
                        </a:lnTo>
                        <a:lnTo>
                          <a:pt x="41" y="52"/>
                        </a:lnTo>
                        <a:close/>
                        <a:moveTo>
                          <a:pt x="21" y="34"/>
                        </a:moveTo>
                        <a:lnTo>
                          <a:pt x="22" y="34"/>
                        </a:lnTo>
                        <a:lnTo>
                          <a:pt x="25" y="37"/>
                        </a:lnTo>
                        <a:lnTo>
                          <a:pt x="24" y="37"/>
                        </a:lnTo>
                        <a:lnTo>
                          <a:pt x="21" y="34"/>
                        </a:lnTo>
                        <a:lnTo>
                          <a:pt x="21" y="34"/>
                        </a:lnTo>
                        <a:close/>
                        <a:moveTo>
                          <a:pt x="18" y="30"/>
                        </a:moveTo>
                        <a:lnTo>
                          <a:pt x="21" y="33"/>
                        </a:lnTo>
                        <a:lnTo>
                          <a:pt x="18" y="31"/>
                        </a:lnTo>
                        <a:lnTo>
                          <a:pt x="18" y="30"/>
                        </a:lnTo>
                        <a:lnTo>
                          <a:pt x="18" y="30"/>
                        </a:lnTo>
                        <a:close/>
                        <a:moveTo>
                          <a:pt x="20" y="38"/>
                        </a:moveTo>
                        <a:lnTo>
                          <a:pt x="22" y="41"/>
                        </a:lnTo>
                        <a:lnTo>
                          <a:pt x="22" y="43"/>
                        </a:lnTo>
                        <a:lnTo>
                          <a:pt x="20" y="38"/>
                        </a:lnTo>
                        <a:lnTo>
                          <a:pt x="20" y="38"/>
                        </a:lnTo>
                        <a:close/>
                        <a:moveTo>
                          <a:pt x="15" y="34"/>
                        </a:moveTo>
                        <a:lnTo>
                          <a:pt x="18" y="34"/>
                        </a:lnTo>
                        <a:lnTo>
                          <a:pt x="18" y="37"/>
                        </a:lnTo>
                        <a:lnTo>
                          <a:pt x="15" y="34"/>
                        </a:lnTo>
                        <a:lnTo>
                          <a:pt x="15" y="34"/>
                        </a:lnTo>
                        <a:close/>
                        <a:moveTo>
                          <a:pt x="10" y="26"/>
                        </a:moveTo>
                        <a:lnTo>
                          <a:pt x="14" y="29"/>
                        </a:lnTo>
                        <a:lnTo>
                          <a:pt x="15" y="33"/>
                        </a:lnTo>
                        <a:lnTo>
                          <a:pt x="14" y="33"/>
                        </a:lnTo>
                        <a:lnTo>
                          <a:pt x="11" y="30"/>
                        </a:lnTo>
                        <a:lnTo>
                          <a:pt x="13" y="29"/>
                        </a:lnTo>
                        <a:lnTo>
                          <a:pt x="10" y="26"/>
                        </a:lnTo>
                        <a:lnTo>
                          <a:pt x="10" y="26"/>
                        </a:lnTo>
                        <a:close/>
                        <a:moveTo>
                          <a:pt x="13" y="20"/>
                        </a:moveTo>
                        <a:lnTo>
                          <a:pt x="17" y="26"/>
                        </a:lnTo>
                        <a:lnTo>
                          <a:pt x="15" y="27"/>
                        </a:lnTo>
                        <a:lnTo>
                          <a:pt x="14" y="26"/>
                        </a:lnTo>
                        <a:lnTo>
                          <a:pt x="11" y="26"/>
                        </a:lnTo>
                        <a:lnTo>
                          <a:pt x="11" y="22"/>
                        </a:lnTo>
                        <a:lnTo>
                          <a:pt x="11" y="22"/>
                        </a:lnTo>
                        <a:lnTo>
                          <a:pt x="13" y="20"/>
                        </a:lnTo>
                        <a:lnTo>
                          <a:pt x="13" y="20"/>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19" name="Freeform 890">
                    <a:extLst>
                      <a:ext uri="{FF2B5EF4-FFF2-40B4-BE49-F238E27FC236}">
                        <a16:creationId xmlns:a16="http://schemas.microsoft.com/office/drawing/2014/main" id="{8D66B5A6-56D6-858B-991B-7C6EDBC76F0A}"/>
                      </a:ext>
                    </a:extLst>
                  </p:cNvPr>
                  <p:cNvSpPr>
                    <a:spLocks/>
                  </p:cNvSpPr>
                  <p:nvPr/>
                </p:nvSpPr>
                <p:spPr bwMode="auto">
                  <a:xfrm>
                    <a:off x="9432865" y="2372837"/>
                    <a:ext cx="48321" cy="39063"/>
                  </a:xfrm>
                  <a:custGeom>
                    <a:avLst/>
                    <a:gdLst/>
                    <a:ahLst/>
                    <a:cxnLst>
                      <a:cxn ang="0">
                        <a:pos x="29" y="40"/>
                      </a:cxn>
                      <a:cxn ang="0">
                        <a:pos x="7" y="19"/>
                      </a:cxn>
                      <a:cxn ang="0">
                        <a:pos x="7" y="16"/>
                      </a:cxn>
                      <a:cxn ang="0">
                        <a:pos x="5" y="12"/>
                      </a:cxn>
                      <a:cxn ang="0">
                        <a:pos x="0" y="8"/>
                      </a:cxn>
                      <a:cxn ang="0">
                        <a:pos x="1" y="5"/>
                      </a:cxn>
                      <a:cxn ang="0">
                        <a:pos x="3" y="0"/>
                      </a:cxn>
                      <a:cxn ang="0">
                        <a:pos x="7" y="4"/>
                      </a:cxn>
                      <a:cxn ang="0">
                        <a:pos x="8" y="2"/>
                      </a:cxn>
                      <a:cxn ang="0">
                        <a:pos x="14" y="2"/>
                      </a:cxn>
                      <a:cxn ang="0">
                        <a:pos x="16" y="1"/>
                      </a:cxn>
                      <a:cxn ang="0">
                        <a:pos x="20" y="1"/>
                      </a:cxn>
                      <a:cxn ang="0">
                        <a:pos x="23" y="2"/>
                      </a:cxn>
                      <a:cxn ang="0">
                        <a:pos x="29" y="2"/>
                      </a:cxn>
                      <a:cxn ang="0">
                        <a:pos x="33" y="2"/>
                      </a:cxn>
                      <a:cxn ang="0">
                        <a:pos x="38" y="4"/>
                      </a:cxn>
                      <a:cxn ang="0">
                        <a:pos x="45" y="6"/>
                      </a:cxn>
                      <a:cxn ang="0">
                        <a:pos x="48" y="6"/>
                      </a:cxn>
                      <a:cxn ang="0">
                        <a:pos x="49" y="11"/>
                      </a:cxn>
                      <a:cxn ang="0">
                        <a:pos x="46" y="16"/>
                      </a:cxn>
                      <a:cxn ang="0">
                        <a:pos x="52" y="20"/>
                      </a:cxn>
                      <a:cxn ang="0">
                        <a:pos x="53" y="23"/>
                      </a:cxn>
                      <a:cxn ang="0">
                        <a:pos x="49" y="23"/>
                      </a:cxn>
                      <a:cxn ang="0">
                        <a:pos x="52" y="30"/>
                      </a:cxn>
                      <a:cxn ang="0">
                        <a:pos x="49" y="30"/>
                      </a:cxn>
                      <a:cxn ang="0">
                        <a:pos x="43" y="30"/>
                      </a:cxn>
                      <a:cxn ang="0">
                        <a:pos x="46" y="34"/>
                      </a:cxn>
                      <a:cxn ang="0">
                        <a:pos x="45" y="36"/>
                      </a:cxn>
                      <a:cxn ang="0">
                        <a:pos x="42" y="39"/>
                      </a:cxn>
                      <a:cxn ang="0">
                        <a:pos x="41" y="46"/>
                      </a:cxn>
                      <a:cxn ang="0">
                        <a:pos x="35" y="43"/>
                      </a:cxn>
                      <a:cxn ang="0">
                        <a:pos x="29" y="43"/>
                      </a:cxn>
                      <a:cxn ang="0">
                        <a:pos x="27" y="42"/>
                      </a:cxn>
                    </a:cxnLst>
                    <a:rect l="0" t="0" r="r" b="b"/>
                    <a:pathLst>
                      <a:path w="53" h="47">
                        <a:moveTo>
                          <a:pt x="27" y="42"/>
                        </a:moveTo>
                        <a:lnTo>
                          <a:pt x="29" y="40"/>
                        </a:lnTo>
                        <a:lnTo>
                          <a:pt x="18" y="28"/>
                        </a:lnTo>
                        <a:lnTo>
                          <a:pt x="7" y="19"/>
                        </a:lnTo>
                        <a:lnTo>
                          <a:pt x="7" y="17"/>
                        </a:lnTo>
                        <a:lnTo>
                          <a:pt x="7" y="16"/>
                        </a:lnTo>
                        <a:lnTo>
                          <a:pt x="5" y="13"/>
                        </a:lnTo>
                        <a:lnTo>
                          <a:pt x="5" y="12"/>
                        </a:lnTo>
                        <a:lnTo>
                          <a:pt x="1" y="8"/>
                        </a:lnTo>
                        <a:lnTo>
                          <a:pt x="0" y="8"/>
                        </a:lnTo>
                        <a:lnTo>
                          <a:pt x="0" y="6"/>
                        </a:lnTo>
                        <a:lnTo>
                          <a:pt x="1" y="5"/>
                        </a:lnTo>
                        <a:lnTo>
                          <a:pt x="1" y="1"/>
                        </a:lnTo>
                        <a:lnTo>
                          <a:pt x="3" y="0"/>
                        </a:lnTo>
                        <a:lnTo>
                          <a:pt x="5" y="2"/>
                        </a:lnTo>
                        <a:lnTo>
                          <a:pt x="7" y="4"/>
                        </a:lnTo>
                        <a:lnTo>
                          <a:pt x="8" y="4"/>
                        </a:lnTo>
                        <a:lnTo>
                          <a:pt x="8" y="2"/>
                        </a:lnTo>
                        <a:lnTo>
                          <a:pt x="11" y="1"/>
                        </a:lnTo>
                        <a:lnTo>
                          <a:pt x="14" y="2"/>
                        </a:lnTo>
                        <a:lnTo>
                          <a:pt x="15" y="0"/>
                        </a:lnTo>
                        <a:lnTo>
                          <a:pt x="16" y="1"/>
                        </a:lnTo>
                        <a:lnTo>
                          <a:pt x="18" y="1"/>
                        </a:lnTo>
                        <a:lnTo>
                          <a:pt x="20" y="1"/>
                        </a:lnTo>
                        <a:lnTo>
                          <a:pt x="22" y="4"/>
                        </a:lnTo>
                        <a:lnTo>
                          <a:pt x="23" y="2"/>
                        </a:lnTo>
                        <a:lnTo>
                          <a:pt x="26" y="2"/>
                        </a:lnTo>
                        <a:lnTo>
                          <a:pt x="29" y="2"/>
                        </a:lnTo>
                        <a:lnTo>
                          <a:pt x="30" y="2"/>
                        </a:lnTo>
                        <a:lnTo>
                          <a:pt x="33" y="2"/>
                        </a:lnTo>
                        <a:lnTo>
                          <a:pt x="35" y="4"/>
                        </a:lnTo>
                        <a:lnTo>
                          <a:pt x="38" y="4"/>
                        </a:lnTo>
                        <a:lnTo>
                          <a:pt x="41" y="6"/>
                        </a:lnTo>
                        <a:lnTo>
                          <a:pt x="45" y="6"/>
                        </a:lnTo>
                        <a:lnTo>
                          <a:pt x="46" y="8"/>
                        </a:lnTo>
                        <a:lnTo>
                          <a:pt x="48" y="6"/>
                        </a:lnTo>
                        <a:lnTo>
                          <a:pt x="49" y="6"/>
                        </a:lnTo>
                        <a:lnTo>
                          <a:pt x="49" y="11"/>
                        </a:lnTo>
                        <a:lnTo>
                          <a:pt x="45" y="15"/>
                        </a:lnTo>
                        <a:lnTo>
                          <a:pt x="46" y="16"/>
                        </a:lnTo>
                        <a:lnTo>
                          <a:pt x="50" y="20"/>
                        </a:lnTo>
                        <a:lnTo>
                          <a:pt x="52" y="20"/>
                        </a:lnTo>
                        <a:lnTo>
                          <a:pt x="53" y="21"/>
                        </a:lnTo>
                        <a:lnTo>
                          <a:pt x="53" y="23"/>
                        </a:lnTo>
                        <a:lnTo>
                          <a:pt x="50" y="21"/>
                        </a:lnTo>
                        <a:lnTo>
                          <a:pt x="49" y="23"/>
                        </a:lnTo>
                        <a:lnTo>
                          <a:pt x="49" y="25"/>
                        </a:lnTo>
                        <a:lnTo>
                          <a:pt x="52" y="30"/>
                        </a:lnTo>
                        <a:lnTo>
                          <a:pt x="50" y="31"/>
                        </a:lnTo>
                        <a:lnTo>
                          <a:pt x="49" y="30"/>
                        </a:lnTo>
                        <a:lnTo>
                          <a:pt x="45" y="28"/>
                        </a:lnTo>
                        <a:lnTo>
                          <a:pt x="43" y="30"/>
                        </a:lnTo>
                        <a:lnTo>
                          <a:pt x="43" y="31"/>
                        </a:lnTo>
                        <a:lnTo>
                          <a:pt x="46" y="34"/>
                        </a:lnTo>
                        <a:lnTo>
                          <a:pt x="48" y="35"/>
                        </a:lnTo>
                        <a:lnTo>
                          <a:pt x="45" y="36"/>
                        </a:lnTo>
                        <a:lnTo>
                          <a:pt x="43" y="36"/>
                        </a:lnTo>
                        <a:lnTo>
                          <a:pt x="42" y="39"/>
                        </a:lnTo>
                        <a:lnTo>
                          <a:pt x="42" y="43"/>
                        </a:lnTo>
                        <a:lnTo>
                          <a:pt x="41" y="46"/>
                        </a:lnTo>
                        <a:lnTo>
                          <a:pt x="39" y="47"/>
                        </a:lnTo>
                        <a:lnTo>
                          <a:pt x="35" y="43"/>
                        </a:lnTo>
                        <a:lnTo>
                          <a:pt x="34" y="43"/>
                        </a:lnTo>
                        <a:lnTo>
                          <a:pt x="29" y="43"/>
                        </a:lnTo>
                        <a:lnTo>
                          <a:pt x="27" y="42"/>
                        </a:lnTo>
                        <a:lnTo>
                          <a:pt x="27" y="42"/>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20" name="Freeform 892">
                    <a:extLst>
                      <a:ext uri="{FF2B5EF4-FFF2-40B4-BE49-F238E27FC236}">
                        <a16:creationId xmlns:a16="http://schemas.microsoft.com/office/drawing/2014/main" id="{4692FED4-747C-B214-9C11-B28C89DB0781}"/>
                      </a:ext>
                    </a:extLst>
                  </p:cNvPr>
                  <p:cNvSpPr>
                    <a:spLocks/>
                  </p:cNvSpPr>
                  <p:nvPr/>
                </p:nvSpPr>
                <p:spPr bwMode="auto">
                  <a:xfrm>
                    <a:off x="9405514" y="2351228"/>
                    <a:ext cx="38292" cy="21609"/>
                  </a:xfrm>
                  <a:custGeom>
                    <a:avLst/>
                    <a:gdLst/>
                    <a:ahLst/>
                    <a:cxnLst>
                      <a:cxn ang="0">
                        <a:pos x="1" y="26"/>
                      </a:cxn>
                      <a:cxn ang="0">
                        <a:pos x="7" y="26"/>
                      </a:cxn>
                      <a:cxn ang="0">
                        <a:pos x="10" y="23"/>
                      </a:cxn>
                      <a:cxn ang="0">
                        <a:pos x="12" y="22"/>
                      </a:cxn>
                      <a:cxn ang="0">
                        <a:pos x="18" y="24"/>
                      </a:cxn>
                      <a:cxn ang="0">
                        <a:pos x="21" y="24"/>
                      </a:cxn>
                      <a:cxn ang="0">
                        <a:pos x="22" y="19"/>
                      </a:cxn>
                      <a:cxn ang="0">
                        <a:pos x="26" y="18"/>
                      </a:cxn>
                      <a:cxn ang="0">
                        <a:pos x="27" y="13"/>
                      </a:cxn>
                      <a:cxn ang="0">
                        <a:pos x="35" y="8"/>
                      </a:cxn>
                      <a:cxn ang="0">
                        <a:pos x="42" y="8"/>
                      </a:cxn>
                      <a:cxn ang="0">
                        <a:pos x="41" y="4"/>
                      </a:cxn>
                      <a:cxn ang="0">
                        <a:pos x="38" y="0"/>
                      </a:cxn>
                      <a:cxn ang="0">
                        <a:pos x="34" y="0"/>
                      </a:cxn>
                      <a:cxn ang="0">
                        <a:pos x="27" y="4"/>
                      </a:cxn>
                      <a:cxn ang="0">
                        <a:pos x="26" y="4"/>
                      </a:cxn>
                      <a:cxn ang="0">
                        <a:pos x="25" y="4"/>
                      </a:cxn>
                      <a:cxn ang="0">
                        <a:pos x="21" y="5"/>
                      </a:cxn>
                      <a:cxn ang="0">
                        <a:pos x="18" y="5"/>
                      </a:cxn>
                      <a:cxn ang="0">
                        <a:pos x="15" y="7"/>
                      </a:cxn>
                      <a:cxn ang="0">
                        <a:pos x="12" y="4"/>
                      </a:cxn>
                      <a:cxn ang="0">
                        <a:pos x="7" y="5"/>
                      </a:cxn>
                      <a:cxn ang="0">
                        <a:pos x="4" y="4"/>
                      </a:cxn>
                      <a:cxn ang="0">
                        <a:pos x="1" y="9"/>
                      </a:cxn>
                      <a:cxn ang="0">
                        <a:pos x="1" y="11"/>
                      </a:cxn>
                      <a:cxn ang="0">
                        <a:pos x="0" y="15"/>
                      </a:cxn>
                      <a:cxn ang="0">
                        <a:pos x="1" y="19"/>
                      </a:cxn>
                      <a:cxn ang="0">
                        <a:pos x="1" y="19"/>
                      </a:cxn>
                      <a:cxn ang="0">
                        <a:pos x="4" y="20"/>
                      </a:cxn>
                      <a:cxn ang="0">
                        <a:pos x="4" y="23"/>
                      </a:cxn>
                      <a:cxn ang="0">
                        <a:pos x="1" y="23"/>
                      </a:cxn>
                      <a:cxn ang="0">
                        <a:pos x="1" y="26"/>
                      </a:cxn>
                    </a:cxnLst>
                    <a:rect l="0" t="0" r="r" b="b"/>
                    <a:pathLst>
                      <a:path w="42" h="26">
                        <a:moveTo>
                          <a:pt x="1" y="26"/>
                        </a:moveTo>
                        <a:lnTo>
                          <a:pt x="7" y="26"/>
                        </a:lnTo>
                        <a:lnTo>
                          <a:pt x="10" y="23"/>
                        </a:lnTo>
                        <a:lnTo>
                          <a:pt x="12" y="22"/>
                        </a:lnTo>
                        <a:lnTo>
                          <a:pt x="18" y="24"/>
                        </a:lnTo>
                        <a:lnTo>
                          <a:pt x="21" y="24"/>
                        </a:lnTo>
                        <a:lnTo>
                          <a:pt x="22" y="19"/>
                        </a:lnTo>
                        <a:lnTo>
                          <a:pt x="26" y="18"/>
                        </a:lnTo>
                        <a:lnTo>
                          <a:pt x="27" y="13"/>
                        </a:lnTo>
                        <a:lnTo>
                          <a:pt x="35" y="8"/>
                        </a:lnTo>
                        <a:lnTo>
                          <a:pt x="42" y="8"/>
                        </a:lnTo>
                        <a:lnTo>
                          <a:pt x="41" y="4"/>
                        </a:lnTo>
                        <a:lnTo>
                          <a:pt x="38" y="0"/>
                        </a:lnTo>
                        <a:lnTo>
                          <a:pt x="34" y="0"/>
                        </a:lnTo>
                        <a:lnTo>
                          <a:pt x="27" y="4"/>
                        </a:lnTo>
                        <a:lnTo>
                          <a:pt x="26" y="4"/>
                        </a:lnTo>
                        <a:lnTo>
                          <a:pt x="25" y="4"/>
                        </a:lnTo>
                        <a:lnTo>
                          <a:pt x="21" y="5"/>
                        </a:lnTo>
                        <a:lnTo>
                          <a:pt x="18" y="5"/>
                        </a:lnTo>
                        <a:lnTo>
                          <a:pt x="15" y="7"/>
                        </a:lnTo>
                        <a:lnTo>
                          <a:pt x="12" y="4"/>
                        </a:lnTo>
                        <a:lnTo>
                          <a:pt x="7" y="5"/>
                        </a:lnTo>
                        <a:lnTo>
                          <a:pt x="4" y="4"/>
                        </a:lnTo>
                        <a:lnTo>
                          <a:pt x="1" y="9"/>
                        </a:lnTo>
                        <a:lnTo>
                          <a:pt x="1" y="11"/>
                        </a:lnTo>
                        <a:lnTo>
                          <a:pt x="0" y="15"/>
                        </a:lnTo>
                        <a:lnTo>
                          <a:pt x="1" y="19"/>
                        </a:lnTo>
                        <a:lnTo>
                          <a:pt x="1" y="19"/>
                        </a:lnTo>
                        <a:lnTo>
                          <a:pt x="4" y="20"/>
                        </a:lnTo>
                        <a:lnTo>
                          <a:pt x="4" y="23"/>
                        </a:lnTo>
                        <a:lnTo>
                          <a:pt x="1" y="23"/>
                        </a:lnTo>
                        <a:lnTo>
                          <a:pt x="1" y="26"/>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21" name="Freeform 894">
                    <a:extLst>
                      <a:ext uri="{FF2B5EF4-FFF2-40B4-BE49-F238E27FC236}">
                        <a16:creationId xmlns:a16="http://schemas.microsoft.com/office/drawing/2014/main" id="{91CA76F0-1E7A-E8A8-150D-E503A75A392F}"/>
                      </a:ext>
                    </a:extLst>
                  </p:cNvPr>
                  <p:cNvSpPr>
                    <a:spLocks noEditPoints="1"/>
                  </p:cNvSpPr>
                  <p:nvPr/>
                </p:nvSpPr>
                <p:spPr bwMode="auto">
                  <a:xfrm>
                    <a:off x="9484832" y="2421042"/>
                    <a:ext cx="113052" cy="99734"/>
                  </a:xfrm>
                  <a:custGeom>
                    <a:avLst/>
                    <a:gdLst/>
                    <a:ahLst/>
                    <a:cxnLst>
                      <a:cxn ang="0">
                        <a:pos x="75" y="10"/>
                      </a:cxn>
                      <a:cxn ang="0">
                        <a:pos x="50" y="11"/>
                      </a:cxn>
                      <a:cxn ang="0">
                        <a:pos x="20" y="22"/>
                      </a:cxn>
                      <a:cxn ang="0">
                        <a:pos x="14" y="48"/>
                      </a:cxn>
                      <a:cxn ang="0">
                        <a:pos x="33" y="64"/>
                      </a:cxn>
                      <a:cxn ang="0">
                        <a:pos x="46" y="68"/>
                      </a:cxn>
                      <a:cxn ang="0">
                        <a:pos x="25" y="69"/>
                      </a:cxn>
                      <a:cxn ang="0">
                        <a:pos x="35" y="90"/>
                      </a:cxn>
                      <a:cxn ang="0">
                        <a:pos x="44" y="91"/>
                      </a:cxn>
                      <a:cxn ang="0">
                        <a:pos x="46" y="79"/>
                      </a:cxn>
                      <a:cxn ang="0">
                        <a:pos x="54" y="79"/>
                      </a:cxn>
                      <a:cxn ang="0">
                        <a:pos x="59" y="72"/>
                      </a:cxn>
                      <a:cxn ang="0">
                        <a:pos x="50" y="57"/>
                      </a:cxn>
                      <a:cxn ang="0">
                        <a:pos x="45" y="46"/>
                      </a:cxn>
                      <a:cxn ang="0">
                        <a:pos x="45" y="39"/>
                      </a:cxn>
                      <a:cxn ang="0">
                        <a:pos x="44" y="26"/>
                      </a:cxn>
                      <a:cxn ang="0">
                        <a:pos x="56" y="30"/>
                      </a:cxn>
                      <a:cxn ang="0">
                        <a:pos x="64" y="29"/>
                      </a:cxn>
                      <a:cxn ang="0">
                        <a:pos x="68" y="19"/>
                      </a:cxn>
                      <a:cxn ang="0">
                        <a:pos x="91" y="14"/>
                      </a:cxn>
                      <a:cxn ang="0">
                        <a:pos x="60" y="110"/>
                      </a:cxn>
                      <a:cxn ang="0">
                        <a:pos x="76" y="120"/>
                      </a:cxn>
                      <a:cxn ang="0">
                        <a:pos x="97" y="112"/>
                      </a:cxn>
                      <a:cxn ang="0">
                        <a:pos x="88" y="112"/>
                      </a:cxn>
                      <a:cxn ang="0">
                        <a:pos x="68" y="109"/>
                      </a:cxn>
                      <a:cxn ang="0">
                        <a:pos x="61" y="109"/>
                      </a:cxn>
                      <a:cxn ang="0">
                        <a:pos x="7" y="45"/>
                      </a:cxn>
                      <a:cxn ang="0">
                        <a:pos x="15" y="59"/>
                      </a:cxn>
                      <a:cxn ang="0">
                        <a:pos x="15" y="64"/>
                      </a:cxn>
                      <a:cxn ang="0">
                        <a:pos x="16" y="68"/>
                      </a:cxn>
                      <a:cxn ang="0">
                        <a:pos x="15" y="64"/>
                      </a:cxn>
                      <a:cxn ang="0">
                        <a:pos x="18" y="71"/>
                      </a:cxn>
                      <a:cxn ang="0">
                        <a:pos x="109" y="105"/>
                      </a:cxn>
                      <a:cxn ang="0">
                        <a:pos x="109" y="112"/>
                      </a:cxn>
                      <a:cxn ang="0">
                        <a:pos x="124" y="95"/>
                      </a:cxn>
                      <a:cxn ang="0">
                        <a:pos x="116" y="103"/>
                      </a:cxn>
                      <a:cxn ang="0">
                        <a:pos x="97" y="94"/>
                      </a:cxn>
                      <a:cxn ang="0">
                        <a:pos x="102" y="76"/>
                      </a:cxn>
                      <a:cxn ang="0">
                        <a:pos x="91" y="65"/>
                      </a:cxn>
                      <a:cxn ang="0">
                        <a:pos x="91" y="59"/>
                      </a:cxn>
                      <a:cxn ang="0">
                        <a:pos x="95" y="45"/>
                      </a:cxn>
                      <a:cxn ang="0">
                        <a:pos x="92" y="48"/>
                      </a:cxn>
                      <a:cxn ang="0">
                        <a:pos x="83" y="23"/>
                      </a:cxn>
                      <a:cxn ang="0">
                        <a:pos x="79" y="31"/>
                      </a:cxn>
                      <a:cxn ang="0">
                        <a:pos x="75" y="33"/>
                      </a:cxn>
                      <a:cxn ang="0">
                        <a:pos x="68" y="20"/>
                      </a:cxn>
                      <a:cxn ang="0">
                        <a:pos x="53" y="48"/>
                      </a:cxn>
                      <a:cxn ang="0">
                        <a:pos x="72" y="56"/>
                      </a:cxn>
                      <a:cxn ang="0">
                        <a:pos x="94" y="76"/>
                      </a:cxn>
                      <a:cxn ang="0">
                        <a:pos x="68" y="94"/>
                      </a:cxn>
                      <a:cxn ang="0">
                        <a:pos x="69" y="80"/>
                      </a:cxn>
                      <a:cxn ang="0">
                        <a:pos x="67" y="79"/>
                      </a:cxn>
                      <a:cxn ang="0">
                        <a:pos x="83" y="87"/>
                      </a:cxn>
                      <a:cxn ang="0">
                        <a:pos x="83" y="79"/>
                      </a:cxn>
                      <a:cxn ang="0">
                        <a:pos x="79" y="76"/>
                      </a:cxn>
                      <a:cxn ang="0">
                        <a:pos x="72" y="72"/>
                      </a:cxn>
                      <a:cxn ang="0">
                        <a:pos x="59" y="57"/>
                      </a:cxn>
                      <a:cxn ang="0">
                        <a:pos x="68" y="68"/>
                      </a:cxn>
                      <a:cxn ang="0">
                        <a:pos x="61" y="63"/>
                      </a:cxn>
                      <a:cxn ang="0">
                        <a:pos x="49" y="54"/>
                      </a:cxn>
                      <a:cxn ang="0">
                        <a:pos x="50" y="101"/>
                      </a:cxn>
                    </a:cxnLst>
                    <a:rect l="0" t="0" r="r" b="b"/>
                    <a:pathLst>
                      <a:path w="124" h="120">
                        <a:moveTo>
                          <a:pt x="92" y="0"/>
                        </a:moveTo>
                        <a:lnTo>
                          <a:pt x="91" y="0"/>
                        </a:lnTo>
                        <a:lnTo>
                          <a:pt x="87" y="3"/>
                        </a:lnTo>
                        <a:lnTo>
                          <a:pt x="87" y="6"/>
                        </a:lnTo>
                        <a:lnTo>
                          <a:pt x="88" y="8"/>
                        </a:lnTo>
                        <a:lnTo>
                          <a:pt x="87" y="10"/>
                        </a:lnTo>
                        <a:lnTo>
                          <a:pt x="80" y="10"/>
                        </a:lnTo>
                        <a:lnTo>
                          <a:pt x="78" y="11"/>
                        </a:lnTo>
                        <a:lnTo>
                          <a:pt x="75" y="10"/>
                        </a:lnTo>
                        <a:lnTo>
                          <a:pt x="72" y="10"/>
                        </a:lnTo>
                        <a:lnTo>
                          <a:pt x="71" y="11"/>
                        </a:lnTo>
                        <a:lnTo>
                          <a:pt x="68" y="11"/>
                        </a:lnTo>
                        <a:lnTo>
                          <a:pt x="68" y="8"/>
                        </a:lnTo>
                        <a:lnTo>
                          <a:pt x="64" y="8"/>
                        </a:lnTo>
                        <a:lnTo>
                          <a:pt x="60" y="8"/>
                        </a:lnTo>
                        <a:lnTo>
                          <a:pt x="59" y="11"/>
                        </a:lnTo>
                        <a:lnTo>
                          <a:pt x="54" y="11"/>
                        </a:lnTo>
                        <a:lnTo>
                          <a:pt x="50" y="11"/>
                        </a:lnTo>
                        <a:lnTo>
                          <a:pt x="48" y="11"/>
                        </a:lnTo>
                        <a:lnTo>
                          <a:pt x="46" y="12"/>
                        </a:lnTo>
                        <a:lnTo>
                          <a:pt x="44" y="12"/>
                        </a:lnTo>
                        <a:lnTo>
                          <a:pt x="41" y="14"/>
                        </a:lnTo>
                        <a:lnTo>
                          <a:pt x="34" y="14"/>
                        </a:lnTo>
                        <a:lnTo>
                          <a:pt x="30" y="15"/>
                        </a:lnTo>
                        <a:lnTo>
                          <a:pt x="30" y="16"/>
                        </a:lnTo>
                        <a:lnTo>
                          <a:pt x="26" y="18"/>
                        </a:lnTo>
                        <a:lnTo>
                          <a:pt x="20" y="22"/>
                        </a:lnTo>
                        <a:lnTo>
                          <a:pt x="20" y="26"/>
                        </a:lnTo>
                        <a:lnTo>
                          <a:pt x="18" y="30"/>
                        </a:lnTo>
                        <a:lnTo>
                          <a:pt x="12" y="31"/>
                        </a:lnTo>
                        <a:lnTo>
                          <a:pt x="12" y="35"/>
                        </a:lnTo>
                        <a:lnTo>
                          <a:pt x="10" y="39"/>
                        </a:lnTo>
                        <a:lnTo>
                          <a:pt x="8" y="39"/>
                        </a:lnTo>
                        <a:lnTo>
                          <a:pt x="8" y="41"/>
                        </a:lnTo>
                        <a:lnTo>
                          <a:pt x="8" y="45"/>
                        </a:lnTo>
                        <a:lnTo>
                          <a:pt x="14" y="48"/>
                        </a:lnTo>
                        <a:lnTo>
                          <a:pt x="16" y="53"/>
                        </a:lnTo>
                        <a:lnTo>
                          <a:pt x="18" y="53"/>
                        </a:lnTo>
                        <a:lnTo>
                          <a:pt x="18" y="54"/>
                        </a:lnTo>
                        <a:lnTo>
                          <a:pt x="22" y="60"/>
                        </a:lnTo>
                        <a:lnTo>
                          <a:pt x="23" y="64"/>
                        </a:lnTo>
                        <a:lnTo>
                          <a:pt x="25" y="64"/>
                        </a:lnTo>
                        <a:lnTo>
                          <a:pt x="27" y="61"/>
                        </a:lnTo>
                        <a:lnTo>
                          <a:pt x="29" y="64"/>
                        </a:lnTo>
                        <a:lnTo>
                          <a:pt x="33" y="64"/>
                        </a:lnTo>
                        <a:lnTo>
                          <a:pt x="34" y="63"/>
                        </a:lnTo>
                        <a:lnTo>
                          <a:pt x="37" y="63"/>
                        </a:lnTo>
                        <a:lnTo>
                          <a:pt x="39" y="65"/>
                        </a:lnTo>
                        <a:lnTo>
                          <a:pt x="42" y="64"/>
                        </a:lnTo>
                        <a:lnTo>
                          <a:pt x="42" y="65"/>
                        </a:lnTo>
                        <a:lnTo>
                          <a:pt x="45" y="65"/>
                        </a:lnTo>
                        <a:lnTo>
                          <a:pt x="46" y="67"/>
                        </a:lnTo>
                        <a:lnTo>
                          <a:pt x="49" y="67"/>
                        </a:lnTo>
                        <a:lnTo>
                          <a:pt x="46" y="68"/>
                        </a:lnTo>
                        <a:lnTo>
                          <a:pt x="45" y="71"/>
                        </a:lnTo>
                        <a:lnTo>
                          <a:pt x="44" y="69"/>
                        </a:lnTo>
                        <a:lnTo>
                          <a:pt x="41" y="68"/>
                        </a:lnTo>
                        <a:lnTo>
                          <a:pt x="35" y="64"/>
                        </a:lnTo>
                        <a:lnTo>
                          <a:pt x="33" y="65"/>
                        </a:lnTo>
                        <a:lnTo>
                          <a:pt x="30" y="67"/>
                        </a:lnTo>
                        <a:lnTo>
                          <a:pt x="27" y="65"/>
                        </a:lnTo>
                        <a:lnTo>
                          <a:pt x="26" y="68"/>
                        </a:lnTo>
                        <a:lnTo>
                          <a:pt x="25" y="69"/>
                        </a:lnTo>
                        <a:lnTo>
                          <a:pt x="23" y="71"/>
                        </a:lnTo>
                        <a:lnTo>
                          <a:pt x="26" y="75"/>
                        </a:lnTo>
                        <a:lnTo>
                          <a:pt x="29" y="76"/>
                        </a:lnTo>
                        <a:lnTo>
                          <a:pt x="33" y="79"/>
                        </a:lnTo>
                        <a:lnTo>
                          <a:pt x="33" y="82"/>
                        </a:lnTo>
                        <a:lnTo>
                          <a:pt x="31" y="83"/>
                        </a:lnTo>
                        <a:lnTo>
                          <a:pt x="31" y="86"/>
                        </a:lnTo>
                        <a:lnTo>
                          <a:pt x="34" y="88"/>
                        </a:lnTo>
                        <a:lnTo>
                          <a:pt x="35" y="90"/>
                        </a:lnTo>
                        <a:lnTo>
                          <a:pt x="37" y="88"/>
                        </a:lnTo>
                        <a:lnTo>
                          <a:pt x="35" y="87"/>
                        </a:lnTo>
                        <a:lnTo>
                          <a:pt x="37" y="84"/>
                        </a:lnTo>
                        <a:lnTo>
                          <a:pt x="38" y="88"/>
                        </a:lnTo>
                        <a:lnTo>
                          <a:pt x="42" y="90"/>
                        </a:lnTo>
                        <a:lnTo>
                          <a:pt x="42" y="91"/>
                        </a:lnTo>
                        <a:lnTo>
                          <a:pt x="42" y="94"/>
                        </a:lnTo>
                        <a:lnTo>
                          <a:pt x="44" y="95"/>
                        </a:lnTo>
                        <a:lnTo>
                          <a:pt x="44" y="91"/>
                        </a:lnTo>
                        <a:lnTo>
                          <a:pt x="45" y="88"/>
                        </a:lnTo>
                        <a:lnTo>
                          <a:pt x="48" y="88"/>
                        </a:lnTo>
                        <a:lnTo>
                          <a:pt x="49" y="91"/>
                        </a:lnTo>
                        <a:lnTo>
                          <a:pt x="53" y="94"/>
                        </a:lnTo>
                        <a:lnTo>
                          <a:pt x="50" y="91"/>
                        </a:lnTo>
                        <a:lnTo>
                          <a:pt x="52" y="88"/>
                        </a:lnTo>
                        <a:lnTo>
                          <a:pt x="50" y="86"/>
                        </a:lnTo>
                        <a:lnTo>
                          <a:pt x="48" y="82"/>
                        </a:lnTo>
                        <a:lnTo>
                          <a:pt x="46" y="79"/>
                        </a:lnTo>
                        <a:lnTo>
                          <a:pt x="46" y="78"/>
                        </a:lnTo>
                        <a:lnTo>
                          <a:pt x="48" y="78"/>
                        </a:lnTo>
                        <a:lnTo>
                          <a:pt x="52" y="79"/>
                        </a:lnTo>
                        <a:lnTo>
                          <a:pt x="50" y="80"/>
                        </a:lnTo>
                        <a:lnTo>
                          <a:pt x="52" y="82"/>
                        </a:lnTo>
                        <a:lnTo>
                          <a:pt x="53" y="80"/>
                        </a:lnTo>
                        <a:lnTo>
                          <a:pt x="56" y="80"/>
                        </a:lnTo>
                        <a:lnTo>
                          <a:pt x="56" y="80"/>
                        </a:lnTo>
                        <a:lnTo>
                          <a:pt x="54" y="79"/>
                        </a:lnTo>
                        <a:lnTo>
                          <a:pt x="54" y="78"/>
                        </a:lnTo>
                        <a:lnTo>
                          <a:pt x="53" y="78"/>
                        </a:lnTo>
                        <a:lnTo>
                          <a:pt x="52" y="76"/>
                        </a:lnTo>
                        <a:lnTo>
                          <a:pt x="52" y="75"/>
                        </a:lnTo>
                        <a:lnTo>
                          <a:pt x="49" y="72"/>
                        </a:lnTo>
                        <a:lnTo>
                          <a:pt x="52" y="71"/>
                        </a:lnTo>
                        <a:lnTo>
                          <a:pt x="53" y="71"/>
                        </a:lnTo>
                        <a:lnTo>
                          <a:pt x="56" y="69"/>
                        </a:lnTo>
                        <a:lnTo>
                          <a:pt x="59" y="72"/>
                        </a:lnTo>
                        <a:lnTo>
                          <a:pt x="60" y="73"/>
                        </a:lnTo>
                        <a:lnTo>
                          <a:pt x="63" y="73"/>
                        </a:lnTo>
                        <a:lnTo>
                          <a:pt x="63" y="72"/>
                        </a:lnTo>
                        <a:lnTo>
                          <a:pt x="61" y="69"/>
                        </a:lnTo>
                        <a:lnTo>
                          <a:pt x="61" y="65"/>
                        </a:lnTo>
                        <a:lnTo>
                          <a:pt x="60" y="64"/>
                        </a:lnTo>
                        <a:lnTo>
                          <a:pt x="53" y="60"/>
                        </a:lnTo>
                        <a:lnTo>
                          <a:pt x="52" y="60"/>
                        </a:lnTo>
                        <a:lnTo>
                          <a:pt x="50" y="57"/>
                        </a:lnTo>
                        <a:lnTo>
                          <a:pt x="49" y="59"/>
                        </a:lnTo>
                        <a:lnTo>
                          <a:pt x="48" y="56"/>
                        </a:lnTo>
                        <a:lnTo>
                          <a:pt x="45" y="56"/>
                        </a:lnTo>
                        <a:lnTo>
                          <a:pt x="42" y="53"/>
                        </a:lnTo>
                        <a:lnTo>
                          <a:pt x="45" y="53"/>
                        </a:lnTo>
                        <a:lnTo>
                          <a:pt x="46" y="52"/>
                        </a:lnTo>
                        <a:lnTo>
                          <a:pt x="46" y="49"/>
                        </a:lnTo>
                        <a:lnTo>
                          <a:pt x="44" y="49"/>
                        </a:lnTo>
                        <a:lnTo>
                          <a:pt x="45" y="46"/>
                        </a:lnTo>
                        <a:lnTo>
                          <a:pt x="45" y="45"/>
                        </a:lnTo>
                        <a:lnTo>
                          <a:pt x="48" y="46"/>
                        </a:lnTo>
                        <a:lnTo>
                          <a:pt x="49" y="48"/>
                        </a:lnTo>
                        <a:lnTo>
                          <a:pt x="49" y="49"/>
                        </a:lnTo>
                        <a:lnTo>
                          <a:pt x="49" y="50"/>
                        </a:lnTo>
                        <a:lnTo>
                          <a:pt x="50" y="50"/>
                        </a:lnTo>
                        <a:lnTo>
                          <a:pt x="52" y="46"/>
                        </a:lnTo>
                        <a:lnTo>
                          <a:pt x="49" y="45"/>
                        </a:lnTo>
                        <a:lnTo>
                          <a:pt x="45" y="39"/>
                        </a:lnTo>
                        <a:lnTo>
                          <a:pt x="44" y="38"/>
                        </a:lnTo>
                        <a:lnTo>
                          <a:pt x="42" y="35"/>
                        </a:lnTo>
                        <a:lnTo>
                          <a:pt x="39" y="33"/>
                        </a:lnTo>
                        <a:lnTo>
                          <a:pt x="41" y="31"/>
                        </a:lnTo>
                        <a:lnTo>
                          <a:pt x="39" y="26"/>
                        </a:lnTo>
                        <a:lnTo>
                          <a:pt x="42" y="23"/>
                        </a:lnTo>
                        <a:lnTo>
                          <a:pt x="45" y="22"/>
                        </a:lnTo>
                        <a:lnTo>
                          <a:pt x="46" y="26"/>
                        </a:lnTo>
                        <a:lnTo>
                          <a:pt x="44" y="26"/>
                        </a:lnTo>
                        <a:lnTo>
                          <a:pt x="45" y="27"/>
                        </a:lnTo>
                        <a:lnTo>
                          <a:pt x="49" y="29"/>
                        </a:lnTo>
                        <a:lnTo>
                          <a:pt x="49" y="33"/>
                        </a:lnTo>
                        <a:lnTo>
                          <a:pt x="52" y="34"/>
                        </a:lnTo>
                        <a:lnTo>
                          <a:pt x="56" y="34"/>
                        </a:lnTo>
                        <a:lnTo>
                          <a:pt x="53" y="33"/>
                        </a:lnTo>
                        <a:lnTo>
                          <a:pt x="52" y="31"/>
                        </a:lnTo>
                        <a:lnTo>
                          <a:pt x="52" y="29"/>
                        </a:lnTo>
                        <a:lnTo>
                          <a:pt x="56" y="30"/>
                        </a:lnTo>
                        <a:lnTo>
                          <a:pt x="57" y="33"/>
                        </a:lnTo>
                        <a:lnTo>
                          <a:pt x="60" y="34"/>
                        </a:lnTo>
                        <a:lnTo>
                          <a:pt x="60" y="31"/>
                        </a:lnTo>
                        <a:lnTo>
                          <a:pt x="59" y="30"/>
                        </a:lnTo>
                        <a:lnTo>
                          <a:pt x="56" y="30"/>
                        </a:lnTo>
                        <a:lnTo>
                          <a:pt x="57" y="27"/>
                        </a:lnTo>
                        <a:lnTo>
                          <a:pt x="61" y="29"/>
                        </a:lnTo>
                        <a:lnTo>
                          <a:pt x="64" y="30"/>
                        </a:lnTo>
                        <a:lnTo>
                          <a:pt x="64" y="29"/>
                        </a:lnTo>
                        <a:lnTo>
                          <a:pt x="61" y="26"/>
                        </a:lnTo>
                        <a:lnTo>
                          <a:pt x="59" y="26"/>
                        </a:lnTo>
                        <a:lnTo>
                          <a:pt x="56" y="23"/>
                        </a:lnTo>
                        <a:lnTo>
                          <a:pt x="57" y="20"/>
                        </a:lnTo>
                        <a:lnTo>
                          <a:pt x="60" y="22"/>
                        </a:lnTo>
                        <a:lnTo>
                          <a:pt x="63" y="20"/>
                        </a:lnTo>
                        <a:lnTo>
                          <a:pt x="64" y="16"/>
                        </a:lnTo>
                        <a:lnTo>
                          <a:pt x="65" y="16"/>
                        </a:lnTo>
                        <a:lnTo>
                          <a:pt x="68" y="19"/>
                        </a:lnTo>
                        <a:lnTo>
                          <a:pt x="71" y="19"/>
                        </a:lnTo>
                        <a:lnTo>
                          <a:pt x="73" y="16"/>
                        </a:lnTo>
                        <a:lnTo>
                          <a:pt x="73" y="15"/>
                        </a:lnTo>
                        <a:lnTo>
                          <a:pt x="75" y="15"/>
                        </a:lnTo>
                        <a:lnTo>
                          <a:pt x="76" y="16"/>
                        </a:lnTo>
                        <a:lnTo>
                          <a:pt x="83" y="16"/>
                        </a:lnTo>
                        <a:lnTo>
                          <a:pt x="87" y="18"/>
                        </a:lnTo>
                        <a:lnTo>
                          <a:pt x="90" y="18"/>
                        </a:lnTo>
                        <a:lnTo>
                          <a:pt x="91" y="14"/>
                        </a:lnTo>
                        <a:lnTo>
                          <a:pt x="91" y="11"/>
                        </a:lnTo>
                        <a:lnTo>
                          <a:pt x="95" y="8"/>
                        </a:lnTo>
                        <a:lnTo>
                          <a:pt x="95" y="6"/>
                        </a:lnTo>
                        <a:lnTo>
                          <a:pt x="92" y="4"/>
                        </a:lnTo>
                        <a:lnTo>
                          <a:pt x="92" y="0"/>
                        </a:lnTo>
                        <a:lnTo>
                          <a:pt x="92" y="0"/>
                        </a:lnTo>
                        <a:close/>
                        <a:moveTo>
                          <a:pt x="61" y="110"/>
                        </a:moveTo>
                        <a:lnTo>
                          <a:pt x="60" y="109"/>
                        </a:lnTo>
                        <a:lnTo>
                          <a:pt x="60" y="110"/>
                        </a:lnTo>
                        <a:lnTo>
                          <a:pt x="59" y="113"/>
                        </a:lnTo>
                        <a:lnTo>
                          <a:pt x="60" y="114"/>
                        </a:lnTo>
                        <a:lnTo>
                          <a:pt x="61" y="116"/>
                        </a:lnTo>
                        <a:lnTo>
                          <a:pt x="67" y="116"/>
                        </a:lnTo>
                        <a:lnTo>
                          <a:pt x="68" y="116"/>
                        </a:lnTo>
                        <a:lnTo>
                          <a:pt x="69" y="114"/>
                        </a:lnTo>
                        <a:lnTo>
                          <a:pt x="72" y="116"/>
                        </a:lnTo>
                        <a:lnTo>
                          <a:pt x="76" y="117"/>
                        </a:lnTo>
                        <a:lnTo>
                          <a:pt x="76" y="120"/>
                        </a:lnTo>
                        <a:lnTo>
                          <a:pt x="80" y="120"/>
                        </a:lnTo>
                        <a:lnTo>
                          <a:pt x="83" y="117"/>
                        </a:lnTo>
                        <a:lnTo>
                          <a:pt x="86" y="117"/>
                        </a:lnTo>
                        <a:lnTo>
                          <a:pt x="91" y="117"/>
                        </a:lnTo>
                        <a:lnTo>
                          <a:pt x="95" y="117"/>
                        </a:lnTo>
                        <a:lnTo>
                          <a:pt x="97" y="116"/>
                        </a:lnTo>
                        <a:lnTo>
                          <a:pt x="98" y="114"/>
                        </a:lnTo>
                        <a:lnTo>
                          <a:pt x="97" y="113"/>
                        </a:lnTo>
                        <a:lnTo>
                          <a:pt x="97" y="112"/>
                        </a:lnTo>
                        <a:lnTo>
                          <a:pt x="97" y="113"/>
                        </a:lnTo>
                        <a:lnTo>
                          <a:pt x="97" y="114"/>
                        </a:lnTo>
                        <a:lnTo>
                          <a:pt x="95" y="116"/>
                        </a:lnTo>
                        <a:lnTo>
                          <a:pt x="94" y="114"/>
                        </a:lnTo>
                        <a:lnTo>
                          <a:pt x="92" y="114"/>
                        </a:lnTo>
                        <a:lnTo>
                          <a:pt x="90" y="114"/>
                        </a:lnTo>
                        <a:lnTo>
                          <a:pt x="91" y="113"/>
                        </a:lnTo>
                        <a:lnTo>
                          <a:pt x="90" y="112"/>
                        </a:lnTo>
                        <a:lnTo>
                          <a:pt x="88" y="112"/>
                        </a:lnTo>
                        <a:lnTo>
                          <a:pt x="84" y="110"/>
                        </a:lnTo>
                        <a:lnTo>
                          <a:pt x="82" y="109"/>
                        </a:lnTo>
                        <a:lnTo>
                          <a:pt x="78" y="110"/>
                        </a:lnTo>
                        <a:lnTo>
                          <a:pt x="75" y="112"/>
                        </a:lnTo>
                        <a:lnTo>
                          <a:pt x="72" y="113"/>
                        </a:lnTo>
                        <a:lnTo>
                          <a:pt x="69" y="112"/>
                        </a:lnTo>
                        <a:lnTo>
                          <a:pt x="68" y="110"/>
                        </a:lnTo>
                        <a:lnTo>
                          <a:pt x="67" y="110"/>
                        </a:lnTo>
                        <a:lnTo>
                          <a:pt x="68" y="109"/>
                        </a:lnTo>
                        <a:lnTo>
                          <a:pt x="67" y="107"/>
                        </a:lnTo>
                        <a:lnTo>
                          <a:pt x="65" y="107"/>
                        </a:lnTo>
                        <a:lnTo>
                          <a:pt x="65" y="109"/>
                        </a:lnTo>
                        <a:lnTo>
                          <a:pt x="67" y="109"/>
                        </a:lnTo>
                        <a:lnTo>
                          <a:pt x="65" y="110"/>
                        </a:lnTo>
                        <a:lnTo>
                          <a:pt x="63" y="110"/>
                        </a:lnTo>
                        <a:lnTo>
                          <a:pt x="63" y="107"/>
                        </a:lnTo>
                        <a:lnTo>
                          <a:pt x="61" y="107"/>
                        </a:lnTo>
                        <a:lnTo>
                          <a:pt x="61" y="109"/>
                        </a:lnTo>
                        <a:lnTo>
                          <a:pt x="63" y="110"/>
                        </a:lnTo>
                        <a:lnTo>
                          <a:pt x="61" y="110"/>
                        </a:lnTo>
                        <a:lnTo>
                          <a:pt x="61" y="110"/>
                        </a:lnTo>
                        <a:close/>
                        <a:moveTo>
                          <a:pt x="4" y="38"/>
                        </a:moveTo>
                        <a:lnTo>
                          <a:pt x="4" y="41"/>
                        </a:lnTo>
                        <a:lnTo>
                          <a:pt x="6" y="44"/>
                        </a:lnTo>
                        <a:lnTo>
                          <a:pt x="7" y="44"/>
                        </a:lnTo>
                        <a:lnTo>
                          <a:pt x="8" y="45"/>
                        </a:lnTo>
                        <a:lnTo>
                          <a:pt x="7" y="45"/>
                        </a:lnTo>
                        <a:lnTo>
                          <a:pt x="4" y="45"/>
                        </a:lnTo>
                        <a:lnTo>
                          <a:pt x="3" y="42"/>
                        </a:lnTo>
                        <a:lnTo>
                          <a:pt x="1" y="41"/>
                        </a:lnTo>
                        <a:lnTo>
                          <a:pt x="0" y="41"/>
                        </a:lnTo>
                        <a:lnTo>
                          <a:pt x="0" y="39"/>
                        </a:lnTo>
                        <a:lnTo>
                          <a:pt x="3" y="38"/>
                        </a:lnTo>
                        <a:lnTo>
                          <a:pt x="4" y="38"/>
                        </a:lnTo>
                        <a:lnTo>
                          <a:pt x="4" y="38"/>
                        </a:lnTo>
                        <a:close/>
                        <a:moveTo>
                          <a:pt x="15" y="59"/>
                        </a:moveTo>
                        <a:lnTo>
                          <a:pt x="15" y="59"/>
                        </a:lnTo>
                        <a:lnTo>
                          <a:pt x="16" y="56"/>
                        </a:lnTo>
                        <a:lnTo>
                          <a:pt x="18" y="56"/>
                        </a:lnTo>
                        <a:lnTo>
                          <a:pt x="18" y="59"/>
                        </a:lnTo>
                        <a:lnTo>
                          <a:pt x="16" y="59"/>
                        </a:lnTo>
                        <a:lnTo>
                          <a:pt x="16" y="60"/>
                        </a:lnTo>
                        <a:lnTo>
                          <a:pt x="15" y="59"/>
                        </a:lnTo>
                        <a:lnTo>
                          <a:pt x="15" y="59"/>
                        </a:lnTo>
                        <a:close/>
                        <a:moveTo>
                          <a:pt x="15" y="64"/>
                        </a:moveTo>
                        <a:lnTo>
                          <a:pt x="15" y="60"/>
                        </a:lnTo>
                        <a:lnTo>
                          <a:pt x="16" y="61"/>
                        </a:lnTo>
                        <a:lnTo>
                          <a:pt x="18" y="64"/>
                        </a:lnTo>
                        <a:lnTo>
                          <a:pt x="18" y="65"/>
                        </a:lnTo>
                        <a:lnTo>
                          <a:pt x="19" y="65"/>
                        </a:lnTo>
                        <a:lnTo>
                          <a:pt x="19" y="67"/>
                        </a:lnTo>
                        <a:lnTo>
                          <a:pt x="19" y="68"/>
                        </a:lnTo>
                        <a:lnTo>
                          <a:pt x="19" y="69"/>
                        </a:lnTo>
                        <a:lnTo>
                          <a:pt x="16" y="68"/>
                        </a:lnTo>
                        <a:lnTo>
                          <a:pt x="15" y="68"/>
                        </a:lnTo>
                        <a:lnTo>
                          <a:pt x="15" y="67"/>
                        </a:lnTo>
                        <a:lnTo>
                          <a:pt x="15" y="65"/>
                        </a:lnTo>
                        <a:lnTo>
                          <a:pt x="15" y="68"/>
                        </a:lnTo>
                        <a:lnTo>
                          <a:pt x="14" y="68"/>
                        </a:lnTo>
                        <a:lnTo>
                          <a:pt x="12" y="67"/>
                        </a:lnTo>
                        <a:lnTo>
                          <a:pt x="12" y="64"/>
                        </a:lnTo>
                        <a:lnTo>
                          <a:pt x="14" y="64"/>
                        </a:lnTo>
                        <a:lnTo>
                          <a:pt x="15" y="64"/>
                        </a:lnTo>
                        <a:lnTo>
                          <a:pt x="15" y="64"/>
                        </a:lnTo>
                        <a:close/>
                        <a:moveTo>
                          <a:pt x="20" y="73"/>
                        </a:moveTo>
                        <a:lnTo>
                          <a:pt x="22" y="75"/>
                        </a:lnTo>
                        <a:lnTo>
                          <a:pt x="20" y="75"/>
                        </a:lnTo>
                        <a:lnTo>
                          <a:pt x="19" y="76"/>
                        </a:lnTo>
                        <a:lnTo>
                          <a:pt x="18" y="75"/>
                        </a:lnTo>
                        <a:lnTo>
                          <a:pt x="16" y="73"/>
                        </a:lnTo>
                        <a:lnTo>
                          <a:pt x="16" y="72"/>
                        </a:lnTo>
                        <a:lnTo>
                          <a:pt x="18" y="71"/>
                        </a:lnTo>
                        <a:lnTo>
                          <a:pt x="19" y="72"/>
                        </a:lnTo>
                        <a:lnTo>
                          <a:pt x="20" y="73"/>
                        </a:lnTo>
                        <a:lnTo>
                          <a:pt x="20" y="73"/>
                        </a:lnTo>
                        <a:close/>
                        <a:moveTo>
                          <a:pt x="109" y="105"/>
                        </a:moveTo>
                        <a:lnTo>
                          <a:pt x="109" y="105"/>
                        </a:lnTo>
                        <a:lnTo>
                          <a:pt x="109" y="103"/>
                        </a:lnTo>
                        <a:lnTo>
                          <a:pt x="109" y="105"/>
                        </a:lnTo>
                        <a:lnTo>
                          <a:pt x="109" y="105"/>
                        </a:lnTo>
                        <a:lnTo>
                          <a:pt x="109" y="105"/>
                        </a:lnTo>
                        <a:close/>
                        <a:moveTo>
                          <a:pt x="109" y="112"/>
                        </a:moveTo>
                        <a:lnTo>
                          <a:pt x="107" y="109"/>
                        </a:lnTo>
                        <a:lnTo>
                          <a:pt x="107" y="107"/>
                        </a:lnTo>
                        <a:lnTo>
                          <a:pt x="109" y="106"/>
                        </a:lnTo>
                        <a:lnTo>
                          <a:pt x="109" y="107"/>
                        </a:lnTo>
                        <a:lnTo>
                          <a:pt x="110" y="109"/>
                        </a:lnTo>
                        <a:lnTo>
                          <a:pt x="109" y="112"/>
                        </a:lnTo>
                        <a:lnTo>
                          <a:pt x="109" y="112"/>
                        </a:lnTo>
                        <a:lnTo>
                          <a:pt x="109" y="112"/>
                        </a:lnTo>
                        <a:close/>
                        <a:moveTo>
                          <a:pt x="116" y="103"/>
                        </a:moveTo>
                        <a:lnTo>
                          <a:pt x="114" y="103"/>
                        </a:lnTo>
                        <a:lnTo>
                          <a:pt x="116" y="101"/>
                        </a:lnTo>
                        <a:lnTo>
                          <a:pt x="116" y="101"/>
                        </a:lnTo>
                        <a:lnTo>
                          <a:pt x="116" y="99"/>
                        </a:lnTo>
                        <a:lnTo>
                          <a:pt x="118" y="97"/>
                        </a:lnTo>
                        <a:lnTo>
                          <a:pt x="121" y="95"/>
                        </a:lnTo>
                        <a:lnTo>
                          <a:pt x="124" y="94"/>
                        </a:lnTo>
                        <a:lnTo>
                          <a:pt x="124" y="95"/>
                        </a:lnTo>
                        <a:lnTo>
                          <a:pt x="122" y="97"/>
                        </a:lnTo>
                        <a:lnTo>
                          <a:pt x="122" y="98"/>
                        </a:lnTo>
                        <a:lnTo>
                          <a:pt x="121" y="99"/>
                        </a:lnTo>
                        <a:lnTo>
                          <a:pt x="121" y="101"/>
                        </a:lnTo>
                        <a:lnTo>
                          <a:pt x="120" y="101"/>
                        </a:lnTo>
                        <a:lnTo>
                          <a:pt x="118" y="102"/>
                        </a:lnTo>
                        <a:lnTo>
                          <a:pt x="117" y="103"/>
                        </a:lnTo>
                        <a:lnTo>
                          <a:pt x="116" y="103"/>
                        </a:lnTo>
                        <a:lnTo>
                          <a:pt x="116" y="103"/>
                        </a:lnTo>
                        <a:close/>
                        <a:moveTo>
                          <a:pt x="97" y="94"/>
                        </a:moveTo>
                        <a:lnTo>
                          <a:pt x="95" y="94"/>
                        </a:lnTo>
                        <a:lnTo>
                          <a:pt x="97" y="92"/>
                        </a:lnTo>
                        <a:lnTo>
                          <a:pt x="98" y="91"/>
                        </a:lnTo>
                        <a:lnTo>
                          <a:pt x="99" y="92"/>
                        </a:lnTo>
                        <a:lnTo>
                          <a:pt x="98" y="94"/>
                        </a:lnTo>
                        <a:lnTo>
                          <a:pt x="98" y="94"/>
                        </a:lnTo>
                        <a:lnTo>
                          <a:pt x="97" y="94"/>
                        </a:lnTo>
                        <a:lnTo>
                          <a:pt x="97" y="94"/>
                        </a:lnTo>
                        <a:close/>
                        <a:moveTo>
                          <a:pt x="97" y="73"/>
                        </a:moveTo>
                        <a:lnTo>
                          <a:pt x="99" y="72"/>
                        </a:lnTo>
                        <a:lnTo>
                          <a:pt x="101" y="72"/>
                        </a:lnTo>
                        <a:lnTo>
                          <a:pt x="102" y="73"/>
                        </a:lnTo>
                        <a:lnTo>
                          <a:pt x="102" y="73"/>
                        </a:lnTo>
                        <a:lnTo>
                          <a:pt x="103" y="73"/>
                        </a:lnTo>
                        <a:lnTo>
                          <a:pt x="103" y="75"/>
                        </a:lnTo>
                        <a:lnTo>
                          <a:pt x="102" y="75"/>
                        </a:lnTo>
                        <a:lnTo>
                          <a:pt x="102" y="76"/>
                        </a:lnTo>
                        <a:lnTo>
                          <a:pt x="101" y="76"/>
                        </a:lnTo>
                        <a:lnTo>
                          <a:pt x="99" y="75"/>
                        </a:lnTo>
                        <a:lnTo>
                          <a:pt x="98" y="75"/>
                        </a:lnTo>
                        <a:lnTo>
                          <a:pt x="95" y="75"/>
                        </a:lnTo>
                        <a:lnTo>
                          <a:pt x="97" y="73"/>
                        </a:lnTo>
                        <a:lnTo>
                          <a:pt x="97" y="73"/>
                        </a:lnTo>
                        <a:close/>
                        <a:moveTo>
                          <a:pt x="91" y="59"/>
                        </a:moveTo>
                        <a:lnTo>
                          <a:pt x="92" y="63"/>
                        </a:lnTo>
                        <a:lnTo>
                          <a:pt x="91" y="65"/>
                        </a:lnTo>
                        <a:lnTo>
                          <a:pt x="90" y="65"/>
                        </a:lnTo>
                        <a:lnTo>
                          <a:pt x="88" y="65"/>
                        </a:lnTo>
                        <a:lnTo>
                          <a:pt x="88" y="64"/>
                        </a:lnTo>
                        <a:lnTo>
                          <a:pt x="90" y="63"/>
                        </a:lnTo>
                        <a:lnTo>
                          <a:pt x="90" y="61"/>
                        </a:lnTo>
                        <a:lnTo>
                          <a:pt x="87" y="60"/>
                        </a:lnTo>
                        <a:lnTo>
                          <a:pt x="87" y="59"/>
                        </a:lnTo>
                        <a:lnTo>
                          <a:pt x="90" y="57"/>
                        </a:lnTo>
                        <a:lnTo>
                          <a:pt x="91" y="59"/>
                        </a:lnTo>
                        <a:lnTo>
                          <a:pt x="91" y="59"/>
                        </a:lnTo>
                        <a:lnTo>
                          <a:pt x="91" y="59"/>
                        </a:lnTo>
                        <a:close/>
                        <a:moveTo>
                          <a:pt x="88" y="50"/>
                        </a:moveTo>
                        <a:lnTo>
                          <a:pt x="86" y="49"/>
                        </a:lnTo>
                        <a:lnTo>
                          <a:pt x="87" y="46"/>
                        </a:lnTo>
                        <a:lnTo>
                          <a:pt x="90" y="46"/>
                        </a:lnTo>
                        <a:lnTo>
                          <a:pt x="91" y="45"/>
                        </a:lnTo>
                        <a:lnTo>
                          <a:pt x="95" y="45"/>
                        </a:lnTo>
                        <a:lnTo>
                          <a:pt x="95" y="45"/>
                        </a:lnTo>
                        <a:lnTo>
                          <a:pt x="95" y="46"/>
                        </a:lnTo>
                        <a:lnTo>
                          <a:pt x="95" y="46"/>
                        </a:lnTo>
                        <a:lnTo>
                          <a:pt x="95" y="49"/>
                        </a:lnTo>
                        <a:lnTo>
                          <a:pt x="95" y="52"/>
                        </a:lnTo>
                        <a:lnTo>
                          <a:pt x="92" y="52"/>
                        </a:lnTo>
                        <a:lnTo>
                          <a:pt x="91" y="52"/>
                        </a:lnTo>
                        <a:lnTo>
                          <a:pt x="91" y="50"/>
                        </a:lnTo>
                        <a:lnTo>
                          <a:pt x="92" y="49"/>
                        </a:lnTo>
                        <a:lnTo>
                          <a:pt x="92" y="48"/>
                        </a:lnTo>
                        <a:lnTo>
                          <a:pt x="91" y="48"/>
                        </a:lnTo>
                        <a:lnTo>
                          <a:pt x="90" y="49"/>
                        </a:lnTo>
                        <a:lnTo>
                          <a:pt x="90" y="50"/>
                        </a:lnTo>
                        <a:lnTo>
                          <a:pt x="88" y="50"/>
                        </a:lnTo>
                        <a:lnTo>
                          <a:pt x="88" y="50"/>
                        </a:lnTo>
                        <a:lnTo>
                          <a:pt x="88" y="50"/>
                        </a:lnTo>
                        <a:close/>
                        <a:moveTo>
                          <a:pt x="80" y="25"/>
                        </a:moveTo>
                        <a:lnTo>
                          <a:pt x="82" y="25"/>
                        </a:lnTo>
                        <a:lnTo>
                          <a:pt x="83" y="23"/>
                        </a:lnTo>
                        <a:lnTo>
                          <a:pt x="84" y="25"/>
                        </a:lnTo>
                        <a:lnTo>
                          <a:pt x="84" y="26"/>
                        </a:lnTo>
                        <a:lnTo>
                          <a:pt x="83" y="26"/>
                        </a:lnTo>
                        <a:lnTo>
                          <a:pt x="80" y="25"/>
                        </a:lnTo>
                        <a:lnTo>
                          <a:pt x="80" y="25"/>
                        </a:lnTo>
                        <a:close/>
                        <a:moveTo>
                          <a:pt x="75" y="33"/>
                        </a:moveTo>
                        <a:lnTo>
                          <a:pt x="76" y="33"/>
                        </a:lnTo>
                        <a:lnTo>
                          <a:pt x="78" y="33"/>
                        </a:lnTo>
                        <a:lnTo>
                          <a:pt x="79" y="31"/>
                        </a:lnTo>
                        <a:lnTo>
                          <a:pt x="80" y="33"/>
                        </a:lnTo>
                        <a:lnTo>
                          <a:pt x="79" y="34"/>
                        </a:lnTo>
                        <a:lnTo>
                          <a:pt x="79" y="37"/>
                        </a:lnTo>
                        <a:lnTo>
                          <a:pt x="76" y="37"/>
                        </a:lnTo>
                        <a:lnTo>
                          <a:pt x="76" y="37"/>
                        </a:lnTo>
                        <a:lnTo>
                          <a:pt x="75" y="35"/>
                        </a:lnTo>
                        <a:lnTo>
                          <a:pt x="73" y="33"/>
                        </a:lnTo>
                        <a:lnTo>
                          <a:pt x="75" y="33"/>
                        </a:lnTo>
                        <a:lnTo>
                          <a:pt x="75" y="33"/>
                        </a:lnTo>
                        <a:close/>
                        <a:moveTo>
                          <a:pt x="68" y="20"/>
                        </a:moveTo>
                        <a:lnTo>
                          <a:pt x="69" y="19"/>
                        </a:lnTo>
                        <a:lnTo>
                          <a:pt x="71" y="20"/>
                        </a:lnTo>
                        <a:lnTo>
                          <a:pt x="71" y="22"/>
                        </a:lnTo>
                        <a:lnTo>
                          <a:pt x="69" y="23"/>
                        </a:lnTo>
                        <a:lnTo>
                          <a:pt x="68" y="23"/>
                        </a:lnTo>
                        <a:lnTo>
                          <a:pt x="67" y="23"/>
                        </a:lnTo>
                        <a:lnTo>
                          <a:pt x="68" y="20"/>
                        </a:lnTo>
                        <a:lnTo>
                          <a:pt x="68" y="20"/>
                        </a:lnTo>
                        <a:close/>
                        <a:moveTo>
                          <a:pt x="54" y="49"/>
                        </a:moveTo>
                        <a:lnTo>
                          <a:pt x="56" y="49"/>
                        </a:lnTo>
                        <a:lnTo>
                          <a:pt x="57" y="49"/>
                        </a:lnTo>
                        <a:lnTo>
                          <a:pt x="57" y="50"/>
                        </a:lnTo>
                        <a:lnTo>
                          <a:pt x="57" y="52"/>
                        </a:lnTo>
                        <a:lnTo>
                          <a:pt x="54" y="49"/>
                        </a:lnTo>
                        <a:lnTo>
                          <a:pt x="54" y="49"/>
                        </a:lnTo>
                        <a:close/>
                        <a:moveTo>
                          <a:pt x="52" y="49"/>
                        </a:moveTo>
                        <a:lnTo>
                          <a:pt x="53" y="48"/>
                        </a:lnTo>
                        <a:lnTo>
                          <a:pt x="54" y="49"/>
                        </a:lnTo>
                        <a:lnTo>
                          <a:pt x="53" y="50"/>
                        </a:lnTo>
                        <a:lnTo>
                          <a:pt x="52" y="49"/>
                        </a:lnTo>
                        <a:lnTo>
                          <a:pt x="52" y="49"/>
                        </a:lnTo>
                        <a:close/>
                        <a:moveTo>
                          <a:pt x="68" y="52"/>
                        </a:moveTo>
                        <a:lnTo>
                          <a:pt x="69" y="52"/>
                        </a:lnTo>
                        <a:lnTo>
                          <a:pt x="71" y="53"/>
                        </a:lnTo>
                        <a:lnTo>
                          <a:pt x="72" y="53"/>
                        </a:lnTo>
                        <a:lnTo>
                          <a:pt x="72" y="56"/>
                        </a:lnTo>
                        <a:lnTo>
                          <a:pt x="71" y="56"/>
                        </a:lnTo>
                        <a:lnTo>
                          <a:pt x="71" y="54"/>
                        </a:lnTo>
                        <a:lnTo>
                          <a:pt x="69" y="54"/>
                        </a:lnTo>
                        <a:lnTo>
                          <a:pt x="68" y="52"/>
                        </a:lnTo>
                        <a:lnTo>
                          <a:pt x="68" y="52"/>
                        </a:lnTo>
                        <a:close/>
                        <a:moveTo>
                          <a:pt x="91" y="79"/>
                        </a:moveTo>
                        <a:lnTo>
                          <a:pt x="91" y="78"/>
                        </a:lnTo>
                        <a:lnTo>
                          <a:pt x="91" y="76"/>
                        </a:lnTo>
                        <a:lnTo>
                          <a:pt x="94" y="76"/>
                        </a:lnTo>
                        <a:lnTo>
                          <a:pt x="94" y="78"/>
                        </a:lnTo>
                        <a:lnTo>
                          <a:pt x="91" y="79"/>
                        </a:lnTo>
                        <a:lnTo>
                          <a:pt x="91" y="79"/>
                        </a:lnTo>
                        <a:close/>
                        <a:moveTo>
                          <a:pt x="68" y="94"/>
                        </a:moveTo>
                        <a:lnTo>
                          <a:pt x="69" y="91"/>
                        </a:lnTo>
                        <a:lnTo>
                          <a:pt x="71" y="91"/>
                        </a:lnTo>
                        <a:lnTo>
                          <a:pt x="71" y="92"/>
                        </a:lnTo>
                        <a:lnTo>
                          <a:pt x="69" y="94"/>
                        </a:lnTo>
                        <a:lnTo>
                          <a:pt x="68" y="94"/>
                        </a:lnTo>
                        <a:lnTo>
                          <a:pt x="68" y="94"/>
                        </a:lnTo>
                        <a:close/>
                        <a:moveTo>
                          <a:pt x="69" y="84"/>
                        </a:moveTo>
                        <a:lnTo>
                          <a:pt x="71" y="84"/>
                        </a:lnTo>
                        <a:lnTo>
                          <a:pt x="71" y="86"/>
                        </a:lnTo>
                        <a:lnTo>
                          <a:pt x="69" y="84"/>
                        </a:lnTo>
                        <a:lnTo>
                          <a:pt x="69" y="84"/>
                        </a:lnTo>
                        <a:close/>
                        <a:moveTo>
                          <a:pt x="68" y="82"/>
                        </a:moveTo>
                        <a:lnTo>
                          <a:pt x="68" y="80"/>
                        </a:lnTo>
                        <a:lnTo>
                          <a:pt x="69" y="80"/>
                        </a:lnTo>
                        <a:lnTo>
                          <a:pt x="69" y="82"/>
                        </a:lnTo>
                        <a:lnTo>
                          <a:pt x="69" y="82"/>
                        </a:lnTo>
                        <a:lnTo>
                          <a:pt x="68" y="82"/>
                        </a:lnTo>
                        <a:lnTo>
                          <a:pt x="68" y="82"/>
                        </a:lnTo>
                        <a:close/>
                        <a:moveTo>
                          <a:pt x="67" y="79"/>
                        </a:moveTo>
                        <a:lnTo>
                          <a:pt x="67" y="78"/>
                        </a:lnTo>
                        <a:lnTo>
                          <a:pt x="68" y="76"/>
                        </a:lnTo>
                        <a:lnTo>
                          <a:pt x="68" y="78"/>
                        </a:lnTo>
                        <a:lnTo>
                          <a:pt x="67" y="79"/>
                        </a:lnTo>
                        <a:lnTo>
                          <a:pt x="67" y="79"/>
                        </a:lnTo>
                        <a:close/>
                        <a:moveTo>
                          <a:pt x="80" y="87"/>
                        </a:moveTo>
                        <a:lnTo>
                          <a:pt x="79" y="86"/>
                        </a:lnTo>
                        <a:lnTo>
                          <a:pt x="79" y="84"/>
                        </a:lnTo>
                        <a:lnTo>
                          <a:pt x="80" y="84"/>
                        </a:lnTo>
                        <a:lnTo>
                          <a:pt x="82" y="86"/>
                        </a:lnTo>
                        <a:lnTo>
                          <a:pt x="80" y="87"/>
                        </a:lnTo>
                        <a:lnTo>
                          <a:pt x="80" y="87"/>
                        </a:lnTo>
                        <a:close/>
                        <a:moveTo>
                          <a:pt x="83" y="87"/>
                        </a:moveTo>
                        <a:lnTo>
                          <a:pt x="83" y="84"/>
                        </a:lnTo>
                        <a:lnTo>
                          <a:pt x="84" y="83"/>
                        </a:lnTo>
                        <a:lnTo>
                          <a:pt x="86" y="83"/>
                        </a:lnTo>
                        <a:lnTo>
                          <a:pt x="86" y="84"/>
                        </a:lnTo>
                        <a:lnTo>
                          <a:pt x="84" y="87"/>
                        </a:lnTo>
                        <a:lnTo>
                          <a:pt x="83" y="87"/>
                        </a:lnTo>
                        <a:lnTo>
                          <a:pt x="83" y="87"/>
                        </a:lnTo>
                        <a:close/>
                        <a:moveTo>
                          <a:pt x="83" y="80"/>
                        </a:moveTo>
                        <a:lnTo>
                          <a:pt x="83" y="79"/>
                        </a:lnTo>
                        <a:lnTo>
                          <a:pt x="84" y="79"/>
                        </a:lnTo>
                        <a:lnTo>
                          <a:pt x="83" y="80"/>
                        </a:lnTo>
                        <a:lnTo>
                          <a:pt x="83" y="80"/>
                        </a:lnTo>
                        <a:close/>
                        <a:moveTo>
                          <a:pt x="79" y="76"/>
                        </a:moveTo>
                        <a:lnTo>
                          <a:pt x="80" y="76"/>
                        </a:lnTo>
                        <a:lnTo>
                          <a:pt x="82" y="78"/>
                        </a:lnTo>
                        <a:lnTo>
                          <a:pt x="82" y="79"/>
                        </a:lnTo>
                        <a:lnTo>
                          <a:pt x="80" y="78"/>
                        </a:lnTo>
                        <a:lnTo>
                          <a:pt x="79" y="76"/>
                        </a:lnTo>
                        <a:lnTo>
                          <a:pt x="79" y="76"/>
                        </a:lnTo>
                        <a:close/>
                        <a:moveTo>
                          <a:pt x="72" y="71"/>
                        </a:moveTo>
                        <a:lnTo>
                          <a:pt x="73" y="71"/>
                        </a:lnTo>
                        <a:lnTo>
                          <a:pt x="75" y="72"/>
                        </a:lnTo>
                        <a:lnTo>
                          <a:pt x="78" y="75"/>
                        </a:lnTo>
                        <a:lnTo>
                          <a:pt x="78" y="76"/>
                        </a:lnTo>
                        <a:lnTo>
                          <a:pt x="76" y="76"/>
                        </a:lnTo>
                        <a:lnTo>
                          <a:pt x="73" y="73"/>
                        </a:lnTo>
                        <a:lnTo>
                          <a:pt x="72" y="72"/>
                        </a:lnTo>
                        <a:lnTo>
                          <a:pt x="72" y="71"/>
                        </a:lnTo>
                        <a:lnTo>
                          <a:pt x="72" y="71"/>
                        </a:lnTo>
                        <a:close/>
                        <a:moveTo>
                          <a:pt x="46" y="54"/>
                        </a:moveTo>
                        <a:lnTo>
                          <a:pt x="48" y="52"/>
                        </a:lnTo>
                        <a:lnTo>
                          <a:pt x="52" y="52"/>
                        </a:lnTo>
                        <a:lnTo>
                          <a:pt x="53" y="54"/>
                        </a:lnTo>
                        <a:lnTo>
                          <a:pt x="56" y="54"/>
                        </a:lnTo>
                        <a:lnTo>
                          <a:pt x="59" y="56"/>
                        </a:lnTo>
                        <a:lnTo>
                          <a:pt x="59" y="57"/>
                        </a:lnTo>
                        <a:lnTo>
                          <a:pt x="61" y="57"/>
                        </a:lnTo>
                        <a:lnTo>
                          <a:pt x="61" y="56"/>
                        </a:lnTo>
                        <a:lnTo>
                          <a:pt x="64" y="60"/>
                        </a:lnTo>
                        <a:lnTo>
                          <a:pt x="65" y="61"/>
                        </a:lnTo>
                        <a:lnTo>
                          <a:pt x="65" y="63"/>
                        </a:lnTo>
                        <a:lnTo>
                          <a:pt x="65" y="64"/>
                        </a:lnTo>
                        <a:lnTo>
                          <a:pt x="65" y="67"/>
                        </a:lnTo>
                        <a:lnTo>
                          <a:pt x="68" y="68"/>
                        </a:lnTo>
                        <a:lnTo>
                          <a:pt x="68" y="68"/>
                        </a:lnTo>
                        <a:lnTo>
                          <a:pt x="71" y="68"/>
                        </a:lnTo>
                        <a:lnTo>
                          <a:pt x="69" y="71"/>
                        </a:lnTo>
                        <a:lnTo>
                          <a:pt x="68" y="71"/>
                        </a:lnTo>
                        <a:lnTo>
                          <a:pt x="68" y="71"/>
                        </a:lnTo>
                        <a:lnTo>
                          <a:pt x="65" y="69"/>
                        </a:lnTo>
                        <a:lnTo>
                          <a:pt x="64" y="68"/>
                        </a:lnTo>
                        <a:lnTo>
                          <a:pt x="65" y="67"/>
                        </a:lnTo>
                        <a:lnTo>
                          <a:pt x="64" y="65"/>
                        </a:lnTo>
                        <a:lnTo>
                          <a:pt x="61" y="63"/>
                        </a:lnTo>
                        <a:lnTo>
                          <a:pt x="61" y="61"/>
                        </a:lnTo>
                        <a:lnTo>
                          <a:pt x="60" y="61"/>
                        </a:lnTo>
                        <a:lnTo>
                          <a:pt x="57" y="60"/>
                        </a:lnTo>
                        <a:lnTo>
                          <a:pt x="56" y="59"/>
                        </a:lnTo>
                        <a:lnTo>
                          <a:pt x="54" y="59"/>
                        </a:lnTo>
                        <a:lnTo>
                          <a:pt x="53" y="57"/>
                        </a:lnTo>
                        <a:lnTo>
                          <a:pt x="52" y="56"/>
                        </a:lnTo>
                        <a:lnTo>
                          <a:pt x="50" y="56"/>
                        </a:lnTo>
                        <a:lnTo>
                          <a:pt x="49" y="54"/>
                        </a:lnTo>
                        <a:lnTo>
                          <a:pt x="48" y="54"/>
                        </a:lnTo>
                        <a:lnTo>
                          <a:pt x="46" y="54"/>
                        </a:lnTo>
                        <a:lnTo>
                          <a:pt x="46" y="54"/>
                        </a:lnTo>
                        <a:close/>
                        <a:moveTo>
                          <a:pt x="50" y="97"/>
                        </a:moveTo>
                        <a:lnTo>
                          <a:pt x="50" y="95"/>
                        </a:lnTo>
                        <a:lnTo>
                          <a:pt x="50" y="98"/>
                        </a:lnTo>
                        <a:lnTo>
                          <a:pt x="52" y="99"/>
                        </a:lnTo>
                        <a:lnTo>
                          <a:pt x="52" y="101"/>
                        </a:lnTo>
                        <a:lnTo>
                          <a:pt x="50" y="101"/>
                        </a:lnTo>
                        <a:lnTo>
                          <a:pt x="50" y="99"/>
                        </a:lnTo>
                        <a:lnTo>
                          <a:pt x="49" y="98"/>
                        </a:lnTo>
                        <a:lnTo>
                          <a:pt x="50" y="97"/>
                        </a:lnTo>
                        <a:lnTo>
                          <a:pt x="50" y="97"/>
                        </a:lnTo>
                        <a:close/>
                        <a:moveTo>
                          <a:pt x="50" y="94"/>
                        </a:moveTo>
                        <a:lnTo>
                          <a:pt x="50" y="94"/>
                        </a:lnTo>
                        <a:lnTo>
                          <a:pt x="49" y="94"/>
                        </a:lnTo>
                        <a:lnTo>
                          <a:pt x="50" y="94"/>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22" name="Freeform 903">
                    <a:extLst>
                      <a:ext uri="{FF2B5EF4-FFF2-40B4-BE49-F238E27FC236}">
                        <a16:creationId xmlns:a16="http://schemas.microsoft.com/office/drawing/2014/main" id="{9404BDFB-7CAA-B79E-991D-C399926F5F47}"/>
                      </a:ext>
                    </a:extLst>
                  </p:cNvPr>
                  <p:cNvSpPr>
                    <a:spLocks/>
                  </p:cNvSpPr>
                  <p:nvPr/>
                </p:nvSpPr>
                <p:spPr bwMode="auto">
                  <a:xfrm>
                    <a:off x="9557769" y="2562332"/>
                    <a:ext cx="162284" cy="123837"/>
                  </a:xfrm>
                  <a:custGeom>
                    <a:avLst/>
                    <a:gdLst/>
                    <a:ahLst/>
                    <a:cxnLst>
                      <a:cxn ang="0">
                        <a:pos x="143" y="27"/>
                      </a:cxn>
                      <a:cxn ang="0">
                        <a:pos x="133" y="8"/>
                      </a:cxn>
                      <a:cxn ang="0">
                        <a:pos x="128" y="5"/>
                      </a:cxn>
                      <a:cxn ang="0">
                        <a:pos x="108" y="8"/>
                      </a:cxn>
                      <a:cxn ang="0">
                        <a:pos x="103" y="9"/>
                      </a:cxn>
                      <a:cxn ang="0">
                        <a:pos x="98" y="7"/>
                      </a:cxn>
                      <a:cxn ang="0">
                        <a:pos x="98" y="3"/>
                      </a:cxn>
                      <a:cxn ang="0">
                        <a:pos x="89" y="0"/>
                      </a:cxn>
                      <a:cxn ang="0">
                        <a:pos x="90" y="3"/>
                      </a:cxn>
                      <a:cxn ang="0">
                        <a:pos x="82" y="4"/>
                      </a:cxn>
                      <a:cxn ang="0">
                        <a:pos x="83" y="3"/>
                      </a:cxn>
                      <a:cxn ang="0">
                        <a:pos x="79" y="1"/>
                      </a:cxn>
                      <a:cxn ang="0">
                        <a:pos x="71" y="5"/>
                      </a:cxn>
                      <a:cxn ang="0">
                        <a:pos x="64" y="11"/>
                      </a:cxn>
                      <a:cxn ang="0">
                        <a:pos x="51" y="8"/>
                      </a:cxn>
                      <a:cxn ang="0">
                        <a:pos x="40" y="5"/>
                      </a:cxn>
                      <a:cxn ang="0">
                        <a:pos x="30" y="3"/>
                      </a:cxn>
                      <a:cxn ang="0">
                        <a:pos x="6" y="0"/>
                      </a:cxn>
                      <a:cxn ang="0">
                        <a:pos x="4" y="3"/>
                      </a:cxn>
                      <a:cxn ang="0">
                        <a:pos x="4" y="16"/>
                      </a:cxn>
                      <a:cxn ang="0">
                        <a:pos x="3" y="30"/>
                      </a:cxn>
                      <a:cxn ang="0">
                        <a:pos x="178" y="148"/>
                      </a:cxn>
                      <a:cxn ang="0">
                        <a:pos x="173" y="144"/>
                      </a:cxn>
                      <a:cxn ang="0">
                        <a:pos x="167" y="137"/>
                      </a:cxn>
                      <a:cxn ang="0">
                        <a:pos x="159" y="134"/>
                      </a:cxn>
                      <a:cxn ang="0">
                        <a:pos x="156" y="122"/>
                      </a:cxn>
                      <a:cxn ang="0">
                        <a:pos x="158" y="119"/>
                      </a:cxn>
                      <a:cxn ang="0">
                        <a:pos x="158" y="118"/>
                      </a:cxn>
                      <a:cxn ang="0">
                        <a:pos x="155" y="114"/>
                      </a:cxn>
                      <a:cxn ang="0">
                        <a:pos x="147" y="100"/>
                      </a:cxn>
                      <a:cxn ang="0">
                        <a:pos x="135" y="81"/>
                      </a:cxn>
                      <a:cxn ang="0">
                        <a:pos x="132" y="71"/>
                      </a:cxn>
                      <a:cxn ang="0">
                        <a:pos x="127" y="62"/>
                      </a:cxn>
                      <a:cxn ang="0">
                        <a:pos x="125" y="56"/>
                      </a:cxn>
                      <a:cxn ang="0">
                        <a:pos x="112" y="41"/>
                      </a:cxn>
                      <a:cxn ang="0">
                        <a:pos x="109" y="31"/>
                      </a:cxn>
                      <a:cxn ang="0">
                        <a:pos x="109" y="30"/>
                      </a:cxn>
                      <a:cxn ang="0">
                        <a:pos x="113" y="34"/>
                      </a:cxn>
                      <a:cxn ang="0">
                        <a:pos x="118" y="43"/>
                      </a:cxn>
                      <a:cxn ang="0">
                        <a:pos x="125" y="52"/>
                      </a:cxn>
                      <a:cxn ang="0">
                        <a:pos x="136" y="61"/>
                      </a:cxn>
                      <a:cxn ang="0">
                        <a:pos x="140" y="53"/>
                      </a:cxn>
                      <a:cxn ang="0">
                        <a:pos x="140" y="43"/>
                      </a:cxn>
                    </a:cxnLst>
                    <a:rect l="0" t="0" r="r" b="b"/>
                    <a:pathLst>
                      <a:path w="178" h="149">
                        <a:moveTo>
                          <a:pt x="143" y="35"/>
                        </a:moveTo>
                        <a:lnTo>
                          <a:pt x="142" y="30"/>
                        </a:lnTo>
                        <a:lnTo>
                          <a:pt x="143" y="27"/>
                        </a:lnTo>
                        <a:lnTo>
                          <a:pt x="139" y="19"/>
                        </a:lnTo>
                        <a:lnTo>
                          <a:pt x="135" y="14"/>
                        </a:lnTo>
                        <a:lnTo>
                          <a:pt x="133" y="8"/>
                        </a:lnTo>
                        <a:lnTo>
                          <a:pt x="131" y="4"/>
                        </a:lnTo>
                        <a:lnTo>
                          <a:pt x="129" y="3"/>
                        </a:lnTo>
                        <a:lnTo>
                          <a:pt x="128" y="5"/>
                        </a:lnTo>
                        <a:lnTo>
                          <a:pt x="124" y="7"/>
                        </a:lnTo>
                        <a:lnTo>
                          <a:pt x="114" y="5"/>
                        </a:lnTo>
                        <a:lnTo>
                          <a:pt x="108" y="8"/>
                        </a:lnTo>
                        <a:lnTo>
                          <a:pt x="102" y="4"/>
                        </a:lnTo>
                        <a:lnTo>
                          <a:pt x="102" y="7"/>
                        </a:lnTo>
                        <a:lnTo>
                          <a:pt x="103" y="9"/>
                        </a:lnTo>
                        <a:lnTo>
                          <a:pt x="103" y="11"/>
                        </a:lnTo>
                        <a:lnTo>
                          <a:pt x="102" y="8"/>
                        </a:lnTo>
                        <a:lnTo>
                          <a:pt x="98" y="7"/>
                        </a:lnTo>
                        <a:lnTo>
                          <a:pt x="98" y="4"/>
                        </a:lnTo>
                        <a:lnTo>
                          <a:pt x="99" y="4"/>
                        </a:lnTo>
                        <a:lnTo>
                          <a:pt x="98" y="3"/>
                        </a:lnTo>
                        <a:lnTo>
                          <a:pt x="95" y="3"/>
                        </a:lnTo>
                        <a:lnTo>
                          <a:pt x="93" y="1"/>
                        </a:lnTo>
                        <a:lnTo>
                          <a:pt x="89" y="0"/>
                        </a:lnTo>
                        <a:lnTo>
                          <a:pt x="87" y="1"/>
                        </a:lnTo>
                        <a:lnTo>
                          <a:pt x="90" y="1"/>
                        </a:lnTo>
                        <a:lnTo>
                          <a:pt x="90" y="3"/>
                        </a:lnTo>
                        <a:lnTo>
                          <a:pt x="87" y="3"/>
                        </a:lnTo>
                        <a:lnTo>
                          <a:pt x="84" y="3"/>
                        </a:lnTo>
                        <a:lnTo>
                          <a:pt x="82" y="4"/>
                        </a:lnTo>
                        <a:lnTo>
                          <a:pt x="80" y="3"/>
                        </a:lnTo>
                        <a:lnTo>
                          <a:pt x="80" y="3"/>
                        </a:lnTo>
                        <a:lnTo>
                          <a:pt x="83" y="3"/>
                        </a:lnTo>
                        <a:lnTo>
                          <a:pt x="86" y="1"/>
                        </a:lnTo>
                        <a:lnTo>
                          <a:pt x="83" y="1"/>
                        </a:lnTo>
                        <a:lnTo>
                          <a:pt x="79" y="1"/>
                        </a:lnTo>
                        <a:lnTo>
                          <a:pt x="76" y="3"/>
                        </a:lnTo>
                        <a:lnTo>
                          <a:pt x="74" y="5"/>
                        </a:lnTo>
                        <a:lnTo>
                          <a:pt x="71" y="5"/>
                        </a:lnTo>
                        <a:lnTo>
                          <a:pt x="68" y="7"/>
                        </a:lnTo>
                        <a:lnTo>
                          <a:pt x="64" y="9"/>
                        </a:lnTo>
                        <a:lnTo>
                          <a:pt x="64" y="11"/>
                        </a:lnTo>
                        <a:lnTo>
                          <a:pt x="59" y="11"/>
                        </a:lnTo>
                        <a:lnTo>
                          <a:pt x="55" y="8"/>
                        </a:lnTo>
                        <a:lnTo>
                          <a:pt x="51" y="8"/>
                        </a:lnTo>
                        <a:lnTo>
                          <a:pt x="46" y="8"/>
                        </a:lnTo>
                        <a:lnTo>
                          <a:pt x="42" y="5"/>
                        </a:lnTo>
                        <a:lnTo>
                          <a:pt x="40" y="5"/>
                        </a:lnTo>
                        <a:lnTo>
                          <a:pt x="38" y="7"/>
                        </a:lnTo>
                        <a:lnTo>
                          <a:pt x="34" y="4"/>
                        </a:lnTo>
                        <a:lnTo>
                          <a:pt x="30" y="3"/>
                        </a:lnTo>
                        <a:lnTo>
                          <a:pt x="19" y="1"/>
                        </a:lnTo>
                        <a:lnTo>
                          <a:pt x="14" y="0"/>
                        </a:lnTo>
                        <a:lnTo>
                          <a:pt x="6" y="0"/>
                        </a:lnTo>
                        <a:lnTo>
                          <a:pt x="4" y="1"/>
                        </a:lnTo>
                        <a:lnTo>
                          <a:pt x="4" y="1"/>
                        </a:lnTo>
                        <a:lnTo>
                          <a:pt x="4" y="3"/>
                        </a:lnTo>
                        <a:lnTo>
                          <a:pt x="3" y="9"/>
                        </a:lnTo>
                        <a:lnTo>
                          <a:pt x="4" y="14"/>
                        </a:lnTo>
                        <a:lnTo>
                          <a:pt x="4" y="16"/>
                        </a:lnTo>
                        <a:lnTo>
                          <a:pt x="3" y="22"/>
                        </a:lnTo>
                        <a:lnTo>
                          <a:pt x="0" y="26"/>
                        </a:lnTo>
                        <a:lnTo>
                          <a:pt x="3" y="30"/>
                        </a:lnTo>
                        <a:lnTo>
                          <a:pt x="4" y="37"/>
                        </a:lnTo>
                        <a:lnTo>
                          <a:pt x="8" y="149"/>
                        </a:lnTo>
                        <a:lnTo>
                          <a:pt x="178" y="148"/>
                        </a:lnTo>
                        <a:lnTo>
                          <a:pt x="178" y="148"/>
                        </a:lnTo>
                        <a:lnTo>
                          <a:pt x="177" y="147"/>
                        </a:lnTo>
                        <a:lnTo>
                          <a:pt x="173" y="144"/>
                        </a:lnTo>
                        <a:lnTo>
                          <a:pt x="173" y="141"/>
                        </a:lnTo>
                        <a:lnTo>
                          <a:pt x="169" y="141"/>
                        </a:lnTo>
                        <a:lnTo>
                          <a:pt x="167" y="137"/>
                        </a:lnTo>
                        <a:lnTo>
                          <a:pt x="166" y="138"/>
                        </a:lnTo>
                        <a:lnTo>
                          <a:pt x="163" y="137"/>
                        </a:lnTo>
                        <a:lnTo>
                          <a:pt x="159" y="134"/>
                        </a:lnTo>
                        <a:lnTo>
                          <a:pt x="156" y="128"/>
                        </a:lnTo>
                        <a:lnTo>
                          <a:pt x="156" y="125"/>
                        </a:lnTo>
                        <a:lnTo>
                          <a:pt x="156" y="122"/>
                        </a:lnTo>
                        <a:lnTo>
                          <a:pt x="156" y="119"/>
                        </a:lnTo>
                        <a:lnTo>
                          <a:pt x="156" y="119"/>
                        </a:lnTo>
                        <a:lnTo>
                          <a:pt x="158" y="119"/>
                        </a:lnTo>
                        <a:lnTo>
                          <a:pt x="162" y="119"/>
                        </a:lnTo>
                        <a:lnTo>
                          <a:pt x="159" y="118"/>
                        </a:lnTo>
                        <a:lnTo>
                          <a:pt x="158" y="118"/>
                        </a:lnTo>
                        <a:lnTo>
                          <a:pt x="156" y="114"/>
                        </a:lnTo>
                        <a:lnTo>
                          <a:pt x="155" y="114"/>
                        </a:lnTo>
                        <a:lnTo>
                          <a:pt x="155" y="114"/>
                        </a:lnTo>
                        <a:lnTo>
                          <a:pt x="154" y="113"/>
                        </a:lnTo>
                        <a:lnTo>
                          <a:pt x="152" y="109"/>
                        </a:lnTo>
                        <a:lnTo>
                          <a:pt x="147" y="100"/>
                        </a:lnTo>
                        <a:lnTo>
                          <a:pt x="144" y="99"/>
                        </a:lnTo>
                        <a:lnTo>
                          <a:pt x="143" y="95"/>
                        </a:lnTo>
                        <a:lnTo>
                          <a:pt x="135" y="81"/>
                        </a:lnTo>
                        <a:lnTo>
                          <a:pt x="135" y="79"/>
                        </a:lnTo>
                        <a:lnTo>
                          <a:pt x="133" y="76"/>
                        </a:lnTo>
                        <a:lnTo>
                          <a:pt x="132" y="71"/>
                        </a:lnTo>
                        <a:lnTo>
                          <a:pt x="131" y="69"/>
                        </a:lnTo>
                        <a:lnTo>
                          <a:pt x="131" y="68"/>
                        </a:lnTo>
                        <a:lnTo>
                          <a:pt x="127" y="62"/>
                        </a:lnTo>
                        <a:lnTo>
                          <a:pt x="127" y="61"/>
                        </a:lnTo>
                        <a:lnTo>
                          <a:pt x="127" y="58"/>
                        </a:lnTo>
                        <a:lnTo>
                          <a:pt x="125" y="56"/>
                        </a:lnTo>
                        <a:lnTo>
                          <a:pt x="117" y="49"/>
                        </a:lnTo>
                        <a:lnTo>
                          <a:pt x="117" y="46"/>
                        </a:lnTo>
                        <a:lnTo>
                          <a:pt x="112" y="41"/>
                        </a:lnTo>
                        <a:lnTo>
                          <a:pt x="112" y="37"/>
                        </a:lnTo>
                        <a:lnTo>
                          <a:pt x="108" y="34"/>
                        </a:lnTo>
                        <a:lnTo>
                          <a:pt x="109" y="31"/>
                        </a:lnTo>
                        <a:lnTo>
                          <a:pt x="109" y="30"/>
                        </a:lnTo>
                        <a:lnTo>
                          <a:pt x="109" y="28"/>
                        </a:lnTo>
                        <a:lnTo>
                          <a:pt x="109" y="30"/>
                        </a:lnTo>
                        <a:lnTo>
                          <a:pt x="110" y="30"/>
                        </a:lnTo>
                        <a:lnTo>
                          <a:pt x="112" y="33"/>
                        </a:lnTo>
                        <a:lnTo>
                          <a:pt x="113" y="34"/>
                        </a:lnTo>
                        <a:lnTo>
                          <a:pt x="113" y="37"/>
                        </a:lnTo>
                        <a:lnTo>
                          <a:pt x="118" y="41"/>
                        </a:lnTo>
                        <a:lnTo>
                          <a:pt x="118" y="43"/>
                        </a:lnTo>
                        <a:lnTo>
                          <a:pt x="120" y="46"/>
                        </a:lnTo>
                        <a:lnTo>
                          <a:pt x="124" y="49"/>
                        </a:lnTo>
                        <a:lnTo>
                          <a:pt x="125" y="52"/>
                        </a:lnTo>
                        <a:lnTo>
                          <a:pt x="132" y="58"/>
                        </a:lnTo>
                        <a:lnTo>
                          <a:pt x="136" y="60"/>
                        </a:lnTo>
                        <a:lnTo>
                          <a:pt x="136" y="61"/>
                        </a:lnTo>
                        <a:lnTo>
                          <a:pt x="136" y="60"/>
                        </a:lnTo>
                        <a:lnTo>
                          <a:pt x="139" y="57"/>
                        </a:lnTo>
                        <a:lnTo>
                          <a:pt x="140" y="53"/>
                        </a:lnTo>
                        <a:lnTo>
                          <a:pt x="139" y="52"/>
                        </a:lnTo>
                        <a:lnTo>
                          <a:pt x="140" y="47"/>
                        </a:lnTo>
                        <a:lnTo>
                          <a:pt x="140" y="43"/>
                        </a:lnTo>
                        <a:lnTo>
                          <a:pt x="143" y="37"/>
                        </a:lnTo>
                        <a:lnTo>
                          <a:pt x="143" y="35"/>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23" name="Freeform 904">
                    <a:extLst>
                      <a:ext uri="{FF2B5EF4-FFF2-40B4-BE49-F238E27FC236}">
                        <a16:creationId xmlns:a16="http://schemas.microsoft.com/office/drawing/2014/main" id="{F4E03EAD-C48D-BE12-C7A5-6A182C6BA611}"/>
                      </a:ext>
                    </a:extLst>
                  </p:cNvPr>
                  <p:cNvSpPr>
                    <a:spLocks/>
                  </p:cNvSpPr>
                  <p:nvPr/>
                </p:nvSpPr>
                <p:spPr bwMode="auto">
                  <a:xfrm>
                    <a:off x="9529506" y="2685338"/>
                    <a:ext cx="214252" cy="224402"/>
                  </a:xfrm>
                  <a:custGeom>
                    <a:avLst/>
                    <a:gdLst/>
                    <a:ahLst/>
                    <a:cxnLst>
                      <a:cxn ang="0">
                        <a:pos x="211" y="4"/>
                      </a:cxn>
                      <a:cxn ang="0">
                        <a:pos x="212" y="11"/>
                      </a:cxn>
                      <a:cxn ang="0">
                        <a:pos x="212" y="12"/>
                      </a:cxn>
                      <a:cxn ang="0">
                        <a:pos x="216" y="37"/>
                      </a:cxn>
                      <a:cxn ang="0">
                        <a:pos x="228" y="56"/>
                      </a:cxn>
                      <a:cxn ang="0">
                        <a:pos x="234" y="61"/>
                      </a:cxn>
                      <a:cxn ang="0">
                        <a:pos x="223" y="67"/>
                      </a:cxn>
                      <a:cxn ang="0">
                        <a:pos x="216" y="72"/>
                      </a:cxn>
                      <a:cxn ang="0">
                        <a:pos x="216" y="82"/>
                      </a:cxn>
                      <a:cxn ang="0">
                        <a:pos x="209" y="99"/>
                      </a:cxn>
                      <a:cxn ang="0">
                        <a:pos x="211" y="114"/>
                      </a:cxn>
                      <a:cxn ang="0">
                        <a:pos x="202" y="136"/>
                      </a:cxn>
                      <a:cxn ang="0">
                        <a:pos x="194" y="145"/>
                      </a:cxn>
                      <a:cxn ang="0">
                        <a:pos x="183" y="163"/>
                      </a:cxn>
                      <a:cxn ang="0">
                        <a:pos x="181" y="177"/>
                      </a:cxn>
                      <a:cxn ang="0">
                        <a:pos x="175" y="198"/>
                      </a:cxn>
                      <a:cxn ang="0">
                        <a:pos x="164" y="198"/>
                      </a:cxn>
                      <a:cxn ang="0">
                        <a:pos x="164" y="208"/>
                      </a:cxn>
                      <a:cxn ang="0">
                        <a:pos x="175" y="215"/>
                      </a:cxn>
                      <a:cxn ang="0">
                        <a:pos x="185" y="223"/>
                      </a:cxn>
                      <a:cxn ang="0">
                        <a:pos x="192" y="238"/>
                      </a:cxn>
                      <a:cxn ang="0">
                        <a:pos x="181" y="255"/>
                      </a:cxn>
                      <a:cxn ang="0">
                        <a:pos x="174" y="262"/>
                      </a:cxn>
                      <a:cxn ang="0">
                        <a:pos x="158" y="266"/>
                      </a:cxn>
                      <a:cxn ang="0">
                        <a:pos x="149" y="270"/>
                      </a:cxn>
                      <a:cxn ang="0">
                        <a:pos x="140" y="268"/>
                      </a:cxn>
                      <a:cxn ang="0">
                        <a:pos x="132" y="269"/>
                      </a:cxn>
                      <a:cxn ang="0">
                        <a:pos x="126" y="268"/>
                      </a:cxn>
                      <a:cxn ang="0">
                        <a:pos x="118" y="259"/>
                      </a:cxn>
                      <a:cxn ang="0">
                        <a:pos x="110" y="251"/>
                      </a:cxn>
                      <a:cxn ang="0">
                        <a:pos x="103" y="255"/>
                      </a:cxn>
                      <a:cxn ang="0">
                        <a:pos x="94" y="258"/>
                      </a:cxn>
                      <a:cxn ang="0">
                        <a:pos x="83" y="251"/>
                      </a:cxn>
                      <a:cxn ang="0">
                        <a:pos x="79" y="245"/>
                      </a:cxn>
                      <a:cxn ang="0">
                        <a:pos x="69" y="235"/>
                      </a:cxn>
                      <a:cxn ang="0">
                        <a:pos x="64" y="227"/>
                      </a:cxn>
                      <a:cxn ang="0">
                        <a:pos x="54" y="217"/>
                      </a:cxn>
                      <a:cxn ang="0">
                        <a:pos x="49" y="213"/>
                      </a:cxn>
                      <a:cxn ang="0">
                        <a:pos x="45" y="207"/>
                      </a:cxn>
                      <a:cxn ang="0">
                        <a:pos x="34" y="200"/>
                      </a:cxn>
                      <a:cxn ang="0">
                        <a:pos x="29" y="196"/>
                      </a:cxn>
                      <a:cxn ang="0">
                        <a:pos x="24" y="185"/>
                      </a:cxn>
                      <a:cxn ang="0">
                        <a:pos x="18" y="167"/>
                      </a:cxn>
                      <a:cxn ang="0">
                        <a:pos x="14" y="160"/>
                      </a:cxn>
                      <a:cxn ang="0">
                        <a:pos x="8" y="149"/>
                      </a:cxn>
                      <a:cxn ang="0">
                        <a:pos x="7" y="139"/>
                      </a:cxn>
                      <a:cxn ang="0">
                        <a:pos x="0" y="135"/>
                      </a:cxn>
                      <a:cxn ang="0">
                        <a:pos x="4" y="121"/>
                      </a:cxn>
                      <a:cxn ang="0">
                        <a:pos x="8" y="110"/>
                      </a:cxn>
                      <a:cxn ang="0">
                        <a:pos x="15" y="95"/>
                      </a:cxn>
                      <a:cxn ang="0">
                        <a:pos x="29" y="92"/>
                      </a:cxn>
                      <a:cxn ang="0">
                        <a:pos x="39" y="1"/>
                      </a:cxn>
                    </a:cxnLst>
                    <a:rect l="0" t="0" r="r" b="b"/>
                    <a:pathLst>
                      <a:path w="235" h="270">
                        <a:moveTo>
                          <a:pt x="39" y="1"/>
                        </a:moveTo>
                        <a:lnTo>
                          <a:pt x="209" y="0"/>
                        </a:lnTo>
                        <a:lnTo>
                          <a:pt x="209" y="1"/>
                        </a:lnTo>
                        <a:lnTo>
                          <a:pt x="209" y="3"/>
                        </a:lnTo>
                        <a:lnTo>
                          <a:pt x="211" y="4"/>
                        </a:lnTo>
                        <a:lnTo>
                          <a:pt x="209" y="4"/>
                        </a:lnTo>
                        <a:lnTo>
                          <a:pt x="211" y="5"/>
                        </a:lnTo>
                        <a:lnTo>
                          <a:pt x="211" y="5"/>
                        </a:lnTo>
                        <a:lnTo>
                          <a:pt x="211" y="7"/>
                        </a:lnTo>
                        <a:lnTo>
                          <a:pt x="212" y="11"/>
                        </a:lnTo>
                        <a:lnTo>
                          <a:pt x="215" y="14"/>
                        </a:lnTo>
                        <a:lnTo>
                          <a:pt x="215" y="15"/>
                        </a:lnTo>
                        <a:lnTo>
                          <a:pt x="213" y="15"/>
                        </a:lnTo>
                        <a:lnTo>
                          <a:pt x="213" y="14"/>
                        </a:lnTo>
                        <a:lnTo>
                          <a:pt x="212" y="12"/>
                        </a:lnTo>
                        <a:lnTo>
                          <a:pt x="212" y="14"/>
                        </a:lnTo>
                        <a:lnTo>
                          <a:pt x="212" y="16"/>
                        </a:lnTo>
                        <a:lnTo>
                          <a:pt x="216" y="26"/>
                        </a:lnTo>
                        <a:lnTo>
                          <a:pt x="216" y="31"/>
                        </a:lnTo>
                        <a:lnTo>
                          <a:pt x="216" y="37"/>
                        </a:lnTo>
                        <a:lnTo>
                          <a:pt x="217" y="43"/>
                        </a:lnTo>
                        <a:lnTo>
                          <a:pt x="220" y="48"/>
                        </a:lnTo>
                        <a:lnTo>
                          <a:pt x="223" y="49"/>
                        </a:lnTo>
                        <a:lnTo>
                          <a:pt x="228" y="53"/>
                        </a:lnTo>
                        <a:lnTo>
                          <a:pt x="228" y="56"/>
                        </a:lnTo>
                        <a:lnTo>
                          <a:pt x="231" y="56"/>
                        </a:lnTo>
                        <a:lnTo>
                          <a:pt x="235" y="57"/>
                        </a:lnTo>
                        <a:lnTo>
                          <a:pt x="235" y="58"/>
                        </a:lnTo>
                        <a:lnTo>
                          <a:pt x="235" y="58"/>
                        </a:lnTo>
                        <a:lnTo>
                          <a:pt x="234" y="61"/>
                        </a:lnTo>
                        <a:lnTo>
                          <a:pt x="231" y="63"/>
                        </a:lnTo>
                        <a:lnTo>
                          <a:pt x="230" y="64"/>
                        </a:lnTo>
                        <a:lnTo>
                          <a:pt x="228" y="65"/>
                        </a:lnTo>
                        <a:lnTo>
                          <a:pt x="224" y="65"/>
                        </a:lnTo>
                        <a:lnTo>
                          <a:pt x="223" y="67"/>
                        </a:lnTo>
                        <a:lnTo>
                          <a:pt x="220" y="67"/>
                        </a:lnTo>
                        <a:lnTo>
                          <a:pt x="220" y="69"/>
                        </a:lnTo>
                        <a:lnTo>
                          <a:pt x="220" y="71"/>
                        </a:lnTo>
                        <a:lnTo>
                          <a:pt x="220" y="72"/>
                        </a:lnTo>
                        <a:lnTo>
                          <a:pt x="216" y="72"/>
                        </a:lnTo>
                        <a:lnTo>
                          <a:pt x="215" y="72"/>
                        </a:lnTo>
                        <a:lnTo>
                          <a:pt x="215" y="76"/>
                        </a:lnTo>
                        <a:lnTo>
                          <a:pt x="213" y="79"/>
                        </a:lnTo>
                        <a:lnTo>
                          <a:pt x="215" y="80"/>
                        </a:lnTo>
                        <a:lnTo>
                          <a:pt x="216" y="82"/>
                        </a:lnTo>
                        <a:lnTo>
                          <a:pt x="215" y="83"/>
                        </a:lnTo>
                        <a:lnTo>
                          <a:pt x="213" y="87"/>
                        </a:lnTo>
                        <a:lnTo>
                          <a:pt x="212" y="94"/>
                        </a:lnTo>
                        <a:lnTo>
                          <a:pt x="209" y="98"/>
                        </a:lnTo>
                        <a:lnTo>
                          <a:pt x="209" y="99"/>
                        </a:lnTo>
                        <a:lnTo>
                          <a:pt x="208" y="102"/>
                        </a:lnTo>
                        <a:lnTo>
                          <a:pt x="208" y="105"/>
                        </a:lnTo>
                        <a:lnTo>
                          <a:pt x="209" y="111"/>
                        </a:lnTo>
                        <a:lnTo>
                          <a:pt x="209" y="114"/>
                        </a:lnTo>
                        <a:lnTo>
                          <a:pt x="211" y="114"/>
                        </a:lnTo>
                        <a:lnTo>
                          <a:pt x="209" y="115"/>
                        </a:lnTo>
                        <a:lnTo>
                          <a:pt x="208" y="120"/>
                        </a:lnTo>
                        <a:lnTo>
                          <a:pt x="208" y="124"/>
                        </a:lnTo>
                        <a:lnTo>
                          <a:pt x="204" y="130"/>
                        </a:lnTo>
                        <a:lnTo>
                          <a:pt x="202" y="136"/>
                        </a:lnTo>
                        <a:lnTo>
                          <a:pt x="201" y="135"/>
                        </a:lnTo>
                        <a:lnTo>
                          <a:pt x="198" y="136"/>
                        </a:lnTo>
                        <a:lnTo>
                          <a:pt x="198" y="139"/>
                        </a:lnTo>
                        <a:lnTo>
                          <a:pt x="196" y="144"/>
                        </a:lnTo>
                        <a:lnTo>
                          <a:pt x="194" y="145"/>
                        </a:lnTo>
                        <a:lnTo>
                          <a:pt x="192" y="149"/>
                        </a:lnTo>
                        <a:lnTo>
                          <a:pt x="189" y="154"/>
                        </a:lnTo>
                        <a:lnTo>
                          <a:pt x="186" y="164"/>
                        </a:lnTo>
                        <a:lnTo>
                          <a:pt x="185" y="163"/>
                        </a:lnTo>
                        <a:lnTo>
                          <a:pt x="183" y="163"/>
                        </a:lnTo>
                        <a:lnTo>
                          <a:pt x="183" y="166"/>
                        </a:lnTo>
                        <a:lnTo>
                          <a:pt x="181" y="170"/>
                        </a:lnTo>
                        <a:lnTo>
                          <a:pt x="179" y="173"/>
                        </a:lnTo>
                        <a:lnTo>
                          <a:pt x="179" y="174"/>
                        </a:lnTo>
                        <a:lnTo>
                          <a:pt x="181" y="177"/>
                        </a:lnTo>
                        <a:lnTo>
                          <a:pt x="178" y="181"/>
                        </a:lnTo>
                        <a:lnTo>
                          <a:pt x="177" y="185"/>
                        </a:lnTo>
                        <a:lnTo>
                          <a:pt x="177" y="190"/>
                        </a:lnTo>
                        <a:lnTo>
                          <a:pt x="177" y="197"/>
                        </a:lnTo>
                        <a:lnTo>
                          <a:pt x="175" y="198"/>
                        </a:lnTo>
                        <a:lnTo>
                          <a:pt x="174" y="200"/>
                        </a:lnTo>
                        <a:lnTo>
                          <a:pt x="173" y="200"/>
                        </a:lnTo>
                        <a:lnTo>
                          <a:pt x="171" y="198"/>
                        </a:lnTo>
                        <a:lnTo>
                          <a:pt x="168" y="198"/>
                        </a:lnTo>
                        <a:lnTo>
                          <a:pt x="164" y="198"/>
                        </a:lnTo>
                        <a:lnTo>
                          <a:pt x="164" y="201"/>
                        </a:lnTo>
                        <a:lnTo>
                          <a:pt x="163" y="202"/>
                        </a:lnTo>
                        <a:lnTo>
                          <a:pt x="160" y="205"/>
                        </a:lnTo>
                        <a:lnTo>
                          <a:pt x="162" y="208"/>
                        </a:lnTo>
                        <a:lnTo>
                          <a:pt x="164" y="208"/>
                        </a:lnTo>
                        <a:lnTo>
                          <a:pt x="170" y="208"/>
                        </a:lnTo>
                        <a:lnTo>
                          <a:pt x="171" y="209"/>
                        </a:lnTo>
                        <a:lnTo>
                          <a:pt x="174" y="212"/>
                        </a:lnTo>
                        <a:lnTo>
                          <a:pt x="175" y="215"/>
                        </a:lnTo>
                        <a:lnTo>
                          <a:pt x="175" y="215"/>
                        </a:lnTo>
                        <a:lnTo>
                          <a:pt x="178" y="220"/>
                        </a:lnTo>
                        <a:lnTo>
                          <a:pt x="181" y="221"/>
                        </a:lnTo>
                        <a:lnTo>
                          <a:pt x="181" y="223"/>
                        </a:lnTo>
                        <a:lnTo>
                          <a:pt x="182" y="223"/>
                        </a:lnTo>
                        <a:lnTo>
                          <a:pt x="185" y="223"/>
                        </a:lnTo>
                        <a:lnTo>
                          <a:pt x="186" y="226"/>
                        </a:lnTo>
                        <a:lnTo>
                          <a:pt x="187" y="228"/>
                        </a:lnTo>
                        <a:lnTo>
                          <a:pt x="190" y="231"/>
                        </a:lnTo>
                        <a:lnTo>
                          <a:pt x="190" y="235"/>
                        </a:lnTo>
                        <a:lnTo>
                          <a:pt x="192" y="238"/>
                        </a:lnTo>
                        <a:lnTo>
                          <a:pt x="193" y="242"/>
                        </a:lnTo>
                        <a:lnTo>
                          <a:pt x="189" y="247"/>
                        </a:lnTo>
                        <a:lnTo>
                          <a:pt x="185" y="253"/>
                        </a:lnTo>
                        <a:lnTo>
                          <a:pt x="183" y="253"/>
                        </a:lnTo>
                        <a:lnTo>
                          <a:pt x="181" y="255"/>
                        </a:lnTo>
                        <a:lnTo>
                          <a:pt x="179" y="257"/>
                        </a:lnTo>
                        <a:lnTo>
                          <a:pt x="178" y="257"/>
                        </a:lnTo>
                        <a:lnTo>
                          <a:pt x="177" y="259"/>
                        </a:lnTo>
                        <a:lnTo>
                          <a:pt x="177" y="259"/>
                        </a:lnTo>
                        <a:lnTo>
                          <a:pt x="174" y="262"/>
                        </a:lnTo>
                        <a:lnTo>
                          <a:pt x="171" y="264"/>
                        </a:lnTo>
                        <a:lnTo>
                          <a:pt x="168" y="265"/>
                        </a:lnTo>
                        <a:lnTo>
                          <a:pt x="166" y="265"/>
                        </a:lnTo>
                        <a:lnTo>
                          <a:pt x="160" y="265"/>
                        </a:lnTo>
                        <a:lnTo>
                          <a:pt x="158" y="266"/>
                        </a:lnTo>
                        <a:lnTo>
                          <a:pt x="155" y="266"/>
                        </a:lnTo>
                        <a:lnTo>
                          <a:pt x="154" y="266"/>
                        </a:lnTo>
                        <a:lnTo>
                          <a:pt x="152" y="266"/>
                        </a:lnTo>
                        <a:lnTo>
                          <a:pt x="149" y="268"/>
                        </a:lnTo>
                        <a:lnTo>
                          <a:pt x="149" y="270"/>
                        </a:lnTo>
                        <a:lnTo>
                          <a:pt x="148" y="270"/>
                        </a:lnTo>
                        <a:lnTo>
                          <a:pt x="145" y="269"/>
                        </a:lnTo>
                        <a:lnTo>
                          <a:pt x="145" y="268"/>
                        </a:lnTo>
                        <a:lnTo>
                          <a:pt x="143" y="266"/>
                        </a:lnTo>
                        <a:lnTo>
                          <a:pt x="140" y="268"/>
                        </a:lnTo>
                        <a:lnTo>
                          <a:pt x="136" y="266"/>
                        </a:lnTo>
                        <a:lnTo>
                          <a:pt x="133" y="265"/>
                        </a:lnTo>
                        <a:lnTo>
                          <a:pt x="132" y="266"/>
                        </a:lnTo>
                        <a:lnTo>
                          <a:pt x="132" y="268"/>
                        </a:lnTo>
                        <a:lnTo>
                          <a:pt x="132" y="269"/>
                        </a:lnTo>
                        <a:lnTo>
                          <a:pt x="132" y="270"/>
                        </a:lnTo>
                        <a:lnTo>
                          <a:pt x="130" y="269"/>
                        </a:lnTo>
                        <a:lnTo>
                          <a:pt x="128" y="269"/>
                        </a:lnTo>
                        <a:lnTo>
                          <a:pt x="126" y="269"/>
                        </a:lnTo>
                        <a:lnTo>
                          <a:pt x="126" y="268"/>
                        </a:lnTo>
                        <a:lnTo>
                          <a:pt x="126" y="266"/>
                        </a:lnTo>
                        <a:lnTo>
                          <a:pt x="125" y="265"/>
                        </a:lnTo>
                        <a:lnTo>
                          <a:pt x="124" y="262"/>
                        </a:lnTo>
                        <a:lnTo>
                          <a:pt x="122" y="261"/>
                        </a:lnTo>
                        <a:lnTo>
                          <a:pt x="118" y="259"/>
                        </a:lnTo>
                        <a:lnTo>
                          <a:pt x="118" y="258"/>
                        </a:lnTo>
                        <a:lnTo>
                          <a:pt x="117" y="257"/>
                        </a:lnTo>
                        <a:lnTo>
                          <a:pt x="114" y="253"/>
                        </a:lnTo>
                        <a:lnTo>
                          <a:pt x="114" y="253"/>
                        </a:lnTo>
                        <a:lnTo>
                          <a:pt x="110" y="251"/>
                        </a:lnTo>
                        <a:lnTo>
                          <a:pt x="109" y="254"/>
                        </a:lnTo>
                        <a:lnTo>
                          <a:pt x="107" y="255"/>
                        </a:lnTo>
                        <a:lnTo>
                          <a:pt x="105" y="257"/>
                        </a:lnTo>
                        <a:lnTo>
                          <a:pt x="103" y="257"/>
                        </a:lnTo>
                        <a:lnTo>
                          <a:pt x="103" y="255"/>
                        </a:lnTo>
                        <a:lnTo>
                          <a:pt x="101" y="255"/>
                        </a:lnTo>
                        <a:lnTo>
                          <a:pt x="98" y="255"/>
                        </a:lnTo>
                        <a:lnTo>
                          <a:pt x="96" y="257"/>
                        </a:lnTo>
                        <a:lnTo>
                          <a:pt x="95" y="258"/>
                        </a:lnTo>
                        <a:lnTo>
                          <a:pt x="94" y="258"/>
                        </a:lnTo>
                        <a:lnTo>
                          <a:pt x="91" y="257"/>
                        </a:lnTo>
                        <a:lnTo>
                          <a:pt x="87" y="255"/>
                        </a:lnTo>
                        <a:lnTo>
                          <a:pt x="86" y="253"/>
                        </a:lnTo>
                        <a:lnTo>
                          <a:pt x="84" y="253"/>
                        </a:lnTo>
                        <a:lnTo>
                          <a:pt x="83" y="251"/>
                        </a:lnTo>
                        <a:lnTo>
                          <a:pt x="83" y="249"/>
                        </a:lnTo>
                        <a:lnTo>
                          <a:pt x="82" y="249"/>
                        </a:lnTo>
                        <a:lnTo>
                          <a:pt x="82" y="249"/>
                        </a:lnTo>
                        <a:lnTo>
                          <a:pt x="80" y="246"/>
                        </a:lnTo>
                        <a:lnTo>
                          <a:pt x="79" y="245"/>
                        </a:lnTo>
                        <a:lnTo>
                          <a:pt x="76" y="243"/>
                        </a:lnTo>
                        <a:lnTo>
                          <a:pt x="76" y="239"/>
                        </a:lnTo>
                        <a:lnTo>
                          <a:pt x="76" y="238"/>
                        </a:lnTo>
                        <a:lnTo>
                          <a:pt x="75" y="236"/>
                        </a:lnTo>
                        <a:lnTo>
                          <a:pt x="69" y="235"/>
                        </a:lnTo>
                        <a:lnTo>
                          <a:pt x="68" y="234"/>
                        </a:lnTo>
                        <a:lnTo>
                          <a:pt x="68" y="231"/>
                        </a:lnTo>
                        <a:lnTo>
                          <a:pt x="68" y="230"/>
                        </a:lnTo>
                        <a:lnTo>
                          <a:pt x="65" y="228"/>
                        </a:lnTo>
                        <a:lnTo>
                          <a:pt x="64" y="227"/>
                        </a:lnTo>
                        <a:lnTo>
                          <a:pt x="62" y="223"/>
                        </a:lnTo>
                        <a:lnTo>
                          <a:pt x="62" y="221"/>
                        </a:lnTo>
                        <a:lnTo>
                          <a:pt x="57" y="219"/>
                        </a:lnTo>
                        <a:lnTo>
                          <a:pt x="56" y="219"/>
                        </a:lnTo>
                        <a:lnTo>
                          <a:pt x="54" y="217"/>
                        </a:lnTo>
                        <a:lnTo>
                          <a:pt x="53" y="219"/>
                        </a:lnTo>
                        <a:lnTo>
                          <a:pt x="50" y="217"/>
                        </a:lnTo>
                        <a:lnTo>
                          <a:pt x="48" y="215"/>
                        </a:lnTo>
                        <a:lnTo>
                          <a:pt x="49" y="213"/>
                        </a:lnTo>
                        <a:lnTo>
                          <a:pt x="49" y="213"/>
                        </a:lnTo>
                        <a:lnTo>
                          <a:pt x="52" y="211"/>
                        </a:lnTo>
                        <a:lnTo>
                          <a:pt x="52" y="209"/>
                        </a:lnTo>
                        <a:lnTo>
                          <a:pt x="50" y="208"/>
                        </a:lnTo>
                        <a:lnTo>
                          <a:pt x="48" y="208"/>
                        </a:lnTo>
                        <a:lnTo>
                          <a:pt x="45" y="207"/>
                        </a:lnTo>
                        <a:lnTo>
                          <a:pt x="45" y="204"/>
                        </a:lnTo>
                        <a:lnTo>
                          <a:pt x="42" y="202"/>
                        </a:lnTo>
                        <a:lnTo>
                          <a:pt x="39" y="202"/>
                        </a:lnTo>
                        <a:lnTo>
                          <a:pt x="37" y="201"/>
                        </a:lnTo>
                        <a:lnTo>
                          <a:pt x="34" y="200"/>
                        </a:lnTo>
                        <a:lnTo>
                          <a:pt x="34" y="197"/>
                        </a:lnTo>
                        <a:lnTo>
                          <a:pt x="35" y="194"/>
                        </a:lnTo>
                        <a:lnTo>
                          <a:pt x="34" y="194"/>
                        </a:lnTo>
                        <a:lnTo>
                          <a:pt x="29" y="194"/>
                        </a:lnTo>
                        <a:lnTo>
                          <a:pt x="29" y="196"/>
                        </a:lnTo>
                        <a:lnTo>
                          <a:pt x="24" y="194"/>
                        </a:lnTo>
                        <a:lnTo>
                          <a:pt x="23" y="193"/>
                        </a:lnTo>
                        <a:lnTo>
                          <a:pt x="22" y="189"/>
                        </a:lnTo>
                        <a:lnTo>
                          <a:pt x="23" y="186"/>
                        </a:lnTo>
                        <a:lnTo>
                          <a:pt x="24" y="185"/>
                        </a:lnTo>
                        <a:lnTo>
                          <a:pt x="24" y="182"/>
                        </a:lnTo>
                        <a:lnTo>
                          <a:pt x="24" y="179"/>
                        </a:lnTo>
                        <a:lnTo>
                          <a:pt x="22" y="174"/>
                        </a:lnTo>
                        <a:lnTo>
                          <a:pt x="18" y="168"/>
                        </a:lnTo>
                        <a:lnTo>
                          <a:pt x="18" y="167"/>
                        </a:lnTo>
                        <a:lnTo>
                          <a:pt x="14" y="166"/>
                        </a:lnTo>
                        <a:lnTo>
                          <a:pt x="15" y="164"/>
                        </a:lnTo>
                        <a:lnTo>
                          <a:pt x="15" y="162"/>
                        </a:lnTo>
                        <a:lnTo>
                          <a:pt x="14" y="160"/>
                        </a:lnTo>
                        <a:lnTo>
                          <a:pt x="14" y="160"/>
                        </a:lnTo>
                        <a:lnTo>
                          <a:pt x="14" y="158"/>
                        </a:lnTo>
                        <a:lnTo>
                          <a:pt x="15" y="156"/>
                        </a:lnTo>
                        <a:lnTo>
                          <a:pt x="14" y="154"/>
                        </a:lnTo>
                        <a:lnTo>
                          <a:pt x="8" y="152"/>
                        </a:lnTo>
                        <a:lnTo>
                          <a:pt x="8" y="149"/>
                        </a:lnTo>
                        <a:lnTo>
                          <a:pt x="8" y="145"/>
                        </a:lnTo>
                        <a:lnTo>
                          <a:pt x="7" y="144"/>
                        </a:lnTo>
                        <a:lnTo>
                          <a:pt x="7" y="141"/>
                        </a:lnTo>
                        <a:lnTo>
                          <a:pt x="5" y="140"/>
                        </a:lnTo>
                        <a:lnTo>
                          <a:pt x="7" y="139"/>
                        </a:lnTo>
                        <a:lnTo>
                          <a:pt x="7" y="137"/>
                        </a:lnTo>
                        <a:lnTo>
                          <a:pt x="5" y="137"/>
                        </a:lnTo>
                        <a:lnTo>
                          <a:pt x="1" y="139"/>
                        </a:lnTo>
                        <a:lnTo>
                          <a:pt x="0" y="137"/>
                        </a:lnTo>
                        <a:lnTo>
                          <a:pt x="0" y="135"/>
                        </a:lnTo>
                        <a:lnTo>
                          <a:pt x="4" y="129"/>
                        </a:lnTo>
                        <a:lnTo>
                          <a:pt x="5" y="126"/>
                        </a:lnTo>
                        <a:lnTo>
                          <a:pt x="5" y="124"/>
                        </a:lnTo>
                        <a:lnTo>
                          <a:pt x="3" y="122"/>
                        </a:lnTo>
                        <a:lnTo>
                          <a:pt x="4" y="121"/>
                        </a:lnTo>
                        <a:lnTo>
                          <a:pt x="7" y="120"/>
                        </a:lnTo>
                        <a:lnTo>
                          <a:pt x="8" y="115"/>
                        </a:lnTo>
                        <a:lnTo>
                          <a:pt x="7" y="114"/>
                        </a:lnTo>
                        <a:lnTo>
                          <a:pt x="7" y="113"/>
                        </a:lnTo>
                        <a:lnTo>
                          <a:pt x="8" y="110"/>
                        </a:lnTo>
                        <a:lnTo>
                          <a:pt x="11" y="110"/>
                        </a:lnTo>
                        <a:lnTo>
                          <a:pt x="15" y="103"/>
                        </a:lnTo>
                        <a:lnTo>
                          <a:pt x="16" y="101"/>
                        </a:lnTo>
                        <a:lnTo>
                          <a:pt x="15" y="99"/>
                        </a:lnTo>
                        <a:lnTo>
                          <a:pt x="15" y="95"/>
                        </a:lnTo>
                        <a:lnTo>
                          <a:pt x="18" y="92"/>
                        </a:lnTo>
                        <a:lnTo>
                          <a:pt x="22" y="92"/>
                        </a:lnTo>
                        <a:lnTo>
                          <a:pt x="23" y="95"/>
                        </a:lnTo>
                        <a:lnTo>
                          <a:pt x="26" y="92"/>
                        </a:lnTo>
                        <a:lnTo>
                          <a:pt x="29" y="92"/>
                        </a:lnTo>
                        <a:lnTo>
                          <a:pt x="27" y="35"/>
                        </a:lnTo>
                        <a:lnTo>
                          <a:pt x="27" y="35"/>
                        </a:lnTo>
                        <a:lnTo>
                          <a:pt x="27" y="30"/>
                        </a:lnTo>
                        <a:lnTo>
                          <a:pt x="41" y="30"/>
                        </a:lnTo>
                        <a:lnTo>
                          <a:pt x="39" y="1"/>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24" name="Freeform 905">
                    <a:extLst>
                      <a:ext uri="{FF2B5EF4-FFF2-40B4-BE49-F238E27FC236}">
                        <a16:creationId xmlns:a16="http://schemas.microsoft.com/office/drawing/2014/main" id="{3F86ADF0-AA35-2B0B-58A8-8ADE5A70C59D}"/>
                      </a:ext>
                    </a:extLst>
                  </p:cNvPr>
                  <p:cNvSpPr>
                    <a:spLocks/>
                  </p:cNvSpPr>
                  <p:nvPr/>
                </p:nvSpPr>
                <p:spPr bwMode="auto">
                  <a:xfrm>
                    <a:off x="9675379" y="2772605"/>
                    <a:ext cx="198752" cy="136304"/>
                  </a:xfrm>
                  <a:custGeom>
                    <a:avLst/>
                    <a:gdLst/>
                    <a:ahLst/>
                    <a:cxnLst>
                      <a:cxn ang="0">
                        <a:pos x="30" y="130"/>
                      </a:cxn>
                      <a:cxn ang="0">
                        <a:pos x="26" y="121"/>
                      </a:cxn>
                      <a:cxn ang="0">
                        <a:pos x="21" y="118"/>
                      </a:cxn>
                      <a:cxn ang="0">
                        <a:pos x="15" y="110"/>
                      </a:cxn>
                      <a:cxn ang="0">
                        <a:pos x="11" y="104"/>
                      </a:cxn>
                      <a:cxn ang="0">
                        <a:pos x="2" y="103"/>
                      </a:cxn>
                      <a:cxn ang="0">
                        <a:pos x="4" y="96"/>
                      </a:cxn>
                      <a:cxn ang="0">
                        <a:pos x="11" y="93"/>
                      </a:cxn>
                      <a:cxn ang="0">
                        <a:pos x="15" y="93"/>
                      </a:cxn>
                      <a:cxn ang="0">
                        <a:pos x="17" y="80"/>
                      </a:cxn>
                      <a:cxn ang="0">
                        <a:pos x="19" y="69"/>
                      </a:cxn>
                      <a:cxn ang="0">
                        <a:pos x="23" y="61"/>
                      </a:cxn>
                      <a:cxn ang="0">
                        <a:pos x="26" y="59"/>
                      </a:cxn>
                      <a:cxn ang="0">
                        <a:pos x="34" y="40"/>
                      </a:cxn>
                      <a:cxn ang="0">
                        <a:pos x="38" y="31"/>
                      </a:cxn>
                      <a:cxn ang="0">
                        <a:pos x="44" y="25"/>
                      </a:cxn>
                      <a:cxn ang="0">
                        <a:pos x="49" y="10"/>
                      </a:cxn>
                      <a:cxn ang="0">
                        <a:pos x="56" y="10"/>
                      </a:cxn>
                      <a:cxn ang="0">
                        <a:pos x="63" y="0"/>
                      </a:cxn>
                      <a:cxn ang="0">
                        <a:pos x="71" y="5"/>
                      </a:cxn>
                      <a:cxn ang="0">
                        <a:pos x="79" y="2"/>
                      </a:cxn>
                      <a:cxn ang="0">
                        <a:pos x="85" y="2"/>
                      </a:cxn>
                      <a:cxn ang="0">
                        <a:pos x="91" y="5"/>
                      </a:cxn>
                      <a:cxn ang="0">
                        <a:pos x="99" y="8"/>
                      </a:cxn>
                      <a:cxn ang="0">
                        <a:pos x="109" y="16"/>
                      </a:cxn>
                      <a:cxn ang="0">
                        <a:pos x="113" y="19"/>
                      </a:cxn>
                      <a:cxn ang="0">
                        <a:pos x="124" y="25"/>
                      </a:cxn>
                      <a:cxn ang="0">
                        <a:pos x="127" y="34"/>
                      </a:cxn>
                      <a:cxn ang="0">
                        <a:pos x="131" y="39"/>
                      </a:cxn>
                      <a:cxn ang="0">
                        <a:pos x="129" y="49"/>
                      </a:cxn>
                      <a:cxn ang="0">
                        <a:pos x="125" y="57"/>
                      </a:cxn>
                      <a:cxn ang="0">
                        <a:pos x="135" y="57"/>
                      </a:cxn>
                      <a:cxn ang="0">
                        <a:pos x="140" y="59"/>
                      </a:cxn>
                      <a:cxn ang="0">
                        <a:pos x="148" y="74"/>
                      </a:cxn>
                      <a:cxn ang="0">
                        <a:pos x="154" y="84"/>
                      </a:cxn>
                      <a:cxn ang="0">
                        <a:pos x="218" y="99"/>
                      </a:cxn>
                      <a:cxn ang="0">
                        <a:pos x="157" y="144"/>
                      </a:cxn>
                      <a:cxn ang="0">
                        <a:pos x="147" y="146"/>
                      </a:cxn>
                      <a:cxn ang="0">
                        <a:pos x="140" y="153"/>
                      </a:cxn>
                      <a:cxn ang="0">
                        <a:pos x="129" y="159"/>
                      </a:cxn>
                      <a:cxn ang="0">
                        <a:pos x="120" y="160"/>
                      </a:cxn>
                      <a:cxn ang="0">
                        <a:pos x="114" y="153"/>
                      </a:cxn>
                      <a:cxn ang="0">
                        <a:pos x="104" y="156"/>
                      </a:cxn>
                      <a:cxn ang="0">
                        <a:pos x="95" y="164"/>
                      </a:cxn>
                      <a:cxn ang="0">
                        <a:pos x="89" y="164"/>
                      </a:cxn>
                      <a:cxn ang="0">
                        <a:pos x="76" y="163"/>
                      </a:cxn>
                      <a:cxn ang="0">
                        <a:pos x="68" y="157"/>
                      </a:cxn>
                      <a:cxn ang="0">
                        <a:pos x="52" y="150"/>
                      </a:cxn>
                      <a:cxn ang="0">
                        <a:pos x="42" y="150"/>
                      </a:cxn>
                      <a:cxn ang="0">
                        <a:pos x="38" y="138"/>
                      </a:cxn>
                      <a:cxn ang="0">
                        <a:pos x="33" y="137"/>
                      </a:cxn>
                    </a:cxnLst>
                    <a:rect l="0" t="0" r="r" b="b"/>
                    <a:pathLst>
                      <a:path w="218" h="164">
                        <a:moveTo>
                          <a:pt x="33" y="137"/>
                        </a:moveTo>
                        <a:lnTo>
                          <a:pt x="32" y="133"/>
                        </a:lnTo>
                        <a:lnTo>
                          <a:pt x="30" y="130"/>
                        </a:lnTo>
                        <a:lnTo>
                          <a:pt x="30" y="126"/>
                        </a:lnTo>
                        <a:lnTo>
                          <a:pt x="27" y="123"/>
                        </a:lnTo>
                        <a:lnTo>
                          <a:pt x="26" y="121"/>
                        </a:lnTo>
                        <a:lnTo>
                          <a:pt x="25" y="118"/>
                        </a:lnTo>
                        <a:lnTo>
                          <a:pt x="22" y="118"/>
                        </a:lnTo>
                        <a:lnTo>
                          <a:pt x="21" y="118"/>
                        </a:lnTo>
                        <a:lnTo>
                          <a:pt x="21" y="116"/>
                        </a:lnTo>
                        <a:lnTo>
                          <a:pt x="18" y="115"/>
                        </a:lnTo>
                        <a:lnTo>
                          <a:pt x="15" y="110"/>
                        </a:lnTo>
                        <a:lnTo>
                          <a:pt x="15" y="110"/>
                        </a:lnTo>
                        <a:lnTo>
                          <a:pt x="14" y="107"/>
                        </a:lnTo>
                        <a:lnTo>
                          <a:pt x="11" y="104"/>
                        </a:lnTo>
                        <a:lnTo>
                          <a:pt x="10" y="103"/>
                        </a:lnTo>
                        <a:lnTo>
                          <a:pt x="4" y="103"/>
                        </a:lnTo>
                        <a:lnTo>
                          <a:pt x="2" y="103"/>
                        </a:lnTo>
                        <a:lnTo>
                          <a:pt x="0" y="100"/>
                        </a:lnTo>
                        <a:lnTo>
                          <a:pt x="3" y="97"/>
                        </a:lnTo>
                        <a:lnTo>
                          <a:pt x="4" y="96"/>
                        </a:lnTo>
                        <a:lnTo>
                          <a:pt x="4" y="93"/>
                        </a:lnTo>
                        <a:lnTo>
                          <a:pt x="8" y="93"/>
                        </a:lnTo>
                        <a:lnTo>
                          <a:pt x="11" y="93"/>
                        </a:lnTo>
                        <a:lnTo>
                          <a:pt x="13" y="95"/>
                        </a:lnTo>
                        <a:lnTo>
                          <a:pt x="14" y="95"/>
                        </a:lnTo>
                        <a:lnTo>
                          <a:pt x="15" y="93"/>
                        </a:lnTo>
                        <a:lnTo>
                          <a:pt x="17" y="92"/>
                        </a:lnTo>
                        <a:lnTo>
                          <a:pt x="17" y="85"/>
                        </a:lnTo>
                        <a:lnTo>
                          <a:pt x="17" y="80"/>
                        </a:lnTo>
                        <a:lnTo>
                          <a:pt x="18" y="76"/>
                        </a:lnTo>
                        <a:lnTo>
                          <a:pt x="21" y="72"/>
                        </a:lnTo>
                        <a:lnTo>
                          <a:pt x="19" y="69"/>
                        </a:lnTo>
                        <a:lnTo>
                          <a:pt x="19" y="68"/>
                        </a:lnTo>
                        <a:lnTo>
                          <a:pt x="21" y="65"/>
                        </a:lnTo>
                        <a:lnTo>
                          <a:pt x="23" y="61"/>
                        </a:lnTo>
                        <a:lnTo>
                          <a:pt x="23" y="58"/>
                        </a:lnTo>
                        <a:lnTo>
                          <a:pt x="25" y="58"/>
                        </a:lnTo>
                        <a:lnTo>
                          <a:pt x="26" y="59"/>
                        </a:lnTo>
                        <a:lnTo>
                          <a:pt x="29" y="49"/>
                        </a:lnTo>
                        <a:lnTo>
                          <a:pt x="32" y="44"/>
                        </a:lnTo>
                        <a:lnTo>
                          <a:pt x="34" y="40"/>
                        </a:lnTo>
                        <a:lnTo>
                          <a:pt x="36" y="39"/>
                        </a:lnTo>
                        <a:lnTo>
                          <a:pt x="38" y="34"/>
                        </a:lnTo>
                        <a:lnTo>
                          <a:pt x="38" y="31"/>
                        </a:lnTo>
                        <a:lnTo>
                          <a:pt x="41" y="30"/>
                        </a:lnTo>
                        <a:lnTo>
                          <a:pt x="42" y="31"/>
                        </a:lnTo>
                        <a:lnTo>
                          <a:pt x="44" y="25"/>
                        </a:lnTo>
                        <a:lnTo>
                          <a:pt x="48" y="19"/>
                        </a:lnTo>
                        <a:lnTo>
                          <a:pt x="48" y="15"/>
                        </a:lnTo>
                        <a:lnTo>
                          <a:pt x="49" y="10"/>
                        </a:lnTo>
                        <a:lnTo>
                          <a:pt x="51" y="9"/>
                        </a:lnTo>
                        <a:lnTo>
                          <a:pt x="52" y="9"/>
                        </a:lnTo>
                        <a:lnTo>
                          <a:pt x="56" y="10"/>
                        </a:lnTo>
                        <a:lnTo>
                          <a:pt x="56" y="8"/>
                        </a:lnTo>
                        <a:lnTo>
                          <a:pt x="59" y="8"/>
                        </a:lnTo>
                        <a:lnTo>
                          <a:pt x="63" y="0"/>
                        </a:lnTo>
                        <a:lnTo>
                          <a:pt x="64" y="1"/>
                        </a:lnTo>
                        <a:lnTo>
                          <a:pt x="66" y="2"/>
                        </a:lnTo>
                        <a:lnTo>
                          <a:pt x="71" y="5"/>
                        </a:lnTo>
                        <a:lnTo>
                          <a:pt x="74" y="5"/>
                        </a:lnTo>
                        <a:lnTo>
                          <a:pt x="76" y="2"/>
                        </a:lnTo>
                        <a:lnTo>
                          <a:pt x="79" y="2"/>
                        </a:lnTo>
                        <a:lnTo>
                          <a:pt x="80" y="4"/>
                        </a:lnTo>
                        <a:lnTo>
                          <a:pt x="82" y="2"/>
                        </a:lnTo>
                        <a:lnTo>
                          <a:pt x="85" y="2"/>
                        </a:lnTo>
                        <a:lnTo>
                          <a:pt x="89" y="6"/>
                        </a:lnTo>
                        <a:lnTo>
                          <a:pt x="89" y="5"/>
                        </a:lnTo>
                        <a:lnTo>
                          <a:pt x="91" y="5"/>
                        </a:lnTo>
                        <a:lnTo>
                          <a:pt x="94" y="5"/>
                        </a:lnTo>
                        <a:lnTo>
                          <a:pt x="97" y="8"/>
                        </a:lnTo>
                        <a:lnTo>
                          <a:pt x="99" y="8"/>
                        </a:lnTo>
                        <a:lnTo>
                          <a:pt x="104" y="13"/>
                        </a:lnTo>
                        <a:lnTo>
                          <a:pt x="105" y="15"/>
                        </a:lnTo>
                        <a:lnTo>
                          <a:pt x="109" y="16"/>
                        </a:lnTo>
                        <a:lnTo>
                          <a:pt x="110" y="16"/>
                        </a:lnTo>
                        <a:lnTo>
                          <a:pt x="113" y="17"/>
                        </a:lnTo>
                        <a:lnTo>
                          <a:pt x="113" y="19"/>
                        </a:lnTo>
                        <a:lnTo>
                          <a:pt x="117" y="20"/>
                        </a:lnTo>
                        <a:lnTo>
                          <a:pt x="121" y="24"/>
                        </a:lnTo>
                        <a:lnTo>
                          <a:pt x="124" y="25"/>
                        </a:lnTo>
                        <a:lnTo>
                          <a:pt x="127" y="28"/>
                        </a:lnTo>
                        <a:lnTo>
                          <a:pt x="127" y="31"/>
                        </a:lnTo>
                        <a:lnTo>
                          <a:pt x="127" y="34"/>
                        </a:lnTo>
                        <a:lnTo>
                          <a:pt x="129" y="34"/>
                        </a:lnTo>
                        <a:lnTo>
                          <a:pt x="133" y="39"/>
                        </a:lnTo>
                        <a:lnTo>
                          <a:pt x="131" y="39"/>
                        </a:lnTo>
                        <a:lnTo>
                          <a:pt x="129" y="43"/>
                        </a:lnTo>
                        <a:lnTo>
                          <a:pt x="128" y="46"/>
                        </a:lnTo>
                        <a:lnTo>
                          <a:pt x="129" y="49"/>
                        </a:lnTo>
                        <a:lnTo>
                          <a:pt x="128" y="51"/>
                        </a:lnTo>
                        <a:lnTo>
                          <a:pt x="127" y="54"/>
                        </a:lnTo>
                        <a:lnTo>
                          <a:pt x="125" y="57"/>
                        </a:lnTo>
                        <a:lnTo>
                          <a:pt x="127" y="59"/>
                        </a:lnTo>
                        <a:lnTo>
                          <a:pt x="132" y="58"/>
                        </a:lnTo>
                        <a:lnTo>
                          <a:pt x="135" y="57"/>
                        </a:lnTo>
                        <a:lnTo>
                          <a:pt x="139" y="55"/>
                        </a:lnTo>
                        <a:lnTo>
                          <a:pt x="142" y="57"/>
                        </a:lnTo>
                        <a:lnTo>
                          <a:pt x="140" y="59"/>
                        </a:lnTo>
                        <a:lnTo>
                          <a:pt x="142" y="65"/>
                        </a:lnTo>
                        <a:lnTo>
                          <a:pt x="144" y="72"/>
                        </a:lnTo>
                        <a:lnTo>
                          <a:pt x="148" y="74"/>
                        </a:lnTo>
                        <a:lnTo>
                          <a:pt x="147" y="78"/>
                        </a:lnTo>
                        <a:lnTo>
                          <a:pt x="150" y="82"/>
                        </a:lnTo>
                        <a:lnTo>
                          <a:pt x="154" y="84"/>
                        </a:lnTo>
                        <a:lnTo>
                          <a:pt x="158" y="87"/>
                        </a:lnTo>
                        <a:lnTo>
                          <a:pt x="200" y="99"/>
                        </a:lnTo>
                        <a:lnTo>
                          <a:pt x="218" y="99"/>
                        </a:lnTo>
                        <a:lnTo>
                          <a:pt x="174" y="144"/>
                        </a:lnTo>
                        <a:lnTo>
                          <a:pt x="165" y="142"/>
                        </a:lnTo>
                        <a:lnTo>
                          <a:pt x="157" y="144"/>
                        </a:lnTo>
                        <a:lnTo>
                          <a:pt x="154" y="145"/>
                        </a:lnTo>
                        <a:lnTo>
                          <a:pt x="151" y="145"/>
                        </a:lnTo>
                        <a:lnTo>
                          <a:pt x="147" y="146"/>
                        </a:lnTo>
                        <a:lnTo>
                          <a:pt x="146" y="150"/>
                        </a:lnTo>
                        <a:lnTo>
                          <a:pt x="143" y="152"/>
                        </a:lnTo>
                        <a:lnTo>
                          <a:pt x="140" y="153"/>
                        </a:lnTo>
                        <a:lnTo>
                          <a:pt x="135" y="154"/>
                        </a:lnTo>
                        <a:lnTo>
                          <a:pt x="131" y="156"/>
                        </a:lnTo>
                        <a:lnTo>
                          <a:pt x="129" y="159"/>
                        </a:lnTo>
                        <a:lnTo>
                          <a:pt x="129" y="159"/>
                        </a:lnTo>
                        <a:lnTo>
                          <a:pt x="125" y="159"/>
                        </a:lnTo>
                        <a:lnTo>
                          <a:pt x="120" y="160"/>
                        </a:lnTo>
                        <a:lnTo>
                          <a:pt x="117" y="159"/>
                        </a:lnTo>
                        <a:lnTo>
                          <a:pt x="116" y="154"/>
                        </a:lnTo>
                        <a:lnTo>
                          <a:pt x="114" y="153"/>
                        </a:lnTo>
                        <a:lnTo>
                          <a:pt x="108" y="154"/>
                        </a:lnTo>
                        <a:lnTo>
                          <a:pt x="106" y="156"/>
                        </a:lnTo>
                        <a:lnTo>
                          <a:pt x="104" y="156"/>
                        </a:lnTo>
                        <a:lnTo>
                          <a:pt x="101" y="157"/>
                        </a:lnTo>
                        <a:lnTo>
                          <a:pt x="99" y="159"/>
                        </a:lnTo>
                        <a:lnTo>
                          <a:pt x="95" y="164"/>
                        </a:lnTo>
                        <a:lnTo>
                          <a:pt x="93" y="164"/>
                        </a:lnTo>
                        <a:lnTo>
                          <a:pt x="91" y="164"/>
                        </a:lnTo>
                        <a:lnTo>
                          <a:pt x="89" y="164"/>
                        </a:lnTo>
                        <a:lnTo>
                          <a:pt x="85" y="164"/>
                        </a:lnTo>
                        <a:lnTo>
                          <a:pt x="82" y="163"/>
                        </a:lnTo>
                        <a:lnTo>
                          <a:pt x="76" y="163"/>
                        </a:lnTo>
                        <a:lnTo>
                          <a:pt x="74" y="163"/>
                        </a:lnTo>
                        <a:lnTo>
                          <a:pt x="71" y="160"/>
                        </a:lnTo>
                        <a:lnTo>
                          <a:pt x="68" y="157"/>
                        </a:lnTo>
                        <a:lnTo>
                          <a:pt x="63" y="152"/>
                        </a:lnTo>
                        <a:lnTo>
                          <a:pt x="60" y="149"/>
                        </a:lnTo>
                        <a:lnTo>
                          <a:pt x="52" y="150"/>
                        </a:lnTo>
                        <a:lnTo>
                          <a:pt x="49" y="149"/>
                        </a:lnTo>
                        <a:lnTo>
                          <a:pt x="45" y="150"/>
                        </a:lnTo>
                        <a:lnTo>
                          <a:pt x="42" y="150"/>
                        </a:lnTo>
                        <a:lnTo>
                          <a:pt x="41" y="146"/>
                        </a:lnTo>
                        <a:lnTo>
                          <a:pt x="41" y="138"/>
                        </a:lnTo>
                        <a:lnTo>
                          <a:pt x="38" y="138"/>
                        </a:lnTo>
                        <a:lnTo>
                          <a:pt x="36" y="138"/>
                        </a:lnTo>
                        <a:lnTo>
                          <a:pt x="34" y="135"/>
                        </a:lnTo>
                        <a:lnTo>
                          <a:pt x="33" y="137"/>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25" name="Freeform 906">
                    <a:extLst>
                      <a:ext uri="{FF2B5EF4-FFF2-40B4-BE49-F238E27FC236}">
                        <a16:creationId xmlns:a16="http://schemas.microsoft.com/office/drawing/2014/main" id="{07703820-03C7-B182-EE86-D93F03EE0EE2}"/>
                      </a:ext>
                    </a:extLst>
                  </p:cNvPr>
                  <p:cNvSpPr>
                    <a:spLocks/>
                  </p:cNvSpPr>
                  <p:nvPr/>
                </p:nvSpPr>
                <p:spPr bwMode="auto">
                  <a:xfrm>
                    <a:off x="9719141" y="2733543"/>
                    <a:ext cx="86613" cy="71476"/>
                  </a:xfrm>
                  <a:custGeom>
                    <a:avLst/>
                    <a:gdLst/>
                    <a:ahLst/>
                    <a:cxnLst>
                      <a:cxn ang="0">
                        <a:pos x="81" y="81"/>
                      </a:cxn>
                      <a:cxn ang="0">
                        <a:pos x="79" y="78"/>
                      </a:cxn>
                      <a:cxn ang="0">
                        <a:pos x="76" y="72"/>
                      </a:cxn>
                      <a:cxn ang="0">
                        <a:pos x="69" y="67"/>
                      </a:cxn>
                      <a:cxn ang="0">
                        <a:pos x="65" y="64"/>
                      </a:cxn>
                      <a:cxn ang="0">
                        <a:pos x="61" y="63"/>
                      </a:cxn>
                      <a:cxn ang="0">
                        <a:pos x="56" y="60"/>
                      </a:cxn>
                      <a:cxn ang="0">
                        <a:pos x="49" y="55"/>
                      </a:cxn>
                      <a:cxn ang="0">
                        <a:pos x="43" y="52"/>
                      </a:cxn>
                      <a:cxn ang="0">
                        <a:pos x="41" y="53"/>
                      </a:cxn>
                      <a:cxn ang="0">
                        <a:pos x="34" y="49"/>
                      </a:cxn>
                      <a:cxn ang="0">
                        <a:pos x="31" y="49"/>
                      </a:cxn>
                      <a:cxn ang="0">
                        <a:pos x="26" y="52"/>
                      </a:cxn>
                      <a:cxn ang="0">
                        <a:pos x="18" y="49"/>
                      </a:cxn>
                      <a:cxn ang="0">
                        <a:pos x="15" y="47"/>
                      </a:cxn>
                      <a:cxn ang="0">
                        <a:pos x="8" y="55"/>
                      </a:cxn>
                      <a:cxn ang="0">
                        <a:pos x="4" y="56"/>
                      </a:cxn>
                      <a:cxn ang="0">
                        <a:pos x="1" y="53"/>
                      </a:cxn>
                      <a:cxn ang="0">
                        <a:pos x="0" y="44"/>
                      </a:cxn>
                      <a:cxn ang="0">
                        <a:pos x="1" y="40"/>
                      </a:cxn>
                      <a:cxn ang="0">
                        <a:pos x="5" y="29"/>
                      </a:cxn>
                      <a:cxn ang="0">
                        <a:pos x="8" y="24"/>
                      </a:cxn>
                      <a:cxn ang="0">
                        <a:pos x="5" y="21"/>
                      </a:cxn>
                      <a:cxn ang="0">
                        <a:pos x="7" y="14"/>
                      </a:cxn>
                      <a:cxn ang="0">
                        <a:pos x="12" y="14"/>
                      </a:cxn>
                      <a:cxn ang="0">
                        <a:pos x="12" y="11"/>
                      </a:cxn>
                      <a:cxn ang="0">
                        <a:pos x="15" y="9"/>
                      </a:cxn>
                      <a:cxn ang="0">
                        <a:pos x="20" y="7"/>
                      </a:cxn>
                      <a:cxn ang="0">
                        <a:pos x="23" y="5"/>
                      </a:cxn>
                      <a:cxn ang="0">
                        <a:pos x="27" y="0"/>
                      </a:cxn>
                      <a:cxn ang="0">
                        <a:pos x="31" y="5"/>
                      </a:cxn>
                      <a:cxn ang="0">
                        <a:pos x="39" y="30"/>
                      </a:cxn>
                      <a:cxn ang="0">
                        <a:pos x="41" y="34"/>
                      </a:cxn>
                      <a:cxn ang="0">
                        <a:pos x="42" y="36"/>
                      </a:cxn>
                      <a:cxn ang="0">
                        <a:pos x="45" y="44"/>
                      </a:cxn>
                      <a:cxn ang="0">
                        <a:pos x="47" y="40"/>
                      </a:cxn>
                      <a:cxn ang="0">
                        <a:pos x="46" y="37"/>
                      </a:cxn>
                      <a:cxn ang="0">
                        <a:pos x="50" y="41"/>
                      </a:cxn>
                      <a:cxn ang="0">
                        <a:pos x="51" y="45"/>
                      </a:cxn>
                      <a:cxn ang="0">
                        <a:pos x="54" y="47"/>
                      </a:cxn>
                      <a:cxn ang="0">
                        <a:pos x="57" y="47"/>
                      </a:cxn>
                      <a:cxn ang="0">
                        <a:pos x="62" y="49"/>
                      </a:cxn>
                      <a:cxn ang="0">
                        <a:pos x="68" y="51"/>
                      </a:cxn>
                      <a:cxn ang="0">
                        <a:pos x="73" y="57"/>
                      </a:cxn>
                      <a:cxn ang="0">
                        <a:pos x="77" y="63"/>
                      </a:cxn>
                      <a:cxn ang="0">
                        <a:pos x="81" y="66"/>
                      </a:cxn>
                      <a:cxn ang="0">
                        <a:pos x="83" y="66"/>
                      </a:cxn>
                      <a:cxn ang="0">
                        <a:pos x="87" y="72"/>
                      </a:cxn>
                      <a:cxn ang="0">
                        <a:pos x="88" y="77"/>
                      </a:cxn>
                      <a:cxn ang="0">
                        <a:pos x="91" y="79"/>
                      </a:cxn>
                      <a:cxn ang="0">
                        <a:pos x="94" y="78"/>
                      </a:cxn>
                      <a:cxn ang="0">
                        <a:pos x="95" y="79"/>
                      </a:cxn>
                      <a:cxn ang="0">
                        <a:pos x="90" y="83"/>
                      </a:cxn>
                      <a:cxn ang="0">
                        <a:pos x="85" y="86"/>
                      </a:cxn>
                    </a:cxnLst>
                    <a:rect l="0" t="0" r="r" b="b"/>
                    <a:pathLst>
                      <a:path w="95" h="86">
                        <a:moveTo>
                          <a:pt x="85" y="86"/>
                        </a:moveTo>
                        <a:lnTo>
                          <a:pt x="81" y="81"/>
                        </a:lnTo>
                        <a:lnTo>
                          <a:pt x="79" y="81"/>
                        </a:lnTo>
                        <a:lnTo>
                          <a:pt x="79" y="78"/>
                        </a:lnTo>
                        <a:lnTo>
                          <a:pt x="79" y="75"/>
                        </a:lnTo>
                        <a:lnTo>
                          <a:pt x="76" y="72"/>
                        </a:lnTo>
                        <a:lnTo>
                          <a:pt x="73" y="71"/>
                        </a:lnTo>
                        <a:lnTo>
                          <a:pt x="69" y="67"/>
                        </a:lnTo>
                        <a:lnTo>
                          <a:pt x="65" y="66"/>
                        </a:lnTo>
                        <a:lnTo>
                          <a:pt x="65" y="64"/>
                        </a:lnTo>
                        <a:lnTo>
                          <a:pt x="62" y="63"/>
                        </a:lnTo>
                        <a:lnTo>
                          <a:pt x="61" y="63"/>
                        </a:lnTo>
                        <a:lnTo>
                          <a:pt x="57" y="62"/>
                        </a:lnTo>
                        <a:lnTo>
                          <a:pt x="56" y="60"/>
                        </a:lnTo>
                        <a:lnTo>
                          <a:pt x="51" y="55"/>
                        </a:lnTo>
                        <a:lnTo>
                          <a:pt x="49" y="55"/>
                        </a:lnTo>
                        <a:lnTo>
                          <a:pt x="46" y="52"/>
                        </a:lnTo>
                        <a:lnTo>
                          <a:pt x="43" y="52"/>
                        </a:lnTo>
                        <a:lnTo>
                          <a:pt x="41" y="52"/>
                        </a:lnTo>
                        <a:lnTo>
                          <a:pt x="41" y="53"/>
                        </a:lnTo>
                        <a:lnTo>
                          <a:pt x="37" y="49"/>
                        </a:lnTo>
                        <a:lnTo>
                          <a:pt x="34" y="49"/>
                        </a:lnTo>
                        <a:lnTo>
                          <a:pt x="32" y="51"/>
                        </a:lnTo>
                        <a:lnTo>
                          <a:pt x="31" y="49"/>
                        </a:lnTo>
                        <a:lnTo>
                          <a:pt x="28" y="49"/>
                        </a:lnTo>
                        <a:lnTo>
                          <a:pt x="26" y="52"/>
                        </a:lnTo>
                        <a:lnTo>
                          <a:pt x="23" y="52"/>
                        </a:lnTo>
                        <a:lnTo>
                          <a:pt x="18" y="49"/>
                        </a:lnTo>
                        <a:lnTo>
                          <a:pt x="16" y="48"/>
                        </a:lnTo>
                        <a:lnTo>
                          <a:pt x="15" y="47"/>
                        </a:lnTo>
                        <a:lnTo>
                          <a:pt x="11" y="55"/>
                        </a:lnTo>
                        <a:lnTo>
                          <a:pt x="8" y="55"/>
                        </a:lnTo>
                        <a:lnTo>
                          <a:pt x="8" y="57"/>
                        </a:lnTo>
                        <a:lnTo>
                          <a:pt x="4" y="56"/>
                        </a:lnTo>
                        <a:lnTo>
                          <a:pt x="1" y="56"/>
                        </a:lnTo>
                        <a:lnTo>
                          <a:pt x="1" y="53"/>
                        </a:lnTo>
                        <a:lnTo>
                          <a:pt x="0" y="47"/>
                        </a:lnTo>
                        <a:lnTo>
                          <a:pt x="0" y="44"/>
                        </a:lnTo>
                        <a:lnTo>
                          <a:pt x="1" y="41"/>
                        </a:lnTo>
                        <a:lnTo>
                          <a:pt x="1" y="40"/>
                        </a:lnTo>
                        <a:lnTo>
                          <a:pt x="4" y="36"/>
                        </a:lnTo>
                        <a:lnTo>
                          <a:pt x="5" y="29"/>
                        </a:lnTo>
                        <a:lnTo>
                          <a:pt x="7" y="25"/>
                        </a:lnTo>
                        <a:lnTo>
                          <a:pt x="8" y="24"/>
                        </a:lnTo>
                        <a:lnTo>
                          <a:pt x="7" y="22"/>
                        </a:lnTo>
                        <a:lnTo>
                          <a:pt x="5" y="21"/>
                        </a:lnTo>
                        <a:lnTo>
                          <a:pt x="7" y="18"/>
                        </a:lnTo>
                        <a:lnTo>
                          <a:pt x="7" y="14"/>
                        </a:lnTo>
                        <a:lnTo>
                          <a:pt x="8" y="14"/>
                        </a:lnTo>
                        <a:lnTo>
                          <a:pt x="12" y="14"/>
                        </a:lnTo>
                        <a:lnTo>
                          <a:pt x="12" y="13"/>
                        </a:lnTo>
                        <a:lnTo>
                          <a:pt x="12" y="11"/>
                        </a:lnTo>
                        <a:lnTo>
                          <a:pt x="12" y="9"/>
                        </a:lnTo>
                        <a:lnTo>
                          <a:pt x="15" y="9"/>
                        </a:lnTo>
                        <a:lnTo>
                          <a:pt x="16" y="7"/>
                        </a:lnTo>
                        <a:lnTo>
                          <a:pt x="20" y="7"/>
                        </a:lnTo>
                        <a:lnTo>
                          <a:pt x="22" y="6"/>
                        </a:lnTo>
                        <a:lnTo>
                          <a:pt x="23" y="5"/>
                        </a:lnTo>
                        <a:lnTo>
                          <a:pt x="26" y="3"/>
                        </a:lnTo>
                        <a:lnTo>
                          <a:pt x="27" y="0"/>
                        </a:lnTo>
                        <a:lnTo>
                          <a:pt x="27" y="0"/>
                        </a:lnTo>
                        <a:lnTo>
                          <a:pt x="31" y="5"/>
                        </a:lnTo>
                        <a:lnTo>
                          <a:pt x="37" y="19"/>
                        </a:lnTo>
                        <a:lnTo>
                          <a:pt x="39" y="30"/>
                        </a:lnTo>
                        <a:lnTo>
                          <a:pt x="41" y="30"/>
                        </a:lnTo>
                        <a:lnTo>
                          <a:pt x="41" y="34"/>
                        </a:lnTo>
                        <a:lnTo>
                          <a:pt x="41" y="36"/>
                        </a:lnTo>
                        <a:lnTo>
                          <a:pt x="42" y="36"/>
                        </a:lnTo>
                        <a:lnTo>
                          <a:pt x="43" y="40"/>
                        </a:lnTo>
                        <a:lnTo>
                          <a:pt x="45" y="44"/>
                        </a:lnTo>
                        <a:lnTo>
                          <a:pt x="47" y="44"/>
                        </a:lnTo>
                        <a:lnTo>
                          <a:pt x="47" y="40"/>
                        </a:lnTo>
                        <a:lnTo>
                          <a:pt x="46" y="40"/>
                        </a:lnTo>
                        <a:lnTo>
                          <a:pt x="46" y="37"/>
                        </a:lnTo>
                        <a:lnTo>
                          <a:pt x="47" y="37"/>
                        </a:lnTo>
                        <a:lnTo>
                          <a:pt x="50" y="41"/>
                        </a:lnTo>
                        <a:lnTo>
                          <a:pt x="49" y="43"/>
                        </a:lnTo>
                        <a:lnTo>
                          <a:pt x="51" y="45"/>
                        </a:lnTo>
                        <a:lnTo>
                          <a:pt x="53" y="47"/>
                        </a:lnTo>
                        <a:lnTo>
                          <a:pt x="54" y="47"/>
                        </a:lnTo>
                        <a:lnTo>
                          <a:pt x="57" y="45"/>
                        </a:lnTo>
                        <a:lnTo>
                          <a:pt x="57" y="47"/>
                        </a:lnTo>
                        <a:lnTo>
                          <a:pt x="60" y="45"/>
                        </a:lnTo>
                        <a:lnTo>
                          <a:pt x="62" y="49"/>
                        </a:lnTo>
                        <a:lnTo>
                          <a:pt x="64" y="51"/>
                        </a:lnTo>
                        <a:lnTo>
                          <a:pt x="68" y="51"/>
                        </a:lnTo>
                        <a:lnTo>
                          <a:pt x="68" y="53"/>
                        </a:lnTo>
                        <a:lnTo>
                          <a:pt x="73" y="57"/>
                        </a:lnTo>
                        <a:lnTo>
                          <a:pt x="75" y="62"/>
                        </a:lnTo>
                        <a:lnTo>
                          <a:pt x="77" y="63"/>
                        </a:lnTo>
                        <a:lnTo>
                          <a:pt x="80" y="66"/>
                        </a:lnTo>
                        <a:lnTo>
                          <a:pt x="81" y="66"/>
                        </a:lnTo>
                        <a:lnTo>
                          <a:pt x="81" y="64"/>
                        </a:lnTo>
                        <a:lnTo>
                          <a:pt x="83" y="66"/>
                        </a:lnTo>
                        <a:lnTo>
                          <a:pt x="84" y="72"/>
                        </a:lnTo>
                        <a:lnTo>
                          <a:pt x="87" y="72"/>
                        </a:lnTo>
                        <a:lnTo>
                          <a:pt x="88" y="75"/>
                        </a:lnTo>
                        <a:lnTo>
                          <a:pt x="88" y="77"/>
                        </a:lnTo>
                        <a:lnTo>
                          <a:pt x="90" y="79"/>
                        </a:lnTo>
                        <a:lnTo>
                          <a:pt x="91" y="79"/>
                        </a:lnTo>
                        <a:lnTo>
                          <a:pt x="92" y="79"/>
                        </a:lnTo>
                        <a:lnTo>
                          <a:pt x="94" y="78"/>
                        </a:lnTo>
                        <a:lnTo>
                          <a:pt x="94" y="79"/>
                        </a:lnTo>
                        <a:lnTo>
                          <a:pt x="95" y="79"/>
                        </a:lnTo>
                        <a:lnTo>
                          <a:pt x="92" y="82"/>
                        </a:lnTo>
                        <a:lnTo>
                          <a:pt x="90" y="83"/>
                        </a:lnTo>
                        <a:lnTo>
                          <a:pt x="88" y="85"/>
                        </a:lnTo>
                        <a:lnTo>
                          <a:pt x="85" y="86"/>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26" name="Freeform 907">
                    <a:extLst>
                      <a:ext uri="{FF2B5EF4-FFF2-40B4-BE49-F238E27FC236}">
                        <a16:creationId xmlns:a16="http://schemas.microsoft.com/office/drawing/2014/main" id="{61CFB202-C5CD-2453-2D1C-84BCA1B1EC72}"/>
                      </a:ext>
                    </a:extLst>
                  </p:cNvPr>
                  <p:cNvSpPr>
                    <a:spLocks/>
                  </p:cNvSpPr>
                  <p:nvPr/>
                </p:nvSpPr>
                <p:spPr bwMode="auto">
                  <a:xfrm>
                    <a:off x="9719141" y="2733543"/>
                    <a:ext cx="86613" cy="71476"/>
                  </a:xfrm>
                  <a:custGeom>
                    <a:avLst/>
                    <a:gdLst/>
                    <a:ahLst/>
                    <a:cxnLst>
                      <a:cxn ang="0">
                        <a:pos x="81" y="81"/>
                      </a:cxn>
                      <a:cxn ang="0">
                        <a:pos x="79" y="78"/>
                      </a:cxn>
                      <a:cxn ang="0">
                        <a:pos x="76" y="72"/>
                      </a:cxn>
                      <a:cxn ang="0">
                        <a:pos x="69" y="67"/>
                      </a:cxn>
                      <a:cxn ang="0">
                        <a:pos x="65" y="64"/>
                      </a:cxn>
                      <a:cxn ang="0">
                        <a:pos x="61" y="63"/>
                      </a:cxn>
                      <a:cxn ang="0">
                        <a:pos x="56" y="60"/>
                      </a:cxn>
                      <a:cxn ang="0">
                        <a:pos x="49" y="55"/>
                      </a:cxn>
                      <a:cxn ang="0">
                        <a:pos x="43" y="52"/>
                      </a:cxn>
                      <a:cxn ang="0">
                        <a:pos x="41" y="53"/>
                      </a:cxn>
                      <a:cxn ang="0">
                        <a:pos x="34" y="49"/>
                      </a:cxn>
                      <a:cxn ang="0">
                        <a:pos x="31" y="49"/>
                      </a:cxn>
                      <a:cxn ang="0">
                        <a:pos x="26" y="52"/>
                      </a:cxn>
                      <a:cxn ang="0">
                        <a:pos x="18" y="49"/>
                      </a:cxn>
                      <a:cxn ang="0">
                        <a:pos x="15" y="47"/>
                      </a:cxn>
                      <a:cxn ang="0">
                        <a:pos x="8" y="55"/>
                      </a:cxn>
                      <a:cxn ang="0">
                        <a:pos x="4" y="56"/>
                      </a:cxn>
                      <a:cxn ang="0">
                        <a:pos x="1" y="53"/>
                      </a:cxn>
                      <a:cxn ang="0">
                        <a:pos x="0" y="44"/>
                      </a:cxn>
                      <a:cxn ang="0">
                        <a:pos x="1" y="40"/>
                      </a:cxn>
                      <a:cxn ang="0">
                        <a:pos x="5" y="29"/>
                      </a:cxn>
                      <a:cxn ang="0">
                        <a:pos x="8" y="24"/>
                      </a:cxn>
                      <a:cxn ang="0">
                        <a:pos x="5" y="21"/>
                      </a:cxn>
                      <a:cxn ang="0">
                        <a:pos x="7" y="14"/>
                      </a:cxn>
                      <a:cxn ang="0">
                        <a:pos x="12" y="14"/>
                      </a:cxn>
                      <a:cxn ang="0">
                        <a:pos x="12" y="11"/>
                      </a:cxn>
                      <a:cxn ang="0">
                        <a:pos x="15" y="9"/>
                      </a:cxn>
                      <a:cxn ang="0">
                        <a:pos x="20" y="7"/>
                      </a:cxn>
                      <a:cxn ang="0">
                        <a:pos x="23" y="5"/>
                      </a:cxn>
                      <a:cxn ang="0">
                        <a:pos x="27" y="0"/>
                      </a:cxn>
                      <a:cxn ang="0">
                        <a:pos x="31" y="5"/>
                      </a:cxn>
                      <a:cxn ang="0">
                        <a:pos x="39" y="30"/>
                      </a:cxn>
                      <a:cxn ang="0">
                        <a:pos x="41" y="34"/>
                      </a:cxn>
                      <a:cxn ang="0">
                        <a:pos x="42" y="36"/>
                      </a:cxn>
                      <a:cxn ang="0">
                        <a:pos x="45" y="44"/>
                      </a:cxn>
                      <a:cxn ang="0">
                        <a:pos x="47" y="40"/>
                      </a:cxn>
                      <a:cxn ang="0">
                        <a:pos x="46" y="37"/>
                      </a:cxn>
                      <a:cxn ang="0">
                        <a:pos x="50" y="41"/>
                      </a:cxn>
                      <a:cxn ang="0">
                        <a:pos x="51" y="45"/>
                      </a:cxn>
                      <a:cxn ang="0">
                        <a:pos x="54" y="47"/>
                      </a:cxn>
                      <a:cxn ang="0">
                        <a:pos x="57" y="47"/>
                      </a:cxn>
                      <a:cxn ang="0">
                        <a:pos x="62" y="49"/>
                      </a:cxn>
                      <a:cxn ang="0">
                        <a:pos x="68" y="51"/>
                      </a:cxn>
                      <a:cxn ang="0">
                        <a:pos x="73" y="57"/>
                      </a:cxn>
                      <a:cxn ang="0">
                        <a:pos x="77" y="63"/>
                      </a:cxn>
                      <a:cxn ang="0">
                        <a:pos x="81" y="66"/>
                      </a:cxn>
                      <a:cxn ang="0">
                        <a:pos x="83" y="66"/>
                      </a:cxn>
                      <a:cxn ang="0">
                        <a:pos x="87" y="72"/>
                      </a:cxn>
                      <a:cxn ang="0">
                        <a:pos x="88" y="77"/>
                      </a:cxn>
                      <a:cxn ang="0">
                        <a:pos x="91" y="79"/>
                      </a:cxn>
                      <a:cxn ang="0">
                        <a:pos x="94" y="78"/>
                      </a:cxn>
                      <a:cxn ang="0">
                        <a:pos x="95" y="79"/>
                      </a:cxn>
                      <a:cxn ang="0">
                        <a:pos x="90" y="83"/>
                      </a:cxn>
                      <a:cxn ang="0">
                        <a:pos x="85" y="86"/>
                      </a:cxn>
                    </a:cxnLst>
                    <a:rect l="0" t="0" r="r" b="b"/>
                    <a:pathLst>
                      <a:path w="95" h="86">
                        <a:moveTo>
                          <a:pt x="85" y="86"/>
                        </a:moveTo>
                        <a:lnTo>
                          <a:pt x="81" y="81"/>
                        </a:lnTo>
                        <a:lnTo>
                          <a:pt x="79" y="81"/>
                        </a:lnTo>
                        <a:lnTo>
                          <a:pt x="79" y="78"/>
                        </a:lnTo>
                        <a:lnTo>
                          <a:pt x="79" y="75"/>
                        </a:lnTo>
                        <a:lnTo>
                          <a:pt x="76" y="72"/>
                        </a:lnTo>
                        <a:lnTo>
                          <a:pt x="73" y="71"/>
                        </a:lnTo>
                        <a:lnTo>
                          <a:pt x="69" y="67"/>
                        </a:lnTo>
                        <a:lnTo>
                          <a:pt x="65" y="66"/>
                        </a:lnTo>
                        <a:lnTo>
                          <a:pt x="65" y="64"/>
                        </a:lnTo>
                        <a:lnTo>
                          <a:pt x="62" y="63"/>
                        </a:lnTo>
                        <a:lnTo>
                          <a:pt x="61" y="63"/>
                        </a:lnTo>
                        <a:lnTo>
                          <a:pt x="57" y="62"/>
                        </a:lnTo>
                        <a:lnTo>
                          <a:pt x="56" y="60"/>
                        </a:lnTo>
                        <a:lnTo>
                          <a:pt x="51" y="55"/>
                        </a:lnTo>
                        <a:lnTo>
                          <a:pt x="49" y="55"/>
                        </a:lnTo>
                        <a:lnTo>
                          <a:pt x="46" y="52"/>
                        </a:lnTo>
                        <a:lnTo>
                          <a:pt x="43" y="52"/>
                        </a:lnTo>
                        <a:lnTo>
                          <a:pt x="41" y="52"/>
                        </a:lnTo>
                        <a:lnTo>
                          <a:pt x="41" y="53"/>
                        </a:lnTo>
                        <a:lnTo>
                          <a:pt x="37" y="49"/>
                        </a:lnTo>
                        <a:lnTo>
                          <a:pt x="34" y="49"/>
                        </a:lnTo>
                        <a:lnTo>
                          <a:pt x="32" y="51"/>
                        </a:lnTo>
                        <a:lnTo>
                          <a:pt x="31" y="49"/>
                        </a:lnTo>
                        <a:lnTo>
                          <a:pt x="28" y="49"/>
                        </a:lnTo>
                        <a:lnTo>
                          <a:pt x="26" y="52"/>
                        </a:lnTo>
                        <a:lnTo>
                          <a:pt x="23" y="52"/>
                        </a:lnTo>
                        <a:lnTo>
                          <a:pt x="18" y="49"/>
                        </a:lnTo>
                        <a:lnTo>
                          <a:pt x="16" y="48"/>
                        </a:lnTo>
                        <a:lnTo>
                          <a:pt x="15" y="47"/>
                        </a:lnTo>
                        <a:lnTo>
                          <a:pt x="11" y="55"/>
                        </a:lnTo>
                        <a:lnTo>
                          <a:pt x="8" y="55"/>
                        </a:lnTo>
                        <a:lnTo>
                          <a:pt x="8" y="57"/>
                        </a:lnTo>
                        <a:lnTo>
                          <a:pt x="4" y="56"/>
                        </a:lnTo>
                        <a:lnTo>
                          <a:pt x="1" y="56"/>
                        </a:lnTo>
                        <a:lnTo>
                          <a:pt x="1" y="53"/>
                        </a:lnTo>
                        <a:lnTo>
                          <a:pt x="0" y="47"/>
                        </a:lnTo>
                        <a:lnTo>
                          <a:pt x="0" y="44"/>
                        </a:lnTo>
                        <a:lnTo>
                          <a:pt x="1" y="41"/>
                        </a:lnTo>
                        <a:lnTo>
                          <a:pt x="1" y="40"/>
                        </a:lnTo>
                        <a:lnTo>
                          <a:pt x="4" y="36"/>
                        </a:lnTo>
                        <a:lnTo>
                          <a:pt x="5" y="29"/>
                        </a:lnTo>
                        <a:lnTo>
                          <a:pt x="7" y="25"/>
                        </a:lnTo>
                        <a:lnTo>
                          <a:pt x="8" y="24"/>
                        </a:lnTo>
                        <a:lnTo>
                          <a:pt x="7" y="22"/>
                        </a:lnTo>
                        <a:lnTo>
                          <a:pt x="5" y="21"/>
                        </a:lnTo>
                        <a:lnTo>
                          <a:pt x="7" y="18"/>
                        </a:lnTo>
                        <a:lnTo>
                          <a:pt x="7" y="14"/>
                        </a:lnTo>
                        <a:lnTo>
                          <a:pt x="8" y="14"/>
                        </a:lnTo>
                        <a:lnTo>
                          <a:pt x="12" y="14"/>
                        </a:lnTo>
                        <a:lnTo>
                          <a:pt x="12" y="13"/>
                        </a:lnTo>
                        <a:lnTo>
                          <a:pt x="12" y="11"/>
                        </a:lnTo>
                        <a:lnTo>
                          <a:pt x="12" y="9"/>
                        </a:lnTo>
                        <a:lnTo>
                          <a:pt x="15" y="9"/>
                        </a:lnTo>
                        <a:lnTo>
                          <a:pt x="16" y="7"/>
                        </a:lnTo>
                        <a:lnTo>
                          <a:pt x="20" y="7"/>
                        </a:lnTo>
                        <a:lnTo>
                          <a:pt x="22" y="6"/>
                        </a:lnTo>
                        <a:lnTo>
                          <a:pt x="23" y="5"/>
                        </a:lnTo>
                        <a:lnTo>
                          <a:pt x="26" y="3"/>
                        </a:lnTo>
                        <a:lnTo>
                          <a:pt x="27" y="0"/>
                        </a:lnTo>
                        <a:lnTo>
                          <a:pt x="27" y="0"/>
                        </a:lnTo>
                        <a:lnTo>
                          <a:pt x="31" y="5"/>
                        </a:lnTo>
                        <a:lnTo>
                          <a:pt x="37" y="19"/>
                        </a:lnTo>
                        <a:lnTo>
                          <a:pt x="39" y="30"/>
                        </a:lnTo>
                        <a:lnTo>
                          <a:pt x="41" y="30"/>
                        </a:lnTo>
                        <a:lnTo>
                          <a:pt x="41" y="34"/>
                        </a:lnTo>
                        <a:lnTo>
                          <a:pt x="41" y="36"/>
                        </a:lnTo>
                        <a:lnTo>
                          <a:pt x="42" y="36"/>
                        </a:lnTo>
                        <a:lnTo>
                          <a:pt x="43" y="40"/>
                        </a:lnTo>
                        <a:lnTo>
                          <a:pt x="45" y="44"/>
                        </a:lnTo>
                        <a:lnTo>
                          <a:pt x="47" y="44"/>
                        </a:lnTo>
                        <a:lnTo>
                          <a:pt x="47" y="40"/>
                        </a:lnTo>
                        <a:lnTo>
                          <a:pt x="46" y="40"/>
                        </a:lnTo>
                        <a:lnTo>
                          <a:pt x="46" y="37"/>
                        </a:lnTo>
                        <a:lnTo>
                          <a:pt x="47" y="37"/>
                        </a:lnTo>
                        <a:lnTo>
                          <a:pt x="50" y="41"/>
                        </a:lnTo>
                        <a:lnTo>
                          <a:pt x="49" y="43"/>
                        </a:lnTo>
                        <a:lnTo>
                          <a:pt x="51" y="45"/>
                        </a:lnTo>
                        <a:lnTo>
                          <a:pt x="53" y="47"/>
                        </a:lnTo>
                        <a:lnTo>
                          <a:pt x="54" y="47"/>
                        </a:lnTo>
                        <a:lnTo>
                          <a:pt x="57" y="45"/>
                        </a:lnTo>
                        <a:lnTo>
                          <a:pt x="57" y="47"/>
                        </a:lnTo>
                        <a:lnTo>
                          <a:pt x="60" y="45"/>
                        </a:lnTo>
                        <a:lnTo>
                          <a:pt x="62" y="49"/>
                        </a:lnTo>
                        <a:lnTo>
                          <a:pt x="64" y="51"/>
                        </a:lnTo>
                        <a:lnTo>
                          <a:pt x="68" y="51"/>
                        </a:lnTo>
                        <a:lnTo>
                          <a:pt x="68" y="53"/>
                        </a:lnTo>
                        <a:lnTo>
                          <a:pt x="73" y="57"/>
                        </a:lnTo>
                        <a:lnTo>
                          <a:pt x="75" y="62"/>
                        </a:lnTo>
                        <a:lnTo>
                          <a:pt x="77" y="63"/>
                        </a:lnTo>
                        <a:lnTo>
                          <a:pt x="80" y="66"/>
                        </a:lnTo>
                        <a:lnTo>
                          <a:pt x="81" y="66"/>
                        </a:lnTo>
                        <a:lnTo>
                          <a:pt x="81" y="64"/>
                        </a:lnTo>
                        <a:lnTo>
                          <a:pt x="83" y="66"/>
                        </a:lnTo>
                        <a:lnTo>
                          <a:pt x="84" y="72"/>
                        </a:lnTo>
                        <a:lnTo>
                          <a:pt x="87" y="72"/>
                        </a:lnTo>
                        <a:lnTo>
                          <a:pt x="88" y="75"/>
                        </a:lnTo>
                        <a:lnTo>
                          <a:pt x="88" y="77"/>
                        </a:lnTo>
                        <a:lnTo>
                          <a:pt x="90" y="79"/>
                        </a:lnTo>
                        <a:lnTo>
                          <a:pt x="91" y="79"/>
                        </a:lnTo>
                        <a:lnTo>
                          <a:pt x="92" y="79"/>
                        </a:lnTo>
                        <a:lnTo>
                          <a:pt x="94" y="78"/>
                        </a:lnTo>
                        <a:lnTo>
                          <a:pt x="94" y="79"/>
                        </a:lnTo>
                        <a:lnTo>
                          <a:pt x="95" y="79"/>
                        </a:lnTo>
                        <a:lnTo>
                          <a:pt x="92" y="82"/>
                        </a:lnTo>
                        <a:lnTo>
                          <a:pt x="90" y="83"/>
                        </a:lnTo>
                        <a:lnTo>
                          <a:pt x="88" y="85"/>
                        </a:lnTo>
                        <a:lnTo>
                          <a:pt x="85" y="86"/>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27" name="Freeform 908">
                    <a:extLst>
                      <a:ext uri="{FF2B5EF4-FFF2-40B4-BE49-F238E27FC236}">
                        <a16:creationId xmlns:a16="http://schemas.microsoft.com/office/drawing/2014/main" id="{DC3B7437-E039-E35F-61AB-D9388A3CB9FD}"/>
                      </a:ext>
                    </a:extLst>
                  </p:cNvPr>
                  <p:cNvSpPr>
                    <a:spLocks/>
                  </p:cNvSpPr>
                  <p:nvPr/>
                </p:nvSpPr>
                <p:spPr bwMode="auto">
                  <a:xfrm>
                    <a:off x="9789342" y="2799201"/>
                    <a:ext cx="20057" cy="22441"/>
                  </a:xfrm>
                  <a:custGeom>
                    <a:avLst/>
                    <a:gdLst/>
                    <a:ahLst/>
                    <a:cxnLst>
                      <a:cxn ang="0">
                        <a:pos x="17" y="25"/>
                      </a:cxn>
                      <a:cxn ang="0">
                        <a:pos x="14" y="23"/>
                      </a:cxn>
                      <a:cxn ang="0">
                        <a:pos x="10" y="25"/>
                      </a:cxn>
                      <a:cxn ang="0">
                        <a:pos x="7" y="26"/>
                      </a:cxn>
                      <a:cxn ang="0">
                        <a:pos x="2" y="27"/>
                      </a:cxn>
                      <a:cxn ang="0">
                        <a:pos x="0" y="25"/>
                      </a:cxn>
                      <a:cxn ang="0">
                        <a:pos x="2" y="22"/>
                      </a:cxn>
                      <a:cxn ang="0">
                        <a:pos x="3" y="19"/>
                      </a:cxn>
                      <a:cxn ang="0">
                        <a:pos x="4" y="17"/>
                      </a:cxn>
                      <a:cxn ang="0">
                        <a:pos x="3" y="14"/>
                      </a:cxn>
                      <a:cxn ang="0">
                        <a:pos x="4" y="11"/>
                      </a:cxn>
                      <a:cxn ang="0">
                        <a:pos x="6" y="7"/>
                      </a:cxn>
                      <a:cxn ang="0">
                        <a:pos x="11" y="6"/>
                      </a:cxn>
                      <a:cxn ang="0">
                        <a:pos x="13" y="4"/>
                      </a:cxn>
                      <a:cxn ang="0">
                        <a:pos x="15" y="3"/>
                      </a:cxn>
                      <a:cxn ang="0">
                        <a:pos x="18" y="0"/>
                      </a:cxn>
                      <a:cxn ang="0">
                        <a:pos x="18" y="0"/>
                      </a:cxn>
                      <a:cxn ang="0">
                        <a:pos x="18" y="2"/>
                      </a:cxn>
                      <a:cxn ang="0">
                        <a:pos x="21" y="4"/>
                      </a:cxn>
                      <a:cxn ang="0">
                        <a:pos x="22" y="4"/>
                      </a:cxn>
                      <a:cxn ang="0">
                        <a:pos x="21" y="6"/>
                      </a:cxn>
                      <a:cxn ang="0">
                        <a:pos x="22" y="11"/>
                      </a:cxn>
                      <a:cxn ang="0">
                        <a:pos x="21" y="11"/>
                      </a:cxn>
                      <a:cxn ang="0">
                        <a:pos x="18" y="14"/>
                      </a:cxn>
                      <a:cxn ang="0">
                        <a:pos x="15" y="14"/>
                      </a:cxn>
                      <a:cxn ang="0">
                        <a:pos x="14" y="17"/>
                      </a:cxn>
                      <a:cxn ang="0">
                        <a:pos x="11" y="17"/>
                      </a:cxn>
                      <a:cxn ang="0">
                        <a:pos x="13" y="18"/>
                      </a:cxn>
                      <a:cxn ang="0">
                        <a:pos x="14" y="18"/>
                      </a:cxn>
                      <a:cxn ang="0">
                        <a:pos x="17" y="18"/>
                      </a:cxn>
                      <a:cxn ang="0">
                        <a:pos x="19" y="18"/>
                      </a:cxn>
                      <a:cxn ang="0">
                        <a:pos x="21" y="18"/>
                      </a:cxn>
                      <a:cxn ang="0">
                        <a:pos x="17" y="25"/>
                      </a:cxn>
                      <a:cxn ang="0">
                        <a:pos x="17" y="25"/>
                      </a:cxn>
                    </a:cxnLst>
                    <a:rect l="0" t="0" r="r" b="b"/>
                    <a:pathLst>
                      <a:path w="22" h="27">
                        <a:moveTo>
                          <a:pt x="17" y="25"/>
                        </a:moveTo>
                        <a:lnTo>
                          <a:pt x="14" y="23"/>
                        </a:lnTo>
                        <a:lnTo>
                          <a:pt x="10" y="25"/>
                        </a:lnTo>
                        <a:lnTo>
                          <a:pt x="7" y="26"/>
                        </a:lnTo>
                        <a:lnTo>
                          <a:pt x="2" y="27"/>
                        </a:lnTo>
                        <a:lnTo>
                          <a:pt x="0" y="25"/>
                        </a:lnTo>
                        <a:lnTo>
                          <a:pt x="2" y="22"/>
                        </a:lnTo>
                        <a:lnTo>
                          <a:pt x="3" y="19"/>
                        </a:lnTo>
                        <a:lnTo>
                          <a:pt x="4" y="17"/>
                        </a:lnTo>
                        <a:lnTo>
                          <a:pt x="3" y="14"/>
                        </a:lnTo>
                        <a:lnTo>
                          <a:pt x="4" y="11"/>
                        </a:lnTo>
                        <a:lnTo>
                          <a:pt x="6" y="7"/>
                        </a:lnTo>
                        <a:lnTo>
                          <a:pt x="11" y="6"/>
                        </a:lnTo>
                        <a:lnTo>
                          <a:pt x="13" y="4"/>
                        </a:lnTo>
                        <a:lnTo>
                          <a:pt x="15" y="3"/>
                        </a:lnTo>
                        <a:lnTo>
                          <a:pt x="18" y="0"/>
                        </a:lnTo>
                        <a:lnTo>
                          <a:pt x="18" y="0"/>
                        </a:lnTo>
                        <a:lnTo>
                          <a:pt x="18" y="2"/>
                        </a:lnTo>
                        <a:lnTo>
                          <a:pt x="21" y="4"/>
                        </a:lnTo>
                        <a:lnTo>
                          <a:pt x="22" y="4"/>
                        </a:lnTo>
                        <a:lnTo>
                          <a:pt x="21" y="6"/>
                        </a:lnTo>
                        <a:lnTo>
                          <a:pt x="22" y="11"/>
                        </a:lnTo>
                        <a:lnTo>
                          <a:pt x="21" y="11"/>
                        </a:lnTo>
                        <a:lnTo>
                          <a:pt x="18" y="14"/>
                        </a:lnTo>
                        <a:lnTo>
                          <a:pt x="15" y="14"/>
                        </a:lnTo>
                        <a:lnTo>
                          <a:pt x="14" y="17"/>
                        </a:lnTo>
                        <a:lnTo>
                          <a:pt x="11" y="17"/>
                        </a:lnTo>
                        <a:lnTo>
                          <a:pt x="13" y="18"/>
                        </a:lnTo>
                        <a:lnTo>
                          <a:pt x="14" y="18"/>
                        </a:lnTo>
                        <a:lnTo>
                          <a:pt x="17" y="18"/>
                        </a:lnTo>
                        <a:lnTo>
                          <a:pt x="19" y="18"/>
                        </a:lnTo>
                        <a:lnTo>
                          <a:pt x="21" y="18"/>
                        </a:lnTo>
                        <a:lnTo>
                          <a:pt x="17" y="25"/>
                        </a:lnTo>
                        <a:lnTo>
                          <a:pt x="17" y="25"/>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28" name="Freeform 909">
                    <a:extLst>
                      <a:ext uri="{FF2B5EF4-FFF2-40B4-BE49-F238E27FC236}">
                        <a16:creationId xmlns:a16="http://schemas.microsoft.com/office/drawing/2014/main" id="{0A4F802F-5985-76EE-CDE7-A9151F9CDC4B}"/>
                      </a:ext>
                    </a:extLst>
                  </p:cNvPr>
                  <p:cNvSpPr>
                    <a:spLocks/>
                  </p:cNvSpPr>
                  <p:nvPr/>
                </p:nvSpPr>
                <p:spPr bwMode="auto">
                  <a:xfrm>
                    <a:off x="9781137" y="2808343"/>
                    <a:ext cx="132198" cy="160406"/>
                  </a:xfrm>
                  <a:custGeom>
                    <a:avLst/>
                    <a:gdLst/>
                    <a:ahLst/>
                    <a:cxnLst>
                      <a:cxn ang="0">
                        <a:pos x="15" y="113"/>
                      </a:cxn>
                      <a:cxn ang="0">
                        <a:pos x="27" y="109"/>
                      </a:cxn>
                      <a:cxn ang="0">
                        <a:pos x="35" y="102"/>
                      </a:cxn>
                      <a:cxn ang="0">
                        <a:pos x="49" y="99"/>
                      </a:cxn>
                      <a:cxn ang="0">
                        <a:pos x="84" y="56"/>
                      </a:cxn>
                      <a:cxn ang="0">
                        <a:pos x="34" y="39"/>
                      </a:cxn>
                      <a:cxn ang="0">
                        <a:pos x="28" y="29"/>
                      </a:cxn>
                      <a:cxn ang="0">
                        <a:pos x="26" y="14"/>
                      </a:cxn>
                      <a:cxn ang="0">
                        <a:pos x="31" y="10"/>
                      </a:cxn>
                      <a:cxn ang="0">
                        <a:pos x="42" y="22"/>
                      </a:cxn>
                      <a:cxn ang="0">
                        <a:pos x="53" y="25"/>
                      </a:cxn>
                      <a:cxn ang="0">
                        <a:pos x="61" y="22"/>
                      </a:cxn>
                      <a:cxn ang="0">
                        <a:pos x="68" y="18"/>
                      </a:cxn>
                      <a:cxn ang="0">
                        <a:pos x="76" y="19"/>
                      </a:cxn>
                      <a:cxn ang="0">
                        <a:pos x="91" y="12"/>
                      </a:cxn>
                      <a:cxn ang="0">
                        <a:pos x="100" y="14"/>
                      </a:cxn>
                      <a:cxn ang="0">
                        <a:pos x="110" y="12"/>
                      </a:cxn>
                      <a:cxn ang="0">
                        <a:pos x="121" y="8"/>
                      </a:cxn>
                      <a:cxn ang="0">
                        <a:pos x="126" y="8"/>
                      </a:cxn>
                      <a:cxn ang="0">
                        <a:pos x="134" y="6"/>
                      </a:cxn>
                      <a:cxn ang="0">
                        <a:pos x="136" y="1"/>
                      </a:cxn>
                      <a:cxn ang="0">
                        <a:pos x="138" y="1"/>
                      </a:cxn>
                      <a:cxn ang="0">
                        <a:pos x="145" y="3"/>
                      </a:cxn>
                      <a:cxn ang="0">
                        <a:pos x="142" y="10"/>
                      </a:cxn>
                      <a:cxn ang="0">
                        <a:pos x="144" y="12"/>
                      </a:cxn>
                      <a:cxn ang="0">
                        <a:pos x="141" y="18"/>
                      </a:cxn>
                      <a:cxn ang="0">
                        <a:pos x="142" y="25"/>
                      </a:cxn>
                      <a:cxn ang="0">
                        <a:pos x="145" y="23"/>
                      </a:cxn>
                      <a:cxn ang="0">
                        <a:pos x="144" y="25"/>
                      </a:cxn>
                      <a:cxn ang="0">
                        <a:pos x="140" y="29"/>
                      </a:cxn>
                      <a:cxn ang="0">
                        <a:pos x="138" y="35"/>
                      </a:cxn>
                      <a:cxn ang="0">
                        <a:pos x="130" y="53"/>
                      </a:cxn>
                      <a:cxn ang="0">
                        <a:pos x="125" y="59"/>
                      </a:cxn>
                      <a:cxn ang="0">
                        <a:pos x="123" y="64"/>
                      </a:cxn>
                      <a:cxn ang="0">
                        <a:pos x="110" y="91"/>
                      </a:cxn>
                      <a:cxn ang="0">
                        <a:pos x="99" y="110"/>
                      </a:cxn>
                      <a:cxn ang="0">
                        <a:pos x="72" y="137"/>
                      </a:cxn>
                      <a:cxn ang="0">
                        <a:pos x="57" y="147"/>
                      </a:cxn>
                      <a:cxn ang="0">
                        <a:pos x="39" y="162"/>
                      </a:cxn>
                      <a:cxn ang="0">
                        <a:pos x="28" y="173"/>
                      </a:cxn>
                      <a:cxn ang="0">
                        <a:pos x="22" y="179"/>
                      </a:cxn>
                      <a:cxn ang="0">
                        <a:pos x="0" y="185"/>
                      </a:cxn>
                      <a:cxn ang="0">
                        <a:pos x="13" y="116"/>
                      </a:cxn>
                    </a:cxnLst>
                    <a:rect l="0" t="0" r="r" b="b"/>
                    <a:pathLst>
                      <a:path w="145" h="193">
                        <a:moveTo>
                          <a:pt x="13" y="116"/>
                        </a:moveTo>
                        <a:lnTo>
                          <a:pt x="13" y="116"/>
                        </a:lnTo>
                        <a:lnTo>
                          <a:pt x="15" y="113"/>
                        </a:lnTo>
                        <a:lnTo>
                          <a:pt x="19" y="111"/>
                        </a:lnTo>
                        <a:lnTo>
                          <a:pt x="24" y="110"/>
                        </a:lnTo>
                        <a:lnTo>
                          <a:pt x="27" y="109"/>
                        </a:lnTo>
                        <a:lnTo>
                          <a:pt x="30" y="107"/>
                        </a:lnTo>
                        <a:lnTo>
                          <a:pt x="31" y="103"/>
                        </a:lnTo>
                        <a:lnTo>
                          <a:pt x="35" y="102"/>
                        </a:lnTo>
                        <a:lnTo>
                          <a:pt x="38" y="102"/>
                        </a:lnTo>
                        <a:lnTo>
                          <a:pt x="41" y="101"/>
                        </a:lnTo>
                        <a:lnTo>
                          <a:pt x="49" y="99"/>
                        </a:lnTo>
                        <a:lnTo>
                          <a:pt x="58" y="101"/>
                        </a:lnTo>
                        <a:lnTo>
                          <a:pt x="102" y="56"/>
                        </a:lnTo>
                        <a:lnTo>
                          <a:pt x="84" y="56"/>
                        </a:lnTo>
                        <a:lnTo>
                          <a:pt x="42" y="44"/>
                        </a:lnTo>
                        <a:lnTo>
                          <a:pt x="38" y="41"/>
                        </a:lnTo>
                        <a:lnTo>
                          <a:pt x="34" y="39"/>
                        </a:lnTo>
                        <a:lnTo>
                          <a:pt x="31" y="35"/>
                        </a:lnTo>
                        <a:lnTo>
                          <a:pt x="32" y="31"/>
                        </a:lnTo>
                        <a:lnTo>
                          <a:pt x="28" y="29"/>
                        </a:lnTo>
                        <a:lnTo>
                          <a:pt x="26" y="22"/>
                        </a:lnTo>
                        <a:lnTo>
                          <a:pt x="24" y="16"/>
                        </a:lnTo>
                        <a:lnTo>
                          <a:pt x="26" y="14"/>
                        </a:lnTo>
                        <a:lnTo>
                          <a:pt x="30" y="7"/>
                        </a:lnTo>
                        <a:lnTo>
                          <a:pt x="30" y="10"/>
                        </a:lnTo>
                        <a:lnTo>
                          <a:pt x="31" y="10"/>
                        </a:lnTo>
                        <a:lnTo>
                          <a:pt x="39" y="19"/>
                        </a:lnTo>
                        <a:lnTo>
                          <a:pt x="41" y="20"/>
                        </a:lnTo>
                        <a:lnTo>
                          <a:pt x="42" y="22"/>
                        </a:lnTo>
                        <a:lnTo>
                          <a:pt x="46" y="25"/>
                        </a:lnTo>
                        <a:lnTo>
                          <a:pt x="49" y="26"/>
                        </a:lnTo>
                        <a:lnTo>
                          <a:pt x="53" y="25"/>
                        </a:lnTo>
                        <a:lnTo>
                          <a:pt x="54" y="23"/>
                        </a:lnTo>
                        <a:lnTo>
                          <a:pt x="58" y="22"/>
                        </a:lnTo>
                        <a:lnTo>
                          <a:pt x="61" y="22"/>
                        </a:lnTo>
                        <a:lnTo>
                          <a:pt x="65" y="18"/>
                        </a:lnTo>
                        <a:lnTo>
                          <a:pt x="66" y="18"/>
                        </a:lnTo>
                        <a:lnTo>
                          <a:pt x="68" y="18"/>
                        </a:lnTo>
                        <a:lnTo>
                          <a:pt x="72" y="18"/>
                        </a:lnTo>
                        <a:lnTo>
                          <a:pt x="73" y="18"/>
                        </a:lnTo>
                        <a:lnTo>
                          <a:pt x="76" y="19"/>
                        </a:lnTo>
                        <a:lnTo>
                          <a:pt x="80" y="18"/>
                        </a:lnTo>
                        <a:lnTo>
                          <a:pt x="88" y="12"/>
                        </a:lnTo>
                        <a:lnTo>
                          <a:pt x="91" y="12"/>
                        </a:lnTo>
                        <a:lnTo>
                          <a:pt x="94" y="14"/>
                        </a:lnTo>
                        <a:lnTo>
                          <a:pt x="96" y="12"/>
                        </a:lnTo>
                        <a:lnTo>
                          <a:pt x="100" y="14"/>
                        </a:lnTo>
                        <a:lnTo>
                          <a:pt x="104" y="11"/>
                        </a:lnTo>
                        <a:lnTo>
                          <a:pt x="108" y="11"/>
                        </a:lnTo>
                        <a:lnTo>
                          <a:pt x="110" y="12"/>
                        </a:lnTo>
                        <a:lnTo>
                          <a:pt x="111" y="12"/>
                        </a:lnTo>
                        <a:lnTo>
                          <a:pt x="118" y="11"/>
                        </a:lnTo>
                        <a:lnTo>
                          <a:pt x="121" y="8"/>
                        </a:lnTo>
                        <a:lnTo>
                          <a:pt x="125" y="8"/>
                        </a:lnTo>
                        <a:lnTo>
                          <a:pt x="126" y="8"/>
                        </a:lnTo>
                        <a:lnTo>
                          <a:pt x="126" y="8"/>
                        </a:lnTo>
                        <a:lnTo>
                          <a:pt x="130" y="7"/>
                        </a:lnTo>
                        <a:lnTo>
                          <a:pt x="133" y="4"/>
                        </a:lnTo>
                        <a:lnTo>
                          <a:pt x="134" y="6"/>
                        </a:lnTo>
                        <a:lnTo>
                          <a:pt x="134" y="3"/>
                        </a:lnTo>
                        <a:lnTo>
                          <a:pt x="134" y="3"/>
                        </a:lnTo>
                        <a:lnTo>
                          <a:pt x="136" y="1"/>
                        </a:lnTo>
                        <a:lnTo>
                          <a:pt x="137" y="1"/>
                        </a:lnTo>
                        <a:lnTo>
                          <a:pt x="137" y="0"/>
                        </a:lnTo>
                        <a:lnTo>
                          <a:pt x="138" y="1"/>
                        </a:lnTo>
                        <a:lnTo>
                          <a:pt x="142" y="3"/>
                        </a:lnTo>
                        <a:lnTo>
                          <a:pt x="144" y="3"/>
                        </a:lnTo>
                        <a:lnTo>
                          <a:pt x="145" y="3"/>
                        </a:lnTo>
                        <a:lnTo>
                          <a:pt x="144" y="6"/>
                        </a:lnTo>
                        <a:lnTo>
                          <a:pt x="142" y="7"/>
                        </a:lnTo>
                        <a:lnTo>
                          <a:pt x="142" y="10"/>
                        </a:lnTo>
                        <a:lnTo>
                          <a:pt x="141" y="11"/>
                        </a:lnTo>
                        <a:lnTo>
                          <a:pt x="142" y="12"/>
                        </a:lnTo>
                        <a:lnTo>
                          <a:pt x="144" y="12"/>
                        </a:lnTo>
                        <a:lnTo>
                          <a:pt x="144" y="14"/>
                        </a:lnTo>
                        <a:lnTo>
                          <a:pt x="142" y="15"/>
                        </a:lnTo>
                        <a:lnTo>
                          <a:pt x="141" y="18"/>
                        </a:lnTo>
                        <a:lnTo>
                          <a:pt x="142" y="19"/>
                        </a:lnTo>
                        <a:lnTo>
                          <a:pt x="144" y="22"/>
                        </a:lnTo>
                        <a:lnTo>
                          <a:pt x="142" y="25"/>
                        </a:lnTo>
                        <a:lnTo>
                          <a:pt x="144" y="23"/>
                        </a:lnTo>
                        <a:lnTo>
                          <a:pt x="144" y="23"/>
                        </a:lnTo>
                        <a:lnTo>
                          <a:pt x="145" y="23"/>
                        </a:lnTo>
                        <a:lnTo>
                          <a:pt x="145" y="25"/>
                        </a:lnTo>
                        <a:lnTo>
                          <a:pt x="145" y="26"/>
                        </a:lnTo>
                        <a:lnTo>
                          <a:pt x="144" y="25"/>
                        </a:lnTo>
                        <a:lnTo>
                          <a:pt x="142" y="25"/>
                        </a:lnTo>
                        <a:lnTo>
                          <a:pt x="141" y="25"/>
                        </a:lnTo>
                        <a:lnTo>
                          <a:pt x="140" y="29"/>
                        </a:lnTo>
                        <a:lnTo>
                          <a:pt x="140" y="30"/>
                        </a:lnTo>
                        <a:lnTo>
                          <a:pt x="140" y="34"/>
                        </a:lnTo>
                        <a:lnTo>
                          <a:pt x="138" y="35"/>
                        </a:lnTo>
                        <a:lnTo>
                          <a:pt x="140" y="39"/>
                        </a:lnTo>
                        <a:lnTo>
                          <a:pt x="134" y="46"/>
                        </a:lnTo>
                        <a:lnTo>
                          <a:pt x="130" y="53"/>
                        </a:lnTo>
                        <a:lnTo>
                          <a:pt x="129" y="56"/>
                        </a:lnTo>
                        <a:lnTo>
                          <a:pt x="127" y="56"/>
                        </a:lnTo>
                        <a:lnTo>
                          <a:pt x="125" y="59"/>
                        </a:lnTo>
                        <a:lnTo>
                          <a:pt x="125" y="60"/>
                        </a:lnTo>
                        <a:lnTo>
                          <a:pt x="126" y="63"/>
                        </a:lnTo>
                        <a:lnTo>
                          <a:pt x="123" y="64"/>
                        </a:lnTo>
                        <a:lnTo>
                          <a:pt x="115" y="79"/>
                        </a:lnTo>
                        <a:lnTo>
                          <a:pt x="115" y="84"/>
                        </a:lnTo>
                        <a:lnTo>
                          <a:pt x="110" y="91"/>
                        </a:lnTo>
                        <a:lnTo>
                          <a:pt x="110" y="94"/>
                        </a:lnTo>
                        <a:lnTo>
                          <a:pt x="100" y="106"/>
                        </a:lnTo>
                        <a:lnTo>
                          <a:pt x="99" y="110"/>
                        </a:lnTo>
                        <a:lnTo>
                          <a:pt x="95" y="114"/>
                        </a:lnTo>
                        <a:lnTo>
                          <a:pt x="88" y="124"/>
                        </a:lnTo>
                        <a:lnTo>
                          <a:pt x="72" y="137"/>
                        </a:lnTo>
                        <a:lnTo>
                          <a:pt x="65" y="143"/>
                        </a:lnTo>
                        <a:lnTo>
                          <a:pt x="61" y="144"/>
                        </a:lnTo>
                        <a:lnTo>
                          <a:pt x="57" y="147"/>
                        </a:lnTo>
                        <a:lnTo>
                          <a:pt x="51" y="151"/>
                        </a:lnTo>
                        <a:lnTo>
                          <a:pt x="42" y="160"/>
                        </a:lnTo>
                        <a:lnTo>
                          <a:pt x="39" y="162"/>
                        </a:lnTo>
                        <a:lnTo>
                          <a:pt x="31" y="170"/>
                        </a:lnTo>
                        <a:lnTo>
                          <a:pt x="30" y="171"/>
                        </a:lnTo>
                        <a:lnTo>
                          <a:pt x="28" y="173"/>
                        </a:lnTo>
                        <a:lnTo>
                          <a:pt x="26" y="174"/>
                        </a:lnTo>
                        <a:lnTo>
                          <a:pt x="23" y="177"/>
                        </a:lnTo>
                        <a:lnTo>
                          <a:pt x="22" y="179"/>
                        </a:lnTo>
                        <a:lnTo>
                          <a:pt x="11" y="193"/>
                        </a:lnTo>
                        <a:lnTo>
                          <a:pt x="9" y="193"/>
                        </a:lnTo>
                        <a:lnTo>
                          <a:pt x="0" y="185"/>
                        </a:lnTo>
                        <a:lnTo>
                          <a:pt x="0" y="128"/>
                        </a:lnTo>
                        <a:lnTo>
                          <a:pt x="13" y="116"/>
                        </a:lnTo>
                        <a:lnTo>
                          <a:pt x="13" y="116"/>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29" name="Freeform 910">
                    <a:extLst>
                      <a:ext uri="{FF2B5EF4-FFF2-40B4-BE49-F238E27FC236}">
                        <a16:creationId xmlns:a16="http://schemas.microsoft.com/office/drawing/2014/main" id="{1B672066-0573-470F-19E5-589BD50E8C7D}"/>
                      </a:ext>
                    </a:extLst>
                  </p:cNvPr>
                  <p:cNvSpPr>
                    <a:spLocks noEditPoints="1"/>
                  </p:cNvSpPr>
                  <p:nvPr/>
                </p:nvSpPr>
                <p:spPr bwMode="auto">
                  <a:xfrm>
                    <a:off x="9657145" y="2884806"/>
                    <a:ext cx="135845" cy="121343"/>
                  </a:xfrm>
                  <a:custGeom>
                    <a:avLst/>
                    <a:gdLst/>
                    <a:ahLst/>
                    <a:cxnLst>
                      <a:cxn ang="0">
                        <a:pos x="38" y="17"/>
                      </a:cxn>
                      <a:cxn ang="0">
                        <a:pos x="41" y="15"/>
                      </a:cxn>
                      <a:cxn ang="0">
                        <a:pos x="45" y="13"/>
                      </a:cxn>
                      <a:cxn ang="0">
                        <a:pos x="54" y="0"/>
                      </a:cxn>
                      <a:cxn ang="0">
                        <a:pos x="58" y="3"/>
                      </a:cxn>
                      <a:cxn ang="0">
                        <a:pos x="61" y="11"/>
                      </a:cxn>
                      <a:cxn ang="0">
                        <a:pos x="65" y="15"/>
                      </a:cxn>
                      <a:cxn ang="0">
                        <a:pos x="72" y="15"/>
                      </a:cxn>
                      <a:cxn ang="0">
                        <a:pos x="83" y="17"/>
                      </a:cxn>
                      <a:cxn ang="0">
                        <a:pos x="91" y="25"/>
                      </a:cxn>
                      <a:cxn ang="0">
                        <a:pos x="96" y="28"/>
                      </a:cxn>
                      <a:cxn ang="0">
                        <a:pos x="105" y="29"/>
                      </a:cxn>
                      <a:cxn ang="0">
                        <a:pos x="111" y="29"/>
                      </a:cxn>
                      <a:cxn ang="0">
                        <a:pos x="115" y="29"/>
                      </a:cxn>
                      <a:cxn ang="0">
                        <a:pos x="121" y="22"/>
                      </a:cxn>
                      <a:cxn ang="0">
                        <a:pos x="126" y="21"/>
                      </a:cxn>
                      <a:cxn ang="0">
                        <a:pos x="134" y="18"/>
                      </a:cxn>
                      <a:cxn ang="0">
                        <a:pos x="137" y="24"/>
                      </a:cxn>
                      <a:cxn ang="0">
                        <a:pos x="145" y="24"/>
                      </a:cxn>
                      <a:cxn ang="0">
                        <a:pos x="136" y="36"/>
                      </a:cxn>
                      <a:cxn ang="0">
                        <a:pos x="145" y="101"/>
                      </a:cxn>
                      <a:cxn ang="0">
                        <a:pos x="141" y="108"/>
                      </a:cxn>
                      <a:cxn ang="0">
                        <a:pos x="139" y="111"/>
                      </a:cxn>
                      <a:cxn ang="0">
                        <a:pos x="134" y="113"/>
                      </a:cxn>
                      <a:cxn ang="0">
                        <a:pos x="128" y="117"/>
                      </a:cxn>
                      <a:cxn ang="0">
                        <a:pos x="125" y="119"/>
                      </a:cxn>
                      <a:cxn ang="0">
                        <a:pos x="124" y="123"/>
                      </a:cxn>
                      <a:cxn ang="0">
                        <a:pos x="122" y="127"/>
                      </a:cxn>
                      <a:cxn ang="0">
                        <a:pos x="119" y="134"/>
                      </a:cxn>
                      <a:cxn ang="0">
                        <a:pos x="113" y="144"/>
                      </a:cxn>
                      <a:cxn ang="0">
                        <a:pos x="109" y="146"/>
                      </a:cxn>
                      <a:cxn ang="0">
                        <a:pos x="90" y="132"/>
                      </a:cxn>
                      <a:cxn ang="0">
                        <a:pos x="90" y="130"/>
                      </a:cxn>
                      <a:cxn ang="0">
                        <a:pos x="34" y="94"/>
                      </a:cxn>
                      <a:cxn ang="0">
                        <a:pos x="34" y="81"/>
                      </a:cxn>
                      <a:cxn ang="0">
                        <a:pos x="37" y="74"/>
                      </a:cxn>
                      <a:cxn ang="0">
                        <a:pos x="41" y="68"/>
                      </a:cxn>
                      <a:cxn ang="0">
                        <a:pos x="43" y="64"/>
                      </a:cxn>
                      <a:cxn ang="0">
                        <a:pos x="49" y="63"/>
                      </a:cxn>
                      <a:cxn ang="0">
                        <a:pos x="50" y="58"/>
                      </a:cxn>
                      <a:cxn ang="0">
                        <a:pos x="53" y="51"/>
                      </a:cxn>
                      <a:cxn ang="0">
                        <a:pos x="50" y="45"/>
                      </a:cxn>
                      <a:cxn ang="0">
                        <a:pos x="50" y="43"/>
                      </a:cxn>
                      <a:cxn ang="0">
                        <a:pos x="46" y="37"/>
                      </a:cxn>
                      <a:cxn ang="0">
                        <a:pos x="43" y="32"/>
                      </a:cxn>
                      <a:cxn ang="0">
                        <a:pos x="41" y="28"/>
                      </a:cxn>
                      <a:cxn ang="0">
                        <a:pos x="39" y="25"/>
                      </a:cxn>
                      <a:cxn ang="0">
                        <a:pos x="37" y="19"/>
                      </a:cxn>
                      <a:cxn ang="0">
                        <a:pos x="37" y="19"/>
                      </a:cxn>
                      <a:cxn ang="0">
                        <a:pos x="0" y="96"/>
                      </a:cxn>
                      <a:cxn ang="0">
                        <a:pos x="11" y="96"/>
                      </a:cxn>
                      <a:cxn ang="0">
                        <a:pos x="0" y="96"/>
                      </a:cxn>
                    </a:cxnLst>
                    <a:rect l="0" t="0" r="r" b="b"/>
                    <a:pathLst>
                      <a:path w="149" h="146">
                        <a:moveTo>
                          <a:pt x="37" y="19"/>
                        </a:moveTo>
                        <a:lnTo>
                          <a:pt x="38" y="17"/>
                        </a:lnTo>
                        <a:lnTo>
                          <a:pt x="39" y="17"/>
                        </a:lnTo>
                        <a:lnTo>
                          <a:pt x="41" y="15"/>
                        </a:lnTo>
                        <a:lnTo>
                          <a:pt x="43" y="13"/>
                        </a:lnTo>
                        <a:lnTo>
                          <a:pt x="45" y="13"/>
                        </a:lnTo>
                        <a:lnTo>
                          <a:pt x="49" y="7"/>
                        </a:lnTo>
                        <a:lnTo>
                          <a:pt x="54" y="0"/>
                        </a:lnTo>
                        <a:lnTo>
                          <a:pt x="56" y="3"/>
                        </a:lnTo>
                        <a:lnTo>
                          <a:pt x="58" y="3"/>
                        </a:lnTo>
                        <a:lnTo>
                          <a:pt x="61" y="3"/>
                        </a:lnTo>
                        <a:lnTo>
                          <a:pt x="61" y="11"/>
                        </a:lnTo>
                        <a:lnTo>
                          <a:pt x="62" y="15"/>
                        </a:lnTo>
                        <a:lnTo>
                          <a:pt x="65" y="15"/>
                        </a:lnTo>
                        <a:lnTo>
                          <a:pt x="69" y="14"/>
                        </a:lnTo>
                        <a:lnTo>
                          <a:pt x="72" y="15"/>
                        </a:lnTo>
                        <a:lnTo>
                          <a:pt x="80" y="14"/>
                        </a:lnTo>
                        <a:lnTo>
                          <a:pt x="83" y="17"/>
                        </a:lnTo>
                        <a:lnTo>
                          <a:pt x="88" y="22"/>
                        </a:lnTo>
                        <a:lnTo>
                          <a:pt x="91" y="25"/>
                        </a:lnTo>
                        <a:lnTo>
                          <a:pt x="94" y="28"/>
                        </a:lnTo>
                        <a:lnTo>
                          <a:pt x="96" y="28"/>
                        </a:lnTo>
                        <a:lnTo>
                          <a:pt x="102" y="28"/>
                        </a:lnTo>
                        <a:lnTo>
                          <a:pt x="105" y="29"/>
                        </a:lnTo>
                        <a:lnTo>
                          <a:pt x="109" y="29"/>
                        </a:lnTo>
                        <a:lnTo>
                          <a:pt x="111" y="29"/>
                        </a:lnTo>
                        <a:lnTo>
                          <a:pt x="113" y="29"/>
                        </a:lnTo>
                        <a:lnTo>
                          <a:pt x="115" y="29"/>
                        </a:lnTo>
                        <a:lnTo>
                          <a:pt x="119" y="24"/>
                        </a:lnTo>
                        <a:lnTo>
                          <a:pt x="121" y="22"/>
                        </a:lnTo>
                        <a:lnTo>
                          <a:pt x="124" y="21"/>
                        </a:lnTo>
                        <a:lnTo>
                          <a:pt x="126" y="21"/>
                        </a:lnTo>
                        <a:lnTo>
                          <a:pt x="128" y="19"/>
                        </a:lnTo>
                        <a:lnTo>
                          <a:pt x="134" y="18"/>
                        </a:lnTo>
                        <a:lnTo>
                          <a:pt x="136" y="19"/>
                        </a:lnTo>
                        <a:lnTo>
                          <a:pt x="137" y="24"/>
                        </a:lnTo>
                        <a:lnTo>
                          <a:pt x="140" y="25"/>
                        </a:lnTo>
                        <a:lnTo>
                          <a:pt x="145" y="24"/>
                        </a:lnTo>
                        <a:lnTo>
                          <a:pt x="149" y="24"/>
                        </a:lnTo>
                        <a:lnTo>
                          <a:pt x="136" y="36"/>
                        </a:lnTo>
                        <a:lnTo>
                          <a:pt x="136" y="93"/>
                        </a:lnTo>
                        <a:lnTo>
                          <a:pt x="145" y="101"/>
                        </a:lnTo>
                        <a:lnTo>
                          <a:pt x="145" y="102"/>
                        </a:lnTo>
                        <a:lnTo>
                          <a:pt x="141" y="108"/>
                        </a:lnTo>
                        <a:lnTo>
                          <a:pt x="140" y="108"/>
                        </a:lnTo>
                        <a:lnTo>
                          <a:pt x="139" y="111"/>
                        </a:lnTo>
                        <a:lnTo>
                          <a:pt x="139" y="112"/>
                        </a:lnTo>
                        <a:lnTo>
                          <a:pt x="134" y="113"/>
                        </a:lnTo>
                        <a:lnTo>
                          <a:pt x="132" y="117"/>
                        </a:lnTo>
                        <a:lnTo>
                          <a:pt x="128" y="117"/>
                        </a:lnTo>
                        <a:lnTo>
                          <a:pt x="126" y="117"/>
                        </a:lnTo>
                        <a:lnTo>
                          <a:pt x="125" y="119"/>
                        </a:lnTo>
                        <a:lnTo>
                          <a:pt x="124" y="121"/>
                        </a:lnTo>
                        <a:lnTo>
                          <a:pt x="124" y="123"/>
                        </a:lnTo>
                        <a:lnTo>
                          <a:pt x="124" y="123"/>
                        </a:lnTo>
                        <a:lnTo>
                          <a:pt x="122" y="127"/>
                        </a:lnTo>
                        <a:lnTo>
                          <a:pt x="119" y="130"/>
                        </a:lnTo>
                        <a:lnTo>
                          <a:pt x="119" y="134"/>
                        </a:lnTo>
                        <a:lnTo>
                          <a:pt x="117" y="138"/>
                        </a:lnTo>
                        <a:lnTo>
                          <a:pt x="113" y="144"/>
                        </a:lnTo>
                        <a:lnTo>
                          <a:pt x="109" y="146"/>
                        </a:lnTo>
                        <a:lnTo>
                          <a:pt x="109" y="146"/>
                        </a:lnTo>
                        <a:lnTo>
                          <a:pt x="91" y="134"/>
                        </a:lnTo>
                        <a:lnTo>
                          <a:pt x="90" y="132"/>
                        </a:lnTo>
                        <a:lnTo>
                          <a:pt x="88" y="131"/>
                        </a:lnTo>
                        <a:lnTo>
                          <a:pt x="90" y="130"/>
                        </a:lnTo>
                        <a:lnTo>
                          <a:pt x="87" y="124"/>
                        </a:lnTo>
                        <a:lnTo>
                          <a:pt x="34" y="94"/>
                        </a:lnTo>
                        <a:lnTo>
                          <a:pt x="30" y="94"/>
                        </a:lnTo>
                        <a:lnTo>
                          <a:pt x="34" y="81"/>
                        </a:lnTo>
                        <a:lnTo>
                          <a:pt x="34" y="77"/>
                        </a:lnTo>
                        <a:lnTo>
                          <a:pt x="37" y="74"/>
                        </a:lnTo>
                        <a:lnTo>
                          <a:pt x="39" y="70"/>
                        </a:lnTo>
                        <a:lnTo>
                          <a:pt x="41" y="68"/>
                        </a:lnTo>
                        <a:lnTo>
                          <a:pt x="42" y="66"/>
                        </a:lnTo>
                        <a:lnTo>
                          <a:pt x="43" y="64"/>
                        </a:lnTo>
                        <a:lnTo>
                          <a:pt x="43" y="63"/>
                        </a:lnTo>
                        <a:lnTo>
                          <a:pt x="49" y="63"/>
                        </a:lnTo>
                        <a:lnTo>
                          <a:pt x="50" y="59"/>
                        </a:lnTo>
                        <a:lnTo>
                          <a:pt x="50" y="58"/>
                        </a:lnTo>
                        <a:lnTo>
                          <a:pt x="53" y="53"/>
                        </a:lnTo>
                        <a:lnTo>
                          <a:pt x="53" y="51"/>
                        </a:lnTo>
                        <a:lnTo>
                          <a:pt x="53" y="48"/>
                        </a:lnTo>
                        <a:lnTo>
                          <a:pt x="50" y="45"/>
                        </a:lnTo>
                        <a:lnTo>
                          <a:pt x="52" y="44"/>
                        </a:lnTo>
                        <a:lnTo>
                          <a:pt x="50" y="43"/>
                        </a:lnTo>
                        <a:lnTo>
                          <a:pt x="47" y="41"/>
                        </a:lnTo>
                        <a:lnTo>
                          <a:pt x="46" y="37"/>
                        </a:lnTo>
                        <a:lnTo>
                          <a:pt x="43" y="34"/>
                        </a:lnTo>
                        <a:lnTo>
                          <a:pt x="43" y="32"/>
                        </a:lnTo>
                        <a:lnTo>
                          <a:pt x="42" y="29"/>
                        </a:lnTo>
                        <a:lnTo>
                          <a:pt x="41" y="28"/>
                        </a:lnTo>
                        <a:lnTo>
                          <a:pt x="41" y="25"/>
                        </a:lnTo>
                        <a:lnTo>
                          <a:pt x="39" y="25"/>
                        </a:lnTo>
                        <a:lnTo>
                          <a:pt x="38" y="21"/>
                        </a:lnTo>
                        <a:lnTo>
                          <a:pt x="37" y="19"/>
                        </a:lnTo>
                        <a:lnTo>
                          <a:pt x="37" y="19"/>
                        </a:lnTo>
                        <a:lnTo>
                          <a:pt x="37" y="19"/>
                        </a:lnTo>
                        <a:lnTo>
                          <a:pt x="37" y="19"/>
                        </a:lnTo>
                        <a:close/>
                        <a:moveTo>
                          <a:pt x="0" y="96"/>
                        </a:moveTo>
                        <a:lnTo>
                          <a:pt x="5" y="96"/>
                        </a:lnTo>
                        <a:lnTo>
                          <a:pt x="11" y="96"/>
                        </a:lnTo>
                        <a:lnTo>
                          <a:pt x="0" y="96"/>
                        </a:lnTo>
                        <a:lnTo>
                          <a:pt x="0" y="96"/>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30" name="Freeform 911">
                    <a:extLst>
                      <a:ext uri="{FF2B5EF4-FFF2-40B4-BE49-F238E27FC236}">
                        <a16:creationId xmlns:a16="http://schemas.microsoft.com/office/drawing/2014/main" id="{ECB85E6A-CA07-384A-E924-217050EE6B2E}"/>
                      </a:ext>
                    </a:extLst>
                  </p:cNvPr>
                  <p:cNvSpPr>
                    <a:spLocks/>
                  </p:cNvSpPr>
                  <p:nvPr/>
                </p:nvSpPr>
                <p:spPr bwMode="auto">
                  <a:xfrm>
                    <a:off x="9629794" y="2900597"/>
                    <a:ext cx="75672" cy="68152"/>
                  </a:xfrm>
                  <a:custGeom>
                    <a:avLst/>
                    <a:gdLst/>
                    <a:ahLst/>
                    <a:cxnLst>
                      <a:cxn ang="0">
                        <a:pos x="64" y="58"/>
                      </a:cxn>
                      <a:cxn ang="0">
                        <a:pos x="69" y="51"/>
                      </a:cxn>
                      <a:cxn ang="0">
                        <a:pos x="72" y="47"/>
                      </a:cxn>
                      <a:cxn ang="0">
                        <a:pos x="73" y="44"/>
                      </a:cxn>
                      <a:cxn ang="0">
                        <a:pos x="80" y="40"/>
                      </a:cxn>
                      <a:cxn ang="0">
                        <a:pos x="83" y="34"/>
                      </a:cxn>
                      <a:cxn ang="0">
                        <a:pos x="83" y="29"/>
                      </a:cxn>
                      <a:cxn ang="0">
                        <a:pos x="82" y="25"/>
                      </a:cxn>
                      <a:cxn ang="0">
                        <a:pos x="77" y="22"/>
                      </a:cxn>
                      <a:cxn ang="0">
                        <a:pos x="73" y="15"/>
                      </a:cxn>
                      <a:cxn ang="0">
                        <a:pos x="72" y="10"/>
                      </a:cxn>
                      <a:cxn ang="0">
                        <a:pos x="71" y="6"/>
                      </a:cxn>
                      <a:cxn ang="0">
                        <a:pos x="68" y="2"/>
                      </a:cxn>
                      <a:cxn ang="0">
                        <a:pos x="64" y="3"/>
                      </a:cxn>
                      <a:cxn ang="0">
                        <a:pos x="58" y="6"/>
                      </a:cxn>
                      <a:cxn ang="0">
                        <a:pos x="50" y="6"/>
                      </a:cxn>
                      <a:cxn ang="0">
                        <a:pos x="45" y="7"/>
                      </a:cxn>
                      <a:cxn ang="0">
                        <a:pos x="42" y="7"/>
                      </a:cxn>
                      <a:cxn ang="0">
                        <a:pos x="39" y="11"/>
                      </a:cxn>
                      <a:cxn ang="0">
                        <a:pos x="35" y="10"/>
                      </a:cxn>
                      <a:cxn ang="0">
                        <a:pos x="33" y="7"/>
                      </a:cxn>
                      <a:cxn ang="0">
                        <a:pos x="26" y="7"/>
                      </a:cxn>
                      <a:cxn ang="0">
                        <a:pos x="22" y="7"/>
                      </a:cxn>
                      <a:cxn ang="0">
                        <a:pos x="22" y="10"/>
                      </a:cxn>
                      <a:cxn ang="0">
                        <a:pos x="22" y="11"/>
                      </a:cxn>
                      <a:cxn ang="0">
                        <a:pos x="20" y="15"/>
                      </a:cxn>
                      <a:cxn ang="0">
                        <a:pos x="19" y="25"/>
                      </a:cxn>
                      <a:cxn ang="0">
                        <a:pos x="20" y="29"/>
                      </a:cxn>
                      <a:cxn ang="0">
                        <a:pos x="23" y="33"/>
                      </a:cxn>
                      <a:cxn ang="0">
                        <a:pos x="15" y="44"/>
                      </a:cxn>
                      <a:cxn ang="0">
                        <a:pos x="10" y="52"/>
                      </a:cxn>
                      <a:cxn ang="0">
                        <a:pos x="3" y="63"/>
                      </a:cxn>
                      <a:cxn ang="0">
                        <a:pos x="3" y="72"/>
                      </a:cxn>
                      <a:cxn ang="0">
                        <a:pos x="1" y="81"/>
                      </a:cxn>
                      <a:cxn ang="0">
                        <a:pos x="1" y="82"/>
                      </a:cxn>
                      <a:cxn ang="0">
                        <a:pos x="5" y="79"/>
                      </a:cxn>
                      <a:cxn ang="0">
                        <a:pos x="8" y="81"/>
                      </a:cxn>
                      <a:cxn ang="0">
                        <a:pos x="11" y="81"/>
                      </a:cxn>
                      <a:cxn ang="0">
                        <a:pos x="14" y="78"/>
                      </a:cxn>
                      <a:cxn ang="0">
                        <a:pos x="15" y="78"/>
                      </a:cxn>
                      <a:cxn ang="0">
                        <a:pos x="18" y="77"/>
                      </a:cxn>
                      <a:cxn ang="0">
                        <a:pos x="30" y="77"/>
                      </a:cxn>
                      <a:cxn ang="0">
                        <a:pos x="60" y="75"/>
                      </a:cxn>
                    </a:cxnLst>
                    <a:rect l="0" t="0" r="r" b="b"/>
                    <a:pathLst>
                      <a:path w="83" h="82">
                        <a:moveTo>
                          <a:pt x="64" y="62"/>
                        </a:moveTo>
                        <a:lnTo>
                          <a:pt x="64" y="58"/>
                        </a:lnTo>
                        <a:lnTo>
                          <a:pt x="67" y="55"/>
                        </a:lnTo>
                        <a:lnTo>
                          <a:pt x="69" y="51"/>
                        </a:lnTo>
                        <a:lnTo>
                          <a:pt x="71" y="49"/>
                        </a:lnTo>
                        <a:lnTo>
                          <a:pt x="72" y="47"/>
                        </a:lnTo>
                        <a:lnTo>
                          <a:pt x="73" y="45"/>
                        </a:lnTo>
                        <a:lnTo>
                          <a:pt x="73" y="44"/>
                        </a:lnTo>
                        <a:lnTo>
                          <a:pt x="79" y="44"/>
                        </a:lnTo>
                        <a:lnTo>
                          <a:pt x="80" y="40"/>
                        </a:lnTo>
                        <a:lnTo>
                          <a:pt x="80" y="39"/>
                        </a:lnTo>
                        <a:lnTo>
                          <a:pt x="83" y="34"/>
                        </a:lnTo>
                        <a:lnTo>
                          <a:pt x="83" y="32"/>
                        </a:lnTo>
                        <a:lnTo>
                          <a:pt x="83" y="29"/>
                        </a:lnTo>
                        <a:lnTo>
                          <a:pt x="80" y="26"/>
                        </a:lnTo>
                        <a:lnTo>
                          <a:pt x="82" y="25"/>
                        </a:lnTo>
                        <a:lnTo>
                          <a:pt x="80" y="24"/>
                        </a:lnTo>
                        <a:lnTo>
                          <a:pt x="77" y="22"/>
                        </a:lnTo>
                        <a:lnTo>
                          <a:pt x="76" y="18"/>
                        </a:lnTo>
                        <a:lnTo>
                          <a:pt x="73" y="15"/>
                        </a:lnTo>
                        <a:lnTo>
                          <a:pt x="73" y="13"/>
                        </a:lnTo>
                        <a:lnTo>
                          <a:pt x="72" y="10"/>
                        </a:lnTo>
                        <a:lnTo>
                          <a:pt x="71" y="9"/>
                        </a:lnTo>
                        <a:lnTo>
                          <a:pt x="71" y="6"/>
                        </a:lnTo>
                        <a:lnTo>
                          <a:pt x="69" y="6"/>
                        </a:lnTo>
                        <a:lnTo>
                          <a:pt x="68" y="2"/>
                        </a:lnTo>
                        <a:lnTo>
                          <a:pt x="67" y="0"/>
                        </a:lnTo>
                        <a:lnTo>
                          <a:pt x="64" y="3"/>
                        </a:lnTo>
                        <a:lnTo>
                          <a:pt x="61" y="5"/>
                        </a:lnTo>
                        <a:lnTo>
                          <a:pt x="58" y="6"/>
                        </a:lnTo>
                        <a:lnTo>
                          <a:pt x="56" y="6"/>
                        </a:lnTo>
                        <a:lnTo>
                          <a:pt x="50" y="6"/>
                        </a:lnTo>
                        <a:lnTo>
                          <a:pt x="48" y="7"/>
                        </a:lnTo>
                        <a:lnTo>
                          <a:pt x="45" y="7"/>
                        </a:lnTo>
                        <a:lnTo>
                          <a:pt x="44" y="7"/>
                        </a:lnTo>
                        <a:lnTo>
                          <a:pt x="42" y="7"/>
                        </a:lnTo>
                        <a:lnTo>
                          <a:pt x="39" y="9"/>
                        </a:lnTo>
                        <a:lnTo>
                          <a:pt x="39" y="11"/>
                        </a:lnTo>
                        <a:lnTo>
                          <a:pt x="38" y="11"/>
                        </a:lnTo>
                        <a:lnTo>
                          <a:pt x="35" y="10"/>
                        </a:lnTo>
                        <a:lnTo>
                          <a:pt x="35" y="9"/>
                        </a:lnTo>
                        <a:lnTo>
                          <a:pt x="33" y="7"/>
                        </a:lnTo>
                        <a:lnTo>
                          <a:pt x="30" y="9"/>
                        </a:lnTo>
                        <a:lnTo>
                          <a:pt x="26" y="7"/>
                        </a:lnTo>
                        <a:lnTo>
                          <a:pt x="23" y="6"/>
                        </a:lnTo>
                        <a:lnTo>
                          <a:pt x="22" y="7"/>
                        </a:lnTo>
                        <a:lnTo>
                          <a:pt x="22" y="9"/>
                        </a:lnTo>
                        <a:lnTo>
                          <a:pt x="22" y="10"/>
                        </a:lnTo>
                        <a:lnTo>
                          <a:pt x="22" y="11"/>
                        </a:lnTo>
                        <a:lnTo>
                          <a:pt x="22" y="11"/>
                        </a:lnTo>
                        <a:lnTo>
                          <a:pt x="22" y="14"/>
                        </a:lnTo>
                        <a:lnTo>
                          <a:pt x="20" y="15"/>
                        </a:lnTo>
                        <a:lnTo>
                          <a:pt x="20" y="20"/>
                        </a:lnTo>
                        <a:lnTo>
                          <a:pt x="19" y="25"/>
                        </a:lnTo>
                        <a:lnTo>
                          <a:pt x="19" y="28"/>
                        </a:lnTo>
                        <a:lnTo>
                          <a:pt x="20" y="29"/>
                        </a:lnTo>
                        <a:lnTo>
                          <a:pt x="22" y="30"/>
                        </a:lnTo>
                        <a:lnTo>
                          <a:pt x="23" y="33"/>
                        </a:lnTo>
                        <a:lnTo>
                          <a:pt x="23" y="34"/>
                        </a:lnTo>
                        <a:lnTo>
                          <a:pt x="15" y="44"/>
                        </a:lnTo>
                        <a:lnTo>
                          <a:pt x="11" y="49"/>
                        </a:lnTo>
                        <a:lnTo>
                          <a:pt x="10" y="52"/>
                        </a:lnTo>
                        <a:lnTo>
                          <a:pt x="4" y="62"/>
                        </a:lnTo>
                        <a:lnTo>
                          <a:pt x="3" y="63"/>
                        </a:lnTo>
                        <a:lnTo>
                          <a:pt x="3" y="67"/>
                        </a:lnTo>
                        <a:lnTo>
                          <a:pt x="3" y="72"/>
                        </a:lnTo>
                        <a:lnTo>
                          <a:pt x="0" y="78"/>
                        </a:lnTo>
                        <a:lnTo>
                          <a:pt x="1" y="81"/>
                        </a:lnTo>
                        <a:lnTo>
                          <a:pt x="0" y="82"/>
                        </a:lnTo>
                        <a:lnTo>
                          <a:pt x="1" y="82"/>
                        </a:lnTo>
                        <a:lnTo>
                          <a:pt x="3" y="81"/>
                        </a:lnTo>
                        <a:lnTo>
                          <a:pt x="5" y="79"/>
                        </a:lnTo>
                        <a:lnTo>
                          <a:pt x="7" y="81"/>
                        </a:lnTo>
                        <a:lnTo>
                          <a:pt x="8" y="81"/>
                        </a:lnTo>
                        <a:lnTo>
                          <a:pt x="11" y="81"/>
                        </a:lnTo>
                        <a:lnTo>
                          <a:pt x="11" y="81"/>
                        </a:lnTo>
                        <a:lnTo>
                          <a:pt x="12" y="78"/>
                        </a:lnTo>
                        <a:lnTo>
                          <a:pt x="14" y="78"/>
                        </a:lnTo>
                        <a:lnTo>
                          <a:pt x="15" y="78"/>
                        </a:lnTo>
                        <a:lnTo>
                          <a:pt x="15" y="78"/>
                        </a:lnTo>
                        <a:lnTo>
                          <a:pt x="16" y="78"/>
                        </a:lnTo>
                        <a:lnTo>
                          <a:pt x="18" y="77"/>
                        </a:lnTo>
                        <a:lnTo>
                          <a:pt x="30" y="77"/>
                        </a:lnTo>
                        <a:lnTo>
                          <a:pt x="30" y="77"/>
                        </a:lnTo>
                        <a:lnTo>
                          <a:pt x="41" y="77"/>
                        </a:lnTo>
                        <a:lnTo>
                          <a:pt x="60" y="75"/>
                        </a:lnTo>
                        <a:lnTo>
                          <a:pt x="64" y="62"/>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31" name="Freeform 912">
                    <a:extLst>
                      <a:ext uri="{FF2B5EF4-FFF2-40B4-BE49-F238E27FC236}">
                        <a16:creationId xmlns:a16="http://schemas.microsoft.com/office/drawing/2014/main" id="{D55DE82D-01B8-AB99-A89D-E95E68D6EB27}"/>
                      </a:ext>
                    </a:extLst>
                  </p:cNvPr>
                  <p:cNvSpPr>
                    <a:spLocks/>
                  </p:cNvSpPr>
                  <p:nvPr/>
                </p:nvSpPr>
                <p:spPr bwMode="auto">
                  <a:xfrm>
                    <a:off x="9629794" y="2900597"/>
                    <a:ext cx="75672" cy="68152"/>
                  </a:xfrm>
                  <a:custGeom>
                    <a:avLst/>
                    <a:gdLst/>
                    <a:ahLst/>
                    <a:cxnLst>
                      <a:cxn ang="0">
                        <a:pos x="64" y="58"/>
                      </a:cxn>
                      <a:cxn ang="0">
                        <a:pos x="69" y="51"/>
                      </a:cxn>
                      <a:cxn ang="0">
                        <a:pos x="72" y="47"/>
                      </a:cxn>
                      <a:cxn ang="0">
                        <a:pos x="73" y="44"/>
                      </a:cxn>
                      <a:cxn ang="0">
                        <a:pos x="80" y="40"/>
                      </a:cxn>
                      <a:cxn ang="0">
                        <a:pos x="83" y="34"/>
                      </a:cxn>
                      <a:cxn ang="0">
                        <a:pos x="83" y="29"/>
                      </a:cxn>
                      <a:cxn ang="0">
                        <a:pos x="82" y="25"/>
                      </a:cxn>
                      <a:cxn ang="0">
                        <a:pos x="77" y="22"/>
                      </a:cxn>
                      <a:cxn ang="0">
                        <a:pos x="73" y="15"/>
                      </a:cxn>
                      <a:cxn ang="0">
                        <a:pos x="72" y="10"/>
                      </a:cxn>
                      <a:cxn ang="0">
                        <a:pos x="71" y="6"/>
                      </a:cxn>
                      <a:cxn ang="0">
                        <a:pos x="68" y="2"/>
                      </a:cxn>
                      <a:cxn ang="0">
                        <a:pos x="64" y="3"/>
                      </a:cxn>
                      <a:cxn ang="0">
                        <a:pos x="58" y="6"/>
                      </a:cxn>
                      <a:cxn ang="0">
                        <a:pos x="50" y="6"/>
                      </a:cxn>
                      <a:cxn ang="0">
                        <a:pos x="45" y="7"/>
                      </a:cxn>
                      <a:cxn ang="0">
                        <a:pos x="42" y="7"/>
                      </a:cxn>
                      <a:cxn ang="0">
                        <a:pos x="39" y="11"/>
                      </a:cxn>
                      <a:cxn ang="0">
                        <a:pos x="35" y="10"/>
                      </a:cxn>
                      <a:cxn ang="0">
                        <a:pos x="33" y="7"/>
                      </a:cxn>
                      <a:cxn ang="0">
                        <a:pos x="26" y="7"/>
                      </a:cxn>
                      <a:cxn ang="0">
                        <a:pos x="22" y="7"/>
                      </a:cxn>
                      <a:cxn ang="0">
                        <a:pos x="22" y="10"/>
                      </a:cxn>
                      <a:cxn ang="0">
                        <a:pos x="22" y="11"/>
                      </a:cxn>
                      <a:cxn ang="0">
                        <a:pos x="20" y="15"/>
                      </a:cxn>
                      <a:cxn ang="0">
                        <a:pos x="19" y="25"/>
                      </a:cxn>
                      <a:cxn ang="0">
                        <a:pos x="20" y="29"/>
                      </a:cxn>
                      <a:cxn ang="0">
                        <a:pos x="23" y="33"/>
                      </a:cxn>
                      <a:cxn ang="0">
                        <a:pos x="15" y="44"/>
                      </a:cxn>
                      <a:cxn ang="0">
                        <a:pos x="10" y="52"/>
                      </a:cxn>
                      <a:cxn ang="0">
                        <a:pos x="3" y="63"/>
                      </a:cxn>
                      <a:cxn ang="0">
                        <a:pos x="3" y="72"/>
                      </a:cxn>
                      <a:cxn ang="0">
                        <a:pos x="1" y="81"/>
                      </a:cxn>
                      <a:cxn ang="0">
                        <a:pos x="1" y="82"/>
                      </a:cxn>
                      <a:cxn ang="0">
                        <a:pos x="5" y="79"/>
                      </a:cxn>
                      <a:cxn ang="0">
                        <a:pos x="8" y="81"/>
                      </a:cxn>
                      <a:cxn ang="0">
                        <a:pos x="11" y="81"/>
                      </a:cxn>
                      <a:cxn ang="0">
                        <a:pos x="14" y="78"/>
                      </a:cxn>
                      <a:cxn ang="0">
                        <a:pos x="15" y="78"/>
                      </a:cxn>
                      <a:cxn ang="0">
                        <a:pos x="18" y="77"/>
                      </a:cxn>
                      <a:cxn ang="0">
                        <a:pos x="30" y="77"/>
                      </a:cxn>
                      <a:cxn ang="0">
                        <a:pos x="60" y="75"/>
                      </a:cxn>
                    </a:cxnLst>
                    <a:rect l="0" t="0" r="r" b="b"/>
                    <a:pathLst>
                      <a:path w="83" h="82">
                        <a:moveTo>
                          <a:pt x="64" y="62"/>
                        </a:moveTo>
                        <a:lnTo>
                          <a:pt x="64" y="58"/>
                        </a:lnTo>
                        <a:lnTo>
                          <a:pt x="67" y="55"/>
                        </a:lnTo>
                        <a:lnTo>
                          <a:pt x="69" y="51"/>
                        </a:lnTo>
                        <a:lnTo>
                          <a:pt x="71" y="49"/>
                        </a:lnTo>
                        <a:lnTo>
                          <a:pt x="72" y="47"/>
                        </a:lnTo>
                        <a:lnTo>
                          <a:pt x="73" y="45"/>
                        </a:lnTo>
                        <a:lnTo>
                          <a:pt x="73" y="44"/>
                        </a:lnTo>
                        <a:lnTo>
                          <a:pt x="79" y="44"/>
                        </a:lnTo>
                        <a:lnTo>
                          <a:pt x="80" y="40"/>
                        </a:lnTo>
                        <a:lnTo>
                          <a:pt x="80" y="39"/>
                        </a:lnTo>
                        <a:lnTo>
                          <a:pt x="83" y="34"/>
                        </a:lnTo>
                        <a:lnTo>
                          <a:pt x="83" y="32"/>
                        </a:lnTo>
                        <a:lnTo>
                          <a:pt x="83" y="29"/>
                        </a:lnTo>
                        <a:lnTo>
                          <a:pt x="80" y="26"/>
                        </a:lnTo>
                        <a:lnTo>
                          <a:pt x="82" y="25"/>
                        </a:lnTo>
                        <a:lnTo>
                          <a:pt x="80" y="24"/>
                        </a:lnTo>
                        <a:lnTo>
                          <a:pt x="77" y="22"/>
                        </a:lnTo>
                        <a:lnTo>
                          <a:pt x="76" y="18"/>
                        </a:lnTo>
                        <a:lnTo>
                          <a:pt x="73" y="15"/>
                        </a:lnTo>
                        <a:lnTo>
                          <a:pt x="73" y="13"/>
                        </a:lnTo>
                        <a:lnTo>
                          <a:pt x="72" y="10"/>
                        </a:lnTo>
                        <a:lnTo>
                          <a:pt x="71" y="9"/>
                        </a:lnTo>
                        <a:lnTo>
                          <a:pt x="71" y="6"/>
                        </a:lnTo>
                        <a:lnTo>
                          <a:pt x="69" y="6"/>
                        </a:lnTo>
                        <a:lnTo>
                          <a:pt x="68" y="2"/>
                        </a:lnTo>
                        <a:lnTo>
                          <a:pt x="67" y="0"/>
                        </a:lnTo>
                        <a:lnTo>
                          <a:pt x="64" y="3"/>
                        </a:lnTo>
                        <a:lnTo>
                          <a:pt x="61" y="5"/>
                        </a:lnTo>
                        <a:lnTo>
                          <a:pt x="58" y="6"/>
                        </a:lnTo>
                        <a:lnTo>
                          <a:pt x="56" y="6"/>
                        </a:lnTo>
                        <a:lnTo>
                          <a:pt x="50" y="6"/>
                        </a:lnTo>
                        <a:lnTo>
                          <a:pt x="48" y="7"/>
                        </a:lnTo>
                        <a:lnTo>
                          <a:pt x="45" y="7"/>
                        </a:lnTo>
                        <a:lnTo>
                          <a:pt x="44" y="7"/>
                        </a:lnTo>
                        <a:lnTo>
                          <a:pt x="42" y="7"/>
                        </a:lnTo>
                        <a:lnTo>
                          <a:pt x="39" y="9"/>
                        </a:lnTo>
                        <a:lnTo>
                          <a:pt x="39" y="11"/>
                        </a:lnTo>
                        <a:lnTo>
                          <a:pt x="38" y="11"/>
                        </a:lnTo>
                        <a:lnTo>
                          <a:pt x="35" y="10"/>
                        </a:lnTo>
                        <a:lnTo>
                          <a:pt x="35" y="9"/>
                        </a:lnTo>
                        <a:lnTo>
                          <a:pt x="33" y="7"/>
                        </a:lnTo>
                        <a:lnTo>
                          <a:pt x="30" y="9"/>
                        </a:lnTo>
                        <a:lnTo>
                          <a:pt x="26" y="7"/>
                        </a:lnTo>
                        <a:lnTo>
                          <a:pt x="23" y="6"/>
                        </a:lnTo>
                        <a:lnTo>
                          <a:pt x="22" y="7"/>
                        </a:lnTo>
                        <a:lnTo>
                          <a:pt x="22" y="9"/>
                        </a:lnTo>
                        <a:lnTo>
                          <a:pt x="22" y="10"/>
                        </a:lnTo>
                        <a:lnTo>
                          <a:pt x="22" y="11"/>
                        </a:lnTo>
                        <a:lnTo>
                          <a:pt x="22" y="11"/>
                        </a:lnTo>
                        <a:lnTo>
                          <a:pt x="22" y="14"/>
                        </a:lnTo>
                        <a:lnTo>
                          <a:pt x="20" y="15"/>
                        </a:lnTo>
                        <a:lnTo>
                          <a:pt x="20" y="20"/>
                        </a:lnTo>
                        <a:lnTo>
                          <a:pt x="19" y="25"/>
                        </a:lnTo>
                        <a:lnTo>
                          <a:pt x="19" y="28"/>
                        </a:lnTo>
                        <a:lnTo>
                          <a:pt x="20" y="29"/>
                        </a:lnTo>
                        <a:lnTo>
                          <a:pt x="22" y="30"/>
                        </a:lnTo>
                        <a:lnTo>
                          <a:pt x="23" y="33"/>
                        </a:lnTo>
                        <a:lnTo>
                          <a:pt x="23" y="34"/>
                        </a:lnTo>
                        <a:lnTo>
                          <a:pt x="15" y="44"/>
                        </a:lnTo>
                        <a:lnTo>
                          <a:pt x="11" y="49"/>
                        </a:lnTo>
                        <a:lnTo>
                          <a:pt x="10" y="52"/>
                        </a:lnTo>
                        <a:lnTo>
                          <a:pt x="4" y="62"/>
                        </a:lnTo>
                        <a:lnTo>
                          <a:pt x="3" y="63"/>
                        </a:lnTo>
                        <a:lnTo>
                          <a:pt x="3" y="67"/>
                        </a:lnTo>
                        <a:lnTo>
                          <a:pt x="3" y="72"/>
                        </a:lnTo>
                        <a:lnTo>
                          <a:pt x="0" y="78"/>
                        </a:lnTo>
                        <a:lnTo>
                          <a:pt x="1" y="81"/>
                        </a:lnTo>
                        <a:lnTo>
                          <a:pt x="0" y="82"/>
                        </a:lnTo>
                        <a:lnTo>
                          <a:pt x="1" y="82"/>
                        </a:lnTo>
                        <a:lnTo>
                          <a:pt x="3" y="81"/>
                        </a:lnTo>
                        <a:lnTo>
                          <a:pt x="5" y="79"/>
                        </a:lnTo>
                        <a:lnTo>
                          <a:pt x="7" y="81"/>
                        </a:lnTo>
                        <a:lnTo>
                          <a:pt x="8" y="81"/>
                        </a:lnTo>
                        <a:lnTo>
                          <a:pt x="11" y="81"/>
                        </a:lnTo>
                        <a:lnTo>
                          <a:pt x="11" y="81"/>
                        </a:lnTo>
                        <a:lnTo>
                          <a:pt x="12" y="78"/>
                        </a:lnTo>
                        <a:lnTo>
                          <a:pt x="14" y="78"/>
                        </a:lnTo>
                        <a:lnTo>
                          <a:pt x="15" y="78"/>
                        </a:lnTo>
                        <a:lnTo>
                          <a:pt x="15" y="78"/>
                        </a:lnTo>
                        <a:lnTo>
                          <a:pt x="16" y="78"/>
                        </a:lnTo>
                        <a:lnTo>
                          <a:pt x="18" y="77"/>
                        </a:lnTo>
                        <a:lnTo>
                          <a:pt x="30" y="77"/>
                        </a:lnTo>
                        <a:lnTo>
                          <a:pt x="30" y="77"/>
                        </a:lnTo>
                        <a:lnTo>
                          <a:pt x="41" y="77"/>
                        </a:lnTo>
                        <a:lnTo>
                          <a:pt x="60" y="75"/>
                        </a:lnTo>
                        <a:lnTo>
                          <a:pt x="64" y="62"/>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32" name="Freeform 913">
                    <a:extLst>
                      <a:ext uri="{FF2B5EF4-FFF2-40B4-BE49-F238E27FC236}">
                        <a16:creationId xmlns:a16="http://schemas.microsoft.com/office/drawing/2014/main" id="{EB81598E-F50F-31B0-A8FB-31983C68B874}"/>
                      </a:ext>
                    </a:extLst>
                  </p:cNvPr>
                  <p:cNvSpPr>
                    <a:spLocks/>
                  </p:cNvSpPr>
                  <p:nvPr/>
                </p:nvSpPr>
                <p:spPr bwMode="auto">
                  <a:xfrm>
                    <a:off x="9435600" y="2818317"/>
                    <a:ext cx="168666" cy="103890"/>
                  </a:xfrm>
                  <a:custGeom>
                    <a:avLst/>
                    <a:gdLst/>
                    <a:ahLst/>
                    <a:cxnLst>
                      <a:cxn ang="0">
                        <a:pos x="117" y="6"/>
                      </a:cxn>
                      <a:cxn ang="0">
                        <a:pos x="127" y="19"/>
                      </a:cxn>
                      <a:cxn ang="0">
                        <a:pos x="125" y="29"/>
                      </a:cxn>
                      <a:cxn ang="0">
                        <a:pos x="132" y="34"/>
                      </a:cxn>
                      <a:cxn ang="0">
                        <a:pos x="137" y="40"/>
                      </a:cxn>
                      <a:cxn ang="0">
                        <a:pos x="148" y="44"/>
                      </a:cxn>
                      <a:cxn ang="0">
                        <a:pos x="155" y="49"/>
                      </a:cxn>
                      <a:cxn ang="0">
                        <a:pos x="151" y="55"/>
                      </a:cxn>
                      <a:cxn ang="0">
                        <a:pos x="159" y="59"/>
                      </a:cxn>
                      <a:cxn ang="0">
                        <a:pos x="167" y="67"/>
                      </a:cxn>
                      <a:cxn ang="0">
                        <a:pos x="171" y="74"/>
                      </a:cxn>
                      <a:cxn ang="0">
                        <a:pos x="179" y="79"/>
                      </a:cxn>
                      <a:cxn ang="0">
                        <a:pos x="185" y="89"/>
                      </a:cxn>
                      <a:cxn ang="0">
                        <a:pos x="179" y="86"/>
                      </a:cxn>
                      <a:cxn ang="0">
                        <a:pos x="165" y="87"/>
                      </a:cxn>
                      <a:cxn ang="0">
                        <a:pos x="157" y="86"/>
                      </a:cxn>
                      <a:cxn ang="0">
                        <a:pos x="155" y="86"/>
                      </a:cxn>
                      <a:cxn ang="0">
                        <a:pos x="146" y="90"/>
                      </a:cxn>
                      <a:cxn ang="0">
                        <a:pos x="141" y="89"/>
                      </a:cxn>
                      <a:cxn ang="0">
                        <a:pos x="132" y="91"/>
                      </a:cxn>
                      <a:cxn ang="0">
                        <a:pos x="121" y="93"/>
                      </a:cxn>
                      <a:cxn ang="0">
                        <a:pos x="111" y="97"/>
                      </a:cxn>
                      <a:cxn ang="0">
                        <a:pos x="108" y="101"/>
                      </a:cxn>
                      <a:cxn ang="0">
                        <a:pos x="99" y="98"/>
                      </a:cxn>
                      <a:cxn ang="0">
                        <a:pos x="89" y="97"/>
                      </a:cxn>
                      <a:cxn ang="0">
                        <a:pos x="80" y="93"/>
                      </a:cxn>
                      <a:cxn ang="0">
                        <a:pos x="70" y="87"/>
                      </a:cxn>
                      <a:cxn ang="0">
                        <a:pos x="64" y="90"/>
                      </a:cxn>
                      <a:cxn ang="0">
                        <a:pos x="61" y="97"/>
                      </a:cxn>
                      <a:cxn ang="0">
                        <a:pos x="60" y="102"/>
                      </a:cxn>
                      <a:cxn ang="0">
                        <a:pos x="57" y="108"/>
                      </a:cxn>
                      <a:cxn ang="0">
                        <a:pos x="50" y="106"/>
                      </a:cxn>
                      <a:cxn ang="0">
                        <a:pos x="38" y="109"/>
                      </a:cxn>
                      <a:cxn ang="0">
                        <a:pos x="24" y="125"/>
                      </a:cxn>
                      <a:cxn ang="0">
                        <a:pos x="23" y="119"/>
                      </a:cxn>
                      <a:cxn ang="0">
                        <a:pos x="11" y="105"/>
                      </a:cxn>
                      <a:cxn ang="0">
                        <a:pos x="2" y="95"/>
                      </a:cxn>
                      <a:cxn ang="0">
                        <a:pos x="1" y="79"/>
                      </a:cxn>
                      <a:cxn ang="0">
                        <a:pos x="2" y="71"/>
                      </a:cxn>
                      <a:cxn ang="0">
                        <a:pos x="11" y="55"/>
                      </a:cxn>
                      <a:cxn ang="0">
                        <a:pos x="17" y="52"/>
                      </a:cxn>
                      <a:cxn ang="0">
                        <a:pos x="26" y="53"/>
                      </a:cxn>
                      <a:cxn ang="0">
                        <a:pos x="31" y="48"/>
                      </a:cxn>
                      <a:cxn ang="0">
                        <a:pos x="39" y="49"/>
                      </a:cxn>
                      <a:cxn ang="0">
                        <a:pos x="60" y="42"/>
                      </a:cxn>
                      <a:cxn ang="0">
                        <a:pos x="64" y="36"/>
                      </a:cxn>
                      <a:cxn ang="0">
                        <a:pos x="65" y="30"/>
                      </a:cxn>
                      <a:cxn ang="0">
                        <a:pos x="79" y="30"/>
                      </a:cxn>
                      <a:cxn ang="0">
                        <a:pos x="89" y="25"/>
                      </a:cxn>
                      <a:cxn ang="0">
                        <a:pos x="92" y="17"/>
                      </a:cxn>
                      <a:cxn ang="0">
                        <a:pos x="99" y="11"/>
                      </a:cxn>
                      <a:cxn ang="0">
                        <a:pos x="104" y="4"/>
                      </a:cxn>
                      <a:cxn ang="0">
                        <a:pos x="115" y="2"/>
                      </a:cxn>
                    </a:cxnLst>
                    <a:rect l="0" t="0" r="r" b="b"/>
                    <a:pathLst>
                      <a:path w="185" h="125">
                        <a:moveTo>
                          <a:pt x="117" y="0"/>
                        </a:moveTo>
                        <a:lnTo>
                          <a:pt x="118" y="2"/>
                        </a:lnTo>
                        <a:lnTo>
                          <a:pt x="118" y="4"/>
                        </a:lnTo>
                        <a:lnTo>
                          <a:pt x="117" y="6"/>
                        </a:lnTo>
                        <a:lnTo>
                          <a:pt x="121" y="7"/>
                        </a:lnTo>
                        <a:lnTo>
                          <a:pt x="121" y="8"/>
                        </a:lnTo>
                        <a:lnTo>
                          <a:pt x="125" y="14"/>
                        </a:lnTo>
                        <a:lnTo>
                          <a:pt x="127" y="19"/>
                        </a:lnTo>
                        <a:lnTo>
                          <a:pt x="127" y="22"/>
                        </a:lnTo>
                        <a:lnTo>
                          <a:pt x="127" y="25"/>
                        </a:lnTo>
                        <a:lnTo>
                          <a:pt x="126" y="26"/>
                        </a:lnTo>
                        <a:lnTo>
                          <a:pt x="125" y="29"/>
                        </a:lnTo>
                        <a:lnTo>
                          <a:pt x="126" y="33"/>
                        </a:lnTo>
                        <a:lnTo>
                          <a:pt x="127" y="34"/>
                        </a:lnTo>
                        <a:lnTo>
                          <a:pt x="132" y="36"/>
                        </a:lnTo>
                        <a:lnTo>
                          <a:pt x="132" y="34"/>
                        </a:lnTo>
                        <a:lnTo>
                          <a:pt x="137" y="34"/>
                        </a:lnTo>
                        <a:lnTo>
                          <a:pt x="138" y="34"/>
                        </a:lnTo>
                        <a:lnTo>
                          <a:pt x="137" y="37"/>
                        </a:lnTo>
                        <a:lnTo>
                          <a:pt x="137" y="40"/>
                        </a:lnTo>
                        <a:lnTo>
                          <a:pt x="140" y="41"/>
                        </a:lnTo>
                        <a:lnTo>
                          <a:pt x="142" y="42"/>
                        </a:lnTo>
                        <a:lnTo>
                          <a:pt x="145" y="42"/>
                        </a:lnTo>
                        <a:lnTo>
                          <a:pt x="148" y="44"/>
                        </a:lnTo>
                        <a:lnTo>
                          <a:pt x="148" y="47"/>
                        </a:lnTo>
                        <a:lnTo>
                          <a:pt x="151" y="48"/>
                        </a:lnTo>
                        <a:lnTo>
                          <a:pt x="153" y="48"/>
                        </a:lnTo>
                        <a:lnTo>
                          <a:pt x="155" y="49"/>
                        </a:lnTo>
                        <a:lnTo>
                          <a:pt x="155" y="51"/>
                        </a:lnTo>
                        <a:lnTo>
                          <a:pt x="152" y="53"/>
                        </a:lnTo>
                        <a:lnTo>
                          <a:pt x="152" y="53"/>
                        </a:lnTo>
                        <a:lnTo>
                          <a:pt x="151" y="55"/>
                        </a:lnTo>
                        <a:lnTo>
                          <a:pt x="153" y="57"/>
                        </a:lnTo>
                        <a:lnTo>
                          <a:pt x="156" y="59"/>
                        </a:lnTo>
                        <a:lnTo>
                          <a:pt x="157" y="57"/>
                        </a:lnTo>
                        <a:lnTo>
                          <a:pt x="159" y="59"/>
                        </a:lnTo>
                        <a:lnTo>
                          <a:pt x="160" y="59"/>
                        </a:lnTo>
                        <a:lnTo>
                          <a:pt x="165" y="61"/>
                        </a:lnTo>
                        <a:lnTo>
                          <a:pt x="165" y="63"/>
                        </a:lnTo>
                        <a:lnTo>
                          <a:pt x="167" y="67"/>
                        </a:lnTo>
                        <a:lnTo>
                          <a:pt x="168" y="68"/>
                        </a:lnTo>
                        <a:lnTo>
                          <a:pt x="171" y="70"/>
                        </a:lnTo>
                        <a:lnTo>
                          <a:pt x="171" y="71"/>
                        </a:lnTo>
                        <a:lnTo>
                          <a:pt x="171" y="74"/>
                        </a:lnTo>
                        <a:lnTo>
                          <a:pt x="172" y="75"/>
                        </a:lnTo>
                        <a:lnTo>
                          <a:pt x="178" y="76"/>
                        </a:lnTo>
                        <a:lnTo>
                          <a:pt x="179" y="78"/>
                        </a:lnTo>
                        <a:lnTo>
                          <a:pt x="179" y="79"/>
                        </a:lnTo>
                        <a:lnTo>
                          <a:pt x="179" y="83"/>
                        </a:lnTo>
                        <a:lnTo>
                          <a:pt x="182" y="85"/>
                        </a:lnTo>
                        <a:lnTo>
                          <a:pt x="183" y="86"/>
                        </a:lnTo>
                        <a:lnTo>
                          <a:pt x="185" y="89"/>
                        </a:lnTo>
                        <a:lnTo>
                          <a:pt x="185" y="89"/>
                        </a:lnTo>
                        <a:lnTo>
                          <a:pt x="185" y="89"/>
                        </a:lnTo>
                        <a:lnTo>
                          <a:pt x="182" y="87"/>
                        </a:lnTo>
                        <a:lnTo>
                          <a:pt x="179" y="86"/>
                        </a:lnTo>
                        <a:lnTo>
                          <a:pt x="174" y="89"/>
                        </a:lnTo>
                        <a:lnTo>
                          <a:pt x="174" y="89"/>
                        </a:lnTo>
                        <a:lnTo>
                          <a:pt x="168" y="89"/>
                        </a:lnTo>
                        <a:lnTo>
                          <a:pt x="165" y="87"/>
                        </a:lnTo>
                        <a:lnTo>
                          <a:pt x="164" y="86"/>
                        </a:lnTo>
                        <a:lnTo>
                          <a:pt x="163" y="86"/>
                        </a:lnTo>
                        <a:lnTo>
                          <a:pt x="161" y="86"/>
                        </a:lnTo>
                        <a:lnTo>
                          <a:pt x="157" y="86"/>
                        </a:lnTo>
                        <a:lnTo>
                          <a:pt x="156" y="85"/>
                        </a:lnTo>
                        <a:lnTo>
                          <a:pt x="155" y="85"/>
                        </a:lnTo>
                        <a:lnTo>
                          <a:pt x="155" y="85"/>
                        </a:lnTo>
                        <a:lnTo>
                          <a:pt x="155" y="86"/>
                        </a:lnTo>
                        <a:lnTo>
                          <a:pt x="153" y="89"/>
                        </a:lnTo>
                        <a:lnTo>
                          <a:pt x="152" y="89"/>
                        </a:lnTo>
                        <a:lnTo>
                          <a:pt x="149" y="90"/>
                        </a:lnTo>
                        <a:lnTo>
                          <a:pt x="146" y="90"/>
                        </a:lnTo>
                        <a:lnTo>
                          <a:pt x="144" y="91"/>
                        </a:lnTo>
                        <a:lnTo>
                          <a:pt x="142" y="91"/>
                        </a:lnTo>
                        <a:lnTo>
                          <a:pt x="142" y="89"/>
                        </a:lnTo>
                        <a:lnTo>
                          <a:pt x="141" y="89"/>
                        </a:lnTo>
                        <a:lnTo>
                          <a:pt x="141" y="87"/>
                        </a:lnTo>
                        <a:lnTo>
                          <a:pt x="140" y="87"/>
                        </a:lnTo>
                        <a:lnTo>
                          <a:pt x="133" y="90"/>
                        </a:lnTo>
                        <a:lnTo>
                          <a:pt x="132" y="91"/>
                        </a:lnTo>
                        <a:lnTo>
                          <a:pt x="130" y="93"/>
                        </a:lnTo>
                        <a:lnTo>
                          <a:pt x="123" y="93"/>
                        </a:lnTo>
                        <a:lnTo>
                          <a:pt x="122" y="94"/>
                        </a:lnTo>
                        <a:lnTo>
                          <a:pt x="121" y="93"/>
                        </a:lnTo>
                        <a:lnTo>
                          <a:pt x="118" y="91"/>
                        </a:lnTo>
                        <a:lnTo>
                          <a:pt x="115" y="91"/>
                        </a:lnTo>
                        <a:lnTo>
                          <a:pt x="113" y="94"/>
                        </a:lnTo>
                        <a:lnTo>
                          <a:pt x="111" y="97"/>
                        </a:lnTo>
                        <a:lnTo>
                          <a:pt x="111" y="98"/>
                        </a:lnTo>
                        <a:lnTo>
                          <a:pt x="113" y="99"/>
                        </a:lnTo>
                        <a:lnTo>
                          <a:pt x="111" y="101"/>
                        </a:lnTo>
                        <a:lnTo>
                          <a:pt x="108" y="101"/>
                        </a:lnTo>
                        <a:lnTo>
                          <a:pt x="107" y="101"/>
                        </a:lnTo>
                        <a:lnTo>
                          <a:pt x="104" y="99"/>
                        </a:lnTo>
                        <a:lnTo>
                          <a:pt x="102" y="98"/>
                        </a:lnTo>
                        <a:lnTo>
                          <a:pt x="99" y="98"/>
                        </a:lnTo>
                        <a:lnTo>
                          <a:pt x="98" y="99"/>
                        </a:lnTo>
                        <a:lnTo>
                          <a:pt x="95" y="99"/>
                        </a:lnTo>
                        <a:lnTo>
                          <a:pt x="92" y="99"/>
                        </a:lnTo>
                        <a:lnTo>
                          <a:pt x="89" y="97"/>
                        </a:lnTo>
                        <a:lnTo>
                          <a:pt x="85" y="98"/>
                        </a:lnTo>
                        <a:lnTo>
                          <a:pt x="85" y="97"/>
                        </a:lnTo>
                        <a:lnTo>
                          <a:pt x="81" y="94"/>
                        </a:lnTo>
                        <a:lnTo>
                          <a:pt x="80" y="93"/>
                        </a:lnTo>
                        <a:lnTo>
                          <a:pt x="74" y="89"/>
                        </a:lnTo>
                        <a:lnTo>
                          <a:pt x="73" y="89"/>
                        </a:lnTo>
                        <a:lnTo>
                          <a:pt x="72" y="87"/>
                        </a:lnTo>
                        <a:lnTo>
                          <a:pt x="70" y="87"/>
                        </a:lnTo>
                        <a:lnTo>
                          <a:pt x="69" y="89"/>
                        </a:lnTo>
                        <a:lnTo>
                          <a:pt x="68" y="89"/>
                        </a:lnTo>
                        <a:lnTo>
                          <a:pt x="65" y="90"/>
                        </a:lnTo>
                        <a:lnTo>
                          <a:pt x="64" y="90"/>
                        </a:lnTo>
                        <a:lnTo>
                          <a:pt x="62" y="91"/>
                        </a:lnTo>
                        <a:lnTo>
                          <a:pt x="62" y="93"/>
                        </a:lnTo>
                        <a:lnTo>
                          <a:pt x="61" y="95"/>
                        </a:lnTo>
                        <a:lnTo>
                          <a:pt x="61" y="97"/>
                        </a:lnTo>
                        <a:lnTo>
                          <a:pt x="60" y="98"/>
                        </a:lnTo>
                        <a:lnTo>
                          <a:pt x="58" y="98"/>
                        </a:lnTo>
                        <a:lnTo>
                          <a:pt x="58" y="99"/>
                        </a:lnTo>
                        <a:lnTo>
                          <a:pt x="60" y="102"/>
                        </a:lnTo>
                        <a:lnTo>
                          <a:pt x="58" y="104"/>
                        </a:lnTo>
                        <a:lnTo>
                          <a:pt x="58" y="105"/>
                        </a:lnTo>
                        <a:lnTo>
                          <a:pt x="58" y="108"/>
                        </a:lnTo>
                        <a:lnTo>
                          <a:pt x="57" y="108"/>
                        </a:lnTo>
                        <a:lnTo>
                          <a:pt x="55" y="109"/>
                        </a:lnTo>
                        <a:lnTo>
                          <a:pt x="53" y="108"/>
                        </a:lnTo>
                        <a:lnTo>
                          <a:pt x="51" y="106"/>
                        </a:lnTo>
                        <a:lnTo>
                          <a:pt x="50" y="106"/>
                        </a:lnTo>
                        <a:lnTo>
                          <a:pt x="47" y="106"/>
                        </a:lnTo>
                        <a:lnTo>
                          <a:pt x="46" y="108"/>
                        </a:lnTo>
                        <a:lnTo>
                          <a:pt x="43" y="106"/>
                        </a:lnTo>
                        <a:lnTo>
                          <a:pt x="38" y="109"/>
                        </a:lnTo>
                        <a:lnTo>
                          <a:pt x="36" y="110"/>
                        </a:lnTo>
                        <a:lnTo>
                          <a:pt x="34" y="112"/>
                        </a:lnTo>
                        <a:lnTo>
                          <a:pt x="30" y="114"/>
                        </a:lnTo>
                        <a:lnTo>
                          <a:pt x="24" y="125"/>
                        </a:lnTo>
                        <a:lnTo>
                          <a:pt x="23" y="125"/>
                        </a:lnTo>
                        <a:lnTo>
                          <a:pt x="23" y="124"/>
                        </a:lnTo>
                        <a:lnTo>
                          <a:pt x="23" y="123"/>
                        </a:lnTo>
                        <a:lnTo>
                          <a:pt x="23" y="119"/>
                        </a:lnTo>
                        <a:lnTo>
                          <a:pt x="17" y="116"/>
                        </a:lnTo>
                        <a:lnTo>
                          <a:pt x="16" y="114"/>
                        </a:lnTo>
                        <a:lnTo>
                          <a:pt x="15" y="110"/>
                        </a:lnTo>
                        <a:lnTo>
                          <a:pt x="11" y="105"/>
                        </a:lnTo>
                        <a:lnTo>
                          <a:pt x="9" y="102"/>
                        </a:lnTo>
                        <a:lnTo>
                          <a:pt x="8" y="98"/>
                        </a:lnTo>
                        <a:lnTo>
                          <a:pt x="4" y="97"/>
                        </a:lnTo>
                        <a:lnTo>
                          <a:pt x="2" y="95"/>
                        </a:lnTo>
                        <a:lnTo>
                          <a:pt x="2" y="90"/>
                        </a:lnTo>
                        <a:lnTo>
                          <a:pt x="1" y="87"/>
                        </a:lnTo>
                        <a:lnTo>
                          <a:pt x="1" y="83"/>
                        </a:lnTo>
                        <a:lnTo>
                          <a:pt x="1" y="79"/>
                        </a:lnTo>
                        <a:lnTo>
                          <a:pt x="0" y="76"/>
                        </a:lnTo>
                        <a:lnTo>
                          <a:pt x="0" y="72"/>
                        </a:lnTo>
                        <a:lnTo>
                          <a:pt x="1" y="71"/>
                        </a:lnTo>
                        <a:lnTo>
                          <a:pt x="2" y="71"/>
                        </a:lnTo>
                        <a:lnTo>
                          <a:pt x="5" y="67"/>
                        </a:lnTo>
                        <a:lnTo>
                          <a:pt x="7" y="63"/>
                        </a:lnTo>
                        <a:lnTo>
                          <a:pt x="9" y="59"/>
                        </a:lnTo>
                        <a:lnTo>
                          <a:pt x="11" y="55"/>
                        </a:lnTo>
                        <a:lnTo>
                          <a:pt x="13" y="55"/>
                        </a:lnTo>
                        <a:lnTo>
                          <a:pt x="15" y="51"/>
                        </a:lnTo>
                        <a:lnTo>
                          <a:pt x="15" y="49"/>
                        </a:lnTo>
                        <a:lnTo>
                          <a:pt x="17" y="52"/>
                        </a:lnTo>
                        <a:lnTo>
                          <a:pt x="17" y="55"/>
                        </a:lnTo>
                        <a:lnTo>
                          <a:pt x="20" y="55"/>
                        </a:lnTo>
                        <a:lnTo>
                          <a:pt x="23" y="53"/>
                        </a:lnTo>
                        <a:lnTo>
                          <a:pt x="26" y="53"/>
                        </a:lnTo>
                        <a:lnTo>
                          <a:pt x="28" y="51"/>
                        </a:lnTo>
                        <a:lnTo>
                          <a:pt x="28" y="48"/>
                        </a:lnTo>
                        <a:lnTo>
                          <a:pt x="30" y="47"/>
                        </a:lnTo>
                        <a:lnTo>
                          <a:pt x="31" y="48"/>
                        </a:lnTo>
                        <a:lnTo>
                          <a:pt x="32" y="51"/>
                        </a:lnTo>
                        <a:lnTo>
                          <a:pt x="34" y="52"/>
                        </a:lnTo>
                        <a:lnTo>
                          <a:pt x="36" y="52"/>
                        </a:lnTo>
                        <a:lnTo>
                          <a:pt x="39" y="49"/>
                        </a:lnTo>
                        <a:lnTo>
                          <a:pt x="43" y="47"/>
                        </a:lnTo>
                        <a:lnTo>
                          <a:pt x="47" y="45"/>
                        </a:lnTo>
                        <a:lnTo>
                          <a:pt x="55" y="42"/>
                        </a:lnTo>
                        <a:lnTo>
                          <a:pt x="60" y="42"/>
                        </a:lnTo>
                        <a:lnTo>
                          <a:pt x="61" y="41"/>
                        </a:lnTo>
                        <a:lnTo>
                          <a:pt x="65" y="38"/>
                        </a:lnTo>
                        <a:lnTo>
                          <a:pt x="65" y="36"/>
                        </a:lnTo>
                        <a:lnTo>
                          <a:pt x="64" y="36"/>
                        </a:lnTo>
                        <a:lnTo>
                          <a:pt x="61" y="33"/>
                        </a:lnTo>
                        <a:lnTo>
                          <a:pt x="61" y="30"/>
                        </a:lnTo>
                        <a:lnTo>
                          <a:pt x="64" y="29"/>
                        </a:lnTo>
                        <a:lnTo>
                          <a:pt x="65" y="30"/>
                        </a:lnTo>
                        <a:lnTo>
                          <a:pt x="69" y="30"/>
                        </a:lnTo>
                        <a:lnTo>
                          <a:pt x="70" y="30"/>
                        </a:lnTo>
                        <a:lnTo>
                          <a:pt x="74" y="32"/>
                        </a:lnTo>
                        <a:lnTo>
                          <a:pt x="79" y="30"/>
                        </a:lnTo>
                        <a:lnTo>
                          <a:pt x="84" y="30"/>
                        </a:lnTo>
                        <a:lnTo>
                          <a:pt x="87" y="27"/>
                        </a:lnTo>
                        <a:lnTo>
                          <a:pt x="89" y="26"/>
                        </a:lnTo>
                        <a:lnTo>
                          <a:pt x="89" y="25"/>
                        </a:lnTo>
                        <a:lnTo>
                          <a:pt x="89" y="22"/>
                        </a:lnTo>
                        <a:lnTo>
                          <a:pt x="89" y="19"/>
                        </a:lnTo>
                        <a:lnTo>
                          <a:pt x="92" y="18"/>
                        </a:lnTo>
                        <a:lnTo>
                          <a:pt x="92" y="17"/>
                        </a:lnTo>
                        <a:lnTo>
                          <a:pt x="93" y="14"/>
                        </a:lnTo>
                        <a:lnTo>
                          <a:pt x="95" y="15"/>
                        </a:lnTo>
                        <a:lnTo>
                          <a:pt x="96" y="15"/>
                        </a:lnTo>
                        <a:lnTo>
                          <a:pt x="99" y="11"/>
                        </a:lnTo>
                        <a:lnTo>
                          <a:pt x="100" y="10"/>
                        </a:lnTo>
                        <a:lnTo>
                          <a:pt x="100" y="8"/>
                        </a:lnTo>
                        <a:lnTo>
                          <a:pt x="100" y="6"/>
                        </a:lnTo>
                        <a:lnTo>
                          <a:pt x="104" y="4"/>
                        </a:lnTo>
                        <a:lnTo>
                          <a:pt x="107" y="2"/>
                        </a:lnTo>
                        <a:lnTo>
                          <a:pt x="110" y="2"/>
                        </a:lnTo>
                        <a:lnTo>
                          <a:pt x="113" y="3"/>
                        </a:lnTo>
                        <a:lnTo>
                          <a:pt x="115" y="2"/>
                        </a:lnTo>
                        <a:lnTo>
                          <a:pt x="117" y="0"/>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33" name="Freeform 914">
                    <a:extLst>
                      <a:ext uri="{FF2B5EF4-FFF2-40B4-BE49-F238E27FC236}">
                        <a16:creationId xmlns:a16="http://schemas.microsoft.com/office/drawing/2014/main" id="{0E2702A6-7424-E5EF-DE08-652087F08762}"/>
                      </a:ext>
                    </a:extLst>
                  </p:cNvPr>
                  <p:cNvSpPr>
                    <a:spLocks/>
                  </p:cNvSpPr>
                  <p:nvPr/>
                </p:nvSpPr>
                <p:spPr bwMode="auto">
                  <a:xfrm>
                    <a:off x="9366310" y="2544047"/>
                    <a:ext cx="200575" cy="170380"/>
                  </a:xfrm>
                  <a:custGeom>
                    <a:avLst/>
                    <a:gdLst/>
                    <a:ahLst/>
                    <a:cxnLst>
                      <a:cxn ang="0">
                        <a:pos x="206" y="200"/>
                      </a:cxn>
                      <a:cxn ang="0">
                        <a:pos x="214" y="59"/>
                      </a:cxn>
                      <a:cxn ang="0">
                        <a:pos x="210" y="48"/>
                      </a:cxn>
                      <a:cxn ang="0">
                        <a:pos x="214" y="38"/>
                      </a:cxn>
                      <a:cxn ang="0">
                        <a:pos x="213" y="31"/>
                      </a:cxn>
                      <a:cxn ang="0">
                        <a:pos x="214" y="23"/>
                      </a:cxn>
                      <a:cxn ang="0">
                        <a:pos x="212" y="16"/>
                      </a:cxn>
                      <a:cxn ang="0">
                        <a:pos x="206" y="16"/>
                      </a:cxn>
                      <a:cxn ang="0">
                        <a:pos x="195" y="14"/>
                      </a:cxn>
                      <a:cxn ang="0">
                        <a:pos x="186" y="12"/>
                      </a:cxn>
                      <a:cxn ang="0">
                        <a:pos x="186" y="10"/>
                      </a:cxn>
                      <a:cxn ang="0">
                        <a:pos x="180" y="4"/>
                      </a:cxn>
                      <a:cxn ang="0">
                        <a:pos x="172" y="3"/>
                      </a:cxn>
                      <a:cxn ang="0">
                        <a:pos x="169" y="4"/>
                      </a:cxn>
                      <a:cxn ang="0">
                        <a:pos x="165" y="3"/>
                      </a:cxn>
                      <a:cxn ang="0">
                        <a:pos x="153" y="6"/>
                      </a:cxn>
                      <a:cxn ang="0">
                        <a:pos x="144" y="12"/>
                      </a:cxn>
                      <a:cxn ang="0">
                        <a:pos x="141" y="16"/>
                      </a:cxn>
                      <a:cxn ang="0">
                        <a:pos x="144" y="29"/>
                      </a:cxn>
                      <a:cxn ang="0">
                        <a:pos x="144" y="37"/>
                      </a:cxn>
                      <a:cxn ang="0">
                        <a:pos x="140" y="42"/>
                      </a:cxn>
                      <a:cxn ang="0">
                        <a:pos x="133" y="48"/>
                      </a:cxn>
                      <a:cxn ang="0">
                        <a:pos x="121" y="41"/>
                      </a:cxn>
                      <a:cxn ang="0">
                        <a:pos x="110" y="34"/>
                      </a:cxn>
                      <a:cxn ang="0">
                        <a:pos x="95" y="29"/>
                      </a:cxn>
                      <a:cxn ang="0">
                        <a:pos x="88" y="30"/>
                      </a:cxn>
                      <a:cxn ang="0">
                        <a:pos x="78" y="19"/>
                      </a:cxn>
                      <a:cxn ang="0">
                        <a:pos x="74" y="10"/>
                      </a:cxn>
                      <a:cxn ang="0">
                        <a:pos x="61" y="6"/>
                      </a:cxn>
                      <a:cxn ang="0">
                        <a:pos x="49" y="3"/>
                      </a:cxn>
                      <a:cxn ang="0">
                        <a:pos x="32" y="4"/>
                      </a:cxn>
                      <a:cxn ang="0">
                        <a:pos x="25" y="0"/>
                      </a:cxn>
                      <a:cxn ang="0">
                        <a:pos x="27" y="7"/>
                      </a:cxn>
                      <a:cxn ang="0">
                        <a:pos x="24" y="12"/>
                      </a:cxn>
                      <a:cxn ang="0">
                        <a:pos x="16" y="21"/>
                      </a:cxn>
                      <a:cxn ang="0">
                        <a:pos x="11" y="23"/>
                      </a:cxn>
                      <a:cxn ang="0">
                        <a:pos x="8" y="26"/>
                      </a:cxn>
                      <a:cxn ang="0">
                        <a:pos x="9" y="33"/>
                      </a:cxn>
                      <a:cxn ang="0">
                        <a:pos x="8" y="37"/>
                      </a:cxn>
                      <a:cxn ang="0">
                        <a:pos x="8" y="40"/>
                      </a:cxn>
                      <a:cxn ang="0">
                        <a:pos x="4" y="44"/>
                      </a:cxn>
                      <a:cxn ang="0">
                        <a:pos x="1" y="44"/>
                      </a:cxn>
                      <a:cxn ang="0">
                        <a:pos x="0" y="45"/>
                      </a:cxn>
                      <a:cxn ang="0">
                        <a:pos x="1" y="50"/>
                      </a:cxn>
                      <a:cxn ang="0">
                        <a:pos x="4" y="64"/>
                      </a:cxn>
                      <a:cxn ang="0">
                        <a:pos x="4" y="71"/>
                      </a:cxn>
                      <a:cxn ang="0">
                        <a:pos x="6" y="82"/>
                      </a:cxn>
                      <a:cxn ang="0">
                        <a:pos x="4" y="91"/>
                      </a:cxn>
                      <a:cxn ang="0">
                        <a:pos x="6" y="99"/>
                      </a:cxn>
                      <a:cxn ang="0">
                        <a:pos x="1" y="103"/>
                      </a:cxn>
                      <a:cxn ang="0">
                        <a:pos x="0" y="106"/>
                      </a:cxn>
                      <a:cxn ang="0">
                        <a:pos x="5" y="113"/>
                      </a:cxn>
                      <a:cxn ang="0">
                        <a:pos x="8" y="120"/>
                      </a:cxn>
                      <a:cxn ang="0">
                        <a:pos x="8" y="125"/>
                      </a:cxn>
                      <a:cxn ang="0">
                        <a:pos x="11" y="131"/>
                      </a:cxn>
                      <a:cxn ang="0">
                        <a:pos x="13" y="135"/>
                      </a:cxn>
                      <a:cxn ang="0">
                        <a:pos x="24" y="135"/>
                      </a:cxn>
                      <a:cxn ang="0">
                        <a:pos x="28" y="140"/>
                      </a:cxn>
                      <a:cxn ang="0">
                        <a:pos x="32" y="147"/>
                      </a:cxn>
                      <a:cxn ang="0">
                        <a:pos x="36" y="151"/>
                      </a:cxn>
                      <a:cxn ang="0">
                        <a:pos x="64" y="159"/>
                      </a:cxn>
                      <a:cxn ang="0">
                        <a:pos x="206" y="205"/>
                      </a:cxn>
                      <a:cxn ang="0">
                        <a:pos x="206" y="205"/>
                      </a:cxn>
                    </a:cxnLst>
                    <a:rect l="0" t="0" r="r" b="b"/>
                    <a:pathLst>
                      <a:path w="220" h="205">
                        <a:moveTo>
                          <a:pt x="206" y="205"/>
                        </a:moveTo>
                        <a:lnTo>
                          <a:pt x="206" y="200"/>
                        </a:lnTo>
                        <a:lnTo>
                          <a:pt x="220" y="200"/>
                        </a:lnTo>
                        <a:lnTo>
                          <a:pt x="214" y="59"/>
                        </a:lnTo>
                        <a:lnTo>
                          <a:pt x="213" y="52"/>
                        </a:lnTo>
                        <a:lnTo>
                          <a:pt x="210" y="48"/>
                        </a:lnTo>
                        <a:lnTo>
                          <a:pt x="213" y="44"/>
                        </a:lnTo>
                        <a:lnTo>
                          <a:pt x="214" y="38"/>
                        </a:lnTo>
                        <a:lnTo>
                          <a:pt x="214" y="36"/>
                        </a:lnTo>
                        <a:lnTo>
                          <a:pt x="213" y="31"/>
                        </a:lnTo>
                        <a:lnTo>
                          <a:pt x="214" y="25"/>
                        </a:lnTo>
                        <a:lnTo>
                          <a:pt x="214" y="23"/>
                        </a:lnTo>
                        <a:lnTo>
                          <a:pt x="213" y="19"/>
                        </a:lnTo>
                        <a:lnTo>
                          <a:pt x="212" y="16"/>
                        </a:lnTo>
                        <a:lnTo>
                          <a:pt x="209" y="16"/>
                        </a:lnTo>
                        <a:lnTo>
                          <a:pt x="206" y="16"/>
                        </a:lnTo>
                        <a:lnTo>
                          <a:pt x="197" y="15"/>
                        </a:lnTo>
                        <a:lnTo>
                          <a:pt x="195" y="14"/>
                        </a:lnTo>
                        <a:lnTo>
                          <a:pt x="191" y="14"/>
                        </a:lnTo>
                        <a:lnTo>
                          <a:pt x="186" y="12"/>
                        </a:lnTo>
                        <a:lnTo>
                          <a:pt x="184" y="10"/>
                        </a:lnTo>
                        <a:lnTo>
                          <a:pt x="186" y="10"/>
                        </a:lnTo>
                        <a:lnTo>
                          <a:pt x="186" y="8"/>
                        </a:lnTo>
                        <a:lnTo>
                          <a:pt x="180" y="4"/>
                        </a:lnTo>
                        <a:lnTo>
                          <a:pt x="176" y="4"/>
                        </a:lnTo>
                        <a:lnTo>
                          <a:pt x="172" y="3"/>
                        </a:lnTo>
                        <a:lnTo>
                          <a:pt x="171" y="3"/>
                        </a:lnTo>
                        <a:lnTo>
                          <a:pt x="169" y="4"/>
                        </a:lnTo>
                        <a:lnTo>
                          <a:pt x="167" y="3"/>
                        </a:lnTo>
                        <a:lnTo>
                          <a:pt x="165" y="3"/>
                        </a:lnTo>
                        <a:lnTo>
                          <a:pt x="161" y="4"/>
                        </a:lnTo>
                        <a:lnTo>
                          <a:pt x="153" y="6"/>
                        </a:lnTo>
                        <a:lnTo>
                          <a:pt x="148" y="8"/>
                        </a:lnTo>
                        <a:lnTo>
                          <a:pt x="144" y="12"/>
                        </a:lnTo>
                        <a:lnTo>
                          <a:pt x="144" y="15"/>
                        </a:lnTo>
                        <a:lnTo>
                          <a:pt x="141" y="16"/>
                        </a:lnTo>
                        <a:lnTo>
                          <a:pt x="141" y="25"/>
                        </a:lnTo>
                        <a:lnTo>
                          <a:pt x="144" y="29"/>
                        </a:lnTo>
                        <a:lnTo>
                          <a:pt x="145" y="34"/>
                        </a:lnTo>
                        <a:lnTo>
                          <a:pt x="144" y="37"/>
                        </a:lnTo>
                        <a:lnTo>
                          <a:pt x="141" y="41"/>
                        </a:lnTo>
                        <a:lnTo>
                          <a:pt x="140" y="42"/>
                        </a:lnTo>
                        <a:lnTo>
                          <a:pt x="136" y="46"/>
                        </a:lnTo>
                        <a:lnTo>
                          <a:pt x="133" y="48"/>
                        </a:lnTo>
                        <a:lnTo>
                          <a:pt x="126" y="45"/>
                        </a:lnTo>
                        <a:lnTo>
                          <a:pt x="121" y="41"/>
                        </a:lnTo>
                        <a:lnTo>
                          <a:pt x="116" y="37"/>
                        </a:lnTo>
                        <a:lnTo>
                          <a:pt x="110" y="34"/>
                        </a:lnTo>
                        <a:lnTo>
                          <a:pt x="99" y="29"/>
                        </a:lnTo>
                        <a:lnTo>
                          <a:pt x="95" y="29"/>
                        </a:lnTo>
                        <a:lnTo>
                          <a:pt x="93" y="30"/>
                        </a:lnTo>
                        <a:lnTo>
                          <a:pt x="88" y="30"/>
                        </a:lnTo>
                        <a:lnTo>
                          <a:pt x="83" y="27"/>
                        </a:lnTo>
                        <a:lnTo>
                          <a:pt x="78" y="19"/>
                        </a:lnTo>
                        <a:lnTo>
                          <a:pt x="78" y="14"/>
                        </a:lnTo>
                        <a:lnTo>
                          <a:pt x="74" y="10"/>
                        </a:lnTo>
                        <a:lnTo>
                          <a:pt x="66" y="8"/>
                        </a:lnTo>
                        <a:lnTo>
                          <a:pt x="61" y="6"/>
                        </a:lnTo>
                        <a:lnTo>
                          <a:pt x="53" y="6"/>
                        </a:lnTo>
                        <a:lnTo>
                          <a:pt x="49" y="3"/>
                        </a:lnTo>
                        <a:lnTo>
                          <a:pt x="39" y="6"/>
                        </a:lnTo>
                        <a:lnTo>
                          <a:pt x="32" y="4"/>
                        </a:lnTo>
                        <a:lnTo>
                          <a:pt x="30" y="2"/>
                        </a:lnTo>
                        <a:lnTo>
                          <a:pt x="25" y="0"/>
                        </a:lnTo>
                        <a:lnTo>
                          <a:pt x="25" y="2"/>
                        </a:lnTo>
                        <a:lnTo>
                          <a:pt x="27" y="7"/>
                        </a:lnTo>
                        <a:lnTo>
                          <a:pt x="27" y="8"/>
                        </a:lnTo>
                        <a:lnTo>
                          <a:pt x="24" y="12"/>
                        </a:lnTo>
                        <a:lnTo>
                          <a:pt x="16" y="18"/>
                        </a:lnTo>
                        <a:lnTo>
                          <a:pt x="16" y="21"/>
                        </a:lnTo>
                        <a:lnTo>
                          <a:pt x="13" y="23"/>
                        </a:lnTo>
                        <a:lnTo>
                          <a:pt x="11" y="23"/>
                        </a:lnTo>
                        <a:lnTo>
                          <a:pt x="8" y="25"/>
                        </a:lnTo>
                        <a:lnTo>
                          <a:pt x="8" y="26"/>
                        </a:lnTo>
                        <a:lnTo>
                          <a:pt x="8" y="29"/>
                        </a:lnTo>
                        <a:lnTo>
                          <a:pt x="9" y="33"/>
                        </a:lnTo>
                        <a:lnTo>
                          <a:pt x="9" y="36"/>
                        </a:lnTo>
                        <a:lnTo>
                          <a:pt x="8" y="37"/>
                        </a:lnTo>
                        <a:lnTo>
                          <a:pt x="8" y="38"/>
                        </a:lnTo>
                        <a:lnTo>
                          <a:pt x="8" y="40"/>
                        </a:lnTo>
                        <a:lnTo>
                          <a:pt x="6" y="42"/>
                        </a:lnTo>
                        <a:lnTo>
                          <a:pt x="4" y="44"/>
                        </a:lnTo>
                        <a:lnTo>
                          <a:pt x="2" y="44"/>
                        </a:lnTo>
                        <a:lnTo>
                          <a:pt x="1" y="44"/>
                        </a:lnTo>
                        <a:lnTo>
                          <a:pt x="1" y="44"/>
                        </a:lnTo>
                        <a:lnTo>
                          <a:pt x="0" y="45"/>
                        </a:lnTo>
                        <a:lnTo>
                          <a:pt x="0" y="50"/>
                        </a:lnTo>
                        <a:lnTo>
                          <a:pt x="1" y="50"/>
                        </a:lnTo>
                        <a:lnTo>
                          <a:pt x="4" y="55"/>
                        </a:lnTo>
                        <a:lnTo>
                          <a:pt x="4" y="64"/>
                        </a:lnTo>
                        <a:lnTo>
                          <a:pt x="4" y="69"/>
                        </a:lnTo>
                        <a:lnTo>
                          <a:pt x="4" y="71"/>
                        </a:lnTo>
                        <a:lnTo>
                          <a:pt x="4" y="78"/>
                        </a:lnTo>
                        <a:lnTo>
                          <a:pt x="6" y="82"/>
                        </a:lnTo>
                        <a:lnTo>
                          <a:pt x="5" y="90"/>
                        </a:lnTo>
                        <a:lnTo>
                          <a:pt x="4" y="91"/>
                        </a:lnTo>
                        <a:lnTo>
                          <a:pt x="5" y="94"/>
                        </a:lnTo>
                        <a:lnTo>
                          <a:pt x="6" y="99"/>
                        </a:lnTo>
                        <a:lnTo>
                          <a:pt x="5" y="101"/>
                        </a:lnTo>
                        <a:lnTo>
                          <a:pt x="1" y="103"/>
                        </a:lnTo>
                        <a:lnTo>
                          <a:pt x="0" y="105"/>
                        </a:lnTo>
                        <a:lnTo>
                          <a:pt x="0" y="106"/>
                        </a:lnTo>
                        <a:lnTo>
                          <a:pt x="1" y="109"/>
                        </a:lnTo>
                        <a:lnTo>
                          <a:pt x="5" y="113"/>
                        </a:lnTo>
                        <a:lnTo>
                          <a:pt x="8" y="118"/>
                        </a:lnTo>
                        <a:lnTo>
                          <a:pt x="8" y="120"/>
                        </a:lnTo>
                        <a:lnTo>
                          <a:pt x="9" y="122"/>
                        </a:lnTo>
                        <a:lnTo>
                          <a:pt x="8" y="125"/>
                        </a:lnTo>
                        <a:lnTo>
                          <a:pt x="9" y="128"/>
                        </a:lnTo>
                        <a:lnTo>
                          <a:pt x="11" y="131"/>
                        </a:lnTo>
                        <a:lnTo>
                          <a:pt x="11" y="133"/>
                        </a:lnTo>
                        <a:lnTo>
                          <a:pt x="13" y="135"/>
                        </a:lnTo>
                        <a:lnTo>
                          <a:pt x="19" y="135"/>
                        </a:lnTo>
                        <a:lnTo>
                          <a:pt x="24" y="135"/>
                        </a:lnTo>
                        <a:lnTo>
                          <a:pt x="25" y="136"/>
                        </a:lnTo>
                        <a:lnTo>
                          <a:pt x="28" y="140"/>
                        </a:lnTo>
                        <a:lnTo>
                          <a:pt x="31" y="146"/>
                        </a:lnTo>
                        <a:lnTo>
                          <a:pt x="32" y="147"/>
                        </a:lnTo>
                        <a:lnTo>
                          <a:pt x="34" y="150"/>
                        </a:lnTo>
                        <a:lnTo>
                          <a:pt x="36" y="151"/>
                        </a:lnTo>
                        <a:lnTo>
                          <a:pt x="61" y="156"/>
                        </a:lnTo>
                        <a:lnTo>
                          <a:pt x="64" y="159"/>
                        </a:lnTo>
                        <a:lnTo>
                          <a:pt x="92" y="147"/>
                        </a:lnTo>
                        <a:lnTo>
                          <a:pt x="206" y="205"/>
                        </a:lnTo>
                        <a:lnTo>
                          <a:pt x="206" y="205"/>
                        </a:lnTo>
                        <a:lnTo>
                          <a:pt x="206" y="205"/>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34" name="Freeform 915">
                    <a:extLst>
                      <a:ext uri="{FF2B5EF4-FFF2-40B4-BE49-F238E27FC236}">
                        <a16:creationId xmlns:a16="http://schemas.microsoft.com/office/drawing/2014/main" id="{DC729BBC-AA61-A7B2-41D0-670CF3B4E7B6}"/>
                      </a:ext>
                    </a:extLst>
                  </p:cNvPr>
                  <p:cNvSpPr>
                    <a:spLocks noEditPoints="1"/>
                  </p:cNvSpPr>
                  <p:nvPr/>
                </p:nvSpPr>
                <p:spPr bwMode="auto">
                  <a:xfrm>
                    <a:off x="9339871" y="2489193"/>
                    <a:ext cx="51056" cy="91423"/>
                  </a:xfrm>
                  <a:custGeom>
                    <a:avLst/>
                    <a:gdLst/>
                    <a:ahLst/>
                    <a:cxnLst>
                      <a:cxn ang="0">
                        <a:pos x="31" y="110"/>
                      </a:cxn>
                      <a:cxn ang="0">
                        <a:pos x="35" y="108"/>
                      </a:cxn>
                      <a:cxn ang="0">
                        <a:pos x="37" y="104"/>
                      </a:cxn>
                      <a:cxn ang="0">
                        <a:pos x="38" y="102"/>
                      </a:cxn>
                      <a:cxn ang="0">
                        <a:pos x="37" y="95"/>
                      </a:cxn>
                      <a:cxn ang="0">
                        <a:pos x="37" y="91"/>
                      </a:cxn>
                      <a:cxn ang="0">
                        <a:pos x="42" y="89"/>
                      </a:cxn>
                      <a:cxn ang="0">
                        <a:pos x="45" y="84"/>
                      </a:cxn>
                      <a:cxn ang="0">
                        <a:pos x="56" y="74"/>
                      </a:cxn>
                      <a:cxn ang="0">
                        <a:pos x="54" y="68"/>
                      </a:cxn>
                      <a:cxn ang="0">
                        <a:pos x="53" y="66"/>
                      </a:cxn>
                      <a:cxn ang="0">
                        <a:pos x="49" y="62"/>
                      </a:cxn>
                      <a:cxn ang="0">
                        <a:pos x="46" y="59"/>
                      </a:cxn>
                      <a:cxn ang="0">
                        <a:pos x="45" y="61"/>
                      </a:cxn>
                      <a:cxn ang="0">
                        <a:pos x="42" y="61"/>
                      </a:cxn>
                      <a:cxn ang="0">
                        <a:pos x="40" y="59"/>
                      </a:cxn>
                      <a:cxn ang="0">
                        <a:pos x="33" y="51"/>
                      </a:cxn>
                      <a:cxn ang="0">
                        <a:pos x="42" y="43"/>
                      </a:cxn>
                      <a:cxn ang="0">
                        <a:pos x="46" y="38"/>
                      </a:cxn>
                      <a:cxn ang="0">
                        <a:pos x="48" y="34"/>
                      </a:cxn>
                      <a:cxn ang="0">
                        <a:pos x="45" y="31"/>
                      </a:cxn>
                      <a:cxn ang="0">
                        <a:pos x="41" y="25"/>
                      </a:cxn>
                      <a:cxn ang="0">
                        <a:pos x="38" y="16"/>
                      </a:cxn>
                      <a:cxn ang="0">
                        <a:pos x="42" y="12"/>
                      </a:cxn>
                      <a:cxn ang="0">
                        <a:pos x="45" y="5"/>
                      </a:cxn>
                      <a:cxn ang="0">
                        <a:pos x="38" y="8"/>
                      </a:cxn>
                      <a:cxn ang="0">
                        <a:pos x="35" y="9"/>
                      </a:cxn>
                      <a:cxn ang="0">
                        <a:pos x="31" y="4"/>
                      </a:cxn>
                      <a:cxn ang="0">
                        <a:pos x="30" y="0"/>
                      </a:cxn>
                      <a:cxn ang="0">
                        <a:pos x="27" y="2"/>
                      </a:cxn>
                      <a:cxn ang="0">
                        <a:pos x="22" y="1"/>
                      </a:cxn>
                      <a:cxn ang="0">
                        <a:pos x="14" y="6"/>
                      </a:cxn>
                      <a:cxn ang="0">
                        <a:pos x="12" y="9"/>
                      </a:cxn>
                      <a:cxn ang="0">
                        <a:pos x="12" y="15"/>
                      </a:cxn>
                      <a:cxn ang="0">
                        <a:pos x="10" y="25"/>
                      </a:cxn>
                      <a:cxn ang="0">
                        <a:pos x="12" y="32"/>
                      </a:cxn>
                      <a:cxn ang="0">
                        <a:pos x="12" y="34"/>
                      </a:cxn>
                      <a:cxn ang="0">
                        <a:pos x="12" y="38"/>
                      </a:cxn>
                      <a:cxn ang="0">
                        <a:pos x="11" y="44"/>
                      </a:cxn>
                      <a:cxn ang="0">
                        <a:pos x="7" y="47"/>
                      </a:cxn>
                      <a:cxn ang="0">
                        <a:pos x="3" y="51"/>
                      </a:cxn>
                      <a:cxn ang="0">
                        <a:pos x="1" y="59"/>
                      </a:cxn>
                      <a:cxn ang="0">
                        <a:pos x="3" y="65"/>
                      </a:cxn>
                      <a:cxn ang="0">
                        <a:pos x="6" y="68"/>
                      </a:cxn>
                      <a:cxn ang="0">
                        <a:pos x="11" y="74"/>
                      </a:cxn>
                      <a:cxn ang="0">
                        <a:pos x="15" y="77"/>
                      </a:cxn>
                      <a:cxn ang="0">
                        <a:pos x="22" y="81"/>
                      </a:cxn>
                      <a:cxn ang="0">
                        <a:pos x="30" y="110"/>
                      </a:cxn>
                      <a:cxn ang="0">
                        <a:pos x="44" y="55"/>
                      </a:cxn>
                      <a:cxn ang="0">
                        <a:pos x="46" y="57"/>
                      </a:cxn>
                      <a:cxn ang="0">
                        <a:pos x="42" y="57"/>
                      </a:cxn>
                    </a:cxnLst>
                    <a:rect l="0" t="0" r="r" b="b"/>
                    <a:pathLst>
                      <a:path w="56" h="110">
                        <a:moveTo>
                          <a:pt x="30" y="110"/>
                        </a:moveTo>
                        <a:lnTo>
                          <a:pt x="31" y="110"/>
                        </a:lnTo>
                        <a:lnTo>
                          <a:pt x="33" y="110"/>
                        </a:lnTo>
                        <a:lnTo>
                          <a:pt x="35" y="108"/>
                        </a:lnTo>
                        <a:lnTo>
                          <a:pt x="37" y="106"/>
                        </a:lnTo>
                        <a:lnTo>
                          <a:pt x="37" y="104"/>
                        </a:lnTo>
                        <a:lnTo>
                          <a:pt x="37" y="103"/>
                        </a:lnTo>
                        <a:lnTo>
                          <a:pt x="38" y="102"/>
                        </a:lnTo>
                        <a:lnTo>
                          <a:pt x="38" y="99"/>
                        </a:lnTo>
                        <a:lnTo>
                          <a:pt x="37" y="95"/>
                        </a:lnTo>
                        <a:lnTo>
                          <a:pt x="37" y="92"/>
                        </a:lnTo>
                        <a:lnTo>
                          <a:pt x="37" y="91"/>
                        </a:lnTo>
                        <a:lnTo>
                          <a:pt x="40" y="89"/>
                        </a:lnTo>
                        <a:lnTo>
                          <a:pt x="42" y="89"/>
                        </a:lnTo>
                        <a:lnTo>
                          <a:pt x="45" y="87"/>
                        </a:lnTo>
                        <a:lnTo>
                          <a:pt x="45" y="84"/>
                        </a:lnTo>
                        <a:lnTo>
                          <a:pt x="53" y="78"/>
                        </a:lnTo>
                        <a:lnTo>
                          <a:pt x="56" y="74"/>
                        </a:lnTo>
                        <a:lnTo>
                          <a:pt x="56" y="73"/>
                        </a:lnTo>
                        <a:lnTo>
                          <a:pt x="54" y="68"/>
                        </a:lnTo>
                        <a:lnTo>
                          <a:pt x="54" y="66"/>
                        </a:lnTo>
                        <a:lnTo>
                          <a:pt x="53" y="66"/>
                        </a:lnTo>
                        <a:lnTo>
                          <a:pt x="49" y="63"/>
                        </a:lnTo>
                        <a:lnTo>
                          <a:pt x="49" y="62"/>
                        </a:lnTo>
                        <a:lnTo>
                          <a:pt x="49" y="59"/>
                        </a:lnTo>
                        <a:lnTo>
                          <a:pt x="46" y="59"/>
                        </a:lnTo>
                        <a:lnTo>
                          <a:pt x="45" y="59"/>
                        </a:lnTo>
                        <a:lnTo>
                          <a:pt x="45" y="61"/>
                        </a:lnTo>
                        <a:lnTo>
                          <a:pt x="45" y="61"/>
                        </a:lnTo>
                        <a:lnTo>
                          <a:pt x="42" y="61"/>
                        </a:lnTo>
                        <a:lnTo>
                          <a:pt x="42" y="58"/>
                        </a:lnTo>
                        <a:lnTo>
                          <a:pt x="40" y="59"/>
                        </a:lnTo>
                        <a:lnTo>
                          <a:pt x="35" y="55"/>
                        </a:lnTo>
                        <a:lnTo>
                          <a:pt x="33" y="51"/>
                        </a:lnTo>
                        <a:lnTo>
                          <a:pt x="34" y="47"/>
                        </a:lnTo>
                        <a:lnTo>
                          <a:pt x="42" y="43"/>
                        </a:lnTo>
                        <a:lnTo>
                          <a:pt x="46" y="38"/>
                        </a:lnTo>
                        <a:lnTo>
                          <a:pt x="46" y="38"/>
                        </a:lnTo>
                        <a:lnTo>
                          <a:pt x="45" y="35"/>
                        </a:lnTo>
                        <a:lnTo>
                          <a:pt x="48" y="34"/>
                        </a:lnTo>
                        <a:lnTo>
                          <a:pt x="46" y="32"/>
                        </a:lnTo>
                        <a:lnTo>
                          <a:pt x="45" y="31"/>
                        </a:lnTo>
                        <a:lnTo>
                          <a:pt x="45" y="27"/>
                        </a:lnTo>
                        <a:lnTo>
                          <a:pt x="41" y="25"/>
                        </a:lnTo>
                        <a:lnTo>
                          <a:pt x="38" y="20"/>
                        </a:lnTo>
                        <a:lnTo>
                          <a:pt x="38" y="16"/>
                        </a:lnTo>
                        <a:lnTo>
                          <a:pt x="42" y="15"/>
                        </a:lnTo>
                        <a:lnTo>
                          <a:pt x="42" y="12"/>
                        </a:lnTo>
                        <a:lnTo>
                          <a:pt x="45" y="8"/>
                        </a:lnTo>
                        <a:lnTo>
                          <a:pt x="45" y="5"/>
                        </a:lnTo>
                        <a:lnTo>
                          <a:pt x="44" y="4"/>
                        </a:lnTo>
                        <a:lnTo>
                          <a:pt x="38" y="8"/>
                        </a:lnTo>
                        <a:lnTo>
                          <a:pt x="37" y="10"/>
                        </a:lnTo>
                        <a:lnTo>
                          <a:pt x="35" y="9"/>
                        </a:lnTo>
                        <a:lnTo>
                          <a:pt x="33" y="4"/>
                        </a:lnTo>
                        <a:lnTo>
                          <a:pt x="31" y="4"/>
                        </a:lnTo>
                        <a:lnTo>
                          <a:pt x="33" y="1"/>
                        </a:lnTo>
                        <a:lnTo>
                          <a:pt x="30" y="0"/>
                        </a:lnTo>
                        <a:lnTo>
                          <a:pt x="27" y="0"/>
                        </a:lnTo>
                        <a:lnTo>
                          <a:pt x="27" y="2"/>
                        </a:lnTo>
                        <a:lnTo>
                          <a:pt x="26" y="0"/>
                        </a:lnTo>
                        <a:lnTo>
                          <a:pt x="22" y="1"/>
                        </a:lnTo>
                        <a:lnTo>
                          <a:pt x="16" y="4"/>
                        </a:lnTo>
                        <a:lnTo>
                          <a:pt x="14" y="6"/>
                        </a:lnTo>
                        <a:lnTo>
                          <a:pt x="14" y="6"/>
                        </a:lnTo>
                        <a:lnTo>
                          <a:pt x="12" y="9"/>
                        </a:lnTo>
                        <a:lnTo>
                          <a:pt x="14" y="10"/>
                        </a:lnTo>
                        <a:lnTo>
                          <a:pt x="12" y="15"/>
                        </a:lnTo>
                        <a:lnTo>
                          <a:pt x="12" y="19"/>
                        </a:lnTo>
                        <a:lnTo>
                          <a:pt x="10" y="25"/>
                        </a:lnTo>
                        <a:lnTo>
                          <a:pt x="11" y="30"/>
                        </a:lnTo>
                        <a:lnTo>
                          <a:pt x="12" y="32"/>
                        </a:lnTo>
                        <a:lnTo>
                          <a:pt x="14" y="32"/>
                        </a:lnTo>
                        <a:lnTo>
                          <a:pt x="12" y="34"/>
                        </a:lnTo>
                        <a:lnTo>
                          <a:pt x="11" y="35"/>
                        </a:lnTo>
                        <a:lnTo>
                          <a:pt x="12" y="38"/>
                        </a:lnTo>
                        <a:lnTo>
                          <a:pt x="11" y="39"/>
                        </a:lnTo>
                        <a:lnTo>
                          <a:pt x="11" y="44"/>
                        </a:lnTo>
                        <a:lnTo>
                          <a:pt x="8" y="46"/>
                        </a:lnTo>
                        <a:lnTo>
                          <a:pt x="7" y="47"/>
                        </a:lnTo>
                        <a:lnTo>
                          <a:pt x="6" y="47"/>
                        </a:lnTo>
                        <a:lnTo>
                          <a:pt x="3" y="51"/>
                        </a:lnTo>
                        <a:lnTo>
                          <a:pt x="0" y="58"/>
                        </a:lnTo>
                        <a:lnTo>
                          <a:pt x="1" y="59"/>
                        </a:lnTo>
                        <a:lnTo>
                          <a:pt x="3" y="62"/>
                        </a:lnTo>
                        <a:lnTo>
                          <a:pt x="3" y="65"/>
                        </a:lnTo>
                        <a:lnTo>
                          <a:pt x="4" y="68"/>
                        </a:lnTo>
                        <a:lnTo>
                          <a:pt x="6" y="68"/>
                        </a:lnTo>
                        <a:lnTo>
                          <a:pt x="10" y="70"/>
                        </a:lnTo>
                        <a:lnTo>
                          <a:pt x="11" y="74"/>
                        </a:lnTo>
                        <a:lnTo>
                          <a:pt x="14" y="76"/>
                        </a:lnTo>
                        <a:lnTo>
                          <a:pt x="15" y="77"/>
                        </a:lnTo>
                        <a:lnTo>
                          <a:pt x="18" y="78"/>
                        </a:lnTo>
                        <a:lnTo>
                          <a:pt x="22" y="81"/>
                        </a:lnTo>
                        <a:lnTo>
                          <a:pt x="30" y="110"/>
                        </a:lnTo>
                        <a:lnTo>
                          <a:pt x="30" y="110"/>
                        </a:lnTo>
                        <a:close/>
                        <a:moveTo>
                          <a:pt x="42" y="57"/>
                        </a:moveTo>
                        <a:lnTo>
                          <a:pt x="44" y="55"/>
                        </a:lnTo>
                        <a:lnTo>
                          <a:pt x="46" y="55"/>
                        </a:lnTo>
                        <a:lnTo>
                          <a:pt x="46" y="57"/>
                        </a:lnTo>
                        <a:lnTo>
                          <a:pt x="45" y="58"/>
                        </a:lnTo>
                        <a:lnTo>
                          <a:pt x="42" y="57"/>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35" name="Freeform 916">
                    <a:extLst>
                      <a:ext uri="{FF2B5EF4-FFF2-40B4-BE49-F238E27FC236}">
                        <a16:creationId xmlns:a16="http://schemas.microsoft.com/office/drawing/2014/main" id="{E4CBF0F4-7ADB-CDD8-1C23-F6B959BBFDF8}"/>
                      </a:ext>
                    </a:extLst>
                  </p:cNvPr>
                  <p:cNvSpPr>
                    <a:spLocks/>
                  </p:cNvSpPr>
                  <p:nvPr/>
                </p:nvSpPr>
                <p:spPr bwMode="auto">
                  <a:xfrm>
                    <a:off x="9139295" y="2492518"/>
                    <a:ext cx="259837" cy="228558"/>
                  </a:xfrm>
                  <a:custGeom>
                    <a:avLst/>
                    <a:gdLst/>
                    <a:ahLst/>
                    <a:cxnLst>
                      <a:cxn ang="0">
                        <a:pos x="281" y="209"/>
                      </a:cxn>
                      <a:cxn ang="0">
                        <a:pos x="274" y="198"/>
                      </a:cxn>
                      <a:cxn ang="0">
                        <a:pos x="262" y="197"/>
                      </a:cxn>
                      <a:cxn ang="0">
                        <a:pos x="258" y="190"/>
                      </a:cxn>
                      <a:cxn ang="0">
                        <a:pos x="257" y="182"/>
                      </a:cxn>
                      <a:cxn ang="0">
                        <a:pos x="250" y="171"/>
                      </a:cxn>
                      <a:cxn ang="0">
                        <a:pos x="250" y="165"/>
                      </a:cxn>
                      <a:cxn ang="0">
                        <a:pos x="254" y="156"/>
                      </a:cxn>
                      <a:cxn ang="0">
                        <a:pos x="255" y="144"/>
                      </a:cxn>
                      <a:cxn ang="0">
                        <a:pos x="253" y="131"/>
                      </a:cxn>
                      <a:cxn ang="0">
                        <a:pos x="250" y="112"/>
                      </a:cxn>
                      <a:cxn ang="0">
                        <a:pos x="250" y="106"/>
                      </a:cxn>
                      <a:cxn ang="0">
                        <a:pos x="235" y="73"/>
                      </a:cxn>
                      <a:cxn ang="0">
                        <a:pos x="230" y="66"/>
                      </a:cxn>
                      <a:cxn ang="0">
                        <a:pos x="223" y="61"/>
                      </a:cxn>
                      <a:cxn ang="0">
                        <a:pos x="220" y="54"/>
                      </a:cxn>
                      <a:cxn ang="0">
                        <a:pos x="227" y="43"/>
                      </a:cxn>
                      <a:cxn ang="0">
                        <a:pos x="231" y="35"/>
                      </a:cxn>
                      <a:cxn ang="0">
                        <a:pos x="232" y="30"/>
                      </a:cxn>
                      <a:cxn ang="0">
                        <a:pos x="231" y="26"/>
                      </a:cxn>
                      <a:cxn ang="0">
                        <a:pos x="232" y="11"/>
                      </a:cxn>
                      <a:cxn ang="0">
                        <a:pos x="234" y="2"/>
                      </a:cxn>
                      <a:cxn ang="0">
                        <a:pos x="227" y="2"/>
                      </a:cxn>
                      <a:cxn ang="0">
                        <a:pos x="213" y="0"/>
                      </a:cxn>
                      <a:cxn ang="0">
                        <a:pos x="207" y="2"/>
                      </a:cxn>
                      <a:cxn ang="0">
                        <a:pos x="200" y="0"/>
                      </a:cxn>
                      <a:cxn ang="0">
                        <a:pos x="196" y="5"/>
                      </a:cxn>
                      <a:cxn ang="0">
                        <a:pos x="189" y="6"/>
                      </a:cxn>
                      <a:cxn ang="0">
                        <a:pos x="179" y="2"/>
                      </a:cxn>
                      <a:cxn ang="0">
                        <a:pos x="171" y="2"/>
                      </a:cxn>
                      <a:cxn ang="0">
                        <a:pos x="166" y="2"/>
                      </a:cxn>
                      <a:cxn ang="0">
                        <a:pos x="159" y="4"/>
                      </a:cxn>
                      <a:cxn ang="0">
                        <a:pos x="149" y="6"/>
                      </a:cxn>
                      <a:cxn ang="0">
                        <a:pos x="137" y="6"/>
                      </a:cxn>
                      <a:cxn ang="0">
                        <a:pos x="125" y="13"/>
                      </a:cxn>
                      <a:cxn ang="0">
                        <a:pos x="120" y="19"/>
                      </a:cxn>
                      <a:cxn ang="0">
                        <a:pos x="116" y="19"/>
                      </a:cxn>
                      <a:cxn ang="0">
                        <a:pos x="109" y="21"/>
                      </a:cxn>
                      <a:cxn ang="0">
                        <a:pos x="103" y="26"/>
                      </a:cxn>
                      <a:cxn ang="0">
                        <a:pos x="92" y="31"/>
                      </a:cxn>
                      <a:cxn ang="0">
                        <a:pos x="95" y="36"/>
                      </a:cxn>
                      <a:cxn ang="0">
                        <a:pos x="96" y="45"/>
                      </a:cxn>
                      <a:cxn ang="0">
                        <a:pos x="98" y="62"/>
                      </a:cxn>
                      <a:cxn ang="0">
                        <a:pos x="103" y="70"/>
                      </a:cxn>
                      <a:cxn ang="0">
                        <a:pos x="107" y="72"/>
                      </a:cxn>
                      <a:cxn ang="0">
                        <a:pos x="105" y="80"/>
                      </a:cxn>
                      <a:cxn ang="0">
                        <a:pos x="80" y="87"/>
                      </a:cxn>
                      <a:cxn ang="0">
                        <a:pos x="76" y="96"/>
                      </a:cxn>
                      <a:cxn ang="0">
                        <a:pos x="50" y="115"/>
                      </a:cxn>
                      <a:cxn ang="0">
                        <a:pos x="27" y="123"/>
                      </a:cxn>
                      <a:cxn ang="0">
                        <a:pos x="14" y="125"/>
                      </a:cxn>
                      <a:cxn ang="0">
                        <a:pos x="0" y="137"/>
                      </a:cxn>
                      <a:cxn ang="0">
                        <a:pos x="0" y="152"/>
                      </a:cxn>
                      <a:cxn ang="0">
                        <a:pos x="52" y="187"/>
                      </a:cxn>
                      <a:cxn ang="0">
                        <a:pos x="145" y="255"/>
                      </a:cxn>
                      <a:cxn ang="0">
                        <a:pos x="158" y="259"/>
                      </a:cxn>
                      <a:cxn ang="0">
                        <a:pos x="167" y="266"/>
                      </a:cxn>
                      <a:cxn ang="0">
                        <a:pos x="166" y="275"/>
                      </a:cxn>
                      <a:cxn ang="0">
                        <a:pos x="182" y="274"/>
                      </a:cxn>
                      <a:cxn ang="0">
                        <a:pos x="204" y="269"/>
                      </a:cxn>
                      <a:cxn ang="0">
                        <a:pos x="285" y="213"/>
                      </a:cxn>
                    </a:cxnLst>
                    <a:rect l="0" t="0" r="r" b="b"/>
                    <a:pathLst>
                      <a:path w="285" h="275">
                        <a:moveTo>
                          <a:pt x="285" y="213"/>
                        </a:moveTo>
                        <a:lnTo>
                          <a:pt x="283" y="212"/>
                        </a:lnTo>
                        <a:lnTo>
                          <a:pt x="281" y="209"/>
                        </a:lnTo>
                        <a:lnTo>
                          <a:pt x="280" y="208"/>
                        </a:lnTo>
                        <a:lnTo>
                          <a:pt x="277" y="202"/>
                        </a:lnTo>
                        <a:lnTo>
                          <a:pt x="274" y="198"/>
                        </a:lnTo>
                        <a:lnTo>
                          <a:pt x="273" y="197"/>
                        </a:lnTo>
                        <a:lnTo>
                          <a:pt x="268" y="197"/>
                        </a:lnTo>
                        <a:lnTo>
                          <a:pt x="262" y="197"/>
                        </a:lnTo>
                        <a:lnTo>
                          <a:pt x="260" y="195"/>
                        </a:lnTo>
                        <a:lnTo>
                          <a:pt x="260" y="193"/>
                        </a:lnTo>
                        <a:lnTo>
                          <a:pt x="258" y="190"/>
                        </a:lnTo>
                        <a:lnTo>
                          <a:pt x="257" y="187"/>
                        </a:lnTo>
                        <a:lnTo>
                          <a:pt x="258" y="184"/>
                        </a:lnTo>
                        <a:lnTo>
                          <a:pt x="257" y="182"/>
                        </a:lnTo>
                        <a:lnTo>
                          <a:pt x="257" y="180"/>
                        </a:lnTo>
                        <a:lnTo>
                          <a:pt x="254" y="175"/>
                        </a:lnTo>
                        <a:lnTo>
                          <a:pt x="250" y="171"/>
                        </a:lnTo>
                        <a:lnTo>
                          <a:pt x="249" y="168"/>
                        </a:lnTo>
                        <a:lnTo>
                          <a:pt x="249" y="167"/>
                        </a:lnTo>
                        <a:lnTo>
                          <a:pt x="250" y="165"/>
                        </a:lnTo>
                        <a:lnTo>
                          <a:pt x="254" y="163"/>
                        </a:lnTo>
                        <a:lnTo>
                          <a:pt x="255" y="161"/>
                        </a:lnTo>
                        <a:lnTo>
                          <a:pt x="254" y="156"/>
                        </a:lnTo>
                        <a:lnTo>
                          <a:pt x="253" y="153"/>
                        </a:lnTo>
                        <a:lnTo>
                          <a:pt x="254" y="152"/>
                        </a:lnTo>
                        <a:lnTo>
                          <a:pt x="255" y="144"/>
                        </a:lnTo>
                        <a:lnTo>
                          <a:pt x="253" y="140"/>
                        </a:lnTo>
                        <a:lnTo>
                          <a:pt x="253" y="133"/>
                        </a:lnTo>
                        <a:lnTo>
                          <a:pt x="253" y="131"/>
                        </a:lnTo>
                        <a:lnTo>
                          <a:pt x="253" y="126"/>
                        </a:lnTo>
                        <a:lnTo>
                          <a:pt x="253" y="117"/>
                        </a:lnTo>
                        <a:lnTo>
                          <a:pt x="250" y="112"/>
                        </a:lnTo>
                        <a:lnTo>
                          <a:pt x="249" y="112"/>
                        </a:lnTo>
                        <a:lnTo>
                          <a:pt x="249" y="107"/>
                        </a:lnTo>
                        <a:lnTo>
                          <a:pt x="250" y="106"/>
                        </a:lnTo>
                        <a:lnTo>
                          <a:pt x="242" y="77"/>
                        </a:lnTo>
                        <a:lnTo>
                          <a:pt x="238" y="74"/>
                        </a:lnTo>
                        <a:lnTo>
                          <a:pt x="235" y="73"/>
                        </a:lnTo>
                        <a:lnTo>
                          <a:pt x="234" y="72"/>
                        </a:lnTo>
                        <a:lnTo>
                          <a:pt x="231" y="70"/>
                        </a:lnTo>
                        <a:lnTo>
                          <a:pt x="230" y="66"/>
                        </a:lnTo>
                        <a:lnTo>
                          <a:pt x="226" y="64"/>
                        </a:lnTo>
                        <a:lnTo>
                          <a:pt x="224" y="64"/>
                        </a:lnTo>
                        <a:lnTo>
                          <a:pt x="223" y="61"/>
                        </a:lnTo>
                        <a:lnTo>
                          <a:pt x="223" y="58"/>
                        </a:lnTo>
                        <a:lnTo>
                          <a:pt x="221" y="55"/>
                        </a:lnTo>
                        <a:lnTo>
                          <a:pt x="220" y="54"/>
                        </a:lnTo>
                        <a:lnTo>
                          <a:pt x="223" y="47"/>
                        </a:lnTo>
                        <a:lnTo>
                          <a:pt x="226" y="43"/>
                        </a:lnTo>
                        <a:lnTo>
                          <a:pt x="227" y="43"/>
                        </a:lnTo>
                        <a:lnTo>
                          <a:pt x="228" y="42"/>
                        </a:lnTo>
                        <a:lnTo>
                          <a:pt x="231" y="40"/>
                        </a:lnTo>
                        <a:lnTo>
                          <a:pt x="231" y="35"/>
                        </a:lnTo>
                        <a:lnTo>
                          <a:pt x="232" y="34"/>
                        </a:lnTo>
                        <a:lnTo>
                          <a:pt x="231" y="31"/>
                        </a:lnTo>
                        <a:lnTo>
                          <a:pt x="232" y="30"/>
                        </a:lnTo>
                        <a:lnTo>
                          <a:pt x="234" y="28"/>
                        </a:lnTo>
                        <a:lnTo>
                          <a:pt x="232" y="28"/>
                        </a:lnTo>
                        <a:lnTo>
                          <a:pt x="231" y="26"/>
                        </a:lnTo>
                        <a:lnTo>
                          <a:pt x="230" y="21"/>
                        </a:lnTo>
                        <a:lnTo>
                          <a:pt x="232" y="15"/>
                        </a:lnTo>
                        <a:lnTo>
                          <a:pt x="232" y="11"/>
                        </a:lnTo>
                        <a:lnTo>
                          <a:pt x="234" y="6"/>
                        </a:lnTo>
                        <a:lnTo>
                          <a:pt x="232" y="5"/>
                        </a:lnTo>
                        <a:lnTo>
                          <a:pt x="234" y="2"/>
                        </a:lnTo>
                        <a:lnTo>
                          <a:pt x="232" y="2"/>
                        </a:lnTo>
                        <a:lnTo>
                          <a:pt x="228" y="2"/>
                        </a:lnTo>
                        <a:lnTo>
                          <a:pt x="227" y="2"/>
                        </a:lnTo>
                        <a:lnTo>
                          <a:pt x="220" y="4"/>
                        </a:lnTo>
                        <a:lnTo>
                          <a:pt x="217" y="1"/>
                        </a:lnTo>
                        <a:lnTo>
                          <a:pt x="213" y="0"/>
                        </a:lnTo>
                        <a:lnTo>
                          <a:pt x="213" y="1"/>
                        </a:lnTo>
                        <a:lnTo>
                          <a:pt x="211" y="4"/>
                        </a:lnTo>
                        <a:lnTo>
                          <a:pt x="207" y="2"/>
                        </a:lnTo>
                        <a:lnTo>
                          <a:pt x="205" y="1"/>
                        </a:lnTo>
                        <a:lnTo>
                          <a:pt x="204" y="0"/>
                        </a:lnTo>
                        <a:lnTo>
                          <a:pt x="200" y="0"/>
                        </a:lnTo>
                        <a:lnTo>
                          <a:pt x="200" y="2"/>
                        </a:lnTo>
                        <a:lnTo>
                          <a:pt x="197" y="2"/>
                        </a:lnTo>
                        <a:lnTo>
                          <a:pt x="196" y="5"/>
                        </a:lnTo>
                        <a:lnTo>
                          <a:pt x="194" y="4"/>
                        </a:lnTo>
                        <a:lnTo>
                          <a:pt x="192" y="4"/>
                        </a:lnTo>
                        <a:lnTo>
                          <a:pt x="189" y="6"/>
                        </a:lnTo>
                        <a:lnTo>
                          <a:pt x="186" y="6"/>
                        </a:lnTo>
                        <a:lnTo>
                          <a:pt x="183" y="4"/>
                        </a:lnTo>
                        <a:lnTo>
                          <a:pt x="179" y="2"/>
                        </a:lnTo>
                        <a:lnTo>
                          <a:pt x="178" y="2"/>
                        </a:lnTo>
                        <a:lnTo>
                          <a:pt x="174" y="4"/>
                        </a:lnTo>
                        <a:lnTo>
                          <a:pt x="171" y="2"/>
                        </a:lnTo>
                        <a:lnTo>
                          <a:pt x="170" y="2"/>
                        </a:lnTo>
                        <a:lnTo>
                          <a:pt x="167" y="2"/>
                        </a:lnTo>
                        <a:lnTo>
                          <a:pt x="166" y="2"/>
                        </a:lnTo>
                        <a:lnTo>
                          <a:pt x="164" y="5"/>
                        </a:lnTo>
                        <a:lnTo>
                          <a:pt x="162" y="5"/>
                        </a:lnTo>
                        <a:lnTo>
                          <a:pt x="159" y="4"/>
                        </a:lnTo>
                        <a:lnTo>
                          <a:pt x="155" y="8"/>
                        </a:lnTo>
                        <a:lnTo>
                          <a:pt x="152" y="8"/>
                        </a:lnTo>
                        <a:lnTo>
                          <a:pt x="149" y="6"/>
                        </a:lnTo>
                        <a:lnTo>
                          <a:pt x="147" y="6"/>
                        </a:lnTo>
                        <a:lnTo>
                          <a:pt x="141" y="8"/>
                        </a:lnTo>
                        <a:lnTo>
                          <a:pt x="137" y="6"/>
                        </a:lnTo>
                        <a:lnTo>
                          <a:pt x="130" y="12"/>
                        </a:lnTo>
                        <a:lnTo>
                          <a:pt x="126" y="13"/>
                        </a:lnTo>
                        <a:lnTo>
                          <a:pt x="125" y="13"/>
                        </a:lnTo>
                        <a:lnTo>
                          <a:pt x="121" y="15"/>
                        </a:lnTo>
                        <a:lnTo>
                          <a:pt x="121" y="17"/>
                        </a:lnTo>
                        <a:lnTo>
                          <a:pt x="120" y="19"/>
                        </a:lnTo>
                        <a:lnTo>
                          <a:pt x="118" y="19"/>
                        </a:lnTo>
                        <a:lnTo>
                          <a:pt x="117" y="19"/>
                        </a:lnTo>
                        <a:lnTo>
                          <a:pt x="116" y="19"/>
                        </a:lnTo>
                        <a:lnTo>
                          <a:pt x="114" y="20"/>
                        </a:lnTo>
                        <a:lnTo>
                          <a:pt x="113" y="21"/>
                        </a:lnTo>
                        <a:lnTo>
                          <a:pt x="109" y="21"/>
                        </a:lnTo>
                        <a:lnTo>
                          <a:pt x="105" y="23"/>
                        </a:lnTo>
                        <a:lnTo>
                          <a:pt x="103" y="24"/>
                        </a:lnTo>
                        <a:lnTo>
                          <a:pt x="103" y="26"/>
                        </a:lnTo>
                        <a:lnTo>
                          <a:pt x="101" y="30"/>
                        </a:lnTo>
                        <a:lnTo>
                          <a:pt x="96" y="31"/>
                        </a:lnTo>
                        <a:lnTo>
                          <a:pt x="92" y="31"/>
                        </a:lnTo>
                        <a:lnTo>
                          <a:pt x="94" y="32"/>
                        </a:lnTo>
                        <a:lnTo>
                          <a:pt x="94" y="34"/>
                        </a:lnTo>
                        <a:lnTo>
                          <a:pt x="95" y="36"/>
                        </a:lnTo>
                        <a:lnTo>
                          <a:pt x="96" y="39"/>
                        </a:lnTo>
                        <a:lnTo>
                          <a:pt x="96" y="39"/>
                        </a:lnTo>
                        <a:lnTo>
                          <a:pt x="96" y="45"/>
                        </a:lnTo>
                        <a:lnTo>
                          <a:pt x="96" y="50"/>
                        </a:lnTo>
                        <a:lnTo>
                          <a:pt x="96" y="51"/>
                        </a:lnTo>
                        <a:lnTo>
                          <a:pt x="98" y="62"/>
                        </a:lnTo>
                        <a:lnTo>
                          <a:pt x="101" y="66"/>
                        </a:lnTo>
                        <a:lnTo>
                          <a:pt x="101" y="69"/>
                        </a:lnTo>
                        <a:lnTo>
                          <a:pt x="103" y="70"/>
                        </a:lnTo>
                        <a:lnTo>
                          <a:pt x="105" y="72"/>
                        </a:lnTo>
                        <a:lnTo>
                          <a:pt x="106" y="72"/>
                        </a:lnTo>
                        <a:lnTo>
                          <a:pt x="107" y="72"/>
                        </a:lnTo>
                        <a:lnTo>
                          <a:pt x="106" y="76"/>
                        </a:lnTo>
                        <a:lnTo>
                          <a:pt x="106" y="77"/>
                        </a:lnTo>
                        <a:lnTo>
                          <a:pt x="105" y="80"/>
                        </a:lnTo>
                        <a:lnTo>
                          <a:pt x="87" y="80"/>
                        </a:lnTo>
                        <a:lnTo>
                          <a:pt x="84" y="81"/>
                        </a:lnTo>
                        <a:lnTo>
                          <a:pt x="80" y="87"/>
                        </a:lnTo>
                        <a:lnTo>
                          <a:pt x="77" y="88"/>
                        </a:lnTo>
                        <a:lnTo>
                          <a:pt x="76" y="92"/>
                        </a:lnTo>
                        <a:lnTo>
                          <a:pt x="76" y="96"/>
                        </a:lnTo>
                        <a:lnTo>
                          <a:pt x="75" y="99"/>
                        </a:lnTo>
                        <a:lnTo>
                          <a:pt x="65" y="106"/>
                        </a:lnTo>
                        <a:lnTo>
                          <a:pt x="50" y="115"/>
                        </a:lnTo>
                        <a:lnTo>
                          <a:pt x="38" y="122"/>
                        </a:lnTo>
                        <a:lnTo>
                          <a:pt x="33" y="123"/>
                        </a:lnTo>
                        <a:lnTo>
                          <a:pt x="27" y="123"/>
                        </a:lnTo>
                        <a:lnTo>
                          <a:pt x="24" y="123"/>
                        </a:lnTo>
                        <a:lnTo>
                          <a:pt x="20" y="123"/>
                        </a:lnTo>
                        <a:lnTo>
                          <a:pt x="14" y="125"/>
                        </a:lnTo>
                        <a:lnTo>
                          <a:pt x="10" y="127"/>
                        </a:lnTo>
                        <a:lnTo>
                          <a:pt x="7" y="131"/>
                        </a:lnTo>
                        <a:lnTo>
                          <a:pt x="0" y="137"/>
                        </a:lnTo>
                        <a:lnTo>
                          <a:pt x="0" y="148"/>
                        </a:lnTo>
                        <a:lnTo>
                          <a:pt x="0" y="149"/>
                        </a:lnTo>
                        <a:lnTo>
                          <a:pt x="0" y="152"/>
                        </a:lnTo>
                        <a:lnTo>
                          <a:pt x="0" y="153"/>
                        </a:lnTo>
                        <a:lnTo>
                          <a:pt x="0" y="152"/>
                        </a:lnTo>
                        <a:lnTo>
                          <a:pt x="52" y="187"/>
                        </a:lnTo>
                        <a:lnTo>
                          <a:pt x="52" y="187"/>
                        </a:lnTo>
                        <a:lnTo>
                          <a:pt x="144" y="248"/>
                        </a:lnTo>
                        <a:lnTo>
                          <a:pt x="145" y="255"/>
                        </a:lnTo>
                        <a:lnTo>
                          <a:pt x="148" y="258"/>
                        </a:lnTo>
                        <a:lnTo>
                          <a:pt x="154" y="258"/>
                        </a:lnTo>
                        <a:lnTo>
                          <a:pt x="158" y="259"/>
                        </a:lnTo>
                        <a:lnTo>
                          <a:pt x="160" y="263"/>
                        </a:lnTo>
                        <a:lnTo>
                          <a:pt x="164" y="263"/>
                        </a:lnTo>
                        <a:lnTo>
                          <a:pt x="167" y="266"/>
                        </a:lnTo>
                        <a:lnTo>
                          <a:pt x="167" y="269"/>
                        </a:lnTo>
                        <a:lnTo>
                          <a:pt x="166" y="273"/>
                        </a:lnTo>
                        <a:lnTo>
                          <a:pt x="166" y="275"/>
                        </a:lnTo>
                        <a:lnTo>
                          <a:pt x="170" y="275"/>
                        </a:lnTo>
                        <a:lnTo>
                          <a:pt x="177" y="275"/>
                        </a:lnTo>
                        <a:lnTo>
                          <a:pt x="182" y="274"/>
                        </a:lnTo>
                        <a:lnTo>
                          <a:pt x="182" y="274"/>
                        </a:lnTo>
                        <a:lnTo>
                          <a:pt x="182" y="274"/>
                        </a:lnTo>
                        <a:lnTo>
                          <a:pt x="204" y="269"/>
                        </a:lnTo>
                        <a:lnTo>
                          <a:pt x="221" y="252"/>
                        </a:lnTo>
                        <a:lnTo>
                          <a:pt x="285" y="213"/>
                        </a:lnTo>
                        <a:lnTo>
                          <a:pt x="285" y="213"/>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36" name="Freeform 917">
                    <a:extLst>
                      <a:ext uri="{FF2B5EF4-FFF2-40B4-BE49-F238E27FC236}">
                        <a16:creationId xmlns:a16="http://schemas.microsoft.com/office/drawing/2014/main" id="{6A4797D0-B318-625E-4158-A1A950713455}"/>
                      </a:ext>
                    </a:extLst>
                  </p:cNvPr>
                  <p:cNvSpPr>
                    <a:spLocks/>
                  </p:cNvSpPr>
                  <p:nvPr/>
                </p:nvSpPr>
                <p:spPr bwMode="auto">
                  <a:xfrm>
                    <a:off x="9031714" y="2618848"/>
                    <a:ext cx="154990" cy="154588"/>
                  </a:xfrm>
                  <a:custGeom>
                    <a:avLst/>
                    <a:gdLst/>
                    <a:ahLst/>
                    <a:cxnLst>
                      <a:cxn ang="0">
                        <a:pos x="58" y="90"/>
                      </a:cxn>
                      <a:cxn ang="0">
                        <a:pos x="60" y="60"/>
                      </a:cxn>
                      <a:cxn ang="0">
                        <a:pos x="66" y="57"/>
                      </a:cxn>
                      <a:cxn ang="0">
                        <a:pos x="72" y="20"/>
                      </a:cxn>
                      <a:cxn ang="0">
                        <a:pos x="118" y="0"/>
                      </a:cxn>
                      <a:cxn ang="0">
                        <a:pos x="170" y="35"/>
                      </a:cxn>
                      <a:cxn ang="0">
                        <a:pos x="152" y="35"/>
                      </a:cxn>
                      <a:cxn ang="0">
                        <a:pos x="167" y="164"/>
                      </a:cxn>
                      <a:cxn ang="0">
                        <a:pos x="111" y="176"/>
                      </a:cxn>
                      <a:cxn ang="0">
                        <a:pos x="109" y="174"/>
                      </a:cxn>
                      <a:cxn ang="0">
                        <a:pos x="104" y="176"/>
                      </a:cxn>
                      <a:cxn ang="0">
                        <a:pos x="103" y="171"/>
                      </a:cxn>
                      <a:cxn ang="0">
                        <a:pos x="92" y="172"/>
                      </a:cxn>
                      <a:cxn ang="0">
                        <a:pos x="87" y="178"/>
                      </a:cxn>
                      <a:cxn ang="0">
                        <a:pos x="84" y="170"/>
                      </a:cxn>
                      <a:cxn ang="0">
                        <a:pos x="76" y="171"/>
                      </a:cxn>
                      <a:cxn ang="0">
                        <a:pos x="76" y="179"/>
                      </a:cxn>
                      <a:cxn ang="0">
                        <a:pos x="70" y="183"/>
                      </a:cxn>
                      <a:cxn ang="0">
                        <a:pos x="68" y="186"/>
                      </a:cxn>
                      <a:cxn ang="0">
                        <a:pos x="62" y="181"/>
                      </a:cxn>
                      <a:cxn ang="0">
                        <a:pos x="60" y="178"/>
                      </a:cxn>
                      <a:cxn ang="0">
                        <a:pos x="57" y="174"/>
                      </a:cxn>
                      <a:cxn ang="0">
                        <a:pos x="53" y="167"/>
                      </a:cxn>
                      <a:cxn ang="0">
                        <a:pos x="49" y="167"/>
                      </a:cxn>
                      <a:cxn ang="0">
                        <a:pos x="46" y="167"/>
                      </a:cxn>
                      <a:cxn ang="0">
                        <a:pos x="43" y="164"/>
                      </a:cxn>
                      <a:cxn ang="0">
                        <a:pos x="38" y="160"/>
                      </a:cxn>
                      <a:cxn ang="0">
                        <a:pos x="28" y="157"/>
                      </a:cxn>
                      <a:cxn ang="0">
                        <a:pos x="13" y="162"/>
                      </a:cxn>
                      <a:cxn ang="0">
                        <a:pos x="8" y="164"/>
                      </a:cxn>
                      <a:cxn ang="0">
                        <a:pos x="7" y="160"/>
                      </a:cxn>
                      <a:cxn ang="0">
                        <a:pos x="12" y="147"/>
                      </a:cxn>
                      <a:cxn ang="0">
                        <a:pos x="11" y="122"/>
                      </a:cxn>
                      <a:cxn ang="0">
                        <a:pos x="8" y="114"/>
                      </a:cxn>
                      <a:cxn ang="0">
                        <a:pos x="11" y="110"/>
                      </a:cxn>
                      <a:cxn ang="0">
                        <a:pos x="12" y="104"/>
                      </a:cxn>
                      <a:cxn ang="0">
                        <a:pos x="5" y="100"/>
                      </a:cxn>
                      <a:cxn ang="0">
                        <a:pos x="4" y="96"/>
                      </a:cxn>
                      <a:cxn ang="0">
                        <a:pos x="0" y="94"/>
                      </a:cxn>
                      <a:cxn ang="0">
                        <a:pos x="1" y="91"/>
                      </a:cxn>
                    </a:cxnLst>
                    <a:rect l="0" t="0" r="r" b="b"/>
                    <a:pathLst>
                      <a:path w="170" h="186">
                        <a:moveTo>
                          <a:pt x="1" y="91"/>
                        </a:moveTo>
                        <a:lnTo>
                          <a:pt x="58" y="90"/>
                        </a:lnTo>
                        <a:lnTo>
                          <a:pt x="58" y="64"/>
                        </a:lnTo>
                        <a:lnTo>
                          <a:pt x="60" y="60"/>
                        </a:lnTo>
                        <a:lnTo>
                          <a:pt x="62" y="58"/>
                        </a:lnTo>
                        <a:lnTo>
                          <a:pt x="66" y="57"/>
                        </a:lnTo>
                        <a:lnTo>
                          <a:pt x="72" y="57"/>
                        </a:lnTo>
                        <a:lnTo>
                          <a:pt x="72" y="20"/>
                        </a:lnTo>
                        <a:lnTo>
                          <a:pt x="117" y="20"/>
                        </a:lnTo>
                        <a:lnTo>
                          <a:pt x="118" y="0"/>
                        </a:lnTo>
                        <a:lnTo>
                          <a:pt x="170" y="35"/>
                        </a:lnTo>
                        <a:lnTo>
                          <a:pt x="170" y="35"/>
                        </a:lnTo>
                        <a:lnTo>
                          <a:pt x="168" y="35"/>
                        </a:lnTo>
                        <a:lnTo>
                          <a:pt x="152" y="35"/>
                        </a:lnTo>
                        <a:lnTo>
                          <a:pt x="163" y="160"/>
                        </a:lnTo>
                        <a:lnTo>
                          <a:pt x="167" y="164"/>
                        </a:lnTo>
                        <a:lnTo>
                          <a:pt x="163" y="176"/>
                        </a:lnTo>
                        <a:lnTo>
                          <a:pt x="111" y="176"/>
                        </a:lnTo>
                        <a:lnTo>
                          <a:pt x="110" y="176"/>
                        </a:lnTo>
                        <a:lnTo>
                          <a:pt x="109" y="174"/>
                        </a:lnTo>
                        <a:lnTo>
                          <a:pt x="107" y="174"/>
                        </a:lnTo>
                        <a:lnTo>
                          <a:pt x="104" y="176"/>
                        </a:lnTo>
                        <a:lnTo>
                          <a:pt x="103" y="175"/>
                        </a:lnTo>
                        <a:lnTo>
                          <a:pt x="103" y="171"/>
                        </a:lnTo>
                        <a:lnTo>
                          <a:pt x="99" y="170"/>
                        </a:lnTo>
                        <a:lnTo>
                          <a:pt x="92" y="172"/>
                        </a:lnTo>
                        <a:lnTo>
                          <a:pt x="88" y="179"/>
                        </a:lnTo>
                        <a:lnTo>
                          <a:pt x="87" y="178"/>
                        </a:lnTo>
                        <a:lnTo>
                          <a:pt x="84" y="174"/>
                        </a:lnTo>
                        <a:lnTo>
                          <a:pt x="84" y="170"/>
                        </a:lnTo>
                        <a:lnTo>
                          <a:pt x="81" y="170"/>
                        </a:lnTo>
                        <a:lnTo>
                          <a:pt x="76" y="171"/>
                        </a:lnTo>
                        <a:lnTo>
                          <a:pt x="76" y="176"/>
                        </a:lnTo>
                        <a:lnTo>
                          <a:pt x="76" y="179"/>
                        </a:lnTo>
                        <a:lnTo>
                          <a:pt x="75" y="183"/>
                        </a:lnTo>
                        <a:lnTo>
                          <a:pt x="70" y="183"/>
                        </a:lnTo>
                        <a:lnTo>
                          <a:pt x="68" y="186"/>
                        </a:lnTo>
                        <a:lnTo>
                          <a:pt x="68" y="186"/>
                        </a:lnTo>
                        <a:lnTo>
                          <a:pt x="66" y="183"/>
                        </a:lnTo>
                        <a:lnTo>
                          <a:pt x="62" y="181"/>
                        </a:lnTo>
                        <a:lnTo>
                          <a:pt x="61" y="181"/>
                        </a:lnTo>
                        <a:lnTo>
                          <a:pt x="60" y="178"/>
                        </a:lnTo>
                        <a:lnTo>
                          <a:pt x="57" y="176"/>
                        </a:lnTo>
                        <a:lnTo>
                          <a:pt x="57" y="174"/>
                        </a:lnTo>
                        <a:lnTo>
                          <a:pt x="53" y="171"/>
                        </a:lnTo>
                        <a:lnTo>
                          <a:pt x="53" y="167"/>
                        </a:lnTo>
                        <a:lnTo>
                          <a:pt x="51" y="166"/>
                        </a:lnTo>
                        <a:lnTo>
                          <a:pt x="49" y="167"/>
                        </a:lnTo>
                        <a:lnTo>
                          <a:pt x="49" y="166"/>
                        </a:lnTo>
                        <a:lnTo>
                          <a:pt x="46" y="167"/>
                        </a:lnTo>
                        <a:lnTo>
                          <a:pt x="43" y="166"/>
                        </a:lnTo>
                        <a:lnTo>
                          <a:pt x="43" y="164"/>
                        </a:lnTo>
                        <a:lnTo>
                          <a:pt x="41" y="160"/>
                        </a:lnTo>
                        <a:lnTo>
                          <a:pt x="38" y="160"/>
                        </a:lnTo>
                        <a:lnTo>
                          <a:pt x="31" y="157"/>
                        </a:lnTo>
                        <a:lnTo>
                          <a:pt x="28" y="157"/>
                        </a:lnTo>
                        <a:lnTo>
                          <a:pt x="20" y="160"/>
                        </a:lnTo>
                        <a:lnTo>
                          <a:pt x="13" y="162"/>
                        </a:lnTo>
                        <a:lnTo>
                          <a:pt x="11" y="164"/>
                        </a:lnTo>
                        <a:lnTo>
                          <a:pt x="8" y="164"/>
                        </a:lnTo>
                        <a:lnTo>
                          <a:pt x="5" y="166"/>
                        </a:lnTo>
                        <a:lnTo>
                          <a:pt x="7" y="160"/>
                        </a:lnTo>
                        <a:lnTo>
                          <a:pt x="9" y="152"/>
                        </a:lnTo>
                        <a:lnTo>
                          <a:pt x="12" y="147"/>
                        </a:lnTo>
                        <a:lnTo>
                          <a:pt x="13" y="137"/>
                        </a:lnTo>
                        <a:lnTo>
                          <a:pt x="11" y="122"/>
                        </a:lnTo>
                        <a:lnTo>
                          <a:pt x="7" y="115"/>
                        </a:lnTo>
                        <a:lnTo>
                          <a:pt x="8" y="114"/>
                        </a:lnTo>
                        <a:lnTo>
                          <a:pt x="9" y="114"/>
                        </a:lnTo>
                        <a:lnTo>
                          <a:pt x="11" y="110"/>
                        </a:lnTo>
                        <a:lnTo>
                          <a:pt x="9" y="107"/>
                        </a:lnTo>
                        <a:lnTo>
                          <a:pt x="12" y="104"/>
                        </a:lnTo>
                        <a:lnTo>
                          <a:pt x="8" y="99"/>
                        </a:lnTo>
                        <a:lnTo>
                          <a:pt x="5" y="100"/>
                        </a:lnTo>
                        <a:lnTo>
                          <a:pt x="4" y="99"/>
                        </a:lnTo>
                        <a:lnTo>
                          <a:pt x="4" y="96"/>
                        </a:lnTo>
                        <a:lnTo>
                          <a:pt x="0" y="99"/>
                        </a:lnTo>
                        <a:lnTo>
                          <a:pt x="0" y="94"/>
                        </a:lnTo>
                        <a:lnTo>
                          <a:pt x="1" y="91"/>
                        </a:lnTo>
                        <a:lnTo>
                          <a:pt x="1" y="91"/>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37" name="Freeform 918">
                    <a:extLst>
                      <a:ext uri="{FF2B5EF4-FFF2-40B4-BE49-F238E27FC236}">
                        <a16:creationId xmlns:a16="http://schemas.microsoft.com/office/drawing/2014/main" id="{826E6279-149D-4022-188F-A555EB83B95C}"/>
                      </a:ext>
                    </a:extLst>
                  </p:cNvPr>
                  <p:cNvSpPr>
                    <a:spLocks/>
                  </p:cNvSpPr>
                  <p:nvPr/>
                </p:nvSpPr>
                <p:spPr bwMode="auto">
                  <a:xfrm>
                    <a:off x="9093710" y="2647937"/>
                    <a:ext cx="211516" cy="179522"/>
                  </a:xfrm>
                  <a:custGeom>
                    <a:avLst/>
                    <a:gdLst/>
                    <a:ahLst/>
                    <a:cxnLst>
                      <a:cxn ang="0">
                        <a:pos x="7" y="148"/>
                      </a:cxn>
                      <a:cxn ang="0">
                        <a:pos x="8" y="136"/>
                      </a:cxn>
                      <a:cxn ang="0">
                        <a:pos x="16" y="139"/>
                      </a:cxn>
                      <a:cxn ang="0">
                        <a:pos x="24" y="137"/>
                      </a:cxn>
                      <a:cxn ang="0">
                        <a:pos x="35" y="140"/>
                      </a:cxn>
                      <a:cxn ang="0">
                        <a:pos x="41" y="139"/>
                      </a:cxn>
                      <a:cxn ang="0">
                        <a:pos x="95" y="141"/>
                      </a:cxn>
                      <a:cxn ang="0">
                        <a:pos x="84" y="0"/>
                      </a:cxn>
                      <a:cxn ang="0">
                        <a:pos x="195" y="68"/>
                      </a:cxn>
                      <a:cxn ang="0">
                        <a:pos x="208" y="72"/>
                      </a:cxn>
                      <a:cxn ang="0">
                        <a:pos x="217" y="79"/>
                      </a:cxn>
                      <a:cxn ang="0">
                        <a:pos x="216" y="88"/>
                      </a:cxn>
                      <a:cxn ang="0">
                        <a:pos x="232" y="87"/>
                      </a:cxn>
                      <a:cxn ang="0">
                        <a:pos x="229" y="127"/>
                      </a:cxn>
                      <a:cxn ang="0">
                        <a:pos x="227" y="136"/>
                      </a:cxn>
                      <a:cxn ang="0">
                        <a:pos x="210" y="143"/>
                      </a:cxn>
                      <a:cxn ang="0">
                        <a:pos x="198" y="146"/>
                      </a:cxn>
                      <a:cxn ang="0">
                        <a:pos x="180" y="148"/>
                      </a:cxn>
                      <a:cxn ang="0">
                        <a:pos x="176" y="147"/>
                      </a:cxn>
                      <a:cxn ang="0">
                        <a:pos x="166" y="146"/>
                      </a:cxn>
                      <a:cxn ang="0">
                        <a:pos x="151" y="152"/>
                      </a:cxn>
                      <a:cxn ang="0">
                        <a:pos x="132" y="166"/>
                      </a:cxn>
                      <a:cxn ang="0">
                        <a:pos x="118" y="169"/>
                      </a:cxn>
                      <a:cxn ang="0">
                        <a:pos x="113" y="177"/>
                      </a:cxn>
                      <a:cxn ang="0">
                        <a:pos x="104" y="190"/>
                      </a:cxn>
                      <a:cxn ang="0">
                        <a:pos x="100" y="197"/>
                      </a:cxn>
                      <a:cxn ang="0">
                        <a:pos x="98" y="205"/>
                      </a:cxn>
                      <a:cxn ang="0">
                        <a:pos x="96" y="212"/>
                      </a:cxn>
                      <a:cxn ang="0">
                        <a:pos x="88" y="213"/>
                      </a:cxn>
                      <a:cxn ang="0">
                        <a:pos x="80" y="212"/>
                      </a:cxn>
                      <a:cxn ang="0">
                        <a:pos x="73" y="215"/>
                      </a:cxn>
                      <a:cxn ang="0">
                        <a:pos x="64" y="215"/>
                      </a:cxn>
                      <a:cxn ang="0">
                        <a:pos x="58" y="212"/>
                      </a:cxn>
                      <a:cxn ang="0">
                        <a:pos x="57" y="205"/>
                      </a:cxn>
                      <a:cxn ang="0">
                        <a:pos x="51" y="208"/>
                      </a:cxn>
                      <a:cxn ang="0">
                        <a:pos x="55" y="199"/>
                      </a:cxn>
                      <a:cxn ang="0">
                        <a:pos x="51" y="193"/>
                      </a:cxn>
                      <a:cxn ang="0">
                        <a:pos x="47" y="186"/>
                      </a:cxn>
                      <a:cxn ang="0">
                        <a:pos x="39" y="186"/>
                      </a:cxn>
                      <a:cxn ang="0">
                        <a:pos x="32" y="190"/>
                      </a:cxn>
                      <a:cxn ang="0">
                        <a:pos x="23" y="190"/>
                      </a:cxn>
                      <a:cxn ang="0">
                        <a:pos x="16" y="190"/>
                      </a:cxn>
                      <a:cxn ang="0">
                        <a:pos x="16" y="185"/>
                      </a:cxn>
                      <a:cxn ang="0">
                        <a:pos x="13" y="180"/>
                      </a:cxn>
                      <a:cxn ang="0">
                        <a:pos x="11" y="174"/>
                      </a:cxn>
                      <a:cxn ang="0">
                        <a:pos x="7" y="171"/>
                      </a:cxn>
                      <a:cxn ang="0">
                        <a:pos x="1" y="163"/>
                      </a:cxn>
                      <a:cxn ang="0">
                        <a:pos x="1" y="152"/>
                      </a:cxn>
                    </a:cxnLst>
                    <a:rect l="0" t="0" r="r" b="b"/>
                    <a:pathLst>
                      <a:path w="232" h="216">
                        <a:moveTo>
                          <a:pt x="0" y="151"/>
                        </a:moveTo>
                        <a:lnTo>
                          <a:pt x="2" y="148"/>
                        </a:lnTo>
                        <a:lnTo>
                          <a:pt x="7" y="148"/>
                        </a:lnTo>
                        <a:lnTo>
                          <a:pt x="8" y="144"/>
                        </a:lnTo>
                        <a:lnTo>
                          <a:pt x="8" y="141"/>
                        </a:lnTo>
                        <a:lnTo>
                          <a:pt x="8" y="136"/>
                        </a:lnTo>
                        <a:lnTo>
                          <a:pt x="13" y="135"/>
                        </a:lnTo>
                        <a:lnTo>
                          <a:pt x="16" y="135"/>
                        </a:lnTo>
                        <a:lnTo>
                          <a:pt x="16" y="139"/>
                        </a:lnTo>
                        <a:lnTo>
                          <a:pt x="19" y="143"/>
                        </a:lnTo>
                        <a:lnTo>
                          <a:pt x="20" y="144"/>
                        </a:lnTo>
                        <a:lnTo>
                          <a:pt x="24" y="137"/>
                        </a:lnTo>
                        <a:lnTo>
                          <a:pt x="31" y="135"/>
                        </a:lnTo>
                        <a:lnTo>
                          <a:pt x="35" y="136"/>
                        </a:lnTo>
                        <a:lnTo>
                          <a:pt x="35" y="140"/>
                        </a:lnTo>
                        <a:lnTo>
                          <a:pt x="36" y="141"/>
                        </a:lnTo>
                        <a:lnTo>
                          <a:pt x="39" y="139"/>
                        </a:lnTo>
                        <a:lnTo>
                          <a:pt x="41" y="139"/>
                        </a:lnTo>
                        <a:lnTo>
                          <a:pt x="42" y="141"/>
                        </a:lnTo>
                        <a:lnTo>
                          <a:pt x="43" y="141"/>
                        </a:lnTo>
                        <a:lnTo>
                          <a:pt x="95" y="141"/>
                        </a:lnTo>
                        <a:lnTo>
                          <a:pt x="99" y="129"/>
                        </a:lnTo>
                        <a:lnTo>
                          <a:pt x="95" y="125"/>
                        </a:lnTo>
                        <a:lnTo>
                          <a:pt x="84" y="0"/>
                        </a:lnTo>
                        <a:lnTo>
                          <a:pt x="100" y="0"/>
                        </a:lnTo>
                        <a:lnTo>
                          <a:pt x="194" y="61"/>
                        </a:lnTo>
                        <a:lnTo>
                          <a:pt x="195" y="68"/>
                        </a:lnTo>
                        <a:lnTo>
                          <a:pt x="198" y="71"/>
                        </a:lnTo>
                        <a:lnTo>
                          <a:pt x="204" y="71"/>
                        </a:lnTo>
                        <a:lnTo>
                          <a:pt x="208" y="72"/>
                        </a:lnTo>
                        <a:lnTo>
                          <a:pt x="210" y="76"/>
                        </a:lnTo>
                        <a:lnTo>
                          <a:pt x="214" y="76"/>
                        </a:lnTo>
                        <a:lnTo>
                          <a:pt x="217" y="79"/>
                        </a:lnTo>
                        <a:lnTo>
                          <a:pt x="217" y="82"/>
                        </a:lnTo>
                        <a:lnTo>
                          <a:pt x="216" y="86"/>
                        </a:lnTo>
                        <a:lnTo>
                          <a:pt x="216" y="88"/>
                        </a:lnTo>
                        <a:lnTo>
                          <a:pt x="220" y="88"/>
                        </a:lnTo>
                        <a:lnTo>
                          <a:pt x="227" y="88"/>
                        </a:lnTo>
                        <a:lnTo>
                          <a:pt x="232" y="87"/>
                        </a:lnTo>
                        <a:lnTo>
                          <a:pt x="232" y="87"/>
                        </a:lnTo>
                        <a:lnTo>
                          <a:pt x="231" y="114"/>
                        </a:lnTo>
                        <a:lnTo>
                          <a:pt x="229" y="127"/>
                        </a:lnTo>
                        <a:lnTo>
                          <a:pt x="228" y="128"/>
                        </a:lnTo>
                        <a:lnTo>
                          <a:pt x="227" y="133"/>
                        </a:lnTo>
                        <a:lnTo>
                          <a:pt x="227" y="136"/>
                        </a:lnTo>
                        <a:lnTo>
                          <a:pt x="219" y="140"/>
                        </a:lnTo>
                        <a:lnTo>
                          <a:pt x="214" y="143"/>
                        </a:lnTo>
                        <a:lnTo>
                          <a:pt x="210" y="143"/>
                        </a:lnTo>
                        <a:lnTo>
                          <a:pt x="206" y="146"/>
                        </a:lnTo>
                        <a:lnTo>
                          <a:pt x="204" y="146"/>
                        </a:lnTo>
                        <a:lnTo>
                          <a:pt x="198" y="146"/>
                        </a:lnTo>
                        <a:lnTo>
                          <a:pt x="194" y="147"/>
                        </a:lnTo>
                        <a:lnTo>
                          <a:pt x="190" y="147"/>
                        </a:lnTo>
                        <a:lnTo>
                          <a:pt x="180" y="148"/>
                        </a:lnTo>
                        <a:lnTo>
                          <a:pt x="178" y="147"/>
                        </a:lnTo>
                        <a:lnTo>
                          <a:pt x="176" y="148"/>
                        </a:lnTo>
                        <a:lnTo>
                          <a:pt x="176" y="147"/>
                        </a:lnTo>
                        <a:lnTo>
                          <a:pt x="174" y="147"/>
                        </a:lnTo>
                        <a:lnTo>
                          <a:pt x="170" y="146"/>
                        </a:lnTo>
                        <a:lnTo>
                          <a:pt x="166" y="146"/>
                        </a:lnTo>
                        <a:lnTo>
                          <a:pt x="159" y="147"/>
                        </a:lnTo>
                        <a:lnTo>
                          <a:pt x="155" y="150"/>
                        </a:lnTo>
                        <a:lnTo>
                          <a:pt x="151" y="152"/>
                        </a:lnTo>
                        <a:lnTo>
                          <a:pt x="140" y="158"/>
                        </a:lnTo>
                        <a:lnTo>
                          <a:pt x="133" y="163"/>
                        </a:lnTo>
                        <a:lnTo>
                          <a:pt x="132" y="166"/>
                        </a:lnTo>
                        <a:lnTo>
                          <a:pt x="123" y="169"/>
                        </a:lnTo>
                        <a:lnTo>
                          <a:pt x="122" y="169"/>
                        </a:lnTo>
                        <a:lnTo>
                          <a:pt x="118" y="169"/>
                        </a:lnTo>
                        <a:lnTo>
                          <a:pt x="118" y="170"/>
                        </a:lnTo>
                        <a:lnTo>
                          <a:pt x="115" y="171"/>
                        </a:lnTo>
                        <a:lnTo>
                          <a:pt x="113" y="177"/>
                        </a:lnTo>
                        <a:lnTo>
                          <a:pt x="113" y="178"/>
                        </a:lnTo>
                        <a:lnTo>
                          <a:pt x="108" y="182"/>
                        </a:lnTo>
                        <a:lnTo>
                          <a:pt x="104" y="190"/>
                        </a:lnTo>
                        <a:lnTo>
                          <a:pt x="102" y="193"/>
                        </a:lnTo>
                        <a:lnTo>
                          <a:pt x="99" y="194"/>
                        </a:lnTo>
                        <a:lnTo>
                          <a:pt x="100" y="197"/>
                        </a:lnTo>
                        <a:lnTo>
                          <a:pt x="100" y="201"/>
                        </a:lnTo>
                        <a:lnTo>
                          <a:pt x="98" y="203"/>
                        </a:lnTo>
                        <a:lnTo>
                          <a:pt x="98" y="205"/>
                        </a:lnTo>
                        <a:lnTo>
                          <a:pt x="99" y="207"/>
                        </a:lnTo>
                        <a:lnTo>
                          <a:pt x="98" y="211"/>
                        </a:lnTo>
                        <a:lnTo>
                          <a:pt x="96" y="212"/>
                        </a:lnTo>
                        <a:lnTo>
                          <a:pt x="94" y="216"/>
                        </a:lnTo>
                        <a:lnTo>
                          <a:pt x="89" y="215"/>
                        </a:lnTo>
                        <a:lnTo>
                          <a:pt x="88" y="213"/>
                        </a:lnTo>
                        <a:lnTo>
                          <a:pt x="88" y="212"/>
                        </a:lnTo>
                        <a:lnTo>
                          <a:pt x="85" y="211"/>
                        </a:lnTo>
                        <a:lnTo>
                          <a:pt x="80" y="212"/>
                        </a:lnTo>
                        <a:lnTo>
                          <a:pt x="80" y="213"/>
                        </a:lnTo>
                        <a:lnTo>
                          <a:pt x="79" y="215"/>
                        </a:lnTo>
                        <a:lnTo>
                          <a:pt x="73" y="215"/>
                        </a:lnTo>
                        <a:lnTo>
                          <a:pt x="69" y="212"/>
                        </a:lnTo>
                        <a:lnTo>
                          <a:pt x="68" y="212"/>
                        </a:lnTo>
                        <a:lnTo>
                          <a:pt x="64" y="215"/>
                        </a:lnTo>
                        <a:lnTo>
                          <a:pt x="64" y="213"/>
                        </a:lnTo>
                        <a:lnTo>
                          <a:pt x="62" y="212"/>
                        </a:lnTo>
                        <a:lnTo>
                          <a:pt x="58" y="212"/>
                        </a:lnTo>
                        <a:lnTo>
                          <a:pt x="58" y="209"/>
                        </a:lnTo>
                        <a:lnTo>
                          <a:pt x="57" y="208"/>
                        </a:lnTo>
                        <a:lnTo>
                          <a:pt x="57" y="205"/>
                        </a:lnTo>
                        <a:lnTo>
                          <a:pt x="55" y="205"/>
                        </a:lnTo>
                        <a:lnTo>
                          <a:pt x="54" y="208"/>
                        </a:lnTo>
                        <a:lnTo>
                          <a:pt x="51" y="208"/>
                        </a:lnTo>
                        <a:lnTo>
                          <a:pt x="53" y="204"/>
                        </a:lnTo>
                        <a:lnTo>
                          <a:pt x="55" y="200"/>
                        </a:lnTo>
                        <a:lnTo>
                          <a:pt x="55" y="199"/>
                        </a:lnTo>
                        <a:lnTo>
                          <a:pt x="53" y="199"/>
                        </a:lnTo>
                        <a:lnTo>
                          <a:pt x="51" y="197"/>
                        </a:lnTo>
                        <a:lnTo>
                          <a:pt x="51" y="193"/>
                        </a:lnTo>
                        <a:lnTo>
                          <a:pt x="50" y="190"/>
                        </a:lnTo>
                        <a:lnTo>
                          <a:pt x="47" y="188"/>
                        </a:lnTo>
                        <a:lnTo>
                          <a:pt x="47" y="186"/>
                        </a:lnTo>
                        <a:lnTo>
                          <a:pt x="45" y="186"/>
                        </a:lnTo>
                        <a:lnTo>
                          <a:pt x="43" y="188"/>
                        </a:lnTo>
                        <a:lnTo>
                          <a:pt x="39" y="186"/>
                        </a:lnTo>
                        <a:lnTo>
                          <a:pt x="36" y="186"/>
                        </a:lnTo>
                        <a:lnTo>
                          <a:pt x="34" y="190"/>
                        </a:lnTo>
                        <a:lnTo>
                          <a:pt x="32" y="190"/>
                        </a:lnTo>
                        <a:lnTo>
                          <a:pt x="28" y="192"/>
                        </a:lnTo>
                        <a:lnTo>
                          <a:pt x="26" y="192"/>
                        </a:lnTo>
                        <a:lnTo>
                          <a:pt x="23" y="190"/>
                        </a:lnTo>
                        <a:lnTo>
                          <a:pt x="20" y="189"/>
                        </a:lnTo>
                        <a:lnTo>
                          <a:pt x="17" y="190"/>
                        </a:lnTo>
                        <a:lnTo>
                          <a:pt x="16" y="190"/>
                        </a:lnTo>
                        <a:lnTo>
                          <a:pt x="16" y="190"/>
                        </a:lnTo>
                        <a:lnTo>
                          <a:pt x="16" y="188"/>
                        </a:lnTo>
                        <a:lnTo>
                          <a:pt x="16" y="185"/>
                        </a:lnTo>
                        <a:lnTo>
                          <a:pt x="13" y="184"/>
                        </a:lnTo>
                        <a:lnTo>
                          <a:pt x="12" y="181"/>
                        </a:lnTo>
                        <a:lnTo>
                          <a:pt x="13" y="180"/>
                        </a:lnTo>
                        <a:lnTo>
                          <a:pt x="13" y="178"/>
                        </a:lnTo>
                        <a:lnTo>
                          <a:pt x="12" y="175"/>
                        </a:lnTo>
                        <a:lnTo>
                          <a:pt x="11" y="174"/>
                        </a:lnTo>
                        <a:lnTo>
                          <a:pt x="9" y="173"/>
                        </a:lnTo>
                        <a:lnTo>
                          <a:pt x="8" y="173"/>
                        </a:lnTo>
                        <a:lnTo>
                          <a:pt x="7" y="171"/>
                        </a:lnTo>
                        <a:lnTo>
                          <a:pt x="4" y="167"/>
                        </a:lnTo>
                        <a:lnTo>
                          <a:pt x="1" y="165"/>
                        </a:lnTo>
                        <a:lnTo>
                          <a:pt x="1" y="163"/>
                        </a:lnTo>
                        <a:lnTo>
                          <a:pt x="2" y="156"/>
                        </a:lnTo>
                        <a:lnTo>
                          <a:pt x="1" y="155"/>
                        </a:lnTo>
                        <a:lnTo>
                          <a:pt x="1" y="152"/>
                        </a:lnTo>
                        <a:lnTo>
                          <a:pt x="0" y="151"/>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38" name="Freeform 919">
                    <a:extLst>
                      <a:ext uri="{FF2B5EF4-FFF2-40B4-BE49-F238E27FC236}">
                        <a16:creationId xmlns:a16="http://schemas.microsoft.com/office/drawing/2014/main" id="{1E70CDA8-9E19-BC0D-23BB-9F1306D0EE8E}"/>
                      </a:ext>
                    </a:extLst>
                  </p:cNvPr>
                  <p:cNvSpPr>
                    <a:spLocks/>
                  </p:cNvSpPr>
                  <p:nvPr/>
                </p:nvSpPr>
                <p:spPr bwMode="auto">
                  <a:xfrm>
                    <a:off x="9183057" y="2769280"/>
                    <a:ext cx="97553" cy="63997"/>
                  </a:xfrm>
                  <a:custGeom>
                    <a:avLst/>
                    <a:gdLst/>
                    <a:ahLst/>
                    <a:cxnLst>
                      <a:cxn ang="0">
                        <a:pos x="1" y="61"/>
                      </a:cxn>
                      <a:cxn ang="0">
                        <a:pos x="0" y="57"/>
                      </a:cxn>
                      <a:cxn ang="0">
                        <a:pos x="2" y="51"/>
                      </a:cxn>
                      <a:cxn ang="0">
                        <a:pos x="4" y="47"/>
                      </a:cxn>
                      <a:cxn ang="0">
                        <a:pos x="10" y="36"/>
                      </a:cxn>
                      <a:cxn ang="0">
                        <a:pos x="15" y="31"/>
                      </a:cxn>
                      <a:cxn ang="0">
                        <a:pos x="20" y="24"/>
                      </a:cxn>
                      <a:cxn ang="0">
                        <a:pos x="24" y="23"/>
                      </a:cxn>
                      <a:cxn ang="0">
                        <a:pos x="34" y="20"/>
                      </a:cxn>
                      <a:cxn ang="0">
                        <a:pos x="42" y="12"/>
                      </a:cxn>
                      <a:cxn ang="0">
                        <a:pos x="57" y="4"/>
                      </a:cxn>
                      <a:cxn ang="0">
                        <a:pos x="68" y="0"/>
                      </a:cxn>
                      <a:cxn ang="0">
                        <a:pos x="76" y="1"/>
                      </a:cxn>
                      <a:cxn ang="0">
                        <a:pos x="78" y="2"/>
                      </a:cxn>
                      <a:cxn ang="0">
                        <a:pos x="78" y="6"/>
                      </a:cxn>
                      <a:cxn ang="0">
                        <a:pos x="76" y="14"/>
                      </a:cxn>
                      <a:cxn ang="0">
                        <a:pos x="91" y="28"/>
                      </a:cxn>
                      <a:cxn ang="0">
                        <a:pos x="101" y="29"/>
                      </a:cxn>
                      <a:cxn ang="0">
                        <a:pos x="103" y="32"/>
                      </a:cxn>
                      <a:cxn ang="0">
                        <a:pos x="104" y="36"/>
                      </a:cxn>
                      <a:cxn ang="0">
                        <a:pos x="106" y="42"/>
                      </a:cxn>
                      <a:cxn ang="0">
                        <a:pos x="107" y="44"/>
                      </a:cxn>
                      <a:cxn ang="0">
                        <a:pos x="101" y="48"/>
                      </a:cxn>
                      <a:cxn ang="0">
                        <a:pos x="95" y="50"/>
                      </a:cxn>
                      <a:cxn ang="0">
                        <a:pos x="92" y="54"/>
                      </a:cxn>
                      <a:cxn ang="0">
                        <a:pos x="91" y="58"/>
                      </a:cxn>
                      <a:cxn ang="0">
                        <a:pos x="87" y="61"/>
                      </a:cxn>
                      <a:cxn ang="0">
                        <a:pos x="70" y="57"/>
                      </a:cxn>
                      <a:cxn ang="0">
                        <a:pos x="70" y="57"/>
                      </a:cxn>
                      <a:cxn ang="0">
                        <a:pos x="63" y="58"/>
                      </a:cxn>
                      <a:cxn ang="0">
                        <a:pos x="50" y="59"/>
                      </a:cxn>
                      <a:cxn ang="0">
                        <a:pos x="39" y="59"/>
                      </a:cxn>
                      <a:cxn ang="0">
                        <a:pos x="34" y="63"/>
                      </a:cxn>
                      <a:cxn ang="0">
                        <a:pos x="36" y="69"/>
                      </a:cxn>
                      <a:cxn ang="0">
                        <a:pos x="38" y="77"/>
                      </a:cxn>
                      <a:cxn ang="0">
                        <a:pos x="32" y="76"/>
                      </a:cxn>
                      <a:cxn ang="0">
                        <a:pos x="28" y="77"/>
                      </a:cxn>
                      <a:cxn ang="0">
                        <a:pos x="20" y="76"/>
                      </a:cxn>
                      <a:cxn ang="0">
                        <a:pos x="16" y="72"/>
                      </a:cxn>
                      <a:cxn ang="0">
                        <a:pos x="12" y="70"/>
                      </a:cxn>
                      <a:cxn ang="0">
                        <a:pos x="4" y="67"/>
                      </a:cxn>
                      <a:cxn ang="0">
                        <a:pos x="0" y="65"/>
                      </a:cxn>
                    </a:cxnLst>
                    <a:rect l="0" t="0" r="r" b="b"/>
                    <a:pathLst>
                      <a:path w="107" h="77">
                        <a:moveTo>
                          <a:pt x="0" y="65"/>
                        </a:moveTo>
                        <a:lnTo>
                          <a:pt x="1" y="61"/>
                        </a:lnTo>
                        <a:lnTo>
                          <a:pt x="0" y="59"/>
                        </a:lnTo>
                        <a:lnTo>
                          <a:pt x="0" y="57"/>
                        </a:lnTo>
                        <a:lnTo>
                          <a:pt x="2" y="55"/>
                        </a:lnTo>
                        <a:lnTo>
                          <a:pt x="2" y="51"/>
                        </a:lnTo>
                        <a:lnTo>
                          <a:pt x="1" y="48"/>
                        </a:lnTo>
                        <a:lnTo>
                          <a:pt x="4" y="47"/>
                        </a:lnTo>
                        <a:lnTo>
                          <a:pt x="6" y="44"/>
                        </a:lnTo>
                        <a:lnTo>
                          <a:pt x="10" y="36"/>
                        </a:lnTo>
                        <a:lnTo>
                          <a:pt x="15" y="32"/>
                        </a:lnTo>
                        <a:lnTo>
                          <a:pt x="15" y="31"/>
                        </a:lnTo>
                        <a:lnTo>
                          <a:pt x="17" y="25"/>
                        </a:lnTo>
                        <a:lnTo>
                          <a:pt x="20" y="24"/>
                        </a:lnTo>
                        <a:lnTo>
                          <a:pt x="20" y="23"/>
                        </a:lnTo>
                        <a:lnTo>
                          <a:pt x="24" y="23"/>
                        </a:lnTo>
                        <a:lnTo>
                          <a:pt x="25" y="23"/>
                        </a:lnTo>
                        <a:lnTo>
                          <a:pt x="34" y="20"/>
                        </a:lnTo>
                        <a:lnTo>
                          <a:pt x="35" y="17"/>
                        </a:lnTo>
                        <a:lnTo>
                          <a:pt x="42" y="12"/>
                        </a:lnTo>
                        <a:lnTo>
                          <a:pt x="53" y="6"/>
                        </a:lnTo>
                        <a:lnTo>
                          <a:pt x="57" y="4"/>
                        </a:lnTo>
                        <a:lnTo>
                          <a:pt x="61" y="1"/>
                        </a:lnTo>
                        <a:lnTo>
                          <a:pt x="68" y="0"/>
                        </a:lnTo>
                        <a:lnTo>
                          <a:pt x="72" y="0"/>
                        </a:lnTo>
                        <a:lnTo>
                          <a:pt x="76" y="1"/>
                        </a:lnTo>
                        <a:lnTo>
                          <a:pt x="78" y="1"/>
                        </a:lnTo>
                        <a:lnTo>
                          <a:pt x="78" y="2"/>
                        </a:lnTo>
                        <a:lnTo>
                          <a:pt x="78" y="4"/>
                        </a:lnTo>
                        <a:lnTo>
                          <a:pt x="78" y="6"/>
                        </a:lnTo>
                        <a:lnTo>
                          <a:pt x="76" y="10"/>
                        </a:lnTo>
                        <a:lnTo>
                          <a:pt x="76" y="14"/>
                        </a:lnTo>
                        <a:lnTo>
                          <a:pt x="89" y="23"/>
                        </a:lnTo>
                        <a:lnTo>
                          <a:pt x="91" y="28"/>
                        </a:lnTo>
                        <a:lnTo>
                          <a:pt x="95" y="32"/>
                        </a:lnTo>
                        <a:lnTo>
                          <a:pt x="101" y="29"/>
                        </a:lnTo>
                        <a:lnTo>
                          <a:pt x="103" y="29"/>
                        </a:lnTo>
                        <a:lnTo>
                          <a:pt x="103" y="32"/>
                        </a:lnTo>
                        <a:lnTo>
                          <a:pt x="104" y="34"/>
                        </a:lnTo>
                        <a:lnTo>
                          <a:pt x="104" y="36"/>
                        </a:lnTo>
                        <a:lnTo>
                          <a:pt x="103" y="38"/>
                        </a:lnTo>
                        <a:lnTo>
                          <a:pt x="106" y="42"/>
                        </a:lnTo>
                        <a:lnTo>
                          <a:pt x="107" y="42"/>
                        </a:lnTo>
                        <a:lnTo>
                          <a:pt x="107" y="44"/>
                        </a:lnTo>
                        <a:lnTo>
                          <a:pt x="104" y="48"/>
                        </a:lnTo>
                        <a:lnTo>
                          <a:pt x="101" y="48"/>
                        </a:lnTo>
                        <a:lnTo>
                          <a:pt x="96" y="50"/>
                        </a:lnTo>
                        <a:lnTo>
                          <a:pt x="95" y="50"/>
                        </a:lnTo>
                        <a:lnTo>
                          <a:pt x="92" y="51"/>
                        </a:lnTo>
                        <a:lnTo>
                          <a:pt x="92" y="54"/>
                        </a:lnTo>
                        <a:lnTo>
                          <a:pt x="91" y="55"/>
                        </a:lnTo>
                        <a:lnTo>
                          <a:pt x="91" y="58"/>
                        </a:lnTo>
                        <a:lnTo>
                          <a:pt x="87" y="59"/>
                        </a:lnTo>
                        <a:lnTo>
                          <a:pt x="87" y="61"/>
                        </a:lnTo>
                        <a:lnTo>
                          <a:pt x="72" y="57"/>
                        </a:lnTo>
                        <a:lnTo>
                          <a:pt x="70" y="57"/>
                        </a:lnTo>
                        <a:lnTo>
                          <a:pt x="70" y="57"/>
                        </a:lnTo>
                        <a:lnTo>
                          <a:pt x="70" y="57"/>
                        </a:lnTo>
                        <a:lnTo>
                          <a:pt x="66" y="58"/>
                        </a:lnTo>
                        <a:lnTo>
                          <a:pt x="63" y="58"/>
                        </a:lnTo>
                        <a:lnTo>
                          <a:pt x="58" y="59"/>
                        </a:lnTo>
                        <a:lnTo>
                          <a:pt x="50" y="59"/>
                        </a:lnTo>
                        <a:lnTo>
                          <a:pt x="48" y="59"/>
                        </a:lnTo>
                        <a:lnTo>
                          <a:pt x="39" y="59"/>
                        </a:lnTo>
                        <a:lnTo>
                          <a:pt x="34" y="59"/>
                        </a:lnTo>
                        <a:lnTo>
                          <a:pt x="34" y="63"/>
                        </a:lnTo>
                        <a:lnTo>
                          <a:pt x="34" y="67"/>
                        </a:lnTo>
                        <a:lnTo>
                          <a:pt x="36" y="69"/>
                        </a:lnTo>
                        <a:lnTo>
                          <a:pt x="38" y="73"/>
                        </a:lnTo>
                        <a:lnTo>
                          <a:pt x="38" y="77"/>
                        </a:lnTo>
                        <a:lnTo>
                          <a:pt x="35" y="77"/>
                        </a:lnTo>
                        <a:lnTo>
                          <a:pt x="32" y="76"/>
                        </a:lnTo>
                        <a:lnTo>
                          <a:pt x="31" y="74"/>
                        </a:lnTo>
                        <a:lnTo>
                          <a:pt x="28" y="77"/>
                        </a:lnTo>
                        <a:lnTo>
                          <a:pt x="24" y="77"/>
                        </a:lnTo>
                        <a:lnTo>
                          <a:pt x="20" y="76"/>
                        </a:lnTo>
                        <a:lnTo>
                          <a:pt x="19" y="73"/>
                        </a:lnTo>
                        <a:lnTo>
                          <a:pt x="16" y="72"/>
                        </a:lnTo>
                        <a:lnTo>
                          <a:pt x="13" y="72"/>
                        </a:lnTo>
                        <a:lnTo>
                          <a:pt x="12" y="70"/>
                        </a:lnTo>
                        <a:lnTo>
                          <a:pt x="9" y="70"/>
                        </a:lnTo>
                        <a:lnTo>
                          <a:pt x="4" y="67"/>
                        </a:lnTo>
                        <a:lnTo>
                          <a:pt x="0" y="65"/>
                        </a:lnTo>
                        <a:lnTo>
                          <a:pt x="0" y="65"/>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39" name="Freeform 920">
                    <a:extLst>
                      <a:ext uri="{FF2B5EF4-FFF2-40B4-BE49-F238E27FC236}">
                        <a16:creationId xmlns:a16="http://schemas.microsoft.com/office/drawing/2014/main" id="{F1411486-B2B7-FF31-0BEB-F645769B7D34}"/>
                      </a:ext>
                    </a:extLst>
                  </p:cNvPr>
                  <p:cNvSpPr>
                    <a:spLocks/>
                  </p:cNvSpPr>
                  <p:nvPr/>
                </p:nvSpPr>
                <p:spPr bwMode="auto">
                  <a:xfrm>
                    <a:off x="9183057" y="2769280"/>
                    <a:ext cx="97553" cy="63997"/>
                  </a:xfrm>
                  <a:custGeom>
                    <a:avLst/>
                    <a:gdLst/>
                    <a:ahLst/>
                    <a:cxnLst>
                      <a:cxn ang="0">
                        <a:pos x="1" y="61"/>
                      </a:cxn>
                      <a:cxn ang="0">
                        <a:pos x="0" y="57"/>
                      </a:cxn>
                      <a:cxn ang="0">
                        <a:pos x="2" y="51"/>
                      </a:cxn>
                      <a:cxn ang="0">
                        <a:pos x="4" y="47"/>
                      </a:cxn>
                      <a:cxn ang="0">
                        <a:pos x="10" y="36"/>
                      </a:cxn>
                      <a:cxn ang="0">
                        <a:pos x="15" y="31"/>
                      </a:cxn>
                      <a:cxn ang="0">
                        <a:pos x="20" y="24"/>
                      </a:cxn>
                      <a:cxn ang="0">
                        <a:pos x="24" y="23"/>
                      </a:cxn>
                      <a:cxn ang="0">
                        <a:pos x="34" y="20"/>
                      </a:cxn>
                      <a:cxn ang="0">
                        <a:pos x="42" y="12"/>
                      </a:cxn>
                      <a:cxn ang="0">
                        <a:pos x="57" y="4"/>
                      </a:cxn>
                      <a:cxn ang="0">
                        <a:pos x="68" y="0"/>
                      </a:cxn>
                      <a:cxn ang="0">
                        <a:pos x="76" y="1"/>
                      </a:cxn>
                      <a:cxn ang="0">
                        <a:pos x="78" y="2"/>
                      </a:cxn>
                      <a:cxn ang="0">
                        <a:pos x="78" y="6"/>
                      </a:cxn>
                      <a:cxn ang="0">
                        <a:pos x="76" y="14"/>
                      </a:cxn>
                      <a:cxn ang="0">
                        <a:pos x="91" y="28"/>
                      </a:cxn>
                      <a:cxn ang="0">
                        <a:pos x="101" y="29"/>
                      </a:cxn>
                      <a:cxn ang="0">
                        <a:pos x="103" y="32"/>
                      </a:cxn>
                      <a:cxn ang="0">
                        <a:pos x="104" y="36"/>
                      </a:cxn>
                      <a:cxn ang="0">
                        <a:pos x="106" y="42"/>
                      </a:cxn>
                      <a:cxn ang="0">
                        <a:pos x="107" y="44"/>
                      </a:cxn>
                      <a:cxn ang="0">
                        <a:pos x="101" y="48"/>
                      </a:cxn>
                      <a:cxn ang="0">
                        <a:pos x="95" y="50"/>
                      </a:cxn>
                      <a:cxn ang="0">
                        <a:pos x="92" y="54"/>
                      </a:cxn>
                      <a:cxn ang="0">
                        <a:pos x="91" y="58"/>
                      </a:cxn>
                      <a:cxn ang="0">
                        <a:pos x="87" y="61"/>
                      </a:cxn>
                      <a:cxn ang="0">
                        <a:pos x="70" y="57"/>
                      </a:cxn>
                      <a:cxn ang="0">
                        <a:pos x="70" y="57"/>
                      </a:cxn>
                      <a:cxn ang="0">
                        <a:pos x="63" y="58"/>
                      </a:cxn>
                      <a:cxn ang="0">
                        <a:pos x="50" y="59"/>
                      </a:cxn>
                      <a:cxn ang="0">
                        <a:pos x="39" y="59"/>
                      </a:cxn>
                      <a:cxn ang="0">
                        <a:pos x="34" y="63"/>
                      </a:cxn>
                      <a:cxn ang="0">
                        <a:pos x="36" y="69"/>
                      </a:cxn>
                      <a:cxn ang="0">
                        <a:pos x="38" y="77"/>
                      </a:cxn>
                      <a:cxn ang="0">
                        <a:pos x="32" y="76"/>
                      </a:cxn>
                      <a:cxn ang="0">
                        <a:pos x="28" y="77"/>
                      </a:cxn>
                      <a:cxn ang="0">
                        <a:pos x="20" y="76"/>
                      </a:cxn>
                      <a:cxn ang="0">
                        <a:pos x="16" y="72"/>
                      </a:cxn>
                      <a:cxn ang="0">
                        <a:pos x="12" y="70"/>
                      </a:cxn>
                      <a:cxn ang="0">
                        <a:pos x="4" y="67"/>
                      </a:cxn>
                      <a:cxn ang="0">
                        <a:pos x="0" y="65"/>
                      </a:cxn>
                    </a:cxnLst>
                    <a:rect l="0" t="0" r="r" b="b"/>
                    <a:pathLst>
                      <a:path w="107" h="77">
                        <a:moveTo>
                          <a:pt x="0" y="65"/>
                        </a:moveTo>
                        <a:lnTo>
                          <a:pt x="1" y="61"/>
                        </a:lnTo>
                        <a:lnTo>
                          <a:pt x="0" y="59"/>
                        </a:lnTo>
                        <a:lnTo>
                          <a:pt x="0" y="57"/>
                        </a:lnTo>
                        <a:lnTo>
                          <a:pt x="2" y="55"/>
                        </a:lnTo>
                        <a:lnTo>
                          <a:pt x="2" y="51"/>
                        </a:lnTo>
                        <a:lnTo>
                          <a:pt x="1" y="48"/>
                        </a:lnTo>
                        <a:lnTo>
                          <a:pt x="4" y="47"/>
                        </a:lnTo>
                        <a:lnTo>
                          <a:pt x="6" y="44"/>
                        </a:lnTo>
                        <a:lnTo>
                          <a:pt x="10" y="36"/>
                        </a:lnTo>
                        <a:lnTo>
                          <a:pt x="15" y="32"/>
                        </a:lnTo>
                        <a:lnTo>
                          <a:pt x="15" y="31"/>
                        </a:lnTo>
                        <a:lnTo>
                          <a:pt x="17" y="25"/>
                        </a:lnTo>
                        <a:lnTo>
                          <a:pt x="20" y="24"/>
                        </a:lnTo>
                        <a:lnTo>
                          <a:pt x="20" y="23"/>
                        </a:lnTo>
                        <a:lnTo>
                          <a:pt x="24" y="23"/>
                        </a:lnTo>
                        <a:lnTo>
                          <a:pt x="25" y="23"/>
                        </a:lnTo>
                        <a:lnTo>
                          <a:pt x="34" y="20"/>
                        </a:lnTo>
                        <a:lnTo>
                          <a:pt x="35" y="17"/>
                        </a:lnTo>
                        <a:lnTo>
                          <a:pt x="42" y="12"/>
                        </a:lnTo>
                        <a:lnTo>
                          <a:pt x="53" y="6"/>
                        </a:lnTo>
                        <a:lnTo>
                          <a:pt x="57" y="4"/>
                        </a:lnTo>
                        <a:lnTo>
                          <a:pt x="61" y="1"/>
                        </a:lnTo>
                        <a:lnTo>
                          <a:pt x="68" y="0"/>
                        </a:lnTo>
                        <a:lnTo>
                          <a:pt x="72" y="0"/>
                        </a:lnTo>
                        <a:lnTo>
                          <a:pt x="76" y="1"/>
                        </a:lnTo>
                        <a:lnTo>
                          <a:pt x="78" y="1"/>
                        </a:lnTo>
                        <a:lnTo>
                          <a:pt x="78" y="2"/>
                        </a:lnTo>
                        <a:lnTo>
                          <a:pt x="78" y="4"/>
                        </a:lnTo>
                        <a:lnTo>
                          <a:pt x="78" y="6"/>
                        </a:lnTo>
                        <a:lnTo>
                          <a:pt x="76" y="10"/>
                        </a:lnTo>
                        <a:lnTo>
                          <a:pt x="76" y="14"/>
                        </a:lnTo>
                        <a:lnTo>
                          <a:pt x="89" y="23"/>
                        </a:lnTo>
                        <a:lnTo>
                          <a:pt x="91" y="28"/>
                        </a:lnTo>
                        <a:lnTo>
                          <a:pt x="95" y="32"/>
                        </a:lnTo>
                        <a:lnTo>
                          <a:pt x="101" y="29"/>
                        </a:lnTo>
                        <a:lnTo>
                          <a:pt x="103" y="29"/>
                        </a:lnTo>
                        <a:lnTo>
                          <a:pt x="103" y="32"/>
                        </a:lnTo>
                        <a:lnTo>
                          <a:pt x="104" y="34"/>
                        </a:lnTo>
                        <a:lnTo>
                          <a:pt x="104" y="36"/>
                        </a:lnTo>
                        <a:lnTo>
                          <a:pt x="103" y="38"/>
                        </a:lnTo>
                        <a:lnTo>
                          <a:pt x="106" y="42"/>
                        </a:lnTo>
                        <a:lnTo>
                          <a:pt x="107" y="42"/>
                        </a:lnTo>
                        <a:lnTo>
                          <a:pt x="107" y="44"/>
                        </a:lnTo>
                        <a:lnTo>
                          <a:pt x="104" y="48"/>
                        </a:lnTo>
                        <a:lnTo>
                          <a:pt x="101" y="48"/>
                        </a:lnTo>
                        <a:lnTo>
                          <a:pt x="96" y="50"/>
                        </a:lnTo>
                        <a:lnTo>
                          <a:pt x="95" y="50"/>
                        </a:lnTo>
                        <a:lnTo>
                          <a:pt x="92" y="51"/>
                        </a:lnTo>
                        <a:lnTo>
                          <a:pt x="92" y="54"/>
                        </a:lnTo>
                        <a:lnTo>
                          <a:pt x="91" y="55"/>
                        </a:lnTo>
                        <a:lnTo>
                          <a:pt x="91" y="58"/>
                        </a:lnTo>
                        <a:lnTo>
                          <a:pt x="87" y="59"/>
                        </a:lnTo>
                        <a:lnTo>
                          <a:pt x="87" y="61"/>
                        </a:lnTo>
                        <a:lnTo>
                          <a:pt x="72" y="57"/>
                        </a:lnTo>
                        <a:lnTo>
                          <a:pt x="70" y="57"/>
                        </a:lnTo>
                        <a:lnTo>
                          <a:pt x="70" y="57"/>
                        </a:lnTo>
                        <a:lnTo>
                          <a:pt x="70" y="57"/>
                        </a:lnTo>
                        <a:lnTo>
                          <a:pt x="66" y="58"/>
                        </a:lnTo>
                        <a:lnTo>
                          <a:pt x="63" y="58"/>
                        </a:lnTo>
                        <a:lnTo>
                          <a:pt x="58" y="59"/>
                        </a:lnTo>
                        <a:lnTo>
                          <a:pt x="50" y="59"/>
                        </a:lnTo>
                        <a:lnTo>
                          <a:pt x="48" y="59"/>
                        </a:lnTo>
                        <a:lnTo>
                          <a:pt x="39" y="59"/>
                        </a:lnTo>
                        <a:lnTo>
                          <a:pt x="34" y="59"/>
                        </a:lnTo>
                        <a:lnTo>
                          <a:pt x="34" y="63"/>
                        </a:lnTo>
                        <a:lnTo>
                          <a:pt x="34" y="67"/>
                        </a:lnTo>
                        <a:lnTo>
                          <a:pt x="36" y="69"/>
                        </a:lnTo>
                        <a:lnTo>
                          <a:pt x="38" y="73"/>
                        </a:lnTo>
                        <a:lnTo>
                          <a:pt x="38" y="77"/>
                        </a:lnTo>
                        <a:lnTo>
                          <a:pt x="35" y="77"/>
                        </a:lnTo>
                        <a:lnTo>
                          <a:pt x="32" y="76"/>
                        </a:lnTo>
                        <a:lnTo>
                          <a:pt x="31" y="74"/>
                        </a:lnTo>
                        <a:lnTo>
                          <a:pt x="28" y="77"/>
                        </a:lnTo>
                        <a:lnTo>
                          <a:pt x="24" y="77"/>
                        </a:lnTo>
                        <a:lnTo>
                          <a:pt x="20" y="76"/>
                        </a:lnTo>
                        <a:lnTo>
                          <a:pt x="19" y="73"/>
                        </a:lnTo>
                        <a:lnTo>
                          <a:pt x="16" y="72"/>
                        </a:lnTo>
                        <a:lnTo>
                          <a:pt x="13" y="72"/>
                        </a:lnTo>
                        <a:lnTo>
                          <a:pt x="12" y="70"/>
                        </a:lnTo>
                        <a:lnTo>
                          <a:pt x="9" y="70"/>
                        </a:lnTo>
                        <a:lnTo>
                          <a:pt x="4" y="67"/>
                        </a:lnTo>
                        <a:lnTo>
                          <a:pt x="0" y="65"/>
                        </a:lnTo>
                        <a:lnTo>
                          <a:pt x="0" y="65"/>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40" name="Freeform 921">
                    <a:extLst>
                      <a:ext uri="{FF2B5EF4-FFF2-40B4-BE49-F238E27FC236}">
                        <a16:creationId xmlns:a16="http://schemas.microsoft.com/office/drawing/2014/main" id="{3E25F86B-F80F-D151-51A4-D3D569494D3D}"/>
                      </a:ext>
                    </a:extLst>
                  </p:cNvPr>
                  <p:cNvSpPr>
                    <a:spLocks/>
                  </p:cNvSpPr>
                  <p:nvPr/>
                </p:nvSpPr>
                <p:spPr bwMode="auto">
                  <a:xfrm>
                    <a:off x="9025332" y="2749333"/>
                    <a:ext cx="82966" cy="56516"/>
                  </a:xfrm>
                  <a:custGeom>
                    <a:avLst/>
                    <a:gdLst/>
                    <a:ahLst/>
                    <a:cxnLst>
                      <a:cxn ang="0">
                        <a:pos x="15" y="7"/>
                      </a:cxn>
                      <a:cxn ang="0">
                        <a:pos x="20" y="5"/>
                      </a:cxn>
                      <a:cxn ang="0">
                        <a:pos x="35" y="0"/>
                      </a:cxn>
                      <a:cxn ang="0">
                        <a:pos x="45" y="3"/>
                      </a:cxn>
                      <a:cxn ang="0">
                        <a:pos x="50" y="7"/>
                      </a:cxn>
                      <a:cxn ang="0">
                        <a:pos x="53" y="10"/>
                      </a:cxn>
                      <a:cxn ang="0">
                        <a:pos x="56" y="10"/>
                      </a:cxn>
                      <a:cxn ang="0">
                        <a:pos x="60" y="10"/>
                      </a:cxn>
                      <a:cxn ang="0">
                        <a:pos x="64" y="17"/>
                      </a:cxn>
                      <a:cxn ang="0">
                        <a:pos x="67" y="21"/>
                      </a:cxn>
                      <a:cxn ang="0">
                        <a:pos x="69" y="24"/>
                      </a:cxn>
                      <a:cxn ang="0">
                        <a:pos x="75" y="29"/>
                      </a:cxn>
                      <a:cxn ang="0">
                        <a:pos x="76" y="33"/>
                      </a:cxn>
                      <a:cxn ang="0">
                        <a:pos x="76" y="41"/>
                      </a:cxn>
                      <a:cxn ang="0">
                        <a:pos x="79" y="45"/>
                      </a:cxn>
                      <a:cxn ang="0">
                        <a:pos x="83" y="51"/>
                      </a:cxn>
                      <a:cxn ang="0">
                        <a:pos x="86" y="52"/>
                      </a:cxn>
                      <a:cxn ang="0">
                        <a:pos x="88" y="56"/>
                      </a:cxn>
                      <a:cxn ang="0">
                        <a:pos x="87" y="59"/>
                      </a:cxn>
                      <a:cxn ang="0">
                        <a:pos x="91" y="63"/>
                      </a:cxn>
                      <a:cxn ang="0">
                        <a:pos x="91" y="68"/>
                      </a:cxn>
                      <a:cxn ang="0">
                        <a:pos x="87" y="66"/>
                      </a:cxn>
                      <a:cxn ang="0">
                        <a:pos x="83" y="64"/>
                      </a:cxn>
                      <a:cxn ang="0">
                        <a:pos x="76" y="63"/>
                      </a:cxn>
                      <a:cxn ang="0">
                        <a:pos x="69" y="62"/>
                      </a:cxn>
                      <a:cxn ang="0">
                        <a:pos x="54" y="59"/>
                      </a:cxn>
                      <a:cxn ang="0">
                        <a:pos x="52" y="59"/>
                      </a:cxn>
                      <a:cxn ang="0">
                        <a:pos x="35" y="58"/>
                      </a:cxn>
                      <a:cxn ang="0">
                        <a:pos x="27" y="63"/>
                      </a:cxn>
                      <a:cxn ang="0">
                        <a:pos x="14" y="66"/>
                      </a:cxn>
                      <a:cxn ang="0">
                        <a:pos x="11" y="62"/>
                      </a:cxn>
                      <a:cxn ang="0">
                        <a:pos x="11" y="60"/>
                      </a:cxn>
                      <a:cxn ang="0">
                        <a:pos x="16" y="59"/>
                      </a:cxn>
                      <a:cxn ang="0">
                        <a:pos x="8" y="59"/>
                      </a:cxn>
                      <a:cxn ang="0">
                        <a:pos x="8" y="58"/>
                      </a:cxn>
                      <a:cxn ang="0">
                        <a:pos x="10" y="52"/>
                      </a:cxn>
                      <a:cxn ang="0">
                        <a:pos x="22" y="49"/>
                      </a:cxn>
                      <a:cxn ang="0">
                        <a:pos x="27" y="47"/>
                      </a:cxn>
                      <a:cxn ang="0">
                        <a:pos x="30" y="48"/>
                      </a:cxn>
                      <a:cxn ang="0">
                        <a:pos x="34" y="45"/>
                      </a:cxn>
                      <a:cxn ang="0">
                        <a:pos x="39" y="48"/>
                      </a:cxn>
                      <a:cxn ang="0">
                        <a:pos x="48" y="51"/>
                      </a:cxn>
                      <a:cxn ang="0">
                        <a:pos x="52" y="49"/>
                      </a:cxn>
                      <a:cxn ang="0">
                        <a:pos x="50" y="48"/>
                      </a:cxn>
                      <a:cxn ang="0">
                        <a:pos x="41" y="44"/>
                      </a:cxn>
                      <a:cxn ang="0">
                        <a:pos x="33" y="41"/>
                      </a:cxn>
                      <a:cxn ang="0">
                        <a:pos x="27" y="41"/>
                      </a:cxn>
                      <a:cxn ang="0">
                        <a:pos x="19" y="45"/>
                      </a:cxn>
                      <a:cxn ang="0">
                        <a:pos x="11" y="47"/>
                      </a:cxn>
                      <a:cxn ang="0">
                        <a:pos x="12" y="44"/>
                      </a:cxn>
                      <a:cxn ang="0">
                        <a:pos x="10" y="41"/>
                      </a:cxn>
                      <a:cxn ang="0">
                        <a:pos x="7" y="38"/>
                      </a:cxn>
                      <a:cxn ang="0">
                        <a:pos x="0" y="29"/>
                      </a:cxn>
                      <a:cxn ang="0">
                        <a:pos x="12" y="14"/>
                      </a:cxn>
                    </a:cxnLst>
                    <a:rect l="0" t="0" r="r" b="b"/>
                    <a:pathLst>
                      <a:path w="91" h="68">
                        <a:moveTo>
                          <a:pt x="12" y="9"/>
                        </a:moveTo>
                        <a:lnTo>
                          <a:pt x="15" y="7"/>
                        </a:lnTo>
                        <a:lnTo>
                          <a:pt x="18" y="7"/>
                        </a:lnTo>
                        <a:lnTo>
                          <a:pt x="20" y="5"/>
                        </a:lnTo>
                        <a:lnTo>
                          <a:pt x="27" y="3"/>
                        </a:lnTo>
                        <a:lnTo>
                          <a:pt x="35" y="0"/>
                        </a:lnTo>
                        <a:lnTo>
                          <a:pt x="38" y="0"/>
                        </a:lnTo>
                        <a:lnTo>
                          <a:pt x="45" y="3"/>
                        </a:lnTo>
                        <a:lnTo>
                          <a:pt x="48" y="3"/>
                        </a:lnTo>
                        <a:lnTo>
                          <a:pt x="50" y="7"/>
                        </a:lnTo>
                        <a:lnTo>
                          <a:pt x="50" y="9"/>
                        </a:lnTo>
                        <a:lnTo>
                          <a:pt x="53" y="10"/>
                        </a:lnTo>
                        <a:lnTo>
                          <a:pt x="56" y="9"/>
                        </a:lnTo>
                        <a:lnTo>
                          <a:pt x="56" y="10"/>
                        </a:lnTo>
                        <a:lnTo>
                          <a:pt x="58" y="9"/>
                        </a:lnTo>
                        <a:lnTo>
                          <a:pt x="60" y="10"/>
                        </a:lnTo>
                        <a:lnTo>
                          <a:pt x="60" y="14"/>
                        </a:lnTo>
                        <a:lnTo>
                          <a:pt x="64" y="17"/>
                        </a:lnTo>
                        <a:lnTo>
                          <a:pt x="64" y="19"/>
                        </a:lnTo>
                        <a:lnTo>
                          <a:pt x="67" y="21"/>
                        </a:lnTo>
                        <a:lnTo>
                          <a:pt x="68" y="24"/>
                        </a:lnTo>
                        <a:lnTo>
                          <a:pt x="69" y="24"/>
                        </a:lnTo>
                        <a:lnTo>
                          <a:pt x="73" y="26"/>
                        </a:lnTo>
                        <a:lnTo>
                          <a:pt x="75" y="29"/>
                        </a:lnTo>
                        <a:lnTo>
                          <a:pt x="76" y="30"/>
                        </a:lnTo>
                        <a:lnTo>
                          <a:pt x="76" y="33"/>
                        </a:lnTo>
                        <a:lnTo>
                          <a:pt x="77" y="34"/>
                        </a:lnTo>
                        <a:lnTo>
                          <a:pt x="76" y="41"/>
                        </a:lnTo>
                        <a:lnTo>
                          <a:pt x="76" y="43"/>
                        </a:lnTo>
                        <a:lnTo>
                          <a:pt x="79" y="45"/>
                        </a:lnTo>
                        <a:lnTo>
                          <a:pt x="82" y="49"/>
                        </a:lnTo>
                        <a:lnTo>
                          <a:pt x="83" y="51"/>
                        </a:lnTo>
                        <a:lnTo>
                          <a:pt x="84" y="51"/>
                        </a:lnTo>
                        <a:lnTo>
                          <a:pt x="86" y="52"/>
                        </a:lnTo>
                        <a:lnTo>
                          <a:pt x="87" y="53"/>
                        </a:lnTo>
                        <a:lnTo>
                          <a:pt x="88" y="56"/>
                        </a:lnTo>
                        <a:lnTo>
                          <a:pt x="88" y="58"/>
                        </a:lnTo>
                        <a:lnTo>
                          <a:pt x="87" y="59"/>
                        </a:lnTo>
                        <a:lnTo>
                          <a:pt x="88" y="62"/>
                        </a:lnTo>
                        <a:lnTo>
                          <a:pt x="91" y="63"/>
                        </a:lnTo>
                        <a:lnTo>
                          <a:pt x="91" y="66"/>
                        </a:lnTo>
                        <a:lnTo>
                          <a:pt x="91" y="68"/>
                        </a:lnTo>
                        <a:lnTo>
                          <a:pt x="90" y="66"/>
                        </a:lnTo>
                        <a:lnTo>
                          <a:pt x="87" y="66"/>
                        </a:lnTo>
                        <a:lnTo>
                          <a:pt x="86" y="64"/>
                        </a:lnTo>
                        <a:lnTo>
                          <a:pt x="83" y="64"/>
                        </a:lnTo>
                        <a:lnTo>
                          <a:pt x="80" y="66"/>
                        </a:lnTo>
                        <a:lnTo>
                          <a:pt x="76" y="63"/>
                        </a:lnTo>
                        <a:lnTo>
                          <a:pt x="72" y="63"/>
                        </a:lnTo>
                        <a:lnTo>
                          <a:pt x="69" y="62"/>
                        </a:lnTo>
                        <a:lnTo>
                          <a:pt x="64" y="59"/>
                        </a:lnTo>
                        <a:lnTo>
                          <a:pt x="54" y="59"/>
                        </a:lnTo>
                        <a:lnTo>
                          <a:pt x="52" y="59"/>
                        </a:lnTo>
                        <a:lnTo>
                          <a:pt x="52" y="59"/>
                        </a:lnTo>
                        <a:lnTo>
                          <a:pt x="49" y="58"/>
                        </a:lnTo>
                        <a:lnTo>
                          <a:pt x="35" y="58"/>
                        </a:lnTo>
                        <a:lnTo>
                          <a:pt x="30" y="60"/>
                        </a:lnTo>
                        <a:lnTo>
                          <a:pt x="27" y="63"/>
                        </a:lnTo>
                        <a:lnTo>
                          <a:pt x="18" y="63"/>
                        </a:lnTo>
                        <a:lnTo>
                          <a:pt x="14" y="66"/>
                        </a:lnTo>
                        <a:lnTo>
                          <a:pt x="10" y="64"/>
                        </a:lnTo>
                        <a:lnTo>
                          <a:pt x="11" y="62"/>
                        </a:lnTo>
                        <a:lnTo>
                          <a:pt x="10" y="60"/>
                        </a:lnTo>
                        <a:lnTo>
                          <a:pt x="11" y="60"/>
                        </a:lnTo>
                        <a:lnTo>
                          <a:pt x="14" y="62"/>
                        </a:lnTo>
                        <a:lnTo>
                          <a:pt x="16" y="59"/>
                        </a:lnTo>
                        <a:lnTo>
                          <a:pt x="11" y="58"/>
                        </a:lnTo>
                        <a:lnTo>
                          <a:pt x="8" y="59"/>
                        </a:lnTo>
                        <a:lnTo>
                          <a:pt x="7" y="59"/>
                        </a:lnTo>
                        <a:lnTo>
                          <a:pt x="8" y="58"/>
                        </a:lnTo>
                        <a:lnTo>
                          <a:pt x="8" y="53"/>
                        </a:lnTo>
                        <a:lnTo>
                          <a:pt x="10" y="52"/>
                        </a:lnTo>
                        <a:lnTo>
                          <a:pt x="19" y="52"/>
                        </a:lnTo>
                        <a:lnTo>
                          <a:pt x="22" y="49"/>
                        </a:lnTo>
                        <a:lnTo>
                          <a:pt x="25" y="49"/>
                        </a:lnTo>
                        <a:lnTo>
                          <a:pt x="27" y="47"/>
                        </a:lnTo>
                        <a:lnTo>
                          <a:pt x="29" y="47"/>
                        </a:lnTo>
                        <a:lnTo>
                          <a:pt x="30" y="48"/>
                        </a:lnTo>
                        <a:lnTo>
                          <a:pt x="33" y="47"/>
                        </a:lnTo>
                        <a:lnTo>
                          <a:pt x="34" y="45"/>
                        </a:lnTo>
                        <a:lnTo>
                          <a:pt x="37" y="48"/>
                        </a:lnTo>
                        <a:lnTo>
                          <a:pt x="39" y="48"/>
                        </a:lnTo>
                        <a:lnTo>
                          <a:pt x="44" y="49"/>
                        </a:lnTo>
                        <a:lnTo>
                          <a:pt x="48" y="51"/>
                        </a:lnTo>
                        <a:lnTo>
                          <a:pt x="52" y="51"/>
                        </a:lnTo>
                        <a:lnTo>
                          <a:pt x="52" y="49"/>
                        </a:lnTo>
                        <a:lnTo>
                          <a:pt x="52" y="48"/>
                        </a:lnTo>
                        <a:lnTo>
                          <a:pt x="50" y="48"/>
                        </a:lnTo>
                        <a:lnTo>
                          <a:pt x="44" y="44"/>
                        </a:lnTo>
                        <a:lnTo>
                          <a:pt x="41" y="44"/>
                        </a:lnTo>
                        <a:lnTo>
                          <a:pt x="37" y="41"/>
                        </a:lnTo>
                        <a:lnTo>
                          <a:pt x="33" y="41"/>
                        </a:lnTo>
                        <a:lnTo>
                          <a:pt x="31" y="40"/>
                        </a:lnTo>
                        <a:lnTo>
                          <a:pt x="27" y="41"/>
                        </a:lnTo>
                        <a:lnTo>
                          <a:pt x="22" y="45"/>
                        </a:lnTo>
                        <a:lnTo>
                          <a:pt x="19" y="45"/>
                        </a:lnTo>
                        <a:lnTo>
                          <a:pt x="18" y="47"/>
                        </a:lnTo>
                        <a:lnTo>
                          <a:pt x="11" y="47"/>
                        </a:lnTo>
                        <a:lnTo>
                          <a:pt x="11" y="45"/>
                        </a:lnTo>
                        <a:lnTo>
                          <a:pt x="12" y="44"/>
                        </a:lnTo>
                        <a:lnTo>
                          <a:pt x="10" y="41"/>
                        </a:lnTo>
                        <a:lnTo>
                          <a:pt x="10" y="41"/>
                        </a:lnTo>
                        <a:lnTo>
                          <a:pt x="10" y="38"/>
                        </a:lnTo>
                        <a:lnTo>
                          <a:pt x="7" y="38"/>
                        </a:lnTo>
                        <a:lnTo>
                          <a:pt x="4" y="33"/>
                        </a:lnTo>
                        <a:lnTo>
                          <a:pt x="0" y="29"/>
                        </a:lnTo>
                        <a:lnTo>
                          <a:pt x="8" y="21"/>
                        </a:lnTo>
                        <a:lnTo>
                          <a:pt x="12" y="14"/>
                        </a:lnTo>
                        <a:lnTo>
                          <a:pt x="12" y="9"/>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41" name="Freeform 923">
                    <a:extLst>
                      <a:ext uri="{FF2B5EF4-FFF2-40B4-BE49-F238E27FC236}">
                        <a16:creationId xmlns:a16="http://schemas.microsoft.com/office/drawing/2014/main" id="{DA6B30A4-BC76-5CE9-64D6-F84C66A969E7}"/>
                      </a:ext>
                    </a:extLst>
                  </p:cNvPr>
                  <p:cNvSpPr>
                    <a:spLocks/>
                  </p:cNvSpPr>
                  <p:nvPr/>
                </p:nvSpPr>
                <p:spPr bwMode="auto">
                  <a:xfrm>
                    <a:off x="9031714" y="2782578"/>
                    <a:ext cx="41027" cy="10805"/>
                  </a:xfrm>
                  <a:custGeom>
                    <a:avLst/>
                    <a:gdLst/>
                    <a:ahLst/>
                    <a:cxnLst>
                      <a:cxn ang="0">
                        <a:pos x="1" y="13"/>
                      </a:cxn>
                      <a:cxn ang="0">
                        <a:pos x="3" y="12"/>
                      </a:cxn>
                      <a:cxn ang="0">
                        <a:pos x="12" y="12"/>
                      </a:cxn>
                      <a:cxn ang="0">
                        <a:pos x="15" y="9"/>
                      </a:cxn>
                      <a:cxn ang="0">
                        <a:pos x="18" y="9"/>
                      </a:cxn>
                      <a:cxn ang="0">
                        <a:pos x="20" y="7"/>
                      </a:cxn>
                      <a:cxn ang="0">
                        <a:pos x="22" y="7"/>
                      </a:cxn>
                      <a:cxn ang="0">
                        <a:pos x="23" y="8"/>
                      </a:cxn>
                      <a:cxn ang="0">
                        <a:pos x="26" y="7"/>
                      </a:cxn>
                      <a:cxn ang="0">
                        <a:pos x="27" y="5"/>
                      </a:cxn>
                      <a:cxn ang="0">
                        <a:pos x="30" y="8"/>
                      </a:cxn>
                      <a:cxn ang="0">
                        <a:pos x="32" y="8"/>
                      </a:cxn>
                      <a:cxn ang="0">
                        <a:pos x="37" y="9"/>
                      </a:cxn>
                      <a:cxn ang="0">
                        <a:pos x="41" y="11"/>
                      </a:cxn>
                      <a:cxn ang="0">
                        <a:pos x="45" y="11"/>
                      </a:cxn>
                      <a:cxn ang="0">
                        <a:pos x="45" y="9"/>
                      </a:cxn>
                      <a:cxn ang="0">
                        <a:pos x="45" y="8"/>
                      </a:cxn>
                      <a:cxn ang="0">
                        <a:pos x="43" y="8"/>
                      </a:cxn>
                      <a:cxn ang="0">
                        <a:pos x="37" y="4"/>
                      </a:cxn>
                      <a:cxn ang="0">
                        <a:pos x="34" y="4"/>
                      </a:cxn>
                      <a:cxn ang="0">
                        <a:pos x="30" y="1"/>
                      </a:cxn>
                      <a:cxn ang="0">
                        <a:pos x="26" y="1"/>
                      </a:cxn>
                      <a:cxn ang="0">
                        <a:pos x="24" y="0"/>
                      </a:cxn>
                      <a:cxn ang="0">
                        <a:pos x="20" y="1"/>
                      </a:cxn>
                      <a:cxn ang="0">
                        <a:pos x="15" y="5"/>
                      </a:cxn>
                      <a:cxn ang="0">
                        <a:pos x="12" y="5"/>
                      </a:cxn>
                      <a:cxn ang="0">
                        <a:pos x="11" y="7"/>
                      </a:cxn>
                      <a:cxn ang="0">
                        <a:pos x="4" y="7"/>
                      </a:cxn>
                      <a:cxn ang="0">
                        <a:pos x="5" y="8"/>
                      </a:cxn>
                      <a:cxn ang="0">
                        <a:pos x="8" y="11"/>
                      </a:cxn>
                      <a:cxn ang="0">
                        <a:pos x="12" y="9"/>
                      </a:cxn>
                      <a:cxn ang="0">
                        <a:pos x="9" y="12"/>
                      </a:cxn>
                      <a:cxn ang="0">
                        <a:pos x="5" y="12"/>
                      </a:cxn>
                      <a:cxn ang="0">
                        <a:pos x="3" y="8"/>
                      </a:cxn>
                      <a:cxn ang="0">
                        <a:pos x="0" y="11"/>
                      </a:cxn>
                      <a:cxn ang="0">
                        <a:pos x="1" y="12"/>
                      </a:cxn>
                      <a:cxn ang="0">
                        <a:pos x="1" y="13"/>
                      </a:cxn>
                    </a:cxnLst>
                    <a:rect l="0" t="0" r="r" b="b"/>
                    <a:pathLst>
                      <a:path w="45" h="13">
                        <a:moveTo>
                          <a:pt x="1" y="13"/>
                        </a:moveTo>
                        <a:lnTo>
                          <a:pt x="3" y="12"/>
                        </a:lnTo>
                        <a:lnTo>
                          <a:pt x="12" y="12"/>
                        </a:lnTo>
                        <a:lnTo>
                          <a:pt x="15" y="9"/>
                        </a:lnTo>
                        <a:lnTo>
                          <a:pt x="18" y="9"/>
                        </a:lnTo>
                        <a:lnTo>
                          <a:pt x="20" y="7"/>
                        </a:lnTo>
                        <a:lnTo>
                          <a:pt x="22" y="7"/>
                        </a:lnTo>
                        <a:lnTo>
                          <a:pt x="23" y="8"/>
                        </a:lnTo>
                        <a:lnTo>
                          <a:pt x="26" y="7"/>
                        </a:lnTo>
                        <a:lnTo>
                          <a:pt x="27" y="5"/>
                        </a:lnTo>
                        <a:lnTo>
                          <a:pt x="30" y="8"/>
                        </a:lnTo>
                        <a:lnTo>
                          <a:pt x="32" y="8"/>
                        </a:lnTo>
                        <a:lnTo>
                          <a:pt x="37" y="9"/>
                        </a:lnTo>
                        <a:lnTo>
                          <a:pt x="41" y="11"/>
                        </a:lnTo>
                        <a:lnTo>
                          <a:pt x="45" y="11"/>
                        </a:lnTo>
                        <a:lnTo>
                          <a:pt x="45" y="9"/>
                        </a:lnTo>
                        <a:lnTo>
                          <a:pt x="45" y="8"/>
                        </a:lnTo>
                        <a:lnTo>
                          <a:pt x="43" y="8"/>
                        </a:lnTo>
                        <a:lnTo>
                          <a:pt x="37" y="4"/>
                        </a:lnTo>
                        <a:lnTo>
                          <a:pt x="34" y="4"/>
                        </a:lnTo>
                        <a:lnTo>
                          <a:pt x="30" y="1"/>
                        </a:lnTo>
                        <a:lnTo>
                          <a:pt x="26" y="1"/>
                        </a:lnTo>
                        <a:lnTo>
                          <a:pt x="24" y="0"/>
                        </a:lnTo>
                        <a:lnTo>
                          <a:pt x="20" y="1"/>
                        </a:lnTo>
                        <a:lnTo>
                          <a:pt x="15" y="5"/>
                        </a:lnTo>
                        <a:lnTo>
                          <a:pt x="12" y="5"/>
                        </a:lnTo>
                        <a:lnTo>
                          <a:pt x="11" y="7"/>
                        </a:lnTo>
                        <a:lnTo>
                          <a:pt x="4" y="7"/>
                        </a:lnTo>
                        <a:lnTo>
                          <a:pt x="5" y="8"/>
                        </a:lnTo>
                        <a:lnTo>
                          <a:pt x="8" y="11"/>
                        </a:lnTo>
                        <a:lnTo>
                          <a:pt x="12" y="9"/>
                        </a:lnTo>
                        <a:lnTo>
                          <a:pt x="9" y="12"/>
                        </a:lnTo>
                        <a:lnTo>
                          <a:pt x="5" y="12"/>
                        </a:lnTo>
                        <a:lnTo>
                          <a:pt x="3" y="8"/>
                        </a:lnTo>
                        <a:lnTo>
                          <a:pt x="0" y="11"/>
                        </a:lnTo>
                        <a:lnTo>
                          <a:pt x="1" y="12"/>
                        </a:lnTo>
                        <a:lnTo>
                          <a:pt x="1" y="13"/>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42" name="Freeform 925">
                    <a:extLst>
                      <a:ext uri="{FF2B5EF4-FFF2-40B4-BE49-F238E27FC236}">
                        <a16:creationId xmlns:a16="http://schemas.microsoft.com/office/drawing/2014/main" id="{D72609F7-4D40-92EE-D564-A4CA37526F2B}"/>
                      </a:ext>
                    </a:extLst>
                  </p:cNvPr>
                  <p:cNvSpPr>
                    <a:spLocks/>
                  </p:cNvSpPr>
                  <p:nvPr/>
                </p:nvSpPr>
                <p:spPr bwMode="auto">
                  <a:xfrm>
                    <a:off x="9034449" y="2797538"/>
                    <a:ext cx="39204" cy="22441"/>
                  </a:xfrm>
                  <a:custGeom>
                    <a:avLst/>
                    <a:gdLst/>
                    <a:ahLst/>
                    <a:cxnLst>
                      <a:cxn ang="0">
                        <a:pos x="0" y="6"/>
                      </a:cxn>
                      <a:cxn ang="0">
                        <a:pos x="4" y="8"/>
                      </a:cxn>
                      <a:cxn ang="0">
                        <a:pos x="8" y="5"/>
                      </a:cxn>
                      <a:cxn ang="0">
                        <a:pos x="17" y="5"/>
                      </a:cxn>
                      <a:cxn ang="0">
                        <a:pos x="20" y="2"/>
                      </a:cxn>
                      <a:cxn ang="0">
                        <a:pos x="25" y="0"/>
                      </a:cxn>
                      <a:cxn ang="0">
                        <a:pos x="39" y="0"/>
                      </a:cxn>
                      <a:cxn ang="0">
                        <a:pos x="42" y="1"/>
                      </a:cxn>
                      <a:cxn ang="0">
                        <a:pos x="43" y="5"/>
                      </a:cxn>
                      <a:cxn ang="0">
                        <a:pos x="42" y="8"/>
                      </a:cxn>
                      <a:cxn ang="0">
                        <a:pos x="42" y="13"/>
                      </a:cxn>
                      <a:cxn ang="0">
                        <a:pos x="43" y="14"/>
                      </a:cxn>
                      <a:cxn ang="0">
                        <a:pos x="43" y="17"/>
                      </a:cxn>
                      <a:cxn ang="0">
                        <a:pos x="42" y="19"/>
                      </a:cxn>
                      <a:cxn ang="0">
                        <a:pos x="36" y="20"/>
                      </a:cxn>
                      <a:cxn ang="0">
                        <a:pos x="32" y="21"/>
                      </a:cxn>
                      <a:cxn ang="0">
                        <a:pos x="29" y="23"/>
                      </a:cxn>
                      <a:cxn ang="0">
                        <a:pos x="28" y="25"/>
                      </a:cxn>
                      <a:cxn ang="0">
                        <a:pos x="24" y="27"/>
                      </a:cxn>
                      <a:cxn ang="0">
                        <a:pos x="24" y="25"/>
                      </a:cxn>
                      <a:cxn ang="0">
                        <a:pos x="24" y="24"/>
                      </a:cxn>
                      <a:cxn ang="0">
                        <a:pos x="19" y="24"/>
                      </a:cxn>
                      <a:cxn ang="0">
                        <a:pos x="21" y="20"/>
                      </a:cxn>
                      <a:cxn ang="0">
                        <a:pos x="20" y="20"/>
                      </a:cxn>
                      <a:cxn ang="0">
                        <a:pos x="20" y="19"/>
                      </a:cxn>
                      <a:cxn ang="0">
                        <a:pos x="19" y="17"/>
                      </a:cxn>
                      <a:cxn ang="0">
                        <a:pos x="17" y="17"/>
                      </a:cxn>
                      <a:cxn ang="0">
                        <a:pos x="16" y="16"/>
                      </a:cxn>
                      <a:cxn ang="0">
                        <a:pos x="23" y="16"/>
                      </a:cxn>
                      <a:cxn ang="0">
                        <a:pos x="24" y="16"/>
                      </a:cxn>
                      <a:cxn ang="0">
                        <a:pos x="20" y="13"/>
                      </a:cxn>
                      <a:cxn ang="0">
                        <a:pos x="17" y="14"/>
                      </a:cxn>
                      <a:cxn ang="0">
                        <a:pos x="13" y="14"/>
                      </a:cxn>
                      <a:cxn ang="0">
                        <a:pos x="12" y="14"/>
                      </a:cxn>
                      <a:cxn ang="0">
                        <a:pos x="10" y="13"/>
                      </a:cxn>
                      <a:cxn ang="0">
                        <a:pos x="8" y="13"/>
                      </a:cxn>
                      <a:cxn ang="0">
                        <a:pos x="5" y="10"/>
                      </a:cxn>
                      <a:cxn ang="0">
                        <a:pos x="8" y="9"/>
                      </a:cxn>
                      <a:cxn ang="0">
                        <a:pos x="6" y="8"/>
                      </a:cxn>
                      <a:cxn ang="0">
                        <a:pos x="1" y="8"/>
                      </a:cxn>
                      <a:cxn ang="0">
                        <a:pos x="0" y="6"/>
                      </a:cxn>
                      <a:cxn ang="0">
                        <a:pos x="0" y="6"/>
                      </a:cxn>
                    </a:cxnLst>
                    <a:rect l="0" t="0" r="r" b="b"/>
                    <a:pathLst>
                      <a:path w="43" h="27">
                        <a:moveTo>
                          <a:pt x="0" y="6"/>
                        </a:moveTo>
                        <a:lnTo>
                          <a:pt x="4" y="8"/>
                        </a:lnTo>
                        <a:lnTo>
                          <a:pt x="8" y="5"/>
                        </a:lnTo>
                        <a:lnTo>
                          <a:pt x="17" y="5"/>
                        </a:lnTo>
                        <a:lnTo>
                          <a:pt x="20" y="2"/>
                        </a:lnTo>
                        <a:lnTo>
                          <a:pt x="25" y="0"/>
                        </a:lnTo>
                        <a:lnTo>
                          <a:pt x="39" y="0"/>
                        </a:lnTo>
                        <a:lnTo>
                          <a:pt x="42" y="1"/>
                        </a:lnTo>
                        <a:lnTo>
                          <a:pt x="43" y="5"/>
                        </a:lnTo>
                        <a:lnTo>
                          <a:pt x="42" y="8"/>
                        </a:lnTo>
                        <a:lnTo>
                          <a:pt x="42" y="13"/>
                        </a:lnTo>
                        <a:lnTo>
                          <a:pt x="43" y="14"/>
                        </a:lnTo>
                        <a:lnTo>
                          <a:pt x="43" y="17"/>
                        </a:lnTo>
                        <a:lnTo>
                          <a:pt x="42" y="19"/>
                        </a:lnTo>
                        <a:lnTo>
                          <a:pt x="36" y="20"/>
                        </a:lnTo>
                        <a:lnTo>
                          <a:pt x="32" y="21"/>
                        </a:lnTo>
                        <a:lnTo>
                          <a:pt x="29" y="23"/>
                        </a:lnTo>
                        <a:lnTo>
                          <a:pt x="28" y="25"/>
                        </a:lnTo>
                        <a:lnTo>
                          <a:pt x="24" y="27"/>
                        </a:lnTo>
                        <a:lnTo>
                          <a:pt x="24" y="25"/>
                        </a:lnTo>
                        <a:lnTo>
                          <a:pt x="24" y="24"/>
                        </a:lnTo>
                        <a:lnTo>
                          <a:pt x="19" y="24"/>
                        </a:lnTo>
                        <a:lnTo>
                          <a:pt x="21" y="20"/>
                        </a:lnTo>
                        <a:lnTo>
                          <a:pt x="20" y="20"/>
                        </a:lnTo>
                        <a:lnTo>
                          <a:pt x="20" y="19"/>
                        </a:lnTo>
                        <a:lnTo>
                          <a:pt x="19" y="17"/>
                        </a:lnTo>
                        <a:lnTo>
                          <a:pt x="17" y="17"/>
                        </a:lnTo>
                        <a:lnTo>
                          <a:pt x="16" y="16"/>
                        </a:lnTo>
                        <a:lnTo>
                          <a:pt x="23" y="16"/>
                        </a:lnTo>
                        <a:lnTo>
                          <a:pt x="24" y="16"/>
                        </a:lnTo>
                        <a:lnTo>
                          <a:pt x="20" y="13"/>
                        </a:lnTo>
                        <a:lnTo>
                          <a:pt x="17" y="14"/>
                        </a:lnTo>
                        <a:lnTo>
                          <a:pt x="13" y="14"/>
                        </a:lnTo>
                        <a:lnTo>
                          <a:pt x="12" y="14"/>
                        </a:lnTo>
                        <a:lnTo>
                          <a:pt x="10" y="13"/>
                        </a:lnTo>
                        <a:lnTo>
                          <a:pt x="8" y="13"/>
                        </a:lnTo>
                        <a:lnTo>
                          <a:pt x="5" y="10"/>
                        </a:lnTo>
                        <a:lnTo>
                          <a:pt x="8" y="9"/>
                        </a:lnTo>
                        <a:lnTo>
                          <a:pt x="6" y="8"/>
                        </a:lnTo>
                        <a:lnTo>
                          <a:pt x="1" y="8"/>
                        </a:lnTo>
                        <a:lnTo>
                          <a:pt x="0" y="6"/>
                        </a:lnTo>
                        <a:lnTo>
                          <a:pt x="0" y="6"/>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43" name="Freeform 927">
                    <a:extLst>
                      <a:ext uri="{FF2B5EF4-FFF2-40B4-BE49-F238E27FC236}">
                        <a16:creationId xmlns:a16="http://schemas.microsoft.com/office/drawing/2014/main" id="{1C0F41EF-DF79-2A5B-154F-FE327673F8FA}"/>
                      </a:ext>
                    </a:extLst>
                  </p:cNvPr>
                  <p:cNvSpPr>
                    <a:spLocks/>
                  </p:cNvSpPr>
                  <p:nvPr/>
                </p:nvSpPr>
                <p:spPr bwMode="auto">
                  <a:xfrm>
                    <a:off x="9059976" y="2798370"/>
                    <a:ext cx="92083" cy="82281"/>
                  </a:xfrm>
                  <a:custGeom>
                    <a:avLst/>
                    <a:gdLst/>
                    <a:ahLst/>
                    <a:cxnLst>
                      <a:cxn ang="0">
                        <a:pos x="1" y="22"/>
                      </a:cxn>
                      <a:cxn ang="0">
                        <a:pos x="8" y="19"/>
                      </a:cxn>
                      <a:cxn ang="0">
                        <a:pos x="15" y="16"/>
                      </a:cxn>
                      <a:cxn ang="0">
                        <a:pos x="14" y="12"/>
                      </a:cxn>
                      <a:cxn ang="0">
                        <a:pos x="15" y="4"/>
                      </a:cxn>
                      <a:cxn ang="0">
                        <a:pos x="16" y="0"/>
                      </a:cxn>
                      <a:cxn ang="0">
                        <a:pos x="31" y="3"/>
                      </a:cxn>
                      <a:cxn ang="0">
                        <a:pos x="38" y="4"/>
                      </a:cxn>
                      <a:cxn ang="0">
                        <a:pos x="45" y="5"/>
                      </a:cxn>
                      <a:cxn ang="0">
                        <a:pos x="49" y="7"/>
                      </a:cxn>
                      <a:cxn ang="0">
                        <a:pos x="53" y="9"/>
                      </a:cxn>
                      <a:cxn ang="0">
                        <a:pos x="57" y="8"/>
                      </a:cxn>
                      <a:cxn ang="0">
                        <a:pos x="63" y="11"/>
                      </a:cxn>
                      <a:cxn ang="0">
                        <a:pos x="69" y="9"/>
                      </a:cxn>
                      <a:cxn ang="0">
                        <a:pos x="73" y="5"/>
                      </a:cxn>
                      <a:cxn ang="0">
                        <a:pos x="80" y="7"/>
                      </a:cxn>
                      <a:cxn ang="0">
                        <a:pos x="84" y="5"/>
                      </a:cxn>
                      <a:cxn ang="0">
                        <a:pos x="87" y="9"/>
                      </a:cxn>
                      <a:cxn ang="0">
                        <a:pos x="88" y="16"/>
                      </a:cxn>
                      <a:cxn ang="0">
                        <a:pos x="92" y="18"/>
                      </a:cxn>
                      <a:cxn ang="0">
                        <a:pos x="90" y="23"/>
                      </a:cxn>
                      <a:cxn ang="0">
                        <a:pos x="91" y="27"/>
                      </a:cxn>
                      <a:cxn ang="0">
                        <a:pos x="94" y="24"/>
                      </a:cxn>
                      <a:cxn ang="0">
                        <a:pos x="95" y="28"/>
                      </a:cxn>
                      <a:cxn ang="0">
                        <a:pos x="99" y="31"/>
                      </a:cxn>
                      <a:cxn ang="0">
                        <a:pos x="101" y="34"/>
                      </a:cxn>
                      <a:cxn ang="0">
                        <a:pos x="94" y="37"/>
                      </a:cxn>
                      <a:cxn ang="0">
                        <a:pos x="95" y="41"/>
                      </a:cxn>
                      <a:cxn ang="0">
                        <a:pos x="95" y="49"/>
                      </a:cxn>
                      <a:cxn ang="0">
                        <a:pos x="97" y="56"/>
                      </a:cxn>
                      <a:cxn ang="0">
                        <a:pos x="98" y="60"/>
                      </a:cxn>
                      <a:cxn ang="0">
                        <a:pos x="94" y="61"/>
                      </a:cxn>
                      <a:cxn ang="0">
                        <a:pos x="97" y="65"/>
                      </a:cxn>
                      <a:cxn ang="0">
                        <a:pos x="98" y="69"/>
                      </a:cxn>
                      <a:cxn ang="0">
                        <a:pos x="91" y="79"/>
                      </a:cxn>
                      <a:cxn ang="0">
                        <a:pos x="91" y="83"/>
                      </a:cxn>
                      <a:cxn ang="0">
                        <a:pos x="87" y="91"/>
                      </a:cxn>
                      <a:cxn ang="0">
                        <a:pos x="65" y="99"/>
                      </a:cxn>
                      <a:cxn ang="0">
                        <a:pos x="59" y="95"/>
                      </a:cxn>
                      <a:cxn ang="0">
                        <a:pos x="53" y="90"/>
                      </a:cxn>
                      <a:cxn ang="0">
                        <a:pos x="53" y="87"/>
                      </a:cxn>
                      <a:cxn ang="0">
                        <a:pos x="60" y="64"/>
                      </a:cxn>
                      <a:cxn ang="0">
                        <a:pos x="59" y="61"/>
                      </a:cxn>
                      <a:cxn ang="0">
                        <a:pos x="61" y="58"/>
                      </a:cxn>
                      <a:cxn ang="0">
                        <a:pos x="59" y="53"/>
                      </a:cxn>
                      <a:cxn ang="0">
                        <a:pos x="56" y="45"/>
                      </a:cxn>
                      <a:cxn ang="0">
                        <a:pos x="52" y="38"/>
                      </a:cxn>
                      <a:cxn ang="0">
                        <a:pos x="37" y="39"/>
                      </a:cxn>
                      <a:cxn ang="0">
                        <a:pos x="30" y="46"/>
                      </a:cxn>
                      <a:cxn ang="0">
                        <a:pos x="26" y="50"/>
                      </a:cxn>
                      <a:cxn ang="0">
                        <a:pos x="22" y="49"/>
                      </a:cxn>
                      <a:cxn ang="0">
                        <a:pos x="16" y="42"/>
                      </a:cxn>
                      <a:cxn ang="0">
                        <a:pos x="12" y="41"/>
                      </a:cxn>
                      <a:cxn ang="0">
                        <a:pos x="14" y="37"/>
                      </a:cxn>
                      <a:cxn ang="0">
                        <a:pos x="10" y="38"/>
                      </a:cxn>
                      <a:cxn ang="0">
                        <a:pos x="4" y="37"/>
                      </a:cxn>
                      <a:cxn ang="0">
                        <a:pos x="3" y="27"/>
                      </a:cxn>
                      <a:cxn ang="0">
                        <a:pos x="0" y="24"/>
                      </a:cxn>
                    </a:cxnLst>
                    <a:rect l="0" t="0" r="r" b="b"/>
                    <a:pathLst>
                      <a:path w="101" h="99">
                        <a:moveTo>
                          <a:pt x="0" y="24"/>
                        </a:moveTo>
                        <a:lnTo>
                          <a:pt x="1" y="22"/>
                        </a:lnTo>
                        <a:lnTo>
                          <a:pt x="4" y="20"/>
                        </a:lnTo>
                        <a:lnTo>
                          <a:pt x="8" y="19"/>
                        </a:lnTo>
                        <a:lnTo>
                          <a:pt x="14" y="18"/>
                        </a:lnTo>
                        <a:lnTo>
                          <a:pt x="15" y="16"/>
                        </a:lnTo>
                        <a:lnTo>
                          <a:pt x="15" y="13"/>
                        </a:lnTo>
                        <a:lnTo>
                          <a:pt x="14" y="12"/>
                        </a:lnTo>
                        <a:lnTo>
                          <a:pt x="14" y="7"/>
                        </a:lnTo>
                        <a:lnTo>
                          <a:pt x="15" y="4"/>
                        </a:lnTo>
                        <a:lnTo>
                          <a:pt x="14" y="0"/>
                        </a:lnTo>
                        <a:lnTo>
                          <a:pt x="16" y="0"/>
                        </a:lnTo>
                        <a:lnTo>
                          <a:pt x="26" y="0"/>
                        </a:lnTo>
                        <a:lnTo>
                          <a:pt x="31" y="3"/>
                        </a:lnTo>
                        <a:lnTo>
                          <a:pt x="34" y="4"/>
                        </a:lnTo>
                        <a:lnTo>
                          <a:pt x="38" y="4"/>
                        </a:lnTo>
                        <a:lnTo>
                          <a:pt x="42" y="7"/>
                        </a:lnTo>
                        <a:lnTo>
                          <a:pt x="45" y="5"/>
                        </a:lnTo>
                        <a:lnTo>
                          <a:pt x="48" y="5"/>
                        </a:lnTo>
                        <a:lnTo>
                          <a:pt x="49" y="7"/>
                        </a:lnTo>
                        <a:lnTo>
                          <a:pt x="52" y="7"/>
                        </a:lnTo>
                        <a:lnTo>
                          <a:pt x="53" y="9"/>
                        </a:lnTo>
                        <a:lnTo>
                          <a:pt x="54" y="9"/>
                        </a:lnTo>
                        <a:lnTo>
                          <a:pt x="57" y="8"/>
                        </a:lnTo>
                        <a:lnTo>
                          <a:pt x="60" y="9"/>
                        </a:lnTo>
                        <a:lnTo>
                          <a:pt x="63" y="11"/>
                        </a:lnTo>
                        <a:lnTo>
                          <a:pt x="65" y="11"/>
                        </a:lnTo>
                        <a:lnTo>
                          <a:pt x="69" y="9"/>
                        </a:lnTo>
                        <a:lnTo>
                          <a:pt x="71" y="9"/>
                        </a:lnTo>
                        <a:lnTo>
                          <a:pt x="73" y="5"/>
                        </a:lnTo>
                        <a:lnTo>
                          <a:pt x="76" y="5"/>
                        </a:lnTo>
                        <a:lnTo>
                          <a:pt x="80" y="7"/>
                        </a:lnTo>
                        <a:lnTo>
                          <a:pt x="82" y="5"/>
                        </a:lnTo>
                        <a:lnTo>
                          <a:pt x="84" y="5"/>
                        </a:lnTo>
                        <a:lnTo>
                          <a:pt x="84" y="7"/>
                        </a:lnTo>
                        <a:lnTo>
                          <a:pt x="87" y="9"/>
                        </a:lnTo>
                        <a:lnTo>
                          <a:pt x="88" y="12"/>
                        </a:lnTo>
                        <a:lnTo>
                          <a:pt x="88" y="16"/>
                        </a:lnTo>
                        <a:lnTo>
                          <a:pt x="90" y="18"/>
                        </a:lnTo>
                        <a:lnTo>
                          <a:pt x="92" y="18"/>
                        </a:lnTo>
                        <a:lnTo>
                          <a:pt x="92" y="19"/>
                        </a:lnTo>
                        <a:lnTo>
                          <a:pt x="90" y="23"/>
                        </a:lnTo>
                        <a:lnTo>
                          <a:pt x="88" y="27"/>
                        </a:lnTo>
                        <a:lnTo>
                          <a:pt x="91" y="27"/>
                        </a:lnTo>
                        <a:lnTo>
                          <a:pt x="92" y="24"/>
                        </a:lnTo>
                        <a:lnTo>
                          <a:pt x="94" y="24"/>
                        </a:lnTo>
                        <a:lnTo>
                          <a:pt x="94" y="27"/>
                        </a:lnTo>
                        <a:lnTo>
                          <a:pt x="95" y="28"/>
                        </a:lnTo>
                        <a:lnTo>
                          <a:pt x="95" y="31"/>
                        </a:lnTo>
                        <a:lnTo>
                          <a:pt x="99" y="31"/>
                        </a:lnTo>
                        <a:lnTo>
                          <a:pt x="101" y="32"/>
                        </a:lnTo>
                        <a:lnTo>
                          <a:pt x="101" y="34"/>
                        </a:lnTo>
                        <a:lnTo>
                          <a:pt x="99" y="35"/>
                        </a:lnTo>
                        <a:lnTo>
                          <a:pt x="94" y="37"/>
                        </a:lnTo>
                        <a:lnTo>
                          <a:pt x="94" y="39"/>
                        </a:lnTo>
                        <a:lnTo>
                          <a:pt x="95" y="41"/>
                        </a:lnTo>
                        <a:lnTo>
                          <a:pt x="95" y="46"/>
                        </a:lnTo>
                        <a:lnTo>
                          <a:pt x="95" y="49"/>
                        </a:lnTo>
                        <a:lnTo>
                          <a:pt x="95" y="54"/>
                        </a:lnTo>
                        <a:lnTo>
                          <a:pt x="97" y="56"/>
                        </a:lnTo>
                        <a:lnTo>
                          <a:pt x="99" y="58"/>
                        </a:lnTo>
                        <a:lnTo>
                          <a:pt x="98" y="60"/>
                        </a:lnTo>
                        <a:lnTo>
                          <a:pt x="97" y="60"/>
                        </a:lnTo>
                        <a:lnTo>
                          <a:pt x="94" y="61"/>
                        </a:lnTo>
                        <a:lnTo>
                          <a:pt x="94" y="62"/>
                        </a:lnTo>
                        <a:lnTo>
                          <a:pt x="97" y="65"/>
                        </a:lnTo>
                        <a:lnTo>
                          <a:pt x="98" y="66"/>
                        </a:lnTo>
                        <a:lnTo>
                          <a:pt x="98" y="69"/>
                        </a:lnTo>
                        <a:lnTo>
                          <a:pt x="94" y="77"/>
                        </a:lnTo>
                        <a:lnTo>
                          <a:pt x="91" y="79"/>
                        </a:lnTo>
                        <a:lnTo>
                          <a:pt x="91" y="80"/>
                        </a:lnTo>
                        <a:lnTo>
                          <a:pt x="91" y="83"/>
                        </a:lnTo>
                        <a:lnTo>
                          <a:pt x="90" y="88"/>
                        </a:lnTo>
                        <a:lnTo>
                          <a:pt x="87" y="91"/>
                        </a:lnTo>
                        <a:lnTo>
                          <a:pt x="87" y="92"/>
                        </a:lnTo>
                        <a:lnTo>
                          <a:pt x="65" y="99"/>
                        </a:lnTo>
                        <a:lnTo>
                          <a:pt x="61" y="95"/>
                        </a:lnTo>
                        <a:lnTo>
                          <a:pt x="59" y="95"/>
                        </a:lnTo>
                        <a:lnTo>
                          <a:pt x="54" y="91"/>
                        </a:lnTo>
                        <a:lnTo>
                          <a:pt x="53" y="90"/>
                        </a:lnTo>
                        <a:lnTo>
                          <a:pt x="53" y="87"/>
                        </a:lnTo>
                        <a:lnTo>
                          <a:pt x="53" y="87"/>
                        </a:lnTo>
                        <a:lnTo>
                          <a:pt x="59" y="83"/>
                        </a:lnTo>
                        <a:lnTo>
                          <a:pt x="60" y="64"/>
                        </a:lnTo>
                        <a:lnTo>
                          <a:pt x="61" y="61"/>
                        </a:lnTo>
                        <a:lnTo>
                          <a:pt x="59" y="61"/>
                        </a:lnTo>
                        <a:lnTo>
                          <a:pt x="60" y="58"/>
                        </a:lnTo>
                        <a:lnTo>
                          <a:pt x="61" y="58"/>
                        </a:lnTo>
                        <a:lnTo>
                          <a:pt x="61" y="56"/>
                        </a:lnTo>
                        <a:lnTo>
                          <a:pt x="59" y="53"/>
                        </a:lnTo>
                        <a:lnTo>
                          <a:pt x="59" y="50"/>
                        </a:lnTo>
                        <a:lnTo>
                          <a:pt x="56" y="45"/>
                        </a:lnTo>
                        <a:lnTo>
                          <a:pt x="54" y="42"/>
                        </a:lnTo>
                        <a:lnTo>
                          <a:pt x="52" y="38"/>
                        </a:lnTo>
                        <a:lnTo>
                          <a:pt x="39" y="38"/>
                        </a:lnTo>
                        <a:lnTo>
                          <a:pt x="37" y="39"/>
                        </a:lnTo>
                        <a:lnTo>
                          <a:pt x="34" y="42"/>
                        </a:lnTo>
                        <a:lnTo>
                          <a:pt x="30" y="46"/>
                        </a:lnTo>
                        <a:lnTo>
                          <a:pt x="30" y="47"/>
                        </a:lnTo>
                        <a:lnTo>
                          <a:pt x="26" y="50"/>
                        </a:lnTo>
                        <a:lnTo>
                          <a:pt x="23" y="50"/>
                        </a:lnTo>
                        <a:lnTo>
                          <a:pt x="22" y="49"/>
                        </a:lnTo>
                        <a:lnTo>
                          <a:pt x="18" y="46"/>
                        </a:lnTo>
                        <a:lnTo>
                          <a:pt x="16" y="42"/>
                        </a:lnTo>
                        <a:lnTo>
                          <a:pt x="14" y="42"/>
                        </a:lnTo>
                        <a:lnTo>
                          <a:pt x="12" y="41"/>
                        </a:lnTo>
                        <a:lnTo>
                          <a:pt x="12" y="38"/>
                        </a:lnTo>
                        <a:lnTo>
                          <a:pt x="14" y="37"/>
                        </a:lnTo>
                        <a:lnTo>
                          <a:pt x="11" y="37"/>
                        </a:lnTo>
                        <a:lnTo>
                          <a:pt x="10" y="38"/>
                        </a:lnTo>
                        <a:lnTo>
                          <a:pt x="7" y="37"/>
                        </a:lnTo>
                        <a:lnTo>
                          <a:pt x="4" y="37"/>
                        </a:lnTo>
                        <a:lnTo>
                          <a:pt x="1" y="32"/>
                        </a:lnTo>
                        <a:lnTo>
                          <a:pt x="3" y="27"/>
                        </a:lnTo>
                        <a:lnTo>
                          <a:pt x="0" y="24"/>
                        </a:lnTo>
                        <a:lnTo>
                          <a:pt x="0" y="24"/>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44" name="Freeform 929">
                    <a:extLst>
                      <a:ext uri="{FF2B5EF4-FFF2-40B4-BE49-F238E27FC236}">
                        <a16:creationId xmlns:a16="http://schemas.microsoft.com/office/drawing/2014/main" id="{56DD47DA-753C-418C-B6FF-F564284947A7}"/>
                      </a:ext>
                    </a:extLst>
                  </p:cNvPr>
                  <p:cNvSpPr>
                    <a:spLocks noEditPoints="1"/>
                  </p:cNvSpPr>
                  <p:nvPr/>
                </p:nvSpPr>
                <p:spPr bwMode="auto">
                  <a:xfrm>
                    <a:off x="9080034" y="2829953"/>
                    <a:ext cx="35557" cy="40725"/>
                  </a:xfrm>
                  <a:custGeom>
                    <a:avLst/>
                    <a:gdLst/>
                    <a:ahLst/>
                    <a:cxnLst>
                      <a:cxn ang="0">
                        <a:pos x="11" y="42"/>
                      </a:cxn>
                      <a:cxn ang="0">
                        <a:pos x="11" y="39"/>
                      </a:cxn>
                      <a:cxn ang="0">
                        <a:pos x="9" y="38"/>
                      </a:cxn>
                      <a:cxn ang="0">
                        <a:pos x="8" y="38"/>
                      </a:cxn>
                      <a:cxn ang="0">
                        <a:pos x="7" y="39"/>
                      </a:cxn>
                      <a:cxn ang="0">
                        <a:pos x="8" y="41"/>
                      </a:cxn>
                      <a:cxn ang="0">
                        <a:pos x="9" y="42"/>
                      </a:cxn>
                      <a:cxn ang="0">
                        <a:pos x="11" y="42"/>
                      </a:cxn>
                      <a:cxn ang="0">
                        <a:pos x="11" y="42"/>
                      </a:cxn>
                      <a:cxn ang="0">
                        <a:pos x="1" y="12"/>
                      </a:cxn>
                      <a:cxn ang="0">
                        <a:pos x="4" y="12"/>
                      </a:cxn>
                      <a:cxn ang="0">
                        <a:pos x="8" y="9"/>
                      </a:cxn>
                      <a:cxn ang="0">
                        <a:pos x="8" y="8"/>
                      </a:cxn>
                      <a:cxn ang="0">
                        <a:pos x="12" y="4"/>
                      </a:cxn>
                      <a:cxn ang="0">
                        <a:pos x="15" y="1"/>
                      </a:cxn>
                      <a:cxn ang="0">
                        <a:pos x="17" y="0"/>
                      </a:cxn>
                      <a:cxn ang="0">
                        <a:pos x="30" y="0"/>
                      </a:cxn>
                      <a:cxn ang="0">
                        <a:pos x="32" y="4"/>
                      </a:cxn>
                      <a:cxn ang="0">
                        <a:pos x="34" y="7"/>
                      </a:cxn>
                      <a:cxn ang="0">
                        <a:pos x="37" y="12"/>
                      </a:cxn>
                      <a:cxn ang="0">
                        <a:pos x="37" y="15"/>
                      </a:cxn>
                      <a:cxn ang="0">
                        <a:pos x="39" y="18"/>
                      </a:cxn>
                      <a:cxn ang="0">
                        <a:pos x="39" y="20"/>
                      </a:cxn>
                      <a:cxn ang="0">
                        <a:pos x="38" y="20"/>
                      </a:cxn>
                      <a:cxn ang="0">
                        <a:pos x="37" y="23"/>
                      </a:cxn>
                      <a:cxn ang="0">
                        <a:pos x="39" y="23"/>
                      </a:cxn>
                      <a:cxn ang="0">
                        <a:pos x="38" y="26"/>
                      </a:cxn>
                      <a:cxn ang="0">
                        <a:pos x="37" y="45"/>
                      </a:cxn>
                      <a:cxn ang="0">
                        <a:pos x="31" y="49"/>
                      </a:cxn>
                      <a:cxn ang="0">
                        <a:pos x="30" y="47"/>
                      </a:cxn>
                      <a:cxn ang="0">
                        <a:pos x="24" y="47"/>
                      </a:cxn>
                      <a:cxn ang="0">
                        <a:pos x="16" y="43"/>
                      </a:cxn>
                      <a:cxn ang="0">
                        <a:pos x="13" y="43"/>
                      </a:cxn>
                      <a:cxn ang="0">
                        <a:pos x="13" y="42"/>
                      </a:cxn>
                      <a:cxn ang="0">
                        <a:pos x="12" y="39"/>
                      </a:cxn>
                      <a:cxn ang="0">
                        <a:pos x="11" y="38"/>
                      </a:cxn>
                      <a:cxn ang="0">
                        <a:pos x="11" y="35"/>
                      </a:cxn>
                      <a:cxn ang="0">
                        <a:pos x="11" y="34"/>
                      </a:cxn>
                      <a:cxn ang="0">
                        <a:pos x="8" y="35"/>
                      </a:cxn>
                      <a:cxn ang="0">
                        <a:pos x="5" y="33"/>
                      </a:cxn>
                      <a:cxn ang="0">
                        <a:pos x="5" y="28"/>
                      </a:cxn>
                      <a:cxn ang="0">
                        <a:pos x="4" y="24"/>
                      </a:cxn>
                      <a:cxn ang="0">
                        <a:pos x="1" y="24"/>
                      </a:cxn>
                      <a:cxn ang="0">
                        <a:pos x="0" y="22"/>
                      </a:cxn>
                      <a:cxn ang="0">
                        <a:pos x="3" y="18"/>
                      </a:cxn>
                      <a:cxn ang="0">
                        <a:pos x="0" y="16"/>
                      </a:cxn>
                      <a:cxn ang="0">
                        <a:pos x="0" y="15"/>
                      </a:cxn>
                      <a:cxn ang="0">
                        <a:pos x="1" y="12"/>
                      </a:cxn>
                      <a:cxn ang="0">
                        <a:pos x="1" y="12"/>
                      </a:cxn>
                    </a:cxnLst>
                    <a:rect l="0" t="0" r="r" b="b"/>
                    <a:pathLst>
                      <a:path w="39" h="49">
                        <a:moveTo>
                          <a:pt x="11" y="42"/>
                        </a:moveTo>
                        <a:lnTo>
                          <a:pt x="11" y="39"/>
                        </a:lnTo>
                        <a:lnTo>
                          <a:pt x="9" y="38"/>
                        </a:lnTo>
                        <a:lnTo>
                          <a:pt x="8" y="38"/>
                        </a:lnTo>
                        <a:lnTo>
                          <a:pt x="7" y="39"/>
                        </a:lnTo>
                        <a:lnTo>
                          <a:pt x="8" y="41"/>
                        </a:lnTo>
                        <a:lnTo>
                          <a:pt x="9" y="42"/>
                        </a:lnTo>
                        <a:lnTo>
                          <a:pt x="11" y="42"/>
                        </a:lnTo>
                        <a:lnTo>
                          <a:pt x="11" y="42"/>
                        </a:lnTo>
                        <a:close/>
                        <a:moveTo>
                          <a:pt x="1" y="12"/>
                        </a:moveTo>
                        <a:lnTo>
                          <a:pt x="4" y="12"/>
                        </a:lnTo>
                        <a:lnTo>
                          <a:pt x="8" y="9"/>
                        </a:lnTo>
                        <a:lnTo>
                          <a:pt x="8" y="8"/>
                        </a:lnTo>
                        <a:lnTo>
                          <a:pt x="12" y="4"/>
                        </a:lnTo>
                        <a:lnTo>
                          <a:pt x="15" y="1"/>
                        </a:lnTo>
                        <a:lnTo>
                          <a:pt x="17" y="0"/>
                        </a:lnTo>
                        <a:lnTo>
                          <a:pt x="30" y="0"/>
                        </a:lnTo>
                        <a:lnTo>
                          <a:pt x="32" y="4"/>
                        </a:lnTo>
                        <a:lnTo>
                          <a:pt x="34" y="7"/>
                        </a:lnTo>
                        <a:lnTo>
                          <a:pt x="37" y="12"/>
                        </a:lnTo>
                        <a:lnTo>
                          <a:pt x="37" y="15"/>
                        </a:lnTo>
                        <a:lnTo>
                          <a:pt x="39" y="18"/>
                        </a:lnTo>
                        <a:lnTo>
                          <a:pt x="39" y="20"/>
                        </a:lnTo>
                        <a:lnTo>
                          <a:pt x="38" y="20"/>
                        </a:lnTo>
                        <a:lnTo>
                          <a:pt x="37" y="23"/>
                        </a:lnTo>
                        <a:lnTo>
                          <a:pt x="39" y="23"/>
                        </a:lnTo>
                        <a:lnTo>
                          <a:pt x="38" y="26"/>
                        </a:lnTo>
                        <a:lnTo>
                          <a:pt x="37" y="45"/>
                        </a:lnTo>
                        <a:lnTo>
                          <a:pt x="31" y="49"/>
                        </a:lnTo>
                        <a:lnTo>
                          <a:pt x="30" y="47"/>
                        </a:lnTo>
                        <a:lnTo>
                          <a:pt x="24" y="47"/>
                        </a:lnTo>
                        <a:lnTo>
                          <a:pt x="16" y="43"/>
                        </a:lnTo>
                        <a:lnTo>
                          <a:pt x="13" y="43"/>
                        </a:lnTo>
                        <a:lnTo>
                          <a:pt x="13" y="42"/>
                        </a:lnTo>
                        <a:lnTo>
                          <a:pt x="12" y="39"/>
                        </a:lnTo>
                        <a:lnTo>
                          <a:pt x="11" y="38"/>
                        </a:lnTo>
                        <a:lnTo>
                          <a:pt x="11" y="35"/>
                        </a:lnTo>
                        <a:lnTo>
                          <a:pt x="11" y="34"/>
                        </a:lnTo>
                        <a:lnTo>
                          <a:pt x="8" y="35"/>
                        </a:lnTo>
                        <a:lnTo>
                          <a:pt x="5" y="33"/>
                        </a:lnTo>
                        <a:lnTo>
                          <a:pt x="5" y="28"/>
                        </a:lnTo>
                        <a:lnTo>
                          <a:pt x="4" y="24"/>
                        </a:lnTo>
                        <a:lnTo>
                          <a:pt x="1" y="24"/>
                        </a:lnTo>
                        <a:lnTo>
                          <a:pt x="0" y="22"/>
                        </a:lnTo>
                        <a:lnTo>
                          <a:pt x="3" y="18"/>
                        </a:lnTo>
                        <a:lnTo>
                          <a:pt x="0" y="16"/>
                        </a:lnTo>
                        <a:lnTo>
                          <a:pt x="0" y="15"/>
                        </a:lnTo>
                        <a:lnTo>
                          <a:pt x="1" y="12"/>
                        </a:lnTo>
                        <a:lnTo>
                          <a:pt x="1" y="12"/>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45" name="Freeform 932">
                    <a:extLst>
                      <a:ext uri="{FF2B5EF4-FFF2-40B4-BE49-F238E27FC236}">
                        <a16:creationId xmlns:a16="http://schemas.microsoft.com/office/drawing/2014/main" id="{643A90D4-F561-4D21-3434-FA6AE58BF6FE}"/>
                      </a:ext>
                    </a:extLst>
                  </p:cNvPr>
                  <p:cNvSpPr>
                    <a:spLocks/>
                  </p:cNvSpPr>
                  <p:nvPr/>
                </p:nvSpPr>
                <p:spPr bwMode="auto">
                  <a:xfrm>
                    <a:off x="9139295" y="2823304"/>
                    <a:ext cx="80230" cy="76463"/>
                  </a:xfrm>
                  <a:custGeom>
                    <a:avLst/>
                    <a:gdLst/>
                    <a:ahLst/>
                    <a:cxnLst>
                      <a:cxn ang="0">
                        <a:pos x="16" y="88"/>
                      </a:cxn>
                      <a:cxn ang="0">
                        <a:pos x="16" y="83"/>
                      </a:cxn>
                      <a:cxn ang="0">
                        <a:pos x="16" y="79"/>
                      </a:cxn>
                      <a:cxn ang="0">
                        <a:pos x="16" y="74"/>
                      </a:cxn>
                      <a:cxn ang="0">
                        <a:pos x="18" y="70"/>
                      </a:cxn>
                      <a:cxn ang="0">
                        <a:pos x="14" y="69"/>
                      </a:cxn>
                      <a:cxn ang="0">
                        <a:pos x="11" y="65"/>
                      </a:cxn>
                      <a:cxn ang="0">
                        <a:pos x="7" y="64"/>
                      </a:cxn>
                      <a:cxn ang="0">
                        <a:pos x="3" y="64"/>
                      </a:cxn>
                      <a:cxn ang="0">
                        <a:pos x="0" y="61"/>
                      </a:cxn>
                      <a:cxn ang="0">
                        <a:pos x="4" y="53"/>
                      </a:cxn>
                      <a:cxn ang="0">
                        <a:pos x="4" y="49"/>
                      </a:cxn>
                      <a:cxn ang="0">
                        <a:pos x="11" y="39"/>
                      </a:cxn>
                      <a:cxn ang="0">
                        <a:pos x="10" y="35"/>
                      </a:cxn>
                      <a:cxn ang="0">
                        <a:pos x="7" y="31"/>
                      </a:cxn>
                      <a:cxn ang="0">
                        <a:pos x="11" y="30"/>
                      </a:cxn>
                      <a:cxn ang="0">
                        <a:pos x="10" y="26"/>
                      </a:cxn>
                      <a:cxn ang="0">
                        <a:pos x="8" y="19"/>
                      </a:cxn>
                      <a:cxn ang="0">
                        <a:pos x="8" y="11"/>
                      </a:cxn>
                      <a:cxn ang="0">
                        <a:pos x="7" y="7"/>
                      </a:cxn>
                      <a:cxn ang="0">
                        <a:pos x="18" y="1"/>
                      </a:cxn>
                      <a:cxn ang="0">
                        <a:pos x="23" y="4"/>
                      </a:cxn>
                      <a:cxn ang="0">
                        <a:pos x="30" y="2"/>
                      </a:cxn>
                      <a:cxn ang="0">
                        <a:pos x="35" y="0"/>
                      </a:cxn>
                      <a:cxn ang="0">
                        <a:pos x="38" y="2"/>
                      </a:cxn>
                      <a:cxn ang="0">
                        <a:pos x="44" y="5"/>
                      </a:cxn>
                      <a:cxn ang="0">
                        <a:pos x="48" y="0"/>
                      </a:cxn>
                      <a:cxn ang="0">
                        <a:pos x="57" y="5"/>
                      </a:cxn>
                      <a:cxn ang="0">
                        <a:pos x="61" y="7"/>
                      </a:cxn>
                      <a:cxn ang="0">
                        <a:pos x="67" y="8"/>
                      </a:cxn>
                      <a:cxn ang="0">
                        <a:pos x="72" y="12"/>
                      </a:cxn>
                      <a:cxn ang="0">
                        <a:pos x="79" y="9"/>
                      </a:cxn>
                      <a:cxn ang="0">
                        <a:pos x="83" y="12"/>
                      </a:cxn>
                      <a:cxn ang="0">
                        <a:pos x="86" y="13"/>
                      </a:cxn>
                      <a:cxn ang="0">
                        <a:pos x="86" y="20"/>
                      </a:cxn>
                      <a:cxn ang="0">
                        <a:pos x="88" y="26"/>
                      </a:cxn>
                      <a:cxn ang="0">
                        <a:pos x="88" y="31"/>
                      </a:cxn>
                      <a:cxn ang="0">
                        <a:pos x="84" y="36"/>
                      </a:cxn>
                      <a:cxn ang="0">
                        <a:pos x="80" y="46"/>
                      </a:cxn>
                      <a:cxn ang="0">
                        <a:pos x="79" y="51"/>
                      </a:cxn>
                      <a:cxn ang="0">
                        <a:pos x="79" y="60"/>
                      </a:cxn>
                      <a:cxn ang="0">
                        <a:pos x="77" y="62"/>
                      </a:cxn>
                      <a:cxn ang="0">
                        <a:pos x="80" y="69"/>
                      </a:cxn>
                      <a:cxn ang="0">
                        <a:pos x="84" y="73"/>
                      </a:cxn>
                      <a:cxn ang="0">
                        <a:pos x="86" y="80"/>
                      </a:cxn>
                      <a:cxn ang="0">
                        <a:pos x="80" y="80"/>
                      </a:cxn>
                      <a:cxn ang="0">
                        <a:pos x="77" y="77"/>
                      </a:cxn>
                      <a:cxn ang="0">
                        <a:pos x="75" y="81"/>
                      </a:cxn>
                      <a:cxn ang="0">
                        <a:pos x="61" y="81"/>
                      </a:cxn>
                      <a:cxn ang="0">
                        <a:pos x="37" y="81"/>
                      </a:cxn>
                      <a:cxn ang="0">
                        <a:pos x="27" y="87"/>
                      </a:cxn>
                      <a:cxn ang="0">
                        <a:pos x="23" y="88"/>
                      </a:cxn>
                      <a:cxn ang="0">
                        <a:pos x="16" y="92"/>
                      </a:cxn>
                    </a:cxnLst>
                    <a:rect l="0" t="0" r="r" b="b"/>
                    <a:pathLst>
                      <a:path w="88" h="92">
                        <a:moveTo>
                          <a:pt x="16" y="92"/>
                        </a:moveTo>
                        <a:lnTo>
                          <a:pt x="16" y="88"/>
                        </a:lnTo>
                        <a:lnTo>
                          <a:pt x="15" y="87"/>
                        </a:lnTo>
                        <a:lnTo>
                          <a:pt x="16" y="83"/>
                        </a:lnTo>
                        <a:lnTo>
                          <a:pt x="15" y="81"/>
                        </a:lnTo>
                        <a:lnTo>
                          <a:pt x="16" y="79"/>
                        </a:lnTo>
                        <a:lnTo>
                          <a:pt x="16" y="76"/>
                        </a:lnTo>
                        <a:lnTo>
                          <a:pt x="16" y="74"/>
                        </a:lnTo>
                        <a:lnTo>
                          <a:pt x="18" y="73"/>
                        </a:lnTo>
                        <a:lnTo>
                          <a:pt x="18" y="70"/>
                        </a:lnTo>
                        <a:lnTo>
                          <a:pt x="15" y="70"/>
                        </a:lnTo>
                        <a:lnTo>
                          <a:pt x="14" y="69"/>
                        </a:lnTo>
                        <a:lnTo>
                          <a:pt x="12" y="66"/>
                        </a:lnTo>
                        <a:lnTo>
                          <a:pt x="11" y="65"/>
                        </a:lnTo>
                        <a:lnTo>
                          <a:pt x="8" y="65"/>
                        </a:lnTo>
                        <a:lnTo>
                          <a:pt x="7" y="64"/>
                        </a:lnTo>
                        <a:lnTo>
                          <a:pt x="4" y="64"/>
                        </a:lnTo>
                        <a:lnTo>
                          <a:pt x="3" y="64"/>
                        </a:lnTo>
                        <a:lnTo>
                          <a:pt x="1" y="64"/>
                        </a:lnTo>
                        <a:lnTo>
                          <a:pt x="0" y="61"/>
                        </a:lnTo>
                        <a:lnTo>
                          <a:pt x="3" y="58"/>
                        </a:lnTo>
                        <a:lnTo>
                          <a:pt x="4" y="53"/>
                        </a:lnTo>
                        <a:lnTo>
                          <a:pt x="4" y="50"/>
                        </a:lnTo>
                        <a:lnTo>
                          <a:pt x="4" y="49"/>
                        </a:lnTo>
                        <a:lnTo>
                          <a:pt x="7" y="47"/>
                        </a:lnTo>
                        <a:lnTo>
                          <a:pt x="11" y="39"/>
                        </a:lnTo>
                        <a:lnTo>
                          <a:pt x="11" y="36"/>
                        </a:lnTo>
                        <a:lnTo>
                          <a:pt x="10" y="35"/>
                        </a:lnTo>
                        <a:lnTo>
                          <a:pt x="7" y="32"/>
                        </a:lnTo>
                        <a:lnTo>
                          <a:pt x="7" y="31"/>
                        </a:lnTo>
                        <a:lnTo>
                          <a:pt x="10" y="30"/>
                        </a:lnTo>
                        <a:lnTo>
                          <a:pt x="11" y="30"/>
                        </a:lnTo>
                        <a:lnTo>
                          <a:pt x="12" y="28"/>
                        </a:lnTo>
                        <a:lnTo>
                          <a:pt x="10" y="26"/>
                        </a:lnTo>
                        <a:lnTo>
                          <a:pt x="8" y="24"/>
                        </a:lnTo>
                        <a:lnTo>
                          <a:pt x="8" y="19"/>
                        </a:lnTo>
                        <a:lnTo>
                          <a:pt x="8" y="16"/>
                        </a:lnTo>
                        <a:lnTo>
                          <a:pt x="8" y="11"/>
                        </a:lnTo>
                        <a:lnTo>
                          <a:pt x="7" y="9"/>
                        </a:lnTo>
                        <a:lnTo>
                          <a:pt x="7" y="7"/>
                        </a:lnTo>
                        <a:lnTo>
                          <a:pt x="12" y="5"/>
                        </a:lnTo>
                        <a:lnTo>
                          <a:pt x="18" y="1"/>
                        </a:lnTo>
                        <a:lnTo>
                          <a:pt x="19" y="1"/>
                        </a:lnTo>
                        <a:lnTo>
                          <a:pt x="23" y="4"/>
                        </a:lnTo>
                        <a:lnTo>
                          <a:pt x="29" y="4"/>
                        </a:lnTo>
                        <a:lnTo>
                          <a:pt x="30" y="2"/>
                        </a:lnTo>
                        <a:lnTo>
                          <a:pt x="30" y="1"/>
                        </a:lnTo>
                        <a:lnTo>
                          <a:pt x="35" y="0"/>
                        </a:lnTo>
                        <a:lnTo>
                          <a:pt x="38" y="1"/>
                        </a:lnTo>
                        <a:lnTo>
                          <a:pt x="38" y="2"/>
                        </a:lnTo>
                        <a:lnTo>
                          <a:pt x="39" y="4"/>
                        </a:lnTo>
                        <a:lnTo>
                          <a:pt x="44" y="5"/>
                        </a:lnTo>
                        <a:lnTo>
                          <a:pt x="46" y="1"/>
                        </a:lnTo>
                        <a:lnTo>
                          <a:pt x="48" y="0"/>
                        </a:lnTo>
                        <a:lnTo>
                          <a:pt x="52" y="2"/>
                        </a:lnTo>
                        <a:lnTo>
                          <a:pt x="57" y="5"/>
                        </a:lnTo>
                        <a:lnTo>
                          <a:pt x="60" y="5"/>
                        </a:lnTo>
                        <a:lnTo>
                          <a:pt x="61" y="7"/>
                        </a:lnTo>
                        <a:lnTo>
                          <a:pt x="64" y="7"/>
                        </a:lnTo>
                        <a:lnTo>
                          <a:pt x="67" y="8"/>
                        </a:lnTo>
                        <a:lnTo>
                          <a:pt x="68" y="11"/>
                        </a:lnTo>
                        <a:lnTo>
                          <a:pt x="72" y="12"/>
                        </a:lnTo>
                        <a:lnTo>
                          <a:pt x="76" y="12"/>
                        </a:lnTo>
                        <a:lnTo>
                          <a:pt x="79" y="9"/>
                        </a:lnTo>
                        <a:lnTo>
                          <a:pt x="80" y="11"/>
                        </a:lnTo>
                        <a:lnTo>
                          <a:pt x="83" y="12"/>
                        </a:lnTo>
                        <a:lnTo>
                          <a:pt x="86" y="12"/>
                        </a:lnTo>
                        <a:lnTo>
                          <a:pt x="86" y="13"/>
                        </a:lnTo>
                        <a:lnTo>
                          <a:pt x="84" y="17"/>
                        </a:lnTo>
                        <a:lnTo>
                          <a:pt x="86" y="20"/>
                        </a:lnTo>
                        <a:lnTo>
                          <a:pt x="86" y="23"/>
                        </a:lnTo>
                        <a:lnTo>
                          <a:pt x="88" y="26"/>
                        </a:lnTo>
                        <a:lnTo>
                          <a:pt x="88" y="28"/>
                        </a:lnTo>
                        <a:lnTo>
                          <a:pt x="88" y="31"/>
                        </a:lnTo>
                        <a:lnTo>
                          <a:pt x="88" y="35"/>
                        </a:lnTo>
                        <a:lnTo>
                          <a:pt x="84" y="36"/>
                        </a:lnTo>
                        <a:lnTo>
                          <a:pt x="80" y="43"/>
                        </a:lnTo>
                        <a:lnTo>
                          <a:pt x="80" y="46"/>
                        </a:lnTo>
                        <a:lnTo>
                          <a:pt x="79" y="49"/>
                        </a:lnTo>
                        <a:lnTo>
                          <a:pt x="79" y="51"/>
                        </a:lnTo>
                        <a:lnTo>
                          <a:pt x="77" y="53"/>
                        </a:lnTo>
                        <a:lnTo>
                          <a:pt x="79" y="60"/>
                        </a:lnTo>
                        <a:lnTo>
                          <a:pt x="77" y="61"/>
                        </a:lnTo>
                        <a:lnTo>
                          <a:pt x="77" y="62"/>
                        </a:lnTo>
                        <a:lnTo>
                          <a:pt x="79" y="64"/>
                        </a:lnTo>
                        <a:lnTo>
                          <a:pt x="80" y="69"/>
                        </a:lnTo>
                        <a:lnTo>
                          <a:pt x="82" y="72"/>
                        </a:lnTo>
                        <a:lnTo>
                          <a:pt x="84" y="73"/>
                        </a:lnTo>
                        <a:lnTo>
                          <a:pt x="86" y="76"/>
                        </a:lnTo>
                        <a:lnTo>
                          <a:pt x="86" y="80"/>
                        </a:lnTo>
                        <a:lnTo>
                          <a:pt x="83" y="80"/>
                        </a:lnTo>
                        <a:lnTo>
                          <a:pt x="80" y="80"/>
                        </a:lnTo>
                        <a:lnTo>
                          <a:pt x="80" y="81"/>
                        </a:lnTo>
                        <a:lnTo>
                          <a:pt x="77" y="77"/>
                        </a:lnTo>
                        <a:lnTo>
                          <a:pt x="75" y="79"/>
                        </a:lnTo>
                        <a:lnTo>
                          <a:pt x="75" y="81"/>
                        </a:lnTo>
                        <a:lnTo>
                          <a:pt x="68" y="79"/>
                        </a:lnTo>
                        <a:lnTo>
                          <a:pt x="61" y="81"/>
                        </a:lnTo>
                        <a:lnTo>
                          <a:pt x="42" y="81"/>
                        </a:lnTo>
                        <a:lnTo>
                          <a:pt x="37" y="81"/>
                        </a:lnTo>
                        <a:lnTo>
                          <a:pt x="37" y="83"/>
                        </a:lnTo>
                        <a:lnTo>
                          <a:pt x="27" y="87"/>
                        </a:lnTo>
                        <a:lnTo>
                          <a:pt x="26" y="88"/>
                        </a:lnTo>
                        <a:lnTo>
                          <a:pt x="23" y="88"/>
                        </a:lnTo>
                        <a:lnTo>
                          <a:pt x="18" y="92"/>
                        </a:lnTo>
                        <a:lnTo>
                          <a:pt x="16" y="92"/>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46" name="Freeform 933">
                    <a:extLst>
                      <a:ext uri="{FF2B5EF4-FFF2-40B4-BE49-F238E27FC236}">
                        <a16:creationId xmlns:a16="http://schemas.microsoft.com/office/drawing/2014/main" id="{0736D56D-2250-4259-7B00-4873CEC6514D}"/>
                      </a:ext>
                    </a:extLst>
                  </p:cNvPr>
                  <p:cNvSpPr>
                    <a:spLocks/>
                  </p:cNvSpPr>
                  <p:nvPr/>
                </p:nvSpPr>
                <p:spPr bwMode="auto">
                  <a:xfrm>
                    <a:off x="9209496" y="2816655"/>
                    <a:ext cx="54703" cy="77295"/>
                  </a:xfrm>
                  <a:custGeom>
                    <a:avLst/>
                    <a:gdLst/>
                    <a:ahLst/>
                    <a:cxnLst>
                      <a:cxn ang="0">
                        <a:pos x="3" y="88"/>
                      </a:cxn>
                      <a:cxn ang="0">
                        <a:pos x="9" y="88"/>
                      </a:cxn>
                      <a:cxn ang="0">
                        <a:pos x="7" y="81"/>
                      </a:cxn>
                      <a:cxn ang="0">
                        <a:pos x="3" y="77"/>
                      </a:cxn>
                      <a:cxn ang="0">
                        <a:pos x="0" y="70"/>
                      </a:cxn>
                      <a:cxn ang="0">
                        <a:pos x="2" y="68"/>
                      </a:cxn>
                      <a:cxn ang="0">
                        <a:pos x="2" y="59"/>
                      </a:cxn>
                      <a:cxn ang="0">
                        <a:pos x="3" y="54"/>
                      </a:cxn>
                      <a:cxn ang="0">
                        <a:pos x="7" y="44"/>
                      </a:cxn>
                      <a:cxn ang="0">
                        <a:pos x="11" y="39"/>
                      </a:cxn>
                      <a:cxn ang="0">
                        <a:pos x="11" y="34"/>
                      </a:cxn>
                      <a:cxn ang="0">
                        <a:pos x="9" y="28"/>
                      </a:cxn>
                      <a:cxn ang="0">
                        <a:pos x="9" y="21"/>
                      </a:cxn>
                      <a:cxn ang="0">
                        <a:pos x="7" y="12"/>
                      </a:cxn>
                      <a:cxn ang="0">
                        <a:pos x="5" y="6"/>
                      </a:cxn>
                      <a:cxn ang="0">
                        <a:pos x="10" y="2"/>
                      </a:cxn>
                      <a:cxn ang="0">
                        <a:pos x="21" y="2"/>
                      </a:cxn>
                      <a:cxn ang="0">
                        <a:pos x="34" y="1"/>
                      </a:cxn>
                      <a:cxn ang="0">
                        <a:pos x="41" y="0"/>
                      </a:cxn>
                      <a:cxn ang="0">
                        <a:pos x="43" y="4"/>
                      </a:cxn>
                      <a:cxn ang="0">
                        <a:pos x="44" y="8"/>
                      </a:cxn>
                      <a:cxn ang="0">
                        <a:pos x="49" y="12"/>
                      </a:cxn>
                      <a:cxn ang="0">
                        <a:pos x="51" y="17"/>
                      </a:cxn>
                      <a:cxn ang="0">
                        <a:pos x="52" y="24"/>
                      </a:cxn>
                      <a:cxn ang="0">
                        <a:pos x="53" y="29"/>
                      </a:cxn>
                      <a:cxn ang="0">
                        <a:pos x="52" y="34"/>
                      </a:cxn>
                      <a:cxn ang="0">
                        <a:pos x="55" y="38"/>
                      </a:cxn>
                      <a:cxn ang="0">
                        <a:pos x="55" y="42"/>
                      </a:cxn>
                      <a:cxn ang="0">
                        <a:pos x="55" y="49"/>
                      </a:cxn>
                      <a:cxn ang="0">
                        <a:pos x="53" y="59"/>
                      </a:cxn>
                      <a:cxn ang="0">
                        <a:pos x="53" y="65"/>
                      </a:cxn>
                      <a:cxn ang="0">
                        <a:pos x="55" y="73"/>
                      </a:cxn>
                      <a:cxn ang="0">
                        <a:pos x="58" y="74"/>
                      </a:cxn>
                      <a:cxn ang="0">
                        <a:pos x="52" y="78"/>
                      </a:cxn>
                      <a:cxn ang="0">
                        <a:pos x="37" y="88"/>
                      </a:cxn>
                      <a:cxn ang="0">
                        <a:pos x="17" y="93"/>
                      </a:cxn>
                      <a:cxn ang="0">
                        <a:pos x="3" y="91"/>
                      </a:cxn>
                    </a:cxnLst>
                    <a:rect l="0" t="0" r="r" b="b"/>
                    <a:pathLst>
                      <a:path w="60" h="93">
                        <a:moveTo>
                          <a:pt x="3" y="89"/>
                        </a:moveTo>
                        <a:lnTo>
                          <a:pt x="3" y="88"/>
                        </a:lnTo>
                        <a:lnTo>
                          <a:pt x="6" y="88"/>
                        </a:lnTo>
                        <a:lnTo>
                          <a:pt x="9" y="88"/>
                        </a:lnTo>
                        <a:lnTo>
                          <a:pt x="9" y="84"/>
                        </a:lnTo>
                        <a:lnTo>
                          <a:pt x="7" y="81"/>
                        </a:lnTo>
                        <a:lnTo>
                          <a:pt x="5" y="80"/>
                        </a:lnTo>
                        <a:lnTo>
                          <a:pt x="3" y="77"/>
                        </a:lnTo>
                        <a:lnTo>
                          <a:pt x="2" y="72"/>
                        </a:lnTo>
                        <a:lnTo>
                          <a:pt x="0" y="70"/>
                        </a:lnTo>
                        <a:lnTo>
                          <a:pt x="0" y="69"/>
                        </a:lnTo>
                        <a:lnTo>
                          <a:pt x="2" y="68"/>
                        </a:lnTo>
                        <a:lnTo>
                          <a:pt x="0" y="61"/>
                        </a:lnTo>
                        <a:lnTo>
                          <a:pt x="2" y="59"/>
                        </a:lnTo>
                        <a:lnTo>
                          <a:pt x="2" y="57"/>
                        </a:lnTo>
                        <a:lnTo>
                          <a:pt x="3" y="54"/>
                        </a:lnTo>
                        <a:lnTo>
                          <a:pt x="3" y="51"/>
                        </a:lnTo>
                        <a:lnTo>
                          <a:pt x="7" y="44"/>
                        </a:lnTo>
                        <a:lnTo>
                          <a:pt x="11" y="43"/>
                        </a:lnTo>
                        <a:lnTo>
                          <a:pt x="11" y="39"/>
                        </a:lnTo>
                        <a:lnTo>
                          <a:pt x="11" y="36"/>
                        </a:lnTo>
                        <a:lnTo>
                          <a:pt x="11" y="34"/>
                        </a:lnTo>
                        <a:lnTo>
                          <a:pt x="9" y="31"/>
                        </a:lnTo>
                        <a:lnTo>
                          <a:pt x="9" y="28"/>
                        </a:lnTo>
                        <a:lnTo>
                          <a:pt x="7" y="25"/>
                        </a:lnTo>
                        <a:lnTo>
                          <a:pt x="9" y="21"/>
                        </a:lnTo>
                        <a:lnTo>
                          <a:pt x="9" y="16"/>
                        </a:lnTo>
                        <a:lnTo>
                          <a:pt x="7" y="12"/>
                        </a:lnTo>
                        <a:lnTo>
                          <a:pt x="5" y="10"/>
                        </a:lnTo>
                        <a:lnTo>
                          <a:pt x="5" y="6"/>
                        </a:lnTo>
                        <a:lnTo>
                          <a:pt x="5" y="2"/>
                        </a:lnTo>
                        <a:lnTo>
                          <a:pt x="10" y="2"/>
                        </a:lnTo>
                        <a:lnTo>
                          <a:pt x="19" y="2"/>
                        </a:lnTo>
                        <a:lnTo>
                          <a:pt x="21" y="2"/>
                        </a:lnTo>
                        <a:lnTo>
                          <a:pt x="29" y="2"/>
                        </a:lnTo>
                        <a:lnTo>
                          <a:pt x="34" y="1"/>
                        </a:lnTo>
                        <a:lnTo>
                          <a:pt x="37" y="1"/>
                        </a:lnTo>
                        <a:lnTo>
                          <a:pt x="41" y="0"/>
                        </a:lnTo>
                        <a:lnTo>
                          <a:pt x="41" y="0"/>
                        </a:lnTo>
                        <a:lnTo>
                          <a:pt x="43" y="4"/>
                        </a:lnTo>
                        <a:lnTo>
                          <a:pt x="44" y="5"/>
                        </a:lnTo>
                        <a:lnTo>
                          <a:pt x="44" y="8"/>
                        </a:lnTo>
                        <a:lnTo>
                          <a:pt x="48" y="10"/>
                        </a:lnTo>
                        <a:lnTo>
                          <a:pt x="49" y="12"/>
                        </a:lnTo>
                        <a:lnTo>
                          <a:pt x="52" y="15"/>
                        </a:lnTo>
                        <a:lnTo>
                          <a:pt x="51" y="17"/>
                        </a:lnTo>
                        <a:lnTo>
                          <a:pt x="51" y="23"/>
                        </a:lnTo>
                        <a:lnTo>
                          <a:pt x="52" y="24"/>
                        </a:lnTo>
                        <a:lnTo>
                          <a:pt x="53" y="24"/>
                        </a:lnTo>
                        <a:lnTo>
                          <a:pt x="53" y="29"/>
                        </a:lnTo>
                        <a:lnTo>
                          <a:pt x="53" y="31"/>
                        </a:lnTo>
                        <a:lnTo>
                          <a:pt x="52" y="34"/>
                        </a:lnTo>
                        <a:lnTo>
                          <a:pt x="53" y="35"/>
                        </a:lnTo>
                        <a:lnTo>
                          <a:pt x="55" y="38"/>
                        </a:lnTo>
                        <a:lnTo>
                          <a:pt x="53" y="39"/>
                        </a:lnTo>
                        <a:lnTo>
                          <a:pt x="55" y="42"/>
                        </a:lnTo>
                        <a:lnTo>
                          <a:pt x="53" y="46"/>
                        </a:lnTo>
                        <a:lnTo>
                          <a:pt x="55" y="49"/>
                        </a:lnTo>
                        <a:lnTo>
                          <a:pt x="55" y="57"/>
                        </a:lnTo>
                        <a:lnTo>
                          <a:pt x="53" y="59"/>
                        </a:lnTo>
                        <a:lnTo>
                          <a:pt x="53" y="61"/>
                        </a:lnTo>
                        <a:lnTo>
                          <a:pt x="53" y="65"/>
                        </a:lnTo>
                        <a:lnTo>
                          <a:pt x="53" y="69"/>
                        </a:lnTo>
                        <a:lnTo>
                          <a:pt x="55" y="73"/>
                        </a:lnTo>
                        <a:lnTo>
                          <a:pt x="56" y="73"/>
                        </a:lnTo>
                        <a:lnTo>
                          <a:pt x="58" y="74"/>
                        </a:lnTo>
                        <a:lnTo>
                          <a:pt x="60" y="77"/>
                        </a:lnTo>
                        <a:lnTo>
                          <a:pt x="52" y="78"/>
                        </a:lnTo>
                        <a:lnTo>
                          <a:pt x="45" y="81"/>
                        </a:lnTo>
                        <a:lnTo>
                          <a:pt x="37" y="88"/>
                        </a:lnTo>
                        <a:lnTo>
                          <a:pt x="29" y="88"/>
                        </a:lnTo>
                        <a:lnTo>
                          <a:pt x="17" y="93"/>
                        </a:lnTo>
                        <a:lnTo>
                          <a:pt x="11" y="92"/>
                        </a:lnTo>
                        <a:lnTo>
                          <a:pt x="3" y="91"/>
                        </a:lnTo>
                        <a:lnTo>
                          <a:pt x="3" y="89"/>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47" name="Freeform 935">
                    <a:extLst>
                      <a:ext uri="{FF2B5EF4-FFF2-40B4-BE49-F238E27FC236}">
                        <a16:creationId xmlns:a16="http://schemas.microsoft.com/office/drawing/2014/main" id="{A7BA2A90-3C57-B8D8-B973-D67CF1B1C2A6}"/>
                      </a:ext>
                    </a:extLst>
                  </p:cNvPr>
                  <p:cNvSpPr>
                    <a:spLocks/>
                  </p:cNvSpPr>
                  <p:nvPr/>
                </p:nvSpPr>
                <p:spPr bwMode="auto">
                  <a:xfrm>
                    <a:off x="9246877" y="2816655"/>
                    <a:ext cx="26440" cy="63997"/>
                  </a:xfrm>
                  <a:custGeom>
                    <a:avLst/>
                    <a:gdLst/>
                    <a:ahLst/>
                    <a:cxnLst>
                      <a:cxn ang="0">
                        <a:pos x="17" y="4"/>
                      </a:cxn>
                      <a:cxn ang="0">
                        <a:pos x="2" y="0"/>
                      </a:cxn>
                      <a:cxn ang="0">
                        <a:pos x="0" y="0"/>
                      </a:cxn>
                      <a:cxn ang="0">
                        <a:pos x="2" y="4"/>
                      </a:cxn>
                      <a:cxn ang="0">
                        <a:pos x="3" y="5"/>
                      </a:cxn>
                      <a:cxn ang="0">
                        <a:pos x="3" y="8"/>
                      </a:cxn>
                      <a:cxn ang="0">
                        <a:pos x="7" y="10"/>
                      </a:cxn>
                      <a:cxn ang="0">
                        <a:pos x="8" y="12"/>
                      </a:cxn>
                      <a:cxn ang="0">
                        <a:pos x="11" y="15"/>
                      </a:cxn>
                      <a:cxn ang="0">
                        <a:pos x="10" y="17"/>
                      </a:cxn>
                      <a:cxn ang="0">
                        <a:pos x="10" y="23"/>
                      </a:cxn>
                      <a:cxn ang="0">
                        <a:pos x="11" y="24"/>
                      </a:cxn>
                      <a:cxn ang="0">
                        <a:pos x="12" y="24"/>
                      </a:cxn>
                      <a:cxn ang="0">
                        <a:pos x="12" y="29"/>
                      </a:cxn>
                      <a:cxn ang="0">
                        <a:pos x="12" y="31"/>
                      </a:cxn>
                      <a:cxn ang="0">
                        <a:pos x="11" y="34"/>
                      </a:cxn>
                      <a:cxn ang="0">
                        <a:pos x="12" y="35"/>
                      </a:cxn>
                      <a:cxn ang="0">
                        <a:pos x="14" y="38"/>
                      </a:cxn>
                      <a:cxn ang="0">
                        <a:pos x="12" y="39"/>
                      </a:cxn>
                      <a:cxn ang="0">
                        <a:pos x="14" y="42"/>
                      </a:cxn>
                      <a:cxn ang="0">
                        <a:pos x="12" y="46"/>
                      </a:cxn>
                      <a:cxn ang="0">
                        <a:pos x="14" y="49"/>
                      </a:cxn>
                      <a:cxn ang="0">
                        <a:pos x="14" y="57"/>
                      </a:cxn>
                      <a:cxn ang="0">
                        <a:pos x="12" y="59"/>
                      </a:cxn>
                      <a:cxn ang="0">
                        <a:pos x="12" y="61"/>
                      </a:cxn>
                      <a:cxn ang="0">
                        <a:pos x="12" y="65"/>
                      </a:cxn>
                      <a:cxn ang="0">
                        <a:pos x="12" y="69"/>
                      </a:cxn>
                      <a:cxn ang="0">
                        <a:pos x="14" y="73"/>
                      </a:cxn>
                      <a:cxn ang="0">
                        <a:pos x="15" y="73"/>
                      </a:cxn>
                      <a:cxn ang="0">
                        <a:pos x="17" y="74"/>
                      </a:cxn>
                      <a:cxn ang="0">
                        <a:pos x="19" y="77"/>
                      </a:cxn>
                      <a:cxn ang="0">
                        <a:pos x="19" y="77"/>
                      </a:cxn>
                      <a:cxn ang="0">
                        <a:pos x="27" y="72"/>
                      </a:cxn>
                      <a:cxn ang="0">
                        <a:pos x="29" y="72"/>
                      </a:cxn>
                      <a:cxn ang="0">
                        <a:pos x="29" y="69"/>
                      </a:cxn>
                      <a:cxn ang="0">
                        <a:pos x="27" y="66"/>
                      </a:cxn>
                      <a:cxn ang="0">
                        <a:pos x="27" y="62"/>
                      </a:cxn>
                      <a:cxn ang="0">
                        <a:pos x="26" y="58"/>
                      </a:cxn>
                      <a:cxn ang="0">
                        <a:pos x="27" y="42"/>
                      </a:cxn>
                      <a:cxn ang="0">
                        <a:pos x="27" y="39"/>
                      </a:cxn>
                      <a:cxn ang="0">
                        <a:pos x="29" y="38"/>
                      </a:cxn>
                      <a:cxn ang="0">
                        <a:pos x="29" y="34"/>
                      </a:cxn>
                      <a:cxn ang="0">
                        <a:pos x="27" y="32"/>
                      </a:cxn>
                      <a:cxn ang="0">
                        <a:pos x="27" y="28"/>
                      </a:cxn>
                      <a:cxn ang="0">
                        <a:pos x="26" y="21"/>
                      </a:cxn>
                      <a:cxn ang="0">
                        <a:pos x="23" y="15"/>
                      </a:cxn>
                      <a:cxn ang="0">
                        <a:pos x="22" y="13"/>
                      </a:cxn>
                      <a:cxn ang="0">
                        <a:pos x="21" y="12"/>
                      </a:cxn>
                      <a:cxn ang="0">
                        <a:pos x="17" y="9"/>
                      </a:cxn>
                      <a:cxn ang="0">
                        <a:pos x="15" y="5"/>
                      </a:cxn>
                      <a:cxn ang="0">
                        <a:pos x="17" y="4"/>
                      </a:cxn>
                    </a:cxnLst>
                    <a:rect l="0" t="0" r="r" b="b"/>
                    <a:pathLst>
                      <a:path w="29" h="77">
                        <a:moveTo>
                          <a:pt x="17" y="4"/>
                        </a:moveTo>
                        <a:lnTo>
                          <a:pt x="2" y="0"/>
                        </a:lnTo>
                        <a:lnTo>
                          <a:pt x="0" y="0"/>
                        </a:lnTo>
                        <a:lnTo>
                          <a:pt x="2" y="4"/>
                        </a:lnTo>
                        <a:lnTo>
                          <a:pt x="3" y="5"/>
                        </a:lnTo>
                        <a:lnTo>
                          <a:pt x="3" y="8"/>
                        </a:lnTo>
                        <a:lnTo>
                          <a:pt x="7" y="10"/>
                        </a:lnTo>
                        <a:lnTo>
                          <a:pt x="8" y="12"/>
                        </a:lnTo>
                        <a:lnTo>
                          <a:pt x="11" y="15"/>
                        </a:lnTo>
                        <a:lnTo>
                          <a:pt x="10" y="17"/>
                        </a:lnTo>
                        <a:lnTo>
                          <a:pt x="10" y="23"/>
                        </a:lnTo>
                        <a:lnTo>
                          <a:pt x="11" y="24"/>
                        </a:lnTo>
                        <a:lnTo>
                          <a:pt x="12" y="24"/>
                        </a:lnTo>
                        <a:lnTo>
                          <a:pt x="12" y="29"/>
                        </a:lnTo>
                        <a:lnTo>
                          <a:pt x="12" y="31"/>
                        </a:lnTo>
                        <a:lnTo>
                          <a:pt x="11" y="34"/>
                        </a:lnTo>
                        <a:lnTo>
                          <a:pt x="12" y="35"/>
                        </a:lnTo>
                        <a:lnTo>
                          <a:pt x="14" y="38"/>
                        </a:lnTo>
                        <a:lnTo>
                          <a:pt x="12" y="39"/>
                        </a:lnTo>
                        <a:lnTo>
                          <a:pt x="14" y="42"/>
                        </a:lnTo>
                        <a:lnTo>
                          <a:pt x="12" y="46"/>
                        </a:lnTo>
                        <a:lnTo>
                          <a:pt x="14" y="49"/>
                        </a:lnTo>
                        <a:lnTo>
                          <a:pt x="14" y="57"/>
                        </a:lnTo>
                        <a:lnTo>
                          <a:pt x="12" y="59"/>
                        </a:lnTo>
                        <a:lnTo>
                          <a:pt x="12" y="61"/>
                        </a:lnTo>
                        <a:lnTo>
                          <a:pt x="12" y="65"/>
                        </a:lnTo>
                        <a:lnTo>
                          <a:pt x="12" y="69"/>
                        </a:lnTo>
                        <a:lnTo>
                          <a:pt x="14" y="73"/>
                        </a:lnTo>
                        <a:lnTo>
                          <a:pt x="15" y="73"/>
                        </a:lnTo>
                        <a:lnTo>
                          <a:pt x="17" y="74"/>
                        </a:lnTo>
                        <a:lnTo>
                          <a:pt x="19" y="77"/>
                        </a:lnTo>
                        <a:lnTo>
                          <a:pt x="19" y="77"/>
                        </a:lnTo>
                        <a:lnTo>
                          <a:pt x="27" y="72"/>
                        </a:lnTo>
                        <a:lnTo>
                          <a:pt x="29" y="72"/>
                        </a:lnTo>
                        <a:lnTo>
                          <a:pt x="29" y="69"/>
                        </a:lnTo>
                        <a:lnTo>
                          <a:pt x="27" y="66"/>
                        </a:lnTo>
                        <a:lnTo>
                          <a:pt x="27" y="62"/>
                        </a:lnTo>
                        <a:lnTo>
                          <a:pt x="26" y="58"/>
                        </a:lnTo>
                        <a:lnTo>
                          <a:pt x="27" y="42"/>
                        </a:lnTo>
                        <a:lnTo>
                          <a:pt x="27" y="39"/>
                        </a:lnTo>
                        <a:lnTo>
                          <a:pt x="29" y="38"/>
                        </a:lnTo>
                        <a:lnTo>
                          <a:pt x="29" y="34"/>
                        </a:lnTo>
                        <a:lnTo>
                          <a:pt x="27" y="32"/>
                        </a:lnTo>
                        <a:lnTo>
                          <a:pt x="27" y="28"/>
                        </a:lnTo>
                        <a:lnTo>
                          <a:pt x="26" y="21"/>
                        </a:lnTo>
                        <a:lnTo>
                          <a:pt x="23" y="15"/>
                        </a:lnTo>
                        <a:lnTo>
                          <a:pt x="22" y="13"/>
                        </a:lnTo>
                        <a:lnTo>
                          <a:pt x="21" y="12"/>
                        </a:lnTo>
                        <a:lnTo>
                          <a:pt x="17" y="9"/>
                        </a:lnTo>
                        <a:lnTo>
                          <a:pt x="15" y="5"/>
                        </a:lnTo>
                        <a:lnTo>
                          <a:pt x="17" y="4"/>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48" name="Freeform 936">
                    <a:extLst>
                      <a:ext uri="{FF2B5EF4-FFF2-40B4-BE49-F238E27FC236}">
                        <a16:creationId xmlns:a16="http://schemas.microsoft.com/office/drawing/2014/main" id="{CBB91219-EF71-C233-7F05-9D7BC4229966}"/>
                      </a:ext>
                    </a:extLst>
                  </p:cNvPr>
                  <p:cNvSpPr>
                    <a:spLocks/>
                  </p:cNvSpPr>
                  <p:nvPr/>
                </p:nvSpPr>
                <p:spPr bwMode="auto">
                  <a:xfrm>
                    <a:off x="9260552" y="2799201"/>
                    <a:ext cx="41027" cy="78125"/>
                  </a:xfrm>
                  <a:custGeom>
                    <a:avLst/>
                    <a:gdLst/>
                    <a:ahLst/>
                    <a:cxnLst>
                      <a:cxn ang="0">
                        <a:pos x="22" y="8"/>
                      </a:cxn>
                      <a:cxn ang="0">
                        <a:pos x="16" y="12"/>
                      </a:cxn>
                      <a:cxn ang="0">
                        <a:pos x="10" y="14"/>
                      </a:cxn>
                      <a:cxn ang="0">
                        <a:pos x="7" y="18"/>
                      </a:cxn>
                      <a:cxn ang="0">
                        <a:pos x="6" y="22"/>
                      </a:cxn>
                      <a:cxn ang="0">
                        <a:pos x="0" y="26"/>
                      </a:cxn>
                      <a:cxn ang="0">
                        <a:pos x="6" y="33"/>
                      </a:cxn>
                      <a:cxn ang="0">
                        <a:pos x="8" y="36"/>
                      </a:cxn>
                      <a:cxn ang="0">
                        <a:pos x="12" y="49"/>
                      </a:cxn>
                      <a:cxn ang="0">
                        <a:pos x="14" y="55"/>
                      </a:cxn>
                      <a:cxn ang="0">
                        <a:pos x="12" y="60"/>
                      </a:cxn>
                      <a:cxn ang="0">
                        <a:pos x="11" y="79"/>
                      </a:cxn>
                      <a:cxn ang="0">
                        <a:pos x="12" y="87"/>
                      </a:cxn>
                      <a:cxn ang="0">
                        <a:pos x="14" y="93"/>
                      </a:cxn>
                      <a:cxn ang="0">
                        <a:pos x="29" y="90"/>
                      </a:cxn>
                      <a:cxn ang="0">
                        <a:pos x="29" y="87"/>
                      </a:cxn>
                      <a:cxn ang="0">
                        <a:pos x="29" y="78"/>
                      </a:cxn>
                      <a:cxn ang="0">
                        <a:pos x="29" y="70"/>
                      </a:cxn>
                      <a:cxn ang="0">
                        <a:pos x="29" y="67"/>
                      </a:cxn>
                      <a:cxn ang="0">
                        <a:pos x="29" y="64"/>
                      </a:cxn>
                      <a:cxn ang="0">
                        <a:pos x="29" y="61"/>
                      </a:cxn>
                      <a:cxn ang="0">
                        <a:pos x="29" y="56"/>
                      </a:cxn>
                      <a:cxn ang="0">
                        <a:pos x="30" y="52"/>
                      </a:cxn>
                      <a:cxn ang="0">
                        <a:pos x="33" y="50"/>
                      </a:cxn>
                      <a:cxn ang="0">
                        <a:pos x="36" y="46"/>
                      </a:cxn>
                      <a:cxn ang="0">
                        <a:pos x="38" y="41"/>
                      </a:cxn>
                      <a:cxn ang="0">
                        <a:pos x="42" y="40"/>
                      </a:cxn>
                      <a:cxn ang="0">
                        <a:pos x="41" y="34"/>
                      </a:cxn>
                      <a:cxn ang="0">
                        <a:pos x="42" y="31"/>
                      </a:cxn>
                      <a:cxn ang="0">
                        <a:pos x="45" y="30"/>
                      </a:cxn>
                      <a:cxn ang="0">
                        <a:pos x="44" y="22"/>
                      </a:cxn>
                      <a:cxn ang="0">
                        <a:pos x="40" y="17"/>
                      </a:cxn>
                      <a:cxn ang="0">
                        <a:pos x="41" y="12"/>
                      </a:cxn>
                      <a:cxn ang="0">
                        <a:pos x="34" y="8"/>
                      </a:cxn>
                      <a:cxn ang="0">
                        <a:pos x="27" y="0"/>
                      </a:cxn>
                      <a:cxn ang="0">
                        <a:pos x="26" y="4"/>
                      </a:cxn>
                      <a:cxn ang="0">
                        <a:pos x="22" y="6"/>
                      </a:cxn>
                    </a:cxnLst>
                    <a:rect l="0" t="0" r="r" b="b"/>
                    <a:pathLst>
                      <a:path w="45" h="94">
                        <a:moveTo>
                          <a:pt x="22" y="6"/>
                        </a:moveTo>
                        <a:lnTo>
                          <a:pt x="22" y="8"/>
                        </a:lnTo>
                        <a:lnTo>
                          <a:pt x="19" y="12"/>
                        </a:lnTo>
                        <a:lnTo>
                          <a:pt x="16" y="12"/>
                        </a:lnTo>
                        <a:lnTo>
                          <a:pt x="11" y="14"/>
                        </a:lnTo>
                        <a:lnTo>
                          <a:pt x="10" y="14"/>
                        </a:lnTo>
                        <a:lnTo>
                          <a:pt x="7" y="15"/>
                        </a:lnTo>
                        <a:lnTo>
                          <a:pt x="7" y="18"/>
                        </a:lnTo>
                        <a:lnTo>
                          <a:pt x="6" y="19"/>
                        </a:lnTo>
                        <a:lnTo>
                          <a:pt x="6" y="22"/>
                        </a:lnTo>
                        <a:lnTo>
                          <a:pt x="2" y="23"/>
                        </a:lnTo>
                        <a:lnTo>
                          <a:pt x="0" y="26"/>
                        </a:lnTo>
                        <a:lnTo>
                          <a:pt x="2" y="30"/>
                        </a:lnTo>
                        <a:lnTo>
                          <a:pt x="6" y="33"/>
                        </a:lnTo>
                        <a:lnTo>
                          <a:pt x="7" y="34"/>
                        </a:lnTo>
                        <a:lnTo>
                          <a:pt x="8" y="36"/>
                        </a:lnTo>
                        <a:lnTo>
                          <a:pt x="11" y="42"/>
                        </a:lnTo>
                        <a:lnTo>
                          <a:pt x="12" y="49"/>
                        </a:lnTo>
                        <a:lnTo>
                          <a:pt x="12" y="53"/>
                        </a:lnTo>
                        <a:lnTo>
                          <a:pt x="14" y="55"/>
                        </a:lnTo>
                        <a:lnTo>
                          <a:pt x="14" y="59"/>
                        </a:lnTo>
                        <a:lnTo>
                          <a:pt x="12" y="60"/>
                        </a:lnTo>
                        <a:lnTo>
                          <a:pt x="12" y="63"/>
                        </a:lnTo>
                        <a:lnTo>
                          <a:pt x="11" y="79"/>
                        </a:lnTo>
                        <a:lnTo>
                          <a:pt x="12" y="83"/>
                        </a:lnTo>
                        <a:lnTo>
                          <a:pt x="12" y="87"/>
                        </a:lnTo>
                        <a:lnTo>
                          <a:pt x="14" y="90"/>
                        </a:lnTo>
                        <a:lnTo>
                          <a:pt x="14" y="93"/>
                        </a:lnTo>
                        <a:lnTo>
                          <a:pt x="19" y="94"/>
                        </a:lnTo>
                        <a:lnTo>
                          <a:pt x="29" y="90"/>
                        </a:lnTo>
                        <a:lnTo>
                          <a:pt x="29" y="90"/>
                        </a:lnTo>
                        <a:lnTo>
                          <a:pt x="29" y="87"/>
                        </a:lnTo>
                        <a:lnTo>
                          <a:pt x="30" y="80"/>
                        </a:lnTo>
                        <a:lnTo>
                          <a:pt x="29" y="78"/>
                        </a:lnTo>
                        <a:lnTo>
                          <a:pt x="29" y="76"/>
                        </a:lnTo>
                        <a:lnTo>
                          <a:pt x="29" y="70"/>
                        </a:lnTo>
                        <a:lnTo>
                          <a:pt x="29" y="68"/>
                        </a:lnTo>
                        <a:lnTo>
                          <a:pt x="29" y="67"/>
                        </a:lnTo>
                        <a:lnTo>
                          <a:pt x="29" y="65"/>
                        </a:lnTo>
                        <a:lnTo>
                          <a:pt x="29" y="64"/>
                        </a:lnTo>
                        <a:lnTo>
                          <a:pt x="29" y="61"/>
                        </a:lnTo>
                        <a:lnTo>
                          <a:pt x="29" y="61"/>
                        </a:lnTo>
                        <a:lnTo>
                          <a:pt x="29" y="57"/>
                        </a:lnTo>
                        <a:lnTo>
                          <a:pt x="29" y="56"/>
                        </a:lnTo>
                        <a:lnTo>
                          <a:pt x="29" y="53"/>
                        </a:lnTo>
                        <a:lnTo>
                          <a:pt x="30" y="52"/>
                        </a:lnTo>
                        <a:lnTo>
                          <a:pt x="31" y="50"/>
                        </a:lnTo>
                        <a:lnTo>
                          <a:pt x="33" y="50"/>
                        </a:lnTo>
                        <a:lnTo>
                          <a:pt x="34" y="49"/>
                        </a:lnTo>
                        <a:lnTo>
                          <a:pt x="36" y="46"/>
                        </a:lnTo>
                        <a:lnTo>
                          <a:pt x="38" y="44"/>
                        </a:lnTo>
                        <a:lnTo>
                          <a:pt x="38" y="41"/>
                        </a:lnTo>
                        <a:lnTo>
                          <a:pt x="41" y="40"/>
                        </a:lnTo>
                        <a:lnTo>
                          <a:pt x="42" y="40"/>
                        </a:lnTo>
                        <a:lnTo>
                          <a:pt x="44" y="38"/>
                        </a:lnTo>
                        <a:lnTo>
                          <a:pt x="41" y="34"/>
                        </a:lnTo>
                        <a:lnTo>
                          <a:pt x="41" y="34"/>
                        </a:lnTo>
                        <a:lnTo>
                          <a:pt x="42" y="31"/>
                        </a:lnTo>
                        <a:lnTo>
                          <a:pt x="45" y="31"/>
                        </a:lnTo>
                        <a:lnTo>
                          <a:pt x="45" y="30"/>
                        </a:lnTo>
                        <a:lnTo>
                          <a:pt x="44" y="25"/>
                        </a:lnTo>
                        <a:lnTo>
                          <a:pt x="44" y="22"/>
                        </a:lnTo>
                        <a:lnTo>
                          <a:pt x="40" y="18"/>
                        </a:lnTo>
                        <a:lnTo>
                          <a:pt x="40" y="17"/>
                        </a:lnTo>
                        <a:lnTo>
                          <a:pt x="40" y="12"/>
                        </a:lnTo>
                        <a:lnTo>
                          <a:pt x="41" y="12"/>
                        </a:lnTo>
                        <a:lnTo>
                          <a:pt x="37" y="8"/>
                        </a:lnTo>
                        <a:lnTo>
                          <a:pt x="34" y="8"/>
                        </a:lnTo>
                        <a:lnTo>
                          <a:pt x="31" y="4"/>
                        </a:lnTo>
                        <a:lnTo>
                          <a:pt x="27" y="0"/>
                        </a:lnTo>
                        <a:lnTo>
                          <a:pt x="26" y="3"/>
                        </a:lnTo>
                        <a:lnTo>
                          <a:pt x="26" y="4"/>
                        </a:lnTo>
                        <a:lnTo>
                          <a:pt x="23" y="6"/>
                        </a:lnTo>
                        <a:lnTo>
                          <a:pt x="22" y="6"/>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49" name="Freeform 937">
                    <a:extLst>
                      <a:ext uri="{FF2B5EF4-FFF2-40B4-BE49-F238E27FC236}">
                        <a16:creationId xmlns:a16="http://schemas.microsoft.com/office/drawing/2014/main" id="{57EC7316-3FA7-B7FC-A771-8F0A6E93331E}"/>
                      </a:ext>
                    </a:extLst>
                  </p:cNvPr>
                  <p:cNvSpPr>
                    <a:spLocks/>
                  </p:cNvSpPr>
                  <p:nvPr/>
                </p:nvSpPr>
                <p:spPr bwMode="auto">
                  <a:xfrm>
                    <a:off x="9260552" y="2799201"/>
                    <a:ext cx="41027" cy="78125"/>
                  </a:xfrm>
                  <a:custGeom>
                    <a:avLst/>
                    <a:gdLst/>
                    <a:ahLst/>
                    <a:cxnLst>
                      <a:cxn ang="0">
                        <a:pos x="22" y="8"/>
                      </a:cxn>
                      <a:cxn ang="0">
                        <a:pos x="16" y="12"/>
                      </a:cxn>
                      <a:cxn ang="0">
                        <a:pos x="10" y="14"/>
                      </a:cxn>
                      <a:cxn ang="0">
                        <a:pos x="7" y="18"/>
                      </a:cxn>
                      <a:cxn ang="0">
                        <a:pos x="6" y="22"/>
                      </a:cxn>
                      <a:cxn ang="0">
                        <a:pos x="0" y="26"/>
                      </a:cxn>
                      <a:cxn ang="0">
                        <a:pos x="6" y="33"/>
                      </a:cxn>
                      <a:cxn ang="0">
                        <a:pos x="8" y="36"/>
                      </a:cxn>
                      <a:cxn ang="0">
                        <a:pos x="12" y="49"/>
                      </a:cxn>
                      <a:cxn ang="0">
                        <a:pos x="14" y="55"/>
                      </a:cxn>
                      <a:cxn ang="0">
                        <a:pos x="12" y="60"/>
                      </a:cxn>
                      <a:cxn ang="0">
                        <a:pos x="11" y="79"/>
                      </a:cxn>
                      <a:cxn ang="0">
                        <a:pos x="12" y="87"/>
                      </a:cxn>
                      <a:cxn ang="0">
                        <a:pos x="14" y="93"/>
                      </a:cxn>
                      <a:cxn ang="0">
                        <a:pos x="29" y="90"/>
                      </a:cxn>
                      <a:cxn ang="0">
                        <a:pos x="29" y="87"/>
                      </a:cxn>
                      <a:cxn ang="0">
                        <a:pos x="29" y="78"/>
                      </a:cxn>
                      <a:cxn ang="0">
                        <a:pos x="29" y="70"/>
                      </a:cxn>
                      <a:cxn ang="0">
                        <a:pos x="29" y="67"/>
                      </a:cxn>
                      <a:cxn ang="0">
                        <a:pos x="29" y="64"/>
                      </a:cxn>
                      <a:cxn ang="0">
                        <a:pos x="29" y="61"/>
                      </a:cxn>
                      <a:cxn ang="0">
                        <a:pos x="29" y="56"/>
                      </a:cxn>
                      <a:cxn ang="0">
                        <a:pos x="30" y="52"/>
                      </a:cxn>
                      <a:cxn ang="0">
                        <a:pos x="33" y="50"/>
                      </a:cxn>
                      <a:cxn ang="0">
                        <a:pos x="36" y="46"/>
                      </a:cxn>
                      <a:cxn ang="0">
                        <a:pos x="38" y="41"/>
                      </a:cxn>
                      <a:cxn ang="0">
                        <a:pos x="42" y="40"/>
                      </a:cxn>
                      <a:cxn ang="0">
                        <a:pos x="41" y="34"/>
                      </a:cxn>
                      <a:cxn ang="0">
                        <a:pos x="42" y="31"/>
                      </a:cxn>
                      <a:cxn ang="0">
                        <a:pos x="45" y="30"/>
                      </a:cxn>
                      <a:cxn ang="0">
                        <a:pos x="44" y="22"/>
                      </a:cxn>
                      <a:cxn ang="0">
                        <a:pos x="40" y="17"/>
                      </a:cxn>
                      <a:cxn ang="0">
                        <a:pos x="41" y="12"/>
                      </a:cxn>
                      <a:cxn ang="0">
                        <a:pos x="34" y="8"/>
                      </a:cxn>
                      <a:cxn ang="0">
                        <a:pos x="27" y="0"/>
                      </a:cxn>
                      <a:cxn ang="0">
                        <a:pos x="26" y="4"/>
                      </a:cxn>
                      <a:cxn ang="0">
                        <a:pos x="22" y="6"/>
                      </a:cxn>
                    </a:cxnLst>
                    <a:rect l="0" t="0" r="r" b="b"/>
                    <a:pathLst>
                      <a:path w="45" h="94">
                        <a:moveTo>
                          <a:pt x="22" y="6"/>
                        </a:moveTo>
                        <a:lnTo>
                          <a:pt x="22" y="8"/>
                        </a:lnTo>
                        <a:lnTo>
                          <a:pt x="19" y="12"/>
                        </a:lnTo>
                        <a:lnTo>
                          <a:pt x="16" y="12"/>
                        </a:lnTo>
                        <a:lnTo>
                          <a:pt x="11" y="14"/>
                        </a:lnTo>
                        <a:lnTo>
                          <a:pt x="10" y="14"/>
                        </a:lnTo>
                        <a:lnTo>
                          <a:pt x="7" y="15"/>
                        </a:lnTo>
                        <a:lnTo>
                          <a:pt x="7" y="18"/>
                        </a:lnTo>
                        <a:lnTo>
                          <a:pt x="6" y="19"/>
                        </a:lnTo>
                        <a:lnTo>
                          <a:pt x="6" y="22"/>
                        </a:lnTo>
                        <a:lnTo>
                          <a:pt x="2" y="23"/>
                        </a:lnTo>
                        <a:lnTo>
                          <a:pt x="0" y="26"/>
                        </a:lnTo>
                        <a:lnTo>
                          <a:pt x="2" y="30"/>
                        </a:lnTo>
                        <a:lnTo>
                          <a:pt x="6" y="33"/>
                        </a:lnTo>
                        <a:lnTo>
                          <a:pt x="7" y="34"/>
                        </a:lnTo>
                        <a:lnTo>
                          <a:pt x="8" y="36"/>
                        </a:lnTo>
                        <a:lnTo>
                          <a:pt x="11" y="42"/>
                        </a:lnTo>
                        <a:lnTo>
                          <a:pt x="12" y="49"/>
                        </a:lnTo>
                        <a:lnTo>
                          <a:pt x="12" y="53"/>
                        </a:lnTo>
                        <a:lnTo>
                          <a:pt x="14" y="55"/>
                        </a:lnTo>
                        <a:lnTo>
                          <a:pt x="14" y="59"/>
                        </a:lnTo>
                        <a:lnTo>
                          <a:pt x="12" y="60"/>
                        </a:lnTo>
                        <a:lnTo>
                          <a:pt x="12" y="63"/>
                        </a:lnTo>
                        <a:lnTo>
                          <a:pt x="11" y="79"/>
                        </a:lnTo>
                        <a:lnTo>
                          <a:pt x="12" y="83"/>
                        </a:lnTo>
                        <a:lnTo>
                          <a:pt x="12" y="87"/>
                        </a:lnTo>
                        <a:lnTo>
                          <a:pt x="14" y="90"/>
                        </a:lnTo>
                        <a:lnTo>
                          <a:pt x="14" y="93"/>
                        </a:lnTo>
                        <a:lnTo>
                          <a:pt x="19" y="94"/>
                        </a:lnTo>
                        <a:lnTo>
                          <a:pt x="29" y="90"/>
                        </a:lnTo>
                        <a:lnTo>
                          <a:pt x="29" y="90"/>
                        </a:lnTo>
                        <a:lnTo>
                          <a:pt x="29" y="87"/>
                        </a:lnTo>
                        <a:lnTo>
                          <a:pt x="30" y="80"/>
                        </a:lnTo>
                        <a:lnTo>
                          <a:pt x="29" y="78"/>
                        </a:lnTo>
                        <a:lnTo>
                          <a:pt x="29" y="76"/>
                        </a:lnTo>
                        <a:lnTo>
                          <a:pt x="29" y="70"/>
                        </a:lnTo>
                        <a:lnTo>
                          <a:pt x="29" y="68"/>
                        </a:lnTo>
                        <a:lnTo>
                          <a:pt x="29" y="67"/>
                        </a:lnTo>
                        <a:lnTo>
                          <a:pt x="29" y="65"/>
                        </a:lnTo>
                        <a:lnTo>
                          <a:pt x="29" y="64"/>
                        </a:lnTo>
                        <a:lnTo>
                          <a:pt x="29" y="61"/>
                        </a:lnTo>
                        <a:lnTo>
                          <a:pt x="29" y="61"/>
                        </a:lnTo>
                        <a:lnTo>
                          <a:pt x="29" y="57"/>
                        </a:lnTo>
                        <a:lnTo>
                          <a:pt x="29" y="56"/>
                        </a:lnTo>
                        <a:lnTo>
                          <a:pt x="29" y="53"/>
                        </a:lnTo>
                        <a:lnTo>
                          <a:pt x="30" y="52"/>
                        </a:lnTo>
                        <a:lnTo>
                          <a:pt x="31" y="50"/>
                        </a:lnTo>
                        <a:lnTo>
                          <a:pt x="33" y="50"/>
                        </a:lnTo>
                        <a:lnTo>
                          <a:pt x="34" y="49"/>
                        </a:lnTo>
                        <a:lnTo>
                          <a:pt x="36" y="46"/>
                        </a:lnTo>
                        <a:lnTo>
                          <a:pt x="38" y="44"/>
                        </a:lnTo>
                        <a:lnTo>
                          <a:pt x="38" y="41"/>
                        </a:lnTo>
                        <a:lnTo>
                          <a:pt x="41" y="40"/>
                        </a:lnTo>
                        <a:lnTo>
                          <a:pt x="42" y="40"/>
                        </a:lnTo>
                        <a:lnTo>
                          <a:pt x="44" y="38"/>
                        </a:lnTo>
                        <a:lnTo>
                          <a:pt x="41" y="34"/>
                        </a:lnTo>
                        <a:lnTo>
                          <a:pt x="41" y="34"/>
                        </a:lnTo>
                        <a:lnTo>
                          <a:pt x="42" y="31"/>
                        </a:lnTo>
                        <a:lnTo>
                          <a:pt x="45" y="31"/>
                        </a:lnTo>
                        <a:lnTo>
                          <a:pt x="45" y="30"/>
                        </a:lnTo>
                        <a:lnTo>
                          <a:pt x="44" y="25"/>
                        </a:lnTo>
                        <a:lnTo>
                          <a:pt x="44" y="22"/>
                        </a:lnTo>
                        <a:lnTo>
                          <a:pt x="40" y="18"/>
                        </a:lnTo>
                        <a:lnTo>
                          <a:pt x="40" y="17"/>
                        </a:lnTo>
                        <a:lnTo>
                          <a:pt x="40" y="12"/>
                        </a:lnTo>
                        <a:lnTo>
                          <a:pt x="41" y="12"/>
                        </a:lnTo>
                        <a:lnTo>
                          <a:pt x="37" y="8"/>
                        </a:lnTo>
                        <a:lnTo>
                          <a:pt x="34" y="8"/>
                        </a:lnTo>
                        <a:lnTo>
                          <a:pt x="31" y="4"/>
                        </a:lnTo>
                        <a:lnTo>
                          <a:pt x="27" y="0"/>
                        </a:lnTo>
                        <a:lnTo>
                          <a:pt x="26" y="3"/>
                        </a:lnTo>
                        <a:lnTo>
                          <a:pt x="26" y="4"/>
                        </a:lnTo>
                        <a:lnTo>
                          <a:pt x="23" y="6"/>
                        </a:lnTo>
                        <a:lnTo>
                          <a:pt x="22" y="6"/>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50" name="Freeform 938">
                    <a:extLst>
                      <a:ext uri="{FF2B5EF4-FFF2-40B4-BE49-F238E27FC236}">
                        <a16:creationId xmlns:a16="http://schemas.microsoft.com/office/drawing/2014/main" id="{E6A0E389-48B2-A3A2-23C5-D60C2A4458A7}"/>
                      </a:ext>
                    </a:extLst>
                  </p:cNvPr>
                  <p:cNvSpPr>
                    <a:spLocks noEditPoints="1"/>
                  </p:cNvSpPr>
                  <p:nvPr/>
                </p:nvSpPr>
                <p:spPr bwMode="auto">
                  <a:xfrm>
                    <a:off x="9404602" y="2666222"/>
                    <a:ext cx="151343" cy="197807"/>
                  </a:xfrm>
                  <a:custGeom>
                    <a:avLst/>
                    <a:gdLst/>
                    <a:ahLst/>
                    <a:cxnLst>
                      <a:cxn ang="0">
                        <a:pos x="164" y="58"/>
                      </a:cxn>
                      <a:cxn ang="0">
                        <a:pos x="160" y="118"/>
                      </a:cxn>
                      <a:cxn ang="0">
                        <a:pos x="152" y="118"/>
                      </a:cxn>
                      <a:cxn ang="0">
                        <a:pos x="152" y="126"/>
                      </a:cxn>
                      <a:cxn ang="0">
                        <a:pos x="144" y="136"/>
                      </a:cxn>
                      <a:cxn ang="0">
                        <a:pos x="144" y="143"/>
                      </a:cxn>
                      <a:cxn ang="0">
                        <a:pos x="142" y="147"/>
                      </a:cxn>
                      <a:cxn ang="0">
                        <a:pos x="137" y="158"/>
                      </a:cxn>
                      <a:cxn ang="0">
                        <a:pos x="142" y="160"/>
                      </a:cxn>
                      <a:cxn ang="0">
                        <a:pos x="142" y="163"/>
                      </a:cxn>
                      <a:cxn ang="0">
                        <a:pos x="145" y="168"/>
                      </a:cxn>
                      <a:cxn ang="0">
                        <a:pos x="151" y="177"/>
                      </a:cxn>
                      <a:cxn ang="0">
                        <a:pos x="151" y="183"/>
                      </a:cxn>
                      <a:cxn ang="0">
                        <a:pos x="144" y="185"/>
                      </a:cxn>
                      <a:cxn ang="0">
                        <a:pos x="134" y="189"/>
                      </a:cxn>
                      <a:cxn ang="0">
                        <a:pos x="133" y="194"/>
                      </a:cxn>
                      <a:cxn ang="0">
                        <a:pos x="127" y="197"/>
                      </a:cxn>
                      <a:cxn ang="0">
                        <a:pos x="123" y="202"/>
                      </a:cxn>
                      <a:cxn ang="0">
                        <a:pos x="123" y="209"/>
                      </a:cxn>
                      <a:cxn ang="0">
                        <a:pos x="113" y="213"/>
                      </a:cxn>
                      <a:cxn ang="0">
                        <a:pos x="103" y="213"/>
                      </a:cxn>
                      <a:cxn ang="0">
                        <a:pos x="95" y="213"/>
                      </a:cxn>
                      <a:cxn ang="0">
                        <a:pos x="99" y="219"/>
                      </a:cxn>
                      <a:cxn ang="0">
                        <a:pos x="94" y="225"/>
                      </a:cxn>
                      <a:cxn ang="0">
                        <a:pos x="77" y="230"/>
                      </a:cxn>
                      <a:cxn ang="0">
                        <a:pos x="68" y="235"/>
                      </a:cxn>
                      <a:cxn ang="0">
                        <a:pos x="64" y="230"/>
                      </a:cxn>
                      <a:cxn ang="0">
                        <a:pos x="60" y="236"/>
                      </a:cxn>
                      <a:cxn ang="0">
                        <a:pos x="51" y="238"/>
                      </a:cxn>
                      <a:cxn ang="0">
                        <a:pos x="49" y="231"/>
                      </a:cxn>
                      <a:cxn ang="0">
                        <a:pos x="42" y="221"/>
                      </a:cxn>
                      <a:cxn ang="0">
                        <a:pos x="30" y="210"/>
                      </a:cxn>
                      <a:cxn ang="0">
                        <a:pos x="27" y="206"/>
                      </a:cxn>
                      <a:cxn ang="0">
                        <a:pos x="28" y="200"/>
                      </a:cxn>
                      <a:cxn ang="0">
                        <a:pos x="34" y="200"/>
                      </a:cxn>
                      <a:cxn ang="0">
                        <a:pos x="41" y="200"/>
                      </a:cxn>
                      <a:cxn ang="0">
                        <a:pos x="47" y="201"/>
                      </a:cxn>
                      <a:cxn ang="0">
                        <a:pos x="45" y="197"/>
                      </a:cxn>
                      <a:cxn ang="0">
                        <a:pos x="38" y="189"/>
                      </a:cxn>
                      <a:cxn ang="0">
                        <a:pos x="41" y="181"/>
                      </a:cxn>
                      <a:cxn ang="0">
                        <a:pos x="41" y="177"/>
                      </a:cxn>
                      <a:cxn ang="0">
                        <a:pos x="38" y="167"/>
                      </a:cxn>
                      <a:cxn ang="0">
                        <a:pos x="32" y="159"/>
                      </a:cxn>
                      <a:cxn ang="0">
                        <a:pos x="24" y="152"/>
                      </a:cxn>
                      <a:cxn ang="0">
                        <a:pos x="17" y="129"/>
                      </a:cxn>
                      <a:cxn ang="0">
                        <a:pos x="20" y="126"/>
                      </a:cxn>
                      <a:cxn ang="0">
                        <a:pos x="45" y="80"/>
                      </a:cxn>
                      <a:cxn ang="0">
                        <a:pos x="50" y="46"/>
                      </a:cxn>
                      <a:cxn ang="0">
                        <a:pos x="42" y="28"/>
                      </a:cxn>
                      <a:cxn ang="0">
                        <a:pos x="34" y="7"/>
                      </a:cxn>
                      <a:cxn ang="0">
                        <a:pos x="1" y="156"/>
                      </a:cxn>
                    </a:cxnLst>
                    <a:rect l="0" t="0" r="r" b="b"/>
                    <a:pathLst>
                      <a:path w="166" h="238">
                        <a:moveTo>
                          <a:pt x="34" y="7"/>
                        </a:moveTo>
                        <a:lnTo>
                          <a:pt x="50" y="0"/>
                        </a:lnTo>
                        <a:lnTo>
                          <a:pt x="164" y="58"/>
                        </a:lnTo>
                        <a:lnTo>
                          <a:pt x="166" y="115"/>
                        </a:lnTo>
                        <a:lnTo>
                          <a:pt x="163" y="115"/>
                        </a:lnTo>
                        <a:lnTo>
                          <a:pt x="160" y="118"/>
                        </a:lnTo>
                        <a:lnTo>
                          <a:pt x="159" y="115"/>
                        </a:lnTo>
                        <a:lnTo>
                          <a:pt x="155" y="115"/>
                        </a:lnTo>
                        <a:lnTo>
                          <a:pt x="152" y="118"/>
                        </a:lnTo>
                        <a:lnTo>
                          <a:pt x="152" y="122"/>
                        </a:lnTo>
                        <a:lnTo>
                          <a:pt x="153" y="124"/>
                        </a:lnTo>
                        <a:lnTo>
                          <a:pt x="152" y="126"/>
                        </a:lnTo>
                        <a:lnTo>
                          <a:pt x="148" y="133"/>
                        </a:lnTo>
                        <a:lnTo>
                          <a:pt x="145" y="133"/>
                        </a:lnTo>
                        <a:lnTo>
                          <a:pt x="144" y="136"/>
                        </a:lnTo>
                        <a:lnTo>
                          <a:pt x="144" y="137"/>
                        </a:lnTo>
                        <a:lnTo>
                          <a:pt x="145" y="138"/>
                        </a:lnTo>
                        <a:lnTo>
                          <a:pt x="144" y="143"/>
                        </a:lnTo>
                        <a:lnTo>
                          <a:pt x="141" y="144"/>
                        </a:lnTo>
                        <a:lnTo>
                          <a:pt x="140" y="145"/>
                        </a:lnTo>
                        <a:lnTo>
                          <a:pt x="142" y="147"/>
                        </a:lnTo>
                        <a:lnTo>
                          <a:pt x="142" y="149"/>
                        </a:lnTo>
                        <a:lnTo>
                          <a:pt x="141" y="152"/>
                        </a:lnTo>
                        <a:lnTo>
                          <a:pt x="137" y="158"/>
                        </a:lnTo>
                        <a:lnTo>
                          <a:pt x="137" y="160"/>
                        </a:lnTo>
                        <a:lnTo>
                          <a:pt x="138" y="162"/>
                        </a:lnTo>
                        <a:lnTo>
                          <a:pt x="142" y="160"/>
                        </a:lnTo>
                        <a:lnTo>
                          <a:pt x="144" y="160"/>
                        </a:lnTo>
                        <a:lnTo>
                          <a:pt x="144" y="162"/>
                        </a:lnTo>
                        <a:lnTo>
                          <a:pt x="142" y="163"/>
                        </a:lnTo>
                        <a:lnTo>
                          <a:pt x="144" y="164"/>
                        </a:lnTo>
                        <a:lnTo>
                          <a:pt x="144" y="167"/>
                        </a:lnTo>
                        <a:lnTo>
                          <a:pt x="145" y="168"/>
                        </a:lnTo>
                        <a:lnTo>
                          <a:pt x="145" y="172"/>
                        </a:lnTo>
                        <a:lnTo>
                          <a:pt x="145" y="175"/>
                        </a:lnTo>
                        <a:lnTo>
                          <a:pt x="151" y="177"/>
                        </a:lnTo>
                        <a:lnTo>
                          <a:pt x="152" y="179"/>
                        </a:lnTo>
                        <a:lnTo>
                          <a:pt x="151" y="181"/>
                        </a:lnTo>
                        <a:lnTo>
                          <a:pt x="151" y="183"/>
                        </a:lnTo>
                        <a:lnTo>
                          <a:pt x="149" y="185"/>
                        </a:lnTo>
                        <a:lnTo>
                          <a:pt x="147" y="186"/>
                        </a:lnTo>
                        <a:lnTo>
                          <a:pt x="144" y="185"/>
                        </a:lnTo>
                        <a:lnTo>
                          <a:pt x="141" y="185"/>
                        </a:lnTo>
                        <a:lnTo>
                          <a:pt x="138" y="187"/>
                        </a:lnTo>
                        <a:lnTo>
                          <a:pt x="134" y="189"/>
                        </a:lnTo>
                        <a:lnTo>
                          <a:pt x="134" y="191"/>
                        </a:lnTo>
                        <a:lnTo>
                          <a:pt x="134" y="193"/>
                        </a:lnTo>
                        <a:lnTo>
                          <a:pt x="133" y="194"/>
                        </a:lnTo>
                        <a:lnTo>
                          <a:pt x="130" y="198"/>
                        </a:lnTo>
                        <a:lnTo>
                          <a:pt x="129" y="198"/>
                        </a:lnTo>
                        <a:lnTo>
                          <a:pt x="127" y="197"/>
                        </a:lnTo>
                        <a:lnTo>
                          <a:pt x="126" y="200"/>
                        </a:lnTo>
                        <a:lnTo>
                          <a:pt x="126" y="201"/>
                        </a:lnTo>
                        <a:lnTo>
                          <a:pt x="123" y="202"/>
                        </a:lnTo>
                        <a:lnTo>
                          <a:pt x="123" y="205"/>
                        </a:lnTo>
                        <a:lnTo>
                          <a:pt x="123" y="208"/>
                        </a:lnTo>
                        <a:lnTo>
                          <a:pt x="123" y="209"/>
                        </a:lnTo>
                        <a:lnTo>
                          <a:pt x="121" y="210"/>
                        </a:lnTo>
                        <a:lnTo>
                          <a:pt x="118" y="213"/>
                        </a:lnTo>
                        <a:lnTo>
                          <a:pt x="113" y="213"/>
                        </a:lnTo>
                        <a:lnTo>
                          <a:pt x="108" y="215"/>
                        </a:lnTo>
                        <a:lnTo>
                          <a:pt x="104" y="213"/>
                        </a:lnTo>
                        <a:lnTo>
                          <a:pt x="103" y="213"/>
                        </a:lnTo>
                        <a:lnTo>
                          <a:pt x="99" y="213"/>
                        </a:lnTo>
                        <a:lnTo>
                          <a:pt x="98" y="212"/>
                        </a:lnTo>
                        <a:lnTo>
                          <a:pt x="95" y="213"/>
                        </a:lnTo>
                        <a:lnTo>
                          <a:pt x="95" y="216"/>
                        </a:lnTo>
                        <a:lnTo>
                          <a:pt x="98" y="219"/>
                        </a:lnTo>
                        <a:lnTo>
                          <a:pt x="99" y="219"/>
                        </a:lnTo>
                        <a:lnTo>
                          <a:pt x="99" y="221"/>
                        </a:lnTo>
                        <a:lnTo>
                          <a:pt x="95" y="224"/>
                        </a:lnTo>
                        <a:lnTo>
                          <a:pt x="94" y="225"/>
                        </a:lnTo>
                        <a:lnTo>
                          <a:pt x="89" y="225"/>
                        </a:lnTo>
                        <a:lnTo>
                          <a:pt x="81" y="228"/>
                        </a:lnTo>
                        <a:lnTo>
                          <a:pt x="77" y="230"/>
                        </a:lnTo>
                        <a:lnTo>
                          <a:pt x="73" y="232"/>
                        </a:lnTo>
                        <a:lnTo>
                          <a:pt x="70" y="235"/>
                        </a:lnTo>
                        <a:lnTo>
                          <a:pt x="68" y="235"/>
                        </a:lnTo>
                        <a:lnTo>
                          <a:pt x="66" y="234"/>
                        </a:lnTo>
                        <a:lnTo>
                          <a:pt x="65" y="231"/>
                        </a:lnTo>
                        <a:lnTo>
                          <a:pt x="64" y="230"/>
                        </a:lnTo>
                        <a:lnTo>
                          <a:pt x="62" y="231"/>
                        </a:lnTo>
                        <a:lnTo>
                          <a:pt x="62" y="234"/>
                        </a:lnTo>
                        <a:lnTo>
                          <a:pt x="60" y="236"/>
                        </a:lnTo>
                        <a:lnTo>
                          <a:pt x="57" y="236"/>
                        </a:lnTo>
                        <a:lnTo>
                          <a:pt x="54" y="238"/>
                        </a:lnTo>
                        <a:lnTo>
                          <a:pt x="51" y="238"/>
                        </a:lnTo>
                        <a:lnTo>
                          <a:pt x="51" y="235"/>
                        </a:lnTo>
                        <a:lnTo>
                          <a:pt x="49" y="232"/>
                        </a:lnTo>
                        <a:lnTo>
                          <a:pt x="49" y="231"/>
                        </a:lnTo>
                        <a:lnTo>
                          <a:pt x="47" y="227"/>
                        </a:lnTo>
                        <a:lnTo>
                          <a:pt x="45" y="223"/>
                        </a:lnTo>
                        <a:lnTo>
                          <a:pt x="42" y="221"/>
                        </a:lnTo>
                        <a:lnTo>
                          <a:pt x="38" y="216"/>
                        </a:lnTo>
                        <a:lnTo>
                          <a:pt x="32" y="210"/>
                        </a:lnTo>
                        <a:lnTo>
                          <a:pt x="30" y="210"/>
                        </a:lnTo>
                        <a:lnTo>
                          <a:pt x="30" y="209"/>
                        </a:lnTo>
                        <a:lnTo>
                          <a:pt x="28" y="208"/>
                        </a:lnTo>
                        <a:lnTo>
                          <a:pt x="27" y="206"/>
                        </a:lnTo>
                        <a:lnTo>
                          <a:pt x="27" y="204"/>
                        </a:lnTo>
                        <a:lnTo>
                          <a:pt x="28" y="202"/>
                        </a:lnTo>
                        <a:lnTo>
                          <a:pt x="28" y="200"/>
                        </a:lnTo>
                        <a:lnTo>
                          <a:pt x="31" y="200"/>
                        </a:lnTo>
                        <a:lnTo>
                          <a:pt x="32" y="200"/>
                        </a:lnTo>
                        <a:lnTo>
                          <a:pt x="34" y="200"/>
                        </a:lnTo>
                        <a:lnTo>
                          <a:pt x="36" y="200"/>
                        </a:lnTo>
                        <a:lnTo>
                          <a:pt x="39" y="200"/>
                        </a:lnTo>
                        <a:lnTo>
                          <a:pt x="41" y="200"/>
                        </a:lnTo>
                        <a:lnTo>
                          <a:pt x="43" y="200"/>
                        </a:lnTo>
                        <a:lnTo>
                          <a:pt x="46" y="201"/>
                        </a:lnTo>
                        <a:lnTo>
                          <a:pt x="47" y="201"/>
                        </a:lnTo>
                        <a:lnTo>
                          <a:pt x="49" y="200"/>
                        </a:lnTo>
                        <a:lnTo>
                          <a:pt x="47" y="200"/>
                        </a:lnTo>
                        <a:lnTo>
                          <a:pt x="45" y="197"/>
                        </a:lnTo>
                        <a:lnTo>
                          <a:pt x="43" y="193"/>
                        </a:lnTo>
                        <a:lnTo>
                          <a:pt x="41" y="193"/>
                        </a:lnTo>
                        <a:lnTo>
                          <a:pt x="38" y="189"/>
                        </a:lnTo>
                        <a:lnTo>
                          <a:pt x="38" y="186"/>
                        </a:lnTo>
                        <a:lnTo>
                          <a:pt x="41" y="185"/>
                        </a:lnTo>
                        <a:lnTo>
                          <a:pt x="41" y="181"/>
                        </a:lnTo>
                        <a:lnTo>
                          <a:pt x="39" y="179"/>
                        </a:lnTo>
                        <a:lnTo>
                          <a:pt x="39" y="178"/>
                        </a:lnTo>
                        <a:lnTo>
                          <a:pt x="41" y="177"/>
                        </a:lnTo>
                        <a:lnTo>
                          <a:pt x="41" y="174"/>
                        </a:lnTo>
                        <a:lnTo>
                          <a:pt x="39" y="170"/>
                        </a:lnTo>
                        <a:lnTo>
                          <a:pt x="38" y="167"/>
                        </a:lnTo>
                        <a:lnTo>
                          <a:pt x="36" y="166"/>
                        </a:lnTo>
                        <a:lnTo>
                          <a:pt x="36" y="162"/>
                        </a:lnTo>
                        <a:lnTo>
                          <a:pt x="32" y="159"/>
                        </a:lnTo>
                        <a:lnTo>
                          <a:pt x="26" y="156"/>
                        </a:lnTo>
                        <a:lnTo>
                          <a:pt x="26" y="155"/>
                        </a:lnTo>
                        <a:lnTo>
                          <a:pt x="24" y="152"/>
                        </a:lnTo>
                        <a:lnTo>
                          <a:pt x="20" y="147"/>
                        </a:lnTo>
                        <a:lnTo>
                          <a:pt x="17" y="147"/>
                        </a:lnTo>
                        <a:lnTo>
                          <a:pt x="17" y="129"/>
                        </a:lnTo>
                        <a:lnTo>
                          <a:pt x="17" y="126"/>
                        </a:lnTo>
                        <a:lnTo>
                          <a:pt x="19" y="126"/>
                        </a:lnTo>
                        <a:lnTo>
                          <a:pt x="20" y="126"/>
                        </a:lnTo>
                        <a:lnTo>
                          <a:pt x="22" y="125"/>
                        </a:lnTo>
                        <a:lnTo>
                          <a:pt x="45" y="100"/>
                        </a:lnTo>
                        <a:lnTo>
                          <a:pt x="45" y="80"/>
                        </a:lnTo>
                        <a:lnTo>
                          <a:pt x="49" y="53"/>
                        </a:lnTo>
                        <a:lnTo>
                          <a:pt x="50" y="50"/>
                        </a:lnTo>
                        <a:lnTo>
                          <a:pt x="50" y="46"/>
                        </a:lnTo>
                        <a:lnTo>
                          <a:pt x="41" y="34"/>
                        </a:lnTo>
                        <a:lnTo>
                          <a:pt x="42" y="33"/>
                        </a:lnTo>
                        <a:lnTo>
                          <a:pt x="42" y="28"/>
                        </a:lnTo>
                        <a:lnTo>
                          <a:pt x="35" y="9"/>
                        </a:lnTo>
                        <a:lnTo>
                          <a:pt x="34" y="7"/>
                        </a:lnTo>
                        <a:lnTo>
                          <a:pt x="34" y="7"/>
                        </a:lnTo>
                        <a:close/>
                        <a:moveTo>
                          <a:pt x="4" y="153"/>
                        </a:moveTo>
                        <a:lnTo>
                          <a:pt x="2" y="156"/>
                        </a:lnTo>
                        <a:lnTo>
                          <a:pt x="1" y="156"/>
                        </a:lnTo>
                        <a:lnTo>
                          <a:pt x="0" y="155"/>
                        </a:lnTo>
                        <a:lnTo>
                          <a:pt x="4" y="153"/>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51" name="Freeform 939">
                    <a:extLst>
                      <a:ext uri="{FF2B5EF4-FFF2-40B4-BE49-F238E27FC236}">
                        <a16:creationId xmlns:a16="http://schemas.microsoft.com/office/drawing/2014/main" id="{2F7C7A12-D3E1-F318-8F3D-64509E227667}"/>
                      </a:ext>
                    </a:extLst>
                  </p:cNvPr>
                  <p:cNvSpPr>
                    <a:spLocks/>
                  </p:cNvSpPr>
                  <p:nvPr/>
                </p:nvSpPr>
                <p:spPr bwMode="auto">
                  <a:xfrm>
                    <a:off x="9252347" y="2669546"/>
                    <a:ext cx="197841" cy="139628"/>
                  </a:xfrm>
                  <a:custGeom>
                    <a:avLst/>
                    <a:gdLst/>
                    <a:ahLst/>
                    <a:cxnLst>
                      <a:cxn ang="0">
                        <a:pos x="46" y="164"/>
                      </a:cxn>
                      <a:cxn ang="0">
                        <a:pos x="40" y="160"/>
                      </a:cxn>
                      <a:cxn ang="0">
                        <a:pos x="35" y="159"/>
                      </a:cxn>
                      <a:cxn ang="0">
                        <a:pos x="32" y="162"/>
                      </a:cxn>
                      <a:cxn ang="0">
                        <a:pos x="27" y="158"/>
                      </a:cxn>
                      <a:cxn ang="0">
                        <a:pos x="28" y="154"/>
                      </a:cxn>
                      <a:cxn ang="0">
                        <a:pos x="27" y="149"/>
                      </a:cxn>
                      <a:cxn ang="0">
                        <a:pos x="19" y="152"/>
                      </a:cxn>
                      <a:cxn ang="0">
                        <a:pos x="13" y="143"/>
                      </a:cxn>
                      <a:cxn ang="0">
                        <a:pos x="0" y="130"/>
                      </a:cxn>
                      <a:cxn ang="0">
                        <a:pos x="2" y="124"/>
                      </a:cxn>
                      <a:cxn ang="0">
                        <a:pos x="6" y="122"/>
                      </a:cxn>
                      <a:cxn ang="0">
                        <a:pos x="20" y="121"/>
                      </a:cxn>
                      <a:cxn ang="0">
                        <a:pos x="30" y="120"/>
                      </a:cxn>
                      <a:cxn ang="0">
                        <a:pos x="36" y="117"/>
                      </a:cxn>
                      <a:cxn ang="0">
                        <a:pos x="45" y="114"/>
                      </a:cxn>
                      <a:cxn ang="0">
                        <a:pos x="53" y="107"/>
                      </a:cxn>
                      <a:cxn ang="0">
                        <a:pos x="55" y="101"/>
                      </a:cxn>
                      <a:cxn ang="0">
                        <a:pos x="58" y="61"/>
                      </a:cxn>
                      <a:cxn ang="0">
                        <a:pos x="97" y="39"/>
                      </a:cxn>
                      <a:cxn ang="0">
                        <a:pos x="186" y="5"/>
                      </a:cxn>
                      <a:cxn ang="0">
                        <a:pos x="201" y="3"/>
                      </a:cxn>
                      <a:cxn ang="0">
                        <a:pos x="209" y="24"/>
                      </a:cxn>
                      <a:cxn ang="0">
                        <a:pos x="208" y="30"/>
                      </a:cxn>
                      <a:cxn ang="0">
                        <a:pos x="217" y="46"/>
                      </a:cxn>
                      <a:cxn ang="0">
                        <a:pos x="212" y="76"/>
                      </a:cxn>
                      <a:cxn ang="0">
                        <a:pos x="189" y="121"/>
                      </a:cxn>
                      <a:cxn ang="0">
                        <a:pos x="186" y="122"/>
                      </a:cxn>
                      <a:cxn ang="0">
                        <a:pos x="184" y="125"/>
                      </a:cxn>
                      <a:cxn ang="0">
                        <a:pos x="183" y="141"/>
                      </a:cxn>
                      <a:cxn ang="0">
                        <a:pos x="180" y="145"/>
                      </a:cxn>
                      <a:cxn ang="0">
                        <a:pos x="176" y="145"/>
                      </a:cxn>
                      <a:cxn ang="0">
                        <a:pos x="174" y="148"/>
                      </a:cxn>
                      <a:cxn ang="0">
                        <a:pos x="171" y="149"/>
                      </a:cxn>
                      <a:cxn ang="0">
                        <a:pos x="165" y="149"/>
                      </a:cxn>
                      <a:cxn ang="0">
                        <a:pos x="156" y="148"/>
                      </a:cxn>
                      <a:cxn ang="0">
                        <a:pos x="146" y="148"/>
                      </a:cxn>
                      <a:cxn ang="0">
                        <a:pos x="137" y="149"/>
                      </a:cxn>
                      <a:cxn ang="0">
                        <a:pos x="129" y="156"/>
                      </a:cxn>
                      <a:cxn ang="0">
                        <a:pos x="121" y="154"/>
                      </a:cxn>
                      <a:cxn ang="0">
                        <a:pos x="114" y="151"/>
                      </a:cxn>
                      <a:cxn ang="0">
                        <a:pos x="111" y="148"/>
                      </a:cxn>
                      <a:cxn ang="0">
                        <a:pos x="106" y="147"/>
                      </a:cxn>
                      <a:cxn ang="0">
                        <a:pos x="102" y="148"/>
                      </a:cxn>
                      <a:cxn ang="0">
                        <a:pos x="97" y="149"/>
                      </a:cxn>
                      <a:cxn ang="0">
                        <a:pos x="93" y="151"/>
                      </a:cxn>
                      <a:cxn ang="0">
                        <a:pos x="88" y="145"/>
                      </a:cxn>
                      <a:cxn ang="0">
                        <a:pos x="83" y="141"/>
                      </a:cxn>
                      <a:cxn ang="0">
                        <a:pos x="78" y="140"/>
                      </a:cxn>
                      <a:cxn ang="0">
                        <a:pos x="73" y="140"/>
                      </a:cxn>
                      <a:cxn ang="0">
                        <a:pos x="69" y="140"/>
                      </a:cxn>
                      <a:cxn ang="0">
                        <a:pos x="64" y="140"/>
                      </a:cxn>
                      <a:cxn ang="0">
                        <a:pos x="58" y="141"/>
                      </a:cxn>
                      <a:cxn ang="0">
                        <a:pos x="57" y="143"/>
                      </a:cxn>
                      <a:cxn ang="0">
                        <a:pos x="53" y="147"/>
                      </a:cxn>
                      <a:cxn ang="0">
                        <a:pos x="53" y="148"/>
                      </a:cxn>
                      <a:cxn ang="0">
                        <a:pos x="53" y="152"/>
                      </a:cxn>
                      <a:cxn ang="0">
                        <a:pos x="54" y="155"/>
                      </a:cxn>
                      <a:cxn ang="0">
                        <a:pos x="49" y="159"/>
                      </a:cxn>
                      <a:cxn ang="0">
                        <a:pos x="49" y="162"/>
                      </a:cxn>
                      <a:cxn ang="0">
                        <a:pos x="51" y="166"/>
                      </a:cxn>
                      <a:cxn ang="0">
                        <a:pos x="50" y="168"/>
                      </a:cxn>
                    </a:cxnLst>
                    <a:rect l="0" t="0" r="r" b="b"/>
                    <a:pathLst>
                      <a:path w="217" h="168">
                        <a:moveTo>
                          <a:pt x="50" y="168"/>
                        </a:moveTo>
                        <a:lnTo>
                          <a:pt x="46" y="164"/>
                        </a:lnTo>
                        <a:lnTo>
                          <a:pt x="43" y="164"/>
                        </a:lnTo>
                        <a:lnTo>
                          <a:pt x="40" y="160"/>
                        </a:lnTo>
                        <a:lnTo>
                          <a:pt x="36" y="156"/>
                        </a:lnTo>
                        <a:lnTo>
                          <a:pt x="35" y="159"/>
                        </a:lnTo>
                        <a:lnTo>
                          <a:pt x="35" y="160"/>
                        </a:lnTo>
                        <a:lnTo>
                          <a:pt x="32" y="162"/>
                        </a:lnTo>
                        <a:lnTo>
                          <a:pt x="30" y="162"/>
                        </a:lnTo>
                        <a:lnTo>
                          <a:pt x="27" y="158"/>
                        </a:lnTo>
                        <a:lnTo>
                          <a:pt x="28" y="156"/>
                        </a:lnTo>
                        <a:lnTo>
                          <a:pt x="28" y="154"/>
                        </a:lnTo>
                        <a:lnTo>
                          <a:pt x="27" y="152"/>
                        </a:lnTo>
                        <a:lnTo>
                          <a:pt x="27" y="149"/>
                        </a:lnTo>
                        <a:lnTo>
                          <a:pt x="25" y="149"/>
                        </a:lnTo>
                        <a:lnTo>
                          <a:pt x="19" y="152"/>
                        </a:lnTo>
                        <a:lnTo>
                          <a:pt x="15" y="148"/>
                        </a:lnTo>
                        <a:lnTo>
                          <a:pt x="13" y="143"/>
                        </a:lnTo>
                        <a:lnTo>
                          <a:pt x="0" y="134"/>
                        </a:lnTo>
                        <a:lnTo>
                          <a:pt x="0" y="130"/>
                        </a:lnTo>
                        <a:lnTo>
                          <a:pt x="2" y="126"/>
                        </a:lnTo>
                        <a:lnTo>
                          <a:pt x="2" y="124"/>
                        </a:lnTo>
                        <a:lnTo>
                          <a:pt x="4" y="121"/>
                        </a:lnTo>
                        <a:lnTo>
                          <a:pt x="6" y="122"/>
                        </a:lnTo>
                        <a:lnTo>
                          <a:pt x="16" y="121"/>
                        </a:lnTo>
                        <a:lnTo>
                          <a:pt x="20" y="121"/>
                        </a:lnTo>
                        <a:lnTo>
                          <a:pt x="24" y="120"/>
                        </a:lnTo>
                        <a:lnTo>
                          <a:pt x="30" y="120"/>
                        </a:lnTo>
                        <a:lnTo>
                          <a:pt x="32" y="120"/>
                        </a:lnTo>
                        <a:lnTo>
                          <a:pt x="36" y="117"/>
                        </a:lnTo>
                        <a:lnTo>
                          <a:pt x="40" y="117"/>
                        </a:lnTo>
                        <a:lnTo>
                          <a:pt x="45" y="114"/>
                        </a:lnTo>
                        <a:lnTo>
                          <a:pt x="53" y="110"/>
                        </a:lnTo>
                        <a:lnTo>
                          <a:pt x="53" y="107"/>
                        </a:lnTo>
                        <a:lnTo>
                          <a:pt x="54" y="102"/>
                        </a:lnTo>
                        <a:lnTo>
                          <a:pt x="55" y="101"/>
                        </a:lnTo>
                        <a:lnTo>
                          <a:pt x="57" y="88"/>
                        </a:lnTo>
                        <a:lnTo>
                          <a:pt x="58" y="61"/>
                        </a:lnTo>
                        <a:lnTo>
                          <a:pt x="80" y="56"/>
                        </a:lnTo>
                        <a:lnTo>
                          <a:pt x="97" y="39"/>
                        </a:lnTo>
                        <a:lnTo>
                          <a:pt x="161" y="0"/>
                        </a:lnTo>
                        <a:lnTo>
                          <a:pt x="186" y="5"/>
                        </a:lnTo>
                        <a:lnTo>
                          <a:pt x="189" y="8"/>
                        </a:lnTo>
                        <a:lnTo>
                          <a:pt x="201" y="3"/>
                        </a:lnTo>
                        <a:lnTo>
                          <a:pt x="202" y="5"/>
                        </a:lnTo>
                        <a:lnTo>
                          <a:pt x="209" y="24"/>
                        </a:lnTo>
                        <a:lnTo>
                          <a:pt x="209" y="29"/>
                        </a:lnTo>
                        <a:lnTo>
                          <a:pt x="208" y="30"/>
                        </a:lnTo>
                        <a:lnTo>
                          <a:pt x="217" y="42"/>
                        </a:lnTo>
                        <a:lnTo>
                          <a:pt x="217" y="46"/>
                        </a:lnTo>
                        <a:lnTo>
                          <a:pt x="216" y="49"/>
                        </a:lnTo>
                        <a:lnTo>
                          <a:pt x="212" y="76"/>
                        </a:lnTo>
                        <a:lnTo>
                          <a:pt x="212" y="96"/>
                        </a:lnTo>
                        <a:lnTo>
                          <a:pt x="189" y="121"/>
                        </a:lnTo>
                        <a:lnTo>
                          <a:pt x="187" y="122"/>
                        </a:lnTo>
                        <a:lnTo>
                          <a:pt x="186" y="122"/>
                        </a:lnTo>
                        <a:lnTo>
                          <a:pt x="184" y="122"/>
                        </a:lnTo>
                        <a:lnTo>
                          <a:pt x="184" y="125"/>
                        </a:lnTo>
                        <a:lnTo>
                          <a:pt x="184" y="143"/>
                        </a:lnTo>
                        <a:lnTo>
                          <a:pt x="183" y="141"/>
                        </a:lnTo>
                        <a:lnTo>
                          <a:pt x="180" y="144"/>
                        </a:lnTo>
                        <a:lnTo>
                          <a:pt x="180" y="145"/>
                        </a:lnTo>
                        <a:lnTo>
                          <a:pt x="179" y="147"/>
                        </a:lnTo>
                        <a:lnTo>
                          <a:pt x="176" y="145"/>
                        </a:lnTo>
                        <a:lnTo>
                          <a:pt x="175" y="147"/>
                        </a:lnTo>
                        <a:lnTo>
                          <a:pt x="174" y="148"/>
                        </a:lnTo>
                        <a:lnTo>
                          <a:pt x="171" y="149"/>
                        </a:lnTo>
                        <a:lnTo>
                          <a:pt x="171" y="149"/>
                        </a:lnTo>
                        <a:lnTo>
                          <a:pt x="167" y="151"/>
                        </a:lnTo>
                        <a:lnTo>
                          <a:pt x="165" y="149"/>
                        </a:lnTo>
                        <a:lnTo>
                          <a:pt x="161" y="149"/>
                        </a:lnTo>
                        <a:lnTo>
                          <a:pt x="156" y="148"/>
                        </a:lnTo>
                        <a:lnTo>
                          <a:pt x="150" y="147"/>
                        </a:lnTo>
                        <a:lnTo>
                          <a:pt x="146" y="148"/>
                        </a:lnTo>
                        <a:lnTo>
                          <a:pt x="140" y="148"/>
                        </a:lnTo>
                        <a:lnTo>
                          <a:pt x="137" y="149"/>
                        </a:lnTo>
                        <a:lnTo>
                          <a:pt x="133" y="154"/>
                        </a:lnTo>
                        <a:lnTo>
                          <a:pt x="129" y="156"/>
                        </a:lnTo>
                        <a:lnTo>
                          <a:pt x="126" y="156"/>
                        </a:lnTo>
                        <a:lnTo>
                          <a:pt x="121" y="154"/>
                        </a:lnTo>
                        <a:lnTo>
                          <a:pt x="118" y="154"/>
                        </a:lnTo>
                        <a:lnTo>
                          <a:pt x="114" y="151"/>
                        </a:lnTo>
                        <a:lnTo>
                          <a:pt x="111" y="149"/>
                        </a:lnTo>
                        <a:lnTo>
                          <a:pt x="111" y="148"/>
                        </a:lnTo>
                        <a:lnTo>
                          <a:pt x="108" y="147"/>
                        </a:lnTo>
                        <a:lnTo>
                          <a:pt x="106" y="147"/>
                        </a:lnTo>
                        <a:lnTo>
                          <a:pt x="106" y="147"/>
                        </a:lnTo>
                        <a:lnTo>
                          <a:pt x="102" y="148"/>
                        </a:lnTo>
                        <a:lnTo>
                          <a:pt x="99" y="148"/>
                        </a:lnTo>
                        <a:lnTo>
                          <a:pt x="97" y="149"/>
                        </a:lnTo>
                        <a:lnTo>
                          <a:pt x="95" y="151"/>
                        </a:lnTo>
                        <a:lnTo>
                          <a:pt x="93" y="151"/>
                        </a:lnTo>
                        <a:lnTo>
                          <a:pt x="91" y="149"/>
                        </a:lnTo>
                        <a:lnTo>
                          <a:pt x="88" y="145"/>
                        </a:lnTo>
                        <a:lnTo>
                          <a:pt x="87" y="144"/>
                        </a:lnTo>
                        <a:lnTo>
                          <a:pt x="83" y="141"/>
                        </a:lnTo>
                        <a:lnTo>
                          <a:pt x="80" y="141"/>
                        </a:lnTo>
                        <a:lnTo>
                          <a:pt x="78" y="140"/>
                        </a:lnTo>
                        <a:lnTo>
                          <a:pt x="74" y="140"/>
                        </a:lnTo>
                        <a:lnTo>
                          <a:pt x="73" y="140"/>
                        </a:lnTo>
                        <a:lnTo>
                          <a:pt x="70" y="140"/>
                        </a:lnTo>
                        <a:lnTo>
                          <a:pt x="69" y="140"/>
                        </a:lnTo>
                        <a:lnTo>
                          <a:pt x="65" y="140"/>
                        </a:lnTo>
                        <a:lnTo>
                          <a:pt x="64" y="140"/>
                        </a:lnTo>
                        <a:lnTo>
                          <a:pt x="62" y="140"/>
                        </a:lnTo>
                        <a:lnTo>
                          <a:pt x="58" y="141"/>
                        </a:lnTo>
                        <a:lnTo>
                          <a:pt x="58" y="141"/>
                        </a:lnTo>
                        <a:lnTo>
                          <a:pt x="57" y="143"/>
                        </a:lnTo>
                        <a:lnTo>
                          <a:pt x="53" y="145"/>
                        </a:lnTo>
                        <a:lnTo>
                          <a:pt x="53" y="147"/>
                        </a:lnTo>
                        <a:lnTo>
                          <a:pt x="53" y="148"/>
                        </a:lnTo>
                        <a:lnTo>
                          <a:pt x="53" y="148"/>
                        </a:lnTo>
                        <a:lnTo>
                          <a:pt x="53" y="149"/>
                        </a:lnTo>
                        <a:lnTo>
                          <a:pt x="53" y="152"/>
                        </a:lnTo>
                        <a:lnTo>
                          <a:pt x="54" y="154"/>
                        </a:lnTo>
                        <a:lnTo>
                          <a:pt x="54" y="155"/>
                        </a:lnTo>
                        <a:lnTo>
                          <a:pt x="51" y="155"/>
                        </a:lnTo>
                        <a:lnTo>
                          <a:pt x="49" y="159"/>
                        </a:lnTo>
                        <a:lnTo>
                          <a:pt x="49" y="160"/>
                        </a:lnTo>
                        <a:lnTo>
                          <a:pt x="49" y="162"/>
                        </a:lnTo>
                        <a:lnTo>
                          <a:pt x="50" y="166"/>
                        </a:lnTo>
                        <a:lnTo>
                          <a:pt x="51" y="166"/>
                        </a:lnTo>
                        <a:lnTo>
                          <a:pt x="51" y="167"/>
                        </a:lnTo>
                        <a:lnTo>
                          <a:pt x="50" y="168"/>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52" name="Freeform 940">
                    <a:extLst>
                      <a:ext uri="{FF2B5EF4-FFF2-40B4-BE49-F238E27FC236}">
                        <a16:creationId xmlns:a16="http://schemas.microsoft.com/office/drawing/2014/main" id="{D521ECB9-C2BF-ED89-83A7-ABFD39333102}"/>
                      </a:ext>
                    </a:extLst>
                  </p:cNvPr>
                  <p:cNvSpPr>
                    <a:spLocks/>
                  </p:cNvSpPr>
                  <p:nvPr/>
                </p:nvSpPr>
                <p:spPr bwMode="auto">
                  <a:xfrm>
                    <a:off x="9286992" y="2785903"/>
                    <a:ext cx="148608" cy="114695"/>
                  </a:xfrm>
                  <a:custGeom>
                    <a:avLst/>
                    <a:gdLst/>
                    <a:ahLst/>
                    <a:cxnLst>
                      <a:cxn ang="0">
                        <a:pos x="153" y="8"/>
                      </a:cxn>
                      <a:cxn ang="0">
                        <a:pos x="142" y="4"/>
                      </a:cxn>
                      <a:cxn ang="0">
                        <a:pos x="138" y="5"/>
                      </a:cxn>
                      <a:cxn ang="0">
                        <a:pos x="133" y="9"/>
                      </a:cxn>
                      <a:cxn ang="0">
                        <a:pos x="127" y="9"/>
                      </a:cxn>
                      <a:cxn ang="0">
                        <a:pos x="112" y="7"/>
                      </a:cxn>
                      <a:cxn ang="0">
                        <a:pos x="99" y="9"/>
                      </a:cxn>
                      <a:cxn ang="0">
                        <a:pos x="88" y="16"/>
                      </a:cxn>
                      <a:cxn ang="0">
                        <a:pos x="76" y="11"/>
                      </a:cxn>
                      <a:cxn ang="0">
                        <a:pos x="70" y="7"/>
                      </a:cxn>
                      <a:cxn ang="0">
                        <a:pos x="64" y="8"/>
                      </a:cxn>
                      <a:cxn ang="0">
                        <a:pos x="57" y="11"/>
                      </a:cxn>
                      <a:cxn ang="0">
                        <a:pos x="50" y="5"/>
                      </a:cxn>
                      <a:cxn ang="0">
                        <a:pos x="42" y="1"/>
                      </a:cxn>
                      <a:cxn ang="0">
                        <a:pos x="35" y="0"/>
                      </a:cxn>
                      <a:cxn ang="0">
                        <a:pos x="27" y="0"/>
                      </a:cxn>
                      <a:cxn ang="0">
                        <a:pos x="20" y="1"/>
                      </a:cxn>
                      <a:cxn ang="0">
                        <a:pos x="15" y="5"/>
                      </a:cxn>
                      <a:cxn ang="0">
                        <a:pos x="15" y="8"/>
                      </a:cxn>
                      <a:cxn ang="0">
                        <a:pos x="16" y="14"/>
                      </a:cxn>
                      <a:cxn ang="0">
                        <a:pos x="11" y="19"/>
                      </a:cxn>
                      <a:cxn ang="0">
                        <a:pos x="12" y="26"/>
                      </a:cxn>
                      <a:cxn ang="0">
                        <a:pos x="11" y="28"/>
                      </a:cxn>
                      <a:cxn ang="0">
                        <a:pos x="15" y="38"/>
                      </a:cxn>
                      <a:cxn ang="0">
                        <a:pos x="16" y="47"/>
                      </a:cxn>
                      <a:cxn ang="0">
                        <a:pos x="12" y="50"/>
                      </a:cxn>
                      <a:cxn ang="0">
                        <a:pos x="12" y="56"/>
                      </a:cxn>
                      <a:cxn ang="0">
                        <a:pos x="7" y="62"/>
                      </a:cxn>
                      <a:cxn ang="0">
                        <a:pos x="2" y="66"/>
                      </a:cxn>
                      <a:cxn ang="0">
                        <a:pos x="0" y="72"/>
                      </a:cxn>
                      <a:cxn ang="0">
                        <a:pos x="0" y="77"/>
                      </a:cxn>
                      <a:cxn ang="0">
                        <a:pos x="0" y="83"/>
                      </a:cxn>
                      <a:cxn ang="0">
                        <a:pos x="0" y="92"/>
                      </a:cxn>
                      <a:cxn ang="0">
                        <a:pos x="0" y="103"/>
                      </a:cxn>
                      <a:cxn ang="0">
                        <a:pos x="11" y="106"/>
                      </a:cxn>
                      <a:cxn ang="0">
                        <a:pos x="30" y="124"/>
                      </a:cxn>
                      <a:cxn ang="0">
                        <a:pos x="34" y="134"/>
                      </a:cxn>
                      <a:cxn ang="0">
                        <a:pos x="57" y="138"/>
                      </a:cxn>
                      <a:cxn ang="0">
                        <a:pos x="68" y="136"/>
                      </a:cxn>
                      <a:cxn ang="0">
                        <a:pos x="74" y="132"/>
                      </a:cxn>
                      <a:cxn ang="0">
                        <a:pos x="79" y="133"/>
                      </a:cxn>
                      <a:cxn ang="0">
                        <a:pos x="84" y="124"/>
                      </a:cxn>
                      <a:cxn ang="0">
                        <a:pos x="85" y="117"/>
                      </a:cxn>
                      <a:cxn ang="0">
                        <a:pos x="89" y="110"/>
                      </a:cxn>
                      <a:cxn ang="0">
                        <a:pos x="95" y="103"/>
                      </a:cxn>
                      <a:cxn ang="0">
                        <a:pos x="100" y="99"/>
                      </a:cxn>
                      <a:cxn ang="0">
                        <a:pos x="106" y="102"/>
                      </a:cxn>
                      <a:cxn ang="0">
                        <a:pos x="112" y="107"/>
                      </a:cxn>
                      <a:cxn ang="0">
                        <a:pos x="119" y="103"/>
                      </a:cxn>
                      <a:cxn ang="0">
                        <a:pos x="122" y="99"/>
                      </a:cxn>
                      <a:cxn ang="0">
                        <a:pos x="125" y="91"/>
                      </a:cxn>
                      <a:cxn ang="0">
                        <a:pos x="129" y="83"/>
                      </a:cxn>
                      <a:cxn ang="0">
                        <a:pos x="137" y="75"/>
                      </a:cxn>
                      <a:cxn ang="0">
                        <a:pos x="138" y="65"/>
                      </a:cxn>
                      <a:cxn ang="0">
                        <a:pos x="146" y="60"/>
                      </a:cxn>
                      <a:cxn ang="0">
                        <a:pos x="146" y="50"/>
                      </a:cxn>
                      <a:cxn ang="0">
                        <a:pos x="152" y="41"/>
                      </a:cxn>
                      <a:cxn ang="0">
                        <a:pos x="157" y="38"/>
                      </a:cxn>
                      <a:cxn ang="0">
                        <a:pos x="163" y="33"/>
                      </a:cxn>
                      <a:cxn ang="0">
                        <a:pos x="160" y="24"/>
                      </a:cxn>
                      <a:cxn ang="0">
                        <a:pos x="156" y="18"/>
                      </a:cxn>
                      <a:cxn ang="0">
                        <a:pos x="155" y="12"/>
                      </a:cxn>
                    </a:cxnLst>
                    <a:rect l="0" t="0" r="r" b="b"/>
                    <a:pathLst>
                      <a:path w="163" h="138">
                        <a:moveTo>
                          <a:pt x="155" y="12"/>
                        </a:moveTo>
                        <a:lnTo>
                          <a:pt x="155" y="11"/>
                        </a:lnTo>
                        <a:lnTo>
                          <a:pt x="153" y="8"/>
                        </a:lnTo>
                        <a:lnTo>
                          <a:pt x="149" y="3"/>
                        </a:lnTo>
                        <a:lnTo>
                          <a:pt x="145" y="1"/>
                        </a:lnTo>
                        <a:lnTo>
                          <a:pt x="142" y="4"/>
                        </a:lnTo>
                        <a:lnTo>
                          <a:pt x="142" y="5"/>
                        </a:lnTo>
                        <a:lnTo>
                          <a:pt x="141" y="7"/>
                        </a:lnTo>
                        <a:lnTo>
                          <a:pt x="138" y="5"/>
                        </a:lnTo>
                        <a:lnTo>
                          <a:pt x="137" y="7"/>
                        </a:lnTo>
                        <a:lnTo>
                          <a:pt x="136" y="8"/>
                        </a:lnTo>
                        <a:lnTo>
                          <a:pt x="133" y="9"/>
                        </a:lnTo>
                        <a:lnTo>
                          <a:pt x="131" y="12"/>
                        </a:lnTo>
                        <a:lnTo>
                          <a:pt x="130" y="12"/>
                        </a:lnTo>
                        <a:lnTo>
                          <a:pt x="127" y="9"/>
                        </a:lnTo>
                        <a:lnTo>
                          <a:pt x="123" y="9"/>
                        </a:lnTo>
                        <a:lnTo>
                          <a:pt x="118" y="8"/>
                        </a:lnTo>
                        <a:lnTo>
                          <a:pt x="112" y="7"/>
                        </a:lnTo>
                        <a:lnTo>
                          <a:pt x="108" y="8"/>
                        </a:lnTo>
                        <a:lnTo>
                          <a:pt x="102" y="8"/>
                        </a:lnTo>
                        <a:lnTo>
                          <a:pt x="99" y="9"/>
                        </a:lnTo>
                        <a:lnTo>
                          <a:pt x="95" y="14"/>
                        </a:lnTo>
                        <a:lnTo>
                          <a:pt x="91" y="16"/>
                        </a:lnTo>
                        <a:lnTo>
                          <a:pt x="88" y="16"/>
                        </a:lnTo>
                        <a:lnTo>
                          <a:pt x="83" y="14"/>
                        </a:lnTo>
                        <a:lnTo>
                          <a:pt x="80" y="14"/>
                        </a:lnTo>
                        <a:lnTo>
                          <a:pt x="76" y="11"/>
                        </a:lnTo>
                        <a:lnTo>
                          <a:pt x="73" y="9"/>
                        </a:lnTo>
                        <a:lnTo>
                          <a:pt x="73" y="8"/>
                        </a:lnTo>
                        <a:lnTo>
                          <a:pt x="70" y="7"/>
                        </a:lnTo>
                        <a:lnTo>
                          <a:pt x="68" y="7"/>
                        </a:lnTo>
                        <a:lnTo>
                          <a:pt x="68" y="7"/>
                        </a:lnTo>
                        <a:lnTo>
                          <a:pt x="64" y="8"/>
                        </a:lnTo>
                        <a:lnTo>
                          <a:pt x="61" y="8"/>
                        </a:lnTo>
                        <a:lnTo>
                          <a:pt x="59" y="9"/>
                        </a:lnTo>
                        <a:lnTo>
                          <a:pt x="57" y="11"/>
                        </a:lnTo>
                        <a:lnTo>
                          <a:pt x="55" y="11"/>
                        </a:lnTo>
                        <a:lnTo>
                          <a:pt x="53" y="9"/>
                        </a:lnTo>
                        <a:lnTo>
                          <a:pt x="50" y="5"/>
                        </a:lnTo>
                        <a:lnTo>
                          <a:pt x="49" y="4"/>
                        </a:lnTo>
                        <a:lnTo>
                          <a:pt x="45" y="1"/>
                        </a:lnTo>
                        <a:lnTo>
                          <a:pt x="42" y="1"/>
                        </a:lnTo>
                        <a:lnTo>
                          <a:pt x="40" y="0"/>
                        </a:lnTo>
                        <a:lnTo>
                          <a:pt x="36" y="0"/>
                        </a:lnTo>
                        <a:lnTo>
                          <a:pt x="35" y="0"/>
                        </a:lnTo>
                        <a:lnTo>
                          <a:pt x="32" y="0"/>
                        </a:lnTo>
                        <a:lnTo>
                          <a:pt x="31" y="0"/>
                        </a:lnTo>
                        <a:lnTo>
                          <a:pt x="27" y="0"/>
                        </a:lnTo>
                        <a:lnTo>
                          <a:pt x="26" y="0"/>
                        </a:lnTo>
                        <a:lnTo>
                          <a:pt x="24" y="0"/>
                        </a:lnTo>
                        <a:lnTo>
                          <a:pt x="20" y="1"/>
                        </a:lnTo>
                        <a:lnTo>
                          <a:pt x="20" y="1"/>
                        </a:lnTo>
                        <a:lnTo>
                          <a:pt x="19" y="3"/>
                        </a:lnTo>
                        <a:lnTo>
                          <a:pt x="15" y="5"/>
                        </a:lnTo>
                        <a:lnTo>
                          <a:pt x="15" y="7"/>
                        </a:lnTo>
                        <a:lnTo>
                          <a:pt x="15" y="8"/>
                        </a:lnTo>
                        <a:lnTo>
                          <a:pt x="15" y="8"/>
                        </a:lnTo>
                        <a:lnTo>
                          <a:pt x="15" y="9"/>
                        </a:lnTo>
                        <a:lnTo>
                          <a:pt x="15" y="12"/>
                        </a:lnTo>
                        <a:lnTo>
                          <a:pt x="16" y="14"/>
                        </a:lnTo>
                        <a:lnTo>
                          <a:pt x="16" y="15"/>
                        </a:lnTo>
                        <a:lnTo>
                          <a:pt x="13" y="15"/>
                        </a:lnTo>
                        <a:lnTo>
                          <a:pt x="11" y="19"/>
                        </a:lnTo>
                        <a:lnTo>
                          <a:pt x="11" y="20"/>
                        </a:lnTo>
                        <a:lnTo>
                          <a:pt x="11" y="22"/>
                        </a:lnTo>
                        <a:lnTo>
                          <a:pt x="12" y="26"/>
                        </a:lnTo>
                        <a:lnTo>
                          <a:pt x="13" y="26"/>
                        </a:lnTo>
                        <a:lnTo>
                          <a:pt x="13" y="27"/>
                        </a:lnTo>
                        <a:lnTo>
                          <a:pt x="11" y="28"/>
                        </a:lnTo>
                        <a:lnTo>
                          <a:pt x="11" y="33"/>
                        </a:lnTo>
                        <a:lnTo>
                          <a:pt x="11" y="34"/>
                        </a:lnTo>
                        <a:lnTo>
                          <a:pt x="15" y="38"/>
                        </a:lnTo>
                        <a:lnTo>
                          <a:pt x="15" y="41"/>
                        </a:lnTo>
                        <a:lnTo>
                          <a:pt x="16" y="46"/>
                        </a:lnTo>
                        <a:lnTo>
                          <a:pt x="16" y="47"/>
                        </a:lnTo>
                        <a:lnTo>
                          <a:pt x="13" y="47"/>
                        </a:lnTo>
                        <a:lnTo>
                          <a:pt x="12" y="50"/>
                        </a:lnTo>
                        <a:lnTo>
                          <a:pt x="12" y="50"/>
                        </a:lnTo>
                        <a:lnTo>
                          <a:pt x="15" y="54"/>
                        </a:lnTo>
                        <a:lnTo>
                          <a:pt x="13" y="56"/>
                        </a:lnTo>
                        <a:lnTo>
                          <a:pt x="12" y="56"/>
                        </a:lnTo>
                        <a:lnTo>
                          <a:pt x="9" y="57"/>
                        </a:lnTo>
                        <a:lnTo>
                          <a:pt x="9" y="60"/>
                        </a:lnTo>
                        <a:lnTo>
                          <a:pt x="7" y="62"/>
                        </a:lnTo>
                        <a:lnTo>
                          <a:pt x="5" y="65"/>
                        </a:lnTo>
                        <a:lnTo>
                          <a:pt x="4" y="66"/>
                        </a:lnTo>
                        <a:lnTo>
                          <a:pt x="2" y="66"/>
                        </a:lnTo>
                        <a:lnTo>
                          <a:pt x="1" y="68"/>
                        </a:lnTo>
                        <a:lnTo>
                          <a:pt x="0" y="69"/>
                        </a:lnTo>
                        <a:lnTo>
                          <a:pt x="0" y="72"/>
                        </a:lnTo>
                        <a:lnTo>
                          <a:pt x="0" y="73"/>
                        </a:lnTo>
                        <a:lnTo>
                          <a:pt x="0" y="77"/>
                        </a:lnTo>
                        <a:lnTo>
                          <a:pt x="0" y="77"/>
                        </a:lnTo>
                        <a:lnTo>
                          <a:pt x="0" y="80"/>
                        </a:lnTo>
                        <a:lnTo>
                          <a:pt x="0" y="81"/>
                        </a:lnTo>
                        <a:lnTo>
                          <a:pt x="0" y="83"/>
                        </a:lnTo>
                        <a:lnTo>
                          <a:pt x="0" y="84"/>
                        </a:lnTo>
                        <a:lnTo>
                          <a:pt x="0" y="86"/>
                        </a:lnTo>
                        <a:lnTo>
                          <a:pt x="0" y="92"/>
                        </a:lnTo>
                        <a:lnTo>
                          <a:pt x="0" y="94"/>
                        </a:lnTo>
                        <a:lnTo>
                          <a:pt x="1" y="96"/>
                        </a:lnTo>
                        <a:lnTo>
                          <a:pt x="0" y="103"/>
                        </a:lnTo>
                        <a:lnTo>
                          <a:pt x="0" y="106"/>
                        </a:lnTo>
                        <a:lnTo>
                          <a:pt x="7" y="107"/>
                        </a:lnTo>
                        <a:lnTo>
                          <a:pt x="11" y="106"/>
                        </a:lnTo>
                        <a:lnTo>
                          <a:pt x="21" y="111"/>
                        </a:lnTo>
                        <a:lnTo>
                          <a:pt x="27" y="117"/>
                        </a:lnTo>
                        <a:lnTo>
                          <a:pt x="30" y="124"/>
                        </a:lnTo>
                        <a:lnTo>
                          <a:pt x="30" y="129"/>
                        </a:lnTo>
                        <a:lnTo>
                          <a:pt x="32" y="129"/>
                        </a:lnTo>
                        <a:lnTo>
                          <a:pt x="34" y="134"/>
                        </a:lnTo>
                        <a:lnTo>
                          <a:pt x="38" y="137"/>
                        </a:lnTo>
                        <a:lnTo>
                          <a:pt x="42" y="138"/>
                        </a:lnTo>
                        <a:lnTo>
                          <a:pt x="57" y="138"/>
                        </a:lnTo>
                        <a:lnTo>
                          <a:pt x="59" y="137"/>
                        </a:lnTo>
                        <a:lnTo>
                          <a:pt x="61" y="137"/>
                        </a:lnTo>
                        <a:lnTo>
                          <a:pt x="68" y="136"/>
                        </a:lnTo>
                        <a:lnTo>
                          <a:pt x="70" y="136"/>
                        </a:lnTo>
                        <a:lnTo>
                          <a:pt x="73" y="136"/>
                        </a:lnTo>
                        <a:lnTo>
                          <a:pt x="74" y="132"/>
                        </a:lnTo>
                        <a:lnTo>
                          <a:pt x="77" y="134"/>
                        </a:lnTo>
                        <a:lnTo>
                          <a:pt x="79" y="133"/>
                        </a:lnTo>
                        <a:lnTo>
                          <a:pt x="79" y="133"/>
                        </a:lnTo>
                        <a:lnTo>
                          <a:pt x="79" y="132"/>
                        </a:lnTo>
                        <a:lnTo>
                          <a:pt x="83" y="128"/>
                        </a:lnTo>
                        <a:lnTo>
                          <a:pt x="84" y="124"/>
                        </a:lnTo>
                        <a:lnTo>
                          <a:pt x="84" y="121"/>
                        </a:lnTo>
                        <a:lnTo>
                          <a:pt x="83" y="118"/>
                        </a:lnTo>
                        <a:lnTo>
                          <a:pt x="85" y="117"/>
                        </a:lnTo>
                        <a:lnTo>
                          <a:pt x="85" y="114"/>
                        </a:lnTo>
                        <a:lnTo>
                          <a:pt x="87" y="113"/>
                        </a:lnTo>
                        <a:lnTo>
                          <a:pt x="89" y="110"/>
                        </a:lnTo>
                        <a:lnTo>
                          <a:pt x="91" y="109"/>
                        </a:lnTo>
                        <a:lnTo>
                          <a:pt x="95" y="106"/>
                        </a:lnTo>
                        <a:lnTo>
                          <a:pt x="95" y="103"/>
                        </a:lnTo>
                        <a:lnTo>
                          <a:pt x="96" y="102"/>
                        </a:lnTo>
                        <a:lnTo>
                          <a:pt x="99" y="102"/>
                        </a:lnTo>
                        <a:lnTo>
                          <a:pt x="100" y="99"/>
                        </a:lnTo>
                        <a:lnTo>
                          <a:pt x="100" y="100"/>
                        </a:lnTo>
                        <a:lnTo>
                          <a:pt x="104" y="102"/>
                        </a:lnTo>
                        <a:lnTo>
                          <a:pt x="106" y="102"/>
                        </a:lnTo>
                        <a:lnTo>
                          <a:pt x="108" y="103"/>
                        </a:lnTo>
                        <a:lnTo>
                          <a:pt x="110" y="106"/>
                        </a:lnTo>
                        <a:lnTo>
                          <a:pt x="112" y="107"/>
                        </a:lnTo>
                        <a:lnTo>
                          <a:pt x="114" y="109"/>
                        </a:lnTo>
                        <a:lnTo>
                          <a:pt x="118" y="106"/>
                        </a:lnTo>
                        <a:lnTo>
                          <a:pt x="119" y="103"/>
                        </a:lnTo>
                        <a:lnTo>
                          <a:pt x="119" y="102"/>
                        </a:lnTo>
                        <a:lnTo>
                          <a:pt x="121" y="100"/>
                        </a:lnTo>
                        <a:lnTo>
                          <a:pt x="122" y="99"/>
                        </a:lnTo>
                        <a:lnTo>
                          <a:pt x="125" y="96"/>
                        </a:lnTo>
                        <a:lnTo>
                          <a:pt x="125" y="95"/>
                        </a:lnTo>
                        <a:lnTo>
                          <a:pt x="125" y="91"/>
                        </a:lnTo>
                        <a:lnTo>
                          <a:pt x="130" y="87"/>
                        </a:lnTo>
                        <a:lnTo>
                          <a:pt x="130" y="84"/>
                        </a:lnTo>
                        <a:lnTo>
                          <a:pt x="129" y="83"/>
                        </a:lnTo>
                        <a:lnTo>
                          <a:pt x="130" y="80"/>
                        </a:lnTo>
                        <a:lnTo>
                          <a:pt x="134" y="76"/>
                        </a:lnTo>
                        <a:lnTo>
                          <a:pt x="137" y="75"/>
                        </a:lnTo>
                        <a:lnTo>
                          <a:pt x="137" y="72"/>
                        </a:lnTo>
                        <a:lnTo>
                          <a:pt x="138" y="69"/>
                        </a:lnTo>
                        <a:lnTo>
                          <a:pt x="138" y="65"/>
                        </a:lnTo>
                        <a:lnTo>
                          <a:pt x="140" y="64"/>
                        </a:lnTo>
                        <a:lnTo>
                          <a:pt x="144" y="62"/>
                        </a:lnTo>
                        <a:lnTo>
                          <a:pt x="146" y="60"/>
                        </a:lnTo>
                        <a:lnTo>
                          <a:pt x="146" y="56"/>
                        </a:lnTo>
                        <a:lnTo>
                          <a:pt x="146" y="52"/>
                        </a:lnTo>
                        <a:lnTo>
                          <a:pt x="146" y="50"/>
                        </a:lnTo>
                        <a:lnTo>
                          <a:pt x="148" y="47"/>
                        </a:lnTo>
                        <a:lnTo>
                          <a:pt x="151" y="42"/>
                        </a:lnTo>
                        <a:lnTo>
                          <a:pt x="152" y="41"/>
                        </a:lnTo>
                        <a:lnTo>
                          <a:pt x="152" y="39"/>
                        </a:lnTo>
                        <a:lnTo>
                          <a:pt x="155" y="38"/>
                        </a:lnTo>
                        <a:lnTo>
                          <a:pt x="157" y="38"/>
                        </a:lnTo>
                        <a:lnTo>
                          <a:pt x="159" y="35"/>
                        </a:lnTo>
                        <a:lnTo>
                          <a:pt x="161" y="34"/>
                        </a:lnTo>
                        <a:lnTo>
                          <a:pt x="163" y="33"/>
                        </a:lnTo>
                        <a:lnTo>
                          <a:pt x="161" y="28"/>
                        </a:lnTo>
                        <a:lnTo>
                          <a:pt x="161" y="27"/>
                        </a:lnTo>
                        <a:lnTo>
                          <a:pt x="160" y="24"/>
                        </a:lnTo>
                        <a:lnTo>
                          <a:pt x="157" y="24"/>
                        </a:lnTo>
                        <a:lnTo>
                          <a:pt x="156" y="22"/>
                        </a:lnTo>
                        <a:lnTo>
                          <a:pt x="156" y="18"/>
                        </a:lnTo>
                        <a:lnTo>
                          <a:pt x="156" y="15"/>
                        </a:lnTo>
                        <a:lnTo>
                          <a:pt x="155" y="12"/>
                        </a:lnTo>
                        <a:lnTo>
                          <a:pt x="155" y="12"/>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53" name="Freeform 941">
                    <a:extLst>
                      <a:ext uri="{FF2B5EF4-FFF2-40B4-BE49-F238E27FC236}">
                        <a16:creationId xmlns:a16="http://schemas.microsoft.com/office/drawing/2014/main" id="{E656E0B5-5191-1308-4E84-CA7B90F7303D}"/>
                      </a:ext>
                    </a:extLst>
                  </p:cNvPr>
                  <p:cNvSpPr>
                    <a:spLocks/>
                  </p:cNvSpPr>
                  <p:nvPr/>
                </p:nvSpPr>
                <p:spPr bwMode="auto">
                  <a:xfrm>
                    <a:off x="9329842" y="2947140"/>
                    <a:ext cx="3647" cy="4987"/>
                  </a:xfrm>
                  <a:custGeom>
                    <a:avLst/>
                    <a:gdLst/>
                    <a:ahLst/>
                    <a:cxnLst>
                      <a:cxn ang="0">
                        <a:pos x="2" y="6"/>
                      </a:cxn>
                      <a:cxn ang="0">
                        <a:pos x="0" y="3"/>
                      </a:cxn>
                      <a:cxn ang="0">
                        <a:pos x="2" y="0"/>
                      </a:cxn>
                      <a:cxn ang="0">
                        <a:pos x="4" y="3"/>
                      </a:cxn>
                      <a:cxn ang="0">
                        <a:pos x="4" y="4"/>
                      </a:cxn>
                      <a:cxn ang="0">
                        <a:pos x="2" y="6"/>
                      </a:cxn>
                      <a:cxn ang="0">
                        <a:pos x="2" y="6"/>
                      </a:cxn>
                    </a:cxnLst>
                    <a:rect l="0" t="0" r="r" b="b"/>
                    <a:pathLst>
                      <a:path w="4" h="6">
                        <a:moveTo>
                          <a:pt x="2" y="6"/>
                        </a:moveTo>
                        <a:lnTo>
                          <a:pt x="0" y="3"/>
                        </a:lnTo>
                        <a:lnTo>
                          <a:pt x="2" y="0"/>
                        </a:lnTo>
                        <a:lnTo>
                          <a:pt x="4" y="3"/>
                        </a:lnTo>
                        <a:lnTo>
                          <a:pt x="4" y="4"/>
                        </a:lnTo>
                        <a:lnTo>
                          <a:pt x="2" y="6"/>
                        </a:lnTo>
                        <a:lnTo>
                          <a:pt x="2" y="6"/>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54" name="Freeform 943">
                    <a:extLst>
                      <a:ext uri="{FF2B5EF4-FFF2-40B4-BE49-F238E27FC236}">
                        <a16:creationId xmlns:a16="http://schemas.microsoft.com/office/drawing/2014/main" id="{4E33E195-BDB1-1F81-39A2-EB6ED0262A9F}"/>
                      </a:ext>
                    </a:extLst>
                  </p:cNvPr>
                  <p:cNvSpPr>
                    <a:spLocks/>
                  </p:cNvSpPr>
                  <p:nvPr/>
                </p:nvSpPr>
                <p:spPr bwMode="auto">
                  <a:xfrm>
                    <a:off x="9359017" y="2795877"/>
                    <a:ext cx="98464" cy="134641"/>
                  </a:xfrm>
                  <a:custGeom>
                    <a:avLst/>
                    <a:gdLst/>
                    <a:ahLst/>
                    <a:cxnLst>
                      <a:cxn ang="0">
                        <a:pos x="4" y="116"/>
                      </a:cxn>
                      <a:cxn ang="0">
                        <a:pos x="4" y="106"/>
                      </a:cxn>
                      <a:cxn ang="0">
                        <a:pos x="8" y="101"/>
                      </a:cxn>
                      <a:cxn ang="0">
                        <a:pos x="16" y="94"/>
                      </a:cxn>
                      <a:cxn ang="0">
                        <a:pos x="20" y="90"/>
                      </a:cxn>
                      <a:cxn ang="0">
                        <a:pos x="25" y="90"/>
                      </a:cxn>
                      <a:cxn ang="0">
                        <a:pos x="31" y="94"/>
                      </a:cxn>
                      <a:cxn ang="0">
                        <a:pos x="39" y="94"/>
                      </a:cxn>
                      <a:cxn ang="0">
                        <a:pos x="42" y="88"/>
                      </a:cxn>
                      <a:cxn ang="0">
                        <a:pos x="46" y="83"/>
                      </a:cxn>
                      <a:cxn ang="0">
                        <a:pos x="51" y="72"/>
                      </a:cxn>
                      <a:cxn ang="0">
                        <a:pos x="55" y="64"/>
                      </a:cxn>
                      <a:cxn ang="0">
                        <a:pos x="59" y="57"/>
                      </a:cxn>
                      <a:cxn ang="0">
                        <a:pos x="65" y="50"/>
                      </a:cxn>
                      <a:cxn ang="0">
                        <a:pos x="67" y="40"/>
                      </a:cxn>
                      <a:cxn ang="0">
                        <a:pos x="72" y="30"/>
                      </a:cxn>
                      <a:cxn ang="0">
                        <a:pos x="76" y="26"/>
                      </a:cxn>
                      <a:cxn ang="0">
                        <a:pos x="82" y="22"/>
                      </a:cxn>
                      <a:cxn ang="0">
                        <a:pos x="82" y="15"/>
                      </a:cxn>
                      <a:cxn ang="0">
                        <a:pos x="77" y="10"/>
                      </a:cxn>
                      <a:cxn ang="0">
                        <a:pos x="76" y="0"/>
                      </a:cxn>
                      <a:cxn ang="0">
                        <a:pos x="86" y="10"/>
                      </a:cxn>
                      <a:cxn ang="0">
                        <a:pos x="91" y="18"/>
                      </a:cxn>
                      <a:cxn ang="0">
                        <a:pos x="89" y="23"/>
                      </a:cxn>
                      <a:cxn ang="0">
                        <a:pos x="88" y="30"/>
                      </a:cxn>
                      <a:cxn ang="0">
                        <a:pos x="93" y="37"/>
                      </a:cxn>
                      <a:cxn ang="0">
                        <a:pos x="99" y="44"/>
                      </a:cxn>
                      <a:cxn ang="0">
                        <a:pos x="93" y="44"/>
                      </a:cxn>
                      <a:cxn ang="0">
                        <a:pos x="86" y="44"/>
                      </a:cxn>
                      <a:cxn ang="0">
                        <a:pos x="81" y="44"/>
                      </a:cxn>
                      <a:cxn ang="0">
                        <a:pos x="77" y="48"/>
                      </a:cxn>
                      <a:cxn ang="0">
                        <a:pos x="80" y="53"/>
                      </a:cxn>
                      <a:cxn ang="0">
                        <a:pos x="88" y="60"/>
                      </a:cxn>
                      <a:cxn ang="0">
                        <a:pos x="97" y="71"/>
                      </a:cxn>
                      <a:cxn ang="0">
                        <a:pos x="97" y="82"/>
                      </a:cxn>
                      <a:cxn ang="0">
                        <a:pos x="91" y="90"/>
                      </a:cxn>
                      <a:cxn ang="0">
                        <a:pos x="85" y="98"/>
                      </a:cxn>
                      <a:cxn ang="0">
                        <a:pos x="85" y="106"/>
                      </a:cxn>
                      <a:cxn ang="0">
                        <a:pos x="86" y="117"/>
                      </a:cxn>
                      <a:cxn ang="0">
                        <a:pos x="92" y="125"/>
                      </a:cxn>
                      <a:cxn ang="0">
                        <a:pos x="99" y="137"/>
                      </a:cxn>
                      <a:cxn ang="0">
                        <a:pos x="107" y="146"/>
                      </a:cxn>
                      <a:cxn ang="0">
                        <a:pos x="107" y="152"/>
                      </a:cxn>
                      <a:cxn ang="0">
                        <a:pos x="107" y="155"/>
                      </a:cxn>
                      <a:cxn ang="0">
                        <a:pos x="105" y="160"/>
                      </a:cxn>
                      <a:cxn ang="0">
                        <a:pos x="103" y="162"/>
                      </a:cxn>
                      <a:cxn ang="0">
                        <a:pos x="100" y="160"/>
                      </a:cxn>
                      <a:cxn ang="0">
                        <a:pos x="93" y="160"/>
                      </a:cxn>
                      <a:cxn ang="0">
                        <a:pos x="91" y="160"/>
                      </a:cxn>
                      <a:cxn ang="0">
                        <a:pos x="86" y="159"/>
                      </a:cxn>
                      <a:cxn ang="0">
                        <a:pos x="84" y="159"/>
                      </a:cxn>
                      <a:cxn ang="0">
                        <a:pos x="62" y="156"/>
                      </a:cxn>
                      <a:cxn ang="0">
                        <a:pos x="57" y="156"/>
                      </a:cxn>
                      <a:cxn ang="0">
                        <a:pos x="52" y="156"/>
                      </a:cxn>
                      <a:cxn ang="0">
                        <a:pos x="46" y="156"/>
                      </a:cxn>
                      <a:cxn ang="0">
                        <a:pos x="39" y="156"/>
                      </a:cxn>
                      <a:cxn ang="0">
                        <a:pos x="38" y="158"/>
                      </a:cxn>
                      <a:cxn ang="0">
                        <a:pos x="17" y="158"/>
                      </a:cxn>
                      <a:cxn ang="0">
                        <a:pos x="16" y="154"/>
                      </a:cxn>
                      <a:cxn ang="0">
                        <a:pos x="14" y="139"/>
                      </a:cxn>
                      <a:cxn ang="0">
                        <a:pos x="13" y="131"/>
                      </a:cxn>
                      <a:cxn ang="0">
                        <a:pos x="5" y="131"/>
                      </a:cxn>
                      <a:cxn ang="0">
                        <a:pos x="0" y="121"/>
                      </a:cxn>
                    </a:cxnLst>
                    <a:rect l="0" t="0" r="r" b="b"/>
                    <a:pathLst>
                      <a:path w="108" h="162">
                        <a:moveTo>
                          <a:pt x="0" y="121"/>
                        </a:moveTo>
                        <a:lnTo>
                          <a:pt x="0" y="120"/>
                        </a:lnTo>
                        <a:lnTo>
                          <a:pt x="4" y="116"/>
                        </a:lnTo>
                        <a:lnTo>
                          <a:pt x="5" y="112"/>
                        </a:lnTo>
                        <a:lnTo>
                          <a:pt x="5" y="109"/>
                        </a:lnTo>
                        <a:lnTo>
                          <a:pt x="4" y="106"/>
                        </a:lnTo>
                        <a:lnTo>
                          <a:pt x="6" y="105"/>
                        </a:lnTo>
                        <a:lnTo>
                          <a:pt x="6" y="102"/>
                        </a:lnTo>
                        <a:lnTo>
                          <a:pt x="8" y="101"/>
                        </a:lnTo>
                        <a:lnTo>
                          <a:pt x="10" y="98"/>
                        </a:lnTo>
                        <a:lnTo>
                          <a:pt x="12" y="97"/>
                        </a:lnTo>
                        <a:lnTo>
                          <a:pt x="16" y="94"/>
                        </a:lnTo>
                        <a:lnTo>
                          <a:pt x="16" y="91"/>
                        </a:lnTo>
                        <a:lnTo>
                          <a:pt x="17" y="90"/>
                        </a:lnTo>
                        <a:lnTo>
                          <a:pt x="20" y="90"/>
                        </a:lnTo>
                        <a:lnTo>
                          <a:pt x="21" y="87"/>
                        </a:lnTo>
                        <a:lnTo>
                          <a:pt x="21" y="88"/>
                        </a:lnTo>
                        <a:lnTo>
                          <a:pt x="25" y="90"/>
                        </a:lnTo>
                        <a:lnTo>
                          <a:pt x="27" y="90"/>
                        </a:lnTo>
                        <a:lnTo>
                          <a:pt x="29" y="91"/>
                        </a:lnTo>
                        <a:lnTo>
                          <a:pt x="31" y="94"/>
                        </a:lnTo>
                        <a:lnTo>
                          <a:pt x="33" y="95"/>
                        </a:lnTo>
                        <a:lnTo>
                          <a:pt x="35" y="97"/>
                        </a:lnTo>
                        <a:lnTo>
                          <a:pt x="39" y="94"/>
                        </a:lnTo>
                        <a:lnTo>
                          <a:pt x="40" y="91"/>
                        </a:lnTo>
                        <a:lnTo>
                          <a:pt x="40" y="90"/>
                        </a:lnTo>
                        <a:lnTo>
                          <a:pt x="42" y="88"/>
                        </a:lnTo>
                        <a:lnTo>
                          <a:pt x="43" y="87"/>
                        </a:lnTo>
                        <a:lnTo>
                          <a:pt x="46" y="84"/>
                        </a:lnTo>
                        <a:lnTo>
                          <a:pt x="46" y="83"/>
                        </a:lnTo>
                        <a:lnTo>
                          <a:pt x="46" y="79"/>
                        </a:lnTo>
                        <a:lnTo>
                          <a:pt x="51" y="75"/>
                        </a:lnTo>
                        <a:lnTo>
                          <a:pt x="51" y="72"/>
                        </a:lnTo>
                        <a:lnTo>
                          <a:pt x="50" y="71"/>
                        </a:lnTo>
                        <a:lnTo>
                          <a:pt x="51" y="68"/>
                        </a:lnTo>
                        <a:lnTo>
                          <a:pt x="55" y="64"/>
                        </a:lnTo>
                        <a:lnTo>
                          <a:pt x="58" y="63"/>
                        </a:lnTo>
                        <a:lnTo>
                          <a:pt x="58" y="60"/>
                        </a:lnTo>
                        <a:lnTo>
                          <a:pt x="59" y="57"/>
                        </a:lnTo>
                        <a:lnTo>
                          <a:pt x="59" y="53"/>
                        </a:lnTo>
                        <a:lnTo>
                          <a:pt x="61" y="52"/>
                        </a:lnTo>
                        <a:lnTo>
                          <a:pt x="65" y="50"/>
                        </a:lnTo>
                        <a:lnTo>
                          <a:pt x="67" y="48"/>
                        </a:lnTo>
                        <a:lnTo>
                          <a:pt x="67" y="44"/>
                        </a:lnTo>
                        <a:lnTo>
                          <a:pt x="67" y="40"/>
                        </a:lnTo>
                        <a:lnTo>
                          <a:pt x="67" y="38"/>
                        </a:lnTo>
                        <a:lnTo>
                          <a:pt x="69" y="35"/>
                        </a:lnTo>
                        <a:lnTo>
                          <a:pt x="72" y="30"/>
                        </a:lnTo>
                        <a:lnTo>
                          <a:pt x="73" y="29"/>
                        </a:lnTo>
                        <a:lnTo>
                          <a:pt x="73" y="27"/>
                        </a:lnTo>
                        <a:lnTo>
                          <a:pt x="76" y="26"/>
                        </a:lnTo>
                        <a:lnTo>
                          <a:pt x="78" y="26"/>
                        </a:lnTo>
                        <a:lnTo>
                          <a:pt x="80" y="23"/>
                        </a:lnTo>
                        <a:lnTo>
                          <a:pt x="82" y="22"/>
                        </a:lnTo>
                        <a:lnTo>
                          <a:pt x="84" y="21"/>
                        </a:lnTo>
                        <a:lnTo>
                          <a:pt x="82" y="16"/>
                        </a:lnTo>
                        <a:lnTo>
                          <a:pt x="82" y="15"/>
                        </a:lnTo>
                        <a:lnTo>
                          <a:pt x="81" y="12"/>
                        </a:lnTo>
                        <a:lnTo>
                          <a:pt x="78" y="12"/>
                        </a:lnTo>
                        <a:lnTo>
                          <a:pt x="77" y="10"/>
                        </a:lnTo>
                        <a:lnTo>
                          <a:pt x="77" y="6"/>
                        </a:lnTo>
                        <a:lnTo>
                          <a:pt x="77" y="3"/>
                        </a:lnTo>
                        <a:lnTo>
                          <a:pt x="76" y="0"/>
                        </a:lnTo>
                        <a:lnTo>
                          <a:pt x="82" y="3"/>
                        </a:lnTo>
                        <a:lnTo>
                          <a:pt x="86" y="6"/>
                        </a:lnTo>
                        <a:lnTo>
                          <a:pt x="86" y="10"/>
                        </a:lnTo>
                        <a:lnTo>
                          <a:pt x="88" y="11"/>
                        </a:lnTo>
                        <a:lnTo>
                          <a:pt x="89" y="14"/>
                        </a:lnTo>
                        <a:lnTo>
                          <a:pt x="91" y="18"/>
                        </a:lnTo>
                        <a:lnTo>
                          <a:pt x="91" y="21"/>
                        </a:lnTo>
                        <a:lnTo>
                          <a:pt x="89" y="22"/>
                        </a:lnTo>
                        <a:lnTo>
                          <a:pt x="89" y="23"/>
                        </a:lnTo>
                        <a:lnTo>
                          <a:pt x="91" y="25"/>
                        </a:lnTo>
                        <a:lnTo>
                          <a:pt x="91" y="29"/>
                        </a:lnTo>
                        <a:lnTo>
                          <a:pt x="88" y="30"/>
                        </a:lnTo>
                        <a:lnTo>
                          <a:pt x="88" y="33"/>
                        </a:lnTo>
                        <a:lnTo>
                          <a:pt x="91" y="37"/>
                        </a:lnTo>
                        <a:lnTo>
                          <a:pt x="93" y="37"/>
                        </a:lnTo>
                        <a:lnTo>
                          <a:pt x="95" y="41"/>
                        </a:lnTo>
                        <a:lnTo>
                          <a:pt x="97" y="44"/>
                        </a:lnTo>
                        <a:lnTo>
                          <a:pt x="99" y="44"/>
                        </a:lnTo>
                        <a:lnTo>
                          <a:pt x="97" y="45"/>
                        </a:lnTo>
                        <a:lnTo>
                          <a:pt x="96" y="45"/>
                        </a:lnTo>
                        <a:lnTo>
                          <a:pt x="93" y="44"/>
                        </a:lnTo>
                        <a:lnTo>
                          <a:pt x="91" y="44"/>
                        </a:lnTo>
                        <a:lnTo>
                          <a:pt x="89" y="44"/>
                        </a:lnTo>
                        <a:lnTo>
                          <a:pt x="86" y="44"/>
                        </a:lnTo>
                        <a:lnTo>
                          <a:pt x="84" y="44"/>
                        </a:lnTo>
                        <a:lnTo>
                          <a:pt x="82" y="44"/>
                        </a:lnTo>
                        <a:lnTo>
                          <a:pt x="81" y="44"/>
                        </a:lnTo>
                        <a:lnTo>
                          <a:pt x="78" y="44"/>
                        </a:lnTo>
                        <a:lnTo>
                          <a:pt x="78" y="46"/>
                        </a:lnTo>
                        <a:lnTo>
                          <a:pt x="77" y="48"/>
                        </a:lnTo>
                        <a:lnTo>
                          <a:pt x="77" y="50"/>
                        </a:lnTo>
                        <a:lnTo>
                          <a:pt x="78" y="52"/>
                        </a:lnTo>
                        <a:lnTo>
                          <a:pt x="80" y="53"/>
                        </a:lnTo>
                        <a:lnTo>
                          <a:pt x="80" y="54"/>
                        </a:lnTo>
                        <a:lnTo>
                          <a:pt x="82" y="54"/>
                        </a:lnTo>
                        <a:lnTo>
                          <a:pt x="88" y="60"/>
                        </a:lnTo>
                        <a:lnTo>
                          <a:pt x="92" y="65"/>
                        </a:lnTo>
                        <a:lnTo>
                          <a:pt x="95" y="67"/>
                        </a:lnTo>
                        <a:lnTo>
                          <a:pt x="97" y="71"/>
                        </a:lnTo>
                        <a:lnTo>
                          <a:pt x="99" y="75"/>
                        </a:lnTo>
                        <a:lnTo>
                          <a:pt x="99" y="78"/>
                        </a:lnTo>
                        <a:lnTo>
                          <a:pt x="97" y="82"/>
                        </a:lnTo>
                        <a:lnTo>
                          <a:pt x="95" y="82"/>
                        </a:lnTo>
                        <a:lnTo>
                          <a:pt x="93" y="86"/>
                        </a:lnTo>
                        <a:lnTo>
                          <a:pt x="91" y="90"/>
                        </a:lnTo>
                        <a:lnTo>
                          <a:pt x="89" y="94"/>
                        </a:lnTo>
                        <a:lnTo>
                          <a:pt x="86" y="98"/>
                        </a:lnTo>
                        <a:lnTo>
                          <a:pt x="85" y="98"/>
                        </a:lnTo>
                        <a:lnTo>
                          <a:pt x="84" y="99"/>
                        </a:lnTo>
                        <a:lnTo>
                          <a:pt x="84" y="103"/>
                        </a:lnTo>
                        <a:lnTo>
                          <a:pt x="85" y="106"/>
                        </a:lnTo>
                        <a:lnTo>
                          <a:pt x="85" y="110"/>
                        </a:lnTo>
                        <a:lnTo>
                          <a:pt x="85" y="114"/>
                        </a:lnTo>
                        <a:lnTo>
                          <a:pt x="86" y="117"/>
                        </a:lnTo>
                        <a:lnTo>
                          <a:pt x="86" y="122"/>
                        </a:lnTo>
                        <a:lnTo>
                          <a:pt x="88" y="124"/>
                        </a:lnTo>
                        <a:lnTo>
                          <a:pt x="92" y="125"/>
                        </a:lnTo>
                        <a:lnTo>
                          <a:pt x="93" y="129"/>
                        </a:lnTo>
                        <a:lnTo>
                          <a:pt x="95" y="132"/>
                        </a:lnTo>
                        <a:lnTo>
                          <a:pt x="99" y="137"/>
                        </a:lnTo>
                        <a:lnTo>
                          <a:pt x="100" y="141"/>
                        </a:lnTo>
                        <a:lnTo>
                          <a:pt x="101" y="143"/>
                        </a:lnTo>
                        <a:lnTo>
                          <a:pt x="107" y="146"/>
                        </a:lnTo>
                        <a:lnTo>
                          <a:pt x="107" y="150"/>
                        </a:lnTo>
                        <a:lnTo>
                          <a:pt x="107" y="151"/>
                        </a:lnTo>
                        <a:lnTo>
                          <a:pt x="107" y="152"/>
                        </a:lnTo>
                        <a:lnTo>
                          <a:pt x="108" y="152"/>
                        </a:lnTo>
                        <a:lnTo>
                          <a:pt x="107" y="154"/>
                        </a:lnTo>
                        <a:lnTo>
                          <a:pt x="107" y="155"/>
                        </a:lnTo>
                        <a:lnTo>
                          <a:pt x="105" y="158"/>
                        </a:lnTo>
                        <a:lnTo>
                          <a:pt x="104" y="159"/>
                        </a:lnTo>
                        <a:lnTo>
                          <a:pt x="105" y="160"/>
                        </a:lnTo>
                        <a:lnTo>
                          <a:pt x="105" y="162"/>
                        </a:lnTo>
                        <a:lnTo>
                          <a:pt x="104" y="162"/>
                        </a:lnTo>
                        <a:lnTo>
                          <a:pt x="103" y="162"/>
                        </a:lnTo>
                        <a:lnTo>
                          <a:pt x="103" y="162"/>
                        </a:lnTo>
                        <a:lnTo>
                          <a:pt x="101" y="162"/>
                        </a:lnTo>
                        <a:lnTo>
                          <a:pt x="100" y="160"/>
                        </a:lnTo>
                        <a:lnTo>
                          <a:pt x="97" y="160"/>
                        </a:lnTo>
                        <a:lnTo>
                          <a:pt x="96" y="162"/>
                        </a:lnTo>
                        <a:lnTo>
                          <a:pt x="93" y="160"/>
                        </a:lnTo>
                        <a:lnTo>
                          <a:pt x="92" y="159"/>
                        </a:lnTo>
                        <a:lnTo>
                          <a:pt x="92" y="160"/>
                        </a:lnTo>
                        <a:lnTo>
                          <a:pt x="91" y="160"/>
                        </a:lnTo>
                        <a:lnTo>
                          <a:pt x="89" y="159"/>
                        </a:lnTo>
                        <a:lnTo>
                          <a:pt x="88" y="159"/>
                        </a:lnTo>
                        <a:lnTo>
                          <a:pt x="86" y="159"/>
                        </a:lnTo>
                        <a:lnTo>
                          <a:pt x="85" y="158"/>
                        </a:lnTo>
                        <a:lnTo>
                          <a:pt x="84" y="158"/>
                        </a:lnTo>
                        <a:lnTo>
                          <a:pt x="84" y="159"/>
                        </a:lnTo>
                        <a:lnTo>
                          <a:pt x="81" y="158"/>
                        </a:lnTo>
                        <a:lnTo>
                          <a:pt x="63" y="158"/>
                        </a:lnTo>
                        <a:lnTo>
                          <a:pt x="62" y="156"/>
                        </a:lnTo>
                        <a:lnTo>
                          <a:pt x="62" y="156"/>
                        </a:lnTo>
                        <a:lnTo>
                          <a:pt x="61" y="156"/>
                        </a:lnTo>
                        <a:lnTo>
                          <a:pt x="57" y="156"/>
                        </a:lnTo>
                        <a:lnTo>
                          <a:pt x="57" y="156"/>
                        </a:lnTo>
                        <a:lnTo>
                          <a:pt x="55" y="156"/>
                        </a:lnTo>
                        <a:lnTo>
                          <a:pt x="52" y="156"/>
                        </a:lnTo>
                        <a:lnTo>
                          <a:pt x="51" y="156"/>
                        </a:lnTo>
                        <a:lnTo>
                          <a:pt x="47" y="156"/>
                        </a:lnTo>
                        <a:lnTo>
                          <a:pt x="46" y="156"/>
                        </a:lnTo>
                        <a:lnTo>
                          <a:pt x="42" y="156"/>
                        </a:lnTo>
                        <a:lnTo>
                          <a:pt x="40" y="156"/>
                        </a:lnTo>
                        <a:lnTo>
                          <a:pt x="39" y="156"/>
                        </a:lnTo>
                        <a:lnTo>
                          <a:pt x="38" y="158"/>
                        </a:lnTo>
                        <a:lnTo>
                          <a:pt x="38" y="158"/>
                        </a:lnTo>
                        <a:lnTo>
                          <a:pt x="38" y="158"/>
                        </a:lnTo>
                        <a:lnTo>
                          <a:pt x="20" y="158"/>
                        </a:lnTo>
                        <a:lnTo>
                          <a:pt x="20" y="158"/>
                        </a:lnTo>
                        <a:lnTo>
                          <a:pt x="17" y="158"/>
                        </a:lnTo>
                        <a:lnTo>
                          <a:pt x="16" y="158"/>
                        </a:lnTo>
                        <a:lnTo>
                          <a:pt x="19" y="155"/>
                        </a:lnTo>
                        <a:lnTo>
                          <a:pt x="16" y="154"/>
                        </a:lnTo>
                        <a:lnTo>
                          <a:pt x="17" y="148"/>
                        </a:lnTo>
                        <a:lnTo>
                          <a:pt x="17" y="143"/>
                        </a:lnTo>
                        <a:lnTo>
                          <a:pt x="14" y="139"/>
                        </a:lnTo>
                        <a:lnTo>
                          <a:pt x="14" y="135"/>
                        </a:lnTo>
                        <a:lnTo>
                          <a:pt x="16" y="133"/>
                        </a:lnTo>
                        <a:lnTo>
                          <a:pt x="13" y="131"/>
                        </a:lnTo>
                        <a:lnTo>
                          <a:pt x="9" y="132"/>
                        </a:lnTo>
                        <a:lnTo>
                          <a:pt x="8" y="131"/>
                        </a:lnTo>
                        <a:lnTo>
                          <a:pt x="5" y="131"/>
                        </a:lnTo>
                        <a:lnTo>
                          <a:pt x="4" y="121"/>
                        </a:lnTo>
                        <a:lnTo>
                          <a:pt x="1" y="122"/>
                        </a:lnTo>
                        <a:lnTo>
                          <a:pt x="0" y="121"/>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55" name="Freeform 944">
                    <a:extLst>
                      <a:ext uri="{FF2B5EF4-FFF2-40B4-BE49-F238E27FC236}">
                        <a16:creationId xmlns:a16="http://schemas.microsoft.com/office/drawing/2014/main" id="{F412B29F-56FC-83BA-F26B-4EEE65245AB8}"/>
                      </a:ext>
                    </a:extLst>
                  </p:cNvPr>
                  <p:cNvSpPr>
                    <a:spLocks/>
                  </p:cNvSpPr>
                  <p:nvPr/>
                </p:nvSpPr>
                <p:spPr bwMode="auto">
                  <a:xfrm>
                    <a:off x="9359929" y="2925531"/>
                    <a:ext cx="72936" cy="73970"/>
                  </a:xfrm>
                  <a:custGeom>
                    <a:avLst/>
                    <a:gdLst/>
                    <a:ahLst/>
                    <a:cxnLst>
                      <a:cxn ang="0">
                        <a:pos x="37" y="2"/>
                      </a:cxn>
                      <a:cxn ang="0">
                        <a:pos x="39" y="0"/>
                      </a:cxn>
                      <a:cxn ang="0">
                        <a:pos x="45" y="0"/>
                      </a:cxn>
                      <a:cxn ang="0">
                        <a:pos x="50" y="0"/>
                      </a:cxn>
                      <a:cxn ang="0">
                        <a:pos x="54" y="0"/>
                      </a:cxn>
                      <a:cxn ang="0">
                        <a:pos x="56" y="0"/>
                      </a:cxn>
                      <a:cxn ang="0">
                        <a:pos x="61" y="0"/>
                      </a:cxn>
                      <a:cxn ang="0">
                        <a:pos x="62" y="2"/>
                      </a:cxn>
                      <a:cxn ang="0">
                        <a:pos x="61" y="4"/>
                      </a:cxn>
                      <a:cxn ang="0">
                        <a:pos x="62" y="11"/>
                      </a:cxn>
                      <a:cxn ang="0">
                        <a:pos x="62" y="15"/>
                      </a:cxn>
                      <a:cxn ang="0">
                        <a:pos x="66" y="14"/>
                      </a:cxn>
                      <a:cxn ang="0">
                        <a:pos x="72" y="14"/>
                      </a:cxn>
                      <a:cxn ang="0">
                        <a:pos x="79" y="13"/>
                      </a:cxn>
                      <a:cxn ang="0">
                        <a:pos x="80" y="18"/>
                      </a:cxn>
                      <a:cxn ang="0">
                        <a:pos x="80" y="22"/>
                      </a:cxn>
                      <a:cxn ang="0">
                        <a:pos x="77" y="25"/>
                      </a:cxn>
                      <a:cxn ang="0">
                        <a:pos x="75" y="29"/>
                      </a:cxn>
                      <a:cxn ang="0">
                        <a:pos x="76" y="32"/>
                      </a:cxn>
                      <a:cxn ang="0">
                        <a:pos x="75" y="32"/>
                      </a:cxn>
                      <a:cxn ang="0">
                        <a:pos x="72" y="34"/>
                      </a:cxn>
                      <a:cxn ang="0">
                        <a:pos x="75" y="36"/>
                      </a:cxn>
                      <a:cxn ang="0">
                        <a:pos x="76" y="38"/>
                      </a:cxn>
                      <a:cxn ang="0">
                        <a:pos x="79" y="42"/>
                      </a:cxn>
                      <a:cxn ang="0">
                        <a:pos x="80" y="47"/>
                      </a:cxn>
                      <a:cxn ang="0">
                        <a:pos x="76" y="63"/>
                      </a:cxn>
                      <a:cxn ang="0">
                        <a:pos x="76" y="67"/>
                      </a:cxn>
                      <a:cxn ang="0">
                        <a:pos x="73" y="66"/>
                      </a:cxn>
                      <a:cxn ang="0">
                        <a:pos x="68" y="64"/>
                      </a:cxn>
                      <a:cxn ang="0">
                        <a:pos x="65" y="66"/>
                      </a:cxn>
                      <a:cxn ang="0">
                        <a:pos x="60" y="64"/>
                      </a:cxn>
                      <a:cxn ang="0">
                        <a:pos x="54" y="57"/>
                      </a:cxn>
                      <a:cxn ang="0">
                        <a:pos x="53" y="63"/>
                      </a:cxn>
                      <a:cxn ang="0">
                        <a:pos x="47" y="66"/>
                      </a:cxn>
                      <a:cxn ang="0">
                        <a:pos x="45" y="67"/>
                      </a:cxn>
                      <a:cxn ang="0">
                        <a:pos x="41" y="67"/>
                      </a:cxn>
                      <a:cxn ang="0">
                        <a:pos x="37" y="68"/>
                      </a:cxn>
                      <a:cxn ang="0">
                        <a:pos x="37" y="74"/>
                      </a:cxn>
                      <a:cxn ang="0">
                        <a:pos x="42" y="72"/>
                      </a:cxn>
                      <a:cxn ang="0">
                        <a:pos x="45" y="75"/>
                      </a:cxn>
                      <a:cxn ang="0">
                        <a:pos x="45" y="85"/>
                      </a:cxn>
                      <a:cxn ang="0">
                        <a:pos x="41" y="81"/>
                      </a:cxn>
                      <a:cxn ang="0">
                        <a:pos x="37" y="83"/>
                      </a:cxn>
                      <a:cxn ang="0">
                        <a:pos x="35" y="86"/>
                      </a:cxn>
                      <a:cxn ang="0">
                        <a:pos x="32" y="87"/>
                      </a:cxn>
                      <a:cxn ang="0">
                        <a:pos x="30" y="85"/>
                      </a:cxn>
                      <a:cxn ang="0">
                        <a:pos x="23" y="79"/>
                      </a:cxn>
                      <a:cxn ang="0">
                        <a:pos x="13" y="70"/>
                      </a:cxn>
                      <a:cxn ang="0">
                        <a:pos x="11" y="66"/>
                      </a:cxn>
                      <a:cxn ang="0">
                        <a:pos x="7" y="60"/>
                      </a:cxn>
                      <a:cxn ang="0">
                        <a:pos x="4" y="52"/>
                      </a:cxn>
                      <a:cxn ang="0">
                        <a:pos x="3" y="49"/>
                      </a:cxn>
                      <a:cxn ang="0">
                        <a:pos x="0" y="41"/>
                      </a:cxn>
                      <a:cxn ang="0">
                        <a:pos x="5" y="40"/>
                      </a:cxn>
                      <a:cxn ang="0">
                        <a:pos x="7" y="29"/>
                      </a:cxn>
                      <a:cxn ang="0">
                        <a:pos x="15" y="29"/>
                      </a:cxn>
                      <a:cxn ang="0">
                        <a:pos x="8" y="23"/>
                      </a:cxn>
                      <a:cxn ang="0">
                        <a:pos x="11" y="19"/>
                      </a:cxn>
                      <a:cxn ang="0">
                        <a:pos x="13" y="18"/>
                      </a:cxn>
                      <a:cxn ang="0">
                        <a:pos x="16" y="18"/>
                      </a:cxn>
                      <a:cxn ang="0">
                        <a:pos x="37" y="2"/>
                      </a:cxn>
                    </a:cxnLst>
                    <a:rect l="0" t="0" r="r" b="b"/>
                    <a:pathLst>
                      <a:path w="80" h="89">
                        <a:moveTo>
                          <a:pt x="37" y="2"/>
                        </a:moveTo>
                        <a:lnTo>
                          <a:pt x="37" y="2"/>
                        </a:lnTo>
                        <a:lnTo>
                          <a:pt x="38" y="0"/>
                        </a:lnTo>
                        <a:lnTo>
                          <a:pt x="39" y="0"/>
                        </a:lnTo>
                        <a:lnTo>
                          <a:pt x="41" y="0"/>
                        </a:lnTo>
                        <a:lnTo>
                          <a:pt x="45" y="0"/>
                        </a:lnTo>
                        <a:lnTo>
                          <a:pt x="46" y="0"/>
                        </a:lnTo>
                        <a:lnTo>
                          <a:pt x="50" y="0"/>
                        </a:lnTo>
                        <a:lnTo>
                          <a:pt x="51" y="0"/>
                        </a:lnTo>
                        <a:lnTo>
                          <a:pt x="54" y="0"/>
                        </a:lnTo>
                        <a:lnTo>
                          <a:pt x="56" y="0"/>
                        </a:lnTo>
                        <a:lnTo>
                          <a:pt x="56" y="0"/>
                        </a:lnTo>
                        <a:lnTo>
                          <a:pt x="60" y="0"/>
                        </a:lnTo>
                        <a:lnTo>
                          <a:pt x="61" y="0"/>
                        </a:lnTo>
                        <a:lnTo>
                          <a:pt x="61" y="0"/>
                        </a:lnTo>
                        <a:lnTo>
                          <a:pt x="62" y="2"/>
                        </a:lnTo>
                        <a:lnTo>
                          <a:pt x="62" y="2"/>
                        </a:lnTo>
                        <a:lnTo>
                          <a:pt x="61" y="4"/>
                        </a:lnTo>
                        <a:lnTo>
                          <a:pt x="62" y="7"/>
                        </a:lnTo>
                        <a:lnTo>
                          <a:pt x="62" y="11"/>
                        </a:lnTo>
                        <a:lnTo>
                          <a:pt x="62" y="13"/>
                        </a:lnTo>
                        <a:lnTo>
                          <a:pt x="62" y="15"/>
                        </a:lnTo>
                        <a:lnTo>
                          <a:pt x="64" y="15"/>
                        </a:lnTo>
                        <a:lnTo>
                          <a:pt x="66" y="14"/>
                        </a:lnTo>
                        <a:lnTo>
                          <a:pt x="68" y="15"/>
                        </a:lnTo>
                        <a:lnTo>
                          <a:pt x="72" y="14"/>
                        </a:lnTo>
                        <a:lnTo>
                          <a:pt x="75" y="13"/>
                        </a:lnTo>
                        <a:lnTo>
                          <a:pt x="79" y="13"/>
                        </a:lnTo>
                        <a:lnTo>
                          <a:pt x="80" y="14"/>
                        </a:lnTo>
                        <a:lnTo>
                          <a:pt x="80" y="18"/>
                        </a:lnTo>
                        <a:lnTo>
                          <a:pt x="80" y="21"/>
                        </a:lnTo>
                        <a:lnTo>
                          <a:pt x="80" y="22"/>
                        </a:lnTo>
                        <a:lnTo>
                          <a:pt x="80" y="25"/>
                        </a:lnTo>
                        <a:lnTo>
                          <a:pt x="77" y="25"/>
                        </a:lnTo>
                        <a:lnTo>
                          <a:pt x="75" y="26"/>
                        </a:lnTo>
                        <a:lnTo>
                          <a:pt x="75" y="29"/>
                        </a:lnTo>
                        <a:lnTo>
                          <a:pt x="75" y="29"/>
                        </a:lnTo>
                        <a:lnTo>
                          <a:pt x="76" y="32"/>
                        </a:lnTo>
                        <a:lnTo>
                          <a:pt x="75" y="32"/>
                        </a:lnTo>
                        <a:lnTo>
                          <a:pt x="75" y="32"/>
                        </a:lnTo>
                        <a:lnTo>
                          <a:pt x="72" y="33"/>
                        </a:lnTo>
                        <a:lnTo>
                          <a:pt x="72" y="34"/>
                        </a:lnTo>
                        <a:lnTo>
                          <a:pt x="73" y="36"/>
                        </a:lnTo>
                        <a:lnTo>
                          <a:pt x="75" y="36"/>
                        </a:lnTo>
                        <a:lnTo>
                          <a:pt x="76" y="37"/>
                        </a:lnTo>
                        <a:lnTo>
                          <a:pt x="76" y="38"/>
                        </a:lnTo>
                        <a:lnTo>
                          <a:pt x="79" y="40"/>
                        </a:lnTo>
                        <a:lnTo>
                          <a:pt x="79" y="42"/>
                        </a:lnTo>
                        <a:lnTo>
                          <a:pt x="80" y="44"/>
                        </a:lnTo>
                        <a:lnTo>
                          <a:pt x="80" y="47"/>
                        </a:lnTo>
                        <a:lnTo>
                          <a:pt x="79" y="52"/>
                        </a:lnTo>
                        <a:lnTo>
                          <a:pt x="76" y="63"/>
                        </a:lnTo>
                        <a:lnTo>
                          <a:pt x="76" y="64"/>
                        </a:lnTo>
                        <a:lnTo>
                          <a:pt x="76" y="67"/>
                        </a:lnTo>
                        <a:lnTo>
                          <a:pt x="75" y="67"/>
                        </a:lnTo>
                        <a:lnTo>
                          <a:pt x="73" y="66"/>
                        </a:lnTo>
                        <a:lnTo>
                          <a:pt x="71" y="64"/>
                        </a:lnTo>
                        <a:lnTo>
                          <a:pt x="68" y="64"/>
                        </a:lnTo>
                        <a:lnTo>
                          <a:pt x="66" y="66"/>
                        </a:lnTo>
                        <a:lnTo>
                          <a:pt x="65" y="66"/>
                        </a:lnTo>
                        <a:lnTo>
                          <a:pt x="61" y="66"/>
                        </a:lnTo>
                        <a:lnTo>
                          <a:pt x="60" y="64"/>
                        </a:lnTo>
                        <a:lnTo>
                          <a:pt x="57" y="57"/>
                        </a:lnTo>
                        <a:lnTo>
                          <a:pt x="54" y="57"/>
                        </a:lnTo>
                        <a:lnTo>
                          <a:pt x="53" y="59"/>
                        </a:lnTo>
                        <a:lnTo>
                          <a:pt x="53" y="63"/>
                        </a:lnTo>
                        <a:lnTo>
                          <a:pt x="53" y="66"/>
                        </a:lnTo>
                        <a:lnTo>
                          <a:pt x="47" y="66"/>
                        </a:lnTo>
                        <a:lnTo>
                          <a:pt x="46" y="66"/>
                        </a:lnTo>
                        <a:lnTo>
                          <a:pt x="45" y="67"/>
                        </a:lnTo>
                        <a:lnTo>
                          <a:pt x="43" y="68"/>
                        </a:lnTo>
                        <a:lnTo>
                          <a:pt x="41" y="67"/>
                        </a:lnTo>
                        <a:lnTo>
                          <a:pt x="38" y="67"/>
                        </a:lnTo>
                        <a:lnTo>
                          <a:pt x="37" y="68"/>
                        </a:lnTo>
                        <a:lnTo>
                          <a:pt x="38" y="70"/>
                        </a:lnTo>
                        <a:lnTo>
                          <a:pt x="37" y="74"/>
                        </a:lnTo>
                        <a:lnTo>
                          <a:pt x="39" y="72"/>
                        </a:lnTo>
                        <a:lnTo>
                          <a:pt x="42" y="72"/>
                        </a:lnTo>
                        <a:lnTo>
                          <a:pt x="43" y="72"/>
                        </a:lnTo>
                        <a:lnTo>
                          <a:pt x="45" y="75"/>
                        </a:lnTo>
                        <a:lnTo>
                          <a:pt x="46" y="82"/>
                        </a:lnTo>
                        <a:lnTo>
                          <a:pt x="45" y="85"/>
                        </a:lnTo>
                        <a:lnTo>
                          <a:pt x="42" y="81"/>
                        </a:lnTo>
                        <a:lnTo>
                          <a:pt x="41" y="81"/>
                        </a:lnTo>
                        <a:lnTo>
                          <a:pt x="39" y="83"/>
                        </a:lnTo>
                        <a:lnTo>
                          <a:pt x="37" y="83"/>
                        </a:lnTo>
                        <a:lnTo>
                          <a:pt x="35" y="83"/>
                        </a:lnTo>
                        <a:lnTo>
                          <a:pt x="35" y="86"/>
                        </a:lnTo>
                        <a:lnTo>
                          <a:pt x="32" y="89"/>
                        </a:lnTo>
                        <a:lnTo>
                          <a:pt x="32" y="87"/>
                        </a:lnTo>
                        <a:lnTo>
                          <a:pt x="30" y="87"/>
                        </a:lnTo>
                        <a:lnTo>
                          <a:pt x="30" y="85"/>
                        </a:lnTo>
                        <a:lnTo>
                          <a:pt x="24" y="82"/>
                        </a:lnTo>
                        <a:lnTo>
                          <a:pt x="23" y="79"/>
                        </a:lnTo>
                        <a:lnTo>
                          <a:pt x="16" y="74"/>
                        </a:lnTo>
                        <a:lnTo>
                          <a:pt x="13" y="70"/>
                        </a:lnTo>
                        <a:lnTo>
                          <a:pt x="13" y="68"/>
                        </a:lnTo>
                        <a:lnTo>
                          <a:pt x="11" y="66"/>
                        </a:lnTo>
                        <a:lnTo>
                          <a:pt x="9" y="63"/>
                        </a:lnTo>
                        <a:lnTo>
                          <a:pt x="7" y="60"/>
                        </a:lnTo>
                        <a:lnTo>
                          <a:pt x="7" y="56"/>
                        </a:lnTo>
                        <a:lnTo>
                          <a:pt x="4" y="52"/>
                        </a:lnTo>
                        <a:lnTo>
                          <a:pt x="4" y="51"/>
                        </a:lnTo>
                        <a:lnTo>
                          <a:pt x="3" y="49"/>
                        </a:lnTo>
                        <a:lnTo>
                          <a:pt x="0" y="42"/>
                        </a:lnTo>
                        <a:lnTo>
                          <a:pt x="0" y="41"/>
                        </a:lnTo>
                        <a:lnTo>
                          <a:pt x="3" y="42"/>
                        </a:lnTo>
                        <a:lnTo>
                          <a:pt x="5" y="40"/>
                        </a:lnTo>
                        <a:lnTo>
                          <a:pt x="7" y="33"/>
                        </a:lnTo>
                        <a:lnTo>
                          <a:pt x="7" y="29"/>
                        </a:lnTo>
                        <a:lnTo>
                          <a:pt x="8" y="30"/>
                        </a:lnTo>
                        <a:lnTo>
                          <a:pt x="15" y="29"/>
                        </a:lnTo>
                        <a:lnTo>
                          <a:pt x="11" y="28"/>
                        </a:lnTo>
                        <a:lnTo>
                          <a:pt x="8" y="23"/>
                        </a:lnTo>
                        <a:lnTo>
                          <a:pt x="11" y="22"/>
                        </a:lnTo>
                        <a:lnTo>
                          <a:pt x="11" y="19"/>
                        </a:lnTo>
                        <a:lnTo>
                          <a:pt x="12" y="19"/>
                        </a:lnTo>
                        <a:lnTo>
                          <a:pt x="13" y="18"/>
                        </a:lnTo>
                        <a:lnTo>
                          <a:pt x="16" y="18"/>
                        </a:lnTo>
                        <a:lnTo>
                          <a:pt x="16" y="18"/>
                        </a:lnTo>
                        <a:lnTo>
                          <a:pt x="37" y="19"/>
                        </a:lnTo>
                        <a:lnTo>
                          <a:pt x="37" y="2"/>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56" name="Freeform 945">
                    <a:extLst>
                      <a:ext uri="{FF2B5EF4-FFF2-40B4-BE49-F238E27FC236}">
                        <a16:creationId xmlns:a16="http://schemas.microsoft.com/office/drawing/2014/main" id="{901A3003-F618-90D9-0BC6-B840375ED708}"/>
                      </a:ext>
                    </a:extLst>
                  </p:cNvPr>
                  <p:cNvSpPr>
                    <a:spLocks/>
                  </p:cNvSpPr>
                  <p:nvPr/>
                </p:nvSpPr>
                <p:spPr bwMode="auto">
                  <a:xfrm>
                    <a:off x="9359929" y="2925531"/>
                    <a:ext cx="72936" cy="73970"/>
                  </a:xfrm>
                  <a:custGeom>
                    <a:avLst/>
                    <a:gdLst/>
                    <a:ahLst/>
                    <a:cxnLst>
                      <a:cxn ang="0">
                        <a:pos x="37" y="2"/>
                      </a:cxn>
                      <a:cxn ang="0">
                        <a:pos x="39" y="0"/>
                      </a:cxn>
                      <a:cxn ang="0">
                        <a:pos x="45" y="0"/>
                      </a:cxn>
                      <a:cxn ang="0">
                        <a:pos x="50" y="0"/>
                      </a:cxn>
                      <a:cxn ang="0">
                        <a:pos x="54" y="0"/>
                      </a:cxn>
                      <a:cxn ang="0">
                        <a:pos x="56" y="0"/>
                      </a:cxn>
                      <a:cxn ang="0">
                        <a:pos x="61" y="0"/>
                      </a:cxn>
                      <a:cxn ang="0">
                        <a:pos x="62" y="2"/>
                      </a:cxn>
                      <a:cxn ang="0">
                        <a:pos x="61" y="4"/>
                      </a:cxn>
                      <a:cxn ang="0">
                        <a:pos x="62" y="11"/>
                      </a:cxn>
                      <a:cxn ang="0">
                        <a:pos x="62" y="15"/>
                      </a:cxn>
                      <a:cxn ang="0">
                        <a:pos x="66" y="14"/>
                      </a:cxn>
                      <a:cxn ang="0">
                        <a:pos x="72" y="14"/>
                      </a:cxn>
                      <a:cxn ang="0">
                        <a:pos x="79" y="13"/>
                      </a:cxn>
                      <a:cxn ang="0">
                        <a:pos x="80" y="18"/>
                      </a:cxn>
                      <a:cxn ang="0">
                        <a:pos x="80" y="22"/>
                      </a:cxn>
                      <a:cxn ang="0">
                        <a:pos x="77" y="25"/>
                      </a:cxn>
                      <a:cxn ang="0">
                        <a:pos x="75" y="29"/>
                      </a:cxn>
                      <a:cxn ang="0">
                        <a:pos x="76" y="32"/>
                      </a:cxn>
                      <a:cxn ang="0">
                        <a:pos x="75" y="32"/>
                      </a:cxn>
                      <a:cxn ang="0">
                        <a:pos x="72" y="34"/>
                      </a:cxn>
                      <a:cxn ang="0">
                        <a:pos x="75" y="36"/>
                      </a:cxn>
                      <a:cxn ang="0">
                        <a:pos x="76" y="38"/>
                      </a:cxn>
                      <a:cxn ang="0">
                        <a:pos x="79" y="42"/>
                      </a:cxn>
                      <a:cxn ang="0">
                        <a:pos x="80" y="47"/>
                      </a:cxn>
                      <a:cxn ang="0">
                        <a:pos x="76" y="63"/>
                      </a:cxn>
                      <a:cxn ang="0">
                        <a:pos x="76" y="67"/>
                      </a:cxn>
                      <a:cxn ang="0">
                        <a:pos x="73" y="66"/>
                      </a:cxn>
                      <a:cxn ang="0">
                        <a:pos x="68" y="64"/>
                      </a:cxn>
                      <a:cxn ang="0">
                        <a:pos x="65" y="66"/>
                      </a:cxn>
                      <a:cxn ang="0">
                        <a:pos x="60" y="64"/>
                      </a:cxn>
                      <a:cxn ang="0">
                        <a:pos x="54" y="57"/>
                      </a:cxn>
                      <a:cxn ang="0">
                        <a:pos x="53" y="63"/>
                      </a:cxn>
                      <a:cxn ang="0">
                        <a:pos x="47" y="66"/>
                      </a:cxn>
                      <a:cxn ang="0">
                        <a:pos x="45" y="67"/>
                      </a:cxn>
                      <a:cxn ang="0">
                        <a:pos x="41" y="67"/>
                      </a:cxn>
                      <a:cxn ang="0">
                        <a:pos x="37" y="68"/>
                      </a:cxn>
                      <a:cxn ang="0">
                        <a:pos x="37" y="74"/>
                      </a:cxn>
                      <a:cxn ang="0">
                        <a:pos x="42" y="72"/>
                      </a:cxn>
                      <a:cxn ang="0">
                        <a:pos x="45" y="75"/>
                      </a:cxn>
                      <a:cxn ang="0">
                        <a:pos x="45" y="85"/>
                      </a:cxn>
                      <a:cxn ang="0">
                        <a:pos x="41" y="81"/>
                      </a:cxn>
                      <a:cxn ang="0">
                        <a:pos x="37" y="83"/>
                      </a:cxn>
                      <a:cxn ang="0">
                        <a:pos x="35" y="86"/>
                      </a:cxn>
                      <a:cxn ang="0">
                        <a:pos x="32" y="87"/>
                      </a:cxn>
                      <a:cxn ang="0">
                        <a:pos x="30" y="85"/>
                      </a:cxn>
                      <a:cxn ang="0">
                        <a:pos x="23" y="79"/>
                      </a:cxn>
                      <a:cxn ang="0">
                        <a:pos x="13" y="70"/>
                      </a:cxn>
                      <a:cxn ang="0">
                        <a:pos x="11" y="66"/>
                      </a:cxn>
                      <a:cxn ang="0">
                        <a:pos x="7" y="60"/>
                      </a:cxn>
                      <a:cxn ang="0">
                        <a:pos x="4" y="52"/>
                      </a:cxn>
                      <a:cxn ang="0">
                        <a:pos x="3" y="49"/>
                      </a:cxn>
                      <a:cxn ang="0">
                        <a:pos x="0" y="41"/>
                      </a:cxn>
                      <a:cxn ang="0">
                        <a:pos x="5" y="40"/>
                      </a:cxn>
                      <a:cxn ang="0">
                        <a:pos x="7" y="29"/>
                      </a:cxn>
                      <a:cxn ang="0">
                        <a:pos x="15" y="29"/>
                      </a:cxn>
                      <a:cxn ang="0">
                        <a:pos x="8" y="23"/>
                      </a:cxn>
                      <a:cxn ang="0">
                        <a:pos x="11" y="19"/>
                      </a:cxn>
                      <a:cxn ang="0">
                        <a:pos x="13" y="18"/>
                      </a:cxn>
                      <a:cxn ang="0">
                        <a:pos x="16" y="18"/>
                      </a:cxn>
                      <a:cxn ang="0">
                        <a:pos x="37" y="2"/>
                      </a:cxn>
                    </a:cxnLst>
                    <a:rect l="0" t="0" r="r" b="b"/>
                    <a:pathLst>
                      <a:path w="80" h="89">
                        <a:moveTo>
                          <a:pt x="37" y="2"/>
                        </a:moveTo>
                        <a:lnTo>
                          <a:pt x="37" y="2"/>
                        </a:lnTo>
                        <a:lnTo>
                          <a:pt x="38" y="0"/>
                        </a:lnTo>
                        <a:lnTo>
                          <a:pt x="39" y="0"/>
                        </a:lnTo>
                        <a:lnTo>
                          <a:pt x="41" y="0"/>
                        </a:lnTo>
                        <a:lnTo>
                          <a:pt x="45" y="0"/>
                        </a:lnTo>
                        <a:lnTo>
                          <a:pt x="46" y="0"/>
                        </a:lnTo>
                        <a:lnTo>
                          <a:pt x="50" y="0"/>
                        </a:lnTo>
                        <a:lnTo>
                          <a:pt x="51" y="0"/>
                        </a:lnTo>
                        <a:lnTo>
                          <a:pt x="54" y="0"/>
                        </a:lnTo>
                        <a:lnTo>
                          <a:pt x="56" y="0"/>
                        </a:lnTo>
                        <a:lnTo>
                          <a:pt x="56" y="0"/>
                        </a:lnTo>
                        <a:lnTo>
                          <a:pt x="60" y="0"/>
                        </a:lnTo>
                        <a:lnTo>
                          <a:pt x="61" y="0"/>
                        </a:lnTo>
                        <a:lnTo>
                          <a:pt x="61" y="0"/>
                        </a:lnTo>
                        <a:lnTo>
                          <a:pt x="62" y="2"/>
                        </a:lnTo>
                        <a:lnTo>
                          <a:pt x="62" y="2"/>
                        </a:lnTo>
                        <a:lnTo>
                          <a:pt x="61" y="4"/>
                        </a:lnTo>
                        <a:lnTo>
                          <a:pt x="62" y="7"/>
                        </a:lnTo>
                        <a:lnTo>
                          <a:pt x="62" y="11"/>
                        </a:lnTo>
                        <a:lnTo>
                          <a:pt x="62" y="13"/>
                        </a:lnTo>
                        <a:lnTo>
                          <a:pt x="62" y="15"/>
                        </a:lnTo>
                        <a:lnTo>
                          <a:pt x="64" y="15"/>
                        </a:lnTo>
                        <a:lnTo>
                          <a:pt x="66" y="14"/>
                        </a:lnTo>
                        <a:lnTo>
                          <a:pt x="68" y="15"/>
                        </a:lnTo>
                        <a:lnTo>
                          <a:pt x="72" y="14"/>
                        </a:lnTo>
                        <a:lnTo>
                          <a:pt x="75" y="13"/>
                        </a:lnTo>
                        <a:lnTo>
                          <a:pt x="79" y="13"/>
                        </a:lnTo>
                        <a:lnTo>
                          <a:pt x="80" y="14"/>
                        </a:lnTo>
                        <a:lnTo>
                          <a:pt x="80" y="18"/>
                        </a:lnTo>
                        <a:lnTo>
                          <a:pt x="80" y="21"/>
                        </a:lnTo>
                        <a:lnTo>
                          <a:pt x="80" y="22"/>
                        </a:lnTo>
                        <a:lnTo>
                          <a:pt x="80" y="25"/>
                        </a:lnTo>
                        <a:lnTo>
                          <a:pt x="77" y="25"/>
                        </a:lnTo>
                        <a:lnTo>
                          <a:pt x="75" y="26"/>
                        </a:lnTo>
                        <a:lnTo>
                          <a:pt x="75" y="29"/>
                        </a:lnTo>
                        <a:lnTo>
                          <a:pt x="75" y="29"/>
                        </a:lnTo>
                        <a:lnTo>
                          <a:pt x="76" y="32"/>
                        </a:lnTo>
                        <a:lnTo>
                          <a:pt x="75" y="32"/>
                        </a:lnTo>
                        <a:lnTo>
                          <a:pt x="75" y="32"/>
                        </a:lnTo>
                        <a:lnTo>
                          <a:pt x="72" y="33"/>
                        </a:lnTo>
                        <a:lnTo>
                          <a:pt x="72" y="34"/>
                        </a:lnTo>
                        <a:lnTo>
                          <a:pt x="73" y="36"/>
                        </a:lnTo>
                        <a:lnTo>
                          <a:pt x="75" y="36"/>
                        </a:lnTo>
                        <a:lnTo>
                          <a:pt x="76" y="37"/>
                        </a:lnTo>
                        <a:lnTo>
                          <a:pt x="76" y="38"/>
                        </a:lnTo>
                        <a:lnTo>
                          <a:pt x="79" y="40"/>
                        </a:lnTo>
                        <a:lnTo>
                          <a:pt x="79" y="42"/>
                        </a:lnTo>
                        <a:lnTo>
                          <a:pt x="80" y="44"/>
                        </a:lnTo>
                        <a:lnTo>
                          <a:pt x="80" y="47"/>
                        </a:lnTo>
                        <a:lnTo>
                          <a:pt x="79" y="52"/>
                        </a:lnTo>
                        <a:lnTo>
                          <a:pt x="76" y="63"/>
                        </a:lnTo>
                        <a:lnTo>
                          <a:pt x="76" y="64"/>
                        </a:lnTo>
                        <a:lnTo>
                          <a:pt x="76" y="67"/>
                        </a:lnTo>
                        <a:lnTo>
                          <a:pt x="75" y="67"/>
                        </a:lnTo>
                        <a:lnTo>
                          <a:pt x="73" y="66"/>
                        </a:lnTo>
                        <a:lnTo>
                          <a:pt x="71" y="64"/>
                        </a:lnTo>
                        <a:lnTo>
                          <a:pt x="68" y="64"/>
                        </a:lnTo>
                        <a:lnTo>
                          <a:pt x="66" y="66"/>
                        </a:lnTo>
                        <a:lnTo>
                          <a:pt x="65" y="66"/>
                        </a:lnTo>
                        <a:lnTo>
                          <a:pt x="61" y="66"/>
                        </a:lnTo>
                        <a:lnTo>
                          <a:pt x="60" y="64"/>
                        </a:lnTo>
                        <a:lnTo>
                          <a:pt x="57" y="57"/>
                        </a:lnTo>
                        <a:lnTo>
                          <a:pt x="54" y="57"/>
                        </a:lnTo>
                        <a:lnTo>
                          <a:pt x="53" y="59"/>
                        </a:lnTo>
                        <a:lnTo>
                          <a:pt x="53" y="63"/>
                        </a:lnTo>
                        <a:lnTo>
                          <a:pt x="53" y="66"/>
                        </a:lnTo>
                        <a:lnTo>
                          <a:pt x="47" y="66"/>
                        </a:lnTo>
                        <a:lnTo>
                          <a:pt x="46" y="66"/>
                        </a:lnTo>
                        <a:lnTo>
                          <a:pt x="45" y="67"/>
                        </a:lnTo>
                        <a:lnTo>
                          <a:pt x="43" y="68"/>
                        </a:lnTo>
                        <a:lnTo>
                          <a:pt x="41" y="67"/>
                        </a:lnTo>
                        <a:lnTo>
                          <a:pt x="38" y="67"/>
                        </a:lnTo>
                        <a:lnTo>
                          <a:pt x="37" y="68"/>
                        </a:lnTo>
                        <a:lnTo>
                          <a:pt x="38" y="70"/>
                        </a:lnTo>
                        <a:lnTo>
                          <a:pt x="37" y="74"/>
                        </a:lnTo>
                        <a:lnTo>
                          <a:pt x="39" y="72"/>
                        </a:lnTo>
                        <a:lnTo>
                          <a:pt x="42" y="72"/>
                        </a:lnTo>
                        <a:lnTo>
                          <a:pt x="43" y="72"/>
                        </a:lnTo>
                        <a:lnTo>
                          <a:pt x="45" y="75"/>
                        </a:lnTo>
                        <a:lnTo>
                          <a:pt x="46" y="82"/>
                        </a:lnTo>
                        <a:lnTo>
                          <a:pt x="45" y="85"/>
                        </a:lnTo>
                        <a:lnTo>
                          <a:pt x="42" y="81"/>
                        </a:lnTo>
                        <a:lnTo>
                          <a:pt x="41" y="81"/>
                        </a:lnTo>
                        <a:lnTo>
                          <a:pt x="39" y="83"/>
                        </a:lnTo>
                        <a:lnTo>
                          <a:pt x="37" y="83"/>
                        </a:lnTo>
                        <a:lnTo>
                          <a:pt x="35" y="83"/>
                        </a:lnTo>
                        <a:lnTo>
                          <a:pt x="35" y="86"/>
                        </a:lnTo>
                        <a:lnTo>
                          <a:pt x="32" y="89"/>
                        </a:lnTo>
                        <a:lnTo>
                          <a:pt x="32" y="87"/>
                        </a:lnTo>
                        <a:lnTo>
                          <a:pt x="30" y="87"/>
                        </a:lnTo>
                        <a:lnTo>
                          <a:pt x="30" y="85"/>
                        </a:lnTo>
                        <a:lnTo>
                          <a:pt x="24" y="82"/>
                        </a:lnTo>
                        <a:lnTo>
                          <a:pt x="23" y="79"/>
                        </a:lnTo>
                        <a:lnTo>
                          <a:pt x="16" y="74"/>
                        </a:lnTo>
                        <a:lnTo>
                          <a:pt x="13" y="70"/>
                        </a:lnTo>
                        <a:lnTo>
                          <a:pt x="13" y="68"/>
                        </a:lnTo>
                        <a:lnTo>
                          <a:pt x="11" y="66"/>
                        </a:lnTo>
                        <a:lnTo>
                          <a:pt x="9" y="63"/>
                        </a:lnTo>
                        <a:lnTo>
                          <a:pt x="7" y="60"/>
                        </a:lnTo>
                        <a:lnTo>
                          <a:pt x="7" y="56"/>
                        </a:lnTo>
                        <a:lnTo>
                          <a:pt x="4" y="52"/>
                        </a:lnTo>
                        <a:lnTo>
                          <a:pt x="4" y="51"/>
                        </a:lnTo>
                        <a:lnTo>
                          <a:pt x="3" y="49"/>
                        </a:lnTo>
                        <a:lnTo>
                          <a:pt x="0" y="42"/>
                        </a:lnTo>
                        <a:lnTo>
                          <a:pt x="0" y="41"/>
                        </a:lnTo>
                        <a:lnTo>
                          <a:pt x="3" y="42"/>
                        </a:lnTo>
                        <a:lnTo>
                          <a:pt x="5" y="40"/>
                        </a:lnTo>
                        <a:lnTo>
                          <a:pt x="7" y="33"/>
                        </a:lnTo>
                        <a:lnTo>
                          <a:pt x="7" y="29"/>
                        </a:lnTo>
                        <a:lnTo>
                          <a:pt x="8" y="30"/>
                        </a:lnTo>
                        <a:lnTo>
                          <a:pt x="15" y="29"/>
                        </a:lnTo>
                        <a:lnTo>
                          <a:pt x="11" y="28"/>
                        </a:lnTo>
                        <a:lnTo>
                          <a:pt x="8" y="23"/>
                        </a:lnTo>
                        <a:lnTo>
                          <a:pt x="11" y="22"/>
                        </a:lnTo>
                        <a:lnTo>
                          <a:pt x="11" y="19"/>
                        </a:lnTo>
                        <a:lnTo>
                          <a:pt x="12" y="19"/>
                        </a:lnTo>
                        <a:lnTo>
                          <a:pt x="13" y="18"/>
                        </a:lnTo>
                        <a:lnTo>
                          <a:pt x="16" y="18"/>
                        </a:lnTo>
                        <a:lnTo>
                          <a:pt x="16" y="18"/>
                        </a:lnTo>
                        <a:lnTo>
                          <a:pt x="37" y="19"/>
                        </a:lnTo>
                        <a:lnTo>
                          <a:pt x="37" y="2"/>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57" name="Freeform 946">
                    <a:extLst>
                      <a:ext uri="{FF2B5EF4-FFF2-40B4-BE49-F238E27FC236}">
                        <a16:creationId xmlns:a16="http://schemas.microsoft.com/office/drawing/2014/main" id="{492C7C5C-5F8A-C9D1-105D-5C63B4526997}"/>
                      </a:ext>
                    </a:extLst>
                  </p:cNvPr>
                  <p:cNvSpPr>
                    <a:spLocks/>
                  </p:cNvSpPr>
                  <p:nvPr/>
                </p:nvSpPr>
                <p:spPr bwMode="auto">
                  <a:xfrm>
                    <a:off x="9366310" y="2927193"/>
                    <a:ext cx="27351" cy="14129"/>
                  </a:xfrm>
                  <a:custGeom>
                    <a:avLst/>
                    <a:gdLst/>
                    <a:ahLst/>
                    <a:cxnLst>
                      <a:cxn ang="0">
                        <a:pos x="4" y="17"/>
                      </a:cxn>
                      <a:cxn ang="0">
                        <a:pos x="5" y="17"/>
                      </a:cxn>
                      <a:cxn ang="0">
                        <a:pos x="6" y="16"/>
                      </a:cxn>
                      <a:cxn ang="0">
                        <a:pos x="9" y="16"/>
                      </a:cxn>
                      <a:cxn ang="0">
                        <a:pos x="9" y="16"/>
                      </a:cxn>
                      <a:cxn ang="0">
                        <a:pos x="30" y="17"/>
                      </a:cxn>
                      <a:cxn ang="0">
                        <a:pos x="30" y="0"/>
                      </a:cxn>
                      <a:cxn ang="0">
                        <a:pos x="12" y="0"/>
                      </a:cxn>
                      <a:cxn ang="0">
                        <a:pos x="12" y="0"/>
                      </a:cxn>
                      <a:cxn ang="0">
                        <a:pos x="9" y="0"/>
                      </a:cxn>
                      <a:cxn ang="0">
                        <a:pos x="8" y="0"/>
                      </a:cxn>
                      <a:cxn ang="0">
                        <a:pos x="6" y="0"/>
                      </a:cxn>
                      <a:cxn ang="0">
                        <a:pos x="8" y="2"/>
                      </a:cxn>
                      <a:cxn ang="0">
                        <a:pos x="4" y="8"/>
                      </a:cxn>
                      <a:cxn ang="0">
                        <a:pos x="0" y="15"/>
                      </a:cxn>
                      <a:cxn ang="0">
                        <a:pos x="4" y="16"/>
                      </a:cxn>
                      <a:cxn ang="0">
                        <a:pos x="4" y="17"/>
                      </a:cxn>
                    </a:cxnLst>
                    <a:rect l="0" t="0" r="r" b="b"/>
                    <a:pathLst>
                      <a:path w="30" h="17">
                        <a:moveTo>
                          <a:pt x="4" y="17"/>
                        </a:moveTo>
                        <a:lnTo>
                          <a:pt x="5" y="17"/>
                        </a:lnTo>
                        <a:lnTo>
                          <a:pt x="6" y="16"/>
                        </a:lnTo>
                        <a:lnTo>
                          <a:pt x="9" y="16"/>
                        </a:lnTo>
                        <a:lnTo>
                          <a:pt x="9" y="16"/>
                        </a:lnTo>
                        <a:lnTo>
                          <a:pt x="30" y="17"/>
                        </a:lnTo>
                        <a:lnTo>
                          <a:pt x="30" y="0"/>
                        </a:lnTo>
                        <a:lnTo>
                          <a:pt x="12" y="0"/>
                        </a:lnTo>
                        <a:lnTo>
                          <a:pt x="12" y="0"/>
                        </a:lnTo>
                        <a:lnTo>
                          <a:pt x="9" y="0"/>
                        </a:lnTo>
                        <a:lnTo>
                          <a:pt x="8" y="0"/>
                        </a:lnTo>
                        <a:lnTo>
                          <a:pt x="6" y="0"/>
                        </a:lnTo>
                        <a:lnTo>
                          <a:pt x="8" y="2"/>
                        </a:lnTo>
                        <a:lnTo>
                          <a:pt x="4" y="8"/>
                        </a:lnTo>
                        <a:lnTo>
                          <a:pt x="0" y="15"/>
                        </a:lnTo>
                        <a:lnTo>
                          <a:pt x="4" y="16"/>
                        </a:lnTo>
                        <a:lnTo>
                          <a:pt x="4" y="17"/>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58" name="Freeform 947">
                    <a:extLst>
                      <a:ext uri="{FF2B5EF4-FFF2-40B4-BE49-F238E27FC236}">
                        <a16:creationId xmlns:a16="http://schemas.microsoft.com/office/drawing/2014/main" id="{A310B749-8560-E7FA-6B0E-76377F44E7CB}"/>
                      </a:ext>
                    </a:extLst>
                  </p:cNvPr>
                  <p:cNvSpPr>
                    <a:spLocks/>
                  </p:cNvSpPr>
                  <p:nvPr/>
                </p:nvSpPr>
                <p:spPr bwMode="auto">
                  <a:xfrm>
                    <a:off x="9366310" y="2927193"/>
                    <a:ext cx="27351" cy="14129"/>
                  </a:xfrm>
                  <a:custGeom>
                    <a:avLst/>
                    <a:gdLst/>
                    <a:ahLst/>
                    <a:cxnLst>
                      <a:cxn ang="0">
                        <a:pos x="4" y="17"/>
                      </a:cxn>
                      <a:cxn ang="0">
                        <a:pos x="5" y="17"/>
                      </a:cxn>
                      <a:cxn ang="0">
                        <a:pos x="6" y="16"/>
                      </a:cxn>
                      <a:cxn ang="0">
                        <a:pos x="9" y="16"/>
                      </a:cxn>
                      <a:cxn ang="0">
                        <a:pos x="9" y="16"/>
                      </a:cxn>
                      <a:cxn ang="0">
                        <a:pos x="30" y="17"/>
                      </a:cxn>
                      <a:cxn ang="0">
                        <a:pos x="30" y="0"/>
                      </a:cxn>
                      <a:cxn ang="0">
                        <a:pos x="12" y="0"/>
                      </a:cxn>
                      <a:cxn ang="0">
                        <a:pos x="12" y="0"/>
                      </a:cxn>
                      <a:cxn ang="0">
                        <a:pos x="9" y="0"/>
                      </a:cxn>
                      <a:cxn ang="0">
                        <a:pos x="8" y="0"/>
                      </a:cxn>
                      <a:cxn ang="0">
                        <a:pos x="6" y="0"/>
                      </a:cxn>
                      <a:cxn ang="0">
                        <a:pos x="8" y="2"/>
                      </a:cxn>
                      <a:cxn ang="0">
                        <a:pos x="4" y="8"/>
                      </a:cxn>
                      <a:cxn ang="0">
                        <a:pos x="0" y="15"/>
                      </a:cxn>
                      <a:cxn ang="0">
                        <a:pos x="4" y="16"/>
                      </a:cxn>
                      <a:cxn ang="0">
                        <a:pos x="4" y="17"/>
                      </a:cxn>
                    </a:cxnLst>
                    <a:rect l="0" t="0" r="r" b="b"/>
                    <a:pathLst>
                      <a:path w="30" h="17">
                        <a:moveTo>
                          <a:pt x="4" y="17"/>
                        </a:moveTo>
                        <a:lnTo>
                          <a:pt x="5" y="17"/>
                        </a:lnTo>
                        <a:lnTo>
                          <a:pt x="6" y="16"/>
                        </a:lnTo>
                        <a:lnTo>
                          <a:pt x="9" y="16"/>
                        </a:lnTo>
                        <a:lnTo>
                          <a:pt x="9" y="16"/>
                        </a:lnTo>
                        <a:lnTo>
                          <a:pt x="30" y="17"/>
                        </a:lnTo>
                        <a:lnTo>
                          <a:pt x="30" y="0"/>
                        </a:lnTo>
                        <a:lnTo>
                          <a:pt x="12" y="0"/>
                        </a:lnTo>
                        <a:lnTo>
                          <a:pt x="12" y="0"/>
                        </a:lnTo>
                        <a:lnTo>
                          <a:pt x="9" y="0"/>
                        </a:lnTo>
                        <a:lnTo>
                          <a:pt x="8" y="0"/>
                        </a:lnTo>
                        <a:lnTo>
                          <a:pt x="6" y="0"/>
                        </a:lnTo>
                        <a:lnTo>
                          <a:pt x="8" y="2"/>
                        </a:lnTo>
                        <a:lnTo>
                          <a:pt x="4" y="8"/>
                        </a:lnTo>
                        <a:lnTo>
                          <a:pt x="0" y="15"/>
                        </a:lnTo>
                        <a:lnTo>
                          <a:pt x="4" y="16"/>
                        </a:lnTo>
                        <a:lnTo>
                          <a:pt x="4" y="17"/>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59" name="Freeform 948">
                    <a:extLst>
                      <a:ext uri="{FF2B5EF4-FFF2-40B4-BE49-F238E27FC236}">
                        <a16:creationId xmlns:a16="http://schemas.microsoft.com/office/drawing/2014/main" id="{5FC8FD57-9DA1-B038-14F5-73E0EE54D4C9}"/>
                      </a:ext>
                    </a:extLst>
                  </p:cNvPr>
                  <p:cNvSpPr>
                    <a:spLocks/>
                  </p:cNvSpPr>
                  <p:nvPr/>
                </p:nvSpPr>
                <p:spPr bwMode="auto">
                  <a:xfrm>
                    <a:off x="9389103" y="2906415"/>
                    <a:ext cx="101200" cy="106383"/>
                  </a:xfrm>
                  <a:custGeom>
                    <a:avLst/>
                    <a:gdLst/>
                    <a:ahLst/>
                    <a:cxnLst>
                      <a:cxn ang="0">
                        <a:pos x="3" y="106"/>
                      </a:cxn>
                      <a:cxn ang="0">
                        <a:pos x="9" y="104"/>
                      </a:cxn>
                      <a:cxn ang="0">
                        <a:pos x="14" y="105"/>
                      </a:cxn>
                      <a:cxn ang="0">
                        <a:pos x="10" y="95"/>
                      </a:cxn>
                      <a:cxn ang="0">
                        <a:pos x="6" y="93"/>
                      </a:cxn>
                      <a:cxn ang="0">
                        <a:pos x="9" y="90"/>
                      </a:cxn>
                      <a:cxn ang="0">
                        <a:pos x="14" y="89"/>
                      </a:cxn>
                      <a:cxn ang="0">
                        <a:pos x="21" y="86"/>
                      </a:cxn>
                      <a:cxn ang="0">
                        <a:pos x="25" y="80"/>
                      </a:cxn>
                      <a:cxn ang="0">
                        <a:pos x="33" y="89"/>
                      </a:cxn>
                      <a:cxn ang="0">
                        <a:pos x="39" y="87"/>
                      </a:cxn>
                      <a:cxn ang="0">
                        <a:pos x="44" y="90"/>
                      </a:cxn>
                      <a:cxn ang="0">
                        <a:pos x="47" y="75"/>
                      </a:cxn>
                      <a:cxn ang="0">
                        <a:pos x="47" y="65"/>
                      </a:cxn>
                      <a:cxn ang="0">
                        <a:pos x="44" y="60"/>
                      </a:cxn>
                      <a:cxn ang="0">
                        <a:pos x="40" y="57"/>
                      </a:cxn>
                      <a:cxn ang="0">
                        <a:pos x="43" y="55"/>
                      </a:cxn>
                      <a:cxn ang="0">
                        <a:pos x="43" y="52"/>
                      </a:cxn>
                      <a:cxn ang="0">
                        <a:pos x="48" y="48"/>
                      </a:cxn>
                      <a:cxn ang="0">
                        <a:pos x="48" y="41"/>
                      </a:cxn>
                      <a:cxn ang="0">
                        <a:pos x="43" y="36"/>
                      </a:cxn>
                      <a:cxn ang="0">
                        <a:pos x="34" y="37"/>
                      </a:cxn>
                      <a:cxn ang="0">
                        <a:pos x="30" y="36"/>
                      </a:cxn>
                      <a:cxn ang="0">
                        <a:pos x="29" y="27"/>
                      </a:cxn>
                      <a:cxn ang="0">
                        <a:pos x="51" y="26"/>
                      </a:cxn>
                      <a:cxn ang="0">
                        <a:pos x="53" y="26"/>
                      </a:cxn>
                      <a:cxn ang="0">
                        <a:pos x="58" y="27"/>
                      </a:cxn>
                      <a:cxn ang="0">
                        <a:pos x="60" y="27"/>
                      </a:cxn>
                      <a:cxn ang="0">
                        <a:pos x="67" y="27"/>
                      </a:cxn>
                      <a:cxn ang="0">
                        <a:pos x="70" y="29"/>
                      </a:cxn>
                      <a:cxn ang="0">
                        <a:pos x="72" y="27"/>
                      </a:cxn>
                      <a:cxn ang="0">
                        <a:pos x="74" y="22"/>
                      </a:cxn>
                      <a:cxn ang="0">
                        <a:pos x="85" y="6"/>
                      </a:cxn>
                      <a:cxn ang="0">
                        <a:pos x="94" y="0"/>
                      </a:cxn>
                      <a:cxn ang="0">
                        <a:pos x="101" y="0"/>
                      </a:cxn>
                      <a:cxn ang="0">
                        <a:pos x="106" y="3"/>
                      </a:cxn>
                      <a:cxn ang="0">
                        <a:pos x="109" y="3"/>
                      </a:cxn>
                      <a:cxn ang="0">
                        <a:pos x="108" y="13"/>
                      </a:cxn>
                      <a:cxn ang="0">
                        <a:pos x="102" y="27"/>
                      </a:cxn>
                      <a:cxn ang="0">
                        <a:pos x="98" y="37"/>
                      </a:cxn>
                      <a:cxn ang="0">
                        <a:pos x="98" y="46"/>
                      </a:cxn>
                      <a:cxn ang="0">
                        <a:pos x="97" y="53"/>
                      </a:cxn>
                      <a:cxn ang="0">
                        <a:pos x="90" y="70"/>
                      </a:cxn>
                      <a:cxn ang="0">
                        <a:pos x="83" y="72"/>
                      </a:cxn>
                      <a:cxn ang="0">
                        <a:pos x="78" y="80"/>
                      </a:cxn>
                      <a:cxn ang="0">
                        <a:pos x="72" y="93"/>
                      </a:cxn>
                      <a:cxn ang="0">
                        <a:pos x="71" y="105"/>
                      </a:cxn>
                      <a:cxn ang="0">
                        <a:pos x="67" y="112"/>
                      </a:cxn>
                      <a:cxn ang="0">
                        <a:pos x="58" y="121"/>
                      </a:cxn>
                      <a:cxn ang="0">
                        <a:pos x="49" y="124"/>
                      </a:cxn>
                      <a:cxn ang="0">
                        <a:pos x="49" y="117"/>
                      </a:cxn>
                      <a:cxn ang="0">
                        <a:pos x="41" y="120"/>
                      </a:cxn>
                      <a:cxn ang="0">
                        <a:pos x="37" y="123"/>
                      </a:cxn>
                      <a:cxn ang="0">
                        <a:pos x="33" y="124"/>
                      </a:cxn>
                      <a:cxn ang="0">
                        <a:pos x="29" y="123"/>
                      </a:cxn>
                      <a:cxn ang="0">
                        <a:pos x="28" y="118"/>
                      </a:cxn>
                      <a:cxn ang="0">
                        <a:pos x="22" y="120"/>
                      </a:cxn>
                      <a:cxn ang="0">
                        <a:pos x="17" y="124"/>
                      </a:cxn>
                      <a:cxn ang="0">
                        <a:pos x="13" y="128"/>
                      </a:cxn>
                      <a:cxn ang="0">
                        <a:pos x="9" y="121"/>
                      </a:cxn>
                      <a:cxn ang="0">
                        <a:pos x="5" y="114"/>
                      </a:cxn>
                    </a:cxnLst>
                    <a:rect l="0" t="0" r="r" b="b"/>
                    <a:pathLst>
                      <a:path w="111" h="128">
                        <a:moveTo>
                          <a:pt x="0" y="112"/>
                        </a:moveTo>
                        <a:lnTo>
                          <a:pt x="3" y="109"/>
                        </a:lnTo>
                        <a:lnTo>
                          <a:pt x="3" y="106"/>
                        </a:lnTo>
                        <a:lnTo>
                          <a:pt x="5" y="106"/>
                        </a:lnTo>
                        <a:lnTo>
                          <a:pt x="7" y="106"/>
                        </a:lnTo>
                        <a:lnTo>
                          <a:pt x="9" y="104"/>
                        </a:lnTo>
                        <a:lnTo>
                          <a:pt x="10" y="104"/>
                        </a:lnTo>
                        <a:lnTo>
                          <a:pt x="13" y="108"/>
                        </a:lnTo>
                        <a:lnTo>
                          <a:pt x="14" y="105"/>
                        </a:lnTo>
                        <a:lnTo>
                          <a:pt x="13" y="98"/>
                        </a:lnTo>
                        <a:lnTo>
                          <a:pt x="11" y="95"/>
                        </a:lnTo>
                        <a:lnTo>
                          <a:pt x="10" y="95"/>
                        </a:lnTo>
                        <a:lnTo>
                          <a:pt x="7" y="95"/>
                        </a:lnTo>
                        <a:lnTo>
                          <a:pt x="5" y="97"/>
                        </a:lnTo>
                        <a:lnTo>
                          <a:pt x="6" y="93"/>
                        </a:lnTo>
                        <a:lnTo>
                          <a:pt x="5" y="91"/>
                        </a:lnTo>
                        <a:lnTo>
                          <a:pt x="6" y="90"/>
                        </a:lnTo>
                        <a:lnTo>
                          <a:pt x="9" y="90"/>
                        </a:lnTo>
                        <a:lnTo>
                          <a:pt x="11" y="91"/>
                        </a:lnTo>
                        <a:lnTo>
                          <a:pt x="13" y="90"/>
                        </a:lnTo>
                        <a:lnTo>
                          <a:pt x="14" y="89"/>
                        </a:lnTo>
                        <a:lnTo>
                          <a:pt x="15" y="89"/>
                        </a:lnTo>
                        <a:lnTo>
                          <a:pt x="21" y="89"/>
                        </a:lnTo>
                        <a:lnTo>
                          <a:pt x="21" y="86"/>
                        </a:lnTo>
                        <a:lnTo>
                          <a:pt x="21" y="82"/>
                        </a:lnTo>
                        <a:lnTo>
                          <a:pt x="22" y="80"/>
                        </a:lnTo>
                        <a:lnTo>
                          <a:pt x="25" y="80"/>
                        </a:lnTo>
                        <a:lnTo>
                          <a:pt x="28" y="87"/>
                        </a:lnTo>
                        <a:lnTo>
                          <a:pt x="29" y="89"/>
                        </a:lnTo>
                        <a:lnTo>
                          <a:pt x="33" y="89"/>
                        </a:lnTo>
                        <a:lnTo>
                          <a:pt x="34" y="89"/>
                        </a:lnTo>
                        <a:lnTo>
                          <a:pt x="36" y="87"/>
                        </a:lnTo>
                        <a:lnTo>
                          <a:pt x="39" y="87"/>
                        </a:lnTo>
                        <a:lnTo>
                          <a:pt x="41" y="89"/>
                        </a:lnTo>
                        <a:lnTo>
                          <a:pt x="43" y="90"/>
                        </a:lnTo>
                        <a:lnTo>
                          <a:pt x="44" y="90"/>
                        </a:lnTo>
                        <a:lnTo>
                          <a:pt x="44" y="87"/>
                        </a:lnTo>
                        <a:lnTo>
                          <a:pt x="44" y="86"/>
                        </a:lnTo>
                        <a:lnTo>
                          <a:pt x="47" y="75"/>
                        </a:lnTo>
                        <a:lnTo>
                          <a:pt x="48" y="70"/>
                        </a:lnTo>
                        <a:lnTo>
                          <a:pt x="48" y="67"/>
                        </a:lnTo>
                        <a:lnTo>
                          <a:pt x="47" y="65"/>
                        </a:lnTo>
                        <a:lnTo>
                          <a:pt x="47" y="63"/>
                        </a:lnTo>
                        <a:lnTo>
                          <a:pt x="44" y="61"/>
                        </a:lnTo>
                        <a:lnTo>
                          <a:pt x="44" y="60"/>
                        </a:lnTo>
                        <a:lnTo>
                          <a:pt x="43" y="59"/>
                        </a:lnTo>
                        <a:lnTo>
                          <a:pt x="41" y="59"/>
                        </a:lnTo>
                        <a:lnTo>
                          <a:pt x="40" y="57"/>
                        </a:lnTo>
                        <a:lnTo>
                          <a:pt x="40" y="56"/>
                        </a:lnTo>
                        <a:lnTo>
                          <a:pt x="43" y="55"/>
                        </a:lnTo>
                        <a:lnTo>
                          <a:pt x="43" y="55"/>
                        </a:lnTo>
                        <a:lnTo>
                          <a:pt x="44" y="55"/>
                        </a:lnTo>
                        <a:lnTo>
                          <a:pt x="43" y="52"/>
                        </a:lnTo>
                        <a:lnTo>
                          <a:pt x="43" y="52"/>
                        </a:lnTo>
                        <a:lnTo>
                          <a:pt x="43" y="49"/>
                        </a:lnTo>
                        <a:lnTo>
                          <a:pt x="45" y="48"/>
                        </a:lnTo>
                        <a:lnTo>
                          <a:pt x="48" y="48"/>
                        </a:lnTo>
                        <a:lnTo>
                          <a:pt x="48" y="45"/>
                        </a:lnTo>
                        <a:lnTo>
                          <a:pt x="48" y="44"/>
                        </a:lnTo>
                        <a:lnTo>
                          <a:pt x="48" y="41"/>
                        </a:lnTo>
                        <a:lnTo>
                          <a:pt x="48" y="37"/>
                        </a:lnTo>
                        <a:lnTo>
                          <a:pt x="47" y="36"/>
                        </a:lnTo>
                        <a:lnTo>
                          <a:pt x="43" y="36"/>
                        </a:lnTo>
                        <a:lnTo>
                          <a:pt x="40" y="37"/>
                        </a:lnTo>
                        <a:lnTo>
                          <a:pt x="36" y="38"/>
                        </a:lnTo>
                        <a:lnTo>
                          <a:pt x="34" y="37"/>
                        </a:lnTo>
                        <a:lnTo>
                          <a:pt x="32" y="38"/>
                        </a:lnTo>
                        <a:lnTo>
                          <a:pt x="30" y="38"/>
                        </a:lnTo>
                        <a:lnTo>
                          <a:pt x="30" y="36"/>
                        </a:lnTo>
                        <a:lnTo>
                          <a:pt x="30" y="34"/>
                        </a:lnTo>
                        <a:lnTo>
                          <a:pt x="30" y="30"/>
                        </a:lnTo>
                        <a:lnTo>
                          <a:pt x="29" y="27"/>
                        </a:lnTo>
                        <a:lnTo>
                          <a:pt x="30" y="25"/>
                        </a:lnTo>
                        <a:lnTo>
                          <a:pt x="48" y="25"/>
                        </a:lnTo>
                        <a:lnTo>
                          <a:pt x="51" y="26"/>
                        </a:lnTo>
                        <a:lnTo>
                          <a:pt x="51" y="25"/>
                        </a:lnTo>
                        <a:lnTo>
                          <a:pt x="52" y="25"/>
                        </a:lnTo>
                        <a:lnTo>
                          <a:pt x="53" y="26"/>
                        </a:lnTo>
                        <a:lnTo>
                          <a:pt x="55" y="26"/>
                        </a:lnTo>
                        <a:lnTo>
                          <a:pt x="56" y="26"/>
                        </a:lnTo>
                        <a:lnTo>
                          <a:pt x="58" y="27"/>
                        </a:lnTo>
                        <a:lnTo>
                          <a:pt x="59" y="27"/>
                        </a:lnTo>
                        <a:lnTo>
                          <a:pt x="59" y="26"/>
                        </a:lnTo>
                        <a:lnTo>
                          <a:pt x="60" y="27"/>
                        </a:lnTo>
                        <a:lnTo>
                          <a:pt x="63" y="29"/>
                        </a:lnTo>
                        <a:lnTo>
                          <a:pt x="64" y="27"/>
                        </a:lnTo>
                        <a:lnTo>
                          <a:pt x="67" y="27"/>
                        </a:lnTo>
                        <a:lnTo>
                          <a:pt x="68" y="29"/>
                        </a:lnTo>
                        <a:lnTo>
                          <a:pt x="70" y="29"/>
                        </a:lnTo>
                        <a:lnTo>
                          <a:pt x="70" y="29"/>
                        </a:lnTo>
                        <a:lnTo>
                          <a:pt x="71" y="29"/>
                        </a:lnTo>
                        <a:lnTo>
                          <a:pt x="72" y="29"/>
                        </a:lnTo>
                        <a:lnTo>
                          <a:pt x="72" y="27"/>
                        </a:lnTo>
                        <a:lnTo>
                          <a:pt x="71" y="26"/>
                        </a:lnTo>
                        <a:lnTo>
                          <a:pt x="72" y="25"/>
                        </a:lnTo>
                        <a:lnTo>
                          <a:pt x="74" y="22"/>
                        </a:lnTo>
                        <a:lnTo>
                          <a:pt x="74" y="21"/>
                        </a:lnTo>
                        <a:lnTo>
                          <a:pt x="81" y="8"/>
                        </a:lnTo>
                        <a:lnTo>
                          <a:pt x="85" y="6"/>
                        </a:lnTo>
                        <a:lnTo>
                          <a:pt x="87" y="4"/>
                        </a:lnTo>
                        <a:lnTo>
                          <a:pt x="89" y="3"/>
                        </a:lnTo>
                        <a:lnTo>
                          <a:pt x="94" y="0"/>
                        </a:lnTo>
                        <a:lnTo>
                          <a:pt x="97" y="2"/>
                        </a:lnTo>
                        <a:lnTo>
                          <a:pt x="98" y="0"/>
                        </a:lnTo>
                        <a:lnTo>
                          <a:pt x="101" y="0"/>
                        </a:lnTo>
                        <a:lnTo>
                          <a:pt x="102" y="0"/>
                        </a:lnTo>
                        <a:lnTo>
                          <a:pt x="104" y="2"/>
                        </a:lnTo>
                        <a:lnTo>
                          <a:pt x="106" y="3"/>
                        </a:lnTo>
                        <a:lnTo>
                          <a:pt x="108" y="2"/>
                        </a:lnTo>
                        <a:lnTo>
                          <a:pt x="109" y="2"/>
                        </a:lnTo>
                        <a:lnTo>
                          <a:pt x="109" y="3"/>
                        </a:lnTo>
                        <a:lnTo>
                          <a:pt x="111" y="6"/>
                        </a:lnTo>
                        <a:lnTo>
                          <a:pt x="111" y="11"/>
                        </a:lnTo>
                        <a:lnTo>
                          <a:pt x="108" y="13"/>
                        </a:lnTo>
                        <a:lnTo>
                          <a:pt x="106" y="15"/>
                        </a:lnTo>
                        <a:lnTo>
                          <a:pt x="101" y="23"/>
                        </a:lnTo>
                        <a:lnTo>
                          <a:pt x="102" y="27"/>
                        </a:lnTo>
                        <a:lnTo>
                          <a:pt x="101" y="32"/>
                        </a:lnTo>
                        <a:lnTo>
                          <a:pt x="101" y="34"/>
                        </a:lnTo>
                        <a:lnTo>
                          <a:pt x="98" y="37"/>
                        </a:lnTo>
                        <a:lnTo>
                          <a:pt x="98" y="41"/>
                        </a:lnTo>
                        <a:lnTo>
                          <a:pt x="98" y="42"/>
                        </a:lnTo>
                        <a:lnTo>
                          <a:pt x="98" y="46"/>
                        </a:lnTo>
                        <a:lnTo>
                          <a:pt x="98" y="48"/>
                        </a:lnTo>
                        <a:lnTo>
                          <a:pt x="98" y="52"/>
                        </a:lnTo>
                        <a:lnTo>
                          <a:pt x="97" y="53"/>
                        </a:lnTo>
                        <a:lnTo>
                          <a:pt x="96" y="57"/>
                        </a:lnTo>
                        <a:lnTo>
                          <a:pt x="96" y="63"/>
                        </a:lnTo>
                        <a:lnTo>
                          <a:pt x="90" y="70"/>
                        </a:lnTo>
                        <a:lnTo>
                          <a:pt x="87" y="71"/>
                        </a:lnTo>
                        <a:lnTo>
                          <a:pt x="85" y="72"/>
                        </a:lnTo>
                        <a:lnTo>
                          <a:pt x="83" y="72"/>
                        </a:lnTo>
                        <a:lnTo>
                          <a:pt x="81" y="74"/>
                        </a:lnTo>
                        <a:lnTo>
                          <a:pt x="78" y="78"/>
                        </a:lnTo>
                        <a:lnTo>
                          <a:pt x="78" y="80"/>
                        </a:lnTo>
                        <a:lnTo>
                          <a:pt x="72" y="85"/>
                        </a:lnTo>
                        <a:lnTo>
                          <a:pt x="71" y="89"/>
                        </a:lnTo>
                        <a:lnTo>
                          <a:pt x="72" y="93"/>
                        </a:lnTo>
                        <a:lnTo>
                          <a:pt x="72" y="93"/>
                        </a:lnTo>
                        <a:lnTo>
                          <a:pt x="72" y="101"/>
                        </a:lnTo>
                        <a:lnTo>
                          <a:pt x="71" y="105"/>
                        </a:lnTo>
                        <a:lnTo>
                          <a:pt x="71" y="108"/>
                        </a:lnTo>
                        <a:lnTo>
                          <a:pt x="70" y="112"/>
                        </a:lnTo>
                        <a:lnTo>
                          <a:pt x="67" y="112"/>
                        </a:lnTo>
                        <a:lnTo>
                          <a:pt x="64" y="113"/>
                        </a:lnTo>
                        <a:lnTo>
                          <a:pt x="63" y="116"/>
                        </a:lnTo>
                        <a:lnTo>
                          <a:pt x="58" y="121"/>
                        </a:lnTo>
                        <a:lnTo>
                          <a:pt x="56" y="124"/>
                        </a:lnTo>
                        <a:lnTo>
                          <a:pt x="52" y="125"/>
                        </a:lnTo>
                        <a:lnTo>
                          <a:pt x="49" y="124"/>
                        </a:lnTo>
                        <a:lnTo>
                          <a:pt x="48" y="121"/>
                        </a:lnTo>
                        <a:lnTo>
                          <a:pt x="47" y="121"/>
                        </a:lnTo>
                        <a:lnTo>
                          <a:pt x="49" y="117"/>
                        </a:lnTo>
                        <a:lnTo>
                          <a:pt x="49" y="116"/>
                        </a:lnTo>
                        <a:lnTo>
                          <a:pt x="45" y="117"/>
                        </a:lnTo>
                        <a:lnTo>
                          <a:pt x="41" y="120"/>
                        </a:lnTo>
                        <a:lnTo>
                          <a:pt x="40" y="120"/>
                        </a:lnTo>
                        <a:lnTo>
                          <a:pt x="39" y="120"/>
                        </a:lnTo>
                        <a:lnTo>
                          <a:pt x="37" y="123"/>
                        </a:lnTo>
                        <a:lnTo>
                          <a:pt x="36" y="125"/>
                        </a:lnTo>
                        <a:lnTo>
                          <a:pt x="33" y="125"/>
                        </a:lnTo>
                        <a:lnTo>
                          <a:pt x="33" y="124"/>
                        </a:lnTo>
                        <a:lnTo>
                          <a:pt x="33" y="123"/>
                        </a:lnTo>
                        <a:lnTo>
                          <a:pt x="30" y="123"/>
                        </a:lnTo>
                        <a:lnTo>
                          <a:pt x="29" y="123"/>
                        </a:lnTo>
                        <a:lnTo>
                          <a:pt x="29" y="124"/>
                        </a:lnTo>
                        <a:lnTo>
                          <a:pt x="29" y="121"/>
                        </a:lnTo>
                        <a:lnTo>
                          <a:pt x="28" y="118"/>
                        </a:lnTo>
                        <a:lnTo>
                          <a:pt x="25" y="118"/>
                        </a:lnTo>
                        <a:lnTo>
                          <a:pt x="25" y="118"/>
                        </a:lnTo>
                        <a:lnTo>
                          <a:pt x="22" y="120"/>
                        </a:lnTo>
                        <a:lnTo>
                          <a:pt x="19" y="120"/>
                        </a:lnTo>
                        <a:lnTo>
                          <a:pt x="19" y="123"/>
                        </a:lnTo>
                        <a:lnTo>
                          <a:pt x="17" y="124"/>
                        </a:lnTo>
                        <a:lnTo>
                          <a:pt x="15" y="124"/>
                        </a:lnTo>
                        <a:lnTo>
                          <a:pt x="14" y="128"/>
                        </a:lnTo>
                        <a:lnTo>
                          <a:pt x="13" y="128"/>
                        </a:lnTo>
                        <a:lnTo>
                          <a:pt x="11" y="127"/>
                        </a:lnTo>
                        <a:lnTo>
                          <a:pt x="11" y="124"/>
                        </a:lnTo>
                        <a:lnTo>
                          <a:pt x="9" y="121"/>
                        </a:lnTo>
                        <a:lnTo>
                          <a:pt x="9" y="118"/>
                        </a:lnTo>
                        <a:lnTo>
                          <a:pt x="5" y="116"/>
                        </a:lnTo>
                        <a:lnTo>
                          <a:pt x="5" y="114"/>
                        </a:lnTo>
                        <a:lnTo>
                          <a:pt x="0" y="112"/>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60" name="Freeform 949">
                    <a:extLst>
                      <a:ext uri="{FF2B5EF4-FFF2-40B4-BE49-F238E27FC236}">
                        <a16:creationId xmlns:a16="http://schemas.microsoft.com/office/drawing/2014/main" id="{E1913827-DAD8-D502-4A37-A93A4B5C2917}"/>
                      </a:ext>
                    </a:extLst>
                  </p:cNvPr>
                  <p:cNvSpPr>
                    <a:spLocks/>
                  </p:cNvSpPr>
                  <p:nvPr/>
                </p:nvSpPr>
                <p:spPr bwMode="auto">
                  <a:xfrm>
                    <a:off x="9389103" y="2906415"/>
                    <a:ext cx="101200" cy="106383"/>
                  </a:xfrm>
                  <a:custGeom>
                    <a:avLst/>
                    <a:gdLst/>
                    <a:ahLst/>
                    <a:cxnLst>
                      <a:cxn ang="0">
                        <a:pos x="3" y="106"/>
                      </a:cxn>
                      <a:cxn ang="0">
                        <a:pos x="9" y="104"/>
                      </a:cxn>
                      <a:cxn ang="0">
                        <a:pos x="14" y="105"/>
                      </a:cxn>
                      <a:cxn ang="0">
                        <a:pos x="10" y="95"/>
                      </a:cxn>
                      <a:cxn ang="0">
                        <a:pos x="6" y="93"/>
                      </a:cxn>
                      <a:cxn ang="0">
                        <a:pos x="9" y="90"/>
                      </a:cxn>
                      <a:cxn ang="0">
                        <a:pos x="14" y="89"/>
                      </a:cxn>
                      <a:cxn ang="0">
                        <a:pos x="21" y="86"/>
                      </a:cxn>
                      <a:cxn ang="0">
                        <a:pos x="25" y="80"/>
                      </a:cxn>
                      <a:cxn ang="0">
                        <a:pos x="33" y="89"/>
                      </a:cxn>
                      <a:cxn ang="0">
                        <a:pos x="39" y="87"/>
                      </a:cxn>
                      <a:cxn ang="0">
                        <a:pos x="44" y="90"/>
                      </a:cxn>
                      <a:cxn ang="0">
                        <a:pos x="47" y="75"/>
                      </a:cxn>
                      <a:cxn ang="0">
                        <a:pos x="47" y="65"/>
                      </a:cxn>
                      <a:cxn ang="0">
                        <a:pos x="44" y="60"/>
                      </a:cxn>
                      <a:cxn ang="0">
                        <a:pos x="40" y="57"/>
                      </a:cxn>
                      <a:cxn ang="0">
                        <a:pos x="43" y="55"/>
                      </a:cxn>
                      <a:cxn ang="0">
                        <a:pos x="43" y="52"/>
                      </a:cxn>
                      <a:cxn ang="0">
                        <a:pos x="48" y="48"/>
                      </a:cxn>
                      <a:cxn ang="0">
                        <a:pos x="48" y="41"/>
                      </a:cxn>
                      <a:cxn ang="0">
                        <a:pos x="43" y="36"/>
                      </a:cxn>
                      <a:cxn ang="0">
                        <a:pos x="34" y="37"/>
                      </a:cxn>
                      <a:cxn ang="0">
                        <a:pos x="30" y="36"/>
                      </a:cxn>
                      <a:cxn ang="0">
                        <a:pos x="29" y="27"/>
                      </a:cxn>
                      <a:cxn ang="0">
                        <a:pos x="51" y="26"/>
                      </a:cxn>
                      <a:cxn ang="0">
                        <a:pos x="53" y="26"/>
                      </a:cxn>
                      <a:cxn ang="0">
                        <a:pos x="58" y="27"/>
                      </a:cxn>
                      <a:cxn ang="0">
                        <a:pos x="60" y="27"/>
                      </a:cxn>
                      <a:cxn ang="0">
                        <a:pos x="67" y="27"/>
                      </a:cxn>
                      <a:cxn ang="0">
                        <a:pos x="70" y="29"/>
                      </a:cxn>
                      <a:cxn ang="0">
                        <a:pos x="72" y="27"/>
                      </a:cxn>
                      <a:cxn ang="0">
                        <a:pos x="74" y="22"/>
                      </a:cxn>
                      <a:cxn ang="0">
                        <a:pos x="85" y="6"/>
                      </a:cxn>
                      <a:cxn ang="0">
                        <a:pos x="94" y="0"/>
                      </a:cxn>
                      <a:cxn ang="0">
                        <a:pos x="101" y="0"/>
                      </a:cxn>
                      <a:cxn ang="0">
                        <a:pos x="106" y="3"/>
                      </a:cxn>
                      <a:cxn ang="0">
                        <a:pos x="109" y="3"/>
                      </a:cxn>
                      <a:cxn ang="0">
                        <a:pos x="108" y="13"/>
                      </a:cxn>
                      <a:cxn ang="0">
                        <a:pos x="102" y="27"/>
                      </a:cxn>
                      <a:cxn ang="0">
                        <a:pos x="98" y="37"/>
                      </a:cxn>
                      <a:cxn ang="0">
                        <a:pos x="98" y="46"/>
                      </a:cxn>
                      <a:cxn ang="0">
                        <a:pos x="97" y="53"/>
                      </a:cxn>
                      <a:cxn ang="0">
                        <a:pos x="90" y="70"/>
                      </a:cxn>
                      <a:cxn ang="0">
                        <a:pos x="83" y="72"/>
                      </a:cxn>
                      <a:cxn ang="0">
                        <a:pos x="78" y="80"/>
                      </a:cxn>
                      <a:cxn ang="0">
                        <a:pos x="72" y="93"/>
                      </a:cxn>
                      <a:cxn ang="0">
                        <a:pos x="71" y="105"/>
                      </a:cxn>
                      <a:cxn ang="0">
                        <a:pos x="67" y="112"/>
                      </a:cxn>
                      <a:cxn ang="0">
                        <a:pos x="58" y="121"/>
                      </a:cxn>
                      <a:cxn ang="0">
                        <a:pos x="49" y="124"/>
                      </a:cxn>
                      <a:cxn ang="0">
                        <a:pos x="49" y="117"/>
                      </a:cxn>
                      <a:cxn ang="0">
                        <a:pos x="41" y="120"/>
                      </a:cxn>
                      <a:cxn ang="0">
                        <a:pos x="37" y="123"/>
                      </a:cxn>
                      <a:cxn ang="0">
                        <a:pos x="33" y="124"/>
                      </a:cxn>
                      <a:cxn ang="0">
                        <a:pos x="29" y="123"/>
                      </a:cxn>
                      <a:cxn ang="0">
                        <a:pos x="28" y="118"/>
                      </a:cxn>
                      <a:cxn ang="0">
                        <a:pos x="22" y="120"/>
                      </a:cxn>
                      <a:cxn ang="0">
                        <a:pos x="17" y="124"/>
                      </a:cxn>
                      <a:cxn ang="0">
                        <a:pos x="13" y="128"/>
                      </a:cxn>
                      <a:cxn ang="0">
                        <a:pos x="9" y="121"/>
                      </a:cxn>
                      <a:cxn ang="0">
                        <a:pos x="5" y="114"/>
                      </a:cxn>
                    </a:cxnLst>
                    <a:rect l="0" t="0" r="r" b="b"/>
                    <a:pathLst>
                      <a:path w="111" h="128">
                        <a:moveTo>
                          <a:pt x="0" y="112"/>
                        </a:moveTo>
                        <a:lnTo>
                          <a:pt x="3" y="109"/>
                        </a:lnTo>
                        <a:lnTo>
                          <a:pt x="3" y="106"/>
                        </a:lnTo>
                        <a:lnTo>
                          <a:pt x="5" y="106"/>
                        </a:lnTo>
                        <a:lnTo>
                          <a:pt x="7" y="106"/>
                        </a:lnTo>
                        <a:lnTo>
                          <a:pt x="9" y="104"/>
                        </a:lnTo>
                        <a:lnTo>
                          <a:pt x="10" y="104"/>
                        </a:lnTo>
                        <a:lnTo>
                          <a:pt x="13" y="108"/>
                        </a:lnTo>
                        <a:lnTo>
                          <a:pt x="14" y="105"/>
                        </a:lnTo>
                        <a:lnTo>
                          <a:pt x="13" y="98"/>
                        </a:lnTo>
                        <a:lnTo>
                          <a:pt x="11" y="95"/>
                        </a:lnTo>
                        <a:lnTo>
                          <a:pt x="10" y="95"/>
                        </a:lnTo>
                        <a:lnTo>
                          <a:pt x="7" y="95"/>
                        </a:lnTo>
                        <a:lnTo>
                          <a:pt x="5" y="97"/>
                        </a:lnTo>
                        <a:lnTo>
                          <a:pt x="6" y="93"/>
                        </a:lnTo>
                        <a:lnTo>
                          <a:pt x="5" y="91"/>
                        </a:lnTo>
                        <a:lnTo>
                          <a:pt x="6" y="90"/>
                        </a:lnTo>
                        <a:lnTo>
                          <a:pt x="9" y="90"/>
                        </a:lnTo>
                        <a:lnTo>
                          <a:pt x="11" y="91"/>
                        </a:lnTo>
                        <a:lnTo>
                          <a:pt x="13" y="90"/>
                        </a:lnTo>
                        <a:lnTo>
                          <a:pt x="14" y="89"/>
                        </a:lnTo>
                        <a:lnTo>
                          <a:pt x="15" y="89"/>
                        </a:lnTo>
                        <a:lnTo>
                          <a:pt x="21" y="89"/>
                        </a:lnTo>
                        <a:lnTo>
                          <a:pt x="21" y="86"/>
                        </a:lnTo>
                        <a:lnTo>
                          <a:pt x="21" y="82"/>
                        </a:lnTo>
                        <a:lnTo>
                          <a:pt x="22" y="80"/>
                        </a:lnTo>
                        <a:lnTo>
                          <a:pt x="25" y="80"/>
                        </a:lnTo>
                        <a:lnTo>
                          <a:pt x="28" y="87"/>
                        </a:lnTo>
                        <a:lnTo>
                          <a:pt x="29" y="89"/>
                        </a:lnTo>
                        <a:lnTo>
                          <a:pt x="33" y="89"/>
                        </a:lnTo>
                        <a:lnTo>
                          <a:pt x="34" y="89"/>
                        </a:lnTo>
                        <a:lnTo>
                          <a:pt x="36" y="87"/>
                        </a:lnTo>
                        <a:lnTo>
                          <a:pt x="39" y="87"/>
                        </a:lnTo>
                        <a:lnTo>
                          <a:pt x="41" y="89"/>
                        </a:lnTo>
                        <a:lnTo>
                          <a:pt x="43" y="90"/>
                        </a:lnTo>
                        <a:lnTo>
                          <a:pt x="44" y="90"/>
                        </a:lnTo>
                        <a:lnTo>
                          <a:pt x="44" y="87"/>
                        </a:lnTo>
                        <a:lnTo>
                          <a:pt x="44" y="86"/>
                        </a:lnTo>
                        <a:lnTo>
                          <a:pt x="47" y="75"/>
                        </a:lnTo>
                        <a:lnTo>
                          <a:pt x="48" y="70"/>
                        </a:lnTo>
                        <a:lnTo>
                          <a:pt x="48" y="67"/>
                        </a:lnTo>
                        <a:lnTo>
                          <a:pt x="47" y="65"/>
                        </a:lnTo>
                        <a:lnTo>
                          <a:pt x="47" y="63"/>
                        </a:lnTo>
                        <a:lnTo>
                          <a:pt x="44" y="61"/>
                        </a:lnTo>
                        <a:lnTo>
                          <a:pt x="44" y="60"/>
                        </a:lnTo>
                        <a:lnTo>
                          <a:pt x="43" y="59"/>
                        </a:lnTo>
                        <a:lnTo>
                          <a:pt x="41" y="59"/>
                        </a:lnTo>
                        <a:lnTo>
                          <a:pt x="40" y="57"/>
                        </a:lnTo>
                        <a:lnTo>
                          <a:pt x="40" y="56"/>
                        </a:lnTo>
                        <a:lnTo>
                          <a:pt x="43" y="55"/>
                        </a:lnTo>
                        <a:lnTo>
                          <a:pt x="43" y="55"/>
                        </a:lnTo>
                        <a:lnTo>
                          <a:pt x="44" y="55"/>
                        </a:lnTo>
                        <a:lnTo>
                          <a:pt x="43" y="52"/>
                        </a:lnTo>
                        <a:lnTo>
                          <a:pt x="43" y="52"/>
                        </a:lnTo>
                        <a:lnTo>
                          <a:pt x="43" y="49"/>
                        </a:lnTo>
                        <a:lnTo>
                          <a:pt x="45" y="48"/>
                        </a:lnTo>
                        <a:lnTo>
                          <a:pt x="48" y="48"/>
                        </a:lnTo>
                        <a:lnTo>
                          <a:pt x="48" y="45"/>
                        </a:lnTo>
                        <a:lnTo>
                          <a:pt x="48" y="44"/>
                        </a:lnTo>
                        <a:lnTo>
                          <a:pt x="48" y="41"/>
                        </a:lnTo>
                        <a:lnTo>
                          <a:pt x="48" y="37"/>
                        </a:lnTo>
                        <a:lnTo>
                          <a:pt x="47" y="36"/>
                        </a:lnTo>
                        <a:lnTo>
                          <a:pt x="43" y="36"/>
                        </a:lnTo>
                        <a:lnTo>
                          <a:pt x="40" y="37"/>
                        </a:lnTo>
                        <a:lnTo>
                          <a:pt x="36" y="38"/>
                        </a:lnTo>
                        <a:lnTo>
                          <a:pt x="34" y="37"/>
                        </a:lnTo>
                        <a:lnTo>
                          <a:pt x="32" y="38"/>
                        </a:lnTo>
                        <a:lnTo>
                          <a:pt x="30" y="38"/>
                        </a:lnTo>
                        <a:lnTo>
                          <a:pt x="30" y="36"/>
                        </a:lnTo>
                        <a:lnTo>
                          <a:pt x="30" y="34"/>
                        </a:lnTo>
                        <a:lnTo>
                          <a:pt x="30" y="30"/>
                        </a:lnTo>
                        <a:lnTo>
                          <a:pt x="29" y="27"/>
                        </a:lnTo>
                        <a:lnTo>
                          <a:pt x="30" y="25"/>
                        </a:lnTo>
                        <a:lnTo>
                          <a:pt x="48" y="25"/>
                        </a:lnTo>
                        <a:lnTo>
                          <a:pt x="51" y="26"/>
                        </a:lnTo>
                        <a:lnTo>
                          <a:pt x="51" y="25"/>
                        </a:lnTo>
                        <a:lnTo>
                          <a:pt x="52" y="25"/>
                        </a:lnTo>
                        <a:lnTo>
                          <a:pt x="53" y="26"/>
                        </a:lnTo>
                        <a:lnTo>
                          <a:pt x="55" y="26"/>
                        </a:lnTo>
                        <a:lnTo>
                          <a:pt x="56" y="26"/>
                        </a:lnTo>
                        <a:lnTo>
                          <a:pt x="58" y="27"/>
                        </a:lnTo>
                        <a:lnTo>
                          <a:pt x="59" y="27"/>
                        </a:lnTo>
                        <a:lnTo>
                          <a:pt x="59" y="26"/>
                        </a:lnTo>
                        <a:lnTo>
                          <a:pt x="60" y="27"/>
                        </a:lnTo>
                        <a:lnTo>
                          <a:pt x="63" y="29"/>
                        </a:lnTo>
                        <a:lnTo>
                          <a:pt x="64" y="27"/>
                        </a:lnTo>
                        <a:lnTo>
                          <a:pt x="67" y="27"/>
                        </a:lnTo>
                        <a:lnTo>
                          <a:pt x="68" y="29"/>
                        </a:lnTo>
                        <a:lnTo>
                          <a:pt x="70" y="29"/>
                        </a:lnTo>
                        <a:lnTo>
                          <a:pt x="70" y="29"/>
                        </a:lnTo>
                        <a:lnTo>
                          <a:pt x="71" y="29"/>
                        </a:lnTo>
                        <a:lnTo>
                          <a:pt x="72" y="29"/>
                        </a:lnTo>
                        <a:lnTo>
                          <a:pt x="72" y="27"/>
                        </a:lnTo>
                        <a:lnTo>
                          <a:pt x="71" y="26"/>
                        </a:lnTo>
                        <a:lnTo>
                          <a:pt x="72" y="25"/>
                        </a:lnTo>
                        <a:lnTo>
                          <a:pt x="74" y="22"/>
                        </a:lnTo>
                        <a:lnTo>
                          <a:pt x="74" y="21"/>
                        </a:lnTo>
                        <a:lnTo>
                          <a:pt x="81" y="8"/>
                        </a:lnTo>
                        <a:lnTo>
                          <a:pt x="85" y="6"/>
                        </a:lnTo>
                        <a:lnTo>
                          <a:pt x="87" y="4"/>
                        </a:lnTo>
                        <a:lnTo>
                          <a:pt x="89" y="3"/>
                        </a:lnTo>
                        <a:lnTo>
                          <a:pt x="94" y="0"/>
                        </a:lnTo>
                        <a:lnTo>
                          <a:pt x="97" y="2"/>
                        </a:lnTo>
                        <a:lnTo>
                          <a:pt x="98" y="0"/>
                        </a:lnTo>
                        <a:lnTo>
                          <a:pt x="101" y="0"/>
                        </a:lnTo>
                        <a:lnTo>
                          <a:pt x="102" y="0"/>
                        </a:lnTo>
                        <a:lnTo>
                          <a:pt x="104" y="2"/>
                        </a:lnTo>
                        <a:lnTo>
                          <a:pt x="106" y="3"/>
                        </a:lnTo>
                        <a:lnTo>
                          <a:pt x="108" y="2"/>
                        </a:lnTo>
                        <a:lnTo>
                          <a:pt x="109" y="2"/>
                        </a:lnTo>
                        <a:lnTo>
                          <a:pt x="109" y="3"/>
                        </a:lnTo>
                        <a:lnTo>
                          <a:pt x="111" y="6"/>
                        </a:lnTo>
                        <a:lnTo>
                          <a:pt x="111" y="11"/>
                        </a:lnTo>
                        <a:lnTo>
                          <a:pt x="108" y="13"/>
                        </a:lnTo>
                        <a:lnTo>
                          <a:pt x="106" y="15"/>
                        </a:lnTo>
                        <a:lnTo>
                          <a:pt x="101" y="23"/>
                        </a:lnTo>
                        <a:lnTo>
                          <a:pt x="102" y="27"/>
                        </a:lnTo>
                        <a:lnTo>
                          <a:pt x="101" y="32"/>
                        </a:lnTo>
                        <a:lnTo>
                          <a:pt x="101" y="34"/>
                        </a:lnTo>
                        <a:lnTo>
                          <a:pt x="98" y="37"/>
                        </a:lnTo>
                        <a:lnTo>
                          <a:pt x="98" y="41"/>
                        </a:lnTo>
                        <a:lnTo>
                          <a:pt x="98" y="42"/>
                        </a:lnTo>
                        <a:lnTo>
                          <a:pt x="98" y="46"/>
                        </a:lnTo>
                        <a:lnTo>
                          <a:pt x="98" y="48"/>
                        </a:lnTo>
                        <a:lnTo>
                          <a:pt x="98" y="52"/>
                        </a:lnTo>
                        <a:lnTo>
                          <a:pt x="97" y="53"/>
                        </a:lnTo>
                        <a:lnTo>
                          <a:pt x="96" y="57"/>
                        </a:lnTo>
                        <a:lnTo>
                          <a:pt x="96" y="63"/>
                        </a:lnTo>
                        <a:lnTo>
                          <a:pt x="90" y="70"/>
                        </a:lnTo>
                        <a:lnTo>
                          <a:pt x="87" y="71"/>
                        </a:lnTo>
                        <a:lnTo>
                          <a:pt x="85" y="72"/>
                        </a:lnTo>
                        <a:lnTo>
                          <a:pt x="83" y="72"/>
                        </a:lnTo>
                        <a:lnTo>
                          <a:pt x="81" y="74"/>
                        </a:lnTo>
                        <a:lnTo>
                          <a:pt x="78" y="78"/>
                        </a:lnTo>
                        <a:lnTo>
                          <a:pt x="78" y="80"/>
                        </a:lnTo>
                        <a:lnTo>
                          <a:pt x="72" y="85"/>
                        </a:lnTo>
                        <a:lnTo>
                          <a:pt x="71" y="89"/>
                        </a:lnTo>
                        <a:lnTo>
                          <a:pt x="72" y="93"/>
                        </a:lnTo>
                        <a:lnTo>
                          <a:pt x="72" y="93"/>
                        </a:lnTo>
                        <a:lnTo>
                          <a:pt x="72" y="101"/>
                        </a:lnTo>
                        <a:lnTo>
                          <a:pt x="71" y="105"/>
                        </a:lnTo>
                        <a:lnTo>
                          <a:pt x="71" y="108"/>
                        </a:lnTo>
                        <a:lnTo>
                          <a:pt x="70" y="112"/>
                        </a:lnTo>
                        <a:lnTo>
                          <a:pt x="67" y="112"/>
                        </a:lnTo>
                        <a:lnTo>
                          <a:pt x="64" y="113"/>
                        </a:lnTo>
                        <a:lnTo>
                          <a:pt x="63" y="116"/>
                        </a:lnTo>
                        <a:lnTo>
                          <a:pt x="58" y="121"/>
                        </a:lnTo>
                        <a:lnTo>
                          <a:pt x="56" y="124"/>
                        </a:lnTo>
                        <a:lnTo>
                          <a:pt x="52" y="125"/>
                        </a:lnTo>
                        <a:lnTo>
                          <a:pt x="49" y="124"/>
                        </a:lnTo>
                        <a:lnTo>
                          <a:pt x="48" y="121"/>
                        </a:lnTo>
                        <a:lnTo>
                          <a:pt x="47" y="121"/>
                        </a:lnTo>
                        <a:lnTo>
                          <a:pt x="49" y="117"/>
                        </a:lnTo>
                        <a:lnTo>
                          <a:pt x="49" y="116"/>
                        </a:lnTo>
                        <a:lnTo>
                          <a:pt x="45" y="117"/>
                        </a:lnTo>
                        <a:lnTo>
                          <a:pt x="41" y="120"/>
                        </a:lnTo>
                        <a:lnTo>
                          <a:pt x="40" y="120"/>
                        </a:lnTo>
                        <a:lnTo>
                          <a:pt x="39" y="120"/>
                        </a:lnTo>
                        <a:lnTo>
                          <a:pt x="37" y="123"/>
                        </a:lnTo>
                        <a:lnTo>
                          <a:pt x="36" y="125"/>
                        </a:lnTo>
                        <a:lnTo>
                          <a:pt x="33" y="125"/>
                        </a:lnTo>
                        <a:lnTo>
                          <a:pt x="33" y="124"/>
                        </a:lnTo>
                        <a:lnTo>
                          <a:pt x="33" y="123"/>
                        </a:lnTo>
                        <a:lnTo>
                          <a:pt x="30" y="123"/>
                        </a:lnTo>
                        <a:lnTo>
                          <a:pt x="29" y="123"/>
                        </a:lnTo>
                        <a:lnTo>
                          <a:pt x="29" y="124"/>
                        </a:lnTo>
                        <a:lnTo>
                          <a:pt x="29" y="121"/>
                        </a:lnTo>
                        <a:lnTo>
                          <a:pt x="28" y="118"/>
                        </a:lnTo>
                        <a:lnTo>
                          <a:pt x="25" y="118"/>
                        </a:lnTo>
                        <a:lnTo>
                          <a:pt x="25" y="118"/>
                        </a:lnTo>
                        <a:lnTo>
                          <a:pt x="22" y="120"/>
                        </a:lnTo>
                        <a:lnTo>
                          <a:pt x="19" y="120"/>
                        </a:lnTo>
                        <a:lnTo>
                          <a:pt x="19" y="123"/>
                        </a:lnTo>
                        <a:lnTo>
                          <a:pt x="17" y="124"/>
                        </a:lnTo>
                        <a:lnTo>
                          <a:pt x="15" y="124"/>
                        </a:lnTo>
                        <a:lnTo>
                          <a:pt x="14" y="128"/>
                        </a:lnTo>
                        <a:lnTo>
                          <a:pt x="13" y="128"/>
                        </a:lnTo>
                        <a:lnTo>
                          <a:pt x="11" y="127"/>
                        </a:lnTo>
                        <a:lnTo>
                          <a:pt x="11" y="124"/>
                        </a:lnTo>
                        <a:lnTo>
                          <a:pt x="9" y="121"/>
                        </a:lnTo>
                        <a:lnTo>
                          <a:pt x="9" y="118"/>
                        </a:lnTo>
                        <a:lnTo>
                          <a:pt x="5" y="116"/>
                        </a:lnTo>
                        <a:lnTo>
                          <a:pt x="5" y="114"/>
                        </a:lnTo>
                        <a:lnTo>
                          <a:pt x="0" y="112"/>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61" name="Freeform 950">
                    <a:extLst>
                      <a:ext uri="{FF2B5EF4-FFF2-40B4-BE49-F238E27FC236}">
                        <a16:creationId xmlns:a16="http://schemas.microsoft.com/office/drawing/2014/main" id="{1C0ABCD0-F417-47B6-50EE-EA2CA7B31275}"/>
                      </a:ext>
                    </a:extLst>
                  </p:cNvPr>
                  <p:cNvSpPr>
                    <a:spLocks/>
                  </p:cNvSpPr>
                  <p:nvPr/>
                </p:nvSpPr>
                <p:spPr bwMode="auto">
                  <a:xfrm>
                    <a:off x="9400955" y="3004488"/>
                    <a:ext cx="14587" cy="17454"/>
                  </a:xfrm>
                  <a:custGeom>
                    <a:avLst/>
                    <a:gdLst/>
                    <a:ahLst/>
                    <a:cxnLst>
                      <a:cxn ang="0">
                        <a:pos x="16" y="6"/>
                      </a:cxn>
                      <a:cxn ang="0">
                        <a:pos x="16" y="3"/>
                      </a:cxn>
                      <a:cxn ang="0">
                        <a:pos x="15" y="0"/>
                      </a:cxn>
                      <a:cxn ang="0">
                        <a:pos x="12" y="0"/>
                      </a:cxn>
                      <a:cxn ang="0">
                        <a:pos x="12" y="0"/>
                      </a:cxn>
                      <a:cxn ang="0">
                        <a:pos x="9" y="2"/>
                      </a:cxn>
                      <a:cxn ang="0">
                        <a:pos x="6" y="2"/>
                      </a:cxn>
                      <a:cxn ang="0">
                        <a:pos x="6" y="5"/>
                      </a:cxn>
                      <a:cxn ang="0">
                        <a:pos x="4" y="6"/>
                      </a:cxn>
                      <a:cxn ang="0">
                        <a:pos x="2" y="6"/>
                      </a:cxn>
                      <a:cxn ang="0">
                        <a:pos x="1" y="10"/>
                      </a:cxn>
                      <a:cxn ang="0">
                        <a:pos x="0" y="10"/>
                      </a:cxn>
                      <a:cxn ang="0">
                        <a:pos x="2" y="13"/>
                      </a:cxn>
                      <a:cxn ang="0">
                        <a:pos x="2" y="17"/>
                      </a:cxn>
                      <a:cxn ang="0">
                        <a:pos x="1" y="20"/>
                      </a:cxn>
                      <a:cxn ang="0">
                        <a:pos x="2" y="21"/>
                      </a:cxn>
                      <a:cxn ang="0">
                        <a:pos x="5" y="20"/>
                      </a:cxn>
                      <a:cxn ang="0">
                        <a:pos x="8" y="18"/>
                      </a:cxn>
                      <a:cxn ang="0">
                        <a:pos x="9" y="17"/>
                      </a:cxn>
                      <a:cxn ang="0">
                        <a:pos x="9" y="11"/>
                      </a:cxn>
                      <a:cxn ang="0">
                        <a:pos x="9" y="10"/>
                      </a:cxn>
                      <a:cxn ang="0">
                        <a:pos x="13" y="7"/>
                      </a:cxn>
                      <a:cxn ang="0">
                        <a:pos x="16" y="6"/>
                      </a:cxn>
                    </a:cxnLst>
                    <a:rect l="0" t="0" r="r" b="b"/>
                    <a:pathLst>
                      <a:path w="16" h="21">
                        <a:moveTo>
                          <a:pt x="16" y="6"/>
                        </a:moveTo>
                        <a:lnTo>
                          <a:pt x="16" y="3"/>
                        </a:lnTo>
                        <a:lnTo>
                          <a:pt x="15" y="0"/>
                        </a:lnTo>
                        <a:lnTo>
                          <a:pt x="12" y="0"/>
                        </a:lnTo>
                        <a:lnTo>
                          <a:pt x="12" y="0"/>
                        </a:lnTo>
                        <a:lnTo>
                          <a:pt x="9" y="2"/>
                        </a:lnTo>
                        <a:lnTo>
                          <a:pt x="6" y="2"/>
                        </a:lnTo>
                        <a:lnTo>
                          <a:pt x="6" y="5"/>
                        </a:lnTo>
                        <a:lnTo>
                          <a:pt x="4" y="6"/>
                        </a:lnTo>
                        <a:lnTo>
                          <a:pt x="2" y="6"/>
                        </a:lnTo>
                        <a:lnTo>
                          <a:pt x="1" y="10"/>
                        </a:lnTo>
                        <a:lnTo>
                          <a:pt x="0" y="10"/>
                        </a:lnTo>
                        <a:lnTo>
                          <a:pt x="2" y="13"/>
                        </a:lnTo>
                        <a:lnTo>
                          <a:pt x="2" y="17"/>
                        </a:lnTo>
                        <a:lnTo>
                          <a:pt x="1" y="20"/>
                        </a:lnTo>
                        <a:lnTo>
                          <a:pt x="2" y="21"/>
                        </a:lnTo>
                        <a:lnTo>
                          <a:pt x="5" y="20"/>
                        </a:lnTo>
                        <a:lnTo>
                          <a:pt x="8" y="18"/>
                        </a:lnTo>
                        <a:lnTo>
                          <a:pt x="9" y="17"/>
                        </a:lnTo>
                        <a:lnTo>
                          <a:pt x="9" y="11"/>
                        </a:lnTo>
                        <a:lnTo>
                          <a:pt x="9" y="10"/>
                        </a:lnTo>
                        <a:lnTo>
                          <a:pt x="13" y="7"/>
                        </a:lnTo>
                        <a:lnTo>
                          <a:pt x="16" y="6"/>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62" name="Freeform 951">
                    <a:extLst>
                      <a:ext uri="{FF2B5EF4-FFF2-40B4-BE49-F238E27FC236}">
                        <a16:creationId xmlns:a16="http://schemas.microsoft.com/office/drawing/2014/main" id="{A8100D9B-1E91-95C2-BF8F-28E355982378}"/>
                      </a:ext>
                    </a:extLst>
                  </p:cNvPr>
                  <p:cNvSpPr>
                    <a:spLocks/>
                  </p:cNvSpPr>
                  <p:nvPr/>
                </p:nvSpPr>
                <p:spPr bwMode="auto">
                  <a:xfrm>
                    <a:off x="9627058" y="2962932"/>
                    <a:ext cx="144962" cy="135473"/>
                  </a:xfrm>
                  <a:custGeom>
                    <a:avLst/>
                    <a:gdLst/>
                    <a:ahLst/>
                    <a:cxnLst>
                      <a:cxn ang="0">
                        <a:pos x="19" y="3"/>
                      </a:cxn>
                      <a:cxn ang="0">
                        <a:pos x="67" y="0"/>
                      </a:cxn>
                      <a:cxn ang="0">
                        <a:pos x="121" y="37"/>
                      </a:cxn>
                      <a:cxn ang="0">
                        <a:pos x="142" y="52"/>
                      </a:cxn>
                      <a:cxn ang="0">
                        <a:pos x="142" y="55"/>
                      </a:cxn>
                      <a:cxn ang="0">
                        <a:pos x="135" y="72"/>
                      </a:cxn>
                      <a:cxn ang="0">
                        <a:pos x="142" y="82"/>
                      </a:cxn>
                      <a:cxn ang="0">
                        <a:pos x="146" y="89"/>
                      </a:cxn>
                      <a:cxn ang="0">
                        <a:pos x="142" y="93"/>
                      </a:cxn>
                      <a:cxn ang="0">
                        <a:pos x="143" y="103"/>
                      </a:cxn>
                      <a:cxn ang="0">
                        <a:pos x="143" y="112"/>
                      </a:cxn>
                      <a:cxn ang="0">
                        <a:pos x="144" y="117"/>
                      </a:cxn>
                      <a:cxn ang="0">
                        <a:pos x="146" y="122"/>
                      </a:cxn>
                      <a:cxn ang="0">
                        <a:pos x="152" y="133"/>
                      </a:cxn>
                      <a:cxn ang="0">
                        <a:pos x="158" y="137"/>
                      </a:cxn>
                      <a:cxn ang="0">
                        <a:pos x="157" y="140"/>
                      </a:cxn>
                      <a:cxn ang="0">
                        <a:pos x="151" y="143"/>
                      </a:cxn>
                      <a:cxn ang="0">
                        <a:pos x="143" y="146"/>
                      </a:cxn>
                      <a:cxn ang="0">
                        <a:pos x="138" y="147"/>
                      </a:cxn>
                      <a:cxn ang="0">
                        <a:pos x="128" y="150"/>
                      </a:cxn>
                      <a:cxn ang="0">
                        <a:pos x="121" y="148"/>
                      </a:cxn>
                      <a:cxn ang="0">
                        <a:pos x="120" y="154"/>
                      </a:cxn>
                      <a:cxn ang="0">
                        <a:pos x="112" y="154"/>
                      </a:cxn>
                      <a:cxn ang="0">
                        <a:pos x="108" y="151"/>
                      </a:cxn>
                      <a:cxn ang="0">
                        <a:pos x="102" y="155"/>
                      </a:cxn>
                      <a:cxn ang="0">
                        <a:pos x="97" y="154"/>
                      </a:cxn>
                      <a:cxn ang="0">
                        <a:pos x="91" y="151"/>
                      </a:cxn>
                      <a:cxn ang="0">
                        <a:pos x="89" y="152"/>
                      </a:cxn>
                      <a:cxn ang="0">
                        <a:pos x="70" y="163"/>
                      </a:cxn>
                      <a:cxn ang="0">
                        <a:pos x="64" y="128"/>
                      </a:cxn>
                      <a:cxn ang="0">
                        <a:pos x="61" y="125"/>
                      </a:cxn>
                      <a:cxn ang="0">
                        <a:pos x="57" y="124"/>
                      </a:cxn>
                      <a:cxn ang="0">
                        <a:pos x="55" y="122"/>
                      </a:cxn>
                      <a:cxn ang="0">
                        <a:pos x="51" y="121"/>
                      </a:cxn>
                      <a:cxn ang="0">
                        <a:pos x="48" y="118"/>
                      </a:cxn>
                      <a:cxn ang="0">
                        <a:pos x="44" y="114"/>
                      </a:cxn>
                      <a:cxn ang="0">
                        <a:pos x="33" y="113"/>
                      </a:cxn>
                      <a:cxn ang="0">
                        <a:pos x="29" y="109"/>
                      </a:cxn>
                      <a:cxn ang="0">
                        <a:pos x="23" y="108"/>
                      </a:cxn>
                      <a:cxn ang="0">
                        <a:pos x="4" y="80"/>
                      </a:cxn>
                      <a:cxn ang="0">
                        <a:pos x="7" y="52"/>
                      </a:cxn>
                      <a:cxn ang="0">
                        <a:pos x="18" y="42"/>
                      </a:cxn>
                      <a:cxn ang="0">
                        <a:pos x="23" y="37"/>
                      </a:cxn>
                      <a:cxn ang="0">
                        <a:pos x="21" y="30"/>
                      </a:cxn>
                      <a:cxn ang="0">
                        <a:pos x="19" y="26"/>
                      </a:cxn>
                      <a:cxn ang="0">
                        <a:pos x="18" y="23"/>
                      </a:cxn>
                      <a:cxn ang="0">
                        <a:pos x="22" y="22"/>
                      </a:cxn>
                      <a:cxn ang="0">
                        <a:pos x="23" y="15"/>
                      </a:cxn>
                      <a:cxn ang="0">
                        <a:pos x="21" y="7"/>
                      </a:cxn>
                    </a:cxnLst>
                    <a:rect l="0" t="0" r="r" b="b"/>
                    <a:pathLst>
                      <a:path w="159" h="163">
                        <a:moveTo>
                          <a:pt x="18" y="3"/>
                        </a:moveTo>
                        <a:lnTo>
                          <a:pt x="18" y="3"/>
                        </a:lnTo>
                        <a:lnTo>
                          <a:pt x="19" y="3"/>
                        </a:lnTo>
                        <a:lnTo>
                          <a:pt x="21" y="2"/>
                        </a:lnTo>
                        <a:lnTo>
                          <a:pt x="38" y="2"/>
                        </a:lnTo>
                        <a:lnTo>
                          <a:pt x="67" y="0"/>
                        </a:lnTo>
                        <a:lnTo>
                          <a:pt x="120" y="30"/>
                        </a:lnTo>
                        <a:lnTo>
                          <a:pt x="123" y="36"/>
                        </a:lnTo>
                        <a:lnTo>
                          <a:pt x="121" y="37"/>
                        </a:lnTo>
                        <a:lnTo>
                          <a:pt x="123" y="38"/>
                        </a:lnTo>
                        <a:lnTo>
                          <a:pt x="124" y="40"/>
                        </a:lnTo>
                        <a:lnTo>
                          <a:pt x="142" y="52"/>
                        </a:lnTo>
                        <a:lnTo>
                          <a:pt x="140" y="52"/>
                        </a:lnTo>
                        <a:lnTo>
                          <a:pt x="142" y="53"/>
                        </a:lnTo>
                        <a:lnTo>
                          <a:pt x="142" y="55"/>
                        </a:lnTo>
                        <a:lnTo>
                          <a:pt x="140" y="56"/>
                        </a:lnTo>
                        <a:lnTo>
                          <a:pt x="138" y="65"/>
                        </a:lnTo>
                        <a:lnTo>
                          <a:pt x="135" y="72"/>
                        </a:lnTo>
                        <a:lnTo>
                          <a:pt x="135" y="75"/>
                        </a:lnTo>
                        <a:lnTo>
                          <a:pt x="139" y="79"/>
                        </a:lnTo>
                        <a:lnTo>
                          <a:pt x="142" y="82"/>
                        </a:lnTo>
                        <a:lnTo>
                          <a:pt x="144" y="82"/>
                        </a:lnTo>
                        <a:lnTo>
                          <a:pt x="146" y="87"/>
                        </a:lnTo>
                        <a:lnTo>
                          <a:pt x="146" y="89"/>
                        </a:lnTo>
                        <a:lnTo>
                          <a:pt x="144" y="89"/>
                        </a:lnTo>
                        <a:lnTo>
                          <a:pt x="142" y="90"/>
                        </a:lnTo>
                        <a:lnTo>
                          <a:pt x="142" y="93"/>
                        </a:lnTo>
                        <a:lnTo>
                          <a:pt x="142" y="98"/>
                        </a:lnTo>
                        <a:lnTo>
                          <a:pt x="144" y="101"/>
                        </a:lnTo>
                        <a:lnTo>
                          <a:pt x="143" y="103"/>
                        </a:lnTo>
                        <a:lnTo>
                          <a:pt x="142" y="105"/>
                        </a:lnTo>
                        <a:lnTo>
                          <a:pt x="142" y="109"/>
                        </a:lnTo>
                        <a:lnTo>
                          <a:pt x="143" y="112"/>
                        </a:lnTo>
                        <a:lnTo>
                          <a:pt x="143" y="113"/>
                        </a:lnTo>
                        <a:lnTo>
                          <a:pt x="143" y="114"/>
                        </a:lnTo>
                        <a:lnTo>
                          <a:pt x="144" y="117"/>
                        </a:lnTo>
                        <a:lnTo>
                          <a:pt x="146" y="118"/>
                        </a:lnTo>
                        <a:lnTo>
                          <a:pt x="144" y="121"/>
                        </a:lnTo>
                        <a:lnTo>
                          <a:pt x="146" y="122"/>
                        </a:lnTo>
                        <a:lnTo>
                          <a:pt x="147" y="127"/>
                        </a:lnTo>
                        <a:lnTo>
                          <a:pt x="147" y="128"/>
                        </a:lnTo>
                        <a:lnTo>
                          <a:pt x="152" y="133"/>
                        </a:lnTo>
                        <a:lnTo>
                          <a:pt x="155" y="133"/>
                        </a:lnTo>
                        <a:lnTo>
                          <a:pt x="158" y="136"/>
                        </a:lnTo>
                        <a:lnTo>
                          <a:pt x="158" y="137"/>
                        </a:lnTo>
                        <a:lnTo>
                          <a:pt x="159" y="139"/>
                        </a:lnTo>
                        <a:lnTo>
                          <a:pt x="158" y="139"/>
                        </a:lnTo>
                        <a:lnTo>
                          <a:pt x="157" y="140"/>
                        </a:lnTo>
                        <a:lnTo>
                          <a:pt x="155" y="139"/>
                        </a:lnTo>
                        <a:lnTo>
                          <a:pt x="152" y="142"/>
                        </a:lnTo>
                        <a:lnTo>
                          <a:pt x="151" y="143"/>
                        </a:lnTo>
                        <a:lnTo>
                          <a:pt x="148" y="144"/>
                        </a:lnTo>
                        <a:lnTo>
                          <a:pt x="146" y="146"/>
                        </a:lnTo>
                        <a:lnTo>
                          <a:pt x="143" y="146"/>
                        </a:lnTo>
                        <a:lnTo>
                          <a:pt x="142" y="147"/>
                        </a:lnTo>
                        <a:lnTo>
                          <a:pt x="139" y="148"/>
                        </a:lnTo>
                        <a:lnTo>
                          <a:pt x="138" y="147"/>
                        </a:lnTo>
                        <a:lnTo>
                          <a:pt x="132" y="148"/>
                        </a:lnTo>
                        <a:lnTo>
                          <a:pt x="131" y="150"/>
                        </a:lnTo>
                        <a:lnTo>
                          <a:pt x="128" y="150"/>
                        </a:lnTo>
                        <a:lnTo>
                          <a:pt x="127" y="148"/>
                        </a:lnTo>
                        <a:lnTo>
                          <a:pt x="124" y="150"/>
                        </a:lnTo>
                        <a:lnTo>
                          <a:pt x="121" y="148"/>
                        </a:lnTo>
                        <a:lnTo>
                          <a:pt x="120" y="150"/>
                        </a:lnTo>
                        <a:lnTo>
                          <a:pt x="121" y="151"/>
                        </a:lnTo>
                        <a:lnTo>
                          <a:pt x="120" y="154"/>
                        </a:lnTo>
                        <a:lnTo>
                          <a:pt x="116" y="154"/>
                        </a:lnTo>
                        <a:lnTo>
                          <a:pt x="113" y="155"/>
                        </a:lnTo>
                        <a:lnTo>
                          <a:pt x="112" y="154"/>
                        </a:lnTo>
                        <a:lnTo>
                          <a:pt x="109" y="154"/>
                        </a:lnTo>
                        <a:lnTo>
                          <a:pt x="109" y="152"/>
                        </a:lnTo>
                        <a:lnTo>
                          <a:pt x="108" y="151"/>
                        </a:lnTo>
                        <a:lnTo>
                          <a:pt x="106" y="152"/>
                        </a:lnTo>
                        <a:lnTo>
                          <a:pt x="105" y="152"/>
                        </a:lnTo>
                        <a:lnTo>
                          <a:pt x="102" y="155"/>
                        </a:lnTo>
                        <a:lnTo>
                          <a:pt x="98" y="156"/>
                        </a:lnTo>
                        <a:lnTo>
                          <a:pt x="98" y="155"/>
                        </a:lnTo>
                        <a:lnTo>
                          <a:pt x="97" y="154"/>
                        </a:lnTo>
                        <a:lnTo>
                          <a:pt x="95" y="154"/>
                        </a:lnTo>
                        <a:lnTo>
                          <a:pt x="93" y="152"/>
                        </a:lnTo>
                        <a:lnTo>
                          <a:pt x="91" y="151"/>
                        </a:lnTo>
                        <a:lnTo>
                          <a:pt x="91" y="151"/>
                        </a:lnTo>
                        <a:lnTo>
                          <a:pt x="89" y="151"/>
                        </a:lnTo>
                        <a:lnTo>
                          <a:pt x="89" y="152"/>
                        </a:lnTo>
                        <a:lnTo>
                          <a:pt x="86" y="152"/>
                        </a:lnTo>
                        <a:lnTo>
                          <a:pt x="72" y="152"/>
                        </a:lnTo>
                        <a:lnTo>
                          <a:pt x="70" y="163"/>
                        </a:lnTo>
                        <a:lnTo>
                          <a:pt x="70" y="139"/>
                        </a:lnTo>
                        <a:lnTo>
                          <a:pt x="70" y="133"/>
                        </a:lnTo>
                        <a:lnTo>
                          <a:pt x="64" y="128"/>
                        </a:lnTo>
                        <a:lnTo>
                          <a:pt x="63" y="127"/>
                        </a:lnTo>
                        <a:lnTo>
                          <a:pt x="61" y="125"/>
                        </a:lnTo>
                        <a:lnTo>
                          <a:pt x="61" y="125"/>
                        </a:lnTo>
                        <a:lnTo>
                          <a:pt x="60" y="124"/>
                        </a:lnTo>
                        <a:lnTo>
                          <a:pt x="59" y="124"/>
                        </a:lnTo>
                        <a:lnTo>
                          <a:pt x="57" y="124"/>
                        </a:lnTo>
                        <a:lnTo>
                          <a:pt x="56" y="124"/>
                        </a:lnTo>
                        <a:lnTo>
                          <a:pt x="56" y="122"/>
                        </a:lnTo>
                        <a:lnTo>
                          <a:pt x="55" y="122"/>
                        </a:lnTo>
                        <a:lnTo>
                          <a:pt x="53" y="121"/>
                        </a:lnTo>
                        <a:lnTo>
                          <a:pt x="52" y="121"/>
                        </a:lnTo>
                        <a:lnTo>
                          <a:pt x="51" y="121"/>
                        </a:lnTo>
                        <a:lnTo>
                          <a:pt x="51" y="121"/>
                        </a:lnTo>
                        <a:lnTo>
                          <a:pt x="51" y="121"/>
                        </a:lnTo>
                        <a:lnTo>
                          <a:pt x="48" y="118"/>
                        </a:lnTo>
                        <a:lnTo>
                          <a:pt x="47" y="117"/>
                        </a:lnTo>
                        <a:lnTo>
                          <a:pt x="45" y="116"/>
                        </a:lnTo>
                        <a:lnTo>
                          <a:pt x="44" y="114"/>
                        </a:lnTo>
                        <a:lnTo>
                          <a:pt x="42" y="114"/>
                        </a:lnTo>
                        <a:lnTo>
                          <a:pt x="36" y="113"/>
                        </a:lnTo>
                        <a:lnTo>
                          <a:pt x="33" y="113"/>
                        </a:lnTo>
                        <a:lnTo>
                          <a:pt x="32" y="110"/>
                        </a:lnTo>
                        <a:lnTo>
                          <a:pt x="30" y="110"/>
                        </a:lnTo>
                        <a:lnTo>
                          <a:pt x="29" y="109"/>
                        </a:lnTo>
                        <a:lnTo>
                          <a:pt x="27" y="109"/>
                        </a:lnTo>
                        <a:lnTo>
                          <a:pt x="25" y="108"/>
                        </a:lnTo>
                        <a:lnTo>
                          <a:pt x="23" y="108"/>
                        </a:lnTo>
                        <a:lnTo>
                          <a:pt x="18" y="105"/>
                        </a:lnTo>
                        <a:lnTo>
                          <a:pt x="15" y="94"/>
                        </a:lnTo>
                        <a:lnTo>
                          <a:pt x="4" y="80"/>
                        </a:lnTo>
                        <a:lnTo>
                          <a:pt x="2" y="63"/>
                        </a:lnTo>
                        <a:lnTo>
                          <a:pt x="0" y="52"/>
                        </a:lnTo>
                        <a:lnTo>
                          <a:pt x="7" y="52"/>
                        </a:lnTo>
                        <a:lnTo>
                          <a:pt x="11" y="50"/>
                        </a:lnTo>
                        <a:lnTo>
                          <a:pt x="14" y="46"/>
                        </a:lnTo>
                        <a:lnTo>
                          <a:pt x="18" y="42"/>
                        </a:lnTo>
                        <a:lnTo>
                          <a:pt x="19" y="41"/>
                        </a:lnTo>
                        <a:lnTo>
                          <a:pt x="21" y="40"/>
                        </a:lnTo>
                        <a:lnTo>
                          <a:pt x="23" y="37"/>
                        </a:lnTo>
                        <a:lnTo>
                          <a:pt x="23" y="34"/>
                        </a:lnTo>
                        <a:lnTo>
                          <a:pt x="23" y="30"/>
                        </a:lnTo>
                        <a:lnTo>
                          <a:pt x="21" y="30"/>
                        </a:lnTo>
                        <a:lnTo>
                          <a:pt x="21" y="29"/>
                        </a:lnTo>
                        <a:lnTo>
                          <a:pt x="19" y="27"/>
                        </a:lnTo>
                        <a:lnTo>
                          <a:pt x="19" y="26"/>
                        </a:lnTo>
                        <a:lnTo>
                          <a:pt x="18" y="25"/>
                        </a:lnTo>
                        <a:lnTo>
                          <a:pt x="18" y="23"/>
                        </a:lnTo>
                        <a:lnTo>
                          <a:pt x="18" y="23"/>
                        </a:lnTo>
                        <a:lnTo>
                          <a:pt x="19" y="23"/>
                        </a:lnTo>
                        <a:lnTo>
                          <a:pt x="22" y="23"/>
                        </a:lnTo>
                        <a:lnTo>
                          <a:pt x="22" y="22"/>
                        </a:lnTo>
                        <a:lnTo>
                          <a:pt x="23" y="21"/>
                        </a:lnTo>
                        <a:lnTo>
                          <a:pt x="23" y="18"/>
                        </a:lnTo>
                        <a:lnTo>
                          <a:pt x="23" y="15"/>
                        </a:lnTo>
                        <a:lnTo>
                          <a:pt x="22" y="11"/>
                        </a:lnTo>
                        <a:lnTo>
                          <a:pt x="21" y="10"/>
                        </a:lnTo>
                        <a:lnTo>
                          <a:pt x="21" y="7"/>
                        </a:lnTo>
                        <a:lnTo>
                          <a:pt x="19" y="6"/>
                        </a:lnTo>
                        <a:lnTo>
                          <a:pt x="18" y="3"/>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63" name="Freeform 952">
                    <a:extLst>
                      <a:ext uri="{FF2B5EF4-FFF2-40B4-BE49-F238E27FC236}">
                        <a16:creationId xmlns:a16="http://schemas.microsoft.com/office/drawing/2014/main" id="{1151FBF6-2BF7-323B-3862-56B1606808A1}"/>
                      </a:ext>
                    </a:extLst>
                  </p:cNvPr>
                  <p:cNvSpPr>
                    <a:spLocks/>
                  </p:cNvSpPr>
                  <p:nvPr/>
                </p:nvSpPr>
                <p:spPr bwMode="auto">
                  <a:xfrm>
                    <a:off x="9622500" y="2965425"/>
                    <a:ext cx="25528" cy="19947"/>
                  </a:xfrm>
                  <a:custGeom>
                    <a:avLst/>
                    <a:gdLst/>
                    <a:ahLst/>
                    <a:cxnLst>
                      <a:cxn ang="0">
                        <a:pos x="8" y="4"/>
                      </a:cxn>
                      <a:cxn ang="0">
                        <a:pos x="9" y="4"/>
                      </a:cxn>
                      <a:cxn ang="0">
                        <a:pos x="11" y="3"/>
                      </a:cxn>
                      <a:cxn ang="0">
                        <a:pos x="13" y="1"/>
                      </a:cxn>
                      <a:cxn ang="0">
                        <a:pos x="15" y="3"/>
                      </a:cxn>
                      <a:cxn ang="0">
                        <a:pos x="16" y="3"/>
                      </a:cxn>
                      <a:cxn ang="0">
                        <a:pos x="19" y="3"/>
                      </a:cxn>
                      <a:cxn ang="0">
                        <a:pos x="19" y="3"/>
                      </a:cxn>
                      <a:cxn ang="0">
                        <a:pos x="20" y="0"/>
                      </a:cxn>
                      <a:cxn ang="0">
                        <a:pos x="22" y="0"/>
                      </a:cxn>
                      <a:cxn ang="0">
                        <a:pos x="24" y="3"/>
                      </a:cxn>
                      <a:cxn ang="0">
                        <a:pos x="26" y="4"/>
                      </a:cxn>
                      <a:cxn ang="0">
                        <a:pos x="26" y="7"/>
                      </a:cxn>
                      <a:cxn ang="0">
                        <a:pos x="27" y="8"/>
                      </a:cxn>
                      <a:cxn ang="0">
                        <a:pos x="28" y="12"/>
                      </a:cxn>
                      <a:cxn ang="0">
                        <a:pos x="28" y="15"/>
                      </a:cxn>
                      <a:cxn ang="0">
                        <a:pos x="28" y="18"/>
                      </a:cxn>
                      <a:cxn ang="0">
                        <a:pos x="27" y="19"/>
                      </a:cxn>
                      <a:cxn ang="0">
                        <a:pos x="27" y="20"/>
                      </a:cxn>
                      <a:cxn ang="0">
                        <a:pos x="24" y="20"/>
                      </a:cxn>
                      <a:cxn ang="0">
                        <a:pos x="23" y="20"/>
                      </a:cxn>
                      <a:cxn ang="0">
                        <a:pos x="23" y="20"/>
                      </a:cxn>
                      <a:cxn ang="0">
                        <a:pos x="23" y="19"/>
                      </a:cxn>
                      <a:cxn ang="0">
                        <a:pos x="22" y="18"/>
                      </a:cxn>
                      <a:cxn ang="0">
                        <a:pos x="20" y="16"/>
                      </a:cxn>
                      <a:cxn ang="0">
                        <a:pos x="19" y="16"/>
                      </a:cxn>
                      <a:cxn ang="0">
                        <a:pos x="18" y="15"/>
                      </a:cxn>
                      <a:cxn ang="0">
                        <a:pos x="16" y="15"/>
                      </a:cxn>
                      <a:cxn ang="0">
                        <a:pos x="16" y="18"/>
                      </a:cxn>
                      <a:cxn ang="0">
                        <a:pos x="15" y="22"/>
                      </a:cxn>
                      <a:cxn ang="0">
                        <a:pos x="15" y="23"/>
                      </a:cxn>
                      <a:cxn ang="0">
                        <a:pos x="12" y="24"/>
                      </a:cxn>
                      <a:cxn ang="0">
                        <a:pos x="11" y="23"/>
                      </a:cxn>
                      <a:cxn ang="0">
                        <a:pos x="9" y="23"/>
                      </a:cxn>
                      <a:cxn ang="0">
                        <a:pos x="9" y="24"/>
                      </a:cxn>
                      <a:cxn ang="0">
                        <a:pos x="7" y="23"/>
                      </a:cxn>
                      <a:cxn ang="0">
                        <a:pos x="5" y="20"/>
                      </a:cxn>
                      <a:cxn ang="0">
                        <a:pos x="4" y="20"/>
                      </a:cxn>
                      <a:cxn ang="0">
                        <a:pos x="1" y="20"/>
                      </a:cxn>
                      <a:cxn ang="0">
                        <a:pos x="0" y="20"/>
                      </a:cxn>
                      <a:cxn ang="0">
                        <a:pos x="0" y="18"/>
                      </a:cxn>
                      <a:cxn ang="0">
                        <a:pos x="3" y="9"/>
                      </a:cxn>
                      <a:cxn ang="0">
                        <a:pos x="5" y="7"/>
                      </a:cxn>
                      <a:cxn ang="0">
                        <a:pos x="8" y="4"/>
                      </a:cxn>
                    </a:cxnLst>
                    <a:rect l="0" t="0" r="r" b="b"/>
                    <a:pathLst>
                      <a:path w="28" h="24">
                        <a:moveTo>
                          <a:pt x="8" y="4"/>
                        </a:moveTo>
                        <a:lnTo>
                          <a:pt x="9" y="4"/>
                        </a:lnTo>
                        <a:lnTo>
                          <a:pt x="11" y="3"/>
                        </a:lnTo>
                        <a:lnTo>
                          <a:pt x="13" y="1"/>
                        </a:lnTo>
                        <a:lnTo>
                          <a:pt x="15" y="3"/>
                        </a:lnTo>
                        <a:lnTo>
                          <a:pt x="16" y="3"/>
                        </a:lnTo>
                        <a:lnTo>
                          <a:pt x="19" y="3"/>
                        </a:lnTo>
                        <a:lnTo>
                          <a:pt x="19" y="3"/>
                        </a:lnTo>
                        <a:lnTo>
                          <a:pt x="20" y="0"/>
                        </a:lnTo>
                        <a:lnTo>
                          <a:pt x="22" y="0"/>
                        </a:lnTo>
                        <a:lnTo>
                          <a:pt x="24" y="3"/>
                        </a:lnTo>
                        <a:lnTo>
                          <a:pt x="26" y="4"/>
                        </a:lnTo>
                        <a:lnTo>
                          <a:pt x="26" y="7"/>
                        </a:lnTo>
                        <a:lnTo>
                          <a:pt x="27" y="8"/>
                        </a:lnTo>
                        <a:lnTo>
                          <a:pt x="28" y="12"/>
                        </a:lnTo>
                        <a:lnTo>
                          <a:pt x="28" y="15"/>
                        </a:lnTo>
                        <a:lnTo>
                          <a:pt x="28" y="18"/>
                        </a:lnTo>
                        <a:lnTo>
                          <a:pt x="27" y="19"/>
                        </a:lnTo>
                        <a:lnTo>
                          <a:pt x="27" y="20"/>
                        </a:lnTo>
                        <a:lnTo>
                          <a:pt x="24" y="20"/>
                        </a:lnTo>
                        <a:lnTo>
                          <a:pt x="23" y="20"/>
                        </a:lnTo>
                        <a:lnTo>
                          <a:pt x="23" y="20"/>
                        </a:lnTo>
                        <a:lnTo>
                          <a:pt x="23" y="19"/>
                        </a:lnTo>
                        <a:lnTo>
                          <a:pt x="22" y="18"/>
                        </a:lnTo>
                        <a:lnTo>
                          <a:pt x="20" y="16"/>
                        </a:lnTo>
                        <a:lnTo>
                          <a:pt x="19" y="16"/>
                        </a:lnTo>
                        <a:lnTo>
                          <a:pt x="18" y="15"/>
                        </a:lnTo>
                        <a:lnTo>
                          <a:pt x="16" y="15"/>
                        </a:lnTo>
                        <a:lnTo>
                          <a:pt x="16" y="18"/>
                        </a:lnTo>
                        <a:lnTo>
                          <a:pt x="15" y="22"/>
                        </a:lnTo>
                        <a:lnTo>
                          <a:pt x="15" y="23"/>
                        </a:lnTo>
                        <a:lnTo>
                          <a:pt x="12" y="24"/>
                        </a:lnTo>
                        <a:lnTo>
                          <a:pt x="11" y="23"/>
                        </a:lnTo>
                        <a:lnTo>
                          <a:pt x="9" y="23"/>
                        </a:lnTo>
                        <a:lnTo>
                          <a:pt x="9" y="24"/>
                        </a:lnTo>
                        <a:lnTo>
                          <a:pt x="7" y="23"/>
                        </a:lnTo>
                        <a:lnTo>
                          <a:pt x="5" y="20"/>
                        </a:lnTo>
                        <a:lnTo>
                          <a:pt x="4" y="20"/>
                        </a:lnTo>
                        <a:lnTo>
                          <a:pt x="1" y="20"/>
                        </a:lnTo>
                        <a:lnTo>
                          <a:pt x="0" y="20"/>
                        </a:lnTo>
                        <a:lnTo>
                          <a:pt x="0" y="18"/>
                        </a:lnTo>
                        <a:lnTo>
                          <a:pt x="3" y="9"/>
                        </a:lnTo>
                        <a:lnTo>
                          <a:pt x="5" y="7"/>
                        </a:lnTo>
                        <a:lnTo>
                          <a:pt x="8" y="4"/>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64" name="Freeform 953">
                    <a:extLst>
                      <a:ext uri="{FF2B5EF4-FFF2-40B4-BE49-F238E27FC236}">
                        <a16:creationId xmlns:a16="http://schemas.microsoft.com/office/drawing/2014/main" id="{6E825FA2-06AA-BEA3-0962-52B71F31EE1A}"/>
                      </a:ext>
                    </a:extLst>
                  </p:cNvPr>
                  <p:cNvSpPr>
                    <a:spLocks/>
                  </p:cNvSpPr>
                  <p:nvPr/>
                </p:nvSpPr>
                <p:spPr bwMode="auto">
                  <a:xfrm>
                    <a:off x="9622500" y="2977892"/>
                    <a:ext cx="25528" cy="28258"/>
                  </a:xfrm>
                  <a:custGeom>
                    <a:avLst/>
                    <a:gdLst/>
                    <a:ahLst/>
                    <a:cxnLst>
                      <a:cxn ang="0">
                        <a:pos x="5" y="34"/>
                      </a:cxn>
                      <a:cxn ang="0">
                        <a:pos x="12" y="34"/>
                      </a:cxn>
                      <a:cxn ang="0">
                        <a:pos x="16" y="32"/>
                      </a:cxn>
                      <a:cxn ang="0">
                        <a:pos x="19" y="28"/>
                      </a:cxn>
                      <a:cxn ang="0">
                        <a:pos x="23" y="24"/>
                      </a:cxn>
                      <a:cxn ang="0">
                        <a:pos x="24" y="23"/>
                      </a:cxn>
                      <a:cxn ang="0">
                        <a:pos x="26" y="22"/>
                      </a:cxn>
                      <a:cxn ang="0">
                        <a:pos x="28" y="19"/>
                      </a:cxn>
                      <a:cxn ang="0">
                        <a:pos x="28" y="16"/>
                      </a:cxn>
                      <a:cxn ang="0">
                        <a:pos x="28" y="12"/>
                      </a:cxn>
                      <a:cxn ang="0">
                        <a:pos x="26" y="12"/>
                      </a:cxn>
                      <a:cxn ang="0">
                        <a:pos x="26" y="11"/>
                      </a:cxn>
                      <a:cxn ang="0">
                        <a:pos x="24" y="9"/>
                      </a:cxn>
                      <a:cxn ang="0">
                        <a:pos x="24" y="8"/>
                      </a:cxn>
                      <a:cxn ang="0">
                        <a:pos x="23" y="7"/>
                      </a:cxn>
                      <a:cxn ang="0">
                        <a:pos x="23" y="4"/>
                      </a:cxn>
                      <a:cxn ang="0">
                        <a:pos x="22" y="3"/>
                      </a:cxn>
                      <a:cxn ang="0">
                        <a:pos x="20" y="1"/>
                      </a:cxn>
                      <a:cxn ang="0">
                        <a:pos x="19" y="1"/>
                      </a:cxn>
                      <a:cxn ang="0">
                        <a:pos x="18" y="0"/>
                      </a:cxn>
                      <a:cxn ang="0">
                        <a:pos x="16" y="0"/>
                      </a:cxn>
                      <a:cxn ang="0">
                        <a:pos x="16" y="3"/>
                      </a:cxn>
                      <a:cxn ang="0">
                        <a:pos x="15" y="7"/>
                      </a:cxn>
                      <a:cxn ang="0">
                        <a:pos x="15" y="8"/>
                      </a:cxn>
                      <a:cxn ang="0">
                        <a:pos x="12" y="9"/>
                      </a:cxn>
                      <a:cxn ang="0">
                        <a:pos x="11" y="8"/>
                      </a:cxn>
                      <a:cxn ang="0">
                        <a:pos x="9" y="8"/>
                      </a:cxn>
                      <a:cxn ang="0">
                        <a:pos x="9" y="9"/>
                      </a:cxn>
                      <a:cxn ang="0">
                        <a:pos x="7" y="8"/>
                      </a:cxn>
                      <a:cxn ang="0">
                        <a:pos x="5" y="5"/>
                      </a:cxn>
                      <a:cxn ang="0">
                        <a:pos x="4" y="5"/>
                      </a:cxn>
                      <a:cxn ang="0">
                        <a:pos x="1" y="5"/>
                      </a:cxn>
                      <a:cxn ang="0">
                        <a:pos x="0" y="5"/>
                      </a:cxn>
                      <a:cxn ang="0">
                        <a:pos x="0" y="7"/>
                      </a:cxn>
                      <a:cxn ang="0">
                        <a:pos x="1" y="9"/>
                      </a:cxn>
                      <a:cxn ang="0">
                        <a:pos x="3" y="13"/>
                      </a:cxn>
                      <a:cxn ang="0">
                        <a:pos x="3" y="16"/>
                      </a:cxn>
                      <a:cxn ang="0">
                        <a:pos x="5" y="34"/>
                      </a:cxn>
                    </a:cxnLst>
                    <a:rect l="0" t="0" r="r" b="b"/>
                    <a:pathLst>
                      <a:path w="28" h="34">
                        <a:moveTo>
                          <a:pt x="5" y="34"/>
                        </a:moveTo>
                        <a:lnTo>
                          <a:pt x="12" y="34"/>
                        </a:lnTo>
                        <a:lnTo>
                          <a:pt x="16" y="32"/>
                        </a:lnTo>
                        <a:lnTo>
                          <a:pt x="19" y="28"/>
                        </a:lnTo>
                        <a:lnTo>
                          <a:pt x="23" y="24"/>
                        </a:lnTo>
                        <a:lnTo>
                          <a:pt x="24" y="23"/>
                        </a:lnTo>
                        <a:lnTo>
                          <a:pt x="26" y="22"/>
                        </a:lnTo>
                        <a:lnTo>
                          <a:pt x="28" y="19"/>
                        </a:lnTo>
                        <a:lnTo>
                          <a:pt x="28" y="16"/>
                        </a:lnTo>
                        <a:lnTo>
                          <a:pt x="28" y="12"/>
                        </a:lnTo>
                        <a:lnTo>
                          <a:pt x="26" y="12"/>
                        </a:lnTo>
                        <a:lnTo>
                          <a:pt x="26" y="11"/>
                        </a:lnTo>
                        <a:lnTo>
                          <a:pt x="24" y="9"/>
                        </a:lnTo>
                        <a:lnTo>
                          <a:pt x="24" y="8"/>
                        </a:lnTo>
                        <a:lnTo>
                          <a:pt x="23" y="7"/>
                        </a:lnTo>
                        <a:lnTo>
                          <a:pt x="23" y="4"/>
                        </a:lnTo>
                        <a:lnTo>
                          <a:pt x="22" y="3"/>
                        </a:lnTo>
                        <a:lnTo>
                          <a:pt x="20" y="1"/>
                        </a:lnTo>
                        <a:lnTo>
                          <a:pt x="19" y="1"/>
                        </a:lnTo>
                        <a:lnTo>
                          <a:pt x="18" y="0"/>
                        </a:lnTo>
                        <a:lnTo>
                          <a:pt x="16" y="0"/>
                        </a:lnTo>
                        <a:lnTo>
                          <a:pt x="16" y="3"/>
                        </a:lnTo>
                        <a:lnTo>
                          <a:pt x="15" y="7"/>
                        </a:lnTo>
                        <a:lnTo>
                          <a:pt x="15" y="8"/>
                        </a:lnTo>
                        <a:lnTo>
                          <a:pt x="12" y="9"/>
                        </a:lnTo>
                        <a:lnTo>
                          <a:pt x="11" y="8"/>
                        </a:lnTo>
                        <a:lnTo>
                          <a:pt x="9" y="8"/>
                        </a:lnTo>
                        <a:lnTo>
                          <a:pt x="9" y="9"/>
                        </a:lnTo>
                        <a:lnTo>
                          <a:pt x="7" y="8"/>
                        </a:lnTo>
                        <a:lnTo>
                          <a:pt x="5" y="5"/>
                        </a:lnTo>
                        <a:lnTo>
                          <a:pt x="4" y="5"/>
                        </a:lnTo>
                        <a:lnTo>
                          <a:pt x="1" y="5"/>
                        </a:lnTo>
                        <a:lnTo>
                          <a:pt x="0" y="5"/>
                        </a:lnTo>
                        <a:lnTo>
                          <a:pt x="0" y="7"/>
                        </a:lnTo>
                        <a:lnTo>
                          <a:pt x="1" y="9"/>
                        </a:lnTo>
                        <a:lnTo>
                          <a:pt x="3" y="13"/>
                        </a:lnTo>
                        <a:lnTo>
                          <a:pt x="3" y="16"/>
                        </a:lnTo>
                        <a:lnTo>
                          <a:pt x="5" y="34"/>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65" name="Freeform 954">
                    <a:extLst>
                      <a:ext uri="{FF2B5EF4-FFF2-40B4-BE49-F238E27FC236}">
                        <a16:creationId xmlns:a16="http://schemas.microsoft.com/office/drawing/2014/main" id="{79A19571-F7ED-A687-1956-07591FE03035}"/>
                      </a:ext>
                    </a:extLst>
                  </p:cNvPr>
                  <p:cNvSpPr>
                    <a:spLocks/>
                  </p:cNvSpPr>
                  <p:nvPr/>
                </p:nvSpPr>
                <p:spPr bwMode="auto">
                  <a:xfrm>
                    <a:off x="9622500" y="2977892"/>
                    <a:ext cx="25528" cy="28258"/>
                  </a:xfrm>
                  <a:custGeom>
                    <a:avLst/>
                    <a:gdLst/>
                    <a:ahLst/>
                    <a:cxnLst>
                      <a:cxn ang="0">
                        <a:pos x="5" y="34"/>
                      </a:cxn>
                      <a:cxn ang="0">
                        <a:pos x="12" y="34"/>
                      </a:cxn>
                      <a:cxn ang="0">
                        <a:pos x="16" y="32"/>
                      </a:cxn>
                      <a:cxn ang="0">
                        <a:pos x="19" y="28"/>
                      </a:cxn>
                      <a:cxn ang="0">
                        <a:pos x="23" y="24"/>
                      </a:cxn>
                      <a:cxn ang="0">
                        <a:pos x="24" y="23"/>
                      </a:cxn>
                      <a:cxn ang="0">
                        <a:pos x="26" y="22"/>
                      </a:cxn>
                      <a:cxn ang="0">
                        <a:pos x="28" y="19"/>
                      </a:cxn>
                      <a:cxn ang="0">
                        <a:pos x="28" y="16"/>
                      </a:cxn>
                      <a:cxn ang="0">
                        <a:pos x="28" y="12"/>
                      </a:cxn>
                      <a:cxn ang="0">
                        <a:pos x="26" y="12"/>
                      </a:cxn>
                      <a:cxn ang="0">
                        <a:pos x="26" y="11"/>
                      </a:cxn>
                      <a:cxn ang="0">
                        <a:pos x="24" y="9"/>
                      </a:cxn>
                      <a:cxn ang="0">
                        <a:pos x="24" y="8"/>
                      </a:cxn>
                      <a:cxn ang="0">
                        <a:pos x="23" y="7"/>
                      </a:cxn>
                      <a:cxn ang="0">
                        <a:pos x="23" y="4"/>
                      </a:cxn>
                      <a:cxn ang="0">
                        <a:pos x="22" y="3"/>
                      </a:cxn>
                      <a:cxn ang="0">
                        <a:pos x="20" y="1"/>
                      </a:cxn>
                      <a:cxn ang="0">
                        <a:pos x="19" y="1"/>
                      </a:cxn>
                      <a:cxn ang="0">
                        <a:pos x="18" y="0"/>
                      </a:cxn>
                      <a:cxn ang="0">
                        <a:pos x="16" y="0"/>
                      </a:cxn>
                      <a:cxn ang="0">
                        <a:pos x="16" y="3"/>
                      </a:cxn>
                      <a:cxn ang="0">
                        <a:pos x="15" y="7"/>
                      </a:cxn>
                      <a:cxn ang="0">
                        <a:pos x="15" y="8"/>
                      </a:cxn>
                      <a:cxn ang="0">
                        <a:pos x="12" y="9"/>
                      </a:cxn>
                      <a:cxn ang="0">
                        <a:pos x="11" y="8"/>
                      </a:cxn>
                      <a:cxn ang="0">
                        <a:pos x="9" y="8"/>
                      </a:cxn>
                      <a:cxn ang="0">
                        <a:pos x="9" y="9"/>
                      </a:cxn>
                      <a:cxn ang="0">
                        <a:pos x="7" y="8"/>
                      </a:cxn>
                      <a:cxn ang="0">
                        <a:pos x="5" y="5"/>
                      </a:cxn>
                      <a:cxn ang="0">
                        <a:pos x="4" y="5"/>
                      </a:cxn>
                      <a:cxn ang="0">
                        <a:pos x="1" y="5"/>
                      </a:cxn>
                      <a:cxn ang="0">
                        <a:pos x="0" y="5"/>
                      </a:cxn>
                      <a:cxn ang="0">
                        <a:pos x="0" y="7"/>
                      </a:cxn>
                      <a:cxn ang="0">
                        <a:pos x="1" y="9"/>
                      </a:cxn>
                      <a:cxn ang="0">
                        <a:pos x="3" y="13"/>
                      </a:cxn>
                      <a:cxn ang="0">
                        <a:pos x="3" y="16"/>
                      </a:cxn>
                      <a:cxn ang="0">
                        <a:pos x="5" y="34"/>
                      </a:cxn>
                    </a:cxnLst>
                    <a:rect l="0" t="0" r="r" b="b"/>
                    <a:pathLst>
                      <a:path w="28" h="34">
                        <a:moveTo>
                          <a:pt x="5" y="34"/>
                        </a:moveTo>
                        <a:lnTo>
                          <a:pt x="12" y="34"/>
                        </a:lnTo>
                        <a:lnTo>
                          <a:pt x="16" y="32"/>
                        </a:lnTo>
                        <a:lnTo>
                          <a:pt x="19" y="28"/>
                        </a:lnTo>
                        <a:lnTo>
                          <a:pt x="23" y="24"/>
                        </a:lnTo>
                        <a:lnTo>
                          <a:pt x="24" y="23"/>
                        </a:lnTo>
                        <a:lnTo>
                          <a:pt x="26" y="22"/>
                        </a:lnTo>
                        <a:lnTo>
                          <a:pt x="28" y="19"/>
                        </a:lnTo>
                        <a:lnTo>
                          <a:pt x="28" y="16"/>
                        </a:lnTo>
                        <a:lnTo>
                          <a:pt x="28" y="12"/>
                        </a:lnTo>
                        <a:lnTo>
                          <a:pt x="26" y="12"/>
                        </a:lnTo>
                        <a:lnTo>
                          <a:pt x="26" y="11"/>
                        </a:lnTo>
                        <a:lnTo>
                          <a:pt x="24" y="9"/>
                        </a:lnTo>
                        <a:lnTo>
                          <a:pt x="24" y="8"/>
                        </a:lnTo>
                        <a:lnTo>
                          <a:pt x="23" y="7"/>
                        </a:lnTo>
                        <a:lnTo>
                          <a:pt x="23" y="4"/>
                        </a:lnTo>
                        <a:lnTo>
                          <a:pt x="22" y="3"/>
                        </a:lnTo>
                        <a:lnTo>
                          <a:pt x="20" y="1"/>
                        </a:lnTo>
                        <a:lnTo>
                          <a:pt x="19" y="1"/>
                        </a:lnTo>
                        <a:lnTo>
                          <a:pt x="18" y="0"/>
                        </a:lnTo>
                        <a:lnTo>
                          <a:pt x="16" y="0"/>
                        </a:lnTo>
                        <a:lnTo>
                          <a:pt x="16" y="3"/>
                        </a:lnTo>
                        <a:lnTo>
                          <a:pt x="15" y="7"/>
                        </a:lnTo>
                        <a:lnTo>
                          <a:pt x="15" y="8"/>
                        </a:lnTo>
                        <a:lnTo>
                          <a:pt x="12" y="9"/>
                        </a:lnTo>
                        <a:lnTo>
                          <a:pt x="11" y="8"/>
                        </a:lnTo>
                        <a:lnTo>
                          <a:pt x="9" y="8"/>
                        </a:lnTo>
                        <a:lnTo>
                          <a:pt x="9" y="9"/>
                        </a:lnTo>
                        <a:lnTo>
                          <a:pt x="7" y="8"/>
                        </a:lnTo>
                        <a:lnTo>
                          <a:pt x="5" y="5"/>
                        </a:lnTo>
                        <a:lnTo>
                          <a:pt x="4" y="5"/>
                        </a:lnTo>
                        <a:lnTo>
                          <a:pt x="1" y="5"/>
                        </a:lnTo>
                        <a:lnTo>
                          <a:pt x="0" y="5"/>
                        </a:lnTo>
                        <a:lnTo>
                          <a:pt x="0" y="7"/>
                        </a:lnTo>
                        <a:lnTo>
                          <a:pt x="1" y="9"/>
                        </a:lnTo>
                        <a:lnTo>
                          <a:pt x="3" y="13"/>
                        </a:lnTo>
                        <a:lnTo>
                          <a:pt x="3" y="16"/>
                        </a:lnTo>
                        <a:lnTo>
                          <a:pt x="5" y="34"/>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66" name="Freeform 955">
                    <a:extLst>
                      <a:ext uri="{FF2B5EF4-FFF2-40B4-BE49-F238E27FC236}">
                        <a16:creationId xmlns:a16="http://schemas.microsoft.com/office/drawing/2014/main" id="{D977CFA3-D640-8F76-6125-639BC297430B}"/>
                      </a:ext>
                    </a:extLst>
                  </p:cNvPr>
                  <p:cNvSpPr>
                    <a:spLocks/>
                  </p:cNvSpPr>
                  <p:nvPr/>
                </p:nvSpPr>
                <p:spPr bwMode="auto">
                  <a:xfrm>
                    <a:off x="9402778" y="2888962"/>
                    <a:ext cx="247984" cy="223571"/>
                  </a:xfrm>
                  <a:custGeom>
                    <a:avLst/>
                    <a:gdLst/>
                    <a:ahLst/>
                    <a:cxnLst>
                      <a:cxn ang="0">
                        <a:pos x="7" y="149"/>
                      </a:cxn>
                      <a:cxn ang="0">
                        <a:pos x="18" y="146"/>
                      </a:cxn>
                      <a:cxn ang="0">
                        <a:pos x="30" y="138"/>
                      </a:cxn>
                      <a:cxn ang="0">
                        <a:pos x="37" y="146"/>
                      </a:cxn>
                      <a:cxn ang="0">
                        <a:pos x="55" y="133"/>
                      </a:cxn>
                      <a:cxn ang="0">
                        <a:pos x="56" y="110"/>
                      </a:cxn>
                      <a:cxn ang="0">
                        <a:pos x="70" y="93"/>
                      </a:cxn>
                      <a:cxn ang="0">
                        <a:pos x="83" y="73"/>
                      </a:cxn>
                      <a:cxn ang="0">
                        <a:pos x="86" y="55"/>
                      </a:cxn>
                      <a:cxn ang="0">
                        <a:pos x="96" y="32"/>
                      </a:cxn>
                      <a:cxn ang="0">
                        <a:pos x="94" y="14"/>
                      </a:cxn>
                      <a:cxn ang="0">
                        <a:pos x="98" y="6"/>
                      </a:cxn>
                      <a:cxn ang="0">
                        <a:pos x="108" y="2"/>
                      </a:cxn>
                      <a:cxn ang="0">
                        <a:pos x="121" y="13"/>
                      </a:cxn>
                      <a:cxn ang="0">
                        <a:pos x="138" y="13"/>
                      </a:cxn>
                      <a:cxn ang="0">
                        <a:pos x="147" y="13"/>
                      </a:cxn>
                      <a:cxn ang="0">
                        <a:pos x="158" y="9"/>
                      </a:cxn>
                      <a:cxn ang="0">
                        <a:pos x="177" y="2"/>
                      </a:cxn>
                      <a:cxn ang="0">
                        <a:pos x="185" y="5"/>
                      </a:cxn>
                      <a:cxn ang="0">
                        <a:pos x="192" y="0"/>
                      </a:cxn>
                      <a:cxn ang="0">
                        <a:pos x="204" y="4"/>
                      </a:cxn>
                      <a:cxn ang="0">
                        <a:pos x="222" y="4"/>
                      </a:cxn>
                      <a:cxn ang="0">
                        <a:pos x="233" y="13"/>
                      </a:cxn>
                      <a:cxn ang="0">
                        <a:pos x="242" y="12"/>
                      </a:cxn>
                      <a:cxn ang="0">
                        <a:pos x="253" y="8"/>
                      </a:cxn>
                      <a:cxn ang="0">
                        <a:pos x="264" y="20"/>
                      </a:cxn>
                      <a:cxn ang="0">
                        <a:pos x="271" y="25"/>
                      </a:cxn>
                      <a:cxn ang="0">
                        <a:pos x="269" y="43"/>
                      </a:cxn>
                      <a:cxn ang="0">
                        <a:pos x="259" y="66"/>
                      </a:cxn>
                      <a:cxn ang="0">
                        <a:pos x="250" y="95"/>
                      </a:cxn>
                      <a:cxn ang="0">
                        <a:pos x="244" y="120"/>
                      </a:cxn>
                      <a:cxn ang="0">
                        <a:pos x="263" y="194"/>
                      </a:cxn>
                      <a:cxn ang="0">
                        <a:pos x="237" y="217"/>
                      </a:cxn>
                      <a:cxn ang="0">
                        <a:pos x="235" y="228"/>
                      </a:cxn>
                      <a:cxn ang="0">
                        <a:pos x="231" y="245"/>
                      </a:cxn>
                      <a:cxn ang="0">
                        <a:pos x="246" y="255"/>
                      </a:cxn>
                      <a:cxn ang="0">
                        <a:pos x="250" y="269"/>
                      </a:cxn>
                      <a:cxn ang="0">
                        <a:pos x="240" y="269"/>
                      </a:cxn>
                      <a:cxn ang="0">
                        <a:pos x="221" y="252"/>
                      </a:cxn>
                      <a:cxn ang="0">
                        <a:pos x="212" y="243"/>
                      </a:cxn>
                      <a:cxn ang="0">
                        <a:pos x="201" y="250"/>
                      </a:cxn>
                      <a:cxn ang="0">
                        <a:pos x="187" y="244"/>
                      </a:cxn>
                      <a:cxn ang="0">
                        <a:pos x="181" y="237"/>
                      </a:cxn>
                      <a:cxn ang="0">
                        <a:pos x="173" y="240"/>
                      </a:cxn>
                      <a:cxn ang="0">
                        <a:pos x="168" y="235"/>
                      </a:cxn>
                      <a:cxn ang="0">
                        <a:pos x="157" y="237"/>
                      </a:cxn>
                      <a:cxn ang="0">
                        <a:pos x="146" y="236"/>
                      </a:cxn>
                      <a:cxn ang="0">
                        <a:pos x="143" y="232"/>
                      </a:cxn>
                      <a:cxn ang="0">
                        <a:pos x="142" y="221"/>
                      </a:cxn>
                      <a:cxn ang="0">
                        <a:pos x="139" y="214"/>
                      </a:cxn>
                      <a:cxn ang="0">
                        <a:pos x="138" y="201"/>
                      </a:cxn>
                      <a:cxn ang="0">
                        <a:pos x="136" y="190"/>
                      </a:cxn>
                      <a:cxn ang="0">
                        <a:pos x="120" y="179"/>
                      </a:cxn>
                      <a:cxn ang="0">
                        <a:pos x="102" y="180"/>
                      </a:cxn>
                      <a:cxn ang="0">
                        <a:pos x="89" y="192"/>
                      </a:cxn>
                      <a:cxn ang="0">
                        <a:pos x="74" y="186"/>
                      </a:cxn>
                      <a:cxn ang="0">
                        <a:pos x="67" y="175"/>
                      </a:cxn>
                      <a:cxn ang="0">
                        <a:pos x="64" y="164"/>
                      </a:cxn>
                      <a:cxn ang="0">
                        <a:pos x="30" y="161"/>
                      </a:cxn>
                      <a:cxn ang="0">
                        <a:pos x="14" y="160"/>
                      </a:cxn>
                      <a:cxn ang="0">
                        <a:pos x="7" y="163"/>
                      </a:cxn>
                    </a:cxnLst>
                    <a:rect l="0" t="0" r="r" b="b"/>
                    <a:pathLst>
                      <a:path w="272" h="269">
                        <a:moveTo>
                          <a:pt x="0" y="160"/>
                        </a:moveTo>
                        <a:lnTo>
                          <a:pt x="3" y="159"/>
                        </a:lnTo>
                        <a:lnTo>
                          <a:pt x="6" y="157"/>
                        </a:lnTo>
                        <a:lnTo>
                          <a:pt x="7" y="156"/>
                        </a:lnTo>
                        <a:lnTo>
                          <a:pt x="7" y="150"/>
                        </a:lnTo>
                        <a:lnTo>
                          <a:pt x="7" y="149"/>
                        </a:lnTo>
                        <a:lnTo>
                          <a:pt x="11" y="146"/>
                        </a:lnTo>
                        <a:lnTo>
                          <a:pt x="14" y="144"/>
                        </a:lnTo>
                        <a:lnTo>
                          <a:pt x="15" y="144"/>
                        </a:lnTo>
                        <a:lnTo>
                          <a:pt x="18" y="144"/>
                        </a:lnTo>
                        <a:lnTo>
                          <a:pt x="18" y="145"/>
                        </a:lnTo>
                        <a:lnTo>
                          <a:pt x="18" y="146"/>
                        </a:lnTo>
                        <a:lnTo>
                          <a:pt x="21" y="146"/>
                        </a:lnTo>
                        <a:lnTo>
                          <a:pt x="22" y="144"/>
                        </a:lnTo>
                        <a:lnTo>
                          <a:pt x="24" y="141"/>
                        </a:lnTo>
                        <a:lnTo>
                          <a:pt x="25" y="141"/>
                        </a:lnTo>
                        <a:lnTo>
                          <a:pt x="26" y="141"/>
                        </a:lnTo>
                        <a:lnTo>
                          <a:pt x="30" y="138"/>
                        </a:lnTo>
                        <a:lnTo>
                          <a:pt x="34" y="137"/>
                        </a:lnTo>
                        <a:lnTo>
                          <a:pt x="34" y="138"/>
                        </a:lnTo>
                        <a:lnTo>
                          <a:pt x="32" y="142"/>
                        </a:lnTo>
                        <a:lnTo>
                          <a:pt x="33" y="142"/>
                        </a:lnTo>
                        <a:lnTo>
                          <a:pt x="34" y="145"/>
                        </a:lnTo>
                        <a:lnTo>
                          <a:pt x="37" y="146"/>
                        </a:lnTo>
                        <a:lnTo>
                          <a:pt x="41" y="145"/>
                        </a:lnTo>
                        <a:lnTo>
                          <a:pt x="43" y="142"/>
                        </a:lnTo>
                        <a:lnTo>
                          <a:pt x="48" y="137"/>
                        </a:lnTo>
                        <a:lnTo>
                          <a:pt x="49" y="134"/>
                        </a:lnTo>
                        <a:lnTo>
                          <a:pt x="52" y="133"/>
                        </a:lnTo>
                        <a:lnTo>
                          <a:pt x="55" y="133"/>
                        </a:lnTo>
                        <a:lnTo>
                          <a:pt x="56" y="129"/>
                        </a:lnTo>
                        <a:lnTo>
                          <a:pt x="56" y="126"/>
                        </a:lnTo>
                        <a:lnTo>
                          <a:pt x="57" y="122"/>
                        </a:lnTo>
                        <a:lnTo>
                          <a:pt x="57" y="114"/>
                        </a:lnTo>
                        <a:lnTo>
                          <a:pt x="57" y="114"/>
                        </a:lnTo>
                        <a:lnTo>
                          <a:pt x="56" y="110"/>
                        </a:lnTo>
                        <a:lnTo>
                          <a:pt x="57" y="106"/>
                        </a:lnTo>
                        <a:lnTo>
                          <a:pt x="63" y="101"/>
                        </a:lnTo>
                        <a:lnTo>
                          <a:pt x="63" y="99"/>
                        </a:lnTo>
                        <a:lnTo>
                          <a:pt x="66" y="95"/>
                        </a:lnTo>
                        <a:lnTo>
                          <a:pt x="68" y="93"/>
                        </a:lnTo>
                        <a:lnTo>
                          <a:pt x="70" y="93"/>
                        </a:lnTo>
                        <a:lnTo>
                          <a:pt x="72" y="92"/>
                        </a:lnTo>
                        <a:lnTo>
                          <a:pt x="75" y="91"/>
                        </a:lnTo>
                        <a:lnTo>
                          <a:pt x="81" y="84"/>
                        </a:lnTo>
                        <a:lnTo>
                          <a:pt x="81" y="78"/>
                        </a:lnTo>
                        <a:lnTo>
                          <a:pt x="82" y="74"/>
                        </a:lnTo>
                        <a:lnTo>
                          <a:pt x="83" y="73"/>
                        </a:lnTo>
                        <a:lnTo>
                          <a:pt x="83" y="69"/>
                        </a:lnTo>
                        <a:lnTo>
                          <a:pt x="83" y="67"/>
                        </a:lnTo>
                        <a:lnTo>
                          <a:pt x="83" y="63"/>
                        </a:lnTo>
                        <a:lnTo>
                          <a:pt x="83" y="62"/>
                        </a:lnTo>
                        <a:lnTo>
                          <a:pt x="83" y="58"/>
                        </a:lnTo>
                        <a:lnTo>
                          <a:pt x="86" y="55"/>
                        </a:lnTo>
                        <a:lnTo>
                          <a:pt x="86" y="53"/>
                        </a:lnTo>
                        <a:lnTo>
                          <a:pt x="87" y="48"/>
                        </a:lnTo>
                        <a:lnTo>
                          <a:pt x="86" y="44"/>
                        </a:lnTo>
                        <a:lnTo>
                          <a:pt x="91" y="36"/>
                        </a:lnTo>
                        <a:lnTo>
                          <a:pt x="93" y="34"/>
                        </a:lnTo>
                        <a:lnTo>
                          <a:pt x="96" y="32"/>
                        </a:lnTo>
                        <a:lnTo>
                          <a:pt x="96" y="27"/>
                        </a:lnTo>
                        <a:lnTo>
                          <a:pt x="94" y="24"/>
                        </a:lnTo>
                        <a:lnTo>
                          <a:pt x="94" y="20"/>
                        </a:lnTo>
                        <a:lnTo>
                          <a:pt x="94" y="19"/>
                        </a:lnTo>
                        <a:lnTo>
                          <a:pt x="96" y="17"/>
                        </a:lnTo>
                        <a:lnTo>
                          <a:pt x="94" y="14"/>
                        </a:lnTo>
                        <a:lnTo>
                          <a:pt x="94" y="13"/>
                        </a:lnTo>
                        <a:lnTo>
                          <a:pt x="96" y="13"/>
                        </a:lnTo>
                        <a:lnTo>
                          <a:pt x="97" y="12"/>
                        </a:lnTo>
                        <a:lnTo>
                          <a:pt x="97" y="10"/>
                        </a:lnTo>
                        <a:lnTo>
                          <a:pt x="98" y="8"/>
                        </a:lnTo>
                        <a:lnTo>
                          <a:pt x="98" y="6"/>
                        </a:lnTo>
                        <a:lnTo>
                          <a:pt x="100" y="5"/>
                        </a:lnTo>
                        <a:lnTo>
                          <a:pt x="101" y="5"/>
                        </a:lnTo>
                        <a:lnTo>
                          <a:pt x="104" y="4"/>
                        </a:lnTo>
                        <a:lnTo>
                          <a:pt x="105" y="4"/>
                        </a:lnTo>
                        <a:lnTo>
                          <a:pt x="106" y="2"/>
                        </a:lnTo>
                        <a:lnTo>
                          <a:pt x="108" y="2"/>
                        </a:lnTo>
                        <a:lnTo>
                          <a:pt x="109" y="4"/>
                        </a:lnTo>
                        <a:lnTo>
                          <a:pt x="110" y="4"/>
                        </a:lnTo>
                        <a:lnTo>
                          <a:pt x="116" y="8"/>
                        </a:lnTo>
                        <a:lnTo>
                          <a:pt x="117" y="9"/>
                        </a:lnTo>
                        <a:lnTo>
                          <a:pt x="121" y="12"/>
                        </a:lnTo>
                        <a:lnTo>
                          <a:pt x="121" y="13"/>
                        </a:lnTo>
                        <a:lnTo>
                          <a:pt x="125" y="12"/>
                        </a:lnTo>
                        <a:lnTo>
                          <a:pt x="128" y="14"/>
                        </a:lnTo>
                        <a:lnTo>
                          <a:pt x="131" y="14"/>
                        </a:lnTo>
                        <a:lnTo>
                          <a:pt x="134" y="14"/>
                        </a:lnTo>
                        <a:lnTo>
                          <a:pt x="135" y="13"/>
                        </a:lnTo>
                        <a:lnTo>
                          <a:pt x="138" y="13"/>
                        </a:lnTo>
                        <a:lnTo>
                          <a:pt x="140" y="14"/>
                        </a:lnTo>
                        <a:lnTo>
                          <a:pt x="143" y="16"/>
                        </a:lnTo>
                        <a:lnTo>
                          <a:pt x="144" y="16"/>
                        </a:lnTo>
                        <a:lnTo>
                          <a:pt x="147" y="16"/>
                        </a:lnTo>
                        <a:lnTo>
                          <a:pt x="149" y="14"/>
                        </a:lnTo>
                        <a:lnTo>
                          <a:pt x="147" y="13"/>
                        </a:lnTo>
                        <a:lnTo>
                          <a:pt x="147" y="12"/>
                        </a:lnTo>
                        <a:lnTo>
                          <a:pt x="149" y="9"/>
                        </a:lnTo>
                        <a:lnTo>
                          <a:pt x="151" y="6"/>
                        </a:lnTo>
                        <a:lnTo>
                          <a:pt x="154" y="6"/>
                        </a:lnTo>
                        <a:lnTo>
                          <a:pt x="157" y="8"/>
                        </a:lnTo>
                        <a:lnTo>
                          <a:pt x="158" y="9"/>
                        </a:lnTo>
                        <a:lnTo>
                          <a:pt x="159" y="8"/>
                        </a:lnTo>
                        <a:lnTo>
                          <a:pt x="166" y="8"/>
                        </a:lnTo>
                        <a:lnTo>
                          <a:pt x="168" y="6"/>
                        </a:lnTo>
                        <a:lnTo>
                          <a:pt x="169" y="5"/>
                        </a:lnTo>
                        <a:lnTo>
                          <a:pt x="176" y="2"/>
                        </a:lnTo>
                        <a:lnTo>
                          <a:pt x="177" y="2"/>
                        </a:lnTo>
                        <a:lnTo>
                          <a:pt x="177" y="4"/>
                        </a:lnTo>
                        <a:lnTo>
                          <a:pt x="178" y="4"/>
                        </a:lnTo>
                        <a:lnTo>
                          <a:pt x="178" y="6"/>
                        </a:lnTo>
                        <a:lnTo>
                          <a:pt x="180" y="6"/>
                        </a:lnTo>
                        <a:lnTo>
                          <a:pt x="182" y="5"/>
                        </a:lnTo>
                        <a:lnTo>
                          <a:pt x="185" y="5"/>
                        </a:lnTo>
                        <a:lnTo>
                          <a:pt x="188" y="4"/>
                        </a:lnTo>
                        <a:lnTo>
                          <a:pt x="189" y="4"/>
                        </a:lnTo>
                        <a:lnTo>
                          <a:pt x="191" y="1"/>
                        </a:lnTo>
                        <a:lnTo>
                          <a:pt x="191" y="0"/>
                        </a:lnTo>
                        <a:lnTo>
                          <a:pt x="191" y="0"/>
                        </a:lnTo>
                        <a:lnTo>
                          <a:pt x="192" y="0"/>
                        </a:lnTo>
                        <a:lnTo>
                          <a:pt x="193" y="1"/>
                        </a:lnTo>
                        <a:lnTo>
                          <a:pt x="197" y="1"/>
                        </a:lnTo>
                        <a:lnTo>
                          <a:pt x="199" y="1"/>
                        </a:lnTo>
                        <a:lnTo>
                          <a:pt x="200" y="1"/>
                        </a:lnTo>
                        <a:lnTo>
                          <a:pt x="201" y="2"/>
                        </a:lnTo>
                        <a:lnTo>
                          <a:pt x="204" y="4"/>
                        </a:lnTo>
                        <a:lnTo>
                          <a:pt x="210" y="4"/>
                        </a:lnTo>
                        <a:lnTo>
                          <a:pt x="210" y="4"/>
                        </a:lnTo>
                        <a:lnTo>
                          <a:pt x="215" y="1"/>
                        </a:lnTo>
                        <a:lnTo>
                          <a:pt x="218" y="2"/>
                        </a:lnTo>
                        <a:lnTo>
                          <a:pt x="221" y="4"/>
                        </a:lnTo>
                        <a:lnTo>
                          <a:pt x="222" y="4"/>
                        </a:lnTo>
                        <a:lnTo>
                          <a:pt x="222" y="6"/>
                        </a:lnTo>
                        <a:lnTo>
                          <a:pt x="223" y="8"/>
                        </a:lnTo>
                        <a:lnTo>
                          <a:pt x="225" y="8"/>
                        </a:lnTo>
                        <a:lnTo>
                          <a:pt x="226" y="10"/>
                        </a:lnTo>
                        <a:lnTo>
                          <a:pt x="230" y="12"/>
                        </a:lnTo>
                        <a:lnTo>
                          <a:pt x="233" y="13"/>
                        </a:lnTo>
                        <a:lnTo>
                          <a:pt x="234" y="13"/>
                        </a:lnTo>
                        <a:lnTo>
                          <a:pt x="235" y="12"/>
                        </a:lnTo>
                        <a:lnTo>
                          <a:pt x="237" y="10"/>
                        </a:lnTo>
                        <a:lnTo>
                          <a:pt x="240" y="10"/>
                        </a:lnTo>
                        <a:lnTo>
                          <a:pt x="242" y="10"/>
                        </a:lnTo>
                        <a:lnTo>
                          <a:pt x="242" y="12"/>
                        </a:lnTo>
                        <a:lnTo>
                          <a:pt x="244" y="12"/>
                        </a:lnTo>
                        <a:lnTo>
                          <a:pt x="246" y="10"/>
                        </a:lnTo>
                        <a:lnTo>
                          <a:pt x="248" y="9"/>
                        </a:lnTo>
                        <a:lnTo>
                          <a:pt x="249" y="6"/>
                        </a:lnTo>
                        <a:lnTo>
                          <a:pt x="253" y="8"/>
                        </a:lnTo>
                        <a:lnTo>
                          <a:pt x="253" y="8"/>
                        </a:lnTo>
                        <a:lnTo>
                          <a:pt x="256" y="12"/>
                        </a:lnTo>
                        <a:lnTo>
                          <a:pt x="257" y="13"/>
                        </a:lnTo>
                        <a:lnTo>
                          <a:pt x="257" y="14"/>
                        </a:lnTo>
                        <a:lnTo>
                          <a:pt x="261" y="16"/>
                        </a:lnTo>
                        <a:lnTo>
                          <a:pt x="263" y="17"/>
                        </a:lnTo>
                        <a:lnTo>
                          <a:pt x="264" y="20"/>
                        </a:lnTo>
                        <a:lnTo>
                          <a:pt x="265" y="21"/>
                        </a:lnTo>
                        <a:lnTo>
                          <a:pt x="265" y="23"/>
                        </a:lnTo>
                        <a:lnTo>
                          <a:pt x="265" y="24"/>
                        </a:lnTo>
                        <a:lnTo>
                          <a:pt x="267" y="24"/>
                        </a:lnTo>
                        <a:lnTo>
                          <a:pt x="269" y="24"/>
                        </a:lnTo>
                        <a:lnTo>
                          <a:pt x="271" y="25"/>
                        </a:lnTo>
                        <a:lnTo>
                          <a:pt x="271" y="28"/>
                        </a:lnTo>
                        <a:lnTo>
                          <a:pt x="269" y="29"/>
                        </a:lnTo>
                        <a:lnTo>
                          <a:pt x="269" y="34"/>
                        </a:lnTo>
                        <a:lnTo>
                          <a:pt x="268" y="39"/>
                        </a:lnTo>
                        <a:lnTo>
                          <a:pt x="268" y="42"/>
                        </a:lnTo>
                        <a:lnTo>
                          <a:pt x="269" y="43"/>
                        </a:lnTo>
                        <a:lnTo>
                          <a:pt x="271" y="44"/>
                        </a:lnTo>
                        <a:lnTo>
                          <a:pt x="272" y="47"/>
                        </a:lnTo>
                        <a:lnTo>
                          <a:pt x="272" y="48"/>
                        </a:lnTo>
                        <a:lnTo>
                          <a:pt x="264" y="58"/>
                        </a:lnTo>
                        <a:lnTo>
                          <a:pt x="260" y="63"/>
                        </a:lnTo>
                        <a:lnTo>
                          <a:pt x="259" y="66"/>
                        </a:lnTo>
                        <a:lnTo>
                          <a:pt x="253" y="76"/>
                        </a:lnTo>
                        <a:lnTo>
                          <a:pt x="252" y="77"/>
                        </a:lnTo>
                        <a:lnTo>
                          <a:pt x="252" y="81"/>
                        </a:lnTo>
                        <a:lnTo>
                          <a:pt x="252" y="86"/>
                        </a:lnTo>
                        <a:lnTo>
                          <a:pt x="249" y="92"/>
                        </a:lnTo>
                        <a:lnTo>
                          <a:pt x="250" y="95"/>
                        </a:lnTo>
                        <a:lnTo>
                          <a:pt x="246" y="99"/>
                        </a:lnTo>
                        <a:lnTo>
                          <a:pt x="244" y="101"/>
                        </a:lnTo>
                        <a:lnTo>
                          <a:pt x="241" y="110"/>
                        </a:lnTo>
                        <a:lnTo>
                          <a:pt x="241" y="114"/>
                        </a:lnTo>
                        <a:lnTo>
                          <a:pt x="242" y="116"/>
                        </a:lnTo>
                        <a:lnTo>
                          <a:pt x="244" y="120"/>
                        </a:lnTo>
                        <a:lnTo>
                          <a:pt x="244" y="123"/>
                        </a:lnTo>
                        <a:lnTo>
                          <a:pt x="248" y="152"/>
                        </a:lnTo>
                        <a:lnTo>
                          <a:pt x="250" y="169"/>
                        </a:lnTo>
                        <a:lnTo>
                          <a:pt x="261" y="183"/>
                        </a:lnTo>
                        <a:lnTo>
                          <a:pt x="264" y="194"/>
                        </a:lnTo>
                        <a:lnTo>
                          <a:pt x="263" y="194"/>
                        </a:lnTo>
                        <a:lnTo>
                          <a:pt x="240" y="199"/>
                        </a:lnTo>
                        <a:lnTo>
                          <a:pt x="233" y="210"/>
                        </a:lnTo>
                        <a:lnTo>
                          <a:pt x="234" y="213"/>
                        </a:lnTo>
                        <a:lnTo>
                          <a:pt x="235" y="214"/>
                        </a:lnTo>
                        <a:lnTo>
                          <a:pt x="237" y="216"/>
                        </a:lnTo>
                        <a:lnTo>
                          <a:pt x="237" y="217"/>
                        </a:lnTo>
                        <a:lnTo>
                          <a:pt x="235" y="218"/>
                        </a:lnTo>
                        <a:lnTo>
                          <a:pt x="237" y="220"/>
                        </a:lnTo>
                        <a:lnTo>
                          <a:pt x="235" y="222"/>
                        </a:lnTo>
                        <a:lnTo>
                          <a:pt x="237" y="224"/>
                        </a:lnTo>
                        <a:lnTo>
                          <a:pt x="235" y="226"/>
                        </a:lnTo>
                        <a:lnTo>
                          <a:pt x="235" y="228"/>
                        </a:lnTo>
                        <a:lnTo>
                          <a:pt x="235" y="228"/>
                        </a:lnTo>
                        <a:lnTo>
                          <a:pt x="234" y="231"/>
                        </a:lnTo>
                        <a:lnTo>
                          <a:pt x="231" y="232"/>
                        </a:lnTo>
                        <a:lnTo>
                          <a:pt x="231" y="235"/>
                        </a:lnTo>
                        <a:lnTo>
                          <a:pt x="231" y="243"/>
                        </a:lnTo>
                        <a:lnTo>
                          <a:pt x="231" y="245"/>
                        </a:lnTo>
                        <a:lnTo>
                          <a:pt x="234" y="247"/>
                        </a:lnTo>
                        <a:lnTo>
                          <a:pt x="237" y="251"/>
                        </a:lnTo>
                        <a:lnTo>
                          <a:pt x="238" y="254"/>
                        </a:lnTo>
                        <a:lnTo>
                          <a:pt x="240" y="255"/>
                        </a:lnTo>
                        <a:lnTo>
                          <a:pt x="245" y="255"/>
                        </a:lnTo>
                        <a:lnTo>
                          <a:pt x="246" y="255"/>
                        </a:lnTo>
                        <a:lnTo>
                          <a:pt x="245" y="254"/>
                        </a:lnTo>
                        <a:lnTo>
                          <a:pt x="245" y="252"/>
                        </a:lnTo>
                        <a:lnTo>
                          <a:pt x="248" y="252"/>
                        </a:lnTo>
                        <a:lnTo>
                          <a:pt x="250" y="252"/>
                        </a:lnTo>
                        <a:lnTo>
                          <a:pt x="250" y="267"/>
                        </a:lnTo>
                        <a:lnTo>
                          <a:pt x="250" y="269"/>
                        </a:lnTo>
                        <a:lnTo>
                          <a:pt x="248" y="269"/>
                        </a:lnTo>
                        <a:lnTo>
                          <a:pt x="248" y="267"/>
                        </a:lnTo>
                        <a:lnTo>
                          <a:pt x="246" y="267"/>
                        </a:lnTo>
                        <a:lnTo>
                          <a:pt x="244" y="269"/>
                        </a:lnTo>
                        <a:lnTo>
                          <a:pt x="242" y="269"/>
                        </a:lnTo>
                        <a:lnTo>
                          <a:pt x="240" y="269"/>
                        </a:lnTo>
                        <a:lnTo>
                          <a:pt x="237" y="266"/>
                        </a:lnTo>
                        <a:lnTo>
                          <a:pt x="234" y="263"/>
                        </a:lnTo>
                        <a:lnTo>
                          <a:pt x="231" y="260"/>
                        </a:lnTo>
                        <a:lnTo>
                          <a:pt x="229" y="256"/>
                        </a:lnTo>
                        <a:lnTo>
                          <a:pt x="226" y="255"/>
                        </a:lnTo>
                        <a:lnTo>
                          <a:pt x="221" y="252"/>
                        </a:lnTo>
                        <a:lnTo>
                          <a:pt x="216" y="251"/>
                        </a:lnTo>
                        <a:lnTo>
                          <a:pt x="216" y="250"/>
                        </a:lnTo>
                        <a:lnTo>
                          <a:pt x="214" y="247"/>
                        </a:lnTo>
                        <a:lnTo>
                          <a:pt x="214" y="243"/>
                        </a:lnTo>
                        <a:lnTo>
                          <a:pt x="214" y="243"/>
                        </a:lnTo>
                        <a:lnTo>
                          <a:pt x="212" y="243"/>
                        </a:lnTo>
                        <a:lnTo>
                          <a:pt x="210" y="243"/>
                        </a:lnTo>
                        <a:lnTo>
                          <a:pt x="208" y="247"/>
                        </a:lnTo>
                        <a:lnTo>
                          <a:pt x="208" y="248"/>
                        </a:lnTo>
                        <a:lnTo>
                          <a:pt x="204" y="250"/>
                        </a:lnTo>
                        <a:lnTo>
                          <a:pt x="201" y="250"/>
                        </a:lnTo>
                        <a:lnTo>
                          <a:pt x="201" y="250"/>
                        </a:lnTo>
                        <a:lnTo>
                          <a:pt x="199" y="248"/>
                        </a:lnTo>
                        <a:lnTo>
                          <a:pt x="196" y="248"/>
                        </a:lnTo>
                        <a:lnTo>
                          <a:pt x="192" y="245"/>
                        </a:lnTo>
                        <a:lnTo>
                          <a:pt x="191" y="245"/>
                        </a:lnTo>
                        <a:lnTo>
                          <a:pt x="188" y="244"/>
                        </a:lnTo>
                        <a:lnTo>
                          <a:pt x="187" y="244"/>
                        </a:lnTo>
                        <a:lnTo>
                          <a:pt x="187" y="243"/>
                        </a:lnTo>
                        <a:lnTo>
                          <a:pt x="187" y="241"/>
                        </a:lnTo>
                        <a:lnTo>
                          <a:pt x="187" y="240"/>
                        </a:lnTo>
                        <a:lnTo>
                          <a:pt x="187" y="237"/>
                        </a:lnTo>
                        <a:lnTo>
                          <a:pt x="185" y="237"/>
                        </a:lnTo>
                        <a:lnTo>
                          <a:pt x="181" y="237"/>
                        </a:lnTo>
                        <a:lnTo>
                          <a:pt x="181" y="239"/>
                        </a:lnTo>
                        <a:lnTo>
                          <a:pt x="178" y="239"/>
                        </a:lnTo>
                        <a:lnTo>
                          <a:pt x="177" y="240"/>
                        </a:lnTo>
                        <a:lnTo>
                          <a:pt x="174" y="241"/>
                        </a:lnTo>
                        <a:lnTo>
                          <a:pt x="174" y="241"/>
                        </a:lnTo>
                        <a:lnTo>
                          <a:pt x="173" y="240"/>
                        </a:lnTo>
                        <a:lnTo>
                          <a:pt x="173" y="237"/>
                        </a:lnTo>
                        <a:lnTo>
                          <a:pt x="173" y="236"/>
                        </a:lnTo>
                        <a:lnTo>
                          <a:pt x="170" y="236"/>
                        </a:lnTo>
                        <a:lnTo>
                          <a:pt x="169" y="236"/>
                        </a:lnTo>
                        <a:lnTo>
                          <a:pt x="168" y="235"/>
                        </a:lnTo>
                        <a:lnTo>
                          <a:pt x="168" y="235"/>
                        </a:lnTo>
                        <a:lnTo>
                          <a:pt x="165" y="235"/>
                        </a:lnTo>
                        <a:lnTo>
                          <a:pt x="162" y="236"/>
                        </a:lnTo>
                        <a:lnTo>
                          <a:pt x="161" y="237"/>
                        </a:lnTo>
                        <a:lnTo>
                          <a:pt x="159" y="237"/>
                        </a:lnTo>
                        <a:lnTo>
                          <a:pt x="158" y="237"/>
                        </a:lnTo>
                        <a:lnTo>
                          <a:pt x="157" y="237"/>
                        </a:lnTo>
                        <a:lnTo>
                          <a:pt x="153" y="237"/>
                        </a:lnTo>
                        <a:lnTo>
                          <a:pt x="151" y="237"/>
                        </a:lnTo>
                        <a:lnTo>
                          <a:pt x="149" y="236"/>
                        </a:lnTo>
                        <a:lnTo>
                          <a:pt x="147" y="236"/>
                        </a:lnTo>
                        <a:lnTo>
                          <a:pt x="147" y="236"/>
                        </a:lnTo>
                        <a:lnTo>
                          <a:pt x="146" y="236"/>
                        </a:lnTo>
                        <a:lnTo>
                          <a:pt x="144" y="237"/>
                        </a:lnTo>
                        <a:lnTo>
                          <a:pt x="143" y="237"/>
                        </a:lnTo>
                        <a:lnTo>
                          <a:pt x="143" y="236"/>
                        </a:lnTo>
                        <a:lnTo>
                          <a:pt x="143" y="233"/>
                        </a:lnTo>
                        <a:lnTo>
                          <a:pt x="143" y="233"/>
                        </a:lnTo>
                        <a:lnTo>
                          <a:pt x="143" y="232"/>
                        </a:lnTo>
                        <a:lnTo>
                          <a:pt x="144" y="231"/>
                        </a:lnTo>
                        <a:lnTo>
                          <a:pt x="143" y="229"/>
                        </a:lnTo>
                        <a:lnTo>
                          <a:pt x="142" y="226"/>
                        </a:lnTo>
                        <a:lnTo>
                          <a:pt x="143" y="225"/>
                        </a:lnTo>
                        <a:lnTo>
                          <a:pt x="143" y="224"/>
                        </a:lnTo>
                        <a:lnTo>
                          <a:pt x="142" y="221"/>
                        </a:lnTo>
                        <a:lnTo>
                          <a:pt x="142" y="220"/>
                        </a:lnTo>
                        <a:lnTo>
                          <a:pt x="142" y="218"/>
                        </a:lnTo>
                        <a:lnTo>
                          <a:pt x="142" y="217"/>
                        </a:lnTo>
                        <a:lnTo>
                          <a:pt x="140" y="217"/>
                        </a:lnTo>
                        <a:lnTo>
                          <a:pt x="139" y="214"/>
                        </a:lnTo>
                        <a:lnTo>
                          <a:pt x="139" y="214"/>
                        </a:lnTo>
                        <a:lnTo>
                          <a:pt x="139" y="213"/>
                        </a:lnTo>
                        <a:lnTo>
                          <a:pt x="138" y="210"/>
                        </a:lnTo>
                        <a:lnTo>
                          <a:pt x="138" y="209"/>
                        </a:lnTo>
                        <a:lnTo>
                          <a:pt x="136" y="207"/>
                        </a:lnTo>
                        <a:lnTo>
                          <a:pt x="138" y="205"/>
                        </a:lnTo>
                        <a:lnTo>
                          <a:pt x="138" y="201"/>
                        </a:lnTo>
                        <a:lnTo>
                          <a:pt x="136" y="198"/>
                        </a:lnTo>
                        <a:lnTo>
                          <a:pt x="136" y="197"/>
                        </a:lnTo>
                        <a:lnTo>
                          <a:pt x="138" y="197"/>
                        </a:lnTo>
                        <a:lnTo>
                          <a:pt x="138" y="194"/>
                        </a:lnTo>
                        <a:lnTo>
                          <a:pt x="136" y="192"/>
                        </a:lnTo>
                        <a:lnTo>
                          <a:pt x="136" y="190"/>
                        </a:lnTo>
                        <a:lnTo>
                          <a:pt x="138" y="187"/>
                        </a:lnTo>
                        <a:lnTo>
                          <a:pt x="138" y="186"/>
                        </a:lnTo>
                        <a:lnTo>
                          <a:pt x="138" y="183"/>
                        </a:lnTo>
                        <a:lnTo>
                          <a:pt x="138" y="182"/>
                        </a:lnTo>
                        <a:lnTo>
                          <a:pt x="121" y="180"/>
                        </a:lnTo>
                        <a:lnTo>
                          <a:pt x="120" y="179"/>
                        </a:lnTo>
                        <a:lnTo>
                          <a:pt x="121" y="178"/>
                        </a:lnTo>
                        <a:lnTo>
                          <a:pt x="121" y="175"/>
                        </a:lnTo>
                        <a:lnTo>
                          <a:pt x="117" y="175"/>
                        </a:lnTo>
                        <a:lnTo>
                          <a:pt x="117" y="176"/>
                        </a:lnTo>
                        <a:lnTo>
                          <a:pt x="104" y="176"/>
                        </a:lnTo>
                        <a:lnTo>
                          <a:pt x="102" y="180"/>
                        </a:lnTo>
                        <a:lnTo>
                          <a:pt x="102" y="183"/>
                        </a:lnTo>
                        <a:lnTo>
                          <a:pt x="101" y="183"/>
                        </a:lnTo>
                        <a:lnTo>
                          <a:pt x="101" y="186"/>
                        </a:lnTo>
                        <a:lnTo>
                          <a:pt x="101" y="190"/>
                        </a:lnTo>
                        <a:lnTo>
                          <a:pt x="90" y="191"/>
                        </a:lnTo>
                        <a:lnTo>
                          <a:pt x="89" y="192"/>
                        </a:lnTo>
                        <a:lnTo>
                          <a:pt x="83" y="191"/>
                        </a:lnTo>
                        <a:lnTo>
                          <a:pt x="82" y="191"/>
                        </a:lnTo>
                        <a:lnTo>
                          <a:pt x="79" y="191"/>
                        </a:lnTo>
                        <a:lnTo>
                          <a:pt x="75" y="191"/>
                        </a:lnTo>
                        <a:lnTo>
                          <a:pt x="74" y="191"/>
                        </a:lnTo>
                        <a:lnTo>
                          <a:pt x="74" y="186"/>
                        </a:lnTo>
                        <a:lnTo>
                          <a:pt x="71" y="183"/>
                        </a:lnTo>
                        <a:lnTo>
                          <a:pt x="70" y="182"/>
                        </a:lnTo>
                        <a:lnTo>
                          <a:pt x="68" y="180"/>
                        </a:lnTo>
                        <a:lnTo>
                          <a:pt x="68" y="179"/>
                        </a:lnTo>
                        <a:lnTo>
                          <a:pt x="68" y="178"/>
                        </a:lnTo>
                        <a:lnTo>
                          <a:pt x="67" y="175"/>
                        </a:lnTo>
                        <a:lnTo>
                          <a:pt x="66" y="172"/>
                        </a:lnTo>
                        <a:lnTo>
                          <a:pt x="66" y="169"/>
                        </a:lnTo>
                        <a:lnTo>
                          <a:pt x="67" y="168"/>
                        </a:lnTo>
                        <a:lnTo>
                          <a:pt x="67" y="167"/>
                        </a:lnTo>
                        <a:lnTo>
                          <a:pt x="66" y="165"/>
                        </a:lnTo>
                        <a:lnTo>
                          <a:pt x="64" y="164"/>
                        </a:lnTo>
                        <a:lnTo>
                          <a:pt x="66" y="163"/>
                        </a:lnTo>
                        <a:lnTo>
                          <a:pt x="66" y="161"/>
                        </a:lnTo>
                        <a:lnTo>
                          <a:pt x="51" y="160"/>
                        </a:lnTo>
                        <a:lnTo>
                          <a:pt x="40" y="160"/>
                        </a:lnTo>
                        <a:lnTo>
                          <a:pt x="36" y="161"/>
                        </a:lnTo>
                        <a:lnTo>
                          <a:pt x="30" y="161"/>
                        </a:lnTo>
                        <a:lnTo>
                          <a:pt x="29" y="160"/>
                        </a:lnTo>
                        <a:lnTo>
                          <a:pt x="25" y="161"/>
                        </a:lnTo>
                        <a:lnTo>
                          <a:pt x="21" y="161"/>
                        </a:lnTo>
                        <a:lnTo>
                          <a:pt x="18" y="161"/>
                        </a:lnTo>
                        <a:lnTo>
                          <a:pt x="17" y="161"/>
                        </a:lnTo>
                        <a:lnTo>
                          <a:pt x="14" y="160"/>
                        </a:lnTo>
                        <a:lnTo>
                          <a:pt x="11" y="161"/>
                        </a:lnTo>
                        <a:lnTo>
                          <a:pt x="10" y="161"/>
                        </a:lnTo>
                        <a:lnTo>
                          <a:pt x="9" y="163"/>
                        </a:lnTo>
                        <a:lnTo>
                          <a:pt x="7" y="163"/>
                        </a:lnTo>
                        <a:lnTo>
                          <a:pt x="7" y="163"/>
                        </a:lnTo>
                        <a:lnTo>
                          <a:pt x="7" y="163"/>
                        </a:lnTo>
                        <a:lnTo>
                          <a:pt x="6" y="163"/>
                        </a:lnTo>
                        <a:lnTo>
                          <a:pt x="6" y="163"/>
                        </a:lnTo>
                        <a:lnTo>
                          <a:pt x="4" y="161"/>
                        </a:lnTo>
                        <a:lnTo>
                          <a:pt x="0" y="161"/>
                        </a:lnTo>
                        <a:lnTo>
                          <a:pt x="0" y="160"/>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67" name="Freeform 956">
                    <a:extLst>
                      <a:ext uri="{FF2B5EF4-FFF2-40B4-BE49-F238E27FC236}">
                        <a16:creationId xmlns:a16="http://schemas.microsoft.com/office/drawing/2014/main" id="{118A7972-D162-D9F4-7145-B66767A133F8}"/>
                      </a:ext>
                    </a:extLst>
                  </p:cNvPr>
                  <p:cNvSpPr>
                    <a:spLocks/>
                  </p:cNvSpPr>
                  <p:nvPr/>
                </p:nvSpPr>
                <p:spPr bwMode="auto">
                  <a:xfrm>
                    <a:off x="9669909" y="3063497"/>
                    <a:ext cx="40115" cy="94748"/>
                  </a:xfrm>
                  <a:custGeom>
                    <a:avLst/>
                    <a:gdLst/>
                    <a:ahLst/>
                    <a:cxnLst>
                      <a:cxn ang="0">
                        <a:pos x="5" y="0"/>
                      </a:cxn>
                      <a:cxn ang="0">
                        <a:pos x="8" y="1"/>
                      </a:cxn>
                      <a:cxn ang="0">
                        <a:pos x="9" y="3"/>
                      </a:cxn>
                      <a:cxn ang="0">
                        <a:pos x="12" y="3"/>
                      </a:cxn>
                      <a:cxn ang="0">
                        <a:pos x="14" y="4"/>
                      </a:cxn>
                      <a:cxn ang="0">
                        <a:pos x="16" y="6"/>
                      </a:cxn>
                      <a:cxn ang="0">
                        <a:pos x="23" y="12"/>
                      </a:cxn>
                      <a:cxn ang="0">
                        <a:pos x="23" y="42"/>
                      </a:cxn>
                      <a:cxn ang="0">
                        <a:pos x="24" y="57"/>
                      </a:cxn>
                      <a:cxn ang="0">
                        <a:pos x="31" y="61"/>
                      </a:cxn>
                      <a:cxn ang="0">
                        <a:pos x="33" y="64"/>
                      </a:cxn>
                      <a:cxn ang="0">
                        <a:pos x="39" y="71"/>
                      </a:cxn>
                      <a:cxn ang="0">
                        <a:pos x="44" y="79"/>
                      </a:cxn>
                      <a:cxn ang="0">
                        <a:pos x="44" y="82"/>
                      </a:cxn>
                      <a:cxn ang="0">
                        <a:pos x="43" y="84"/>
                      </a:cxn>
                      <a:cxn ang="0">
                        <a:pos x="40" y="86"/>
                      </a:cxn>
                      <a:cxn ang="0">
                        <a:pos x="40" y="87"/>
                      </a:cxn>
                      <a:cxn ang="0">
                        <a:pos x="42" y="94"/>
                      </a:cxn>
                      <a:cxn ang="0">
                        <a:pos x="39" y="98"/>
                      </a:cxn>
                      <a:cxn ang="0">
                        <a:pos x="35" y="103"/>
                      </a:cxn>
                      <a:cxn ang="0">
                        <a:pos x="33" y="107"/>
                      </a:cxn>
                      <a:cxn ang="0">
                        <a:pos x="33" y="114"/>
                      </a:cxn>
                      <a:cxn ang="0">
                        <a:pos x="29" y="113"/>
                      </a:cxn>
                      <a:cxn ang="0">
                        <a:pos x="29" y="109"/>
                      </a:cxn>
                      <a:cxn ang="0">
                        <a:pos x="25" y="106"/>
                      </a:cxn>
                      <a:cxn ang="0">
                        <a:pos x="21" y="101"/>
                      </a:cxn>
                      <a:cxn ang="0">
                        <a:pos x="20" y="95"/>
                      </a:cxn>
                      <a:cxn ang="0">
                        <a:pos x="21" y="91"/>
                      </a:cxn>
                      <a:cxn ang="0">
                        <a:pos x="24" y="84"/>
                      </a:cxn>
                      <a:cxn ang="0">
                        <a:pos x="25" y="78"/>
                      </a:cxn>
                      <a:cxn ang="0">
                        <a:pos x="20" y="73"/>
                      </a:cxn>
                      <a:cxn ang="0">
                        <a:pos x="16" y="75"/>
                      </a:cxn>
                      <a:cxn ang="0">
                        <a:pos x="13" y="76"/>
                      </a:cxn>
                      <a:cxn ang="0">
                        <a:pos x="10" y="72"/>
                      </a:cxn>
                      <a:cxn ang="0">
                        <a:pos x="8" y="69"/>
                      </a:cxn>
                      <a:cxn ang="0">
                        <a:pos x="4" y="69"/>
                      </a:cxn>
                      <a:cxn ang="0">
                        <a:pos x="2" y="65"/>
                      </a:cxn>
                      <a:cxn ang="0">
                        <a:pos x="0" y="61"/>
                      </a:cxn>
                      <a:cxn ang="0">
                        <a:pos x="4" y="59"/>
                      </a:cxn>
                      <a:cxn ang="0">
                        <a:pos x="4" y="54"/>
                      </a:cxn>
                      <a:cxn ang="0">
                        <a:pos x="4" y="52"/>
                      </a:cxn>
                      <a:cxn ang="0">
                        <a:pos x="6" y="48"/>
                      </a:cxn>
                      <a:cxn ang="0">
                        <a:pos x="10" y="45"/>
                      </a:cxn>
                      <a:cxn ang="0">
                        <a:pos x="10" y="44"/>
                      </a:cxn>
                      <a:cxn ang="0">
                        <a:pos x="9" y="42"/>
                      </a:cxn>
                      <a:cxn ang="0">
                        <a:pos x="9" y="40"/>
                      </a:cxn>
                      <a:cxn ang="0">
                        <a:pos x="9" y="35"/>
                      </a:cxn>
                      <a:cxn ang="0">
                        <a:pos x="9" y="33"/>
                      </a:cxn>
                      <a:cxn ang="0">
                        <a:pos x="8" y="27"/>
                      </a:cxn>
                      <a:cxn ang="0">
                        <a:pos x="12" y="22"/>
                      </a:cxn>
                      <a:cxn ang="0">
                        <a:pos x="12" y="21"/>
                      </a:cxn>
                      <a:cxn ang="0">
                        <a:pos x="12" y="15"/>
                      </a:cxn>
                      <a:cxn ang="0">
                        <a:pos x="9" y="12"/>
                      </a:cxn>
                      <a:cxn ang="0">
                        <a:pos x="10" y="7"/>
                      </a:cxn>
                      <a:cxn ang="0">
                        <a:pos x="6" y="6"/>
                      </a:cxn>
                      <a:cxn ang="0">
                        <a:pos x="5" y="3"/>
                      </a:cxn>
                    </a:cxnLst>
                    <a:rect l="0" t="0" r="r" b="b"/>
                    <a:pathLst>
                      <a:path w="44" h="114">
                        <a:moveTo>
                          <a:pt x="4" y="0"/>
                        </a:moveTo>
                        <a:lnTo>
                          <a:pt x="5" y="0"/>
                        </a:lnTo>
                        <a:lnTo>
                          <a:pt x="6" y="0"/>
                        </a:lnTo>
                        <a:lnTo>
                          <a:pt x="8" y="1"/>
                        </a:lnTo>
                        <a:lnTo>
                          <a:pt x="9" y="1"/>
                        </a:lnTo>
                        <a:lnTo>
                          <a:pt x="9" y="3"/>
                        </a:lnTo>
                        <a:lnTo>
                          <a:pt x="10" y="3"/>
                        </a:lnTo>
                        <a:lnTo>
                          <a:pt x="12" y="3"/>
                        </a:lnTo>
                        <a:lnTo>
                          <a:pt x="13" y="3"/>
                        </a:lnTo>
                        <a:lnTo>
                          <a:pt x="14" y="4"/>
                        </a:lnTo>
                        <a:lnTo>
                          <a:pt x="14" y="4"/>
                        </a:lnTo>
                        <a:lnTo>
                          <a:pt x="16" y="6"/>
                        </a:lnTo>
                        <a:lnTo>
                          <a:pt x="17" y="7"/>
                        </a:lnTo>
                        <a:lnTo>
                          <a:pt x="23" y="12"/>
                        </a:lnTo>
                        <a:lnTo>
                          <a:pt x="23" y="18"/>
                        </a:lnTo>
                        <a:lnTo>
                          <a:pt x="23" y="42"/>
                        </a:lnTo>
                        <a:lnTo>
                          <a:pt x="23" y="44"/>
                        </a:lnTo>
                        <a:lnTo>
                          <a:pt x="24" y="57"/>
                        </a:lnTo>
                        <a:lnTo>
                          <a:pt x="29" y="60"/>
                        </a:lnTo>
                        <a:lnTo>
                          <a:pt x="31" y="61"/>
                        </a:lnTo>
                        <a:lnTo>
                          <a:pt x="32" y="63"/>
                        </a:lnTo>
                        <a:lnTo>
                          <a:pt x="33" y="64"/>
                        </a:lnTo>
                        <a:lnTo>
                          <a:pt x="39" y="68"/>
                        </a:lnTo>
                        <a:lnTo>
                          <a:pt x="39" y="71"/>
                        </a:lnTo>
                        <a:lnTo>
                          <a:pt x="43" y="75"/>
                        </a:lnTo>
                        <a:lnTo>
                          <a:pt x="44" y="79"/>
                        </a:lnTo>
                        <a:lnTo>
                          <a:pt x="44" y="80"/>
                        </a:lnTo>
                        <a:lnTo>
                          <a:pt x="44" y="82"/>
                        </a:lnTo>
                        <a:lnTo>
                          <a:pt x="43" y="83"/>
                        </a:lnTo>
                        <a:lnTo>
                          <a:pt x="43" y="84"/>
                        </a:lnTo>
                        <a:lnTo>
                          <a:pt x="40" y="84"/>
                        </a:lnTo>
                        <a:lnTo>
                          <a:pt x="40" y="86"/>
                        </a:lnTo>
                        <a:lnTo>
                          <a:pt x="42" y="86"/>
                        </a:lnTo>
                        <a:lnTo>
                          <a:pt x="40" y="87"/>
                        </a:lnTo>
                        <a:lnTo>
                          <a:pt x="42" y="90"/>
                        </a:lnTo>
                        <a:lnTo>
                          <a:pt x="42" y="94"/>
                        </a:lnTo>
                        <a:lnTo>
                          <a:pt x="42" y="97"/>
                        </a:lnTo>
                        <a:lnTo>
                          <a:pt x="39" y="98"/>
                        </a:lnTo>
                        <a:lnTo>
                          <a:pt x="36" y="99"/>
                        </a:lnTo>
                        <a:lnTo>
                          <a:pt x="35" y="103"/>
                        </a:lnTo>
                        <a:lnTo>
                          <a:pt x="35" y="106"/>
                        </a:lnTo>
                        <a:lnTo>
                          <a:pt x="33" y="107"/>
                        </a:lnTo>
                        <a:lnTo>
                          <a:pt x="33" y="112"/>
                        </a:lnTo>
                        <a:lnTo>
                          <a:pt x="33" y="114"/>
                        </a:lnTo>
                        <a:lnTo>
                          <a:pt x="31" y="114"/>
                        </a:lnTo>
                        <a:lnTo>
                          <a:pt x="29" y="113"/>
                        </a:lnTo>
                        <a:lnTo>
                          <a:pt x="31" y="112"/>
                        </a:lnTo>
                        <a:lnTo>
                          <a:pt x="29" y="109"/>
                        </a:lnTo>
                        <a:lnTo>
                          <a:pt x="28" y="107"/>
                        </a:lnTo>
                        <a:lnTo>
                          <a:pt x="25" y="106"/>
                        </a:lnTo>
                        <a:lnTo>
                          <a:pt x="23" y="103"/>
                        </a:lnTo>
                        <a:lnTo>
                          <a:pt x="21" y="101"/>
                        </a:lnTo>
                        <a:lnTo>
                          <a:pt x="20" y="99"/>
                        </a:lnTo>
                        <a:lnTo>
                          <a:pt x="20" y="95"/>
                        </a:lnTo>
                        <a:lnTo>
                          <a:pt x="19" y="93"/>
                        </a:lnTo>
                        <a:lnTo>
                          <a:pt x="21" y="91"/>
                        </a:lnTo>
                        <a:lnTo>
                          <a:pt x="21" y="87"/>
                        </a:lnTo>
                        <a:lnTo>
                          <a:pt x="24" y="84"/>
                        </a:lnTo>
                        <a:lnTo>
                          <a:pt x="25" y="80"/>
                        </a:lnTo>
                        <a:lnTo>
                          <a:pt x="25" y="78"/>
                        </a:lnTo>
                        <a:lnTo>
                          <a:pt x="24" y="75"/>
                        </a:lnTo>
                        <a:lnTo>
                          <a:pt x="20" y="73"/>
                        </a:lnTo>
                        <a:lnTo>
                          <a:pt x="17" y="73"/>
                        </a:lnTo>
                        <a:lnTo>
                          <a:pt x="16" y="75"/>
                        </a:lnTo>
                        <a:lnTo>
                          <a:pt x="13" y="75"/>
                        </a:lnTo>
                        <a:lnTo>
                          <a:pt x="13" y="76"/>
                        </a:lnTo>
                        <a:lnTo>
                          <a:pt x="10" y="75"/>
                        </a:lnTo>
                        <a:lnTo>
                          <a:pt x="10" y="72"/>
                        </a:lnTo>
                        <a:lnTo>
                          <a:pt x="9" y="71"/>
                        </a:lnTo>
                        <a:lnTo>
                          <a:pt x="8" y="69"/>
                        </a:lnTo>
                        <a:lnTo>
                          <a:pt x="8" y="68"/>
                        </a:lnTo>
                        <a:lnTo>
                          <a:pt x="4" y="69"/>
                        </a:lnTo>
                        <a:lnTo>
                          <a:pt x="4" y="68"/>
                        </a:lnTo>
                        <a:lnTo>
                          <a:pt x="2" y="65"/>
                        </a:lnTo>
                        <a:lnTo>
                          <a:pt x="0" y="63"/>
                        </a:lnTo>
                        <a:lnTo>
                          <a:pt x="0" y="61"/>
                        </a:lnTo>
                        <a:lnTo>
                          <a:pt x="1" y="61"/>
                        </a:lnTo>
                        <a:lnTo>
                          <a:pt x="4" y="59"/>
                        </a:lnTo>
                        <a:lnTo>
                          <a:pt x="4" y="56"/>
                        </a:lnTo>
                        <a:lnTo>
                          <a:pt x="4" y="54"/>
                        </a:lnTo>
                        <a:lnTo>
                          <a:pt x="4" y="53"/>
                        </a:lnTo>
                        <a:lnTo>
                          <a:pt x="4" y="52"/>
                        </a:lnTo>
                        <a:lnTo>
                          <a:pt x="4" y="50"/>
                        </a:lnTo>
                        <a:lnTo>
                          <a:pt x="6" y="48"/>
                        </a:lnTo>
                        <a:lnTo>
                          <a:pt x="9" y="48"/>
                        </a:lnTo>
                        <a:lnTo>
                          <a:pt x="10" y="45"/>
                        </a:lnTo>
                        <a:lnTo>
                          <a:pt x="12" y="45"/>
                        </a:lnTo>
                        <a:lnTo>
                          <a:pt x="10" y="44"/>
                        </a:lnTo>
                        <a:lnTo>
                          <a:pt x="9" y="44"/>
                        </a:lnTo>
                        <a:lnTo>
                          <a:pt x="9" y="42"/>
                        </a:lnTo>
                        <a:lnTo>
                          <a:pt x="9" y="40"/>
                        </a:lnTo>
                        <a:lnTo>
                          <a:pt x="9" y="40"/>
                        </a:lnTo>
                        <a:lnTo>
                          <a:pt x="10" y="38"/>
                        </a:lnTo>
                        <a:lnTo>
                          <a:pt x="9" y="35"/>
                        </a:lnTo>
                        <a:lnTo>
                          <a:pt x="9" y="34"/>
                        </a:lnTo>
                        <a:lnTo>
                          <a:pt x="9" y="33"/>
                        </a:lnTo>
                        <a:lnTo>
                          <a:pt x="9" y="30"/>
                        </a:lnTo>
                        <a:lnTo>
                          <a:pt x="8" y="27"/>
                        </a:lnTo>
                        <a:lnTo>
                          <a:pt x="9" y="25"/>
                        </a:lnTo>
                        <a:lnTo>
                          <a:pt x="12" y="22"/>
                        </a:lnTo>
                        <a:lnTo>
                          <a:pt x="12" y="21"/>
                        </a:lnTo>
                        <a:lnTo>
                          <a:pt x="12" y="21"/>
                        </a:lnTo>
                        <a:lnTo>
                          <a:pt x="12" y="16"/>
                        </a:lnTo>
                        <a:lnTo>
                          <a:pt x="12" y="15"/>
                        </a:lnTo>
                        <a:lnTo>
                          <a:pt x="9" y="14"/>
                        </a:lnTo>
                        <a:lnTo>
                          <a:pt x="9" y="12"/>
                        </a:lnTo>
                        <a:lnTo>
                          <a:pt x="10" y="8"/>
                        </a:lnTo>
                        <a:lnTo>
                          <a:pt x="10" y="7"/>
                        </a:lnTo>
                        <a:lnTo>
                          <a:pt x="9" y="7"/>
                        </a:lnTo>
                        <a:lnTo>
                          <a:pt x="6" y="6"/>
                        </a:lnTo>
                        <a:lnTo>
                          <a:pt x="6" y="3"/>
                        </a:lnTo>
                        <a:lnTo>
                          <a:pt x="5" y="3"/>
                        </a:lnTo>
                        <a:lnTo>
                          <a:pt x="4" y="0"/>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68" name="Freeform 957">
                    <a:extLst>
                      <a:ext uri="{FF2B5EF4-FFF2-40B4-BE49-F238E27FC236}">
                        <a16:creationId xmlns:a16="http://schemas.microsoft.com/office/drawing/2014/main" id="{1B8B56D1-7E5F-9B00-F031-AE7B459F3E26}"/>
                      </a:ext>
                    </a:extLst>
                  </p:cNvPr>
                  <p:cNvSpPr>
                    <a:spLocks/>
                  </p:cNvSpPr>
                  <p:nvPr/>
                </p:nvSpPr>
                <p:spPr bwMode="auto">
                  <a:xfrm>
                    <a:off x="9669909" y="3063497"/>
                    <a:ext cx="40115" cy="94748"/>
                  </a:xfrm>
                  <a:custGeom>
                    <a:avLst/>
                    <a:gdLst/>
                    <a:ahLst/>
                    <a:cxnLst>
                      <a:cxn ang="0">
                        <a:pos x="5" y="0"/>
                      </a:cxn>
                      <a:cxn ang="0">
                        <a:pos x="8" y="1"/>
                      </a:cxn>
                      <a:cxn ang="0">
                        <a:pos x="9" y="3"/>
                      </a:cxn>
                      <a:cxn ang="0">
                        <a:pos x="12" y="3"/>
                      </a:cxn>
                      <a:cxn ang="0">
                        <a:pos x="14" y="4"/>
                      </a:cxn>
                      <a:cxn ang="0">
                        <a:pos x="16" y="6"/>
                      </a:cxn>
                      <a:cxn ang="0">
                        <a:pos x="23" y="12"/>
                      </a:cxn>
                      <a:cxn ang="0">
                        <a:pos x="23" y="42"/>
                      </a:cxn>
                      <a:cxn ang="0">
                        <a:pos x="24" y="57"/>
                      </a:cxn>
                      <a:cxn ang="0">
                        <a:pos x="31" y="61"/>
                      </a:cxn>
                      <a:cxn ang="0">
                        <a:pos x="33" y="64"/>
                      </a:cxn>
                      <a:cxn ang="0">
                        <a:pos x="39" y="71"/>
                      </a:cxn>
                      <a:cxn ang="0">
                        <a:pos x="44" y="79"/>
                      </a:cxn>
                      <a:cxn ang="0">
                        <a:pos x="44" y="82"/>
                      </a:cxn>
                      <a:cxn ang="0">
                        <a:pos x="43" y="84"/>
                      </a:cxn>
                      <a:cxn ang="0">
                        <a:pos x="40" y="86"/>
                      </a:cxn>
                      <a:cxn ang="0">
                        <a:pos x="40" y="87"/>
                      </a:cxn>
                      <a:cxn ang="0">
                        <a:pos x="42" y="94"/>
                      </a:cxn>
                      <a:cxn ang="0">
                        <a:pos x="39" y="98"/>
                      </a:cxn>
                      <a:cxn ang="0">
                        <a:pos x="35" y="103"/>
                      </a:cxn>
                      <a:cxn ang="0">
                        <a:pos x="33" y="107"/>
                      </a:cxn>
                      <a:cxn ang="0">
                        <a:pos x="33" y="114"/>
                      </a:cxn>
                      <a:cxn ang="0">
                        <a:pos x="29" y="113"/>
                      </a:cxn>
                      <a:cxn ang="0">
                        <a:pos x="29" y="109"/>
                      </a:cxn>
                      <a:cxn ang="0">
                        <a:pos x="25" y="106"/>
                      </a:cxn>
                      <a:cxn ang="0">
                        <a:pos x="21" y="101"/>
                      </a:cxn>
                      <a:cxn ang="0">
                        <a:pos x="20" y="95"/>
                      </a:cxn>
                      <a:cxn ang="0">
                        <a:pos x="21" y="91"/>
                      </a:cxn>
                      <a:cxn ang="0">
                        <a:pos x="24" y="84"/>
                      </a:cxn>
                      <a:cxn ang="0">
                        <a:pos x="25" y="78"/>
                      </a:cxn>
                      <a:cxn ang="0">
                        <a:pos x="20" y="73"/>
                      </a:cxn>
                      <a:cxn ang="0">
                        <a:pos x="16" y="75"/>
                      </a:cxn>
                      <a:cxn ang="0">
                        <a:pos x="13" y="76"/>
                      </a:cxn>
                      <a:cxn ang="0">
                        <a:pos x="10" y="72"/>
                      </a:cxn>
                      <a:cxn ang="0">
                        <a:pos x="8" y="69"/>
                      </a:cxn>
                      <a:cxn ang="0">
                        <a:pos x="4" y="69"/>
                      </a:cxn>
                      <a:cxn ang="0">
                        <a:pos x="2" y="65"/>
                      </a:cxn>
                      <a:cxn ang="0">
                        <a:pos x="0" y="61"/>
                      </a:cxn>
                      <a:cxn ang="0">
                        <a:pos x="4" y="59"/>
                      </a:cxn>
                      <a:cxn ang="0">
                        <a:pos x="4" y="54"/>
                      </a:cxn>
                      <a:cxn ang="0">
                        <a:pos x="4" y="52"/>
                      </a:cxn>
                      <a:cxn ang="0">
                        <a:pos x="6" y="48"/>
                      </a:cxn>
                      <a:cxn ang="0">
                        <a:pos x="10" y="45"/>
                      </a:cxn>
                      <a:cxn ang="0">
                        <a:pos x="10" y="44"/>
                      </a:cxn>
                      <a:cxn ang="0">
                        <a:pos x="9" y="42"/>
                      </a:cxn>
                      <a:cxn ang="0">
                        <a:pos x="9" y="40"/>
                      </a:cxn>
                      <a:cxn ang="0">
                        <a:pos x="9" y="35"/>
                      </a:cxn>
                      <a:cxn ang="0">
                        <a:pos x="9" y="33"/>
                      </a:cxn>
                      <a:cxn ang="0">
                        <a:pos x="8" y="27"/>
                      </a:cxn>
                      <a:cxn ang="0">
                        <a:pos x="12" y="22"/>
                      </a:cxn>
                      <a:cxn ang="0">
                        <a:pos x="12" y="21"/>
                      </a:cxn>
                      <a:cxn ang="0">
                        <a:pos x="12" y="15"/>
                      </a:cxn>
                      <a:cxn ang="0">
                        <a:pos x="9" y="12"/>
                      </a:cxn>
                      <a:cxn ang="0">
                        <a:pos x="10" y="7"/>
                      </a:cxn>
                      <a:cxn ang="0">
                        <a:pos x="6" y="6"/>
                      </a:cxn>
                      <a:cxn ang="0">
                        <a:pos x="5" y="3"/>
                      </a:cxn>
                    </a:cxnLst>
                    <a:rect l="0" t="0" r="r" b="b"/>
                    <a:pathLst>
                      <a:path w="44" h="114">
                        <a:moveTo>
                          <a:pt x="4" y="0"/>
                        </a:moveTo>
                        <a:lnTo>
                          <a:pt x="5" y="0"/>
                        </a:lnTo>
                        <a:lnTo>
                          <a:pt x="6" y="0"/>
                        </a:lnTo>
                        <a:lnTo>
                          <a:pt x="8" y="1"/>
                        </a:lnTo>
                        <a:lnTo>
                          <a:pt x="9" y="1"/>
                        </a:lnTo>
                        <a:lnTo>
                          <a:pt x="9" y="3"/>
                        </a:lnTo>
                        <a:lnTo>
                          <a:pt x="10" y="3"/>
                        </a:lnTo>
                        <a:lnTo>
                          <a:pt x="12" y="3"/>
                        </a:lnTo>
                        <a:lnTo>
                          <a:pt x="13" y="3"/>
                        </a:lnTo>
                        <a:lnTo>
                          <a:pt x="14" y="4"/>
                        </a:lnTo>
                        <a:lnTo>
                          <a:pt x="14" y="4"/>
                        </a:lnTo>
                        <a:lnTo>
                          <a:pt x="16" y="6"/>
                        </a:lnTo>
                        <a:lnTo>
                          <a:pt x="17" y="7"/>
                        </a:lnTo>
                        <a:lnTo>
                          <a:pt x="23" y="12"/>
                        </a:lnTo>
                        <a:lnTo>
                          <a:pt x="23" y="18"/>
                        </a:lnTo>
                        <a:lnTo>
                          <a:pt x="23" y="42"/>
                        </a:lnTo>
                        <a:lnTo>
                          <a:pt x="23" y="44"/>
                        </a:lnTo>
                        <a:lnTo>
                          <a:pt x="24" y="57"/>
                        </a:lnTo>
                        <a:lnTo>
                          <a:pt x="29" y="60"/>
                        </a:lnTo>
                        <a:lnTo>
                          <a:pt x="31" y="61"/>
                        </a:lnTo>
                        <a:lnTo>
                          <a:pt x="32" y="63"/>
                        </a:lnTo>
                        <a:lnTo>
                          <a:pt x="33" y="64"/>
                        </a:lnTo>
                        <a:lnTo>
                          <a:pt x="39" y="68"/>
                        </a:lnTo>
                        <a:lnTo>
                          <a:pt x="39" y="71"/>
                        </a:lnTo>
                        <a:lnTo>
                          <a:pt x="43" y="75"/>
                        </a:lnTo>
                        <a:lnTo>
                          <a:pt x="44" y="79"/>
                        </a:lnTo>
                        <a:lnTo>
                          <a:pt x="44" y="80"/>
                        </a:lnTo>
                        <a:lnTo>
                          <a:pt x="44" y="82"/>
                        </a:lnTo>
                        <a:lnTo>
                          <a:pt x="43" y="83"/>
                        </a:lnTo>
                        <a:lnTo>
                          <a:pt x="43" y="84"/>
                        </a:lnTo>
                        <a:lnTo>
                          <a:pt x="40" y="84"/>
                        </a:lnTo>
                        <a:lnTo>
                          <a:pt x="40" y="86"/>
                        </a:lnTo>
                        <a:lnTo>
                          <a:pt x="42" y="86"/>
                        </a:lnTo>
                        <a:lnTo>
                          <a:pt x="40" y="87"/>
                        </a:lnTo>
                        <a:lnTo>
                          <a:pt x="42" y="90"/>
                        </a:lnTo>
                        <a:lnTo>
                          <a:pt x="42" y="94"/>
                        </a:lnTo>
                        <a:lnTo>
                          <a:pt x="42" y="97"/>
                        </a:lnTo>
                        <a:lnTo>
                          <a:pt x="39" y="98"/>
                        </a:lnTo>
                        <a:lnTo>
                          <a:pt x="36" y="99"/>
                        </a:lnTo>
                        <a:lnTo>
                          <a:pt x="35" y="103"/>
                        </a:lnTo>
                        <a:lnTo>
                          <a:pt x="35" y="106"/>
                        </a:lnTo>
                        <a:lnTo>
                          <a:pt x="33" y="107"/>
                        </a:lnTo>
                        <a:lnTo>
                          <a:pt x="33" y="112"/>
                        </a:lnTo>
                        <a:lnTo>
                          <a:pt x="33" y="114"/>
                        </a:lnTo>
                        <a:lnTo>
                          <a:pt x="31" y="114"/>
                        </a:lnTo>
                        <a:lnTo>
                          <a:pt x="29" y="113"/>
                        </a:lnTo>
                        <a:lnTo>
                          <a:pt x="31" y="112"/>
                        </a:lnTo>
                        <a:lnTo>
                          <a:pt x="29" y="109"/>
                        </a:lnTo>
                        <a:lnTo>
                          <a:pt x="28" y="107"/>
                        </a:lnTo>
                        <a:lnTo>
                          <a:pt x="25" y="106"/>
                        </a:lnTo>
                        <a:lnTo>
                          <a:pt x="23" y="103"/>
                        </a:lnTo>
                        <a:lnTo>
                          <a:pt x="21" y="101"/>
                        </a:lnTo>
                        <a:lnTo>
                          <a:pt x="20" y="99"/>
                        </a:lnTo>
                        <a:lnTo>
                          <a:pt x="20" y="95"/>
                        </a:lnTo>
                        <a:lnTo>
                          <a:pt x="19" y="93"/>
                        </a:lnTo>
                        <a:lnTo>
                          <a:pt x="21" y="91"/>
                        </a:lnTo>
                        <a:lnTo>
                          <a:pt x="21" y="87"/>
                        </a:lnTo>
                        <a:lnTo>
                          <a:pt x="24" y="84"/>
                        </a:lnTo>
                        <a:lnTo>
                          <a:pt x="25" y="80"/>
                        </a:lnTo>
                        <a:lnTo>
                          <a:pt x="25" y="78"/>
                        </a:lnTo>
                        <a:lnTo>
                          <a:pt x="24" y="75"/>
                        </a:lnTo>
                        <a:lnTo>
                          <a:pt x="20" y="73"/>
                        </a:lnTo>
                        <a:lnTo>
                          <a:pt x="17" y="73"/>
                        </a:lnTo>
                        <a:lnTo>
                          <a:pt x="16" y="75"/>
                        </a:lnTo>
                        <a:lnTo>
                          <a:pt x="13" y="75"/>
                        </a:lnTo>
                        <a:lnTo>
                          <a:pt x="13" y="76"/>
                        </a:lnTo>
                        <a:lnTo>
                          <a:pt x="10" y="75"/>
                        </a:lnTo>
                        <a:lnTo>
                          <a:pt x="10" y="72"/>
                        </a:lnTo>
                        <a:lnTo>
                          <a:pt x="9" y="71"/>
                        </a:lnTo>
                        <a:lnTo>
                          <a:pt x="8" y="69"/>
                        </a:lnTo>
                        <a:lnTo>
                          <a:pt x="8" y="68"/>
                        </a:lnTo>
                        <a:lnTo>
                          <a:pt x="4" y="69"/>
                        </a:lnTo>
                        <a:lnTo>
                          <a:pt x="4" y="68"/>
                        </a:lnTo>
                        <a:lnTo>
                          <a:pt x="2" y="65"/>
                        </a:lnTo>
                        <a:lnTo>
                          <a:pt x="0" y="63"/>
                        </a:lnTo>
                        <a:lnTo>
                          <a:pt x="0" y="61"/>
                        </a:lnTo>
                        <a:lnTo>
                          <a:pt x="1" y="61"/>
                        </a:lnTo>
                        <a:lnTo>
                          <a:pt x="4" y="59"/>
                        </a:lnTo>
                        <a:lnTo>
                          <a:pt x="4" y="56"/>
                        </a:lnTo>
                        <a:lnTo>
                          <a:pt x="4" y="54"/>
                        </a:lnTo>
                        <a:lnTo>
                          <a:pt x="4" y="53"/>
                        </a:lnTo>
                        <a:lnTo>
                          <a:pt x="4" y="52"/>
                        </a:lnTo>
                        <a:lnTo>
                          <a:pt x="4" y="50"/>
                        </a:lnTo>
                        <a:lnTo>
                          <a:pt x="6" y="48"/>
                        </a:lnTo>
                        <a:lnTo>
                          <a:pt x="9" y="48"/>
                        </a:lnTo>
                        <a:lnTo>
                          <a:pt x="10" y="45"/>
                        </a:lnTo>
                        <a:lnTo>
                          <a:pt x="12" y="45"/>
                        </a:lnTo>
                        <a:lnTo>
                          <a:pt x="10" y="44"/>
                        </a:lnTo>
                        <a:lnTo>
                          <a:pt x="9" y="44"/>
                        </a:lnTo>
                        <a:lnTo>
                          <a:pt x="9" y="42"/>
                        </a:lnTo>
                        <a:lnTo>
                          <a:pt x="9" y="40"/>
                        </a:lnTo>
                        <a:lnTo>
                          <a:pt x="9" y="40"/>
                        </a:lnTo>
                        <a:lnTo>
                          <a:pt x="10" y="38"/>
                        </a:lnTo>
                        <a:lnTo>
                          <a:pt x="9" y="35"/>
                        </a:lnTo>
                        <a:lnTo>
                          <a:pt x="9" y="34"/>
                        </a:lnTo>
                        <a:lnTo>
                          <a:pt x="9" y="33"/>
                        </a:lnTo>
                        <a:lnTo>
                          <a:pt x="9" y="30"/>
                        </a:lnTo>
                        <a:lnTo>
                          <a:pt x="8" y="27"/>
                        </a:lnTo>
                        <a:lnTo>
                          <a:pt x="9" y="25"/>
                        </a:lnTo>
                        <a:lnTo>
                          <a:pt x="12" y="22"/>
                        </a:lnTo>
                        <a:lnTo>
                          <a:pt x="12" y="21"/>
                        </a:lnTo>
                        <a:lnTo>
                          <a:pt x="12" y="21"/>
                        </a:lnTo>
                        <a:lnTo>
                          <a:pt x="12" y="16"/>
                        </a:lnTo>
                        <a:lnTo>
                          <a:pt x="12" y="15"/>
                        </a:lnTo>
                        <a:lnTo>
                          <a:pt x="9" y="14"/>
                        </a:lnTo>
                        <a:lnTo>
                          <a:pt x="9" y="12"/>
                        </a:lnTo>
                        <a:lnTo>
                          <a:pt x="10" y="8"/>
                        </a:lnTo>
                        <a:lnTo>
                          <a:pt x="10" y="7"/>
                        </a:lnTo>
                        <a:lnTo>
                          <a:pt x="9" y="7"/>
                        </a:lnTo>
                        <a:lnTo>
                          <a:pt x="6" y="6"/>
                        </a:lnTo>
                        <a:lnTo>
                          <a:pt x="6" y="3"/>
                        </a:lnTo>
                        <a:lnTo>
                          <a:pt x="5" y="3"/>
                        </a:lnTo>
                        <a:lnTo>
                          <a:pt x="4" y="0"/>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69" name="Freeform 958">
                    <a:extLst>
                      <a:ext uri="{FF2B5EF4-FFF2-40B4-BE49-F238E27FC236}">
                        <a16:creationId xmlns:a16="http://schemas.microsoft.com/office/drawing/2014/main" id="{32B7E86B-48DE-FA0C-410A-B6C387015828}"/>
                      </a:ext>
                    </a:extLst>
                  </p:cNvPr>
                  <p:cNvSpPr>
                    <a:spLocks/>
                  </p:cNvSpPr>
                  <p:nvPr/>
                </p:nvSpPr>
                <p:spPr bwMode="auto">
                  <a:xfrm>
                    <a:off x="9526770" y="3050199"/>
                    <a:ext cx="154079" cy="118019"/>
                  </a:xfrm>
                  <a:custGeom>
                    <a:avLst/>
                    <a:gdLst/>
                    <a:ahLst/>
                    <a:cxnLst>
                      <a:cxn ang="0">
                        <a:pos x="37" y="42"/>
                      </a:cxn>
                      <a:cxn ang="0">
                        <a:pos x="38" y="47"/>
                      </a:cxn>
                      <a:cxn ang="0">
                        <a:pos x="45" y="43"/>
                      </a:cxn>
                      <a:cxn ang="0">
                        <a:pos x="51" y="47"/>
                      </a:cxn>
                      <a:cxn ang="0">
                        <a:pos x="55" y="51"/>
                      </a:cxn>
                      <a:cxn ang="0">
                        <a:pos x="65" y="56"/>
                      </a:cxn>
                      <a:cxn ang="0">
                        <a:pos x="72" y="53"/>
                      </a:cxn>
                      <a:cxn ang="0">
                        <a:pos x="78" y="49"/>
                      </a:cxn>
                      <a:cxn ang="0">
                        <a:pos x="85" y="58"/>
                      </a:cxn>
                      <a:cxn ang="0">
                        <a:pos x="98" y="69"/>
                      </a:cxn>
                      <a:cxn ang="0">
                        <a:pos x="108" y="75"/>
                      </a:cxn>
                      <a:cxn ang="0">
                        <a:pos x="114" y="75"/>
                      </a:cxn>
                      <a:cxn ang="0">
                        <a:pos x="109" y="58"/>
                      </a:cxn>
                      <a:cxn ang="0">
                        <a:pos x="104" y="61"/>
                      </a:cxn>
                      <a:cxn ang="0">
                        <a:pos x="95" y="51"/>
                      </a:cxn>
                      <a:cxn ang="0">
                        <a:pos x="98" y="37"/>
                      </a:cxn>
                      <a:cxn ang="0">
                        <a:pos x="101" y="30"/>
                      </a:cxn>
                      <a:cxn ang="0">
                        <a:pos x="101" y="23"/>
                      </a:cxn>
                      <a:cxn ang="0">
                        <a:pos x="97" y="16"/>
                      </a:cxn>
                      <a:cxn ang="0">
                        <a:pos x="135" y="3"/>
                      </a:cxn>
                      <a:cxn ang="0">
                        <a:pos x="142" y="5"/>
                      </a:cxn>
                      <a:cxn ang="0">
                        <a:pos x="154" y="9"/>
                      </a:cxn>
                      <a:cxn ang="0">
                        <a:pos x="161" y="16"/>
                      </a:cxn>
                      <a:cxn ang="0">
                        <a:pos x="163" y="22"/>
                      </a:cxn>
                      <a:cxn ang="0">
                        <a:pos x="166" y="28"/>
                      </a:cxn>
                      <a:cxn ang="0">
                        <a:pos x="169" y="37"/>
                      </a:cxn>
                      <a:cxn ang="0">
                        <a:pos x="165" y="43"/>
                      </a:cxn>
                      <a:cxn ang="0">
                        <a:pos x="166" y="51"/>
                      </a:cxn>
                      <a:cxn ang="0">
                        <a:pos x="166" y="58"/>
                      </a:cxn>
                      <a:cxn ang="0">
                        <a:pos x="167" y="61"/>
                      </a:cxn>
                      <a:cxn ang="0">
                        <a:pos x="161" y="68"/>
                      </a:cxn>
                      <a:cxn ang="0">
                        <a:pos x="161" y="75"/>
                      </a:cxn>
                      <a:cxn ang="0">
                        <a:pos x="159" y="81"/>
                      </a:cxn>
                      <a:cxn ang="0">
                        <a:pos x="157" y="87"/>
                      </a:cxn>
                      <a:cxn ang="0">
                        <a:pos x="128" y="96"/>
                      </a:cxn>
                      <a:cxn ang="0">
                        <a:pos x="123" y="107"/>
                      </a:cxn>
                      <a:cxn ang="0">
                        <a:pos x="116" y="107"/>
                      </a:cxn>
                      <a:cxn ang="0">
                        <a:pos x="106" y="109"/>
                      </a:cxn>
                      <a:cxn ang="0">
                        <a:pos x="99" y="115"/>
                      </a:cxn>
                      <a:cxn ang="0">
                        <a:pos x="98" y="119"/>
                      </a:cxn>
                      <a:cxn ang="0">
                        <a:pos x="74" y="141"/>
                      </a:cxn>
                      <a:cxn ang="0">
                        <a:pos x="65" y="140"/>
                      </a:cxn>
                      <a:cxn ang="0">
                        <a:pos x="59" y="140"/>
                      </a:cxn>
                      <a:cxn ang="0">
                        <a:pos x="51" y="138"/>
                      </a:cxn>
                      <a:cxn ang="0">
                        <a:pos x="44" y="136"/>
                      </a:cxn>
                      <a:cxn ang="0">
                        <a:pos x="40" y="134"/>
                      </a:cxn>
                      <a:cxn ang="0">
                        <a:pos x="21" y="137"/>
                      </a:cxn>
                      <a:cxn ang="0">
                        <a:pos x="15" y="130"/>
                      </a:cxn>
                      <a:cxn ang="0">
                        <a:pos x="6" y="123"/>
                      </a:cxn>
                      <a:cxn ang="0">
                        <a:pos x="0" y="117"/>
                      </a:cxn>
                      <a:cxn ang="0">
                        <a:pos x="32" y="64"/>
                      </a:cxn>
                      <a:cxn ang="0">
                        <a:pos x="32" y="54"/>
                      </a:cxn>
                      <a:cxn ang="0">
                        <a:pos x="32" y="42"/>
                      </a:cxn>
                    </a:cxnLst>
                    <a:rect l="0" t="0" r="r" b="b"/>
                    <a:pathLst>
                      <a:path w="169" h="142">
                        <a:moveTo>
                          <a:pt x="32" y="41"/>
                        </a:moveTo>
                        <a:lnTo>
                          <a:pt x="33" y="42"/>
                        </a:lnTo>
                        <a:lnTo>
                          <a:pt x="34" y="42"/>
                        </a:lnTo>
                        <a:lnTo>
                          <a:pt x="37" y="42"/>
                        </a:lnTo>
                        <a:lnTo>
                          <a:pt x="37" y="43"/>
                        </a:lnTo>
                        <a:lnTo>
                          <a:pt x="37" y="46"/>
                        </a:lnTo>
                        <a:lnTo>
                          <a:pt x="38" y="47"/>
                        </a:lnTo>
                        <a:lnTo>
                          <a:pt x="38" y="47"/>
                        </a:lnTo>
                        <a:lnTo>
                          <a:pt x="41" y="46"/>
                        </a:lnTo>
                        <a:lnTo>
                          <a:pt x="42" y="45"/>
                        </a:lnTo>
                        <a:lnTo>
                          <a:pt x="45" y="45"/>
                        </a:lnTo>
                        <a:lnTo>
                          <a:pt x="45" y="43"/>
                        </a:lnTo>
                        <a:lnTo>
                          <a:pt x="49" y="43"/>
                        </a:lnTo>
                        <a:lnTo>
                          <a:pt x="51" y="43"/>
                        </a:lnTo>
                        <a:lnTo>
                          <a:pt x="51" y="46"/>
                        </a:lnTo>
                        <a:lnTo>
                          <a:pt x="51" y="47"/>
                        </a:lnTo>
                        <a:lnTo>
                          <a:pt x="51" y="49"/>
                        </a:lnTo>
                        <a:lnTo>
                          <a:pt x="51" y="50"/>
                        </a:lnTo>
                        <a:lnTo>
                          <a:pt x="52" y="50"/>
                        </a:lnTo>
                        <a:lnTo>
                          <a:pt x="55" y="51"/>
                        </a:lnTo>
                        <a:lnTo>
                          <a:pt x="56" y="51"/>
                        </a:lnTo>
                        <a:lnTo>
                          <a:pt x="60" y="54"/>
                        </a:lnTo>
                        <a:lnTo>
                          <a:pt x="63" y="54"/>
                        </a:lnTo>
                        <a:lnTo>
                          <a:pt x="65" y="56"/>
                        </a:lnTo>
                        <a:lnTo>
                          <a:pt x="65" y="56"/>
                        </a:lnTo>
                        <a:lnTo>
                          <a:pt x="68" y="56"/>
                        </a:lnTo>
                        <a:lnTo>
                          <a:pt x="72" y="54"/>
                        </a:lnTo>
                        <a:lnTo>
                          <a:pt x="72" y="53"/>
                        </a:lnTo>
                        <a:lnTo>
                          <a:pt x="74" y="49"/>
                        </a:lnTo>
                        <a:lnTo>
                          <a:pt x="76" y="49"/>
                        </a:lnTo>
                        <a:lnTo>
                          <a:pt x="78" y="49"/>
                        </a:lnTo>
                        <a:lnTo>
                          <a:pt x="78" y="49"/>
                        </a:lnTo>
                        <a:lnTo>
                          <a:pt x="78" y="53"/>
                        </a:lnTo>
                        <a:lnTo>
                          <a:pt x="80" y="56"/>
                        </a:lnTo>
                        <a:lnTo>
                          <a:pt x="80" y="57"/>
                        </a:lnTo>
                        <a:lnTo>
                          <a:pt x="85" y="58"/>
                        </a:lnTo>
                        <a:lnTo>
                          <a:pt x="90" y="61"/>
                        </a:lnTo>
                        <a:lnTo>
                          <a:pt x="93" y="62"/>
                        </a:lnTo>
                        <a:lnTo>
                          <a:pt x="95" y="66"/>
                        </a:lnTo>
                        <a:lnTo>
                          <a:pt x="98" y="69"/>
                        </a:lnTo>
                        <a:lnTo>
                          <a:pt x="101" y="72"/>
                        </a:lnTo>
                        <a:lnTo>
                          <a:pt x="104" y="75"/>
                        </a:lnTo>
                        <a:lnTo>
                          <a:pt x="106" y="75"/>
                        </a:lnTo>
                        <a:lnTo>
                          <a:pt x="108" y="75"/>
                        </a:lnTo>
                        <a:lnTo>
                          <a:pt x="110" y="73"/>
                        </a:lnTo>
                        <a:lnTo>
                          <a:pt x="112" y="73"/>
                        </a:lnTo>
                        <a:lnTo>
                          <a:pt x="112" y="75"/>
                        </a:lnTo>
                        <a:lnTo>
                          <a:pt x="114" y="75"/>
                        </a:lnTo>
                        <a:lnTo>
                          <a:pt x="114" y="73"/>
                        </a:lnTo>
                        <a:lnTo>
                          <a:pt x="114" y="58"/>
                        </a:lnTo>
                        <a:lnTo>
                          <a:pt x="112" y="58"/>
                        </a:lnTo>
                        <a:lnTo>
                          <a:pt x="109" y="58"/>
                        </a:lnTo>
                        <a:lnTo>
                          <a:pt x="109" y="60"/>
                        </a:lnTo>
                        <a:lnTo>
                          <a:pt x="110" y="61"/>
                        </a:lnTo>
                        <a:lnTo>
                          <a:pt x="109" y="61"/>
                        </a:lnTo>
                        <a:lnTo>
                          <a:pt x="104" y="61"/>
                        </a:lnTo>
                        <a:lnTo>
                          <a:pt x="102" y="60"/>
                        </a:lnTo>
                        <a:lnTo>
                          <a:pt x="101" y="57"/>
                        </a:lnTo>
                        <a:lnTo>
                          <a:pt x="98" y="53"/>
                        </a:lnTo>
                        <a:lnTo>
                          <a:pt x="95" y="51"/>
                        </a:lnTo>
                        <a:lnTo>
                          <a:pt x="95" y="49"/>
                        </a:lnTo>
                        <a:lnTo>
                          <a:pt x="95" y="41"/>
                        </a:lnTo>
                        <a:lnTo>
                          <a:pt x="95" y="38"/>
                        </a:lnTo>
                        <a:lnTo>
                          <a:pt x="98" y="37"/>
                        </a:lnTo>
                        <a:lnTo>
                          <a:pt x="99" y="34"/>
                        </a:lnTo>
                        <a:lnTo>
                          <a:pt x="99" y="34"/>
                        </a:lnTo>
                        <a:lnTo>
                          <a:pt x="99" y="32"/>
                        </a:lnTo>
                        <a:lnTo>
                          <a:pt x="101" y="30"/>
                        </a:lnTo>
                        <a:lnTo>
                          <a:pt x="99" y="28"/>
                        </a:lnTo>
                        <a:lnTo>
                          <a:pt x="101" y="26"/>
                        </a:lnTo>
                        <a:lnTo>
                          <a:pt x="99" y="24"/>
                        </a:lnTo>
                        <a:lnTo>
                          <a:pt x="101" y="23"/>
                        </a:lnTo>
                        <a:lnTo>
                          <a:pt x="101" y="22"/>
                        </a:lnTo>
                        <a:lnTo>
                          <a:pt x="99" y="20"/>
                        </a:lnTo>
                        <a:lnTo>
                          <a:pt x="98" y="19"/>
                        </a:lnTo>
                        <a:lnTo>
                          <a:pt x="97" y="16"/>
                        </a:lnTo>
                        <a:lnTo>
                          <a:pt x="104" y="5"/>
                        </a:lnTo>
                        <a:lnTo>
                          <a:pt x="127" y="0"/>
                        </a:lnTo>
                        <a:lnTo>
                          <a:pt x="133" y="3"/>
                        </a:lnTo>
                        <a:lnTo>
                          <a:pt x="135" y="3"/>
                        </a:lnTo>
                        <a:lnTo>
                          <a:pt x="137" y="4"/>
                        </a:lnTo>
                        <a:lnTo>
                          <a:pt x="139" y="4"/>
                        </a:lnTo>
                        <a:lnTo>
                          <a:pt x="140" y="5"/>
                        </a:lnTo>
                        <a:lnTo>
                          <a:pt x="142" y="5"/>
                        </a:lnTo>
                        <a:lnTo>
                          <a:pt x="143" y="8"/>
                        </a:lnTo>
                        <a:lnTo>
                          <a:pt x="146" y="8"/>
                        </a:lnTo>
                        <a:lnTo>
                          <a:pt x="152" y="9"/>
                        </a:lnTo>
                        <a:lnTo>
                          <a:pt x="154" y="9"/>
                        </a:lnTo>
                        <a:lnTo>
                          <a:pt x="155" y="11"/>
                        </a:lnTo>
                        <a:lnTo>
                          <a:pt x="157" y="12"/>
                        </a:lnTo>
                        <a:lnTo>
                          <a:pt x="158" y="13"/>
                        </a:lnTo>
                        <a:lnTo>
                          <a:pt x="161" y="16"/>
                        </a:lnTo>
                        <a:lnTo>
                          <a:pt x="161" y="16"/>
                        </a:lnTo>
                        <a:lnTo>
                          <a:pt x="162" y="19"/>
                        </a:lnTo>
                        <a:lnTo>
                          <a:pt x="163" y="19"/>
                        </a:lnTo>
                        <a:lnTo>
                          <a:pt x="163" y="22"/>
                        </a:lnTo>
                        <a:lnTo>
                          <a:pt x="166" y="23"/>
                        </a:lnTo>
                        <a:lnTo>
                          <a:pt x="167" y="23"/>
                        </a:lnTo>
                        <a:lnTo>
                          <a:pt x="167" y="24"/>
                        </a:lnTo>
                        <a:lnTo>
                          <a:pt x="166" y="28"/>
                        </a:lnTo>
                        <a:lnTo>
                          <a:pt x="166" y="30"/>
                        </a:lnTo>
                        <a:lnTo>
                          <a:pt x="169" y="31"/>
                        </a:lnTo>
                        <a:lnTo>
                          <a:pt x="169" y="32"/>
                        </a:lnTo>
                        <a:lnTo>
                          <a:pt x="169" y="37"/>
                        </a:lnTo>
                        <a:lnTo>
                          <a:pt x="169" y="37"/>
                        </a:lnTo>
                        <a:lnTo>
                          <a:pt x="169" y="38"/>
                        </a:lnTo>
                        <a:lnTo>
                          <a:pt x="166" y="41"/>
                        </a:lnTo>
                        <a:lnTo>
                          <a:pt x="165" y="43"/>
                        </a:lnTo>
                        <a:lnTo>
                          <a:pt x="166" y="46"/>
                        </a:lnTo>
                        <a:lnTo>
                          <a:pt x="166" y="49"/>
                        </a:lnTo>
                        <a:lnTo>
                          <a:pt x="166" y="50"/>
                        </a:lnTo>
                        <a:lnTo>
                          <a:pt x="166" y="51"/>
                        </a:lnTo>
                        <a:lnTo>
                          <a:pt x="167" y="54"/>
                        </a:lnTo>
                        <a:lnTo>
                          <a:pt x="166" y="56"/>
                        </a:lnTo>
                        <a:lnTo>
                          <a:pt x="166" y="56"/>
                        </a:lnTo>
                        <a:lnTo>
                          <a:pt x="166" y="58"/>
                        </a:lnTo>
                        <a:lnTo>
                          <a:pt x="166" y="60"/>
                        </a:lnTo>
                        <a:lnTo>
                          <a:pt x="167" y="60"/>
                        </a:lnTo>
                        <a:lnTo>
                          <a:pt x="169" y="61"/>
                        </a:lnTo>
                        <a:lnTo>
                          <a:pt x="167" y="61"/>
                        </a:lnTo>
                        <a:lnTo>
                          <a:pt x="166" y="64"/>
                        </a:lnTo>
                        <a:lnTo>
                          <a:pt x="163" y="64"/>
                        </a:lnTo>
                        <a:lnTo>
                          <a:pt x="161" y="66"/>
                        </a:lnTo>
                        <a:lnTo>
                          <a:pt x="161" y="68"/>
                        </a:lnTo>
                        <a:lnTo>
                          <a:pt x="161" y="69"/>
                        </a:lnTo>
                        <a:lnTo>
                          <a:pt x="161" y="70"/>
                        </a:lnTo>
                        <a:lnTo>
                          <a:pt x="161" y="72"/>
                        </a:lnTo>
                        <a:lnTo>
                          <a:pt x="161" y="75"/>
                        </a:lnTo>
                        <a:lnTo>
                          <a:pt x="158" y="77"/>
                        </a:lnTo>
                        <a:lnTo>
                          <a:pt x="157" y="77"/>
                        </a:lnTo>
                        <a:lnTo>
                          <a:pt x="157" y="79"/>
                        </a:lnTo>
                        <a:lnTo>
                          <a:pt x="159" y="81"/>
                        </a:lnTo>
                        <a:lnTo>
                          <a:pt x="161" y="84"/>
                        </a:lnTo>
                        <a:lnTo>
                          <a:pt x="161" y="85"/>
                        </a:lnTo>
                        <a:lnTo>
                          <a:pt x="161" y="85"/>
                        </a:lnTo>
                        <a:lnTo>
                          <a:pt x="157" y="87"/>
                        </a:lnTo>
                        <a:lnTo>
                          <a:pt x="148" y="89"/>
                        </a:lnTo>
                        <a:lnTo>
                          <a:pt x="146" y="91"/>
                        </a:lnTo>
                        <a:lnTo>
                          <a:pt x="131" y="96"/>
                        </a:lnTo>
                        <a:lnTo>
                          <a:pt x="128" y="96"/>
                        </a:lnTo>
                        <a:lnTo>
                          <a:pt x="123" y="99"/>
                        </a:lnTo>
                        <a:lnTo>
                          <a:pt x="121" y="102"/>
                        </a:lnTo>
                        <a:lnTo>
                          <a:pt x="123" y="106"/>
                        </a:lnTo>
                        <a:lnTo>
                          <a:pt x="123" y="107"/>
                        </a:lnTo>
                        <a:lnTo>
                          <a:pt x="121" y="107"/>
                        </a:lnTo>
                        <a:lnTo>
                          <a:pt x="120" y="107"/>
                        </a:lnTo>
                        <a:lnTo>
                          <a:pt x="117" y="107"/>
                        </a:lnTo>
                        <a:lnTo>
                          <a:pt x="116" y="107"/>
                        </a:lnTo>
                        <a:lnTo>
                          <a:pt x="116" y="107"/>
                        </a:lnTo>
                        <a:lnTo>
                          <a:pt x="112" y="107"/>
                        </a:lnTo>
                        <a:lnTo>
                          <a:pt x="109" y="107"/>
                        </a:lnTo>
                        <a:lnTo>
                          <a:pt x="106" y="109"/>
                        </a:lnTo>
                        <a:lnTo>
                          <a:pt x="105" y="110"/>
                        </a:lnTo>
                        <a:lnTo>
                          <a:pt x="101" y="111"/>
                        </a:lnTo>
                        <a:lnTo>
                          <a:pt x="99" y="114"/>
                        </a:lnTo>
                        <a:lnTo>
                          <a:pt x="99" y="115"/>
                        </a:lnTo>
                        <a:lnTo>
                          <a:pt x="99" y="117"/>
                        </a:lnTo>
                        <a:lnTo>
                          <a:pt x="99" y="118"/>
                        </a:lnTo>
                        <a:lnTo>
                          <a:pt x="99" y="118"/>
                        </a:lnTo>
                        <a:lnTo>
                          <a:pt x="98" y="119"/>
                        </a:lnTo>
                        <a:lnTo>
                          <a:pt x="93" y="121"/>
                        </a:lnTo>
                        <a:lnTo>
                          <a:pt x="85" y="128"/>
                        </a:lnTo>
                        <a:lnTo>
                          <a:pt x="78" y="136"/>
                        </a:lnTo>
                        <a:lnTo>
                          <a:pt x="74" y="141"/>
                        </a:lnTo>
                        <a:lnTo>
                          <a:pt x="70" y="142"/>
                        </a:lnTo>
                        <a:lnTo>
                          <a:pt x="67" y="142"/>
                        </a:lnTo>
                        <a:lnTo>
                          <a:pt x="65" y="140"/>
                        </a:lnTo>
                        <a:lnTo>
                          <a:pt x="65" y="140"/>
                        </a:lnTo>
                        <a:lnTo>
                          <a:pt x="64" y="140"/>
                        </a:lnTo>
                        <a:lnTo>
                          <a:pt x="63" y="140"/>
                        </a:lnTo>
                        <a:lnTo>
                          <a:pt x="61" y="140"/>
                        </a:lnTo>
                        <a:lnTo>
                          <a:pt x="59" y="140"/>
                        </a:lnTo>
                        <a:lnTo>
                          <a:pt x="56" y="141"/>
                        </a:lnTo>
                        <a:lnTo>
                          <a:pt x="55" y="141"/>
                        </a:lnTo>
                        <a:lnTo>
                          <a:pt x="53" y="140"/>
                        </a:lnTo>
                        <a:lnTo>
                          <a:pt x="51" y="138"/>
                        </a:lnTo>
                        <a:lnTo>
                          <a:pt x="48" y="138"/>
                        </a:lnTo>
                        <a:lnTo>
                          <a:pt x="46" y="138"/>
                        </a:lnTo>
                        <a:lnTo>
                          <a:pt x="44" y="136"/>
                        </a:lnTo>
                        <a:lnTo>
                          <a:pt x="44" y="136"/>
                        </a:lnTo>
                        <a:lnTo>
                          <a:pt x="42" y="134"/>
                        </a:lnTo>
                        <a:lnTo>
                          <a:pt x="41" y="136"/>
                        </a:lnTo>
                        <a:lnTo>
                          <a:pt x="40" y="134"/>
                        </a:lnTo>
                        <a:lnTo>
                          <a:pt x="40" y="134"/>
                        </a:lnTo>
                        <a:lnTo>
                          <a:pt x="38" y="134"/>
                        </a:lnTo>
                        <a:lnTo>
                          <a:pt x="36" y="134"/>
                        </a:lnTo>
                        <a:lnTo>
                          <a:pt x="34" y="134"/>
                        </a:lnTo>
                        <a:lnTo>
                          <a:pt x="21" y="137"/>
                        </a:lnTo>
                        <a:lnTo>
                          <a:pt x="19" y="136"/>
                        </a:lnTo>
                        <a:lnTo>
                          <a:pt x="18" y="134"/>
                        </a:lnTo>
                        <a:lnTo>
                          <a:pt x="17" y="133"/>
                        </a:lnTo>
                        <a:lnTo>
                          <a:pt x="15" y="130"/>
                        </a:lnTo>
                        <a:lnTo>
                          <a:pt x="13" y="130"/>
                        </a:lnTo>
                        <a:lnTo>
                          <a:pt x="11" y="129"/>
                        </a:lnTo>
                        <a:lnTo>
                          <a:pt x="8" y="125"/>
                        </a:lnTo>
                        <a:lnTo>
                          <a:pt x="6" y="123"/>
                        </a:lnTo>
                        <a:lnTo>
                          <a:pt x="6" y="122"/>
                        </a:lnTo>
                        <a:lnTo>
                          <a:pt x="3" y="121"/>
                        </a:lnTo>
                        <a:lnTo>
                          <a:pt x="2" y="118"/>
                        </a:lnTo>
                        <a:lnTo>
                          <a:pt x="0" y="117"/>
                        </a:lnTo>
                        <a:lnTo>
                          <a:pt x="2" y="69"/>
                        </a:lnTo>
                        <a:lnTo>
                          <a:pt x="33" y="69"/>
                        </a:lnTo>
                        <a:lnTo>
                          <a:pt x="32" y="68"/>
                        </a:lnTo>
                        <a:lnTo>
                          <a:pt x="32" y="64"/>
                        </a:lnTo>
                        <a:lnTo>
                          <a:pt x="33" y="62"/>
                        </a:lnTo>
                        <a:lnTo>
                          <a:pt x="33" y="60"/>
                        </a:lnTo>
                        <a:lnTo>
                          <a:pt x="32" y="58"/>
                        </a:lnTo>
                        <a:lnTo>
                          <a:pt x="32" y="54"/>
                        </a:lnTo>
                        <a:lnTo>
                          <a:pt x="32" y="49"/>
                        </a:lnTo>
                        <a:lnTo>
                          <a:pt x="30" y="43"/>
                        </a:lnTo>
                        <a:lnTo>
                          <a:pt x="32" y="42"/>
                        </a:lnTo>
                        <a:lnTo>
                          <a:pt x="32" y="42"/>
                        </a:lnTo>
                        <a:lnTo>
                          <a:pt x="32" y="41"/>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70" name="Freeform 959">
                    <a:extLst>
                      <a:ext uri="{FF2B5EF4-FFF2-40B4-BE49-F238E27FC236}">
                        <a16:creationId xmlns:a16="http://schemas.microsoft.com/office/drawing/2014/main" id="{4E489D81-8A3F-FE3C-CE4B-2F624172981B}"/>
                      </a:ext>
                    </a:extLst>
                  </p:cNvPr>
                  <p:cNvSpPr>
                    <a:spLocks/>
                  </p:cNvSpPr>
                  <p:nvPr/>
                </p:nvSpPr>
                <p:spPr bwMode="auto">
                  <a:xfrm>
                    <a:off x="9394573" y="3021941"/>
                    <a:ext cx="162284" cy="146277"/>
                  </a:xfrm>
                  <a:custGeom>
                    <a:avLst/>
                    <a:gdLst/>
                    <a:ahLst/>
                    <a:cxnLst>
                      <a:cxn ang="0">
                        <a:pos x="162" y="167"/>
                      </a:cxn>
                      <a:cxn ang="0">
                        <a:pos x="153" y="159"/>
                      </a:cxn>
                      <a:cxn ang="0">
                        <a:pos x="147" y="152"/>
                      </a:cxn>
                      <a:cxn ang="0">
                        <a:pos x="177" y="102"/>
                      </a:cxn>
                      <a:cxn ang="0">
                        <a:pos x="177" y="92"/>
                      </a:cxn>
                      <a:cxn ang="0">
                        <a:pos x="177" y="76"/>
                      </a:cxn>
                      <a:cxn ang="0">
                        <a:pos x="171" y="76"/>
                      </a:cxn>
                      <a:cxn ang="0">
                        <a:pos x="166" y="77"/>
                      </a:cxn>
                      <a:cxn ang="0">
                        <a:pos x="156" y="76"/>
                      </a:cxn>
                      <a:cxn ang="0">
                        <a:pos x="152" y="77"/>
                      </a:cxn>
                      <a:cxn ang="0">
                        <a:pos x="152" y="72"/>
                      </a:cxn>
                      <a:cxn ang="0">
                        <a:pos x="152" y="65"/>
                      </a:cxn>
                      <a:cxn ang="0">
                        <a:pos x="151" y="58"/>
                      </a:cxn>
                      <a:cxn ang="0">
                        <a:pos x="148" y="54"/>
                      </a:cxn>
                      <a:cxn ang="0">
                        <a:pos x="145" y="47"/>
                      </a:cxn>
                      <a:cxn ang="0">
                        <a:pos x="145" y="37"/>
                      </a:cxn>
                      <a:cxn ang="0">
                        <a:pos x="145" y="30"/>
                      </a:cxn>
                      <a:cxn ang="0">
                        <a:pos x="147" y="22"/>
                      </a:cxn>
                      <a:cxn ang="0">
                        <a:pos x="130" y="15"/>
                      </a:cxn>
                      <a:cxn ang="0">
                        <a:pos x="111" y="20"/>
                      </a:cxn>
                      <a:cxn ang="0">
                        <a:pos x="110" y="30"/>
                      </a:cxn>
                      <a:cxn ang="0">
                        <a:pos x="91" y="31"/>
                      </a:cxn>
                      <a:cxn ang="0">
                        <a:pos x="83" y="26"/>
                      </a:cxn>
                      <a:cxn ang="0">
                        <a:pos x="77" y="19"/>
                      </a:cxn>
                      <a:cxn ang="0">
                        <a:pos x="75" y="9"/>
                      </a:cxn>
                      <a:cxn ang="0">
                        <a:pos x="73" y="4"/>
                      </a:cxn>
                      <a:cxn ang="0">
                        <a:pos x="49" y="0"/>
                      </a:cxn>
                      <a:cxn ang="0">
                        <a:pos x="34" y="1"/>
                      </a:cxn>
                      <a:cxn ang="0">
                        <a:pos x="23" y="0"/>
                      </a:cxn>
                      <a:cxn ang="0">
                        <a:pos x="16" y="3"/>
                      </a:cxn>
                      <a:cxn ang="0">
                        <a:pos x="11" y="5"/>
                      </a:cxn>
                      <a:cxn ang="0">
                        <a:pos x="22" y="28"/>
                      </a:cxn>
                      <a:cxn ang="0">
                        <a:pos x="23" y="47"/>
                      </a:cxn>
                      <a:cxn ang="0">
                        <a:pos x="30" y="69"/>
                      </a:cxn>
                      <a:cxn ang="0">
                        <a:pos x="26" y="96"/>
                      </a:cxn>
                      <a:cxn ang="0">
                        <a:pos x="11" y="111"/>
                      </a:cxn>
                      <a:cxn ang="0">
                        <a:pos x="5" y="133"/>
                      </a:cxn>
                      <a:cxn ang="0">
                        <a:pos x="0" y="153"/>
                      </a:cxn>
                      <a:cxn ang="0">
                        <a:pos x="0" y="166"/>
                      </a:cxn>
                      <a:cxn ang="0">
                        <a:pos x="4" y="164"/>
                      </a:cxn>
                      <a:cxn ang="0">
                        <a:pos x="12" y="164"/>
                      </a:cxn>
                      <a:cxn ang="0">
                        <a:pos x="20" y="162"/>
                      </a:cxn>
                      <a:cxn ang="0">
                        <a:pos x="24" y="162"/>
                      </a:cxn>
                      <a:cxn ang="0">
                        <a:pos x="27" y="164"/>
                      </a:cxn>
                      <a:cxn ang="0">
                        <a:pos x="37" y="167"/>
                      </a:cxn>
                      <a:cxn ang="0">
                        <a:pos x="94" y="167"/>
                      </a:cxn>
                      <a:cxn ang="0">
                        <a:pos x="100" y="172"/>
                      </a:cxn>
                      <a:cxn ang="0">
                        <a:pos x="107" y="174"/>
                      </a:cxn>
                      <a:cxn ang="0">
                        <a:pos x="117" y="174"/>
                      </a:cxn>
                      <a:cxn ang="0">
                        <a:pos x="122" y="172"/>
                      </a:cxn>
                      <a:cxn ang="0">
                        <a:pos x="132" y="175"/>
                      </a:cxn>
                      <a:cxn ang="0">
                        <a:pos x="136" y="175"/>
                      </a:cxn>
                      <a:cxn ang="0">
                        <a:pos x="140" y="176"/>
                      </a:cxn>
                      <a:cxn ang="0">
                        <a:pos x="166" y="171"/>
                      </a:cxn>
                    </a:cxnLst>
                    <a:rect l="0" t="0" r="r" b="b"/>
                    <a:pathLst>
                      <a:path w="178" h="176">
                        <a:moveTo>
                          <a:pt x="166" y="171"/>
                        </a:moveTo>
                        <a:lnTo>
                          <a:pt x="164" y="170"/>
                        </a:lnTo>
                        <a:lnTo>
                          <a:pt x="163" y="168"/>
                        </a:lnTo>
                        <a:lnTo>
                          <a:pt x="162" y="167"/>
                        </a:lnTo>
                        <a:lnTo>
                          <a:pt x="160" y="164"/>
                        </a:lnTo>
                        <a:lnTo>
                          <a:pt x="158" y="164"/>
                        </a:lnTo>
                        <a:lnTo>
                          <a:pt x="156" y="163"/>
                        </a:lnTo>
                        <a:lnTo>
                          <a:pt x="153" y="159"/>
                        </a:lnTo>
                        <a:lnTo>
                          <a:pt x="151" y="157"/>
                        </a:lnTo>
                        <a:lnTo>
                          <a:pt x="151" y="156"/>
                        </a:lnTo>
                        <a:lnTo>
                          <a:pt x="148" y="155"/>
                        </a:lnTo>
                        <a:lnTo>
                          <a:pt x="147" y="152"/>
                        </a:lnTo>
                        <a:lnTo>
                          <a:pt x="145" y="151"/>
                        </a:lnTo>
                        <a:lnTo>
                          <a:pt x="147" y="103"/>
                        </a:lnTo>
                        <a:lnTo>
                          <a:pt x="178" y="103"/>
                        </a:lnTo>
                        <a:lnTo>
                          <a:pt x="177" y="102"/>
                        </a:lnTo>
                        <a:lnTo>
                          <a:pt x="177" y="98"/>
                        </a:lnTo>
                        <a:lnTo>
                          <a:pt x="178" y="96"/>
                        </a:lnTo>
                        <a:lnTo>
                          <a:pt x="178" y="94"/>
                        </a:lnTo>
                        <a:lnTo>
                          <a:pt x="177" y="92"/>
                        </a:lnTo>
                        <a:lnTo>
                          <a:pt x="177" y="88"/>
                        </a:lnTo>
                        <a:lnTo>
                          <a:pt x="177" y="83"/>
                        </a:lnTo>
                        <a:lnTo>
                          <a:pt x="175" y="77"/>
                        </a:lnTo>
                        <a:lnTo>
                          <a:pt x="177" y="76"/>
                        </a:lnTo>
                        <a:lnTo>
                          <a:pt x="177" y="76"/>
                        </a:lnTo>
                        <a:lnTo>
                          <a:pt x="177" y="75"/>
                        </a:lnTo>
                        <a:lnTo>
                          <a:pt x="174" y="75"/>
                        </a:lnTo>
                        <a:lnTo>
                          <a:pt x="171" y="76"/>
                        </a:lnTo>
                        <a:lnTo>
                          <a:pt x="170" y="77"/>
                        </a:lnTo>
                        <a:lnTo>
                          <a:pt x="168" y="77"/>
                        </a:lnTo>
                        <a:lnTo>
                          <a:pt x="167" y="77"/>
                        </a:lnTo>
                        <a:lnTo>
                          <a:pt x="166" y="77"/>
                        </a:lnTo>
                        <a:lnTo>
                          <a:pt x="162" y="77"/>
                        </a:lnTo>
                        <a:lnTo>
                          <a:pt x="160" y="77"/>
                        </a:lnTo>
                        <a:lnTo>
                          <a:pt x="158" y="76"/>
                        </a:lnTo>
                        <a:lnTo>
                          <a:pt x="156" y="76"/>
                        </a:lnTo>
                        <a:lnTo>
                          <a:pt x="156" y="76"/>
                        </a:lnTo>
                        <a:lnTo>
                          <a:pt x="155" y="76"/>
                        </a:lnTo>
                        <a:lnTo>
                          <a:pt x="153" y="77"/>
                        </a:lnTo>
                        <a:lnTo>
                          <a:pt x="152" y="77"/>
                        </a:lnTo>
                        <a:lnTo>
                          <a:pt x="152" y="76"/>
                        </a:lnTo>
                        <a:lnTo>
                          <a:pt x="152" y="73"/>
                        </a:lnTo>
                        <a:lnTo>
                          <a:pt x="152" y="73"/>
                        </a:lnTo>
                        <a:lnTo>
                          <a:pt x="152" y="72"/>
                        </a:lnTo>
                        <a:lnTo>
                          <a:pt x="153" y="71"/>
                        </a:lnTo>
                        <a:lnTo>
                          <a:pt x="152" y="69"/>
                        </a:lnTo>
                        <a:lnTo>
                          <a:pt x="151" y="66"/>
                        </a:lnTo>
                        <a:lnTo>
                          <a:pt x="152" y="65"/>
                        </a:lnTo>
                        <a:lnTo>
                          <a:pt x="152" y="64"/>
                        </a:lnTo>
                        <a:lnTo>
                          <a:pt x="151" y="61"/>
                        </a:lnTo>
                        <a:lnTo>
                          <a:pt x="151" y="60"/>
                        </a:lnTo>
                        <a:lnTo>
                          <a:pt x="151" y="58"/>
                        </a:lnTo>
                        <a:lnTo>
                          <a:pt x="151" y="57"/>
                        </a:lnTo>
                        <a:lnTo>
                          <a:pt x="149" y="57"/>
                        </a:lnTo>
                        <a:lnTo>
                          <a:pt x="148" y="54"/>
                        </a:lnTo>
                        <a:lnTo>
                          <a:pt x="148" y="54"/>
                        </a:lnTo>
                        <a:lnTo>
                          <a:pt x="148" y="53"/>
                        </a:lnTo>
                        <a:lnTo>
                          <a:pt x="147" y="50"/>
                        </a:lnTo>
                        <a:lnTo>
                          <a:pt x="147" y="49"/>
                        </a:lnTo>
                        <a:lnTo>
                          <a:pt x="145" y="47"/>
                        </a:lnTo>
                        <a:lnTo>
                          <a:pt x="147" y="45"/>
                        </a:lnTo>
                        <a:lnTo>
                          <a:pt x="147" y="41"/>
                        </a:lnTo>
                        <a:lnTo>
                          <a:pt x="145" y="38"/>
                        </a:lnTo>
                        <a:lnTo>
                          <a:pt x="145" y="37"/>
                        </a:lnTo>
                        <a:lnTo>
                          <a:pt x="147" y="37"/>
                        </a:lnTo>
                        <a:lnTo>
                          <a:pt x="147" y="34"/>
                        </a:lnTo>
                        <a:lnTo>
                          <a:pt x="145" y="32"/>
                        </a:lnTo>
                        <a:lnTo>
                          <a:pt x="145" y="30"/>
                        </a:lnTo>
                        <a:lnTo>
                          <a:pt x="147" y="27"/>
                        </a:lnTo>
                        <a:lnTo>
                          <a:pt x="147" y="26"/>
                        </a:lnTo>
                        <a:lnTo>
                          <a:pt x="147" y="23"/>
                        </a:lnTo>
                        <a:lnTo>
                          <a:pt x="147" y="22"/>
                        </a:lnTo>
                        <a:lnTo>
                          <a:pt x="130" y="20"/>
                        </a:lnTo>
                        <a:lnTo>
                          <a:pt x="129" y="19"/>
                        </a:lnTo>
                        <a:lnTo>
                          <a:pt x="130" y="18"/>
                        </a:lnTo>
                        <a:lnTo>
                          <a:pt x="130" y="15"/>
                        </a:lnTo>
                        <a:lnTo>
                          <a:pt x="126" y="15"/>
                        </a:lnTo>
                        <a:lnTo>
                          <a:pt x="126" y="16"/>
                        </a:lnTo>
                        <a:lnTo>
                          <a:pt x="113" y="16"/>
                        </a:lnTo>
                        <a:lnTo>
                          <a:pt x="111" y="20"/>
                        </a:lnTo>
                        <a:lnTo>
                          <a:pt x="111" y="23"/>
                        </a:lnTo>
                        <a:lnTo>
                          <a:pt x="110" y="23"/>
                        </a:lnTo>
                        <a:lnTo>
                          <a:pt x="110" y="26"/>
                        </a:lnTo>
                        <a:lnTo>
                          <a:pt x="110" y="30"/>
                        </a:lnTo>
                        <a:lnTo>
                          <a:pt x="99" y="31"/>
                        </a:lnTo>
                        <a:lnTo>
                          <a:pt x="98" y="32"/>
                        </a:lnTo>
                        <a:lnTo>
                          <a:pt x="92" y="31"/>
                        </a:lnTo>
                        <a:lnTo>
                          <a:pt x="91" y="31"/>
                        </a:lnTo>
                        <a:lnTo>
                          <a:pt x="88" y="31"/>
                        </a:lnTo>
                        <a:lnTo>
                          <a:pt x="84" y="31"/>
                        </a:lnTo>
                        <a:lnTo>
                          <a:pt x="83" y="31"/>
                        </a:lnTo>
                        <a:lnTo>
                          <a:pt x="83" y="26"/>
                        </a:lnTo>
                        <a:lnTo>
                          <a:pt x="80" y="23"/>
                        </a:lnTo>
                        <a:lnTo>
                          <a:pt x="79" y="22"/>
                        </a:lnTo>
                        <a:lnTo>
                          <a:pt x="77" y="20"/>
                        </a:lnTo>
                        <a:lnTo>
                          <a:pt x="77" y="19"/>
                        </a:lnTo>
                        <a:lnTo>
                          <a:pt x="77" y="18"/>
                        </a:lnTo>
                        <a:lnTo>
                          <a:pt x="76" y="15"/>
                        </a:lnTo>
                        <a:lnTo>
                          <a:pt x="75" y="12"/>
                        </a:lnTo>
                        <a:lnTo>
                          <a:pt x="75" y="9"/>
                        </a:lnTo>
                        <a:lnTo>
                          <a:pt x="76" y="8"/>
                        </a:lnTo>
                        <a:lnTo>
                          <a:pt x="76" y="7"/>
                        </a:lnTo>
                        <a:lnTo>
                          <a:pt x="75" y="5"/>
                        </a:lnTo>
                        <a:lnTo>
                          <a:pt x="73" y="4"/>
                        </a:lnTo>
                        <a:lnTo>
                          <a:pt x="75" y="3"/>
                        </a:lnTo>
                        <a:lnTo>
                          <a:pt x="75" y="1"/>
                        </a:lnTo>
                        <a:lnTo>
                          <a:pt x="60" y="0"/>
                        </a:lnTo>
                        <a:lnTo>
                          <a:pt x="49" y="0"/>
                        </a:lnTo>
                        <a:lnTo>
                          <a:pt x="45" y="1"/>
                        </a:lnTo>
                        <a:lnTo>
                          <a:pt x="39" y="1"/>
                        </a:lnTo>
                        <a:lnTo>
                          <a:pt x="38" y="0"/>
                        </a:lnTo>
                        <a:lnTo>
                          <a:pt x="34" y="1"/>
                        </a:lnTo>
                        <a:lnTo>
                          <a:pt x="30" y="1"/>
                        </a:lnTo>
                        <a:lnTo>
                          <a:pt x="27" y="1"/>
                        </a:lnTo>
                        <a:lnTo>
                          <a:pt x="26" y="1"/>
                        </a:lnTo>
                        <a:lnTo>
                          <a:pt x="23" y="0"/>
                        </a:lnTo>
                        <a:lnTo>
                          <a:pt x="20" y="1"/>
                        </a:lnTo>
                        <a:lnTo>
                          <a:pt x="19" y="1"/>
                        </a:lnTo>
                        <a:lnTo>
                          <a:pt x="18" y="3"/>
                        </a:lnTo>
                        <a:lnTo>
                          <a:pt x="16" y="3"/>
                        </a:lnTo>
                        <a:lnTo>
                          <a:pt x="16" y="3"/>
                        </a:lnTo>
                        <a:lnTo>
                          <a:pt x="16" y="3"/>
                        </a:lnTo>
                        <a:lnTo>
                          <a:pt x="15" y="3"/>
                        </a:lnTo>
                        <a:lnTo>
                          <a:pt x="11" y="5"/>
                        </a:lnTo>
                        <a:lnTo>
                          <a:pt x="13" y="7"/>
                        </a:lnTo>
                        <a:lnTo>
                          <a:pt x="13" y="9"/>
                        </a:lnTo>
                        <a:lnTo>
                          <a:pt x="20" y="18"/>
                        </a:lnTo>
                        <a:lnTo>
                          <a:pt x="22" y="28"/>
                        </a:lnTo>
                        <a:lnTo>
                          <a:pt x="26" y="35"/>
                        </a:lnTo>
                        <a:lnTo>
                          <a:pt x="24" y="41"/>
                        </a:lnTo>
                        <a:lnTo>
                          <a:pt x="20" y="46"/>
                        </a:lnTo>
                        <a:lnTo>
                          <a:pt x="23" y="47"/>
                        </a:lnTo>
                        <a:lnTo>
                          <a:pt x="23" y="53"/>
                        </a:lnTo>
                        <a:lnTo>
                          <a:pt x="24" y="57"/>
                        </a:lnTo>
                        <a:lnTo>
                          <a:pt x="24" y="60"/>
                        </a:lnTo>
                        <a:lnTo>
                          <a:pt x="30" y="69"/>
                        </a:lnTo>
                        <a:lnTo>
                          <a:pt x="30" y="71"/>
                        </a:lnTo>
                        <a:lnTo>
                          <a:pt x="31" y="73"/>
                        </a:lnTo>
                        <a:lnTo>
                          <a:pt x="31" y="85"/>
                        </a:lnTo>
                        <a:lnTo>
                          <a:pt x="26" y="96"/>
                        </a:lnTo>
                        <a:lnTo>
                          <a:pt x="24" y="96"/>
                        </a:lnTo>
                        <a:lnTo>
                          <a:pt x="18" y="100"/>
                        </a:lnTo>
                        <a:lnTo>
                          <a:pt x="18" y="104"/>
                        </a:lnTo>
                        <a:lnTo>
                          <a:pt x="11" y="111"/>
                        </a:lnTo>
                        <a:lnTo>
                          <a:pt x="9" y="117"/>
                        </a:lnTo>
                        <a:lnTo>
                          <a:pt x="8" y="117"/>
                        </a:lnTo>
                        <a:lnTo>
                          <a:pt x="8" y="129"/>
                        </a:lnTo>
                        <a:lnTo>
                          <a:pt x="5" y="133"/>
                        </a:lnTo>
                        <a:lnTo>
                          <a:pt x="4" y="138"/>
                        </a:lnTo>
                        <a:lnTo>
                          <a:pt x="0" y="144"/>
                        </a:lnTo>
                        <a:lnTo>
                          <a:pt x="0" y="148"/>
                        </a:lnTo>
                        <a:lnTo>
                          <a:pt x="0" y="153"/>
                        </a:lnTo>
                        <a:lnTo>
                          <a:pt x="0" y="160"/>
                        </a:lnTo>
                        <a:lnTo>
                          <a:pt x="0" y="164"/>
                        </a:lnTo>
                        <a:lnTo>
                          <a:pt x="0" y="166"/>
                        </a:lnTo>
                        <a:lnTo>
                          <a:pt x="0" y="166"/>
                        </a:lnTo>
                        <a:lnTo>
                          <a:pt x="1" y="167"/>
                        </a:lnTo>
                        <a:lnTo>
                          <a:pt x="3" y="167"/>
                        </a:lnTo>
                        <a:lnTo>
                          <a:pt x="4" y="167"/>
                        </a:lnTo>
                        <a:lnTo>
                          <a:pt x="4" y="164"/>
                        </a:lnTo>
                        <a:lnTo>
                          <a:pt x="5" y="164"/>
                        </a:lnTo>
                        <a:lnTo>
                          <a:pt x="8" y="164"/>
                        </a:lnTo>
                        <a:lnTo>
                          <a:pt x="11" y="166"/>
                        </a:lnTo>
                        <a:lnTo>
                          <a:pt x="12" y="164"/>
                        </a:lnTo>
                        <a:lnTo>
                          <a:pt x="12" y="163"/>
                        </a:lnTo>
                        <a:lnTo>
                          <a:pt x="16" y="160"/>
                        </a:lnTo>
                        <a:lnTo>
                          <a:pt x="18" y="160"/>
                        </a:lnTo>
                        <a:lnTo>
                          <a:pt x="20" y="162"/>
                        </a:lnTo>
                        <a:lnTo>
                          <a:pt x="22" y="162"/>
                        </a:lnTo>
                        <a:lnTo>
                          <a:pt x="22" y="160"/>
                        </a:lnTo>
                        <a:lnTo>
                          <a:pt x="23" y="160"/>
                        </a:lnTo>
                        <a:lnTo>
                          <a:pt x="24" y="162"/>
                        </a:lnTo>
                        <a:lnTo>
                          <a:pt x="26" y="162"/>
                        </a:lnTo>
                        <a:lnTo>
                          <a:pt x="27" y="163"/>
                        </a:lnTo>
                        <a:lnTo>
                          <a:pt x="27" y="164"/>
                        </a:lnTo>
                        <a:lnTo>
                          <a:pt x="27" y="164"/>
                        </a:lnTo>
                        <a:lnTo>
                          <a:pt x="30" y="167"/>
                        </a:lnTo>
                        <a:lnTo>
                          <a:pt x="34" y="168"/>
                        </a:lnTo>
                        <a:lnTo>
                          <a:pt x="35" y="167"/>
                        </a:lnTo>
                        <a:lnTo>
                          <a:pt x="37" y="167"/>
                        </a:lnTo>
                        <a:lnTo>
                          <a:pt x="38" y="166"/>
                        </a:lnTo>
                        <a:lnTo>
                          <a:pt x="39" y="166"/>
                        </a:lnTo>
                        <a:lnTo>
                          <a:pt x="41" y="167"/>
                        </a:lnTo>
                        <a:lnTo>
                          <a:pt x="94" y="167"/>
                        </a:lnTo>
                        <a:lnTo>
                          <a:pt x="95" y="167"/>
                        </a:lnTo>
                        <a:lnTo>
                          <a:pt x="96" y="170"/>
                        </a:lnTo>
                        <a:lnTo>
                          <a:pt x="98" y="171"/>
                        </a:lnTo>
                        <a:lnTo>
                          <a:pt x="100" y="172"/>
                        </a:lnTo>
                        <a:lnTo>
                          <a:pt x="103" y="172"/>
                        </a:lnTo>
                        <a:lnTo>
                          <a:pt x="106" y="172"/>
                        </a:lnTo>
                        <a:lnTo>
                          <a:pt x="107" y="172"/>
                        </a:lnTo>
                        <a:lnTo>
                          <a:pt x="107" y="174"/>
                        </a:lnTo>
                        <a:lnTo>
                          <a:pt x="110" y="175"/>
                        </a:lnTo>
                        <a:lnTo>
                          <a:pt x="111" y="174"/>
                        </a:lnTo>
                        <a:lnTo>
                          <a:pt x="114" y="172"/>
                        </a:lnTo>
                        <a:lnTo>
                          <a:pt x="117" y="174"/>
                        </a:lnTo>
                        <a:lnTo>
                          <a:pt x="119" y="174"/>
                        </a:lnTo>
                        <a:lnTo>
                          <a:pt x="119" y="172"/>
                        </a:lnTo>
                        <a:lnTo>
                          <a:pt x="121" y="172"/>
                        </a:lnTo>
                        <a:lnTo>
                          <a:pt x="122" y="172"/>
                        </a:lnTo>
                        <a:lnTo>
                          <a:pt x="125" y="175"/>
                        </a:lnTo>
                        <a:lnTo>
                          <a:pt x="128" y="176"/>
                        </a:lnTo>
                        <a:lnTo>
                          <a:pt x="130" y="176"/>
                        </a:lnTo>
                        <a:lnTo>
                          <a:pt x="132" y="175"/>
                        </a:lnTo>
                        <a:lnTo>
                          <a:pt x="132" y="175"/>
                        </a:lnTo>
                        <a:lnTo>
                          <a:pt x="133" y="174"/>
                        </a:lnTo>
                        <a:lnTo>
                          <a:pt x="134" y="175"/>
                        </a:lnTo>
                        <a:lnTo>
                          <a:pt x="136" y="175"/>
                        </a:lnTo>
                        <a:lnTo>
                          <a:pt x="137" y="175"/>
                        </a:lnTo>
                        <a:lnTo>
                          <a:pt x="137" y="176"/>
                        </a:lnTo>
                        <a:lnTo>
                          <a:pt x="138" y="176"/>
                        </a:lnTo>
                        <a:lnTo>
                          <a:pt x="140" y="176"/>
                        </a:lnTo>
                        <a:lnTo>
                          <a:pt x="141" y="176"/>
                        </a:lnTo>
                        <a:lnTo>
                          <a:pt x="143" y="176"/>
                        </a:lnTo>
                        <a:lnTo>
                          <a:pt x="143" y="176"/>
                        </a:lnTo>
                        <a:lnTo>
                          <a:pt x="166" y="171"/>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71" name="Freeform 960">
                    <a:extLst>
                      <a:ext uri="{FF2B5EF4-FFF2-40B4-BE49-F238E27FC236}">
                        <a16:creationId xmlns:a16="http://schemas.microsoft.com/office/drawing/2014/main" id="{DCB83EC5-1F2C-94C5-11E7-6CF5B51AC66E}"/>
                      </a:ext>
                    </a:extLst>
                  </p:cNvPr>
                  <p:cNvSpPr>
                    <a:spLocks/>
                  </p:cNvSpPr>
                  <p:nvPr/>
                </p:nvSpPr>
                <p:spPr bwMode="auto">
                  <a:xfrm>
                    <a:off x="9568709" y="3139129"/>
                    <a:ext cx="102111" cy="83944"/>
                  </a:xfrm>
                  <a:custGeom>
                    <a:avLst/>
                    <a:gdLst/>
                    <a:ahLst/>
                    <a:cxnLst>
                      <a:cxn ang="0">
                        <a:pos x="5" y="31"/>
                      </a:cxn>
                      <a:cxn ang="0">
                        <a:pos x="10" y="34"/>
                      </a:cxn>
                      <a:cxn ang="0">
                        <a:pos x="17" y="33"/>
                      </a:cxn>
                      <a:cxn ang="0">
                        <a:pos x="19" y="33"/>
                      </a:cxn>
                      <a:cxn ang="0">
                        <a:pos x="28" y="34"/>
                      </a:cxn>
                      <a:cxn ang="0">
                        <a:pos x="47" y="14"/>
                      </a:cxn>
                      <a:cxn ang="0">
                        <a:pos x="53" y="11"/>
                      </a:cxn>
                      <a:cxn ang="0">
                        <a:pos x="53" y="7"/>
                      </a:cxn>
                      <a:cxn ang="0">
                        <a:pos x="60" y="2"/>
                      </a:cxn>
                      <a:cxn ang="0">
                        <a:pos x="70" y="0"/>
                      </a:cxn>
                      <a:cxn ang="0">
                        <a:pos x="74" y="0"/>
                      </a:cxn>
                      <a:cxn ang="0">
                        <a:pos x="77" y="6"/>
                      </a:cxn>
                      <a:cxn ang="0">
                        <a:pos x="85" y="8"/>
                      </a:cxn>
                      <a:cxn ang="0">
                        <a:pos x="90" y="7"/>
                      </a:cxn>
                      <a:cxn ang="0">
                        <a:pos x="100" y="12"/>
                      </a:cxn>
                      <a:cxn ang="0">
                        <a:pos x="108" y="18"/>
                      </a:cxn>
                      <a:cxn ang="0">
                        <a:pos x="111" y="22"/>
                      </a:cxn>
                      <a:cxn ang="0">
                        <a:pos x="111" y="27"/>
                      </a:cxn>
                      <a:cxn ang="0">
                        <a:pos x="109" y="35"/>
                      </a:cxn>
                      <a:cxn ang="0">
                        <a:pos x="111" y="40"/>
                      </a:cxn>
                      <a:cxn ang="0">
                        <a:pos x="108" y="45"/>
                      </a:cxn>
                      <a:cxn ang="0">
                        <a:pos x="106" y="50"/>
                      </a:cxn>
                      <a:cxn ang="0">
                        <a:pos x="108" y="56"/>
                      </a:cxn>
                      <a:cxn ang="0">
                        <a:pos x="109" y="63"/>
                      </a:cxn>
                      <a:cxn ang="0">
                        <a:pos x="104" y="68"/>
                      </a:cxn>
                      <a:cxn ang="0">
                        <a:pos x="102" y="74"/>
                      </a:cxn>
                      <a:cxn ang="0">
                        <a:pos x="101" y="80"/>
                      </a:cxn>
                      <a:cxn ang="0">
                        <a:pos x="82" y="99"/>
                      </a:cxn>
                      <a:cxn ang="0">
                        <a:pos x="71" y="99"/>
                      </a:cxn>
                      <a:cxn ang="0">
                        <a:pos x="66" y="98"/>
                      </a:cxn>
                      <a:cxn ang="0">
                        <a:pos x="56" y="95"/>
                      </a:cxn>
                      <a:cxn ang="0">
                        <a:pos x="55" y="91"/>
                      </a:cxn>
                      <a:cxn ang="0">
                        <a:pos x="48" y="88"/>
                      </a:cxn>
                      <a:cxn ang="0">
                        <a:pos x="41" y="88"/>
                      </a:cxn>
                      <a:cxn ang="0">
                        <a:pos x="34" y="83"/>
                      </a:cxn>
                      <a:cxn ang="0">
                        <a:pos x="32" y="75"/>
                      </a:cxn>
                      <a:cxn ang="0">
                        <a:pos x="28" y="71"/>
                      </a:cxn>
                      <a:cxn ang="0">
                        <a:pos x="28" y="68"/>
                      </a:cxn>
                      <a:cxn ang="0">
                        <a:pos x="22" y="63"/>
                      </a:cxn>
                      <a:cxn ang="0">
                        <a:pos x="14" y="53"/>
                      </a:cxn>
                      <a:cxn ang="0">
                        <a:pos x="11" y="50"/>
                      </a:cxn>
                      <a:cxn ang="0">
                        <a:pos x="7" y="44"/>
                      </a:cxn>
                      <a:cxn ang="0">
                        <a:pos x="6" y="40"/>
                      </a:cxn>
                      <a:cxn ang="0">
                        <a:pos x="0" y="37"/>
                      </a:cxn>
                      <a:cxn ang="0">
                        <a:pos x="0" y="33"/>
                      </a:cxn>
                      <a:cxn ang="0">
                        <a:pos x="0" y="31"/>
                      </a:cxn>
                    </a:cxnLst>
                    <a:rect l="0" t="0" r="r" b="b"/>
                    <a:pathLst>
                      <a:path w="112" h="101">
                        <a:moveTo>
                          <a:pt x="0" y="31"/>
                        </a:moveTo>
                        <a:lnTo>
                          <a:pt x="2" y="31"/>
                        </a:lnTo>
                        <a:lnTo>
                          <a:pt x="5" y="31"/>
                        </a:lnTo>
                        <a:lnTo>
                          <a:pt x="7" y="33"/>
                        </a:lnTo>
                        <a:lnTo>
                          <a:pt x="9" y="34"/>
                        </a:lnTo>
                        <a:lnTo>
                          <a:pt x="10" y="34"/>
                        </a:lnTo>
                        <a:lnTo>
                          <a:pt x="13" y="33"/>
                        </a:lnTo>
                        <a:lnTo>
                          <a:pt x="15" y="33"/>
                        </a:lnTo>
                        <a:lnTo>
                          <a:pt x="17" y="33"/>
                        </a:lnTo>
                        <a:lnTo>
                          <a:pt x="18" y="33"/>
                        </a:lnTo>
                        <a:lnTo>
                          <a:pt x="19" y="33"/>
                        </a:lnTo>
                        <a:lnTo>
                          <a:pt x="19" y="33"/>
                        </a:lnTo>
                        <a:lnTo>
                          <a:pt x="21" y="35"/>
                        </a:lnTo>
                        <a:lnTo>
                          <a:pt x="24" y="35"/>
                        </a:lnTo>
                        <a:lnTo>
                          <a:pt x="28" y="34"/>
                        </a:lnTo>
                        <a:lnTo>
                          <a:pt x="32" y="29"/>
                        </a:lnTo>
                        <a:lnTo>
                          <a:pt x="39" y="21"/>
                        </a:lnTo>
                        <a:lnTo>
                          <a:pt x="47" y="14"/>
                        </a:lnTo>
                        <a:lnTo>
                          <a:pt x="52" y="12"/>
                        </a:lnTo>
                        <a:lnTo>
                          <a:pt x="53" y="11"/>
                        </a:lnTo>
                        <a:lnTo>
                          <a:pt x="53" y="11"/>
                        </a:lnTo>
                        <a:lnTo>
                          <a:pt x="53" y="10"/>
                        </a:lnTo>
                        <a:lnTo>
                          <a:pt x="53" y="8"/>
                        </a:lnTo>
                        <a:lnTo>
                          <a:pt x="53" y="7"/>
                        </a:lnTo>
                        <a:lnTo>
                          <a:pt x="55" y="4"/>
                        </a:lnTo>
                        <a:lnTo>
                          <a:pt x="59" y="3"/>
                        </a:lnTo>
                        <a:lnTo>
                          <a:pt x="60" y="2"/>
                        </a:lnTo>
                        <a:lnTo>
                          <a:pt x="63" y="0"/>
                        </a:lnTo>
                        <a:lnTo>
                          <a:pt x="66" y="0"/>
                        </a:lnTo>
                        <a:lnTo>
                          <a:pt x="70" y="0"/>
                        </a:lnTo>
                        <a:lnTo>
                          <a:pt x="70" y="0"/>
                        </a:lnTo>
                        <a:lnTo>
                          <a:pt x="71" y="0"/>
                        </a:lnTo>
                        <a:lnTo>
                          <a:pt x="74" y="0"/>
                        </a:lnTo>
                        <a:lnTo>
                          <a:pt x="75" y="0"/>
                        </a:lnTo>
                        <a:lnTo>
                          <a:pt x="77" y="0"/>
                        </a:lnTo>
                        <a:lnTo>
                          <a:pt x="77" y="6"/>
                        </a:lnTo>
                        <a:lnTo>
                          <a:pt x="82" y="6"/>
                        </a:lnTo>
                        <a:lnTo>
                          <a:pt x="83" y="6"/>
                        </a:lnTo>
                        <a:lnTo>
                          <a:pt x="85" y="8"/>
                        </a:lnTo>
                        <a:lnTo>
                          <a:pt x="86" y="7"/>
                        </a:lnTo>
                        <a:lnTo>
                          <a:pt x="87" y="6"/>
                        </a:lnTo>
                        <a:lnTo>
                          <a:pt x="90" y="7"/>
                        </a:lnTo>
                        <a:lnTo>
                          <a:pt x="94" y="10"/>
                        </a:lnTo>
                        <a:lnTo>
                          <a:pt x="97" y="12"/>
                        </a:lnTo>
                        <a:lnTo>
                          <a:pt x="100" y="12"/>
                        </a:lnTo>
                        <a:lnTo>
                          <a:pt x="104" y="14"/>
                        </a:lnTo>
                        <a:lnTo>
                          <a:pt x="106" y="15"/>
                        </a:lnTo>
                        <a:lnTo>
                          <a:pt x="108" y="18"/>
                        </a:lnTo>
                        <a:lnTo>
                          <a:pt x="112" y="18"/>
                        </a:lnTo>
                        <a:lnTo>
                          <a:pt x="112" y="21"/>
                        </a:lnTo>
                        <a:lnTo>
                          <a:pt x="111" y="22"/>
                        </a:lnTo>
                        <a:lnTo>
                          <a:pt x="111" y="25"/>
                        </a:lnTo>
                        <a:lnTo>
                          <a:pt x="111" y="26"/>
                        </a:lnTo>
                        <a:lnTo>
                          <a:pt x="111" y="27"/>
                        </a:lnTo>
                        <a:lnTo>
                          <a:pt x="111" y="30"/>
                        </a:lnTo>
                        <a:lnTo>
                          <a:pt x="109" y="31"/>
                        </a:lnTo>
                        <a:lnTo>
                          <a:pt x="109" y="35"/>
                        </a:lnTo>
                        <a:lnTo>
                          <a:pt x="108" y="38"/>
                        </a:lnTo>
                        <a:lnTo>
                          <a:pt x="109" y="40"/>
                        </a:lnTo>
                        <a:lnTo>
                          <a:pt x="111" y="40"/>
                        </a:lnTo>
                        <a:lnTo>
                          <a:pt x="111" y="41"/>
                        </a:lnTo>
                        <a:lnTo>
                          <a:pt x="108" y="44"/>
                        </a:lnTo>
                        <a:lnTo>
                          <a:pt x="108" y="45"/>
                        </a:lnTo>
                        <a:lnTo>
                          <a:pt x="108" y="48"/>
                        </a:lnTo>
                        <a:lnTo>
                          <a:pt x="106" y="49"/>
                        </a:lnTo>
                        <a:lnTo>
                          <a:pt x="106" y="50"/>
                        </a:lnTo>
                        <a:lnTo>
                          <a:pt x="108" y="53"/>
                        </a:lnTo>
                        <a:lnTo>
                          <a:pt x="109" y="54"/>
                        </a:lnTo>
                        <a:lnTo>
                          <a:pt x="108" y="56"/>
                        </a:lnTo>
                        <a:lnTo>
                          <a:pt x="108" y="59"/>
                        </a:lnTo>
                        <a:lnTo>
                          <a:pt x="109" y="60"/>
                        </a:lnTo>
                        <a:lnTo>
                          <a:pt x="109" y="63"/>
                        </a:lnTo>
                        <a:lnTo>
                          <a:pt x="108" y="65"/>
                        </a:lnTo>
                        <a:lnTo>
                          <a:pt x="105" y="67"/>
                        </a:lnTo>
                        <a:lnTo>
                          <a:pt x="104" y="68"/>
                        </a:lnTo>
                        <a:lnTo>
                          <a:pt x="102" y="69"/>
                        </a:lnTo>
                        <a:lnTo>
                          <a:pt x="102" y="71"/>
                        </a:lnTo>
                        <a:lnTo>
                          <a:pt x="102" y="74"/>
                        </a:lnTo>
                        <a:lnTo>
                          <a:pt x="101" y="75"/>
                        </a:lnTo>
                        <a:lnTo>
                          <a:pt x="101" y="79"/>
                        </a:lnTo>
                        <a:lnTo>
                          <a:pt x="101" y="80"/>
                        </a:lnTo>
                        <a:lnTo>
                          <a:pt x="101" y="86"/>
                        </a:lnTo>
                        <a:lnTo>
                          <a:pt x="85" y="101"/>
                        </a:lnTo>
                        <a:lnTo>
                          <a:pt x="82" y="99"/>
                        </a:lnTo>
                        <a:lnTo>
                          <a:pt x="78" y="98"/>
                        </a:lnTo>
                        <a:lnTo>
                          <a:pt x="74" y="99"/>
                        </a:lnTo>
                        <a:lnTo>
                          <a:pt x="71" y="99"/>
                        </a:lnTo>
                        <a:lnTo>
                          <a:pt x="71" y="99"/>
                        </a:lnTo>
                        <a:lnTo>
                          <a:pt x="68" y="98"/>
                        </a:lnTo>
                        <a:lnTo>
                          <a:pt x="66" y="98"/>
                        </a:lnTo>
                        <a:lnTo>
                          <a:pt x="64" y="95"/>
                        </a:lnTo>
                        <a:lnTo>
                          <a:pt x="62" y="95"/>
                        </a:lnTo>
                        <a:lnTo>
                          <a:pt x="56" y="95"/>
                        </a:lnTo>
                        <a:lnTo>
                          <a:pt x="55" y="94"/>
                        </a:lnTo>
                        <a:lnTo>
                          <a:pt x="55" y="93"/>
                        </a:lnTo>
                        <a:lnTo>
                          <a:pt x="55" y="91"/>
                        </a:lnTo>
                        <a:lnTo>
                          <a:pt x="53" y="90"/>
                        </a:lnTo>
                        <a:lnTo>
                          <a:pt x="51" y="90"/>
                        </a:lnTo>
                        <a:lnTo>
                          <a:pt x="48" y="88"/>
                        </a:lnTo>
                        <a:lnTo>
                          <a:pt x="47" y="88"/>
                        </a:lnTo>
                        <a:lnTo>
                          <a:pt x="43" y="87"/>
                        </a:lnTo>
                        <a:lnTo>
                          <a:pt x="41" y="88"/>
                        </a:lnTo>
                        <a:lnTo>
                          <a:pt x="39" y="87"/>
                        </a:lnTo>
                        <a:lnTo>
                          <a:pt x="37" y="84"/>
                        </a:lnTo>
                        <a:lnTo>
                          <a:pt x="34" y="83"/>
                        </a:lnTo>
                        <a:lnTo>
                          <a:pt x="33" y="80"/>
                        </a:lnTo>
                        <a:lnTo>
                          <a:pt x="33" y="78"/>
                        </a:lnTo>
                        <a:lnTo>
                          <a:pt x="32" y="75"/>
                        </a:lnTo>
                        <a:lnTo>
                          <a:pt x="33" y="74"/>
                        </a:lnTo>
                        <a:lnTo>
                          <a:pt x="30" y="72"/>
                        </a:lnTo>
                        <a:lnTo>
                          <a:pt x="28" y="71"/>
                        </a:lnTo>
                        <a:lnTo>
                          <a:pt x="28" y="69"/>
                        </a:lnTo>
                        <a:lnTo>
                          <a:pt x="28" y="68"/>
                        </a:lnTo>
                        <a:lnTo>
                          <a:pt x="28" y="68"/>
                        </a:lnTo>
                        <a:lnTo>
                          <a:pt x="26" y="67"/>
                        </a:lnTo>
                        <a:lnTo>
                          <a:pt x="25" y="65"/>
                        </a:lnTo>
                        <a:lnTo>
                          <a:pt x="22" y="63"/>
                        </a:lnTo>
                        <a:lnTo>
                          <a:pt x="19" y="61"/>
                        </a:lnTo>
                        <a:lnTo>
                          <a:pt x="15" y="56"/>
                        </a:lnTo>
                        <a:lnTo>
                          <a:pt x="14" y="53"/>
                        </a:lnTo>
                        <a:lnTo>
                          <a:pt x="13" y="53"/>
                        </a:lnTo>
                        <a:lnTo>
                          <a:pt x="11" y="52"/>
                        </a:lnTo>
                        <a:lnTo>
                          <a:pt x="11" y="50"/>
                        </a:lnTo>
                        <a:lnTo>
                          <a:pt x="10" y="49"/>
                        </a:lnTo>
                        <a:lnTo>
                          <a:pt x="9" y="46"/>
                        </a:lnTo>
                        <a:lnTo>
                          <a:pt x="7" y="44"/>
                        </a:lnTo>
                        <a:lnTo>
                          <a:pt x="7" y="44"/>
                        </a:lnTo>
                        <a:lnTo>
                          <a:pt x="7" y="42"/>
                        </a:lnTo>
                        <a:lnTo>
                          <a:pt x="6" y="40"/>
                        </a:lnTo>
                        <a:lnTo>
                          <a:pt x="3" y="40"/>
                        </a:lnTo>
                        <a:lnTo>
                          <a:pt x="3" y="38"/>
                        </a:lnTo>
                        <a:lnTo>
                          <a:pt x="0" y="37"/>
                        </a:lnTo>
                        <a:lnTo>
                          <a:pt x="0" y="35"/>
                        </a:lnTo>
                        <a:lnTo>
                          <a:pt x="0" y="34"/>
                        </a:lnTo>
                        <a:lnTo>
                          <a:pt x="0" y="33"/>
                        </a:lnTo>
                        <a:lnTo>
                          <a:pt x="0" y="31"/>
                        </a:lnTo>
                        <a:lnTo>
                          <a:pt x="0" y="31"/>
                        </a:lnTo>
                        <a:lnTo>
                          <a:pt x="0" y="31"/>
                        </a:lnTo>
                        <a:close/>
                      </a:path>
                    </a:pathLst>
                  </a:custGeom>
                  <a:solidFill>
                    <a:srgbClr val="ECECEC">
                      <a:lumMod val="90000"/>
                    </a:srgbClr>
                  </a:solidFill>
                  <a:ln w="952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72" name="Freeform 961">
                    <a:extLst>
                      <a:ext uri="{FF2B5EF4-FFF2-40B4-BE49-F238E27FC236}">
                        <a16:creationId xmlns:a16="http://schemas.microsoft.com/office/drawing/2014/main" id="{5B61BC74-2875-EB8C-444E-5E1C57BDF922}"/>
                      </a:ext>
                    </a:extLst>
                  </p:cNvPr>
                  <p:cNvSpPr>
                    <a:spLocks/>
                  </p:cNvSpPr>
                  <p:nvPr/>
                </p:nvSpPr>
                <p:spPr bwMode="auto">
                  <a:xfrm>
                    <a:off x="9568709" y="3139129"/>
                    <a:ext cx="102111" cy="83944"/>
                  </a:xfrm>
                  <a:custGeom>
                    <a:avLst/>
                    <a:gdLst/>
                    <a:ahLst/>
                    <a:cxnLst>
                      <a:cxn ang="0">
                        <a:pos x="5" y="31"/>
                      </a:cxn>
                      <a:cxn ang="0">
                        <a:pos x="10" y="34"/>
                      </a:cxn>
                      <a:cxn ang="0">
                        <a:pos x="17" y="33"/>
                      </a:cxn>
                      <a:cxn ang="0">
                        <a:pos x="19" y="33"/>
                      </a:cxn>
                      <a:cxn ang="0">
                        <a:pos x="28" y="34"/>
                      </a:cxn>
                      <a:cxn ang="0">
                        <a:pos x="47" y="14"/>
                      </a:cxn>
                      <a:cxn ang="0">
                        <a:pos x="53" y="11"/>
                      </a:cxn>
                      <a:cxn ang="0">
                        <a:pos x="53" y="7"/>
                      </a:cxn>
                      <a:cxn ang="0">
                        <a:pos x="60" y="2"/>
                      </a:cxn>
                      <a:cxn ang="0">
                        <a:pos x="70" y="0"/>
                      </a:cxn>
                      <a:cxn ang="0">
                        <a:pos x="74" y="0"/>
                      </a:cxn>
                      <a:cxn ang="0">
                        <a:pos x="77" y="6"/>
                      </a:cxn>
                      <a:cxn ang="0">
                        <a:pos x="85" y="8"/>
                      </a:cxn>
                      <a:cxn ang="0">
                        <a:pos x="90" y="7"/>
                      </a:cxn>
                      <a:cxn ang="0">
                        <a:pos x="100" y="12"/>
                      </a:cxn>
                      <a:cxn ang="0">
                        <a:pos x="108" y="18"/>
                      </a:cxn>
                      <a:cxn ang="0">
                        <a:pos x="111" y="22"/>
                      </a:cxn>
                      <a:cxn ang="0">
                        <a:pos x="111" y="27"/>
                      </a:cxn>
                      <a:cxn ang="0">
                        <a:pos x="109" y="35"/>
                      </a:cxn>
                      <a:cxn ang="0">
                        <a:pos x="111" y="40"/>
                      </a:cxn>
                      <a:cxn ang="0">
                        <a:pos x="108" y="45"/>
                      </a:cxn>
                      <a:cxn ang="0">
                        <a:pos x="106" y="50"/>
                      </a:cxn>
                      <a:cxn ang="0">
                        <a:pos x="108" y="56"/>
                      </a:cxn>
                      <a:cxn ang="0">
                        <a:pos x="109" y="63"/>
                      </a:cxn>
                      <a:cxn ang="0">
                        <a:pos x="104" y="68"/>
                      </a:cxn>
                      <a:cxn ang="0">
                        <a:pos x="102" y="74"/>
                      </a:cxn>
                      <a:cxn ang="0">
                        <a:pos x="101" y="80"/>
                      </a:cxn>
                      <a:cxn ang="0">
                        <a:pos x="82" y="99"/>
                      </a:cxn>
                      <a:cxn ang="0">
                        <a:pos x="71" y="99"/>
                      </a:cxn>
                      <a:cxn ang="0">
                        <a:pos x="66" y="98"/>
                      </a:cxn>
                      <a:cxn ang="0">
                        <a:pos x="56" y="95"/>
                      </a:cxn>
                      <a:cxn ang="0">
                        <a:pos x="55" y="91"/>
                      </a:cxn>
                      <a:cxn ang="0">
                        <a:pos x="48" y="88"/>
                      </a:cxn>
                      <a:cxn ang="0">
                        <a:pos x="41" y="88"/>
                      </a:cxn>
                      <a:cxn ang="0">
                        <a:pos x="34" y="83"/>
                      </a:cxn>
                      <a:cxn ang="0">
                        <a:pos x="32" y="75"/>
                      </a:cxn>
                      <a:cxn ang="0">
                        <a:pos x="28" y="71"/>
                      </a:cxn>
                      <a:cxn ang="0">
                        <a:pos x="28" y="68"/>
                      </a:cxn>
                      <a:cxn ang="0">
                        <a:pos x="22" y="63"/>
                      </a:cxn>
                      <a:cxn ang="0">
                        <a:pos x="14" y="53"/>
                      </a:cxn>
                      <a:cxn ang="0">
                        <a:pos x="11" y="50"/>
                      </a:cxn>
                      <a:cxn ang="0">
                        <a:pos x="7" y="44"/>
                      </a:cxn>
                      <a:cxn ang="0">
                        <a:pos x="6" y="40"/>
                      </a:cxn>
                      <a:cxn ang="0">
                        <a:pos x="0" y="37"/>
                      </a:cxn>
                      <a:cxn ang="0">
                        <a:pos x="0" y="33"/>
                      </a:cxn>
                      <a:cxn ang="0">
                        <a:pos x="0" y="31"/>
                      </a:cxn>
                    </a:cxnLst>
                    <a:rect l="0" t="0" r="r" b="b"/>
                    <a:pathLst>
                      <a:path w="112" h="101">
                        <a:moveTo>
                          <a:pt x="0" y="31"/>
                        </a:moveTo>
                        <a:lnTo>
                          <a:pt x="2" y="31"/>
                        </a:lnTo>
                        <a:lnTo>
                          <a:pt x="5" y="31"/>
                        </a:lnTo>
                        <a:lnTo>
                          <a:pt x="7" y="33"/>
                        </a:lnTo>
                        <a:lnTo>
                          <a:pt x="9" y="34"/>
                        </a:lnTo>
                        <a:lnTo>
                          <a:pt x="10" y="34"/>
                        </a:lnTo>
                        <a:lnTo>
                          <a:pt x="13" y="33"/>
                        </a:lnTo>
                        <a:lnTo>
                          <a:pt x="15" y="33"/>
                        </a:lnTo>
                        <a:lnTo>
                          <a:pt x="17" y="33"/>
                        </a:lnTo>
                        <a:lnTo>
                          <a:pt x="18" y="33"/>
                        </a:lnTo>
                        <a:lnTo>
                          <a:pt x="19" y="33"/>
                        </a:lnTo>
                        <a:lnTo>
                          <a:pt x="19" y="33"/>
                        </a:lnTo>
                        <a:lnTo>
                          <a:pt x="21" y="35"/>
                        </a:lnTo>
                        <a:lnTo>
                          <a:pt x="24" y="35"/>
                        </a:lnTo>
                        <a:lnTo>
                          <a:pt x="28" y="34"/>
                        </a:lnTo>
                        <a:lnTo>
                          <a:pt x="32" y="29"/>
                        </a:lnTo>
                        <a:lnTo>
                          <a:pt x="39" y="21"/>
                        </a:lnTo>
                        <a:lnTo>
                          <a:pt x="47" y="14"/>
                        </a:lnTo>
                        <a:lnTo>
                          <a:pt x="52" y="12"/>
                        </a:lnTo>
                        <a:lnTo>
                          <a:pt x="53" y="11"/>
                        </a:lnTo>
                        <a:lnTo>
                          <a:pt x="53" y="11"/>
                        </a:lnTo>
                        <a:lnTo>
                          <a:pt x="53" y="10"/>
                        </a:lnTo>
                        <a:lnTo>
                          <a:pt x="53" y="8"/>
                        </a:lnTo>
                        <a:lnTo>
                          <a:pt x="53" y="7"/>
                        </a:lnTo>
                        <a:lnTo>
                          <a:pt x="55" y="4"/>
                        </a:lnTo>
                        <a:lnTo>
                          <a:pt x="59" y="3"/>
                        </a:lnTo>
                        <a:lnTo>
                          <a:pt x="60" y="2"/>
                        </a:lnTo>
                        <a:lnTo>
                          <a:pt x="63" y="0"/>
                        </a:lnTo>
                        <a:lnTo>
                          <a:pt x="66" y="0"/>
                        </a:lnTo>
                        <a:lnTo>
                          <a:pt x="70" y="0"/>
                        </a:lnTo>
                        <a:lnTo>
                          <a:pt x="70" y="0"/>
                        </a:lnTo>
                        <a:lnTo>
                          <a:pt x="71" y="0"/>
                        </a:lnTo>
                        <a:lnTo>
                          <a:pt x="74" y="0"/>
                        </a:lnTo>
                        <a:lnTo>
                          <a:pt x="75" y="0"/>
                        </a:lnTo>
                        <a:lnTo>
                          <a:pt x="77" y="0"/>
                        </a:lnTo>
                        <a:lnTo>
                          <a:pt x="77" y="6"/>
                        </a:lnTo>
                        <a:lnTo>
                          <a:pt x="82" y="6"/>
                        </a:lnTo>
                        <a:lnTo>
                          <a:pt x="83" y="6"/>
                        </a:lnTo>
                        <a:lnTo>
                          <a:pt x="85" y="8"/>
                        </a:lnTo>
                        <a:lnTo>
                          <a:pt x="86" y="7"/>
                        </a:lnTo>
                        <a:lnTo>
                          <a:pt x="87" y="6"/>
                        </a:lnTo>
                        <a:lnTo>
                          <a:pt x="90" y="7"/>
                        </a:lnTo>
                        <a:lnTo>
                          <a:pt x="94" y="10"/>
                        </a:lnTo>
                        <a:lnTo>
                          <a:pt x="97" y="12"/>
                        </a:lnTo>
                        <a:lnTo>
                          <a:pt x="100" y="12"/>
                        </a:lnTo>
                        <a:lnTo>
                          <a:pt x="104" y="14"/>
                        </a:lnTo>
                        <a:lnTo>
                          <a:pt x="106" y="15"/>
                        </a:lnTo>
                        <a:lnTo>
                          <a:pt x="108" y="18"/>
                        </a:lnTo>
                        <a:lnTo>
                          <a:pt x="112" y="18"/>
                        </a:lnTo>
                        <a:lnTo>
                          <a:pt x="112" y="21"/>
                        </a:lnTo>
                        <a:lnTo>
                          <a:pt x="111" y="22"/>
                        </a:lnTo>
                        <a:lnTo>
                          <a:pt x="111" y="25"/>
                        </a:lnTo>
                        <a:lnTo>
                          <a:pt x="111" y="26"/>
                        </a:lnTo>
                        <a:lnTo>
                          <a:pt x="111" y="27"/>
                        </a:lnTo>
                        <a:lnTo>
                          <a:pt x="111" y="30"/>
                        </a:lnTo>
                        <a:lnTo>
                          <a:pt x="109" y="31"/>
                        </a:lnTo>
                        <a:lnTo>
                          <a:pt x="109" y="35"/>
                        </a:lnTo>
                        <a:lnTo>
                          <a:pt x="108" y="38"/>
                        </a:lnTo>
                        <a:lnTo>
                          <a:pt x="109" y="40"/>
                        </a:lnTo>
                        <a:lnTo>
                          <a:pt x="111" y="40"/>
                        </a:lnTo>
                        <a:lnTo>
                          <a:pt x="111" y="41"/>
                        </a:lnTo>
                        <a:lnTo>
                          <a:pt x="108" y="44"/>
                        </a:lnTo>
                        <a:lnTo>
                          <a:pt x="108" y="45"/>
                        </a:lnTo>
                        <a:lnTo>
                          <a:pt x="108" y="48"/>
                        </a:lnTo>
                        <a:lnTo>
                          <a:pt x="106" y="49"/>
                        </a:lnTo>
                        <a:lnTo>
                          <a:pt x="106" y="50"/>
                        </a:lnTo>
                        <a:lnTo>
                          <a:pt x="108" y="53"/>
                        </a:lnTo>
                        <a:lnTo>
                          <a:pt x="109" y="54"/>
                        </a:lnTo>
                        <a:lnTo>
                          <a:pt x="108" y="56"/>
                        </a:lnTo>
                        <a:lnTo>
                          <a:pt x="108" y="59"/>
                        </a:lnTo>
                        <a:lnTo>
                          <a:pt x="109" y="60"/>
                        </a:lnTo>
                        <a:lnTo>
                          <a:pt x="109" y="63"/>
                        </a:lnTo>
                        <a:lnTo>
                          <a:pt x="108" y="65"/>
                        </a:lnTo>
                        <a:lnTo>
                          <a:pt x="105" y="67"/>
                        </a:lnTo>
                        <a:lnTo>
                          <a:pt x="104" y="68"/>
                        </a:lnTo>
                        <a:lnTo>
                          <a:pt x="102" y="69"/>
                        </a:lnTo>
                        <a:lnTo>
                          <a:pt x="102" y="71"/>
                        </a:lnTo>
                        <a:lnTo>
                          <a:pt x="102" y="74"/>
                        </a:lnTo>
                        <a:lnTo>
                          <a:pt x="101" y="75"/>
                        </a:lnTo>
                        <a:lnTo>
                          <a:pt x="101" y="79"/>
                        </a:lnTo>
                        <a:lnTo>
                          <a:pt x="101" y="80"/>
                        </a:lnTo>
                        <a:lnTo>
                          <a:pt x="101" y="86"/>
                        </a:lnTo>
                        <a:lnTo>
                          <a:pt x="85" y="101"/>
                        </a:lnTo>
                        <a:lnTo>
                          <a:pt x="82" y="99"/>
                        </a:lnTo>
                        <a:lnTo>
                          <a:pt x="78" y="98"/>
                        </a:lnTo>
                        <a:lnTo>
                          <a:pt x="74" y="99"/>
                        </a:lnTo>
                        <a:lnTo>
                          <a:pt x="71" y="99"/>
                        </a:lnTo>
                        <a:lnTo>
                          <a:pt x="71" y="99"/>
                        </a:lnTo>
                        <a:lnTo>
                          <a:pt x="68" y="98"/>
                        </a:lnTo>
                        <a:lnTo>
                          <a:pt x="66" y="98"/>
                        </a:lnTo>
                        <a:lnTo>
                          <a:pt x="64" y="95"/>
                        </a:lnTo>
                        <a:lnTo>
                          <a:pt x="62" y="95"/>
                        </a:lnTo>
                        <a:lnTo>
                          <a:pt x="56" y="95"/>
                        </a:lnTo>
                        <a:lnTo>
                          <a:pt x="55" y="94"/>
                        </a:lnTo>
                        <a:lnTo>
                          <a:pt x="55" y="93"/>
                        </a:lnTo>
                        <a:lnTo>
                          <a:pt x="55" y="91"/>
                        </a:lnTo>
                        <a:lnTo>
                          <a:pt x="53" y="90"/>
                        </a:lnTo>
                        <a:lnTo>
                          <a:pt x="51" y="90"/>
                        </a:lnTo>
                        <a:lnTo>
                          <a:pt x="48" y="88"/>
                        </a:lnTo>
                        <a:lnTo>
                          <a:pt x="47" y="88"/>
                        </a:lnTo>
                        <a:lnTo>
                          <a:pt x="43" y="87"/>
                        </a:lnTo>
                        <a:lnTo>
                          <a:pt x="41" y="88"/>
                        </a:lnTo>
                        <a:lnTo>
                          <a:pt x="39" y="87"/>
                        </a:lnTo>
                        <a:lnTo>
                          <a:pt x="37" y="84"/>
                        </a:lnTo>
                        <a:lnTo>
                          <a:pt x="34" y="83"/>
                        </a:lnTo>
                        <a:lnTo>
                          <a:pt x="33" y="80"/>
                        </a:lnTo>
                        <a:lnTo>
                          <a:pt x="33" y="78"/>
                        </a:lnTo>
                        <a:lnTo>
                          <a:pt x="32" y="75"/>
                        </a:lnTo>
                        <a:lnTo>
                          <a:pt x="33" y="74"/>
                        </a:lnTo>
                        <a:lnTo>
                          <a:pt x="30" y="72"/>
                        </a:lnTo>
                        <a:lnTo>
                          <a:pt x="28" y="71"/>
                        </a:lnTo>
                        <a:lnTo>
                          <a:pt x="28" y="69"/>
                        </a:lnTo>
                        <a:lnTo>
                          <a:pt x="28" y="68"/>
                        </a:lnTo>
                        <a:lnTo>
                          <a:pt x="28" y="68"/>
                        </a:lnTo>
                        <a:lnTo>
                          <a:pt x="26" y="67"/>
                        </a:lnTo>
                        <a:lnTo>
                          <a:pt x="25" y="65"/>
                        </a:lnTo>
                        <a:lnTo>
                          <a:pt x="22" y="63"/>
                        </a:lnTo>
                        <a:lnTo>
                          <a:pt x="19" y="61"/>
                        </a:lnTo>
                        <a:lnTo>
                          <a:pt x="15" y="56"/>
                        </a:lnTo>
                        <a:lnTo>
                          <a:pt x="14" y="53"/>
                        </a:lnTo>
                        <a:lnTo>
                          <a:pt x="13" y="53"/>
                        </a:lnTo>
                        <a:lnTo>
                          <a:pt x="11" y="52"/>
                        </a:lnTo>
                        <a:lnTo>
                          <a:pt x="11" y="50"/>
                        </a:lnTo>
                        <a:lnTo>
                          <a:pt x="10" y="49"/>
                        </a:lnTo>
                        <a:lnTo>
                          <a:pt x="9" y="46"/>
                        </a:lnTo>
                        <a:lnTo>
                          <a:pt x="7" y="44"/>
                        </a:lnTo>
                        <a:lnTo>
                          <a:pt x="7" y="44"/>
                        </a:lnTo>
                        <a:lnTo>
                          <a:pt x="7" y="42"/>
                        </a:lnTo>
                        <a:lnTo>
                          <a:pt x="6" y="40"/>
                        </a:lnTo>
                        <a:lnTo>
                          <a:pt x="3" y="40"/>
                        </a:lnTo>
                        <a:lnTo>
                          <a:pt x="3" y="38"/>
                        </a:lnTo>
                        <a:lnTo>
                          <a:pt x="0" y="37"/>
                        </a:lnTo>
                        <a:lnTo>
                          <a:pt x="0" y="35"/>
                        </a:lnTo>
                        <a:lnTo>
                          <a:pt x="0" y="34"/>
                        </a:lnTo>
                        <a:lnTo>
                          <a:pt x="0" y="33"/>
                        </a:lnTo>
                        <a:lnTo>
                          <a:pt x="0" y="31"/>
                        </a:lnTo>
                        <a:lnTo>
                          <a:pt x="0" y="31"/>
                        </a:lnTo>
                        <a:lnTo>
                          <a:pt x="0" y="31"/>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73" name="Freeform 962">
                    <a:extLst>
                      <a:ext uri="{FF2B5EF4-FFF2-40B4-BE49-F238E27FC236}">
                        <a16:creationId xmlns:a16="http://schemas.microsoft.com/office/drawing/2014/main" id="{32CACAFE-20D2-B9B6-7C45-6F9EA54BCF37}"/>
                      </a:ext>
                    </a:extLst>
                  </p:cNvPr>
                  <p:cNvSpPr>
                    <a:spLocks/>
                  </p:cNvSpPr>
                  <p:nvPr/>
                </p:nvSpPr>
                <p:spPr bwMode="auto">
                  <a:xfrm>
                    <a:off x="9498508" y="3164894"/>
                    <a:ext cx="121257" cy="111370"/>
                  </a:xfrm>
                  <a:custGeom>
                    <a:avLst/>
                    <a:gdLst/>
                    <a:ahLst/>
                    <a:cxnLst>
                      <a:cxn ang="0">
                        <a:pos x="77" y="3"/>
                      </a:cxn>
                      <a:cxn ang="0">
                        <a:pos x="80" y="7"/>
                      </a:cxn>
                      <a:cxn ang="0">
                        <a:pos x="84" y="11"/>
                      </a:cxn>
                      <a:cxn ang="0">
                        <a:pos x="86" y="15"/>
                      </a:cxn>
                      <a:cxn ang="0">
                        <a:pos x="88" y="21"/>
                      </a:cxn>
                      <a:cxn ang="0">
                        <a:pos x="92" y="25"/>
                      </a:cxn>
                      <a:cxn ang="0">
                        <a:pos x="102" y="34"/>
                      </a:cxn>
                      <a:cxn ang="0">
                        <a:pos x="105" y="37"/>
                      </a:cxn>
                      <a:cxn ang="0">
                        <a:pos x="107" y="41"/>
                      </a:cxn>
                      <a:cxn ang="0">
                        <a:pos x="110" y="47"/>
                      </a:cxn>
                      <a:cxn ang="0">
                        <a:pos x="114" y="53"/>
                      </a:cxn>
                      <a:cxn ang="0">
                        <a:pos x="120" y="56"/>
                      </a:cxn>
                      <a:cxn ang="0">
                        <a:pos x="128" y="59"/>
                      </a:cxn>
                      <a:cxn ang="0">
                        <a:pos x="132" y="62"/>
                      </a:cxn>
                      <a:cxn ang="0">
                        <a:pos x="132" y="66"/>
                      </a:cxn>
                      <a:cxn ang="0">
                        <a:pos x="126" y="67"/>
                      </a:cxn>
                      <a:cxn ang="0">
                        <a:pos x="124" y="71"/>
                      </a:cxn>
                      <a:cxn ang="0">
                        <a:pos x="118" y="74"/>
                      </a:cxn>
                      <a:cxn ang="0">
                        <a:pos x="111" y="76"/>
                      </a:cxn>
                      <a:cxn ang="0">
                        <a:pos x="107" y="81"/>
                      </a:cxn>
                      <a:cxn ang="0">
                        <a:pos x="103" y="82"/>
                      </a:cxn>
                      <a:cxn ang="0">
                        <a:pos x="96" y="91"/>
                      </a:cxn>
                      <a:cxn ang="0">
                        <a:pos x="95" y="96"/>
                      </a:cxn>
                      <a:cxn ang="0">
                        <a:pos x="91" y="100"/>
                      </a:cxn>
                      <a:cxn ang="0">
                        <a:pos x="88" y="102"/>
                      </a:cxn>
                      <a:cxn ang="0">
                        <a:pos x="82" y="105"/>
                      </a:cxn>
                      <a:cxn ang="0">
                        <a:pos x="79" y="112"/>
                      </a:cxn>
                      <a:cxn ang="0">
                        <a:pos x="79" y="117"/>
                      </a:cxn>
                      <a:cxn ang="0">
                        <a:pos x="73" y="117"/>
                      </a:cxn>
                      <a:cxn ang="0">
                        <a:pos x="65" y="119"/>
                      </a:cxn>
                      <a:cxn ang="0">
                        <a:pos x="54" y="116"/>
                      </a:cxn>
                      <a:cxn ang="0">
                        <a:pos x="46" y="113"/>
                      </a:cxn>
                      <a:cxn ang="0">
                        <a:pos x="37" y="123"/>
                      </a:cxn>
                      <a:cxn ang="0">
                        <a:pos x="29" y="128"/>
                      </a:cxn>
                      <a:cxn ang="0">
                        <a:pos x="20" y="134"/>
                      </a:cxn>
                      <a:cxn ang="0">
                        <a:pos x="12" y="132"/>
                      </a:cxn>
                      <a:cxn ang="0">
                        <a:pos x="10" y="125"/>
                      </a:cxn>
                      <a:cxn ang="0">
                        <a:pos x="5" y="110"/>
                      </a:cxn>
                      <a:cxn ang="0">
                        <a:pos x="0" y="106"/>
                      </a:cxn>
                      <a:cxn ang="0">
                        <a:pos x="15" y="62"/>
                      </a:cxn>
                      <a:cxn ang="0">
                        <a:pos x="42" y="7"/>
                      </a:cxn>
                      <a:cxn ang="0">
                        <a:pos x="49" y="6"/>
                      </a:cxn>
                      <a:cxn ang="0">
                        <a:pos x="52" y="10"/>
                      </a:cxn>
                      <a:cxn ang="0">
                        <a:pos x="52" y="13"/>
                      </a:cxn>
                      <a:cxn ang="0">
                        <a:pos x="63" y="3"/>
                      </a:cxn>
                      <a:cxn ang="0">
                        <a:pos x="68" y="4"/>
                      </a:cxn>
                      <a:cxn ang="0">
                        <a:pos x="77" y="0"/>
                      </a:cxn>
                    </a:cxnLst>
                    <a:rect l="0" t="0" r="r" b="b"/>
                    <a:pathLst>
                      <a:path w="133" h="134">
                        <a:moveTo>
                          <a:pt x="77" y="0"/>
                        </a:moveTo>
                        <a:lnTo>
                          <a:pt x="77" y="2"/>
                        </a:lnTo>
                        <a:lnTo>
                          <a:pt x="77" y="3"/>
                        </a:lnTo>
                        <a:lnTo>
                          <a:pt x="77" y="4"/>
                        </a:lnTo>
                        <a:lnTo>
                          <a:pt x="77" y="6"/>
                        </a:lnTo>
                        <a:lnTo>
                          <a:pt x="80" y="7"/>
                        </a:lnTo>
                        <a:lnTo>
                          <a:pt x="80" y="9"/>
                        </a:lnTo>
                        <a:lnTo>
                          <a:pt x="83" y="9"/>
                        </a:lnTo>
                        <a:lnTo>
                          <a:pt x="84" y="11"/>
                        </a:lnTo>
                        <a:lnTo>
                          <a:pt x="84" y="13"/>
                        </a:lnTo>
                        <a:lnTo>
                          <a:pt x="84" y="13"/>
                        </a:lnTo>
                        <a:lnTo>
                          <a:pt x="86" y="15"/>
                        </a:lnTo>
                        <a:lnTo>
                          <a:pt x="87" y="18"/>
                        </a:lnTo>
                        <a:lnTo>
                          <a:pt x="88" y="19"/>
                        </a:lnTo>
                        <a:lnTo>
                          <a:pt x="88" y="21"/>
                        </a:lnTo>
                        <a:lnTo>
                          <a:pt x="90" y="22"/>
                        </a:lnTo>
                        <a:lnTo>
                          <a:pt x="91" y="22"/>
                        </a:lnTo>
                        <a:lnTo>
                          <a:pt x="92" y="25"/>
                        </a:lnTo>
                        <a:lnTo>
                          <a:pt x="96" y="30"/>
                        </a:lnTo>
                        <a:lnTo>
                          <a:pt x="99" y="32"/>
                        </a:lnTo>
                        <a:lnTo>
                          <a:pt x="102" y="34"/>
                        </a:lnTo>
                        <a:lnTo>
                          <a:pt x="103" y="36"/>
                        </a:lnTo>
                        <a:lnTo>
                          <a:pt x="105" y="37"/>
                        </a:lnTo>
                        <a:lnTo>
                          <a:pt x="105" y="37"/>
                        </a:lnTo>
                        <a:lnTo>
                          <a:pt x="105" y="38"/>
                        </a:lnTo>
                        <a:lnTo>
                          <a:pt x="105" y="40"/>
                        </a:lnTo>
                        <a:lnTo>
                          <a:pt x="107" y="41"/>
                        </a:lnTo>
                        <a:lnTo>
                          <a:pt x="110" y="43"/>
                        </a:lnTo>
                        <a:lnTo>
                          <a:pt x="109" y="44"/>
                        </a:lnTo>
                        <a:lnTo>
                          <a:pt x="110" y="47"/>
                        </a:lnTo>
                        <a:lnTo>
                          <a:pt x="110" y="49"/>
                        </a:lnTo>
                        <a:lnTo>
                          <a:pt x="111" y="52"/>
                        </a:lnTo>
                        <a:lnTo>
                          <a:pt x="114" y="53"/>
                        </a:lnTo>
                        <a:lnTo>
                          <a:pt x="116" y="56"/>
                        </a:lnTo>
                        <a:lnTo>
                          <a:pt x="118" y="57"/>
                        </a:lnTo>
                        <a:lnTo>
                          <a:pt x="120" y="56"/>
                        </a:lnTo>
                        <a:lnTo>
                          <a:pt x="124" y="57"/>
                        </a:lnTo>
                        <a:lnTo>
                          <a:pt x="125" y="57"/>
                        </a:lnTo>
                        <a:lnTo>
                          <a:pt x="128" y="59"/>
                        </a:lnTo>
                        <a:lnTo>
                          <a:pt x="130" y="59"/>
                        </a:lnTo>
                        <a:lnTo>
                          <a:pt x="132" y="60"/>
                        </a:lnTo>
                        <a:lnTo>
                          <a:pt x="132" y="62"/>
                        </a:lnTo>
                        <a:lnTo>
                          <a:pt x="132" y="63"/>
                        </a:lnTo>
                        <a:lnTo>
                          <a:pt x="133" y="64"/>
                        </a:lnTo>
                        <a:lnTo>
                          <a:pt x="132" y="66"/>
                        </a:lnTo>
                        <a:lnTo>
                          <a:pt x="130" y="66"/>
                        </a:lnTo>
                        <a:lnTo>
                          <a:pt x="128" y="66"/>
                        </a:lnTo>
                        <a:lnTo>
                          <a:pt x="126" y="67"/>
                        </a:lnTo>
                        <a:lnTo>
                          <a:pt x="126" y="68"/>
                        </a:lnTo>
                        <a:lnTo>
                          <a:pt x="126" y="71"/>
                        </a:lnTo>
                        <a:lnTo>
                          <a:pt x="124" y="71"/>
                        </a:lnTo>
                        <a:lnTo>
                          <a:pt x="122" y="74"/>
                        </a:lnTo>
                        <a:lnTo>
                          <a:pt x="120" y="74"/>
                        </a:lnTo>
                        <a:lnTo>
                          <a:pt x="118" y="74"/>
                        </a:lnTo>
                        <a:lnTo>
                          <a:pt x="117" y="74"/>
                        </a:lnTo>
                        <a:lnTo>
                          <a:pt x="114" y="74"/>
                        </a:lnTo>
                        <a:lnTo>
                          <a:pt x="111" y="76"/>
                        </a:lnTo>
                        <a:lnTo>
                          <a:pt x="110" y="78"/>
                        </a:lnTo>
                        <a:lnTo>
                          <a:pt x="109" y="79"/>
                        </a:lnTo>
                        <a:lnTo>
                          <a:pt x="107" y="81"/>
                        </a:lnTo>
                        <a:lnTo>
                          <a:pt x="106" y="81"/>
                        </a:lnTo>
                        <a:lnTo>
                          <a:pt x="105" y="82"/>
                        </a:lnTo>
                        <a:lnTo>
                          <a:pt x="103" y="82"/>
                        </a:lnTo>
                        <a:lnTo>
                          <a:pt x="101" y="83"/>
                        </a:lnTo>
                        <a:lnTo>
                          <a:pt x="98" y="89"/>
                        </a:lnTo>
                        <a:lnTo>
                          <a:pt x="96" y="91"/>
                        </a:lnTo>
                        <a:lnTo>
                          <a:pt x="98" y="93"/>
                        </a:lnTo>
                        <a:lnTo>
                          <a:pt x="98" y="96"/>
                        </a:lnTo>
                        <a:lnTo>
                          <a:pt x="95" y="96"/>
                        </a:lnTo>
                        <a:lnTo>
                          <a:pt x="95" y="97"/>
                        </a:lnTo>
                        <a:lnTo>
                          <a:pt x="92" y="97"/>
                        </a:lnTo>
                        <a:lnTo>
                          <a:pt x="91" y="100"/>
                        </a:lnTo>
                        <a:lnTo>
                          <a:pt x="90" y="101"/>
                        </a:lnTo>
                        <a:lnTo>
                          <a:pt x="90" y="101"/>
                        </a:lnTo>
                        <a:lnTo>
                          <a:pt x="88" y="102"/>
                        </a:lnTo>
                        <a:lnTo>
                          <a:pt x="87" y="104"/>
                        </a:lnTo>
                        <a:lnTo>
                          <a:pt x="84" y="104"/>
                        </a:lnTo>
                        <a:lnTo>
                          <a:pt x="82" y="105"/>
                        </a:lnTo>
                        <a:lnTo>
                          <a:pt x="80" y="108"/>
                        </a:lnTo>
                        <a:lnTo>
                          <a:pt x="80" y="110"/>
                        </a:lnTo>
                        <a:lnTo>
                          <a:pt x="79" y="112"/>
                        </a:lnTo>
                        <a:lnTo>
                          <a:pt x="79" y="115"/>
                        </a:lnTo>
                        <a:lnTo>
                          <a:pt x="79" y="117"/>
                        </a:lnTo>
                        <a:lnTo>
                          <a:pt x="79" y="117"/>
                        </a:lnTo>
                        <a:lnTo>
                          <a:pt x="76" y="120"/>
                        </a:lnTo>
                        <a:lnTo>
                          <a:pt x="75" y="119"/>
                        </a:lnTo>
                        <a:lnTo>
                          <a:pt x="73" y="117"/>
                        </a:lnTo>
                        <a:lnTo>
                          <a:pt x="71" y="119"/>
                        </a:lnTo>
                        <a:lnTo>
                          <a:pt x="68" y="119"/>
                        </a:lnTo>
                        <a:lnTo>
                          <a:pt x="65" y="119"/>
                        </a:lnTo>
                        <a:lnTo>
                          <a:pt x="63" y="119"/>
                        </a:lnTo>
                        <a:lnTo>
                          <a:pt x="60" y="119"/>
                        </a:lnTo>
                        <a:lnTo>
                          <a:pt x="54" y="116"/>
                        </a:lnTo>
                        <a:lnTo>
                          <a:pt x="53" y="116"/>
                        </a:lnTo>
                        <a:lnTo>
                          <a:pt x="52" y="113"/>
                        </a:lnTo>
                        <a:lnTo>
                          <a:pt x="46" y="113"/>
                        </a:lnTo>
                        <a:lnTo>
                          <a:pt x="44" y="113"/>
                        </a:lnTo>
                        <a:lnTo>
                          <a:pt x="39" y="116"/>
                        </a:lnTo>
                        <a:lnTo>
                          <a:pt x="37" y="123"/>
                        </a:lnTo>
                        <a:lnTo>
                          <a:pt x="35" y="125"/>
                        </a:lnTo>
                        <a:lnTo>
                          <a:pt x="30" y="127"/>
                        </a:lnTo>
                        <a:lnTo>
                          <a:pt x="29" y="128"/>
                        </a:lnTo>
                        <a:lnTo>
                          <a:pt x="26" y="131"/>
                        </a:lnTo>
                        <a:lnTo>
                          <a:pt x="23" y="131"/>
                        </a:lnTo>
                        <a:lnTo>
                          <a:pt x="20" y="134"/>
                        </a:lnTo>
                        <a:lnTo>
                          <a:pt x="18" y="132"/>
                        </a:lnTo>
                        <a:lnTo>
                          <a:pt x="15" y="134"/>
                        </a:lnTo>
                        <a:lnTo>
                          <a:pt x="12" y="132"/>
                        </a:lnTo>
                        <a:lnTo>
                          <a:pt x="8" y="134"/>
                        </a:lnTo>
                        <a:lnTo>
                          <a:pt x="8" y="131"/>
                        </a:lnTo>
                        <a:lnTo>
                          <a:pt x="10" y="125"/>
                        </a:lnTo>
                        <a:lnTo>
                          <a:pt x="10" y="123"/>
                        </a:lnTo>
                        <a:lnTo>
                          <a:pt x="7" y="115"/>
                        </a:lnTo>
                        <a:lnTo>
                          <a:pt x="5" y="110"/>
                        </a:lnTo>
                        <a:lnTo>
                          <a:pt x="0" y="106"/>
                        </a:lnTo>
                        <a:lnTo>
                          <a:pt x="0" y="106"/>
                        </a:lnTo>
                        <a:lnTo>
                          <a:pt x="0" y="106"/>
                        </a:lnTo>
                        <a:lnTo>
                          <a:pt x="0" y="106"/>
                        </a:lnTo>
                        <a:lnTo>
                          <a:pt x="3" y="62"/>
                        </a:lnTo>
                        <a:lnTo>
                          <a:pt x="15" y="62"/>
                        </a:lnTo>
                        <a:lnTo>
                          <a:pt x="18" y="10"/>
                        </a:lnTo>
                        <a:lnTo>
                          <a:pt x="29" y="11"/>
                        </a:lnTo>
                        <a:lnTo>
                          <a:pt x="42" y="7"/>
                        </a:lnTo>
                        <a:lnTo>
                          <a:pt x="46" y="6"/>
                        </a:lnTo>
                        <a:lnTo>
                          <a:pt x="49" y="6"/>
                        </a:lnTo>
                        <a:lnTo>
                          <a:pt x="49" y="6"/>
                        </a:lnTo>
                        <a:lnTo>
                          <a:pt x="50" y="6"/>
                        </a:lnTo>
                        <a:lnTo>
                          <a:pt x="50" y="9"/>
                        </a:lnTo>
                        <a:lnTo>
                          <a:pt x="52" y="10"/>
                        </a:lnTo>
                        <a:lnTo>
                          <a:pt x="50" y="10"/>
                        </a:lnTo>
                        <a:lnTo>
                          <a:pt x="50" y="13"/>
                        </a:lnTo>
                        <a:lnTo>
                          <a:pt x="52" y="13"/>
                        </a:lnTo>
                        <a:lnTo>
                          <a:pt x="57" y="10"/>
                        </a:lnTo>
                        <a:lnTo>
                          <a:pt x="60" y="6"/>
                        </a:lnTo>
                        <a:lnTo>
                          <a:pt x="63" y="3"/>
                        </a:lnTo>
                        <a:lnTo>
                          <a:pt x="65" y="3"/>
                        </a:lnTo>
                        <a:lnTo>
                          <a:pt x="65" y="3"/>
                        </a:lnTo>
                        <a:lnTo>
                          <a:pt x="68" y="4"/>
                        </a:lnTo>
                        <a:lnTo>
                          <a:pt x="69" y="3"/>
                        </a:lnTo>
                        <a:lnTo>
                          <a:pt x="73" y="0"/>
                        </a:lnTo>
                        <a:lnTo>
                          <a:pt x="77" y="0"/>
                        </a:lnTo>
                        <a:lnTo>
                          <a:pt x="77" y="0"/>
                        </a:lnTo>
                        <a:lnTo>
                          <a:pt x="77" y="0"/>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74" name="Freeform 963">
                    <a:extLst>
                      <a:ext uri="{FF2B5EF4-FFF2-40B4-BE49-F238E27FC236}">
                        <a16:creationId xmlns:a16="http://schemas.microsoft.com/office/drawing/2014/main" id="{FB0C480A-3679-9590-21A8-6DF77D8F8F55}"/>
                      </a:ext>
                    </a:extLst>
                  </p:cNvPr>
                  <p:cNvSpPr>
                    <a:spLocks/>
                  </p:cNvSpPr>
                  <p:nvPr/>
                </p:nvSpPr>
                <p:spPr bwMode="auto">
                  <a:xfrm>
                    <a:off x="9394573" y="3154920"/>
                    <a:ext cx="174136" cy="149602"/>
                  </a:xfrm>
                  <a:custGeom>
                    <a:avLst/>
                    <a:gdLst/>
                    <a:ahLst/>
                    <a:cxnLst>
                      <a:cxn ang="0">
                        <a:pos x="117" y="74"/>
                      </a:cxn>
                      <a:cxn ang="0">
                        <a:pos x="143" y="23"/>
                      </a:cxn>
                      <a:cxn ang="0">
                        <a:pos x="163" y="18"/>
                      </a:cxn>
                      <a:cxn ang="0">
                        <a:pos x="164" y="21"/>
                      </a:cxn>
                      <a:cxn ang="0">
                        <a:pos x="164" y="25"/>
                      </a:cxn>
                      <a:cxn ang="0">
                        <a:pos x="174" y="18"/>
                      </a:cxn>
                      <a:cxn ang="0">
                        <a:pos x="179" y="15"/>
                      </a:cxn>
                      <a:cxn ang="0">
                        <a:pos x="187" y="12"/>
                      </a:cxn>
                      <a:cxn ang="0">
                        <a:pos x="189" y="10"/>
                      </a:cxn>
                      <a:cxn ang="0">
                        <a:pos x="185" y="8"/>
                      </a:cxn>
                      <a:cxn ang="0">
                        <a:pos x="181" y="8"/>
                      </a:cxn>
                      <a:cxn ang="0">
                        <a:pos x="143" y="16"/>
                      </a:cxn>
                      <a:cxn ang="0">
                        <a:pos x="138" y="16"/>
                      </a:cxn>
                      <a:cxn ang="0">
                        <a:pos x="136" y="15"/>
                      </a:cxn>
                      <a:cxn ang="0">
                        <a:pos x="132" y="15"/>
                      </a:cxn>
                      <a:cxn ang="0">
                        <a:pos x="128" y="16"/>
                      </a:cxn>
                      <a:cxn ang="0">
                        <a:pos x="121" y="12"/>
                      </a:cxn>
                      <a:cxn ang="0">
                        <a:pos x="117" y="14"/>
                      </a:cxn>
                      <a:cxn ang="0">
                        <a:pos x="110" y="15"/>
                      </a:cxn>
                      <a:cxn ang="0">
                        <a:pos x="106" y="12"/>
                      </a:cxn>
                      <a:cxn ang="0">
                        <a:pos x="98" y="11"/>
                      </a:cxn>
                      <a:cxn ang="0">
                        <a:pos x="94" y="7"/>
                      </a:cxn>
                      <a:cxn ang="0">
                        <a:pos x="38" y="6"/>
                      </a:cxn>
                      <a:cxn ang="0">
                        <a:pos x="34" y="8"/>
                      </a:cxn>
                      <a:cxn ang="0">
                        <a:pos x="27" y="4"/>
                      </a:cxn>
                      <a:cxn ang="0">
                        <a:pos x="24" y="2"/>
                      </a:cxn>
                      <a:cxn ang="0">
                        <a:pos x="22" y="2"/>
                      </a:cxn>
                      <a:cxn ang="0">
                        <a:pos x="16" y="0"/>
                      </a:cxn>
                      <a:cxn ang="0">
                        <a:pos x="11" y="6"/>
                      </a:cxn>
                      <a:cxn ang="0">
                        <a:pos x="4" y="4"/>
                      </a:cxn>
                      <a:cxn ang="0">
                        <a:pos x="1" y="7"/>
                      </a:cxn>
                      <a:cxn ang="0">
                        <a:pos x="0" y="18"/>
                      </a:cxn>
                      <a:cxn ang="0">
                        <a:pos x="20" y="50"/>
                      </a:cxn>
                      <a:cxn ang="0">
                        <a:pos x="28" y="71"/>
                      </a:cxn>
                      <a:cxn ang="0">
                        <a:pos x="34" y="88"/>
                      </a:cxn>
                      <a:cxn ang="0">
                        <a:pos x="41" y="117"/>
                      </a:cxn>
                      <a:cxn ang="0">
                        <a:pos x="39" y="129"/>
                      </a:cxn>
                      <a:cxn ang="0">
                        <a:pos x="45" y="140"/>
                      </a:cxn>
                      <a:cxn ang="0">
                        <a:pos x="45" y="146"/>
                      </a:cxn>
                      <a:cxn ang="0">
                        <a:pos x="49" y="158"/>
                      </a:cxn>
                      <a:cxn ang="0">
                        <a:pos x="57" y="170"/>
                      </a:cxn>
                      <a:cxn ang="0">
                        <a:pos x="66" y="171"/>
                      </a:cxn>
                      <a:cxn ang="0">
                        <a:pos x="68" y="166"/>
                      </a:cxn>
                      <a:cxn ang="0">
                        <a:pos x="75" y="169"/>
                      </a:cxn>
                      <a:cxn ang="0">
                        <a:pos x="81" y="177"/>
                      </a:cxn>
                      <a:cxn ang="0">
                        <a:pos x="88" y="178"/>
                      </a:cxn>
                      <a:cxn ang="0">
                        <a:pos x="94" y="177"/>
                      </a:cxn>
                      <a:cxn ang="0">
                        <a:pos x="98" y="180"/>
                      </a:cxn>
                      <a:cxn ang="0">
                        <a:pos x="102" y="174"/>
                      </a:cxn>
                      <a:cxn ang="0">
                        <a:pos x="111" y="170"/>
                      </a:cxn>
                      <a:cxn ang="0">
                        <a:pos x="114" y="118"/>
                      </a:cxn>
                    </a:cxnLst>
                    <a:rect l="0" t="0" r="r" b="b"/>
                    <a:pathLst>
                      <a:path w="191" h="180">
                        <a:moveTo>
                          <a:pt x="114" y="118"/>
                        </a:moveTo>
                        <a:lnTo>
                          <a:pt x="114" y="118"/>
                        </a:lnTo>
                        <a:lnTo>
                          <a:pt x="117" y="74"/>
                        </a:lnTo>
                        <a:lnTo>
                          <a:pt x="129" y="74"/>
                        </a:lnTo>
                        <a:lnTo>
                          <a:pt x="132" y="22"/>
                        </a:lnTo>
                        <a:lnTo>
                          <a:pt x="143" y="23"/>
                        </a:lnTo>
                        <a:lnTo>
                          <a:pt x="156" y="19"/>
                        </a:lnTo>
                        <a:lnTo>
                          <a:pt x="160" y="18"/>
                        </a:lnTo>
                        <a:lnTo>
                          <a:pt x="163" y="18"/>
                        </a:lnTo>
                        <a:lnTo>
                          <a:pt x="163" y="18"/>
                        </a:lnTo>
                        <a:lnTo>
                          <a:pt x="164" y="18"/>
                        </a:lnTo>
                        <a:lnTo>
                          <a:pt x="164" y="21"/>
                        </a:lnTo>
                        <a:lnTo>
                          <a:pt x="166" y="22"/>
                        </a:lnTo>
                        <a:lnTo>
                          <a:pt x="164" y="22"/>
                        </a:lnTo>
                        <a:lnTo>
                          <a:pt x="164" y="25"/>
                        </a:lnTo>
                        <a:lnTo>
                          <a:pt x="166" y="25"/>
                        </a:lnTo>
                        <a:lnTo>
                          <a:pt x="171" y="22"/>
                        </a:lnTo>
                        <a:lnTo>
                          <a:pt x="174" y="18"/>
                        </a:lnTo>
                        <a:lnTo>
                          <a:pt x="177" y="15"/>
                        </a:lnTo>
                        <a:lnTo>
                          <a:pt x="179" y="15"/>
                        </a:lnTo>
                        <a:lnTo>
                          <a:pt x="179" y="15"/>
                        </a:lnTo>
                        <a:lnTo>
                          <a:pt x="182" y="16"/>
                        </a:lnTo>
                        <a:lnTo>
                          <a:pt x="183" y="15"/>
                        </a:lnTo>
                        <a:lnTo>
                          <a:pt x="187" y="12"/>
                        </a:lnTo>
                        <a:lnTo>
                          <a:pt x="191" y="12"/>
                        </a:lnTo>
                        <a:lnTo>
                          <a:pt x="189" y="10"/>
                        </a:lnTo>
                        <a:lnTo>
                          <a:pt x="189" y="10"/>
                        </a:lnTo>
                        <a:lnTo>
                          <a:pt x="187" y="8"/>
                        </a:lnTo>
                        <a:lnTo>
                          <a:pt x="186" y="10"/>
                        </a:lnTo>
                        <a:lnTo>
                          <a:pt x="185" y="8"/>
                        </a:lnTo>
                        <a:lnTo>
                          <a:pt x="185" y="8"/>
                        </a:lnTo>
                        <a:lnTo>
                          <a:pt x="183" y="8"/>
                        </a:lnTo>
                        <a:lnTo>
                          <a:pt x="181" y="8"/>
                        </a:lnTo>
                        <a:lnTo>
                          <a:pt x="179" y="8"/>
                        </a:lnTo>
                        <a:lnTo>
                          <a:pt x="143" y="16"/>
                        </a:lnTo>
                        <a:lnTo>
                          <a:pt x="143" y="16"/>
                        </a:lnTo>
                        <a:lnTo>
                          <a:pt x="141" y="16"/>
                        </a:lnTo>
                        <a:lnTo>
                          <a:pt x="140" y="16"/>
                        </a:lnTo>
                        <a:lnTo>
                          <a:pt x="138" y="16"/>
                        </a:lnTo>
                        <a:lnTo>
                          <a:pt x="137" y="16"/>
                        </a:lnTo>
                        <a:lnTo>
                          <a:pt x="137" y="15"/>
                        </a:lnTo>
                        <a:lnTo>
                          <a:pt x="136" y="15"/>
                        </a:lnTo>
                        <a:lnTo>
                          <a:pt x="134" y="15"/>
                        </a:lnTo>
                        <a:lnTo>
                          <a:pt x="133" y="14"/>
                        </a:lnTo>
                        <a:lnTo>
                          <a:pt x="132" y="15"/>
                        </a:lnTo>
                        <a:lnTo>
                          <a:pt x="132" y="15"/>
                        </a:lnTo>
                        <a:lnTo>
                          <a:pt x="130" y="16"/>
                        </a:lnTo>
                        <a:lnTo>
                          <a:pt x="128" y="16"/>
                        </a:lnTo>
                        <a:lnTo>
                          <a:pt x="125" y="15"/>
                        </a:lnTo>
                        <a:lnTo>
                          <a:pt x="122" y="12"/>
                        </a:lnTo>
                        <a:lnTo>
                          <a:pt x="121" y="12"/>
                        </a:lnTo>
                        <a:lnTo>
                          <a:pt x="119" y="12"/>
                        </a:lnTo>
                        <a:lnTo>
                          <a:pt x="119" y="14"/>
                        </a:lnTo>
                        <a:lnTo>
                          <a:pt x="117" y="14"/>
                        </a:lnTo>
                        <a:lnTo>
                          <a:pt x="114" y="12"/>
                        </a:lnTo>
                        <a:lnTo>
                          <a:pt x="111" y="14"/>
                        </a:lnTo>
                        <a:lnTo>
                          <a:pt x="110" y="15"/>
                        </a:lnTo>
                        <a:lnTo>
                          <a:pt x="107" y="14"/>
                        </a:lnTo>
                        <a:lnTo>
                          <a:pt x="107" y="12"/>
                        </a:lnTo>
                        <a:lnTo>
                          <a:pt x="106" y="12"/>
                        </a:lnTo>
                        <a:lnTo>
                          <a:pt x="103" y="12"/>
                        </a:lnTo>
                        <a:lnTo>
                          <a:pt x="100" y="12"/>
                        </a:lnTo>
                        <a:lnTo>
                          <a:pt x="98" y="11"/>
                        </a:lnTo>
                        <a:lnTo>
                          <a:pt x="96" y="10"/>
                        </a:lnTo>
                        <a:lnTo>
                          <a:pt x="95" y="7"/>
                        </a:lnTo>
                        <a:lnTo>
                          <a:pt x="94" y="7"/>
                        </a:lnTo>
                        <a:lnTo>
                          <a:pt x="41" y="7"/>
                        </a:lnTo>
                        <a:lnTo>
                          <a:pt x="39" y="6"/>
                        </a:lnTo>
                        <a:lnTo>
                          <a:pt x="38" y="6"/>
                        </a:lnTo>
                        <a:lnTo>
                          <a:pt x="37" y="7"/>
                        </a:lnTo>
                        <a:lnTo>
                          <a:pt x="35" y="7"/>
                        </a:lnTo>
                        <a:lnTo>
                          <a:pt x="34" y="8"/>
                        </a:lnTo>
                        <a:lnTo>
                          <a:pt x="30" y="7"/>
                        </a:lnTo>
                        <a:lnTo>
                          <a:pt x="27" y="4"/>
                        </a:lnTo>
                        <a:lnTo>
                          <a:pt x="27" y="4"/>
                        </a:lnTo>
                        <a:lnTo>
                          <a:pt x="27" y="3"/>
                        </a:lnTo>
                        <a:lnTo>
                          <a:pt x="26" y="2"/>
                        </a:lnTo>
                        <a:lnTo>
                          <a:pt x="24" y="2"/>
                        </a:lnTo>
                        <a:lnTo>
                          <a:pt x="23" y="0"/>
                        </a:lnTo>
                        <a:lnTo>
                          <a:pt x="22" y="0"/>
                        </a:lnTo>
                        <a:lnTo>
                          <a:pt x="22" y="2"/>
                        </a:lnTo>
                        <a:lnTo>
                          <a:pt x="20" y="2"/>
                        </a:lnTo>
                        <a:lnTo>
                          <a:pt x="18" y="0"/>
                        </a:lnTo>
                        <a:lnTo>
                          <a:pt x="16" y="0"/>
                        </a:lnTo>
                        <a:lnTo>
                          <a:pt x="12" y="3"/>
                        </a:lnTo>
                        <a:lnTo>
                          <a:pt x="12" y="4"/>
                        </a:lnTo>
                        <a:lnTo>
                          <a:pt x="11" y="6"/>
                        </a:lnTo>
                        <a:lnTo>
                          <a:pt x="8" y="4"/>
                        </a:lnTo>
                        <a:lnTo>
                          <a:pt x="5" y="4"/>
                        </a:lnTo>
                        <a:lnTo>
                          <a:pt x="4" y="4"/>
                        </a:lnTo>
                        <a:lnTo>
                          <a:pt x="4" y="7"/>
                        </a:lnTo>
                        <a:lnTo>
                          <a:pt x="3" y="7"/>
                        </a:lnTo>
                        <a:lnTo>
                          <a:pt x="1" y="7"/>
                        </a:lnTo>
                        <a:lnTo>
                          <a:pt x="0" y="6"/>
                        </a:lnTo>
                        <a:lnTo>
                          <a:pt x="0" y="6"/>
                        </a:lnTo>
                        <a:lnTo>
                          <a:pt x="0" y="18"/>
                        </a:lnTo>
                        <a:lnTo>
                          <a:pt x="8" y="26"/>
                        </a:lnTo>
                        <a:lnTo>
                          <a:pt x="13" y="34"/>
                        </a:lnTo>
                        <a:lnTo>
                          <a:pt x="20" y="50"/>
                        </a:lnTo>
                        <a:lnTo>
                          <a:pt x="22" y="56"/>
                        </a:lnTo>
                        <a:lnTo>
                          <a:pt x="28" y="67"/>
                        </a:lnTo>
                        <a:lnTo>
                          <a:pt x="28" y="71"/>
                        </a:lnTo>
                        <a:lnTo>
                          <a:pt x="37" y="82"/>
                        </a:lnTo>
                        <a:lnTo>
                          <a:pt x="37" y="87"/>
                        </a:lnTo>
                        <a:lnTo>
                          <a:pt x="34" y="88"/>
                        </a:lnTo>
                        <a:lnTo>
                          <a:pt x="37" y="95"/>
                        </a:lnTo>
                        <a:lnTo>
                          <a:pt x="37" y="106"/>
                        </a:lnTo>
                        <a:lnTo>
                          <a:pt x="41" y="117"/>
                        </a:lnTo>
                        <a:lnTo>
                          <a:pt x="41" y="124"/>
                        </a:lnTo>
                        <a:lnTo>
                          <a:pt x="42" y="128"/>
                        </a:lnTo>
                        <a:lnTo>
                          <a:pt x="39" y="129"/>
                        </a:lnTo>
                        <a:lnTo>
                          <a:pt x="42" y="131"/>
                        </a:lnTo>
                        <a:lnTo>
                          <a:pt x="42" y="139"/>
                        </a:lnTo>
                        <a:lnTo>
                          <a:pt x="45" y="140"/>
                        </a:lnTo>
                        <a:lnTo>
                          <a:pt x="46" y="141"/>
                        </a:lnTo>
                        <a:lnTo>
                          <a:pt x="45" y="143"/>
                        </a:lnTo>
                        <a:lnTo>
                          <a:pt x="45" y="146"/>
                        </a:lnTo>
                        <a:lnTo>
                          <a:pt x="46" y="148"/>
                        </a:lnTo>
                        <a:lnTo>
                          <a:pt x="46" y="154"/>
                        </a:lnTo>
                        <a:lnTo>
                          <a:pt x="49" y="158"/>
                        </a:lnTo>
                        <a:lnTo>
                          <a:pt x="53" y="165"/>
                        </a:lnTo>
                        <a:lnTo>
                          <a:pt x="56" y="167"/>
                        </a:lnTo>
                        <a:lnTo>
                          <a:pt x="57" y="170"/>
                        </a:lnTo>
                        <a:lnTo>
                          <a:pt x="61" y="173"/>
                        </a:lnTo>
                        <a:lnTo>
                          <a:pt x="64" y="173"/>
                        </a:lnTo>
                        <a:lnTo>
                          <a:pt x="66" y="171"/>
                        </a:lnTo>
                        <a:lnTo>
                          <a:pt x="66" y="170"/>
                        </a:lnTo>
                        <a:lnTo>
                          <a:pt x="66" y="169"/>
                        </a:lnTo>
                        <a:lnTo>
                          <a:pt x="68" y="166"/>
                        </a:lnTo>
                        <a:lnTo>
                          <a:pt x="71" y="165"/>
                        </a:lnTo>
                        <a:lnTo>
                          <a:pt x="72" y="169"/>
                        </a:lnTo>
                        <a:lnTo>
                          <a:pt x="75" y="169"/>
                        </a:lnTo>
                        <a:lnTo>
                          <a:pt x="73" y="171"/>
                        </a:lnTo>
                        <a:lnTo>
                          <a:pt x="76" y="175"/>
                        </a:lnTo>
                        <a:lnTo>
                          <a:pt x="81" y="177"/>
                        </a:lnTo>
                        <a:lnTo>
                          <a:pt x="84" y="178"/>
                        </a:lnTo>
                        <a:lnTo>
                          <a:pt x="85" y="178"/>
                        </a:lnTo>
                        <a:lnTo>
                          <a:pt x="88" y="178"/>
                        </a:lnTo>
                        <a:lnTo>
                          <a:pt x="90" y="178"/>
                        </a:lnTo>
                        <a:lnTo>
                          <a:pt x="91" y="177"/>
                        </a:lnTo>
                        <a:lnTo>
                          <a:pt x="94" y="177"/>
                        </a:lnTo>
                        <a:lnTo>
                          <a:pt x="95" y="180"/>
                        </a:lnTo>
                        <a:lnTo>
                          <a:pt x="96" y="180"/>
                        </a:lnTo>
                        <a:lnTo>
                          <a:pt x="98" y="180"/>
                        </a:lnTo>
                        <a:lnTo>
                          <a:pt x="98" y="177"/>
                        </a:lnTo>
                        <a:lnTo>
                          <a:pt x="99" y="175"/>
                        </a:lnTo>
                        <a:lnTo>
                          <a:pt x="102" y="174"/>
                        </a:lnTo>
                        <a:lnTo>
                          <a:pt x="103" y="171"/>
                        </a:lnTo>
                        <a:lnTo>
                          <a:pt x="106" y="170"/>
                        </a:lnTo>
                        <a:lnTo>
                          <a:pt x="111" y="170"/>
                        </a:lnTo>
                        <a:lnTo>
                          <a:pt x="113" y="170"/>
                        </a:lnTo>
                        <a:lnTo>
                          <a:pt x="114" y="118"/>
                        </a:lnTo>
                        <a:lnTo>
                          <a:pt x="114" y="118"/>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75" name="Freeform 964">
                    <a:extLst>
                      <a:ext uri="{FF2B5EF4-FFF2-40B4-BE49-F238E27FC236}">
                        <a16:creationId xmlns:a16="http://schemas.microsoft.com/office/drawing/2014/main" id="{5BF9C941-1485-41F4-DC6A-2AE559249526}"/>
                      </a:ext>
                    </a:extLst>
                  </p:cNvPr>
                  <p:cNvSpPr>
                    <a:spLocks noEditPoints="1"/>
                  </p:cNvSpPr>
                  <p:nvPr/>
                </p:nvSpPr>
                <p:spPr bwMode="auto">
                  <a:xfrm>
                    <a:off x="9796636" y="3095079"/>
                    <a:ext cx="99376" cy="168718"/>
                  </a:xfrm>
                  <a:custGeom>
                    <a:avLst/>
                    <a:gdLst/>
                    <a:ahLst/>
                    <a:cxnLst>
                      <a:cxn ang="0">
                        <a:pos x="32" y="200"/>
                      </a:cxn>
                      <a:cxn ang="0">
                        <a:pos x="51" y="194"/>
                      </a:cxn>
                      <a:cxn ang="0">
                        <a:pos x="58" y="184"/>
                      </a:cxn>
                      <a:cxn ang="0">
                        <a:pos x="60" y="174"/>
                      </a:cxn>
                      <a:cxn ang="0">
                        <a:pos x="64" y="167"/>
                      </a:cxn>
                      <a:cxn ang="0">
                        <a:pos x="72" y="146"/>
                      </a:cxn>
                      <a:cxn ang="0">
                        <a:pos x="83" y="118"/>
                      </a:cxn>
                      <a:cxn ang="0">
                        <a:pos x="90" y="101"/>
                      </a:cxn>
                      <a:cxn ang="0">
                        <a:pos x="96" y="82"/>
                      </a:cxn>
                      <a:cxn ang="0">
                        <a:pos x="97" y="69"/>
                      </a:cxn>
                      <a:cxn ang="0">
                        <a:pos x="100" y="60"/>
                      </a:cxn>
                      <a:cxn ang="0">
                        <a:pos x="100" y="52"/>
                      </a:cxn>
                      <a:cxn ang="0">
                        <a:pos x="106" y="59"/>
                      </a:cxn>
                      <a:cxn ang="0">
                        <a:pos x="108" y="52"/>
                      </a:cxn>
                      <a:cxn ang="0">
                        <a:pos x="105" y="41"/>
                      </a:cxn>
                      <a:cxn ang="0">
                        <a:pos x="106" y="31"/>
                      </a:cxn>
                      <a:cxn ang="0">
                        <a:pos x="102" y="12"/>
                      </a:cxn>
                      <a:cxn ang="0">
                        <a:pos x="97" y="7"/>
                      </a:cxn>
                      <a:cxn ang="0">
                        <a:pos x="94" y="6"/>
                      </a:cxn>
                      <a:cxn ang="0">
                        <a:pos x="90" y="10"/>
                      </a:cxn>
                      <a:cxn ang="0">
                        <a:pos x="89" y="16"/>
                      </a:cxn>
                      <a:cxn ang="0">
                        <a:pos x="83" y="25"/>
                      </a:cxn>
                      <a:cxn ang="0">
                        <a:pos x="79" y="25"/>
                      </a:cxn>
                      <a:cxn ang="0">
                        <a:pos x="78" y="33"/>
                      </a:cxn>
                      <a:cxn ang="0">
                        <a:pos x="74" y="34"/>
                      </a:cxn>
                      <a:cxn ang="0">
                        <a:pos x="77" y="41"/>
                      </a:cxn>
                      <a:cxn ang="0">
                        <a:pos x="68" y="45"/>
                      </a:cxn>
                      <a:cxn ang="0">
                        <a:pos x="66" y="42"/>
                      </a:cxn>
                      <a:cxn ang="0">
                        <a:pos x="64" y="49"/>
                      </a:cxn>
                      <a:cxn ang="0">
                        <a:pos x="62" y="53"/>
                      </a:cxn>
                      <a:cxn ang="0">
                        <a:pos x="60" y="48"/>
                      </a:cxn>
                      <a:cxn ang="0">
                        <a:pos x="53" y="60"/>
                      </a:cxn>
                      <a:cxn ang="0">
                        <a:pos x="49" y="55"/>
                      </a:cxn>
                      <a:cxn ang="0">
                        <a:pos x="41" y="56"/>
                      </a:cxn>
                      <a:cxn ang="0">
                        <a:pos x="40" y="59"/>
                      </a:cxn>
                      <a:cxn ang="0">
                        <a:pos x="29" y="63"/>
                      </a:cxn>
                      <a:cxn ang="0">
                        <a:pos x="22" y="64"/>
                      </a:cxn>
                      <a:cxn ang="0">
                        <a:pos x="15" y="80"/>
                      </a:cxn>
                      <a:cxn ang="0">
                        <a:pos x="17" y="91"/>
                      </a:cxn>
                      <a:cxn ang="0">
                        <a:pos x="22" y="107"/>
                      </a:cxn>
                      <a:cxn ang="0">
                        <a:pos x="19" y="118"/>
                      </a:cxn>
                      <a:cxn ang="0">
                        <a:pos x="14" y="127"/>
                      </a:cxn>
                      <a:cxn ang="0">
                        <a:pos x="5" y="137"/>
                      </a:cxn>
                      <a:cxn ang="0">
                        <a:pos x="2" y="150"/>
                      </a:cxn>
                      <a:cxn ang="0">
                        <a:pos x="5" y="163"/>
                      </a:cxn>
                      <a:cxn ang="0">
                        <a:pos x="9" y="169"/>
                      </a:cxn>
                      <a:cxn ang="0">
                        <a:pos x="5" y="178"/>
                      </a:cxn>
                      <a:cxn ang="0">
                        <a:pos x="7" y="189"/>
                      </a:cxn>
                      <a:cxn ang="0">
                        <a:pos x="14" y="196"/>
                      </a:cxn>
                      <a:cxn ang="0">
                        <a:pos x="21" y="200"/>
                      </a:cxn>
                      <a:cxn ang="0">
                        <a:pos x="24" y="203"/>
                      </a:cxn>
                      <a:cxn ang="0">
                        <a:pos x="87" y="12"/>
                      </a:cxn>
                      <a:cxn ang="0">
                        <a:pos x="85" y="19"/>
                      </a:cxn>
                      <a:cxn ang="0">
                        <a:pos x="85" y="19"/>
                      </a:cxn>
                      <a:cxn ang="0">
                        <a:pos x="83" y="19"/>
                      </a:cxn>
                      <a:cxn ang="0">
                        <a:pos x="81" y="19"/>
                      </a:cxn>
                      <a:cxn ang="0">
                        <a:pos x="100" y="72"/>
                      </a:cxn>
                      <a:cxn ang="0">
                        <a:pos x="102" y="71"/>
                      </a:cxn>
                    </a:cxnLst>
                    <a:rect l="0" t="0" r="r" b="b"/>
                    <a:pathLst>
                      <a:path w="109" h="203">
                        <a:moveTo>
                          <a:pt x="24" y="203"/>
                        </a:moveTo>
                        <a:lnTo>
                          <a:pt x="25" y="201"/>
                        </a:lnTo>
                        <a:lnTo>
                          <a:pt x="29" y="201"/>
                        </a:lnTo>
                        <a:lnTo>
                          <a:pt x="32" y="200"/>
                        </a:lnTo>
                        <a:lnTo>
                          <a:pt x="34" y="197"/>
                        </a:lnTo>
                        <a:lnTo>
                          <a:pt x="44" y="196"/>
                        </a:lnTo>
                        <a:lnTo>
                          <a:pt x="47" y="196"/>
                        </a:lnTo>
                        <a:lnTo>
                          <a:pt x="51" y="194"/>
                        </a:lnTo>
                        <a:lnTo>
                          <a:pt x="52" y="192"/>
                        </a:lnTo>
                        <a:lnTo>
                          <a:pt x="55" y="192"/>
                        </a:lnTo>
                        <a:lnTo>
                          <a:pt x="56" y="188"/>
                        </a:lnTo>
                        <a:lnTo>
                          <a:pt x="58" y="184"/>
                        </a:lnTo>
                        <a:lnTo>
                          <a:pt x="59" y="181"/>
                        </a:lnTo>
                        <a:lnTo>
                          <a:pt x="62" y="180"/>
                        </a:lnTo>
                        <a:lnTo>
                          <a:pt x="60" y="175"/>
                        </a:lnTo>
                        <a:lnTo>
                          <a:pt x="60" y="174"/>
                        </a:lnTo>
                        <a:lnTo>
                          <a:pt x="62" y="173"/>
                        </a:lnTo>
                        <a:lnTo>
                          <a:pt x="63" y="169"/>
                        </a:lnTo>
                        <a:lnTo>
                          <a:pt x="63" y="167"/>
                        </a:lnTo>
                        <a:lnTo>
                          <a:pt x="64" y="167"/>
                        </a:lnTo>
                        <a:lnTo>
                          <a:pt x="67" y="163"/>
                        </a:lnTo>
                        <a:lnTo>
                          <a:pt x="68" y="154"/>
                        </a:lnTo>
                        <a:lnTo>
                          <a:pt x="70" y="148"/>
                        </a:lnTo>
                        <a:lnTo>
                          <a:pt x="72" y="146"/>
                        </a:lnTo>
                        <a:lnTo>
                          <a:pt x="74" y="140"/>
                        </a:lnTo>
                        <a:lnTo>
                          <a:pt x="78" y="133"/>
                        </a:lnTo>
                        <a:lnTo>
                          <a:pt x="81" y="122"/>
                        </a:lnTo>
                        <a:lnTo>
                          <a:pt x="83" y="118"/>
                        </a:lnTo>
                        <a:lnTo>
                          <a:pt x="83" y="113"/>
                        </a:lnTo>
                        <a:lnTo>
                          <a:pt x="86" y="107"/>
                        </a:lnTo>
                        <a:lnTo>
                          <a:pt x="87" y="106"/>
                        </a:lnTo>
                        <a:lnTo>
                          <a:pt x="90" y="101"/>
                        </a:lnTo>
                        <a:lnTo>
                          <a:pt x="91" y="93"/>
                        </a:lnTo>
                        <a:lnTo>
                          <a:pt x="93" y="87"/>
                        </a:lnTo>
                        <a:lnTo>
                          <a:pt x="94" y="86"/>
                        </a:lnTo>
                        <a:lnTo>
                          <a:pt x="96" y="82"/>
                        </a:lnTo>
                        <a:lnTo>
                          <a:pt x="94" y="79"/>
                        </a:lnTo>
                        <a:lnTo>
                          <a:pt x="96" y="75"/>
                        </a:lnTo>
                        <a:lnTo>
                          <a:pt x="98" y="71"/>
                        </a:lnTo>
                        <a:lnTo>
                          <a:pt x="97" y="69"/>
                        </a:lnTo>
                        <a:lnTo>
                          <a:pt x="100" y="67"/>
                        </a:lnTo>
                        <a:lnTo>
                          <a:pt x="100" y="64"/>
                        </a:lnTo>
                        <a:lnTo>
                          <a:pt x="98" y="63"/>
                        </a:lnTo>
                        <a:lnTo>
                          <a:pt x="100" y="60"/>
                        </a:lnTo>
                        <a:lnTo>
                          <a:pt x="98" y="57"/>
                        </a:lnTo>
                        <a:lnTo>
                          <a:pt x="98" y="56"/>
                        </a:lnTo>
                        <a:lnTo>
                          <a:pt x="98" y="52"/>
                        </a:lnTo>
                        <a:lnTo>
                          <a:pt x="100" y="52"/>
                        </a:lnTo>
                        <a:lnTo>
                          <a:pt x="101" y="53"/>
                        </a:lnTo>
                        <a:lnTo>
                          <a:pt x="101" y="56"/>
                        </a:lnTo>
                        <a:lnTo>
                          <a:pt x="104" y="59"/>
                        </a:lnTo>
                        <a:lnTo>
                          <a:pt x="106" y="59"/>
                        </a:lnTo>
                        <a:lnTo>
                          <a:pt x="106" y="57"/>
                        </a:lnTo>
                        <a:lnTo>
                          <a:pt x="106" y="55"/>
                        </a:lnTo>
                        <a:lnTo>
                          <a:pt x="108" y="55"/>
                        </a:lnTo>
                        <a:lnTo>
                          <a:pt x="108" y="52"/>
                        </a:lnTo>
                        <a:lnTo>
                          <a:pt x="109" y="50"/>
                        </a:lnTo>
                        <a:lnTo>
                          <a:pt x="109" y="48"/>
                        </a:lnTo>
                        <a:lnTo>
                          <a:pt x="106" y="44"/>
                        </a:lnTo>
                        <a:lnTo>
                          <a:pt x="105" y="41"/>
                        </a:lnTo>
                        <a:lnTo>
                          <a:pt x="106" y="40"/>
                        </a:lnTo>
                        <a:lnTo>
                          <a:pt x="106" y="37"/>
                        </a:lnTo>
                        <a:lnTo>
                          <a:pt x="105" y="33"/>
                        </a:lnTo>
                        <a:lnTo>
                          <a:pt x="106" y="31"/>
                        </a:lnTo>
                        <a:lnTo>
                          <a:pt x="106" y="25"/>
                        </a:lnTo>
                        <a:lnTo>
                          <a:pt x="104" y="22"/>
                        </a:lnTo>
                        <a:lnTo>
                          <a:pt x="104" y="15"/>
                        </a:lnTo>
                        <a:lnTo>
                          <a:pt x="102" y="12"/>
                        </a:lnTo>
                        <a:lnTo>
                          <a:pt x="102" y="14"/>
                        </a:lnTo>
                        <a:lnTo>
                          <a:pt x="100" y="10"/>
                        </a:lnTo>
                        <a:lnTo>
                          <a:pt x="98" y="7"/>
                        </a:lnTo>
                        <a:lnTo>
                          <a:pt x="97" y="7"/>
                        </a:lnTo>
                        <a:lnTo>
                          <a:pt x="98" y="3"/>
                        </a:lnTo>
                        <a:lnTo>
                          <a:pt x="97" y="0"/>
                        </a:lnTo>
                        <a:lnTo>
                          <a:pt x="93" y="4"/>
                        </a:lnTo>
                        <a:lnTo>
                          <a:pt x="94" y="6"/>
                        </a:lnTo>
                        <a:lnTo>
                          <a:pt x="91" y="7"/>
                        </a:lnTo>
                        <a:lnTo>
                          <a:pt x="89" y="6"/>
                        </a:lnTo>
                        <a:lnTo>
                          <a:pt x="87" y="6"/>
                        </a:lnTo>
                        <a:lnTo>
                          <a:pt x="90" y="10"/>
                        </a:lnTo>
                        <a:lnTo>
                          <a:pt x="90" y="11"/>
                        </a:lnTo>
                        <a:lnTo>
                          <a:pt x="91" y="12"/>
                        </a:lnTo>
                        <a:lnTo>
                          <a:pt x="91" y="14"/>
                        </a:lnTo>
                        <a:lnTo>
                          <a:pt x="89" y="16"/>
                        </a:lnTo>
                        <a:lnTo>
                          <a:pt x="89" y="21"/>
                        </a:lnTo>
                        <a:lnTo>
                          <a:pt x="87" y="23"/>
                        </a:lnTo>
                        <a:lnTo>
                          <a:pt x="85" y="22"/>
                        </a:lnTo>
                        <a:lnTo>
                          <a:pt x="83" y="25"/>
                        </a:lnTo>
                        <a:lnTo>
                          <a:pt x="82" y="27"/>
                        </a:lnTo>
                        <a:lnTo>
                          <a:pt x="81" y="29"/>
                        </a:lnTo>
                        <a:lnTo>
                          <a:pt x="79" y="27"/>
                        </a:lnTo>
                        <a:lnTo>
                          <a:pt x="79" y="25"/>
                        </a:lnTo>
                        <a:lnTo>
                          <a:pt x="78" y="25"/>
                        </a:lnTo>
                        <a:lnTo>
                          <a:pt x="75" y="26"/>
                        </a:lnTo>
                        <a:lnTo>
                          <a:pt x="75" y="29"/>
                        </a:lnTo>
                        <a:lnTo>
                          <a:pt x="78" y="33"/>
                        </a:lnTo>
                        <a:lnTo>
                          <a:pt x="79" y="33"/>
                        </a:lnTo>
                        <a:lnTo>
                          <a:pt x="78" y="34"/>
                        </a:lnTo>
                        <a:lnTo>
                          <a:pt x="77" y="34"/>
                        </a:lnTo>
                        <a:lnTo>
                          <a:pt x="74" y="34"/>
                        </a:lnTo>
                        <a:lnTo>
                          <a:pt x="74" y="37"/>
                        </a:lnTo>
                        <a:lnTo>
                          <a:pt x="77" y="38"/>
                        </a:lnTo>
                        <a:lnTo>
                          <a:pt x="78" y="40"/>
                        </a:lnTo>
                        <a:lnTo>
                          <a:pt x="77" y="41"/>
                        </a:lnTo>
                        <a:lnTo>
                          <a:pt x="75" y="40"/>
                        </a:lnTo>
                        <a:lnTo>
                          <a:pt x="72" y="41"/>
                        </a:lnTo>
                        <a:lnTo>
                          <a:pt x="72" y="42"/>
                        </a:lnTo>
                        <a:lnTo>
                          <a:pt x="68" y="45"/>
                        </a:lnTo>
                        <a:lnTo>
                          <a:pt x="68" y="42"/>
                        </a:lnTo>
                        <a:lnTo>
                          <a:pt x="68" y="42"/>
                        </a:lnTo>
                        <a:lnTo>
                          <a:pt x="68" y="40"/>
                        </a:lnTo>
                        <a:lnTo>
                          <a:pt x="66" y="42"/>
                        </a:lnTo>
                        <a:lnTo>
                          <a:pt x="67" y="44"/>
                        </a:lnTo>
                        <a:lnTo>
                          <a:pt x="66" y="45"/>
                        </a:lnTo>
                        <a:lnTo>
                          <a:pt x="63" y="46"/>
                        </a:lnTo>
                        <a:lnTo>
                          <a:pt x="64" y="49"/>
                        </a:lnTo>
                        <a:lnTo>
                          <a:pt x="66" y="50"/>
                        </a:lnTo>
                        <a:lnTo>
                          <a:pt x="66" y="52"/>
                        </a:lnTo>
                        <a:lnTo>
                          <a:pt x="64" y="52"/>
                        </a:lnTo>
                        <a:lnTo>
                          <a:pt x="62" y="53"/>
                        </a:lnTo>
                        <a:lnTo>
                          <a:pt x="62" y="52"/>
                        </a:lnTo>
                        <a:lnTo>
                          <a:pt x="60" y="52"/>
                        </a:lnTo>
                        <a:lnTo>
                          <a:pt x="62" y="49"/>
                        </a:lnTo>
                        <a:lnTo>
                          <a:pt x="60" y="48"/>
                        </a:lnTo>
                        <a:lnTo>
                          <a:pt x="55" y="52"/>
                        </a:lnTo>
                        <a:lnTo>
                          <a:pt x="55" y="56"/>
                        </a:lnTo>
                        <a:lnTo>
                          <a:pt x="55" y="59"/>
                        </a:lnTo>
                        <a:lnTo>
                          <a:pt x="53" y="60"/>
                        </a:lnTo>
                        <a:lnTo>
                          <a:pt x="52" y="59"/>
                        </a:lnTo>
                        <a:lnTo>
                          <a:pt x="51" y="59"/>
                        </a:lnTo>
                        <a:lnTo>
                          <a:pt x="51" y="55"/>
                        </a:lnTo>
                        <a:lnTo>
                          <a:pt x="49" y="55"/>
                        </a:lnTo>
                        <a:lnTo>
                          <a:pt x="47" y="57"/>
                        </a:lnTo>
                        <a:lnTo>
                          <a:pt x="43" y="56"/>
                        </a:lnTo>
                        <a:lnTo>
                          <a:pt x="43" y="56"/>
                        </a:lnTo>
                        <a:lnTo>
                          <a:pt x="41" y="56"/>
                        </a:lnTo>
                        <a:lnTo>
                          <a:pt x="41" y="60"/>
                        </a:lnTo>
                        <a:lnTo>
                          <a:pt x="40" y="60"/>
                        </a:lnTo>
                        <a:lnTo>
                          <a:pt x="40" y="61"/>
                        </a:lnTo>
                        <a:lnTo>
                          <a:pt x="40" y="59"/>
                        </a:lnTo>
                        <a:lnTo>
                          <a:pt x="37" y="57"/>
                        </a:lnTo>
                        <a:lnTo>
                          <a:pt x="36" y="60"/>
                        </a:lnTo>
                        <a:lnTo>
                          <a:pt x="34" y="57"/>
                        </a:lnTo>
                        <a:lnTo>
                          <a:pt x="29" y="63"/>
                        </a:lnTo>
                        <a:lnTo>
                          <a:pt x="28" y="63"/>
                        </a:lnTo>
                        <a:lnTo>
                          <a:pt x="26" y="63"/>
                        </a:lnTo>
                        <a:lnTo>
                          <a:pt x="24" y="63"/>
                        </a:lnTo>
                        <a:lnTo>
                          <a:pt x="22" y="64"/>
                        </a:lnTo>
                        <a:lnTo>
                          <a:pt x="24" y="68"/>
                        </a:lnTo>
                        <a:lnTo>
                          <a:pt x="18" y="75"/>
                        </a:lnTo>
                        <a:lnTo>
                          <a:pt x="19" y="76"/>
                        </a:lnTo>
                        <a:lnTo>
                          <a:pt x="15" y="80"/>
                        </a:lnTo>
                        <a:lnTo>
                          <a:pt x="15" y="83"/>
                        </a:lnTo>
                        <a:lnTo>
                          <a:pt x="17" y="84"/>
                        </a:lnTo>
                        <a:lnTo>
                          <a:pt x="15" y="87"/>
                        </a:lnTo>
                        <a:lnTo>
                          <a:pt x="17" y="91"/>
                        </a:lnTo>
                        <a:lnTo>
                          <a:pt x="17" y="95"/>
                        </a:lnTo>
                        <a:lnTo>
                          <a:pt x="21" y="102"/>
                        </a:lnTo>
                        <a:lnTo>
                          <a:pt x="19" y="105"/>
                        </a:lnTo>
                        <a:lnTo>
                          <a:pt x="22" y="107"/>
                        </a:lnTo>
                        <a:lnTo>
                          <a:pt x="22" y="109"/>
                        </a:lnTo>
                        <a:lnTo>
                          <a:pt x="21" y="110"/>
                        </a:lnTo>
                        <a:lnTo>
                          <a:pt x="21" y="112"/>
                        </a:lnTo>
                        <a:lnTo>
                          <a:pt x="19" y="118"/>
                        </a:lnTo>
                        <a:lnTo>
                          <a:pt x="17" y="121"/>
                        </a:lnTo>
                        <a:lnTo>
                          <a:pt x="17" y="124"/>
                        </a:lnTo>
                        <a:lnTo>
                          <a:pt x="14" y="125"/>
                        </a:lnTo>
                        <a:lnTo>
                          <a:pt x="14" y="127"/>
                        </a:lnTo>
                        <a:lnTo>
                          <a:pt x="11" y="129"/>
                        </a:lnTo>
                        <a:lnTo>
                          <a:pt x="11" y="135"/>
                        </a:lnTo>
                        <a:lnTo>
                          <a:pt x="9" y="136"/>
                        </a:lnTo>
                        <a:lnTo>
                          <a:pt x="5" y="137"/>
                        </a:lnTo>
                        <a:lnTo>
                          <a:pt x="5" y="139"/>
                        </a:lnTo>
                        <a:lnTo>
                          <a:pt x="5" y="143"/>
                        </a:lnTo>
                        <a:lnTo>
                          <a:pt x="2" y="147"/>
                        </a:lnTo>
                        <a:lnTo>
                          <a:pt x="2" y="150"/>
                        </a:lnTo>
                        <a:lnTo>
                          <a:pt x="0" y="152"/>
                        </a:lnTo>
                        <a:lnTo>
                          <a:pt x="2" y="154"/>
                        </a:lnTo>
                        <a:lnTo>
                          <a:pt x="2" y="159"/>
                        </a:lnTo>
                        <a:lnTo>
                          <a:pt x="5" y="163"/>
                        </a:lnTo>
                        <a:lnTo>
                          <a:pt x="5" y="166"/>
                        </a:lnTo>
                        <a:lnTo>
                          <a:pt x="5" y="169"/>
                        </a:lnTo>
                        <a:lnTo>
                          <a:pt x="7" y="170"/>
                        </a:lnTo>
                        <a:lnTo>
                          <a:pt x="9" y="169"/>
                        </a:lnTo>
                        <a:lnTo>
                          <a:pt x="7" y="170"/>
                        </a:lnTo>
                        <a:lnTo>
                          <a:pt x="5" y="171"/>
                        </a:lnTo>
                        <a:lnTo>
                          <a:pt x="5" y="174"/>
                        </a:lnTo>
                        <a:lnTo>
                          <a:pt x="5" y="178"/>
                        </a:lnTo>
                        <a:lnTo>
                          <a:pt x="5" y="185"/>
                        </a:lnTo>
                        <a:lnTo>
                          <a:pt x="6" y="185"/>
                        </a:lnTo>
                        <a:lnTo>
                          <a:pt x="6" y="188"/>
                        </a:lnTo>
                        <a:lnTo>
                          <a:pt x="7" y="189"/>
                        </a:lnTo>
                        <a:lnTo>
                          <a:pt x="9" y="192"/>
                        </a:lnTo>
                        <a:lnTo>
                          <a:pt x="10" y="192"/>
                        </a:lnTo>
                        <a:lnTo>
                          <a:pt x="11" y="194"/>
                        </a:lnTo>
                        <a:lnTo>
                          <a:pt x="14" y="196"/>
                        </a:lnTo>
                        <a:lnTo>
                          <a:pt x="15" y="196"/>
                        </a:lnTo>
                        <a:lnTo>
                          <a:pt x="17" y="197"/>
                        </a:lnTo>
                        <a:lnTo>
                          <a:pt x="18" y="197"/>
                        </a:lnTo>
                        <a:lnTo>
                          <a:pt x="21" y="200"/>
                        </a:lnTo>
                        <a:lnTo>
                          <a:pt x="22" y="201"/>
                        </a:lnTo>
                        <a:lnTo>
                          <a:pt x="24" y="201"/>
                        </a:lnTo>
                        <a:lnTo>
                          <a:pt x="24" y="203"/>
                        </a:lnTo>
                        <a:lnTo>
                          <a:pt x="24" y="203"/>
                        </a:lnTo>
                        <a:close/>
                        <a:moveTo>
                          <a:pt x="86" y="15"/>
                        </a:moveTo>
                        <a:lnTo>
                          <a:pt x="85" y="14"/>
                        </a:lnTo>
                        <a:lnTo>
                          <a:pt x="87" y="11"/>
                        </a:lnTo>
                        <a:lnTo>
                          <a:pt x="87" y="12"/>
                        </a:lnTo>
                        <a:lnTo>
                          <a:pt x="86" y="15"/>
                        </a:lnTo>
                        <a:lnTo>
                          <a:pt x="86" y="15"/>
                        </a:lnTo>
                        <a:close/>
                        <a:moveTo>
                          <a:pt x="85" y="19"/>
                        </a:moveTo>
                        <a:lnTo>
                          <a:pt x="85" y="19"/>
                        </a:lnTo>
                        <a:lnTo>
                          <a:pt x="86" y="21"/>
                        </a:lnTo>
                        <a:lnTo>
                          <a:pt x="85" y="21"/>
                        </a:lnTo>
                        <a:lnTo>
                          <a:pt x="85" y="19"/>
                        </a:lnTo>
                        <a:lnTo>
                          <a:pt x="85" y="19"/>
                        </a:lnTo>
                        <a:close/>
                        <a:moveTo>
                          <a:pt x="81" y="19"/>
                        </a:moveTo>
                        <a:lnTo>
                          <a:pt x="81" y="18"/>
                        </a:lnTo>
                        <a:lnTo>
                          <a:pt x="81" y="19"/>
                        </a:lnTo>
                        <a:lnTo>
                          <a:pt x="83" y="19"/>
                        </a:lnTo>
                        <a:lnTo>
                          <a:pt x="82" y="22"/>
                        </a:lnTo>
                        <a:lnTo>
                          <a:pt x="81" y="21"/>
                        </a:lnTo>
                        <a:lnTo>
                          <a:pt x="79" y="21"/>
                        </a:lnTo>
                        <a:lnTo>
                          <a:pt x="81" y="19"/>
                        </a:lnTo>
                        <a:lnTo>
                          <a:pt x="81" y="19"/>
                        </a:lnTo>
                        <a:close/>
                        <a:moveTo>
                          <a:pt x="100" y="76"/>
                        </a:moveTo>
                        <a:lnTo>
                          <a:pt x="100" y="74"/>
                        </a:lnTo>
                        <a:lnTo>
                          <a:pt x="100" y="72"/>
                        </a:lnTo>
                        <a:lnTo>
                          <a:pt x="101" y="71"/>
                        </a:lnTo>
                        <a:lnTo>
                          <a:pt x="101" y="71"/>
                        </a:lnTo>
                        <a:lnTo>
                          <a:pt x="102" y="69"/>
                        </a:lnTo>
                        <a:lnTo>
                          <a:pt x="102" y="71"/>
                        </a:lnTo>
                        <a:lnTo>
                          <a:pt x="101" y="74"/>
                        </a:lnTo>
                        <a:lnTo>
                          <a:pt x="100" y="76"/>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76" name="Freeform 965">
                    <a:extLst>
                      <a:ext uri="{FF2B5EF4-FFF2-40B4-BE49-F238E27FC236}">
                        <a16:creationId xmlns:a16="http://schemas.microsoft.com/office/drawing/2014/main" id="{E9479382-C06E-071E-6785-051BD3AACB1A}"/>
                      </a:ext>
                    </a:extLst>
                  </p:cNvPr>
                  <p:cNvSpPr>
                    <a:spLocks/>
                  </p:cNvSpPr>
                  <p:nvPr/>
                </p:nvSpPr>
                <p:spPr bwMode="auto">
                  <a:xfrm>
                    <a:off x="9637088" y="3078457"/>
                    <a:ext cx="136756" cy="197807"/>
                  </a:xfrm>
                  <a:custGeom>
                    <a:avLst/>
                    <a:gdLst/>
                    <a:ahLst/>
                    <a:cxnLst>
                      <a:cxn ang="0">
                        <a:pos x="26" y="148"/>
                      </a:cxn>
                      <a:cxn ang="0">
                        <a:pos x="30" y="140"/>
                      </a:cxn>
                      <a:cxn ang="0">
                        <a:pos x="33" y="129"/>
                      </a:cxn>
                      <a:cxn ang="0">
                        <a:pos x="33" y="121"/>
                      </a:cxn>
                      <a:cxn ang="0">
                        <a:pos x="34" y="113"/>
                      </a:cxn>
                      <a:cxn ang="0">
                        <a:pos x="36" y="100"/>
                      </a:cxn>
                      <a:cxn ang="0">
                        <a:pos x="37" y="91"/>
                      </a:cxn>
                      <a:cxn ang="0">
                        <a:pos x="22" y="85"/>
                      </a:cxn>
                      <a:cxn ang="0">
                        <a:pos x="10" y="81"/>
                      </a:cxn>
                      <a:cxn ang="0">
                        <a:pos x="0" y="68"/>
                      </a:cxn>
                      <a:cxn ang="0">
                        <a:pos x="27" y="55"/>
                      </a:cxn>
                      <a:cxn ang="0">
                        <a:pos x="45" y="53"/>
                      </a:cxn>
                      <a:cxn ang="0">
                        <a:pos x="52" y="57"/>
                      </a:cxn>
                      <a:cxn ang="0">
                        <a:pos x="61" y="62"/>
                      </a:cxn>
                      <a:cxn ang="0">
                        <a:pos x="56" y="77"/>
                      </a:cxn>
                      <a:cxn ang="0">
                        <a:pos x="64" y="89"/>
                      </a:cxn>
                      <a:cxn ang="0">
                        <a:pos x="69" y="96"/>
                      </a:cxn>
                      <a:cxn ang="0">
                        <a:pos x="72" y="81"/>
                      </a:cxn>
                      <a:cxn ang="0">
                        <a:pos x="76" y="69"/>
                      </a:cxn>
                      <a:cxn ang="0">
                        <a:pos x="79" y="65"/>
                      </a:cxn>
                      <a:cxn ang="0">
                        <a:pos x="75" y="53"/>
                      </a:cxn>
                      <a:cxn ang="0">
                        <a:pos x="65" y="42"/>
                      </a:cxn>
                      <a:cxn ang="0">
                        <a:pos x="78" y="13"/>
                      </a:cxn>
                      <a:cxn ang="0">
                        <a:pos x="84" y="15"/>
                      </a:cxn>
                      <a:cxn ang="0">
                        <a:pos x="94" y="13"/>
                      </a:cxn>
                      <a:cxn ang="0">
                        <a:pos x="101" y="15"/>
                      </a:cxn>
                      <a:cxn ang="0">
                        <a:pos x="109" y="11"/>
                      </a:cxn>
                      <a:cxn ang="0">
                        <a:pos x="120" y="11"/>
                      </a:cxn>
                      <a:cxn ang="0">
                        <a:pos x="132" y="7"/>
                      </a:cxn>
                      <a:cxn ang="0">
                        <a:pos x="144" y="0"/>
                      </a:cxn>
                      <a:cxn ang="0">
                        <a:pos x="148" y="3"/>
                      </a:cxn>
                      <a:cxn ang="0">
                        <a:pos x="146" y="12"/>
                      </a:cxn>
                      <a:cxn ang="0">
                        <a:pos x="147" y="23"/>
                      </a:cxn>
                      <a:cxn ang="0">
                        <a:pos x="146" y="36"/>
                      </a:cxn>
                      <a:cxn ang="0">
                        <a:pos x="143" y="51"/>
                      </a:cxn>
                      <a:cxn ang="0">
                        <a:pos x="148" y="60"/>
                      </a:cxn>
                      <a:cxn ang="0">
                        <a:pos x="144" y="65"/>
                      </a:cxn>
                      <a:cxn ang="0">
                        <a:pos x="144" y="69"/>
                      </a:cxn>
                      <a:cxn ang="0">
                        <a:pos x="136" y="83"/>
                      </a:cxn>
                      <a:cxn ang="0">
                        <a:pos x="121" y="92"/>
                      </a:cxn>
                      <a:cxn ang="0">
                        <a:pos x="99" y="103"/>
                      </a:cxn>
                      <a:cxn ang="0">
                        <a:pos x="91" y="107"/>
                      </a:cxn>
                      <a:cxn ang="0">
                        <a:pos x="83" y="118"/>
                      </a:cxn>
                      <a:cxn ang="0">
                        <a:pos x="69" y="127"/>
                      </a:cxn>
                      <a:cxn ang="0">
                        <a:pos x="60" y="132"/>
                      </a:cxn>
                      <a:cxn ang="0">
                        <a:pos x="59" y="138"/>
                      </a:cxn>
                      <a:cxn ang="0">
                        <a:pos x="60" y="152"/>
                      </a:cxn>
                      <a:cxn ang="0">
                        <a:pos x="64" y="171"/>
                      </a:cxn>
                      <a:cxn ang="0">
                        <a:pos x="67" y="171"/>
                      </a:cxn>
                      <a:cxn ang="0">
                        <a:pos x="67" y="180"/>
                      </a:cxn>
                      <a:cxn ang="0">
                        <a:pos x="63" y="191"/>
                      </a:cxn>
                      <a:cxn ang="0">
                        <a:pos x="64" y="201"/>
                      </a:cxn>
                      <a:cxn ang="0">
                        <a:pos x="29" y="219"/>
                      </a:cxn>
                      <a:cxn ang="0">
                        <a:pos x="22" y="225"/>
                      </a:cxn>
                      <a:cxn ang="0">
                        <a:pos x="27" y="231"/>
                      </a:cxn>
                      <a:cxn ang="0">
                        <a:pos x="26" y="236"/>
                      </a:cxn>
                      <a:cxn ang="0">
                        <a:pos x="16" y="236"/>
                      </a:cxn>
                      <a:cxn ang="0">
                        <a:pos x="15" y="228"/>
                      </a:cxn>
                      <a:cxn ang="0">
                        <a:pos x="15" y="213"/>
                      </a:cxn>
                      <a:cxn ang="0">
                        <a:pos x="14" y="193"/>
                      </a:cxn>
                      <a:cxn ang="0">
                        <a:pos x="10" y="174"/>
                      </a:cxn>
                    </a:cxnLst>
                    <a:rect l="0" t="0" r="r" b="b"/>
                    <a:pathLst>
                      <a:path w="150" h="238">
                        <a:moveTo>
                          <a:pt x="10" y="174"/>
                        </a:moveTo>
                        <a:lnTo>
                          <a:pt x="26" y="159"/>
                        </a:lnTo>
                        <a:lnTo>
                          <a:pt x="26" y="153"/>
                        </a:lnTo>
                        <a:lnTo>
                          <a:pt x="26" y="152"/>
                        </a:lnTo>
                        <a:lnTo>
                          <a:pt x="26" y="148"/>
                        </a:lnTo>
                        <a:lnTo>
                          <a:pt x="27" y="147"/>
                        </a:lnTo>
                        <a:lnTo>
                          <a:pt x="27" y="144"/>
                        </a:lnTo>
                        <a:lnTo>
                          <a:pt x="27" y="142"/>
                        </a:lnTo>
                        <a:lnTo>
                          <a:pt x="29" y="141"/>
                        </a:lnTo>
                        <a:lnTo>
                          <a:pt x="30" y="140"/>
                        </a:lnTo>
                        <a:lnTo>
                          <a:pt x="33" y="138"/>
                        </a:lnTo>
                        <a:lnTo>
                          <a:pt x="34" y="136"/>
                        </a:lnTo>
                        <a:lnTo>
                          <a:pt x="34" y="133"/>
                        </a:lnTo>
                        <a:lnTo>
                          <a:pt x="33" y="132"/>
                        </a:lnTo>
                        <a:lnTo>
                          <a:pt x="33" y="129"/>
                        </a:lnTo>
                        <a:lnTo>
                          <a:pt x="34" y="127"/>
                        </a:lnTo>
                        <a:lnTo>
                          <a:pt x="33" y="126"/>
                        </a:lnTo>
                        <a:lnTo>
                          <a:pt x="31" y="123"/>
                        </a:lnTo>
                        <a:lnTo>
                          <a:pt x="31" y="122"/>
                        </a:lnTo>
                        <a:lnTo>
                          <a:pt x="33" y="121"/>
                        </a:lnTo>
                        <a:lnTo>
                          <a:pt x="33" y="118"/>
                        </a:lnTo>
                        <a:lnTo>
                          <a:pt x="33" y="117"/>
                        </a:lnTo>
                        <a:lnTo>
                          <a:pt x="36" y="114"/>
                        </a:lnTo>
                        <a:lnTo>
                          <a:pt x="36" y="113"/>
                        </a:lnTo>
                        <a:lnTo>
                          <a:pt x="34" y="113"/>
                        </a:lnTo>
                        <a:lnTo>
                          <a:pt x="33" y="111"/>
                        </a:lnTo>
                        <a:lnTo>
                          <a:pt x="34" y="108"/>
                        </a:lnTo>
                        <a:lnTo>
                          <a:pt x="34" y="104"/>
                        </a:lnTo>
                        <a:lnTo>
                          <a:pt x="36" y="103"/>
                        </a:lnTo>
                        <a:lnTo>
                          <a:pt x="36" y="100"/>
                        </a:lnTo>
                        <a:lnTo>
                          <a:pt x="36" y="99"/>
                        </a:lnTo>
                        <a:lnTo>
                          <a:pt x="36" y="98"/>
                        </a:lnTo>
                        <a:lnTo>
                          <a:pt x="36" y="95"/>
                        </a:lnTo>
                        <a:lnTo>
                          <a:pt x="37" y="94"/>
                        </a:lnTo>
                        <a:lnTo>
                          <a:pt x="37" y="91"/>
                        </a:lnTo>
                        <a:lnTo>
                          <a:pt x="33" y="91"/>
                        </a:lnTo>
                        <a:lnTo>
                          <a:pt x="31" y="88"/>
                        </a:lnTo>
                        <a:lnTo>
                          <a:pt x="29" y="87"/>
                        </a:lnTo>
                        <a:lnTo>
                          <a:pt x="25" y="85"/>
                        </a:lnTo>
                        <a:lnTo>
                          <a:pt x="22" y="85"/>
                        </a:lnTo>
                        <a:lnTo>
                          <a:pt x="19" y="83"/>
                        </a:lnTo>
                        <a:lnTo>
                          <a:pt x="15" y="80"/>
                        </a:lnTo>
                        <a:lnTo>
                          <a:pt x="12" y="79"/>
                        </a:lnTo>
                        <a:lnTo>
                          <a:pt x="11" y="80"/>
                        </a:lnTo>
                        <a:lnTo>
                          <a:pt x="10" y="81"/>
                        </a:lnTo>
                        <a:lnTo>
                          <a:pt x="8" y="79"/>
                        </a:lnTo>
                        <a:lnTo>
                          <a:pt x="7" y="79"/>
                        </a:lnTo>
                        <a:lnTo>
                          <a:pt x="2" y="79"/>
                        </a:lnTo>
                        <a:lnTo>
                          <a:pt x="2" y="72"/>
                        </a:lnTo>
                        <a:lnTo>
                          <a:pt x="0" y="68"/>
                        </a:lnTo>
                        <a:lnTo>
                          <a:pt x="2" y="65"/>
                        </a:lnTo>
                        <a:lnTo>
                          <a:pt x="7" y="62"/>
                        </a:lnTo>
                        <a:lnTo>
                          <a:pt x="10" y="62"/>
                        </a:lnTo>
                        <a:lnTo>
                          <a:pt x="25" y="57"/>
                        </a:lnTo>
                        <a:lnTo>
                          <a:pt x="27" y="55"/>
                        </a:lnTo>
                        <a:lnTo>
                          <a:pt x="36" y="53"/>
                        </a:lnTo>
                        <a:lnTo>
                          <a:pt x="40" y="51"/>
                        </a:lnTo>
                        <a:lnTo>
                          <a:pt x="44" y="50"/>
                        </a:lnTo>
                        <a:lnTo>
                          <a:pt x="44" y="51"/>
                        </a:lnTo>
                        <a:lnTo>
                          <a:pt x="45" y="53"/>
                        </a:lnTo>
                        <a:lnTo>
                          <a:pt x="46" y="54"/>
                        </a:lnTo>
                        <a:lnTo>
                          <a:pt x="46" y="57"/>
                        </a:lnTo>
                        <a:lnTo>
                          <a:pt x="49" y="58"/>
                        </a:lnTo>
                        <a:lnTo>
                          <a:pt x="49" y="57"/>
                        </a:lnTo>
                        <a:lnTo>
                          <a:pt x="52" y="57"/>
                        </a:lnTo>
                        <a:lnTo>
                          <a:pt x="53" y="55"/>
                        </a:lnTo>
                        <a:lnTo>
                          <a:pt x="56" y="55"/>
                        </a:lnTo>
                        <a:lnTo>
                          <a:pt x="60" y="57"/>
                        </a:lnTo>
                        <a:lnTo>
                          <a:pt x="61" y="60"/>
                        </a:lnTo>
                        <a:lnTo>
                          <a:pt x="61" y="62"/>
                        </a:lnTo>
                        <a:lnTo>
                          <a:pt x="60" y="66"/>
                        </a:lnTo>
                        <a:lnTo>
                          <a:pt x="57" y="69"/>
                        </a:lnTo>
                        <a:lnTo>
                          <a:pt x="57" y="73"/>
                        </a:lnTo>
                        <a:lnTo>
                          <a:pt x="55" y="75"/>
                        </a:lnTo>
                        <a:lnTo>
                          <a:pt x="56" y="77"/>
                        </a:lnTo>
                        <a:lnTo>
                          <a:pt x="56" y="81"/>
                        </a:lnTo>
                        <a:lnTo>
                          <a:pt x="57" y="83"/>
                        </a:lnTo>
                        <a:lnTo>
                          <a:pt x="59" y="85"/>
                        </a:lnTo>
                        <a:lnTo>
                          <a:pt x="61" y="88"/>
                        </a:lnTo>
                        <a:lnTo>
                          <a:pt x="64" y="89"/>
                        </a:lnTo>
                        <a:lnTo>
                          <a:pt x="65" y="91"/>
                        </a:lnTo>
                        <a:lnTo>
                          <a:pt x="67" y="94"/>
                        </a:lnTo>
                        <a:lnTo>
                          <a:pt x="65" y="95"/>
                        </a:lnTo>
                        <a:lnTo>
                          <a:pt x="67" y="96"/>
                        </a:lnTo>
                        <a:lnTo>
                          <a:pt x="69" y="96"/>
                        </a:lnTo>
                        <a:lnTo>
                          <a:pt x="69" y="94"/>
                        </a:lnTo>
                        <a:lnTo>
                          <a:pt x="69" y="89"/>
                        </a:lnTo>
                        <a:lnTo>
                          <a:pt x="71" y="88"/>
                        </a:lnTo>
                        <a:lnTo>
                          <a:pt x="71" y="85"/>
                        </a:lnTo>
                        <a:lnTo>
                          <a:pt x="72" y="81"/>
                        </a:lnTo>
                        <a:lnTo>
                          <a:pt x="75" y="80"/>
                        </a:lnTo>
                        <a:lnTo>
                          <a:pt x="78" y="79"/>
                        </a:lnTo>
                        <a:lnTo>
                          <a:pt x="78" y="76"/>
                        </a:lnTo>
                        <a:lnTo>
                          <a:pt x="78" y="72"/>
                        </a:lnTo>
                        <a:lnTo>
                          <a:pt x="76" y="69"/>
                        </a:lnTo>
                        <a:lnTo>
                          <a:pt x="78" y="68"/>
                        </a:lnTo>
                        <a:lnTo>
                          <a:pt x="76" y="68"/>
                        </a:lnTo>
                        <a:lnTo>
                          <a:pt x="76" y="66"/>
                        </a:lnTo>
                        <a:lnTo>
                          <a:pt x="79" y="66"/>
                        </a:lnTo>
                        <a:lnTo>
                          <a:pt x="79" y="65"/>
                        </a:lnTo>
                        <a:lnTo>
                          <a:pt x="80" y="64"/>
                        </a:lnTo>
                        <a:lnTo>
                          <a:pt x="80" y="62"/>
                        </a:lnTo>
                        <a:lnTo>
                          <a:pt x="80" y="61"/>
                        </a:lnTo>
                        <a:lnTo>
                          <a:pt x="79" y="57"/>
                        </a:lnTo>
                        <a:lnTo>
                          <a:pt x="75" y="53"/>
                        </a:lnTo>
                        <a:lnTo>
                          <a:pt x="75" y="50"/>
                        </a:lnTo>
                        <a:lnTo>
                          <a:pt x="69" y="46"/>
                        </a:lnTo>
                        <a:lnTo>
                          <a:pt x="68" y="45"/>
                        </a:lnTo>
                        <a:lnTo>
                          <a:pt x="67" y="43"/>
                        </a:lnTo>
                        <a:lnTo>
                          <a:pt x="65" y="42"/>
                        </a:lnTo>
                        <a:lnTo>
                          <a:pt x="60" y="39"/>
                        </a:lnTo>
                        <a:lnTo>
                          <a:pt x="59" y="26"/>
                        </a:lnTo>
                        <a:lnTo>
                          <a:pt x="61" y="13"/>
                        </a:lnTo>
                        <a:lnTo>
                          <a:pt x="75" y="13"/>
                        </a:lnTo>
                        <a:lnTo>
                          <a:pt x="78" y="13"/>
                        </a:lnTo>
                        <a:lnTo>
                          <a:pt x="78" y="12"/>
                        </a:lnTo>
                        <a:lnTo>
                          <a:pt x="80" y="12"/>
                        </a:lnTo>
                        <a:lnTo>
                          <a:pt x="80" y="12"/>
                        </a:lnTo>
                        <a:lnTo>
                          <a:pt x="82" y="13"/>
                        </a:lnTo>
                        <a:lnTo>
                          <a:pt x="84" y="15"/>
                        </a:lnTo>
                        <a:lnTo>
                          <a:pt x="86" y="15"/>
                        </a:lnTo>
                        <a:lnTo>
                          <a:pt x="87" y="16"/>
                        </a:lnTo>
                        <a:lnTo>
                          <a:pt x="87" y="17"/>
                        </a:lnTo>
                        <a:lnTo>
                          <a:pt x="91" y="16"/>
                        </a:lnTo>
                        <a:lnTo>
                          <a:pt x="94" y="13"/>
                        </a:lnTo>
                        <a:lnTo>
                          <a:pt x="95" y="13"/>
                        </a:lnTo>
                        <a:lnTo>
                          <a:pt x="97" y="12"/>
                        </a:lnTo>
                        <a:lnTo>
                          <a:pt x="98" y="13"/>
                        </a:lnTo>
                        <a:lnTo>
                          <a:pt x="98" y="15"/>
                        </a:lnTo>
                        <a:lnTo>
                          <a:pt x="101" y="15"/>
                        </a:lnTo>
                        <a:lnTo>
                          <a:pt x="102" y="16"/>
                        </a:lnTo>
                        <a:lnTo>
                          <a:pt x="105" y="15"/>
                        </a:lnTo>
                        <a:lnTo>
                          <a:pt x="109" y="15"/>
                        </a:lnTo>
                        <a:lnTo>
                          <a:pt x="110" y="12"/>
                        </a:lnTo>
                        <a:lnTo>
                          <a:pt x="109" y="11"/>
                        </a:lnTo>
                        <a:lnTo>
                          <a:pt x="110" y="9"/>
                        </a:lnTo>
                        <a:lnTo>
                          <a:pt x="113" y="11"/>
                        </a:lnTo>
                        <a:lnTo>
                          <a:pt x="116" y="9"/>
                        </a:lnTo>
                        <a:lnTo>
                          <a:pt x="117" y="11"/>
                        </a:lnTo>
                        <a:lnTo>
                          <a:pt x="120" y="11"/>
                        </a:lnTo>
                        <a:lnTo>
                          <a:pt x="121" y="9"/>
                        </a:lnTo>
                        <a:lnTo>
                          <a:pt x="127" y="8"/>
                        </a:lnTo>
                        <a:lnTo>
                          <a:pt x="128" y="9"/>
                        </a:lnTo>
                        <a:lnTo>
                          <a:pt x="131" y="8"/>
                        </a:lnTo>
                        <a:lnTo>
                          <a:pt x="132" y="7"/>
                        </a:lnTo>
                        <a:lnTo>
                          <a:pt x="135" y="7"/>
                        </a:lnTo>
                        <a:lnTo>
                          <a:pt x="137" y="5"/>
                        </a:lnTo>
                        <a:lnTo>
                          <a:pt x="140" y="4"/>
                        </a:lnTo>
                        <a:lnTo>
                          <a:pt x="141" y="3"/>
                        </a:lnTo>
                        <a:lnTo>
                          <a:pt x="144" y="0"/>
                        </a:lnTo>
                        <a:lnTo>
                          <a:pt x="146" y="1"/>
                        </a:lnTo>
                        <a:lnTo>
                          <a:pt x="147" y="0"/>
                        </a:lnTo>
                        <a:lnTo>
                          <a:pt x="148" y="0"/>
                        </a:lnTo>
                        <a:lnTo>
                          <a:pt x="150" y="0"/>
                        </a:lnTo>
                        <a:lnTo>
                          <a:pt x="148" y="3"/>
                        </a:lnTo>
                        <a:lnTo>
                          <a:pt x="148" y="5"/>
                        </a:lnTo>
                        <a:lnTo>
                          <a:pt x="148" y="5"/>
                        </a:lnTo>
                        <a:lnTo>
                          <a:pt x="146" y="9"/>
                        </a:lnTo>
                        <a:lnTo>
                          <a:pt x="146" y="11"/>
                        </a:lnTo>
                        <a:lnTo>
                          <a:pt x="146" y="12"/>
                        </a:lnTo>
                        <a:lnTo>
                          <a:pt x="146" y="13"/>
                        </a:lnTo>
                        <a:lnTo>
                          <a:pt x="146" y="15"/>
                        </a:lnTo>
                        <a:lnTo>
                          <a:pt x="146" y="19"/>
                        </a:lnTo>
                        <a:lnTo>
                          <a:pt x="147" y="23"/>
                        </a:lnTo>
                        <a:lnTo>
                          <a:pt x="147" y="23"/>
                        </a:lnTo>
                        <a:lnTo>
                          <a:pt x="147" y="27"/>
                        </a:lnTo>
                        <a:lnTo>
                          <a:pt x="147" y="28"/>
                        </a:lnTo>
                        <a:lnTo>
                          <a:pt x="147" y="31"/>
                        </a:lnTo>
                        <a:lnTo>
                          <a:pt x="146" y="32"/>
                        </a:lnTo>
                        <a:lnTo>
                          <a:pt x="146" y="36"/>
                        </a:lnTo>
                        <a:lnTo>
                          <a:pt x="146" y="43"/>
                        </a:lnTo>
                        <a:lnTo>
                          <a:pt x="144" y="43"/>
                        </a:lnTo>
                        <a:lnTo>
                          <a:pt x="146" y="45"/>
                        </a:lnTo>
                        <a:lnTo>
                          <a:pt x="146" y="51"/>
                        </a:lnTo>
                        <a:lnTo>
                          <a:pt x="143" y="51"/>
                        </a:lnTo>
                        <a:lnTo>
                          <a:pt x="143" y="53"/>
                        </a:lnTo>
                        <a:lnTo>
                          <a:pt x="144" y="53"/>
                        </a:lnTo>
                        <a:lnTo>
                          <a:pt x="147" y="53"/>
                        </a:lnTo>
                        <a:lnTo>
                          <a:pt x="147" y="54"/>
                        </a:lnTo>
                        <a:lnTo>
                          <a:pt x="148" y="60"/>
                        </a:lnTo>
                        <a:lnTo>
                          <a:pt x="147" y="61"/>
                        </a:lnTo>
                        <a:lnTo>
                          <a:pt x="146" y="62"/>
                        </a:lnTo>
                        <a:lnTo>
                          <a:pt x="146" y="64"/>
                        </a:lnTo>
                        <a:lnTo>
                          <a:pt x="146" y="65"/>
                        </a:lnTo>
                        <a:lnTo>
                          <a:pt x="144" y="65"/>
                        </a:lnTo>
                        <a:lnTo>
                          <a:pt x="141" y="68"/>
                        </a:lnTo>
                        <a:lnTo>
                          <a:pt x="143" y="68"/>
                        </a:lnTo>
                        <a:lnTo>
                          <a:pt x="143" y="68"/>
                        </a:lnTo>
                        <a:lnTo>
                          <a:pt x="146" y="68"/>
                        </a:lnTo>
                        <a:lnTo>
                          <a:pt x="144" y="69"/>
                        </a:lnTo>
                        <a:lnTo>
                          <a:pt x="143" y="72"/>
                        </a:lnTo>
                        <a:lnTo>
                          <a:pt x="141" y="73"/>
                        </a:lnTo>
                        <a:lnTo>
                          <a:pt x="139" y="76"/>
                        </a:lnTo>
                        <a:lnTo>
                          <a:pt x="139" y="79"/>
                        </a:lnTo>
                        <a:lnTo>
                          <a:pt x="136" y="83"/>
                        </a:lnTo>
                        <a:lnTo>
                          <a:pt x="133" y="83"/>
                        </a:lnTo>
                        <a:lnTo>
                          <a:pt x="133" y="85"/>
                        </a:lnTo>
                        <a:lnTo>
                          <a:pt x="124" y="91"/>
                        </a:lnTo>
                        <a:lnTo>
                          <a:pt x="122" y="91"/>
                        </a:lnTo>
                        <a:lnTo>
                          <a:pt x="121" y="92"/>
                        </a:lnTo>
                        <a:lnTo>
                          <a:pt x="113" y="98"/>
                        </a:lnTo>
                        <a:lnTo>
                          <a:pt x="109" y="96"/>
                        </a:lnTo>
                        <a:lnTo>
                          <a:pt x="109" y="98"/>
                        </a:lnTo>
                        <a:lnTo>
                          <a:pt x="105" y="99"/>
                        </a:lnTo>
                        <a:lnTo>
                          <a:pt x="99" y="103"/>
                        </a:lnTo>
                        <a:lnTo>
                          <a:pt x="98" y="102"/>
                        </a:lnTo>
                        <a:lnTo>
                          <a:pt x="98" y="104"/>
                        </a:lnTo>
                        <a:lnTo>
                          <a:pt x="94" y="108"/>
                        </a:lnTo>
                        <a:lnTo>
                          <a:pt x="93" y="108"/>
                        </a:lnTo>
                        <a:lnTo>
                          <a:pt x="91" y="107"/>
                        </a:lnTo>
                        <a:lnTo>
                          <a:pt x="91" y="111"/>
                        </a:lnTo>
                        <a:lnTo>
                          <a:pt x="90" y="111"/>
                        </a:lnTo>
                        <a:lnTo>
                          <a:pt x="89" y="113"/>
                        </a:lnTo>
                        <a:lnTo>
                          <a:pt x="83" y="117"/>
                        </a:lnTo>
                        <a:lnTo>
                          <a:pt x="83" y="118"/>
                        </a:lnTo>
                        <a:lnTo>
                          <a:pt x="82" y="119"/>
                        </a:lnTo>
                        <a:lnTo>
                          <a:pt x="80" y="119"/>
                        </a:lnTo>
                        <a:lnTo>
                          <a:pt x="80" y="122"/>
                        </a:lnTo>
                        <a:lnTo>
                          <a:pt x="76" y="122"/>
                        </a:lnTo>
                        <a:lnTo>
                          <a:pt x="69" y="127"/>
                        </a:lnTo>
                        <a:lnTo>
                          <a:pt x="69" y="130"/>
                        </a:lnTo>
                        <a:lnTo>
                          <a:pt x="67" y="132"/>
                        </a:lnTo>
                        <a:lnTo>
                          <a:pt x="64" y="132"/>
                        </a:lnTo>
                        <a:lnTo>
                          <a:pt x="63" y="134"/>
                        </a:lnTo>
                        <a:lnTo>
                          <a:pt x="60" y="132"/>
                        </a:lnTo>
                        <a:lnTo>
                          <a:pt x="59" y="132"/>
                        </a:lnTo>
                        <a:lnTo>
                          <a:pt x="59" y="133"/>
                        </a:lnTo>
                        <a:lnTo>
                          <a:pt x="60" y="136"/>
                        </a:lnTo>
                        <a:lnTo>
                          <a:pt x="60" y="137"/>
                        </a:lnTo>
                        <a:lnTo>
                          <a:pt x="59" y="138"/>
                        </a:lnTo>
                        <a:lnTo>
                          <a:pt x="59" y="141"/>
                        </a:lnTo>
                        <a:lnTo>
                          <a:pt x="57" y="142"/>
                        </a:lnTo>
                        <a:lnTo>
                          <a:pt x="61" y="149"/>
                        </a:lnTo>
                        <a:lnTo>
                          <a:pt x="61" y="151"/>
                        </a:lnTo>
                        <a:lnTo>
                          <a:pt x="60" y="152"/>
                        </a:lnTo>
                        <a:lnTo>
                          <a:pt x="61" y="153"/>
                        </a:lnTo>
                        <a:lnTo>
                          <a:pt x="63" y="155"/>
                        </a:lnTo>
                        <a:lnTo>
                          <a:pt x="63" y="159"/>
                        </a:lnTo>
                        <a:lnTo>
                          <a:pt x="64" y="161"/>
                        </a:lnTo>
                        <a:lnTo>
                          <a:pt x="64" y="171"/>
                        </a:lnTo>
                        <a:lnTo>
                          <a:pt x="64" y="174"/>
                        </a:lnTo>
                        <a:lnTo>
                          <a:pt x="65" y="174"/>
                        </a:lnTo>
                        <a:lnTo>
                          <a:pt x="65" y="171"/>
                        </a:lnTo>
                        <a:lnTo>
                          <a:pt x="67" y="167"/>
                        </a:lnTo>
                        <a:lnTo>
                          <a:pt x="67" y="171"/>
                        </a:lnTo>
                        <a:lnTo>
                          <a:pt x="68" y="171"/>
                        </a:lnTo>
                        <a:lnTo>
                          <a:pt x="68" y="174"/>
                        </a:lnTo>
                        <a:lnTo>
                          <a:pt x="67" y="176"/>
                        </a:lnTo>
                        <a:lnTo>
                          <a:pt x="67" y="179"/>
                        </a:lnTo>
                        <a:lnTo>
                          <a:pt x="67" y="180"/>
                        </a:lnTo>
                        <a:lnTo>
                          <a:pt x="65" y="185"/>
                        </a:lnTo>
                        <a:lnTo>
                          <a:pt x="65" y="187"/>
                        </a:lnTo>
                        <a:lnTo>
                          <a:pt x="64" y="189"/>
                        </a:lnTo>
                        <a:lnTo>
                          <a:pt x="64" y="191"/>
                        </a:lnTo>
                        <a:lnTo>
                          <a:pt x="63" y="191"/>
                        </a:lnTo>
                        <a:lnTo>
                          <a:pt x="64" y="194"/>
                        </a:lnTo>
                        <a:lnTo>
                          <a:pt x="65" y="193"/>
                        </a:lnTo>
                        <a:lnTo>
                          <a:pt x="67" y="194"/>
                        </a:lnTo>
                        <a:lnTo>
                          <a:pt x="64" y="197"/>
                        </a:lnTo>
                        <a:lnTo>
                          <a:pt x="64" y="201"/>
                        </a:lnTo>
                        <a:lnTo>
                          <a:pt x="59" y="206"/>
                        </a:lnTo>
                        <a:lnTo>
                          <a:pt x="49" y="210"/>
                        </a:lnTo>
                        <a:lnTo>
                          <a:pt x="37" y="213"/>
                        </a:lnTo>
                        <a:lnTo>
                          <a:pt x="31" y="217"/>
                        </a:lnTo>
                        <a:lnTo>
                          <a:pt x="29" y="219"/>
                        </a:lnTo>
                        <a:lnTo>
                          <a:pt x="27" y="220"/>
                        </a:lnTo>
                        <a:lnTo>
                          <a:pt x="26" y="221"/>
                        </a:lnTo>
                        <a:lnTo>
                          <a:pt x="25" y="225"/>
                        </a:lnTo>
                        <a:lnTo>
                          <a:pt x="23" y="225"/>
                        </a:lnTo>
                        <a:lnTo>
                          <a:pt x="22" y="225"/>
                        </a:lnTo>
                        <a:lnTo>
                          <a:pt x="22" y="227"/>
                        </a:lnTo>
                        <a:lnTo>
                          <a:pt x="23" y="229"/>
                        </a:lnTo>
                        <a:lnTo>
                          <a:pt x="23" y="232"/>
                        </a:lnTo>
                        <a:lnTo>
                          <a:pt x="25" y="231"/>
                        </a:lnTo>
                        <a:lnTo>
                          <a:pt x="27" y="231"/>
                        </a:lnTo>
                        <a:lnTo>
                          <a:pt x="27" y="228"/>
                        </a:lnTo>
                        <a:lnTo>
                          <a:pt x="29" y="228"/>
                        </a:lnTo>
                        <a:lnTo>
                          <a:pt x="29" y="229"/>
                        </a:lnTo>
                        <a:lnTo>
                          <a:pt x="27" y="233"/>
                        </a:lnTo>
                        <a:lnTo>
                          <a:pt x="26" y="236"/>
                        </a:lnTo>
                        <a:lnTo>
                          <a:pt x="26" y="238"/>
                        </a:lnTo>
                        <a:lnTo>
                          <a:pt x="23" y="238"/>
                        </a:lnTo>
                        <a:lnTo>
                          <a:pt x="19" y="238"/>
                        </a:lnTo>
                        <a:lnTo>
                          <a:pt x="18" y="238"/>
                        </a:lnTo>
                        <a:lnTo>
                          <a:pt x="16" y="236"/>
                        </a:lnTo>
                        <a:lnTo>
                          <a:pt x="18" y="233"/>
                        </a:lnTo>
                        <a:lnTo>
                          <a:pt x="18" y="232"/>
                        </a:lnTo>
                        <a:lnTo>
                          <a:pt x="18" y="231"/>
                        </a:lnTo>
                        <a:lnTo>
                          <a:pt x="16" y="229"/>
                        </a:lnTo>
                        <a:lnTo>
                          <a:pt x="15" y="228"/>
                        </a:lnTo>
                        <a:lnTo>
                          <a:pt x="14" y="227"/>
                        </a:lnTo>
                        <a:lnTo>
                          <a:pt x="14" y="227"/>
                        </a:lnTo>
                        <a:lnTo>
                          <a:pt x="14" y="221"/>
                        </a:lnTo>
                        <a:lnTo>
                          <a:pt x="14" y="217"/>
                        </a:lnTo>
                        <a:lnTo>
                          <a:pt x="15" y="213"/>
                        </a:lnTo>
                        <a:lnTo>
                          <a:pt x="15" y="202"/>
                        </a:lnTo>
                        <a:lnTo>
                          <a:pt x="14" y="198"/>
                        </a:lnTo>
                        <a:lnTo>
                          <a:pt x="14" y="195"/>
                        </a:lnTo>
                        <a:lnTo>
                          <a:pt x="14" y="193"/>
                        </a:lnTo>
                        <a:lnTo>
                          <a:pt x="14" y="193"/>
                        </a:lnTo>
                        <a:lnTo>
                          <a:pt x="14" y="186"/>
                        </a:lnTo>
                        <a:lnTo>
                          <a:pt x="12" y="182"/>
                        </a:lnTo>
                        <a:lnTo>
                          <a:pt x="11" y="179"/>
                        </a:lnTo>
                        <a:lnTo>
                          <a:pt x="10" y="175"/>
                        </a:lnTo>
                        <a:lnTo>
                          <a:pt x="10" y="174"/>
                        </a:lnTo>
                        <a:close/>
                      </a:path>
                    </a:pathLst>
                  </a:custGeom>
                  <a:solidFill>
                    <a:srgbClr val="ECECEC">
                      <a:lumMod val="90000"/>
                    </a:srgbClr>
                  </a:solid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grpSp>
                <p:nvGrpSpPr>
                  <p:cNvPr id="277" name="Groupe 1540">
                    <a:extLst>
                      <a:ext uri="{FF2B5EF4-FFF2-40B4-BE49-F238E27FC236}">
                        <a16:creationId xmlns:a16="http://schemas.microsoft.com/office/drawing/2014/main" id="{21CE9F6E-6E89-23BE-3E38-C311A3C92B53}"/>
                      </a:ext>
                    </a:extLst>
                  </p:cNvPr>
                  <p:cNvGrpSpPr/>
                  <p:nvPr/>
                </p:nvGrpSpPr>
                <p:grpSpPr>
                  <a:xfrm>
                    <a:off x="9585120" y="3262135"/>
                    <a:ext cx="68378" cy="64827"/>
                    <a:chOff x="5770563" y="5106988"/>
                    <a:chExt cx="119063" cy="123825"/>
                  </a:xfrm>
                  <a:solidFill>
                    <a:srgbClr val="ECECEC">
                      <a:lumMod val="90000"/>
                    </a:srgbClr>
                  </a:solidFill>
                </p:grpSpPr>
                <p:sp>
                  <p:nvSpPr>
                    <p:cNvPr id="327" name="Freeform 967">
                      <a:extLst>
                        <a:ext uri="{FF2B5EF4-FFF2-40B4-BE49-F238E27FC236}">
                          <a16:creationId xmlns:a16="http://schemas.microsoft.com/office/drawing/2014/main" id="{04B1FA76-523F-EA21-3CB5-76404017C692}"/>
                        </a:ext>
                      </a:extLst>
                    </p:cNvPr>
                    <p:cNvSpPr>
                      <a:spLocks/>
                    </p:cNvSpPr>
                    <p:nvPr/>
                  </p:nvSpPr>
                  <p:spPr bwMode="auto">
                    <a:xfrm>
                      <a:off x="5856288" y="5106988"/>
                      <a:ext cx="33338" cy="36513"/>
                    </a:xfrm>
                    <a:custGeom>
                      <a:avLst/>
                      <a:gdLst/>
                      <a:ahLst/>
                      <a:cxnLst>
                        <a:cxn ang="0">
                          <a:pos x="17" y="6"/>
                        </a:cxn>
                        <a:cxn ang="0">
                          <a:pos x="17" y="6"/>
                        </a:cxn>
                        <a:cxn ang="0">
                          <a:pos x="18" y="7"/>
                        </a:cxn>
                        <a:cxn ang="0">
                          <a:pos x="19" y="8"/>
                        </a:cxn>
                        <a:cxn ang="0">
                          <a:pos x="21" y="10"/>
                        </a:cxn>
                        <a:cxn ang="0">
                          <a:pos x="21" y="11"/>
                        </a:cxn>
                        <a:cxn ang="0">
                          <a:pos x="21" y="12"/>
                        </a:cxn>
                        <a:cxn ang="0">
                          <a:pos x="19" y="15"/>
                        </a:cxn>
                        <a:cxn ang="0">
                          <a:pos x="21" y="17"/>
                        </a:cxn>
                        <a:cxn ang="0">
                          <a:pos x="19" y="17"/>
                        </a:cxn>
                        <a:cxn ang="0">
                          <a:pos x="18" y="18"/>
                        </a:cxn>
                        <a:cxn ang="0">
                          <a:pos x="18" y="19"/>
                        </a:cxn>
                        <a:cxn ang="0">
                          <a:pos x="17" y="22"/>
                        </a:cxn>
                        <a:cxn ang="0">
                          <a:pos x="15" y="23"/>
                        </a:cxn>
                        <a:cxn ang="0">
                          <a:pos x="10" y="23"/>
                        </a:cxn>
                        <a:cxn ang="0">
                          <a:pos x="5" y="21"/>
                        </a:cxn>
                        <a:cxn ang="0">
                          <a:pos x="3" y="18"/>
                        </a:cxn>
                        <a:cxn ang="0">
                          <a:pos x="2" y="15"/>
                        </a:cxn>
                        <a:cxn ang="0">
                          <a:pos x="0" y="14"/>
                        </a:cxn>
                        <a:cxn ang="0">
                          <a:pos x="2" y="11"/>
                        </a:cxn>
                        <a:cxn ang="0">
                          <a:pos x="6" y="4"/>
                        </a:cxn>
                        <a:cxn ang="0">
                          <a:pos x="6" y="2"/>
                        </a:cxn>
                        <a:cxn ang="0">
                          <a:pos x="9" y="0"/>
                        </a:cxn>
                        <a:cxn ang="0">
                          <a:pos x="13" y="3"/>
                        </a:cxn>
                        <a:cxn ang="0">
                          <a:pos x="14" y="4"/>
                        </a:cxn>
                        <a:cxn ang="0">
                          <a:pos x="17" y="6"/>
                        </a:cxn>
                        <a:cxn ang="0">
                          <a:pos x="17" y="6"/>
                        </a:cxn>
                      </a:cxnLst>
                      <a:rect l="0" t="0" r="r" b="b"/>
                      <a:pathLst>
                        <a:path w="21" h="23">
                          <a:moveTo>
                            <a:pt x="17" y="6"/>
                          </a:moveTo>
                          <a:lnTo>
                            <a:pt x="17" y="6"/>
                          </a:lnTo>
                          <a:lnTo>
                            <a:pt x="18" y="7"/>
                          </a:lnTo>
                          <a:lnTo>
                            <a:pt x="19" y="8"/>
                          </a:lnTo>
                          <a:lnTo>
                            <a:pt x="21" y="10"/>
                          </a:lnTo>
                          <a:lnTo>
                            <a:pt x="21" y="11"/>
                          </a:lnTo>
                          <a:lnTo>
                            <a:pt x="21" y="12"/>
                          </a:lnTo>
                          <a:lnTo>
                            <a:pt x="19" y="15"/>
                          </a:lnTo>
                          <a:lnTo>
                            <a:pt x="21" y="17"/>
                          </a:lnTo>
                          <a:lnTo>
                            <a:pt x="19" y="17"/>
                          </a:lnTo>
                          <a:lnTo>
                            <a:pt x="18" y="18"/>
                          </a:lnTo>
                          <a:lnTo>
                            <a:pt x="18" y="19"/>
                          </a:lnTo>
                          <a:lnTo>
                            <a:pt x="17" y="22"/>
                          </a:lnTo>
                          <a:lnTo>
                            <a:pt x="15" y="23"/>
                          </a:lnTo>
                          <a:lnTo>
                            <a:pt x="10" y="23"/>
                          </a:lnTo>
                          <a:lnTo>
                            <a:pt x="5" y="21"/>
                          </a:lnTo>
                          <a:lnTo>
                            <a:pt x="3" y="18"/>
                          </a:lnTo>
                          <a:lnTo>
                            <a:pt x="2" y="15"/>
                          </a:lnTo>
                          <a:lnTo>
                            <a:pt x="0" y="14"/>
                          </a:lnTo>
                          <a:lnTo>
                            <a:pt x="2" y="11"/>
                          </a:lnTo>
                          <a:lnTo>
                            <a:pt x="6" y="4"/>
                          </a:lnTo>
                          <a:lnTo>
                            <a:pt x="6" y="2"/>
                          </a:lnTo>
                          <a:lnTo>
                            <a:pt x="9" y="0"/>
                          </a:lnTo>
                          <a:lnTo>
                            <a:pt x="13" y="3"/>
                          </a:lnTo>
                          <a:lnTo>
                            <a:pt x="14" y="4"/>
                          </a:lnTo>
                          <a:lnTo>
                            <a:pt x="17" y="6"/>
                          </a:lnTo>
                          <a:lnTo>
                            <a:pt x="17" y="6"/>
                          </a:ln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28" name="Freeform 968">
                      <a:extLst>
                        <a:ext uri="{FF2B5EF4-FFF2-40B4-BE49-F238E27FC236}">
                          <a16:creationId xmlns:a16="http://schemas.microsoft.com/office/drawing/2014/main" id="{624F5E1F-BA10-191C-4D53-4D19C4236DBB}"/>
                        </a:ext>
                      </a:extLst>
                    </p:cNvPr>
                    <p:cNvSpPr>
                      <a:spLocks/>
                    </p:cNvSpPr>
                    <p:nvPr/>
                  </p:nvSpPr>
                  <p:spPr bwMode="auto">
                    <a:xfrm>
                      <a:off x="5770563" y="5180013"/>
                      <a:ext cx="52388" cy="50800"/>
                    </a:xfrm>
                    <a:custGeom>
                      <a:avLst/>
                      <a:gdLst/>
                      <a:ahLst/>
                      <a:cxnLst>
                        <a:cxn ang="0">
                          <a:pos x="4" y="26"/>
                        </a:cxn>
                        <a:cxn ang="0">
                          <a:pos x="4" y="24"/>
                        </a:cxn>
                        <a:cxn ang="0">
                          <a:pos x="3" y="21"/>
                        </a:cxn>
                        <a:cxn ang="0">
                          <a:pos x="3" y="19"/>
                        </a:cxn>
                        <a:cxn ang="0">
                          <a:pos x="0" y="18"/>
                        </a:cxn>
                        <a:cxn ang="0">
                          <a:pos x="0" y="15"/>
                        </a:cxn>
                        <a:cxn ang="0">
                          <a:pos x="1" y="14"/>
                        </a:cxn>
                        <a:cxn ang="0">
                          <a:pos x="6" y="11"/>
                        </a:cxn>
                        <a:cxn ang="0">
                          <a:pos x="7" y="7"/>
                        </a:cxn>
                        <a:cxn ang="0">
                          <a:pos x="10" y="5"/>
                        </a:cxn>
                        <a:cxn ang="0">
                          <a:pos x="15" y="3"/>
                        </a:cxn>
                        <a:cxn ang="0">
                          <a:pos x="16" y="2"/>
                        </a:cxn>
                        <a:cxn ang="0">
                          <a:pos x="18" y="2"/>
                        </a:cxn>
                        <a:cxn ang="0">
                          <a:pos x="18" y="0"/>
                        </a:cxn>
                        <a:cxn ang="0">
                          <a:pos x="21" y="0"/>
                        </a:cxn>
                        <a:cxn ang="0">
                          <a:pos x="22" y="2"/>
                        </a:cxn>
                        <a:cxn ang="0">
                          <a:pos x="23" y="0"/>
                        </a:cxn>
                        <a:cxn ang="0">
                          <a:pos x="25" y="2"/>
                        </a:cxn>
                        <a:cxn ang="0">
                          <a:pos x="27" y="2"/>
                        </a:cxn>
                        <a:cxn ang="0">
                          <a:pos x="30" y="3"/>
                        </a:cxn>
                        <a:cxn ang="0">
                          <a:pos x="33" y="9"/>
                        </a:cxn>
                        <a:cxn ang="0">
                          <a:pos x="33" y="13"/>
                        </a:cxn>
                        <a:cxn ang="0">
                          <a:pos x="30" y="15"/>
                        </a:cxn>
                        <a:cxn ang="0">
                          <a:pos x="27" y="17"/>
                        </a:cxn>
                        <a:cxn ang="0">
                          <a:pos x="27" y="18"/>
                        </a:cxn>
                        <a:cxn ang="0">
                          <a:pos x="29" y="19"/>
                        </a:cxn>
                        <a:cxn ang="0">
                          <a:pos x="29" y="21"/>
                        </a:cxn>
                        <a:cxn ang="0">
                          <a:pos x="26" y="24"/>
                        </a:cxn>
                        <a:cxn ang="0">
                          <a:pos x="23" y="22"/>
                        </a:cxn>
                        <a:cxn ang="0">
                          <a:pos x="22" y="24"/>
                        </a:cxn>
                        <a:cxn ang="0">
                          <a:pos x="19" y="24"/>
                        </a:cxn>
                        <a:cxn ang="0">
                          <a:pos x="16" y="25"/>
                        </a:cxn>
                        <a:cxn ang="0">
                          <a:pos x="15" y="28"/>
                        </a:cxn>
                        <a:cxn ang="0">
                          <a:pos x="15" y="29"/>
                        </a:cxn>
                        <a:cxn ang="0">
                          <a:pos x="14" y="30"/>
                        </a:cxn>
                        <a:cxn ang="0">
                          <a:pos x="11" y="32"/>
                        </a:cxn>
                        <a:cxn ang="0">
                          <a:pos x="8" y="30"/>
                        </a:cxn>
                        <a:cxn ang="0">
                          <a:pos x="7" y="28"/>
                        </a:cxn>
                        <a:cxn ang="0">
                          <a:pos x="4" y="26"/>
                        </a:cxn>
                      </a:cxnLst>
                      <a:rect l="0" t="0" r="r" b="b"/>
                      <a:pathLst>
                        <a:path w="33" h="32">
                          <a:moveTo>
                            <a:pt x="4" y="26"/>
                          </a:moveTo>
                          <a:lnTo>
                            <a:pt x="4" y="24"/>
                          </a:lnTo>
                          <a:lnTo>
                            <a:pt x="3" y="21"/>
                          </a:lnTo>
                          <a:lnTo>
                            <a:pt x="3" y="19"/>
                          </a:lnTo>
                          <a:lnTo>
                            <a:pt x="0" y="18"/>
                          </a:lnTo>
                          <a:lnTo>
                            <a:pt x="0" y="15"/>
                          </a:lnTo>
                          <a:lnTo>
                            <a:pt x="1" y="14"/>
                          </a:lnTo>
                          <a:lnTo>
                            <a:pt x="6" y="11"/>
                          </a:lnTo>
                          <a:lnTo>
                            <a:pt x="7" y="7"/>
                          </a:lnTo>
                          <a:lnTo>
                            <a:pt x="10" y="5"/>
                          </a:lnTo>
                          <a:lnTo>
                            <a:pt x="15" y="3"/>
                          </a:lnTo>
                          <a:lnTo>
                            <a:pt x="16" y="2"/>
                          </a:lnTo>
                          <a:lnTo>
                            <a:pt x="18" y="2"/>
                          </a:lnTo>
                          <a:lnTo>
                            <a:pt x="18" y="0"/>
                          </a:lnTo>
                          <a:lnTo>
                            <a:pt x="21" y="0"/>
                          </a:lnTo>
                          <a:lnTo>
                            <a:pt x="22" y="2"/>
                          </a:lnTo>
                          <a:lnTo>
                            <a:pt x="23" y="0"/>
                          </a:lnTo>
                          <a:lnTo>
                            <a:pt x="25" y="2"/>
                          </a:lnTo>
                          <a:lnTo>
                            <a:pt x="27" y="2"/>
                          </a:lnTo>
                          <a:lnTo>
                            <a:pt x="30" y="3"/>
                          </a:lnTo>
                          <a:lnTo>
                            <a:pt x="33" y="9"/>
                          </a:lnTo>
                          <a:lnTo>
                            <a:pt x="33" y="13"/>
                          </a:lnTo>
                          <a:lnTo>
                            <a:pt x="30" y="15"/>
                          </a:lnTo>
                          <a:lnTo>
                            <a:pt x="27" y="17"/>
                          </a:lnTo>
                          <a:lnTo>
                            <a:pt x="27" y="18"/>
                          </a:lnTo>
                          <a:lnTo>
                            <a:pt x="29" y="19"/>
                          </a:lnTo>
                          <a:lnTo>
                            <a:pt x="29" y="21"/>
                          </a:lnTo>
                          <a:lnTo>
                            <a:pt x="26" y="24"/>
                          </a:lnTo>
                          <a:lnTo>
                            <a:pt x="23" y="22"/>
                          </a:lnTo>
                          <a:lnTo>
                            <a:pt x="22" y="24"/>
                          </a:lnTo>
                          <a:lnTo>
                            <a:pt x="19" y="24"/>
                          </a:lnTo>
                          <a:lnTo>
                            <a:pt x="16" y="25"/>
                          </a:lnTo>
                          <a:lnTo>
                            <a:pt x="15" y="28"/>
                          </a:lnTo>
                          <a:lnTo>
                            <a:pt x="15" y="29"/>
                          </a:lnTo>
                          <a:lnTo>
                            <a:pt x="14" y="30"/>
                          </a:lnTo>
                          <a:lnTo>
                            <a:pt x="11" y="32"/>
                          </a:lnTo>
                          <a:lnTo>
                            <a:pt x="8" y="30"/>
                          </a:lnTo>
                          <a:lnTo>
                            <a:pt x="7" y="28"/>
                          </a:lnTo>
                          <a:lnTo>
                            <a:pt x="4" y="26"/>
                          </a:ln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grpSp>
              <p:sp>
                <p:nvSpPr>
                  <p:cNvPr id="278" name="Freeform 969">
                    <a:extLst>
                      <a:ext uri="{FF2B5EF4-FFF2-40B4-BE49-F238E27FC236}">
                        <a16:creationId xmlns:a16="http://schemas.microsoft.com/office/drawing/2014/main" id="{D02BE768-2004-7424-10DF-FFD06828272E}"/>
                      </a:ext>
                    </a:extLst>
                  </p:cNvPr>
                  <p:cNvSpPr>
                    <a:spLocks noEditPoints="1"/>
                  </p:cNvSpPr>
                  <p:nvPr/>
                </p:nvSpPr>
                <p:spPr bwMode="auto">
                  <a:xfrm>
                    <a:off x="9329842" y="1623997"/>
                    <a:ext cx="136756" cy="135473"/>
                  </a:xfrm>
                  <a:custGeom>
                    <a:avLst/>
                    <a:gdLst/>
                    <a:ahLst/>
                    <a:cxnLst>
                      <a:cxn ang="0">
                        <a:pos x="68" y="16"/>
                      </a:cxn>
                      <a:cxn ang="0">
                        <a:pos x="101" y="34"/>
                      </a:cxn>
                      <a:cxn ang="0">
                        <a:pos x="95" y="42"/>
                      </a:cxn>
                      <a:cxn ang="0">
                        <a:pos x="89" y="47"/>
                      </a:cxn>
                      <a:cxn ang="0">
                        <a:pos x="113" y="50"/>
                      </a:cxn>
                      <a:cxn ang="0">
                        <a:pos x="129" y="49"/>
                      </a:cxn>
                      <a:cxn ang="0">
                        <a:pos x="146" y="31"/>
                      </a:cxn>
                      <a:cxn ang="0">
                        <a:pos x="140" y="14"/>
                      </a:cxn>
                      <a:cxn ang="0">
                        <a:pos x="123" y="5"/>
                      </a:cxn>
                      <a:cxn ang="0">
                        <a:pos x="114" y="16"/>
                      </a:cxn>
                      <a:cxn ang="0">
                        <a:pos x="106" y="1"/>
                      </a:cxn>
                      <a:cxn ang="0">
                        <a:pos x="104" y="12"/>
                      </a:cxn>
                      <a:cxn ang="0">
                        <a:pos x="98" y="12"/>
                      </a:cxn>
                      <a:cxn ang="0">
                        <a:pos x="83" y="8"/>
                      </a:cxn>
                      <a:cxn ang="0">
                        <a:pos x="78" y="16"/>
                      </a:cxn>
                      <a:cxn ang="0">
                        <a:pos x="72" y="19"/>
                      </a:cxn>
                      <a:cxn ang="0">
                        <a:pos x="71" y="26"/>
                      </a:cxn>
                      <a:cxn ang="0">
                        <a:pos x="102" y="99"/>
                      </a:cxn>
                      <a:cxn ang="0">
                        <a:pos x="121" y="103"/>
                      </a:cxn>
                      <a:cxn ang="0">
                        <a:pos x="132" y="118"/>
                      </a:cxn>
                      <a:cxn ang="0">
                        <a:pos x="121" y="121"/>
                      </a:cxn>
                      <a:cxn ang="0">
                        <a:pos x="102" y="128"/>
                      </a:cxn>
                      <a:cxn ang="0">
                        <a:pos x="102" y="103"/>
                      </a:cxn>
                      <a:cxn ang="0">
                        <a:pos x="87" y="60"/>
                      </a:cxn>
                      <a:cxn ang="0">
                        <a:pos x="102" y="95"/>
                      </a:cxn>
                      <a:cxn ang="0">
                        <a:pos x="110" y="80"/>
                      </a:cxn>
                      <a:cxn ang="0">
                        <a:pos x="94" y="86"/>
                      </a:cxn>
                      <a:cxn ang="0">
                        <a:pos x="3" y="80"/>
                      </a:cxn>
                      <a:cxn ang="0">
                        <a:pos x="11" y="88"/>
                      </a:cxn>
                      <a:cxn ang="0">
                        <a:pos x="65" y="162"/>
                      </a:cxn>
                      <a:cxn ang="0">
                        <a:pos x="59" y="148"/>
                      </a:cxn>
                      <a:cxn ang="0">
                        <a:pos x="48" y="141"/>
                      </a:cxn>
                      <a:cxn ang="0">
                        <a:pos x="37" y="130"/>
                      </a:cxn>
                      <a:cxn ang="0">
                        <a:pos x="44" y="124"/>
                      </a:cxn>
                      <a:cxn ang="0">
                        <a:pos x="44" y="118"/>
                      </a:cxn>
                      <a:cxn ang="0">
                        <a:pos x="64" y="109"/>
                      </a:cxn>
                      <a:cxn ang="0">
                        <a:pos x="44" y="114"/>
                      </a:cxn>
                      <a:cxn ang="0">
                        <a:pos x="34" y="105"/>
                      </a:cxn>
                      <a:cxn ang="0">
                        <a:pos x="49" y="95"/>
                      </a:cxn>
                      <a:cxn ang="0">
                        <a:pos x="56" y="88"/>
                      </a:cxn>
                      <a:cxn ang="0">
                        <a:pos x="46" y="90"/>
                      </a:cxn>
                      <a:cxn ang="0">
                        <a:pos x="44" y="83"/>
                      </a:cxn>
                      <a:cxn ang="0">
                        <a:pos x="41" y="91"/>
                      </a:cxn>
                      <a:cxn ang="0">
                        <a:pos x="26" y="95"/>
                      </a:cxn>
                      <a:cxn ang="0">
                        <a:pos x="17" y="84"/>
                      </a:cxn>
                      <a:cxn ang="0">
                        <a:pos x="8" y="69"/>
                      </a:cxn>
                      <a:cxn ang="0">
                        <a:pos x="10" y="65"/>
                      </a:cxn>
                      <a:cxn ang="0">
                        <a:pos x="6" y="64"/>
                      </a:cxn>
                      <a:cxn ang="0">
                        <a:pos x="3" y="42"/>
                      </a:cxn>
                      <a:cxn ang="0">
                        <a:pos x="14" y="35"/>
                      </a:cxn>
                      <a:cxn ang="0">
                        <a:pos x="25" y="39"/>
                      </a:cxn>
                      <a:cxn ang="0">
                        <a:pos x="23" y="47"/>
                      </a:cxn>
                      <a:cxn ang="0">
                        <a:pos x="32" y="54"/>
                      </a:cxn>
                      <a:cxn ang="0">
                        <a:pos x="41" y="49"/>
                      </a:cxn>
                      <a:cxn ang="0">
                        <a:pos x="51" y="71"/>
                      </a:cxn>
                      <a:cxn ang="0">
                        <a:pos x="45" y="37"/>
                      </a:cxn>
                      <a:cxn ang="0">
                        <a:pos x="59" y="28"/>
                      </a:cxn>
                      <a:cxn ang="0">
                        <a:pos x="65" y="49"/>
                      </a:cxn>
                      <a:cxn ang="0">
                        <a:pos x="84" y="62"/>
                      </a:cxn>
                      <a:cxn ang="0">
                        <a:pos x="94" y="77"/>
                      </a:cxn>
                      <a:cxn ang="0">
                        <a:pos x="83" y="99"/>
                      </a:cxn>
                      <a:cxn ang="0">
                        <a:pos x="79" y="125"/>
                      </a:cxn>
                      <a:cxn ang="0">
                        <a:pos x="71" y="148"/>
                      </a:cxn>
                    </a:cxnLst>
                    <a:rect l="0" t="0" r="r" b="b"/>
                    <a:pathLst>
                      <a:path w="150" h="163">
                        <a:moveTo>
                          <a:pt x="68" y="16"/>
                        </a:moveTo>
                        <a:lnTo>
                          <a:pt x="67" y="14"/>
                        </a:lnTo>
                        <a:lnTo>
                          <a:pt x="65" y="12"/>
                        </a:lnTo>
                        <a:lnTo>
                          <a:pt x="67" y="11"/>
                        </a:lnTo>
                        <a:lnTo>
                          <a:pt x="68" y="9"/>
                        </a:lnTo>
                        <a:lnTo>
                          <a:pt x="70" y="11"/>
                        </a:lnTo>
                        <a:lnTo>
                          <a:pt x="71" y="12"/>
                        </a:lnTo>
                        <a:lnTo>
                          <a:pt x="71" y="14"/>
                        </a:lnTo>
                        <a:lnTo>
                          <a:pt x="70" y="15"/>
                        </a:lnTo>
                        <a:lnTo>
                          <a:pt x="68" y="16"/>
                        </a:lnTo>
                        <a:lnTo>
                          <a:pt x="68" y="16"/>
                        </a:lnTo>
                        <a:close/>
                        <a:moveTo>
                          <a:pt x="82" y="38"/>
                        </a:moveTo>
                        <a:lnTo>
                          <a:pt x="82" y="38"/>
                        </a:lnTo>
                        <a:lnTo>
                          <a:pt x="83" y="37"/>
                        </a:lnTo>
                        <a:lnTo>
                          <a:pt x="86" y="35"/>
                        </a:lnTo>
                        <a:lnTo>
                          <a:pt x="87" y="34"/>
                        </a:lnTo>
                        <a:lnTo>
                          <a:pt x="93" y="34"/>
                        </a:lnTo>
                        <a:lnTo>
                          <a:pt x="97" y="34"/>
                        </a:lnTo>
                        <a:lnTo>
                          <a:pt x="98" y="33"/>
                        </a:lnTo>
                        <a:lnTo>
                          <a:pt x="101" y="33"/>
                        </a:lnTo>
                        <a:lnTo>
                          <a:pt x="101" y="33"/>
                        </a:lnTo>
                        <a:lnTo>
                          <a:pt x="101" y="34"/>
                        </a:lnTo>
                        <a:lnTo>
                          <a:pt x="101" y="35"/>
                        </a:lnTo>
                        <a:lnTo>
                          <a:pt x="99" y="37"/>
                        </a:lnTo>
                        <a:lnTo>
                          <a:pt x="98" y="38"/>
                        </a:lnTo>
                        <a:lnTo>
                          <a:pt x="95" y="37"/>
                        </a:lnTo>
                        <a:lnTo>
                          <a:pt x="91" y="38"/>
                        </a:lnTo>
                        <a:lnTo>
                          <a:pt x="89" y="37"/>
                        </a:lnTo>
                        <a:lnTo>
                          <a:pt x="89" y="38"/>
                        </a:lnTo>
                        <a:lnTo>
                          <a:pt x="90" y="39"/>
                        </a:lnTo>
                        <a:lnTo>
                          <a:pt x="94" y="39"/>
                        </a:lnTo>
                        <a:lnTo>
                          <a:pt x="95" y="41"/>
                        </a:lnTo>
                        <a:lnTo>
                          <a:pt x="95" y="42"/>
                        </a:lnTo>
                        <a:lnTo>
                          <a:pt x="94" y="42"/>
                        </a:lnTo>
                        <a:lnTo>
                          <a:pt x="91" y="41"/>
                        </a:lnTo>
                        <a:lnTo>
                          <a:pt x="90" y="42"/>
                        </a:lnTo>
                        <a:lnTo>
                          <a:pt x="89" y="42"/>
                        </a:lnTo>
                        <a:lnTo>
                          <a:pt x="86" y="41"/>
                        </a:lnTo>
                        <a:lnTo>
                          <a:pt x="83" y="39"/>
                        </a:lnTo>
                        <a:lnTo>
                          <a:pt x="80" y="41"/>
                        </a:lnTo>
                        <a:lnTo>
                          <a:pt x="80" y="42"/>
                        </a:lnTo>
                        <a:lnTo>
                          <a:pt x="82" y="43"/>
                        </a:lnTo>
                        <a:lnTo>
                          <a:pt x="87" y="47"/>
                        </a:lnTo>
                        <a:lnTo>
                          <a:pt x="89" y="47"/>
                        </a:lnTo>
                        <a:lnTo>
                          <a:pt x="91" y="46"/>
                        </a:lnTo>
                        <a:lnTo>
                          <a:pt x="93" y="47"/>
                        </a:lnTo>
                        <a:lnTo>
                          <a:pt x="94" y="50"/>
                        </a:lnTo>
                        <a:lnTo>
                          <a:pt x="94" y="52"/>
                        </a:lnTo>
                        <a:lnTo>
                          <a:pt x="95" y="53"/>
                        </a:lnTo>
                        <a:lnTo>
                          <a:pt x="98" y="52"/>
                        </a:lnTo>
                        <a:lnTo>
                          <a:pt x="102" y="52"/>
                        </a:lnTo>
                        <a:lnTo>
                          <a:pt x="106" y="50"/>
                        </a:lnTo>
                        <a:lnTo>
                          <a:pt x="109" y="50"/>
                        </a:lnTo>
                        <a:lnTo>
                          <a:pt x="112" y="49"/>
                        </a:lnTo>
                        <a:lnTo>
                          <a:pt x="113" y="50"/>
                        </a:lnTo>
                        <a:lnTo>
                          <a:pt x="112" y="53"/>
                        </a:lnTo>
                        <a:lnTo>
                          <a:pt x="113" y="56"/>
                        </a:lnTo>
                        <a:lnTo>
                          <a:pt x="116" y="58"/>
                        </a:lnTo>
                        <a:lnTo>
                          <a:pt x="118" y="58"/>
                        </a:lnTo>
                        <a:lnTo>
                          <a:pt x="123" y="57"/>
                        </a:lnTo>
                        <a:lnTo>
                          <a:pt x="124" y="56"/>
                        </a:lnTo>
                        <a:lnTo>
                          <a:pt x="124" y="54"/>
                        </a:lnTo>
                        <a:lnTo>
                          <a:pt x="124" y="53"/>
                        </a:lnTo>
                        <a:lnTo>
                          <a:pt x="124" y="52"/>
                        </a:lnTo>
                        <a:lnTo>
                          <a:pt x="127" y="49"/>
                        </a:lnTo>
                        <a:lnTo>
                          <a:pt x="129" y="49"/>
                        </a:lnTo>
                        <a:lnTo>
                          <a:pt x="131" y="50"/>
                        </a:lnTo>
                        <a:lnTo>
                          <a:pt x="133" y="52"/>
                        </a:lnTo>
                        <a:lnTo>
                          <a:pt x="135" y="52"/>
                        </a:lnTo>
                        <a:lnTo>
                          <a:pt x="139" y="49"/>
                        </a:lnTo>
                        <a:lnTo>
                          <a:pt x="139" y="47"/>
                        </a:lnTo>
                        <a:lnTo>
                          <a:pt x="139" y="43"/>
                        </a:lnTo>
                        <a:lnTo>
                          <a:pt x="137" y="42"/>
                        </a:lnTo>
                        <a:lnTo>
                          <a:pt x="140" y="41"/>
                        </a:lnTo>
                        <a:lnTo>
                          <a:pt x="142" y="38"/>
                        </a:lnTo>
                        <a:lnTo>
                          <a:pt x="144" y="34"/>
                        </a:lnTo>
                        <a:lnTo>
                          <a:pt x="146" y="31"/>
                        </a:lnTo>
                        <a:lnTo>
                          <a:pt x="148" y="28"/>
                        </a:lnTo>
                        <a:lnTo>
                          <a:pt x="150" y="26"/>
                        </a:lnTo>
                        <a:lnTo>
                          <a:pt x="150" y="23"/>
                        </a:lnTo>
                        <a:lnTo>
                          <a:pt x="148" y="22"/>
                        </a:lnTo>
                        <a:lnTo>
                          <a:pt x="148" y="19"/>
                        </a:lnTo>
                        <a:lnTo>
                          <a:pt x="148" y="18"/>
                        </a:lnTo>
                        <a:lnTo>
                          <a:pt x="148" y="16"/>
                        </a:lnTo>
                        <a:lnTo>
                          <a:pt x="148" y="15"/>
                        </a:lnTo>
                        <a:lnTo>
                          <a:pt x="144" y="15"/>
                        </a:lnTo>
                        <a:lnTo>
                          <a:pt x="142" y="14"/>
                        </a:lnTo>
                        <a:lnTo>
                          <a:pt x="140" y="14"/>
                        </a:lnTo>
                        <a:lnTo>
                          <a:pt x="135" y="14"/>
                        </a:lnTo>
                        <a:lnTo>
                          <a:pt x="133" y="14"/>
                        </a:lnTo>
                        <a:lnTo>
                          <a:pt x="131" y="12"/>
                        </a:lnTo>
                        <a:lnTo>
                          <a:pt x="128" y="12"/>
                        </a:lnTo>
                        <a:lnTo>
                          <a:pt x="127" y="11"/>
                        </a:lnTo>
                        <a:lnTo>
                          <a:pt x="125" y="9"/>
                        </a:lnTo>
                        <a:lnTo>
                          <a:pt x="125" y="8"/>
                        </a:lnTo>
                        <a:lnTo>
                          <a:pt x="123" y="9"/>
                        </a:lnTo>
                        <a:lnTo>
                          <a:pt x="123" y="9"/>
                        </a:lnTo>
                        <a:lnTo>
                          <a:pt x="123" y="7"/>
                        </a:lnTo>
                        <a:lnTo>
                          <a:pt x="123" y="5"/>
                        </a:lnTo>
                        <a:lnTo>
                          <a:pt x="121" y="7"/>
                        </a:lnTo>
                        <a:lnTo>
                          <a:pt x="120" y="9"/>
                        </a:lnTo>
                        <a:lnTo>
                          <a:pt x="118" y="9"/>
                        </a:lnTo>
                        <a:lnTo>
                          <a:pt x="118" y="7"/>
                        </a:lnTo>
                        <a:lnTo>
                          <a:pt x="117" y="5"/>
                        </a:lnTo>
                        <a:lnTo>
                          <a:pt x="117" y="7"/>
                        </a:lnTo>
                        <a:lnTo>
                          <a:pt x="117" y="8"/>
                        </a:lnTo>
                        <a:lnTo>
                          <a:pt x="117" y="9"/>
                        </a:lnTo>
                        <a:lnTo>
                          <a:pt x="114" y="12"/>
                        </a:lnTo>
                        <a:lnTo>
                          <a:pt x="114" y="14"/>
                        </a:lnTo>
                        <a:lnTo>
                          <a:pt x="114" y="16"/>
                        </a:lnTo>
                        <a:lnTo>
                          <a:pt x="112" y="15"/>
                        </a:lnTo>
                        <a:lnTo>
                          <a:pt x="112" y="14"/>
                        </a:lnTo>
                        <a:lnTo>
                          <a:pt x="110" y="14"/>
                        </a:lnTo>
                        <a:lnTo>
                          <a:pt x="110" y="15"/>
                        </a:lnTo>
                        <a:lnTo>
                          <a:pt x="110" y="16"/>
                        </a:lnTo>
                        <a:lnTo>
                          <a:pt x="109" y="15"/>
                        </a:lnTo>
                        <a:lnTo>
                          <a:pt x="109" y="14"/>
                        </a:lnTo>
                        <a:lnTo>
                          <a:pt x="110" y="9"/>
                        </a:lnTo>
                        <a:lnTo>
                          <a:pt x="110" y="5"/>
                        </a:lnTo>
                        <a:lnTo>
                          <a:pt x="109" y="4"/>
                        </a:lnTo>
                        <a:lnTo>
                          <a:pt x="106" y="1"/>
                        </a:lnTo>
                        <a:lnTo>
                          <a:pt x="105" y="0"/>
                        </a:lnTo>
                        <a:lnTo>
                          <a:pt x="104" y="0"/>
                        </a:lnTo>
                        <a:lnTo>
                          <a:pt x="104" y="3"/>
                        </a:lnTo>
                        <a:lnTo>
                          <a:pt x="105" y="4"/>
                        </a:lnTo>
                        <a:lnTo>
                          <a:pt x="106" y="5"/>
                        </a:lnTo>
                        <a:lnTo>
                          <a:pt x="104" y="5"/>
                        </a:lnTo>
                        <a:lnTo>
                          <a:pt x="102" y="4"/>
                        </a:lnTo>
                        <a:lnTo>
                          <a:pt x="101" y="4"/>
                        </a:lnTo>
                        <a:lnTo>
                          <a:pt x="102" y="7"/>
                        </a:lnTo>
                        <a:lnTo>
                          <a:pt x="104" y="9"/>
                        </a:lnTo>
                        <a:lnTo>
                          <a:pt x="104" y="12"/>
                        </a:lnTo>
                        <a:lnTo>
                          <a:pt x="104" y="15"/>
                        </a:lnTo>
                        <a:lnTo>
                          <a:pt x="104" y="18"/>
                        </a:lnTo>
                        <a:lnTo>
                          <a:pt x="105" y="22"/>
                        </a:lnTo>
                        <a:lnTo>
                          <a:pt x="104" y="24"/>
                        </a:lnTo>
                        <a:lnTo>
                          <a:pt x="104" y="24"/>
                        </a:lnTo>
                        <a:lnTo>
                          <a:pt x="102" y="22"/>
                        </a:lnTo>
                        <a:lnTo>
                          <a:pt x="99" y="19"/>
                        </a:lnTo>
                        <a:lnTo>
                          <a:pt x="97" y="18"/>
                        </a:lnTo>
                        <a:lnTo>
                          <a:pt x="97" y="16"/>
                        </a:lnTo>
                        <a:lnTo>
                          <a:pt x="98" y="14"/>
                        </a:lnTo>
                        <a:lnTo>
                          <a:pt x="98" y="12"/>
                        </a:lnTo>
                        <a:lnTo>
                          <a:pt x="97" y="12"/>
                        </a:lnTo>
                        <a:lnTo>
                          <a:pt x="94" y="14"/>
                        </a:lnTo>
                        <a:lnTo>
                          <a:pt x="93" y="14"/>
                        </a:lnTo>
                        <a:lnTo>
                          <a:pt x="91" y="14"/>
                        </a:lnTo>
                        <a:lnTo>
                          <a:pt x="90" y="16"/>
                        </a:lnTo>
                        <a:lnTo>
                          <a:pt x="87" y="15"/>
                        </a:lnTo>
                        <a:lnTo>
                          <a:pt x="87" y="14"/>
                        </a:lnTo>
                        <a:lnTo>
                          <a:pt x="87" y="12"/>
                        </a:lnTo>
                        <a:lnTo>
                          <a:pt x="86" y="12"/>
                        </a:lnTo>
                        <a:lnTo>
                          <a:pt x="84" y="9"/>
                        </a:lnTo>
                        <a:lnTo>
                          <a:pt x="83" y="8"/>
                        </a:lnTo>
                        <a:lnTo>
                          <a:pt x="82" y="7"/>
                        </a:lnTo>
                        <a:lnTo>
                          <a:pt x="80" y="7"/>
                        </a:lnTo>
                        <a:lnTo>
                          <a:pt x="79" y="5"/>
                        </a:lnTo>
                        <a:lnTo>
                          <a:pt x="79" y="3"/>
                        </a:lnTo>
                        <a:lnTo>
                          <a:pt x="78" y="1"/>
                        </a:lnTo>
                        <a:lnTo>
                          <a:pt x="78" y="0"/>
                        </a:lnTo>
                        <a:lnTo>
                          <a:pt x="76" y="3"/>
                        </a:lnTo>
                        <a:lnTo>
                          <a:pt x="75" y="5"/>
                        </a:lnTo>
                        <a:lnTo>
                          <a:pt x="76" y="9"/>
                        </a:lnTo>
                        <a:lnTo>
                          <a:pt x="78" y="12"/>
                        </a:lnTo>
                        <a:lnTo>
                          <a:pt x="78" y="16"/>
                        </a:lnTo>
                        <a:lnTo>
                          <a:pt x="78" y="16"/>
                        </a:lnTo>
                        <a:lnTo>
                          <a:pt x="75" y="15"/>
                        </a:lnTo>
                        <a:lnTo>
                          <a:pt x="75" y="12"/>
                        </a:lnTo>
                        <a:lnTo>
                          <a:pt x="74" y="11"/>
                        </a:lnTo>
                        <a:lnTo>
                          <a:pt x="74" y="14"/>
                        </a:lnTo>
                        <a:lnTo>
                          <a:pt x="74" y="16"/>
                        </a:lnTo>
                        <a:lnTo>
                          <a:pt x="75" y="19"/>
                        </a:lnTo>
                        <a:lnTo>
                          <a:pt x="75" y="20"/>
                        </a:lnTo>
                        <a:lnTo>
                          <a:pt x="75" y="23"/>
                        </a:lnTo>
                        <a:lnTo>
                          <a:pt x="74" y="22"/>
                        </a:lnTo>
                        <a:lnTo>
                          <a:pt x="72" y="19"/>
                        </a:lnTo>
                        <a:lnTo>
                          <a:pt x="71" y="18"/>
                        </a:lnTo>
                        <a:lnTo>
                          <a:pt x="67" y="18"/>
                        </a:lnTo>
                        <a:lnTo>
                          <a:pt x="64" y="16"/>
                        </a:lnTo>
                        <a:lnTo>
                          <a:pt x="63" y="18"/>
                        </a:lnTo>
                        <a:lnTo>
                          <a:pt x="64" y="22"/>
                        </a:lnTo>
                        <a:lnTo>
                          <a:pt x="65" y="20"/>
                        </a:lnTo>
                        <a:lnTo>
                          <a:pt x="68" y="22"/>
                        </a:lnTo>
                        <a:lnTo>
                          <a:pt x="67" y="24"/>
                        </a:lnTo>
                        <a:lnTo>
                          <a:pt x="67" y="24"/>
                        </a:lnTo>
                        <a:lnTo>
                          <a:pt x="70" y="24"/>
                        </a:lnTo>
                        <a:lnTo>
                          <a:pt x="71" y="26"/>
                        </a:lnTo>
                        <a:lnTo>
                          <a:pt x="67" y="28"/>
                        </a:lnTo>
                        <a:lnTo>
                          <a:pt x="67" y="30"/>
                        </a:lnTo>
                        <a:lnTo>
                          <a:pt x="70" y="34"/>
                        </a:lnTo>
                        <a:lnTo>
                          <a:pt x="72" y="35"/>
                        </a:lnTo>
                        <a:lnTo>
                          <a:pt x="74" y="37"/>
                        </a:lnTo>
                        <a:lnTo>
                          <a:pt x="78" y="37"/>
                        </a:lnTo>
                        <a:lnTo>
                          <a:pt x="80" y="37"/>
                        </a:lnTo>
                        <a:lnTo>
                          <a:pt x="82" y="38"/>
                        </a:lnTo>
                        <a:lnTo>
                          <a:pt x="82" y="38"/>
                        </a:lnTo>
                        <a:close/>
                        <a:moveTo>
                          <a:pt x="101" y="102"/>
                        </a:moveTo>
                        <a:lnTo>
                          <a:pt x="102" y="99"/>
                        </a:lnTo>
                        <a:lnTo>
                          <a:pt x="105" y="98"/>
                        </a:lnTo>
                        <a:lnTo>
                          <a:pt x="110" y="96"/>
                        </a:lnTo>
                        <a:lnTo>
                          <a:pt x="113" y="95"/>
                        </a:lnTo>
                        <a:lnTo>
                          <a:pt x="117" y="92"/>
                        </a:lnTo>
                        <a:lnTo>
                          <a:pt x="121" y="90"/>
                        </a:lnTo>
                        <a:lnTo>
                          <a:pt x="121" y="94"/>
                        </a:lnTo>
                        <a:lnTo>
                          <a:pt x="124" y="96"/>
                        </a:lnTo>
                        <a:lnTo>
                          <a:pt x="124" y="98"/>
                        </a:lnTo>
                        <a:lnTo>
                          <a:pt x="121" y="99"/>
                        </a:lnTo>
                        <a:lnTo>
                          <a:pt x="121" y="100"/>
                        </a:lnTo>
                        <a:lnTo>
                          <a:pt x="121" y="103"/>
                        </a:lnTo>
                        <a:lnTo>
                          <a:pt x="124" y="107"/>
                        </a:lnTo>
                        <a:lnTo>
                          <a:pt x="128" y="109"/>
                        </a:lnTo>
                        <a:lnTo>
                          <a:pt x="129" y="107"/>
                        </a:lnTo>
                        <a:lnTo>
                          <a:pt x="133" y="106"/>
                        </a:lnTo>
                        <a:lnTo>
                          <a:pt x="135" y="107"/>
                        </a:lnTo>
                        <a:lnTo>
                          <a:pt x="136" y="109"/>
                        </a:lnTo>
                        <a:lnTo>
                          <a:pt x="139" y="110"/>
                        </a:lnTo>
                        <a:lnTo>
                          <a:pt x="137" y="110"/>
                        </a:lnTo>
                        <a:lnTo>
                          <a:pt x="135" y="111"/>
                        </a:lnTo>
                        <a:lnTo>
                          <a:pt x="132" y="115"/>
                        </a:lnTo>
                        <a:lnTo>
                          <a:pt x="132" y="118"/>
                        </a:lnTo>
                        <a:lnTo>
                          <a:pt x="131" y="124"/>
                        </a:lnTo>
                        <a:lnTo>
                          <a:pt x="128" y="125"/>
                        </a:lnTo>
                        <a:lnTo>
                          <a:pt x="125" y="126"/>
                        </a:lnTo>
                        <a:lnTo>
                          <a:pt x="124" y="129"/>
                        </a:lnTo>
                        <a:lnTo>
                          <a:pt x="124" y="130"/>
                        </a:lnTo>
                        <a:lnTo>
                          <a:pt x="121" y="133"/>
                        </a:lnTo>
                        <a:lnTo>
                          <a:pt x="120" y="133"/>
                        </a:lnTo>
                        <a:lnTo>
                          <a:pt x="120" y="130"/>
                        </a:lnTo>
                        <a:lnTo>
                          <a:pt x="121" y="128"/>
                        </a:lnTo>
                        <a:lnTo>
                          <a:pt x="120" y="125"/>
                        </a:lnTo>
                        <a:lnTo>
                          <a:pt x="121" y="121"/>
                        </a:lnTo>
                        <a:lnTo>
                          <a:pt x="121" y="118"/>
                        </a:lnTo>
                        <a:lnTo>
                          <a:pt x="120" y="118"/>
                        </a:lnTo>
                        <a:lnTo>
                          <a:pt x="118" y="118"/>
                        </a:lnTo>
                        <a:lnTo>
                          <a:pt x="117" y="119"/>
                        </a:lnTo>
                        <a:lnTo>
                          <a:pt x="116" y="122"/>
                        </a:lnTo>
                        <a:lnTo>
                          <a:pt x="113" y="124"/>
                        </a:lnTo>
                        <a:lnTo>
                          <a:pt x="112" y="124"/>
                        </a:lnTo>
                        <a:lnTo>
                          <a:pt x="109" y="126"/>
                        </a:lnTo>
                        <a:lnTo>
                          <a:pt x="106" y="126"/>
                        </a:lnTo>
                        <a:lnTo>
                          <a:pt x="104" y="128"/>
                        </a:lnTo>
                        <a:lnTo>
                          <a:pt x="102" y="128"/>
                        </a:lnTo>
                        <a:lnTo>
                          <a:pt x="102" y="125"/>
                        </a:lnTo>
                        <a:lnTo>
                          <a:pt x="104" y="124"/>
                        </a:lnTo>
                        <a:lnTo>
                          <a:pt x="102" y="122"/>
                        </a:lnTo>
                        <a:lnTo>
                          <a:pt x="105" y="119"/>
                        </a:lnTo>
                        <a:lnTo>
                          <a:pt x="105" y="115"/>
                        </a:lnTo>
                        <a:lnTo>
                          <a:pt x="108" y="113"/>
                        </a:lnTo>
                        <a:lnTo>
                          <a:pt x="108" y="110"/>
                        </a:lnTo>
                        <a:lnTo>
                          <a:pt x="108" y="107"/>
                        </a:lnTo>
                        <a:lnTo>
                          <a:pt x="108" y="106"/>
                        </a:lnTo>
                        <a:lnTo>
                          <a:pt x="105" y="106"/>
                        </a:lnTo>
                        <a:lnTo>
                          <a:pt x="102" y="103"/>
                        </a:lnTo>
                        <a:lnTo>
                          <a:pt x="101" y="102"/>
                        </a:lnTo>
                        <a:lnTo>
                          <a:pt x="101" y="102"/>
                        </a:lnTo>
                        <a:close/>
                        <a:moveTo>
                          <a:pt x="87" y="61"/>
                        </a:moveTo>
                        <a:lnTo>
                          <a:pt x="89" y="64"/>
                        </a:lnTo>
                        <a:lnTo>
                          <a:pt x="90" y="65"/>
                        </a:lnTo>
                        <a:lnTo>
                          <a:pt x="93" y="67"/>
                        </a:lnTo>
                        <a:lnTo>
                          <a:pt x="95" y="65"/>
                        </a:lnTo>
                        <a:lnTo>
                          <a:pt x="95" y="62"/>
                        </a:lnTo>
                        <a:lnTo>
                          <a:pt x="93" y="61"/>
                        </a:lnTo>
                        <a:lnTo>
                          <a:pt x="89" y="60"/>
                        </a:lnTo>
                        <a:lnTo>
                          <a:pt x="87" y="60"/>
                        </a:lnTo>
                        <a:lnTo>
                          <a:pt x="87" y="61"/>
                        </a:lnTo>
                        <a:lnTo>
                          <a:pt x="87" y="61"/>
                        </a:lnTo>
                        <a:close/>
                        <a:moveTo>
                          <a:pt x="93" y="86"/>
                        </a:moveTo>
                        <a:lnTo>
                          <a:pt x="95" y="87"/>
                        </a:lnTo>
                        <a:lnTo>
                          <a:pt x="98" y="87"/>
                        </a:lnTo>
                        <a:lnTo>
                          <a:pt x="99" y="90"/>
                        </a:lnTo>
                        <a:lnTo>
                          <a:pt x="99" y="91"/>
                        </a:lnTo>
                        <a:lnTo>
                          <a:pt x="99" y="92"/>
                        </a:lnTo>
                        <a:lnTo>
                          <a:pt x="101" y="94"/>
                        </a:lnTo>
                        <a:lnTo>
                          <a:pt x="99" y="96"/>
                        </a:lnTo>
                        <a:lnTo>
                          <a:pt x="102" y="95"/>
                        </a:lnTo>
                        <a:lnTo>
                          <a:pt x="104" y="96"/>
                        </a:lnTo>
                        <a:lnTo>
                          <a:pt x="104" y="95"/>
                        </a:lnTo>
                        <a:lnTo>
                          <a:pt x="108" y="92"/>
                        </a:lnTo>
                        <a:lnTo>
                          <a:pt x="110" y="92"/>
                        </a:lnTo>
                        <a:lnTo>
                          <a:pt x="112" y="91"/>
                        </a:lnTo>
                        <a:lnTo>
                          <a:pt x="112" y="90"/>
                        </a:lnTo>
                        <a:lnTo>
                          <a:pt x="112" y="87"/>
                        </a:lnTo>
                        <a:lnTo>
                          <a:pt x="113" y="86"/>
                        </a:lnTo>
                        <a:lnTo>
                          <a:pt x="114" y="83"/>
                        </a:lnTo>
                        <a:lnTo>
                          <a:pt x="113" y="80"/>
                        </a:lnTo>
                        <a:lnTo>
                          <a:pt x="110" y="80"/>
                        </a:lnTo>
                        <a:lnTo>
                          <a:pt x="110" y="79"/>
                        </a:lnTo>
                        <a:lnTo>
                          <a:pt x="109" y="79"/>
                        </a:lnTo>
                        <a:lnTo>
                          <a:pt x="108" y="80"/>
                        </a:lnTo>
                        <a:lnTo>
                          <a:pt x="104" y="81"/>
                        </a:lnTo>
                        <a:lnTo>
                          <a:pt x="104" y="80"/>
                        </a:lnTo>
                        <a:lnTo>
                          <a:pt x="102" y="79"/>
                        </a:lnTo>
                        <a:lnTo>
                          <a:pt x="99" y="80"/>
                        </a:lnTo>
                        <a:lnTo>
                          <a:pt x="99" y="83"/>
                        </a:lnTo>
                        <a:lnTo>
                          <a:pt x="98" y="83"/>
                        </a:lnTo>
                        <a:lnTo>
                          <a:pt x="97" y="83"/>
                        </a:lnTo>
                        <a:lnTo>
                          <a:pt x="94" y="86"/>
                        </a:lnTo>
                        <a:lnTo>
                          <a:pt x="93" y="86"/>
                        </a:lnTo>
                        <a:lnTo>
                          <a:pt x="93" y="86"/>
                        </a:lnTo>
                        <a:close/>
                        <a:moveTo>
                          <a:pt x="14" y="99"/>
                        </a:moveTo>
                        <a:lnTo>
                          <a:pt x="12" y="95"/>
                        </a:lnTo>
                        <a:lnTo>
                          <a:pt x="11" y="95"/>
                        </a:lnTo>
                        <a:lnTo>
                          <a:pt x="11" y="92"/>
                        </a:lnTo>
                        <a:lnTo>
                          <a:pt x="8" y="91"/>
                        </a:lnTo>
                        <a:lnTo>
                          <a:pt x="6" y="90"/>
                        </a:lnTo>
                        <a:lnTo>
                          <a:pt x="4" y="88"/>
                        </a:lnTo>
                        <a:lnTo>
                          <a:pt x="4" y="83"/>
                        </a:lnTo>
                        <a:lnTo>
                          <a:pt x="3" y="80"/>
                        </a:lnTo>
                        <a:lnTo>
                          <a:pt x="2" y="79"/>
                        </a:lnTo>
                        <a:lnTo>
                          <a:pt x="2" y="75"/>
                        </a:lnTo>
                        <a:lnTo>
                          <a:pt x="2" y="73"/>
                        </a:lnTo>
                        <a:lnTo>
                          <a:pt x="3" y="75"/>
                        </a:lnTo>
                        <a:lnTo>
                          <a:pt x="6" y="77"/>
                        </a:lnTo>
                        <a:lnTo>
                          <a:pt x="7" y="80"/>
                        </a:lnTo>
                        <a:lnTo>
                          <a:pt x="6" y="83"/>
                        </a:lnTo>
                        <a:lnTo>
                          <a:pt x="8" y="86"/>
                        </a:lnTo>
                        <a:lnTo>
                          <a:pt x="10" y="87"/>
                        </a:lnTo>
                        <a:lnTo>
                          <a:pt x="11" y="87"/>
                        </a:lnTo>
                        <a:lnTo>
                          <a:pt x="11" y="88"/>
                        </a:lnTo>
                        <a:lnTo>
                          <a:pt x="12" y="88"/>
                        </a:lnTo>
                        <a:lnTo>
                          <a:pt x="14" y="91"/>
                        </a:lnTo>
                        <a:lnTo>
                          <a:pt x="15" y="95"/>
                        </a:lnTo>
                        <a:lnTo>
                          <a:pt x="17" y="98"/>
                        </a:lnTo>
                        <a:lnTo>
                          <a:pt x="17" y="99"/>
                        </a:lnTo>
                        <a:lnTo>
                          <a:pt x="15" y="99"/>
                        </a:lnTo>
                        <a:lnTo>
                          <a:pt x="15" y="99"/>
                        </a:lnTo>
                        <a:lnTo>
                          <a:pt x="14" y="99"/>
                        </a:lnTo>
                        <a:lnTo>
                          <a:pt x="14" y="99"/>
                        </a:lnTo>
                        <a:close/>
                        <a:moveTo>
                          <a:pt x="67" y="163"/>
                        </a:moveTo>
                        <a:lnTo>
                          <a:pt x="65" y="162"/>
                        </a:lnTo>
                        <a:lnTo>
                          <a:pt x="64" y="162"/>
                        </a:lnTo>
                        <a:lnTo>
                          <a:pt x="64" y="163"/>
                        </a:lnTo>
                        <a:lnTo>
                          <a:pt x="63" y="163"/>
                        </a:lnTo>
                        <a:lnTo>
                          <a:pt x="63" y="162"/>
                        </a:lnTo>
                        <a:lnTo>
                          <a:pt x="63" y="158"/>
                        </a:lnTo>
                        <a:lnTo>
                          <a:pt x="61" y="156"/>
                        </a:lnTo>
                        <a:lnTo>
                          <a:pt x="60" y="156"/>
                        </a:lnTo>
                        <a:lnTo>
                          <a:pt x="56" y="151"/>
                        </a:lnTo>
                        <a:lnTo>
                          <a:pt x="56" y="149"/>
                        </a:lnTo>
                        <a:lnTo>
                          <a:pt x="59" y="148"/>
                        </a:lnTo>
                        <a:lnTo>
                          <a:pt x="59" y="148"/>
                        </a:lnTo>
                        <a:lnTo>
                          <a:pt x="60" y="147"/>
                        </a:lnTo>
                        <a:lnTo>
                          <a:pt x="60" y="145"/>
                        </a:lnTo>
                        <a:lnTo>
                          <a:pt x="60" y="144"/>
                        </a:lnTo>
                        <a:lnTo>
                          <a:pt x="59" y="144"/>
                        </a:lnTo>
                        <a:lnTo>
                          <a:pt x="57" y="144"/>
                        </a:lnTo>
                        <a:lnTo>
                          <a:pt x="56" y="144"/>
                        </a:lnTo>
                        <a:lnTo>
                          <a:pt x="55" y="145"/>
                        </a:lnTo>
                        <a:lnTo>
                          <a:pt x="52" y="147"/>
                        </a:lnTo>
                        <a:lnTo>
                          <a:pt x="49" y="144"/>
                        </a:lnTo>
                        <a:lnTo>
                          <a:pt x="49" y="143"/>
                        </a:lnTo>
                        <a:lnTo>
                          <a:pt x="48" y="141"/>
                        </a:lnTo>
                        <a:lnTo>
                          <a:pt x="46" y="140"/>
                        </a:lnTo>
                        <a:lnTo>
                          <a:pt x="45" y="140"/>
                        </a:lnTo>
                        <a:lnTo>
                          <a:pt x="44" y="140"/>
                        </a:lnTo>
                        <a:lnTo>
                          <a:pt x="42" y="137"/>
                        </a:lnTo>
                        <a:lnTo>
                          <a:pt x="42" y="136"/>
                        </a:lnTo>
                        <a:lnTo>
                          <a:pt x="41" y="134"/>
                        </a:lnTo>
                        <a:lnTo>
                          <a:pt x="40" y="134"/>
                        </a:lnTo>
                        <a:lnTo>
                          <a:pt x="40" y="134"/>
                        </a:lnTo>
                        <a:lnTo>
                          <a:pt x="40" y="132"/>
                        </a:lnTo>
                        <a:lnTo>
                          <a:pt x="37" y="132"/>
                        </a:lnTo>
                        <a:lnTo>
                          <a:pt x="37" y="130"/>
                        </a:lnTo>
                        <a:lnTo>
                          <a:pt x="37" y="129"/>
                        </a:lnTo>
                        <a:lnTo>
                          <a:pt x="37" y="129"/>
                        </a:lnTo>
                        <a:lnTo>
                          <a:pt x="37" y="126"/>
                        </a:lnTo>
                        <a:lnTo>
                          <a:pt x="37" y="125"/>
                        </a:lnTo>
                        <a:lnTo>
                          <a:pt x="36" y="124"/>
                        </a:lnTo>
                        <a:lnTo>
                          <a:pt x="36" y="122"/>
                        </a:lnTo>
                        <a:lnTo>
                          <a:pt x="38" y="121"/>
                        </a:lnTo>
                        <a:lnTo>
                          <a:pt x="40" y="121"/>
                        </a:lnTo>
                        <a:lnTo>
                          <a:pt x="42" y="124"/>
                        </a:lnTo>
                        <a:lnTo>
                          <a:pt x="42" y="124"/>
                        </a:lnTo>
                        <a:lnTo>
                          <a:pt x="44" y="124"/>
                        </a:lnTo>
                        <a:lnTo>
                          <a:pt x="45" y="122"/>
                        </a:lnTo>
                        <a:lnTo>
                          <a:pt x="46" y="124"/>
                        </a:lnTo>
                        <a:lnTo>
                          <a:pt x="48" y="124"/>
                        </a:lnTo>
                        <a:lnTo>
                          <a:pt x="51" y="124"/>
                        </a:lnTo>
                        <a:lnTo>
                          <a:pt x="55" y="124"/>
                        </a:lnTo>
                        <a:lnTo>
                          <a:pt x="56" y="122"/>
                        </a:lnTo>
                        <a:lnTo>
                          <a:pt x="53" y="121"/>
                        </a:lnTo>
                        <a:lnTo>
                          <a:pt x="51" y="121"/>
                        </a:lnTo>
                        <a:lnTo>
                          <a:pt x="46" y="119"/>
                        </a:lnTo>
                        <a:lnTo>
                          <a:pt x="44" y="118"/>
                        </a:lnTo>
                        <a:lnTo>
                          <a:pt x="44" y="118"/>
                        </a:lnTo>
                        <a:lnTo>
                          <a:pt x="46" y="117"/>
                        </a:lnTo>
                        <a:lnTo>
                          <a:pt x="48" y="117"/>
                        </a:lnTo>
                        <a:lnTo>
                          <a:pt x="53" y="115"/>
                        </a:lnTo>
                        <a:lnTo>
                          <a:pt x="56" y="114"/>
                        </a:lnTo>
                        <a:lnTo>
                          <a:pt x="59" y="114"/>
                        </a:lnTo>
                        <a:lnTo>
                          <a:pt x="61" y="113"/>
                        </a:lnTo>
                        <a:lnTo>
                          <a:pt x="61" y="113"/>
                        </a:lnTo>
                        <a:lnTo>
                          <a:pt x="63" y="114"/>
                        </a:lnTo>
                        <a:lnTo>
                          <a:pt x="63" y="111"/>
                        </a:lnTo>
                        <a:lnTo>
                          <a:pt x="64" y="110"/>
                        </a:lnTo>
                        <a:lnTo>
                          <a:pt x="64" y="109"/>
                        </a:lnTo>
                        <a:lnTo>
                          <a:pt x="63" y="109"/>
                        </a:lnTo>
                        <a:lnTo>
                          <a:pt x="61" y="110"/>
                        </a:lnTo>
                        <a:lnTo>
                          <a:pt x="60" y="111"/>
                        </a:lnTo>
                        <a:lnTo>
                          <a:pt x="55" y="111"/>
                        </a:lnTo>
                        <a:lnTo>
                          <a:pt x="52" y="111"/>
                        </a:lnTo>
                        <a:lnTo>
                          <a:pt x="52" y="110"/>
                        </a:lnTo>
                        <a:lnTo>
                          <a:pt x="49" y="110"/>
                        </a:lnTo>
                        <a:lnTo>
                          <a:pt x="49" y="111"/>
                        </a:lnTo>
                        <a:lnTo>
                          <a:pt x="48" y="111"/>
                        </a:lnTo>
                        <a:lnTo>
                          <a:pt x="46" y="114"/>
                        </a:lnTo>
                        <a:lnTo>
                          <a:pt x="44" y="114"/>
                        </a:lnTo>
                        <a:lnTo>
                          <a:pt x="42" y="114"/>
                        </a:lnTo>
                        <a:lnTo>
                          <a:pt x="41" y="115"/>
                        </a:lnTo>
                        <a:lnTo>
                          <a:pt x="38" y="115"/>
                        </a:lnTo>
                        <a:lnTo>
                          <a:pt x="36" y="117"/>
                        </a:lnTo>
                        <a:lnTo>
                          <a:pt x="34" y="117"/>
                        </a:lnTo>
                        <a:lnTo>
                          <a:pt x="33" y="115"/>
                        </a:lnTo>
                        <a:lnTo>
                          <a:pt x="33" y="113"/>
                        </a:lnTo>
                        <a:lnTo>
                          <a:pt x="32" y="109"/>
                        </a:lnTo>
                        <a:lnTo>
                          <a:pt x="33" y="107"/>
                        </a:lnTo>
                        <a:lnTo>
                          <a:pt x="33" y="106"/>
                        </a:lnTo>
                        <a:lnTo>
                          <a:pt x="34" y="105"/>
                        </a:lnTo>
                        <a:lnTo>
                          <a:pt x="36" y="103"/>
                        </a:lnTo>
                        <a:lnTo>
                          <a:pt x="37" y="105"/>
                        </a:lnTo>
                        <a:lnTo>
                          <a:pt x="37" y="106"/>
                        </a:lnTo>
                        <a:lnTo>
                          <a:pt x="38" y="106"/>
                        </a:lnTo>
                        <a:lnTo>
                          <a:pt x="38" y="105"/>
                        </a:lnTo>
                        <a:lnTo>
                          <a:pt x="41" y="103"/>
                        </a:lnTo>
                        <a:lnTo>
                          <a:pt x="42" y="103"/>
                        </a:lnTo>
                        <a:lnTo>
                          <a:pt x="44" y="100"/>
                        </a:lnTo>
                        <a:lnTo>
                          <a:pt x="46" y="98"/>
                        </a:lnTo>
                        <a:lnTo>
                          <a:pt x="49" y="96"/>
                        </a:lnTo>
                        <a:lnTo>
                          <a:pt x="49" y="95"/>
                        </a:lnTo>
                        <a:lnTo>
                          <a:pt x="49" y="94"/>
                        </a:lnTo>
                        <a:lnTo>
                          <a:pt x="53" y="92"/>
                        </a:lnTo>
                        <a:lnTo>
                          <a:pt x="57" y="92"/>
                        </a:lnTo>
                        <a:lnTo>
                          <a:pt x="60" y="90"/>
                        </a:lnTo>
                        <a:lnTo>
                          <a:pt x="63" y="90"/>
                        </a:lnTo>
                        <a:lnTo>
                          <a:pt x="64" y="88"/>
                        </a:lnTo>
                        <a:lnTo>
                          <a:pt x="64" y="87"/>
                        </a:lnTo>
                        <a:lnTo>
                          <a:pt x="63" y="87"/>
                        </a:lnTo>
                        <a:lnTo>
                          <a:pt x="60" y="88"/>
                        </a:lnTo>
                        <a:lnTo>
                          <a:pt x="59" y="90"/>
                        </a:lnTo>
                        <a:lnTo>
                          <a:pt x="56" y="88"/>
                        </a:lnTo>
                        <a:lnTo>
                          <a:pt x="56" y="86"/>
                        </a:lnTo>
                        <a:lnTo>
                          <a:pt x="57" y="83"/>
                        </a:lnTo>
                        <a:lnTo>
                          <a:pt x="57" y="80"/>
                        </a:lnTo>
                        <a:lnTo>
                          <a:pt x="56" y="77"/>
                        </a:lnTo>
                        <a:lnTo>
                          <a:pt x="55" y="77"/>
                        </a:lnTo>
                        <a:lnTo>
                          <a:pt x="55" y="80"/>
                        </a:lnTo>
                        <a:lnTo>
                          <a:pt x="55" y="83"/>
                        </a:lnTo>
                        <a:lnTo>
                          <a:pt x="53" y="86"/>
                        </a:lnTo>
                        <a:lnTo>
                          <a:pt x="49" y="90"/>
                        </a:lnTo>
                        <a:lnTo>
                          <a:pt x="48" y="90"/>
                        </a:lnTo>
                        <a:lnTo>
                          <a:pt x="46" y="90"/>
                        </a:lnTo>
                        <a:lnTo>
                          <a:pt x="45" y="86"/>
                        </a:lnTo>
                        <a:lnTo>
                          <a:pt x="46" y="84"/>
                        </a:lnTo>
                        <a:lnTo>
                          <a:pt x="48" y="83"/>
                        </a:lnTo>
                        <a:lnTo>
                          <a:pt x="48" y="80"/>
                        </a:lnTo>
                        <a:lnTo>
                          <a:pt x="46" y="79"/>
                        </a:lnTo>
                        <a:lnTo>
                          <a:pt x="46" y="76"/>
                        </a:lnTo>
                        <a:lnTo>
                          <a:pt x="45" y="75"/>
                        </a:lnTo>
                        <a:lnTo>
                          <a:pt x="44" y="75"/>
                        </a:lnTo>
                        <a:lnTo>
                          <a:pt x="44" y="76"/>
                        </a:lnTo>
                        <a:lnTo>
                          <a:pt x="44" y="80"/>
                        </a:lnTo>
                        <a:lnTo>
                          <a:pt x="44" y="83"/>
                        </a:lnTo>
                        <a:lnTo>
                          <a:pt x="42" y="84"/>
                        </a:lnTo>
                        <a:lnTo>
                          <a:pt x="41" y="83"/>
                        </a:lnTo>
                        <a:lnTo>
                          <a:pt x="42" y="81"/>
                        </a:lnTo>
                        <a:lnTo>
                          <a:pt x="41" y="79"/>
                        </a:lnTo>
                        <a:lnTo>
                          <a:pt x="40" y="79"/>
                        </a:lnTo>
                        <a:lnTo>
                          <a:pt x="38" y="79"/>
                        </a:lnTo>
                        <a:lnTo>
                          <a:pt x="38" y="81"/>
                        </a:lnTo>
                        <a:lnTo>
                          <a:pt x="38" y="83"/>
                        </a:lnTo>
                        <a:lnTo>
                          <a:pt x="38" y="86"/>
                        </a:lnTo>
                        <a:lnTo>
                          <a:pt x="40" y="88"/>
                        </a:lnTo>
                        <a:lnTo>
                          <a:pt x="41" y="91"/>
                        </a:lnTo>
                        <a:lnTo>
                          <a:pt x="41" y="94"/>
                        </a:lnTo>
                        <a:lnTo>
                          <a:pt x="40" y="92"/>
                        </a:lnTo>
                        <a:lnTo>
                          <a:pt x="37" y="94"/>
                        </a:lnTo>
                        <a:lnTo>
                          <a:pt x="36" y="96"/>
                        </a:lnTo>
                        <a:lnTo>
                          <a:pt x="36" y="99"/>
                        </a:lnTo>
                        <a:lnTo>
                          <a:pt x="34" y="100"/>
                        </a:lnTo>
                        <a:lnTo>
                          <a:pt x="29" y="100"/>
                        </a:lnTo>
                        <a:lnTo>
                          <a:pt x="26" y="100"/>
                        </a:lnTo>
                        <a:lnTo>
                          <a:pt x="26" y="99"/>
                        </a:lnTo>
                        <a:lnTo>
                          <a:pt x="27" y="98"/>
                        </a:lnTo>
                        <a:lnTo>
                          <a:pt x="26" y="95"/>
                        </a:lnTo>
                        <a:lnTo>
                          <a:pt x="23" y="92"/>
                        </a:lnTo>
                        <a:lnTo>
                          <a:pt x="21" y="92"/>
                        </a:lnTo>
                        <a:lnTo>
                          <a:pt x="21" y="92"/>
                        </a:lnTo>
                        <a:lnTo>
                          <a:pt x="18" y="90"/>
                        </a:lnTo>
                        <a:lnTo>
                          <a:pt x="18" y="87"/>
                        </a:lnTo>
                        <a:lnTo>
                          <a:pt x="22" y="87"/>
                        </a:lnTo>
                        <a:lnTo>
                          <a:pt x="23" y="86"/>
                        </a:lnTo>
                        <a:lnTo>
                          <a:pt x="22" y="84"/>
                        </a:lnTo>
                        <a:lnTo>
                          <a:pt x="21" y="84"/>
                        </a:lnTo>
                        <a:lnTo>
                          <a:pt x="19" y="86"/>
                        </a:lnTo>
                        <a:lnTo>
                          <a:pt x="17" y="84"/>
                        </a:lnTo>
                        <a:lnTo>
                          <a:pt x="17" y="83"/>
                        </a:lnTo>
                        <a:lnTo>
                          <a:pt x="15" y="81"/>
                        </a:lnTo>
                        <a:lnTo>
                          <a:pt x="12" y="80"/>
                        </a:lnTo>
                        <a:lnTo>
                          <a:pt x="11" y="77"/>
                        </a:lnTo>
                        <a:lnTo>
                          <a:pt x="12" y="76"/>
                        </a:lnTo>
                        <a:lnTo>
                          <a:pt x="12" y="76"/>
                        </a:lnTo>
                        <a:lnTo>
                          <a:pt x="11" y="75"/>
                        </a:lnTo>
                        <a:lnTo>
                          <a:pt x="8" y="73"/>
                        </a:lnTo>
                        <a:lnTo>
                          <a:pt x="7" y="71"/>
                        </a:lnTo>
                        <a:lnTo>
                          <a:pt x="7" y="69"/>
                        </a:lnTo>
                        <a:lnTo>
                          <a:pt x="8" y="69"/>
                        </a:lnTo>
                        <a:lnTo>
                          <a:pt x="11" y="72"/>
                        </a:lnTo>
                        <a:lnTo>
                          <a:pt x="12" y="73"/>
                        </a:lnTo>
                        <a:lnTo>
                          <a:pt x="12" y="73"/>
                        </a:lnTo>
                        <a:lnTo>
                          <a:pt x="14" y="73"/>
                        </a:lnTo>
                        <a:lnTo>
                          <a:pt x="15" y="72"/>
                        </a:lnTo>
                        <a:lnTo>
                          <a:pt x="15" y="69"/>
                        </a:lnTo>
                        <a:lnTo>
                          <a:pt x="15" y="69"/>
                        </a:lnTo>
                        <a:lnTo>
                          <a:pt x="14" y="69"/>
                        </a:lnTo>
                        <a:lnTo>
                          <a:pt x="12" y="69"/>
                        </a:lnTo>
                        <a:lnTo>
                          <a:pt x="12" y="68"/>
                        </a:lnTo>
                        <a:lnTo>
                          <a:pt x="10" y="65"/>
                        </a:lnTo>
                        <a:lnTo>
                          <a:pt x="10" y="64"/>
                        </a:lnTo>
                        <a:lnTo>
                          <a:pt x="10" y="64"/>
                        </a:lnTo>
                        <a:lnTo>
                          <a:pt x="11" y="60"/>
                        </a:lnTo>
                        <a:lnTo>
                          <a:pt x="12" y="57"/>
                        </a:lnTo>
                        <a:lnTo>
                          <a:pt x="11" y="57"/>
                        </a:lnTo>
                        <a:lnTo>
                          <a:pt x="10" y="57"/>
                        </a:lnTo>
                        <a:lnTo>
                          <a:pt x="8" y="56"/>
                        </a:lnTo>
                        <a:lnTo>
                          <a:pt x="7" y="56"/>
                        </a:lnTo>
                        <a:lnTo>
                          <a:pt x="7" y="60"/>
                        </a:lnTo>
                        <a:lnTo>
                          <a:pt x="7" y="61"/>
                        </a:lnTo>
                        <a:lnTo>
                          <a:pt x="6" y="64"/>
                        </a:lnTo>
                        <a:lnTo>
                          <a:pt x="4" y="65"/>
                        </a:lnTo>
                        <a:lnTo>
                          <a:pt x="4" y="62"/>
                        </a:lnTo>
                        <a:lnTo>
                          <a:pt x="0" y="58"/>
                        </a:lnTo>
                        <a:lnTo>
                          <a:pt x="0" y="54"/>
                        </a:lnTo>
                        <a:lnTo>
                          <a:pt x="0" y="52"/>
                        </a:lnTo>
                        <a:lnTo>
                          <a:pt x="0" y="49"/>
                        </a:lnTo>
                        <a:lnTo>
                          <a:pt x="2" y="49"/>
                        </a:lnTo>
                        <a:lnTo>
                          <a:pt x="3" y="46"/>
                        </a:lnTo>
                        <a:lnTo>
                          <a:pt x="4" y="46"/>
                        </a:lnTo>
                        <a:lnTo>
                          <a:pt x="4" y="43"/>
                        </a:lnTo>
                        <a:lnTo>
                          <a:pt x="3" y="42"/>
                        </a:lnTo>
                        <a:lnTo>
                          <a:pt x="3" y="39"/>
                        </a:lnTo>
                        <a:lnTo>
                          <a:pt x="6" y="37"/>
                        </a:lnTo>
                        <a:lnTo>
                          <a:pt x="8" y="37"/>
                        </a:lnTo>
                        <a:lnTo>
                          <a:pt x="10" y="41"/>
                        </a:lnTo>
                        <a:lnTo>
                          <a:pt x="11" y="42"/>
                        </a:lnTo>
                        <a:lnTo>
                          <a:pt x="12" y="43"/>
                        </a:lnTo>
                        <a:lnTo>
                          <a:pt x="14" y="42"/>
                        </a:lnTo>
                        <a:lnTo>
                          <a:pt x="11" y="38"/>
                        </a:lnTo>
                        <a:lnTo>
                          <a:pt x="11" y="35"/>
                        </a:lnTo>
                        <a:lnTo>
                          <a:pt x="11" y="35"/>
                        </a:lnTo>
                        <a:lnTo>
                          <a:pt x="14" y="35"/>
                        </a:lnTo>
                        <a:lnTo>
                          <a:pt x="14" y="38"/>
                        </a:lnTo>
                        <a:lnTo>
                          <a:pt x="15" y="38"/>
                        </a:lnTo>
                        <a:lnTo>
                          <a:pt x="17" y="38"/>
                        </a:lnTo>
                        <a:lnTo>
                          <a:pt x="22" y="33"/>
                        </a:lnTo>
                        <a:lnTo>
                          <a:pt x="26" y="33"/>
                        </a:lnTo>
                        <a:lnTo>
                          <a:pt x="27" y="34"/>
                        </a:lnTo>
                        <a:lnTo>
                          <a:pt x="29" y="37"/>
                        </a:lnTo>
                        <a:lnTo>
                          <a:pt x="29" y="39"/>
                        </a:lnTo>
                        <a:lnTo>
                          <a:pt x="26" y="41"/>
                        </a:lnTo>
                        <a:lnTo>
                          <a:pt x="25" y="41"/>
                        </a:lnTo>
                        <a:lnTo>
                          <a:pt x="25" y="39"/>
                        </a:lnTo>
                        <a:lnTo>
                          <a:pt x="23" y="39"/>
                        </a:lnTo>
                        <a:lnTo>
                          <a:pt x="19" y="42"/>
                        </a:lnTo>
                        <a:lnTo>
                          <a:pt x="19" y="43"/>
                        </a:lnTo>
                        <a:lnTo>
                          <a:pt x="18" y="43"/>
                        </a:lnTo>
                        <a:lnTo>
                          <a:pt x="18" y="46"/>
                        </a:lnTo>
                        <a:lnTo>
                          <a:pt x="19" y="46"/>
                        </a:lnTo>
                        <a:lnTo>
                          <a:pt x="21" y="45"/>
                        </a:lnTo>
                        <a:lnTo>
                          <a:pt x="25" y="43"/>
                        </a:lnTo>
                        <a:lnTo>
                          <a:pt x="26" y="45"/>
                        </a:lnTo>
                        <a:lnTo>
                          <a:pt x="26" y="46"/>
                        </a:lnTo>
                        <a:lnTo>
                          <a:pt x="23" y="47"/>
                        </a:lnTo>
                        <a:lnTo>
                          <a:pt x="23" y="49"/>
                        </a:lnTo>
                        <a:lnTo>
                          <a:pt x="25" y="50"/>
                        </a:lnTo>
                        <a:lnTo>
                          <a:pt x="25" y="49"/>
                        </a:lnTo>
                        <a:lnTo>
                          <a:pt x="26" y="49"/>
                        </a:lnTo>
                        <a:lnTo>
                          <a:pt x="27" y="50"/>
                        </a:lnTo>
                        <a:lnTo>
                          <a:pt x="29" y="52"/>
                        </a:lnTo>
                        <a:lnTo>
                          <a:pt x="29" y="53"/>
                        </a:lnTo>
                        <a:lnTo>
                          <a:pt x="29" y="57"/>
                        </a:lnTo>
                        <a:lnTo>
                          <a:pt x="30" y="58"/>
                        </a:lnTo>
                        <a:lnTo>
                          <a:pt x="32" y="58"/>
                        </a:lnTo>
                        <a:lnTo>
                          <a:pt x="32" y="54"/>
                        </a:lnTo>
                        <a:lnTo>
                          <a:pt x="29" y="52"/>
                        </a:lnTo>
                        <a:lnTo>
                          <a:pt x="29" y="49"/>
                        </a:lnTo>
                        <a:lnTo>
                          <a:pt x="30" y="45"/>
                        </a:lnTo>
                        <a:lnTo>
                          <a:pt x="33" y="41"/>
                        </a:lnTo>
                        <a:lnTo>
                          <a:pt x="33" y="38"/>
                        </a:lnTo>
                        <a:lnTo>
                          <a:pt x="34" y="37"/>
                        </a:lnTo>
                        <a:lnTo>
                          <a:pt x="36" y="37"/>
                        </a:lnTo>
                        <a:lnTo>
                          <a:pt x="38" y="41"/>
                        </a:lnTo>
                        <a:lnTo>
                          <a:pt x="41" y="42"/>
                        </a:lnTo>
                        <a:lnTo>
                          <a:pt x="41" y="43"/>
                        </a:lnTo>
                        <a:lnTo>
                          <a:pt x="41" y="49"/>
                        </a:lnTo>
                        <a:lnTo>
                          <a:pt x="44" y="56"/>
                        </a:lnTo>
                        <a:lnTo>
                          <a:pt x="44" y="57"/>
                        </a:lnTo>
                        <a:lnTo>
                          <a:pt x="44" y="60"/>
                        </a:lnTo>
                        <a:lnTo>
                          <a:pt x="41" y="61"/>
                        </a:lnTo>
                        <a:lnTo>
                          <a:pt x="41" y="62"/>
                        </a:lnTo>
                        <a:lnTo>
                          <a:pt x="42" y="62"/>
                        </a:lnTo>
                        <a:lnTo>
                          <a:pt x="44" y="61"/>
                        </a:lnTo>
                        <a:lnTo>
                          <a:pt x="46" y="62"/>
                        </a:lnTo>
                        <a:lnTo>
                          <a:pt x="48" y="64"/>
                        </a:lnTo>
                        <a:lnTo>
                          <a:pt x="49" y="69"/>
                        </a:lnTo>
                        <a:lnTo>
                          <a:pt x="51" y="71"/>
                        </a:lnTo>
                        <a:lnTo>
                          <a:pt x="52" y="71"/>
                        </a:lnTo>
                        <a:lnTo>
                          <a:pt x="53" y="68"/>
                        </a:lnTo>
                        <a:lnTo>
                          <a:pt x="51" y="65"/>
                        </a:lnTo>
                        <a:lnTo>
                          <a:pt x="51" y="61"/>
                        </a:lnTo>
                        <a:lnTo>
                          <a:pt x="48" y="58"/>
                        </a:lnTo>
                        <a:lnTo>
                          <a:pt x="46" y="54"/>
                        </a:lnTo>
                        <a:lnTo>
                          <a:pt x="46" y="50"/>
                        </a:lnTo>
                        <a:lnTo>
                          <a:pt x="46" y="42"/>
                        </a:lnTo>
                        <a:lnTo>
                          <a:pt x="45" y="41"/>
                        </a:lnTo>
                        <a:lnTo>
                          <a:pt x="45" y="39"/>
                        </a:lnTo>
                        <a:lnTo>
                          <a:pt x="45" y="37"/>
                        </a:lnTo>
                        <a:lnTo>
                          <a:pt x="45" y="34"/>
                        </a:lnTo>
                        <a:lnTo>
                          <a:pt x="46" y="31"/>
                        </a:lnTo>
                        <a:lnTo>
                          <a:pt x="46" y="27"/>
                        </a:lnTo>
                        <a:lnTo>
                          <a:pt x="48" y="24"/>
                        </a:lnTo>
                        <a:lnTo>
                          <a:pt x="49" y="24"/>
                        </a:lnTo>
                        <a:lnTo>
                          <a:pt x="51" y="24"/>
                        </a:lnTo>
                        <a:lnTo>
                          <a:pt x="53" y="28"/>
                        </a:lnTo>
                        <a:lnTo>
                          <a:pt x="53" y="31"/>
                        </a:lnTo>
                        <a:lnTo>
                          <a:pt x="55" y="33"/>
                        </a:lnTo>
                        <a:lnTo>
                          <a:pt x="56" y="30"/>
                        </a:lnTo>
                        <a:lnTo>
                          <a:pt x="59" y="28"/>
                        </a:lnTo>
                        <a:lnTo>
                          <a:pt x="60" y="30"/>
                        </a:lnTo>
                        <a:lnTo>
                          <a:pt x="63" y="34"/>
                        </a:lnTo>
                        <a:lnTo>
                          <a:pt x="64" y="38"/>
                        </a:lnTo>
                        <a:lnTo>
                          <a:pt x="64" y="41"/>
                        </a:lnTo>
                        <a:lnTo>
                          <a:pt x="63" y="42"/>
                        </a:lnTo>
                        <a:lnTo>
                          <a:pt x="63" y="47"/>
                        </a:lnTo>
                        <a:lnTo>
                          <a:pt x="63" y="52"/>
                        </a:lnTo>
                        <a:lnTo>
                          <a:pt x="63" y="53"/>
                        </a:lnTo>
                        <a:lnTo>
                          <a:pt x="64" y="54"/>
                        </a:lnTo>
                        <a:lnTo>
                          <a:pt x="65" y="52"/>
                        </a:lnTo>
                        <a:lnTo>
                          <a:pt x="65" y="49"/>
                        </a:lnTo>
                        <a:lnTo>
                          <a:pt x="65" y="43"/>
                        </a:lnTo>
                        <a:lnTo>
                          <a:pt x="65" y="41"/>
                        </a:lnTo>
                        <a:lnTo>
                          <a:pt x="68" y="39"/>
                        </a:lnTo>
                        <a:lnTo>
                          <a:pt x="71" y="42"/>
                        </a:lnTo>
                        <a:lnTo>
                          <a:pt x="74" y="47"/>
                        </a:lnTo>
                        <a:lnTo>
                          <a:pt x="75" y="54"/>
                        </a:lnTo>
                        <a:lnTo>
                          <a:pt x="75" y="56"/>
                        </a:lnTo>
                        <a:lnTo>
                          <a:pt x="76" y="58"/>
                        </a:lnTo>
                        <a:lnTo>
                          <a:pt x="80" y="58"/>
                        </a:lnTo>
                        <a:lnTo>
                          <a:pt x="82" y="58"/>
                        </a:lnTo>
                        <a:lnTo>
                          <a:pt x="84" y="62"/>
                        </a:lnTo>
                        <a:lnTo>
                          <a:pt x="86" y="64"/>
                        </a:lnTo>
                        <a:lnTo>
                          <a:pt x="90" y="68"/>
                        </a:lnTo>
                        <a:lnTo>
                          <a:pt x="93" y="69"/>
                        </a:lnTo>
                        <a:lnTo>
                          <a:pt x="99" y="71"/>
                        </a:lnTo>
                        <a:lnTo>
                          <a:pt x="101" y="72"/>
                        </a:lnTo>
                        <a:lnTo>
                          <a:pt x="101" y="75"/>
                        </a:lnTo>
                        <a:lnTo>
                          <a:pt x="101" y="76"/>
                        </a:lnTo>
                        <a:lnTo>
                          <a:pt x="99" y="79"/>
                        </a:lnTo>
                        <a:lnTo>
                          <a:pt x="99" y="79"/>
                        </a:lnTo>
                        <a:lnTo>
                          <a:pt x="97" y="76"/>
                        </a:lnTo>
                        <a:lnTo>
                          <a:pt x="94" y="77"/>
                        </a:lnTo>
                        <a:lnTo>
                          <a:pt x="93" y="77"/>
                        </a:lnTo>
                        <a:lnTo>
                          <a:pt x="89" y="80"/>
                        </a:lnTo>
                        <a:lnTo>
                          <a:pt x="86" y="80"/>
                        </a:lnTo>
                        <a:lnTo>
                          <a:pt x="86" y="81"/>
                        </a:lnTo>
                        <a:lnTo>
                          <a:pt x="86" y="83"/>
                        </a:lnTo>
                        <a:lnTo>
                          <a:pt x="86" y="84"/>
                        </a:lnTo>
                        <a:lnTo>
                          <a:pt x="83" y="87"/>
                        </a:lnTo>
                        <a:lnTo>
                          <a:pt x="83" y="88"/>
                        </a:lnTo>
                        <a:lnTo>
                          <a:pt x="83" y="92"/>
                        </a:lnTo>
                        <a:lnTo>
                          <a:pt x="83" y="98"/>
                        </a:lnTo>
                        <a:lnTo>
                          <a:pt x="83" y="99"/>
                        </a:lnTo>
                        <a:lnTo>
                          <a:pt x="83" y="103"/>
                        </a:lnTo>
                        <a:lnTo>
                          <a:pt x="83" y="103"/>
                        </a:lnTo>
                        <a:lnTo>
                          <a:pt x="83" y="106"/>
                        </a:lnTo>
                        <a:lnTo>
                          <a:pt x="80" y="105"/>
                        </a:lnTo>
                        <a:lnTo>
                          <a:pt x="79" y="106"/>
                        </a:lnTo>
                        <a:lnTo>
                          <a:pt x="79" y="109"/>
                        </a:lnTo>
                        <a:lnTo>
                          <a:pt x="80" y="113"/>
                        </a:lnTo>
                        <a:lnTo>
                          <a:pt x="80" y="115"/>
                        </a:lnTo>
                        <a:lnTo>
                          <a:pt x="79" y="118"/>
                        </a:lnTo>
                        <a:lnTo>
                          <a:pt x="79" y="122"/>
                        </a:lnTo>
                        <a:lnTo>
                          <a:pt x="79" y="125"/>
                        </a:lnTo>
                        <a:lnTo>
                          <a:pt x="79" y="125"/>
                        </a:lnTo>
                        <a:lnTo>
                          <a:pt x="75" y="125"/>
                        </a:lnTo>
                        <a:lnTo>
                          <a:pt x="74" y="126"/>
                        </a:lnTo>
                        <a:lnTo>
                          <a:pt x="75" y="128"/>
                        </a:lnTo>
                        <a:lnTo>
                          <a:pt x="75" y="129"/>
                        </a:lnTo>
                        <a:lnTo>
                          <a:pt x="74" y="130"/>
                        </a:lnTo>
                        <a:lnTo>
                          <a:pt x="74" y="133"/>
                        </a:lnTo>
                        <a:lnTo>
                          <a:pt x="74" y="134"/>
                        </a:lnTo>
                        <a:lnTo>
                          <a:pt x="72" y="144"/>
                        </a:lnTo>
                        <a:lnTo>
                          <a:pt x="72" y="147"/>
                        </a:lnTo>
                        <a:lnTo>
                          <a:pt x="71" y="148"/>
                        </a:lnTo>
                        <a:lnTo>
                          <a:pt x="71" y="151"/>
                        </a:lnTo>
                        <a:lnTo>
                          <a:pt x="72" y="155"/>
                        </a:lnTo>
                        <a:lnTo>
                          <a:pt x="72" y="156"/>
                        </a:lnTo>
                        <a:lnTo>
                          <a:pt x="71" y="158"/>
                        </a:lnTo>
                        <a:lnTo>
                          <a:pt x="71" y="160"/>
                        </a:lnTo>
                        <a:lnTo>
                          <a:pt x="70" y="163"/>
                        </a:lnTo>
                        <a:lnTo>
                          <a:pt x="67" y="163"/>
                        </a:lnTo>
                        <a:lnTo>
                          <a:pt x="67" y="163"/>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79" name="Freeform 971">
                    <a:extLst>
                      <a:ext uri="{FF2B5EF4-FFF2-40B4-BE49-F238E27FC236}">
                        <a16:creationId xmlns:a16="http://schemas.microsoft.com/office/drawing/2014/main" id="{F027FD6A-5A8F-826F-38D0-0756CB7671BF}"/>
                      </a:ext>
                    </a:extLst>
                  </p:cNvPr>
                  <p:cNvSpPr>
                    <a:spLocks noEditPoints="1"/>
                  </p:cNvSpPr>
                  <p:nvPr/>
                </p:nvSpPr>
                <p:spPr bwMode="auto">
                  <a:xfrm>
                    <a:off x="8987040" y="2004650"/>
                    <a:ext cx="113964" cy="65659"/>
                  </a:xfrm>
                  <a:custGeom>
                    <a:avLst/>
                    <a:gdLst/>
                    <a:ahLst/>
                    <a:cxnLst>
                      <a:cxn ang="0">
                        <a:pos x="45" y="77"/>
                      </a:cxn>
                      <a:cxn ang="0">
                        <a:pos x="39" y="68"/>
                      </a:cxn>
                      <a:cxn ang="0">
                        <a:pos x="54" y="76"/>
                      </a:cxn>
                      <a:cxn ang="0">
                        <a:pos x="67" y="70"/>
                      </a:cxn>
                      <a:cxn ang="0">
                        <a:pos x="77" y="66"/>
                      </a:cxn>
                      <a:cxn ang="0">
                        <a:pos x="83" y="64"/>
                      </a:cxn>
                      <a:cxn ang="0">
                        <a:pos x="90" y="65"/>
                      </a:cxn>
                      <a:cxn ang="0">
                        <a:pos x="105" y="51"/>
                      </a:cxn>
                      <a:cxn ang="0">
                        <a:pos x="113" y="51"/>
                      </a:cxn>
                      <a:cxn ang="0">
                        <a:pos x="113" y="43"/>
                      </a:cxn>
                      <a:cxn ang="0">
                        <a:pos x="121" y="42"/>
                      </a:cxn>
                      <a:cxn ang="0">
                        <a:pos x="119" y="30"/>
                      </a:cxn>
                      <a:cxn ang="0">
                        <a:pos x="117" y="24"/>
                      </a:cxn>
                      <a:cxn ang="0">
                        <a:pos x="113" y="22"/>
                      </a:cxn>
                      <a:cxn ang="0">
                        <a:pos x="114" y="11"/>
                      </a:cxn>
                      <a:cxn ang="0">
                        <a:pos x="111" y="5"/>
                      </a:cxn>
                      <a:cxn ang="0">
                        <a:pos x="106" y="8"/>
                      </a:cxn>
                      <a:cxn ang="0">
                        <a:pos x="100" y="4"/>
                      </a:cxn>
                      <a:cxn ang="0">
                        <a:pos x="92" y="4"/>
                      </a:cxn>
                      <a:cxn ang="0">
                        <a:pos x="87" y="8"/>
                      </a:cxn>
                      <a:cxn ang="0">
                        <a:pos x="77" y="8"/>
                      </a:cxn>
                      <a:cxn ang="0">
                        <a:pos x="73" y="17"/>
                      </a:cxn>
                      <a:cxn ang="0">
                        <a:pos x="68" y="11"/>
                      </a:cxn>
                      <a:cxn ang="0">
                        <a:pos x="60" y="16"/>
                      </a:cxn>
                      <a:cxn ang="0">
                        <a:pos x="53" y="8"/>
                      </a:cxn>
                      <a:cxn ang="0">
                        <a:pos x="49" y="23"/>
                      </a:cxn>
                      <a:cxn ang="0">
                        <a:pos x="41" y="27"/>
                      </a:cxn>
                      <a:cxn ang="0">
                        <a:pos x="35" y="26"/>
                      </a:cxn>
                      <a:cxn ang="0">
                        <a:pos x="34" y="16"/>
                      </a:cxn>
                      <a:cxn ang="0">
                        <a:pos x="37" y="9"/>
                      </a:cxn>
                      <a:cxn ang="0">
                        <a:pos x="28" y="2"/>
                      </a:cxn>
                      <a:cxn ang="0">
                        <a:pos x="16" y="1"/>
                      </a:cxn>
                      <a:cxn ang="0">
                        <a:pos x="24" y="2"/>
                      </a:cxn>
                      <a:cxn ang="0">
                        <a:pos x="20" y="5"/>
                      </a:cxn>
                      <a:cxn ang="0">
                        <a:pos x="24" y="11"/>
                      </a:cxn>
                      <a:cxn ang="0">
                        <a:pos x="16" y="5"/>
                      </a:cxn>
                      <a:cxn ang="0">
                        <a:pos x="12" y="7"/>
                      </a:cxn>
                      <a:cxn ang="0">
                        <a:pos x="14" y="12"/>
                      </a:cxn>
                      <a:cxn ang="0">
                        <a:pos x="11" y="16"/>
                      </a:cxn>
                      <a:cxn ang="0">
                        <a:pos x="5" y="15"/>
                      </a:cxn>
                      <a:cxn ang="0">
                        <a:pos x="3" y="19"/>
                      </a:cxn>
                      <a:cxn ang="0">
                        <a:pos x="8" y="26"/>
                      </a:cxn>
                      <a:cxn ang="0">
                        <a:pos x="15" y="22"/>
                      </a:cxn>
                      <a:cxn ang="0">
                        <a:pos x="23" y="22"/>
                      </a:cxn>
                      <a:cxn ang="0">
                        <a:pos x="27" y="22"/>
                      </a:cxn>
                      <a:cxn ang="0">
                        <a:pos x="31" y="26"/>
                      </a:cxn>
                      <a:cxn ang="0">
                        <a:pos x="20" y="30"/>
                      </a:cxn>
                      <a:cxn ang="0">
                        <a:pos x="31" y="31"/>
                      </a:cxn>
                      <a:cxn ang="0">
                        <a:pos x="19" y="34"/>
                      </a:cxn>
                      <a:cxn ang="0">
                        <a:pos x="16" y="34"/>
                      </a:cxn>
                      <a:cxn ang="0">
                        <a:pos x="5" y="35"/>
                      </a:cxn>
                      <a:cxn ang="0">
                        <a:pos x="8" y="41"/>
                      </a:cxn>
                      <a:cxn ang="0">
                        <a:pos x="22" y="42"/>
                      </a:cxn>
                      <a:cxn ang="0">
                        <a:pos x="24" y="49"/>
                      </a:cxn>
                      <a:cxn ang="0">
                        <a:pos x="26" y="53"/>
                      </a:cxn>
                      <a:cxn ang="0">
                        <a:pos x="28" y="53"/>
                      </a:cxn>
                      <a:cxn ang="0">
                        <a:pos x="20" y="58"/>
                      </a:cxn>
                      <a:cxn ang="0">
                        <a:pos x="15" y="57"/>
                      </a:cxn>
                      <a:cxn ang="0">
                        <a:pos x="19" y="66"/>
                      </a:cxn>
                      <a:cxn ang="0">
                        <a:pos x="33" y="65"/>
                      </a:cxn>
                    </a:cxnLst>
                    <a:rect l="0" t="0" r="r" b="b"/>
                    <a:pathLst>
                      <a:path w="125" h="79">
                        <a:moveTo>
                          <a:pt x="43" y="79"/>
                        </a:moveTo>
                        <a:lnTo>
                          <a:pt x="42" y="77"/>
                        </a:lnTo>
                        <a:lnTo>
                          <a:pt x="43" y="75"/>
                        </a:lnTo>
                        <a:lnTo>
                          <a:pt x="45" y="75"/>
                        </a:lnTo>
                        <a:lnTo>
                          <a:pt x="45" y="77"/>
                        </a:lnTo>
                        <a:lnTo>
                          <a:pt x="43" y="79"/>
                        </a:lnTo>
                        <a:lnTo>
                          <a:pt x="43" y="79"/>
                        </a:lnTo>
                        <a:close/>
                        <a:moveTo>
                          <a:pt x="37" y="66"/>
                        </a:moveTo>
                        <a:lnTo>
                          <a:pt x="39" y="65"/>
                        </a:lnTo>
                        <a:lnTo>
                          <a:pt x="39" y="68"/>
                        </a:lnTo>
                        <a:lnTo>
                          <a:pt x="43" y="72"/>
                        </a:lnTo>
                        <a:lnTo>
                          <a:pt x="45" y="73"/>
                        </a:lnTo>
                        <a:lnTo>
                          <a:pt x="47" y="70"/>
                        </a:lnTo>
                        <a:lnTo>
                          <a:pt x="50" y="70"/>
                        </a:lnTo>
                        <a:lnTo>
                          <a:pt x="54" y="76"/>
                        </a:lnTo>
                        <a:lnTo>
                          <a:pt x="60" y="75"/>
                        </a:lnTo>
                        <a:lnTo>
                          <a:pt x="62" y="76"/>
                        </a:lnTo>
                        <a:lnTo>
                          <a:pt x="67" y="75"/>
                        </a:lnTo>
                        <a:lnTo>
                          <a:pt x="67" y="72"/>
                        </a:lnTo>
                        <a:lnTo>
                          <a:pt x="67" y="70"/>
                        </a:lnTo>
                        <a:lnTo>
                          <a:pt x="68" y="72"/>
                        </a:lnTo>
                        <a:lnTo>
                          <a:pt x="71" y="73"/>
                        </a:lnTo>
                        <a:lnTo>
                          <a:pt x="73" y="70"/>
                        </a:lnTo>
                        <a:lnTo>
                          <a:pt x="75" y="66"/>
                        </a:lnTo>
                        <a:lnTo>
                          <a:pt x="77" y="66"/>
                        </a:lnTo>
                        <a:lnTo>
                          <a:pt x="76" y="68"/>
                        </a:lnTo>
                        <a:lnTo>
                          <a:pt x="77" y="69"/>
                        </a:lnTo>
                        <a:lnTo>
                          <a:pt x="79" y="68"/>
                        </a:lnTo>
                        <a:lnTo>
                          <a:pt x="80" y="68"/>
                        </a:lnTo>
                        <a:lnTo>
                          <a:pt x="83" y="64"/>
                        </a:lnTo>
                        <a:lnTo>
                          <a:pt x="84" y="65"/>
                        </a:lnTo>
                        <a:lnTo>
                          <a:pt x="86" y="65"/>
                        </a:lnTo>
                        <a:lnTo>
                          <a:pt x="88" y="65"/>
                        </a:lnTo>
                        <a:lnTo>
                          <a:pt x="88" y="65"/>
                        </a:lnTo>
                        <a:lnTo>
                          <a:pt x="90" y="65"/>
                        </a:lnTo>
                        <a:lnTo>
                          <a:pt x="95" y="60"/>
                        </a:lnTo>
                        <a:lnTo>
                          <a:pt x="98" y="57"/>
                        </a:lnTo>
                        <a:lnTo>
                          <a:pt x="105" y="55"/>
                        </a:lnTo>
                        <a:lnTo>
                          <a:pt x="106" y="53"/>
                        </a:lnTo>
                        <a:lnTo>
                          <a:pt x="105" y="51"/>
                        </a:lnTo>
                        <a:lnTo>
                          <a:pt x="106" y="50"/>
                        </a:lnTo>
                        <a:lnTo>
                          <a:pt x="107" y="50"/>
                        </a:lnTo>
                        <a:lnTo>
                          <a:pt x="107" y="53"/>
                        </a:lnTo>
                        <a:lnTo>
                          <a:pt x="111" y="54"/>
                        </a:lnTo>
                        <a:lnTo>
                          <a:pt x="113" y="51"/>
                        </a:lnTo>
                        <a:lnTo>
                          <a:pt x="114" y="50"/>
                        </a:lnTo>
                        <a:lnTo>
                          <a:pt x="113" y="49"/>
                        </a:lnTo>
                        <a:lnTo>
                          <a:pt x="113" y="47"/>
                        </a:lnTo>
                        <a:lnTo>
                          <a:pt x="114" y="46"/>
                        </a:lnTo>
                        <a:lnTo>
                          <a:pt x="113" y="43"/>
                        </a:lnTo>
                        <a:lnTo>
                          <a:pt x="114" y="42"/>
                        </a:lnTo>
                        <a:lnTo>
                          <a:pt x="117" y="43"/>
                        </a:lnTo>
                        <a:lnTo>
                          <a:pt x="117" y="45"/>
                        </a:lnTo>
                        <a:lnTo>
                          <a:pt x="119" y="45"/>
                        </a:lnTo>
                        <a:lnTo>
                          <a:pt x="121" y="42"/>
                        </a:lnTo>
                        <a:lnTo>
                          <a:pt x="121" y="39"/>
                        </a:lnTo>
                        <a:lnTo>
                          <a:pt x="118" y="36"/>
                        </a:lnTo>
                        <a:lnTo>
                          <a:pt x="118" y="34"/>
                        </a:lnTo>
                        <a:lnTo>
                          <a:pt x="119" y="32"/>
                        </a:lnTo>
                        <a:lnTo>
                          <a:pt x="119" y="30"/>
                        </a:lnTo>
                        <a:lnTo>
                          <a:pt x="122" y="28"/>
                        </a:lnTo>
                        <a:lnTo>
                          <a:pt x="124" y="28"/>
                        </a:lnTo>
                        <a:lnTo>
                          <a:pt x="125" y="27"/>
                        </a:lnTo>
                        <a:lnTo>
                          <a:pt x="122" y="24"/>
                        </a:lnTo>
                        <a:lnTo>
                          <a:pt x="117" y="24"/>
                        </a:lnTo>
                        <a:lnTo>
                          <a:pt x="115" y="26"/>
                        </a:lnTo>
                        <a:lnTo>
                          <a:pt x="117" y="23"/>
                        </a:lnTo>
                        <a:lnTo>
                          <a:pt x="117" y="20"/>
                        </a:lnTo>
                        <a:lnTo>
                          <a:pt x="113" y="20"/>
                        </a:lnTo>
                        <a:lnTo>
                          <a:pt x="113" y="22"/>
                        </a:lnTo>
                        <a:lnTo>
                          <a:pt x="111" y="19"/>
                        </a:lnTo>
                        <a:lnTo>
                          <a:pt x="113" y="16"/>
                        </a:lnTo>
                        <a:lnTo>
                          <a:pt x="115" y="16"/>
                        </a:lnTo>
                        <a:lnTo>
                          <a:pt x="115" y="12"/>
                        </a:lnTo>
                        <a:lnTo>
                          <a:pt x="114" y="11"/>
                        </a:lnTo>
                        <a:lnTo>
                          <a:pt x="111" y="12"/>
                        </a:lnTo>
                        <a:lnTo>
                          <a:pt x="110" y="12"/>
                        </a:lnTo>
                        <a:lnTo>
                          <a:pt x="109" y="9"/>
                        </a:lnTo>
                        <a:lnTo>
                          <a:pt x="111" y="8"/>
                        </a:lnTo>
                        <a:lnTo>
                          <a:pt x="111" y="5"/>
                        </a:lnTo>
                        <a:lnTo>
                          <a:pt x="113" y="4"/>
                        </a:lnTo>
                        <a:lnTo>
                          <a:pt x="115" y="4"/>
                        </a:lnTo>
                        <a:lnTo>
                          <a:pt x="113" y="2"/>
                        </a:lnTo>
                        <a:lnTo>
                          <a:pt x="110" y="2"/>
                        </a:lnTo>
                        <a:lnTo>
                          <a:pt x="106" y="8"/>
                        </a:lnTo>
                        <a:lnTo>
                          <a:pt x="105" y="9"/>
                        </a:lnTo>
                        <a:lnTo>
                          <a:pt x="103" y="9"/>
                        </a:lnTo>
                        <a:lnTo>
                          <a:pt x="102" y="7"/>
                        </a:lnTo>
                        <a:lnTo>
                          <a:pt x="102" y="5"/>
                        </a:lnTo>
                        <a:lnTo>
                          <a:pt x="100" y="4"/>
                        </a:lnTo>
                        <a:lnTo>
                          <a:pt x="100" y="1"/>
                        </a:lnTo>
                        <a:lnTo>
                          <a:pt x="98" y="1"/>
                        </a:lnTo>
                        <a:lnTo>
                          <a:pt x="95" y="2"/>
                        </a:lnTo>
                        <a:lnTo>
                          <a:pt x="94" y="1"/>
                        </a:lnTo>
                        <a:lnTo>
                          <a:pt x="92" y="4"/>
                        </a:lnTo>
                        <a:lnTo>
                          <a:pt x="94" y="7"/>
                        </a:lnTo>
                        <a:lnTo>
                          <a:pt x="92" y="8"/>
                        </a:lnTo>
                        <a:lnTo>
                          <a:pt x="90" y="9"/>
                        </a:lnTo>
                        <a:lnTo>
                          <a:pt x="87" y="11"/>
                        </a:lnTo>
                        <a:lnTo>
                          <a:pt x="87" y="8"/>
                        </a:lnTo>
                        <a:lnTo>
                          <a:pt x="86" y="7"/>
                        </a:lnTo>
                        <a:lnTo>
                          <a:pt x="84" y="9"/>
                        </a:lnTo>
                        <a:lnTo>
                          <a:pt x="83" y="12"/>
                        </a:lnTo>
                        <a:lnTo>
                          <a:pt x="80" y="12"/>
                        </a:lnTo>
                        <a:lnTo>
                          <a:pt x="77" y="8"/>
                        </a:lnTo>
                        <a:lnTo>
                          <a:pt x="75" y="8"/>
                        </a:lnTo>
                        <a:lnTo>
                          <a:pt x="75" y="8"/>
                        </a:lnTo>
                        <a:lnTo>
                          <a:pt x="72" y="8"/>
                        </a:lnTo>
                        <a:lnTo>
                          <a:pt x="71" y="12"/>
                        </a:lnTo>
                        <a:lnTo>
                          <a:pt x="73" y="17"/>
                        </a:lnTo>
                        <a:lnTo>
                          <a:pt x="71" y="24"/>
                        </a:lnTo>
                        <a:lnTo>
                          <a:pt x="72" y="19"/>
                        </a:lnTo>
                        <a:lnTo>
                          <a:pt x="69" y="15"/>
                        </a:lnTo>
                        <a:lnTo>
                          <a:pt x="69" y="12"/>
                        </a:lnTo>
                        <a:lnTo>
                          <a:pt x="68" y="11"/>
                        </a:lnTo>
                        <a:lnTo>
                          <a:pt x="68" y="8"/>
                        </a:lnTo>
                        <a:lnTo>
                          <a:pt x="65" y="7"/>
                        </a:lnTo>
                        <a:lnTo>
                          <a:pt x="60" y="11"/>
                        </a:lnTo>
                        <a:lnTo>
                          <a:pt x="58" y="13"/>
                        </a:lnTo>
                        <a:lnTo>
                          <a:pt x="60" y="16"/>
                        </a:lnTo>
                        <a:lnTo>
                          <a:pt x="57" y="19"/>
                        </a:lnTo>
                        <a:lnTo>
                          <a:pt x="56" y="19"/>
                        </a:lnTo>
                        <a:lnTo>
                          <a:pt x="54" y="15"/>
                        </a:lnTo>
                        <a:lnTo>
                          <a:pt x="53" y="15"/>
                        </a:lnTo>
                        <a:lnTo>
                          <a:pt x="53" y="8"/>
                        </a:lnTo>
                        <a:lnTo>
                          <a:pt x="50" y="7"/>
                        </a:lnTo>
                        <a:lnTo>
                          <a:pt x="47" y="9"/>
                        </a:lnTo>
                        <a:lnTo>
                          <a:pt x="47" y="16"/>
                        </a:lnTo>
                        <a:lnTo>
                          <a:pt x="49" y="19"/>
                        </a:lnTo>
                        <a:lnTo>
                          <a:pt x="49" y="23"/>
                        </a:lnTo>
                        <a:lnTo>
                          <a:pt x="47" y="26"/>
                        </a:lnTo>
                        <a:lnTo>
                          <a:pt x="45" y="26"/>
                        </a:lnTo>
                        <a:lnTo>
                          <a:pt x="45" y="22"/>
                        </a:lnTo>
                        <a:lnTo>
                          <a:pt x="42" y="23"/>
                        </a:lnTo>
                        <a:lnTo>
                          <a:pt x="41" y="27"/>
                        </a:lnTo>
                        <a:lnTo>
                          <a:pt x="39" y="28"/>
                        </a:lnTo>
                        <a:lnTo>
                          <a:pt x="38" y="32"/>
                        </a:lnTo>
                        <a:lnTo>
                          <a:pt x="37" y="28"/>
                        </a:lnTo>
                        <a:lnTo>
                          <a:pt x="35" y="27"/>
                        </a:lnTo>
                        <a:lnTo>
                          <a:pt x="35" y="26"/>
                        </a:lnTo>
                        <a:lnTo>
                          <a:pt x="37" y="23"/>
                        </a:lnTo>
                        <a:lnTo>
                          <a:pt x="37" y="20"/>
                        </a:lnTo>
                        <a:lnTo>
                          <a:pt x="34" y="20"/>
                        </a:lnTo>
                        <a:lnTo>
                          <a:pt x="35" y="19"/>
                        </a:lnTo>
                        <a:lnTo>
                          <a:pt x="34" y="16"/>
                        </a:lnTo>
                        <a:lnTo>
                          <a:pt x="35" y="17"/>
                        </a:lnTo>
                        <a:lnTo>
                          <a:pt x="38" y="15"/>
                        </a:lnTo>
                        <a:lnTo>
                          <a:pt x="38" y="13"/>
                        </a:lnTo>
                        <a:lnTo>
                          <a:pt x="35" y="12"/>
                        </a:lnTo>
                        <a:lnTo>
                          <a:pt x="37" y="9"/>
                        </a:lnTo>
                        <a:lnTo>
                          <a:pt x="35" y="8"/>
                        </a:lnTo>
                        <a:lnTo>
                          <a:pt x="34" y="9"/>
                        </a:lnTo>
                        <a:lnTo>
                          <a:pt x="33" y="7"/>
                        </a:lnTo>
                        <a:lnTo>
                          <a:pt x="28" y="5"/>
                        </a:lnTo>
                        <a:lnTo>
                          <a:pt x="28" y="2"/>
                        </a:lnTo>
                        <a:lnTo>
                          <a:pt x="27" y="0"/>
                        </a:lnTo>
                        <a:lnTo>
                          <a:pt x="24" y="0"/>
                        </a:lnTo>
                        <a:lnTo>
                          <a:pt x="22" y="0"/>
                        </a:lnTo>
                        <a:lnTo>
                          <a:pt x="18" y="0"/>
                        </a:lnTo>
                        <a:lnTo>
                          <a:pt x="16" y="1"/>
                        </a:lnTo>
                        <a:lnTo>
                          <a:pt x="18" y="2"/>
                        </a:lnTo>
                        <a:lnTo>
                          <a:pt x="20" y="2"/>
                        </a:lnTo>
                        <a:lnTo>
                          <a:pt x="20" y="1"/>
                        </a:lnTo>
                        <a:lnTo>
                          <a:pt x="22" y="1"/>
                        </a:lnTo>
                        <a:lnTo>
                          <a:pt x="24" y="2"/>
                        </a:lnTo>
                        <a:lnTo>
                          <a:pt x="26" y="2"/>
                        </a:lnTo>
                        <a:lnTo>
                          <a:pt x="24" y="4"/>
                        </a:lnTo>
                        <a:lnTo>
                          <a:pt x="23" y="4"/>
                        </a:lnTo>
                        <a:lnTo>
                          <a:pt x="20" y="4"/>
                        </a:lnTo>
                        <a:lnTo>
                          <a:pt x="20" y="5"/>
                        </a:lnTo>
                        <a:lnTo>
                          <a:pt x="24" y="7"/>
                        </a:lnTo>
                        <a:lnTo>
                          <a:pt x="27" y="11"/>
                        </a:lnTo>
                        <a:lnTo>
                          <a:pt x="26" y="12"/>
                        </a:lnTo>
                        <a:lnTo>
                          <a:pt x="24" y="12"/>
                        </a:lnTo>
                        <a:lnTo>
                          <a:pt x="24" y="11"/>
                        </a:lnTo>
                        <a:lnTo>
                          <a:pt x="22" y="9"/>
                        </a:lnTo>
                        <a:lnTo>
                          <a:pt x="20" y="11"/>
                        </a:lnTo>
                        <a:lnTo>
                          <a:pt x="18" y="11"/>
                        </a:lnTo>
                        <a:lnTo>
                          <a:pt x="19" y="8"/>
                        </a:lnTo>
                        <a:lnTo>
                          <a:pt x="16" y="5"/>
                        </a:lnTo>
                        <a:lnTo>
                          <a:pt x="14" y="4"/>
                        </a:lnTo>
                        <a:lnTo>
                          <a:pt x="12" y="5"/>
                        </a:lnTo>
                        <a:lnTo>
                          <a:pt x="14" y="8"/>
                        </a:lnTo>
                        <a:lnTo>
                          <a:pt x="14" y="9"/>
                        </a:lnTo>
                        <a:lnTo>
                          <a:pt x="12" y="7"/>
                        </a:lnTo>
                        <a:lnTo>
                          <a:pt x="9" y="7"/>
                        </a:lnTo>
                        <a:lnTo>
                          <a:pt x="8" y="8"/>
                        </a:lnTo>
                        <a:lnTo>
                          <a:pt x="11" y="11"/>
                        </a:lnTo>
                        <a:lnTo>
                          <a:pt x="12" y="11"/>
                        </a:lnTo>
                        <a:lnTo>
                          <a:pt x="14" y="12"/>
                        </a:lnTo>
                        <a:lnTo>
                          <a:pt x="11" y="12"/>
                        </a:lnTo>
                        <a:lnTo>
                          <a:pt x="8" y="12"/>
                        </a:lnTo>
                        <a:lnTo>
                          <a:pt x="9" y="15"/>
                        </a:lnTo>
                        <a:lnTo>
                          <a:pt x="14" y="16"/>
                        </a:lnTo>
                        <a:lnTo>
                          <a:pt x="11" y="16"/>
                        </a:lnTo>
                        <a:lnTo>
                          <a:pt x="11" y="17"/>
                        </a:lnTo>
                        <a:lnTo>
                          <a:pt x="11" y="19"/>
                        </a:lnTo>
                        <a:lnTo>
                          <a:pt x="11" y="19"/>
                        </a:lnTo>
                        <a:lnTo>
                          <a:pt x="7" y="15"/>
                        </a:lnTo>
                        <a:lnTo>
                          <a:pt x="5" y="15"/>
                        </a:lnTo>
                        <a:lnTo>
                          <a:pt x="4" y="16"/>
                        </a:lnTo>
                        <a:lnTo>
                          <a:pt x="5" y="19"/>
                        </a:lnTo>
                        <a:lnTo>
                          <a:pt x="7" y="22"/>
                        </a:lnTo>
                        <a:lnTo>
                          <a:pt x="5" y="22"/>
                        </a:lnTo>
                        <a:lnTo>
                          <a:pt x="3" y="19"/>
                        </a:lnTo>
                        <a:lnTo>
                          <a:pt x="1" y="17"/>
                        </a:lnTo>
                        <a:lnTo>
                          <a:pt x="0" y="20"/>
                        </a:lnTo>
                        <a:lnTo>
                          <a:pt x="3" y="22"/>
                        </a:lnTo>
                        <a:lnTo>
                          <a:pt x="4" y="24"/>
                        </a:lnTo>
                        <a:lnTo>
                          <a:pt x="8" y="26"/>
                        </a:lnTo>
                        <a:lnTo>
                          <a:pt x="9" y="23"/>
                        </a:lnTo>
                        <a:lnTo>
                          <a:pt x="14" y="22"/>
                        </a:lnTo>
                        <a:lnTo>
                          <a:pt x="15" y="19"/>
                        </a:lnTo>
                        <a:lnTo>
                          <a:pt x="15" y="20"/>
                        </a:lnTo>
                        <a:lnTo>
                          <a:pt x="15" y="22"/>
                        </a:lnTo>
                        <a:lnTo>
                          <a:pt x="16" y="22"/>
                        </a:lnTo>
                        <a:lnTo>
                          <a:pt x="19" y="20"/>
                        </a:lnTo>
                        <a:lnTo>
                          <a:pt x="19" y="23"/>
                        </a:lnTo>
                        <a:lnTo>
                          <a:pt x="20" y="23"/>
                        </a:lnTo>
                        <a:lnTo>
                          <a:pt x="23" y="22"/>
                        </a:lnTo>
                        <a:lnTo>
                          <a:pt x="23" y="20"/>
                        </a:lnTo>
                        <a:lnTo>
                          <a:pt x="23" y="23"/>
                        </a:lnTo>
                        <a:lnTo>
                          <a:pt x="24" y="23"/>
                        </a:lnTo>
                        <a:lnTo>
                          <a:pt x="27" y="20"/>
                        </a:lnTo>
                        <a:lnTo>
                          <a:pt x="27" y="22"/>
                        </a:lnTo>
                        <a:lnTo>
                          <a:pt x="26" y="24"/>
                        </a:lnTo>
                        <a:lnTo>
                          <a:pt x="27" y="26"/>
                        </a:lnTo>
                        <a:lnTo>
                          <a:pt x="30" y="23"/>
                        </a:lnTo>
                        <a:lnTo>
                          <a:pt x="33" y="26"/>
                        </a:lnTo>
                        <a:lnTo>
                          <a:pt x="31" y="26"/>
                        </a:lnTo>
                        <a:lnTo>
                          <a:pt x="28" y="26"/>
                        </a:lnTo>
                        <a:lnTo>
                          <a:pt x="27" y="27"/>
                        </a:lnTo>
                        <a:lnTo>
                          <a:pt x="24" y="28"/>
                        </a:lnTo>
                        <a:lnTo>
                          <a:pt x="20" y="30"/>
                        </a:lnTo>
                        <a:lnTo>
                          <a:pt x="20" y="30"/>
                        </a:lnTo>
                        <a:lnTo>
                          <a:pt x="26" y="31"/>
                        </a:lnTo>
                        <a:lnTo>
                          <a:pt x="28" y="31"/>
                        </a:lnTo>
                        <a:lnTo>
                          <a:pt x="28" y="30"/>
                        </a:lnTo>
                        <a:lnTo>
                          <a:pt x="31" y="28"/>
                        </a:lnTo>
                        <a:lnTo>
                          <a:pt x="31" y="31"/>
                        </a:lnTo>
                        <a:lnTo>
                          <a:pt x="28" y="34"/>
                        </a:lnTo>
                        <a:lnTo>
                          <a:pt x="24" y="34"/>
                        </a:lnTo>
                        <a:lnTo>
                          <a:pt x="23" y="34"/>
                        </a:lnTo>
                        <a:lnTo>
                          <a:pt x="20" y="35"/>
                        </a:lnTo>
                        <a:lnTo>
                          <a:pt x="19" y="34"/>
                        </a:lnTo>
                        <a:lnTo>
                          <a:pt x="18" y="34"/>
                        </a:lnTo>
                        <a:lnTo>
                          <a:pt x="18" y="32"/>
                        </a:lnTo>
                        <a:lnTo>
                          <a:pt x="16" y="32"/>
                        </a:lnTo>
                        <a:lnTo>
                          <a:pt x="16" y="32"/>
                        </a:lnTo>
                        <a:lnTo>
                          <a:pt x="16" y="34"/>
                        </a:lnTo>
                        <a:lnTo>
                          <a:pt x="15" y="35"/>
                        </a:lnTo>
                        <a:lnTo>
                          <a:pt x="14" y="34"/>
                        </a:lnTo>
                        <a:lnTo>
                          <a:pt x="11" y="35"/>
                        </a:lnTo>
                        <a:lnTo>
                          <a:pt x="8" y="35"/>
                        </a:lnTo>
                        <a:lnTo>
                          <a:pt x="5" y="35"/>
                        </a:lnTo>
                        <a:lnTo>
                          <a:pt x="3" y="35"/>
                        </a:lnTo>
                        <a:lnTo>
                          <a:pt x="1" y="35"/>
                        </a:lnTo>
                        <a:lnTo>
                          <a:pt x="4" y="38"/>
                        </a:lnTo>
                        <a:lnTo>
                          <a:pt x="5" y="41"/>
                        </a:lnTo>
                        <a:lnTo>
                          <a:pt x="8" y="41"/>
                        </a:lnTo>
                        <a:lnTo>
                          <a:pt x="8" y="41"/>
                        </a:lnTo>
                        <a:lnTo>
                          <a:pt x="14" y="42"/>
                        </a:lnTo>
                        <a:lnTo>
                          <a:pt x="19" y="41"/>
                        </a:lnTo>
                        <a:lnTo>
                          <a:pt x="22" y="41"/>
                        </a:lnTo>
                        <a:lnTo>
                          <a:pt x="22" y="42"/>
                        </a:lnTo>
                        <a:lnTo>
                          <a:pt x="19" y="43"/>
                        </a:lnTo>
                        <a:lnTo>
                          <a:pt x="19" y="45"/>
                        </a:lnTo>
                        <a:lnTo>
                          <a:pt x="22" y="47"/>
                        </a:lnTo>
                        <a:lnTo>
                          <a:pt x="23" y="49"/>
                        </a:lnTo>
                        <a:lnTo>
                          <a:pt x="24" y="49"/>
                        </a:lnTo>
                        <a:lnTo>
                          <a:pt x="28" y="46"/>
                        </a:lnTo>
                        <a:lnTo>
                          <a:pt x="27" y="47"/>
                        </a:lnTo>
                        <a:lnTo>
                          <a:pt x="24" y="50"/>
                        </a:lnTo>
                        <a:lnTo>
                          <a:pt x="23" y="51"/>
                        </a:lnTo>
                        <a:lnTo>
                          <a:pt x="26" y="53"/>
                        </a:lnTo>
                        <a:lnTo>
                          <a:pt x="30" y="50"/>
                        </a:lnTo>
                        <a:lnTo>
                          <a:pt x="33" y="51"/>
                        </a:lnTo>
                        <a:lnTo>
                          <a:pt x="33" y="53"/>
                        </a:lnTo>
                        <a:lnTo>
                          <a:pt x="31" y="51"/>
                        </a:lnTo>
                        <a:lnTo>
                          <a:pt x="28" y="53"/>
                        </a:lnTo>
                        <a:lnTo>
                          <a:pt x="27" y="54"/>
                        </a:lnTo>
                        <a:lnTo>
                          <a:pt x="24" y="54"/>
                        </a:lnTo>
                        <a:lnTo>
                          <a:pt x="23" y="57"/>
                        </a:lnTo>
                        <a:lnTo>
                          <a:pt x="23" y="58"/>
                        </a:lnTo>
                        <a:lnTo>
                          <a:pt x="20" y="58"/>
                        </a:lnTo>
                        <a:lnTo>
                          <a:pt x="19" y="58"/>
                        </a:lnTo>
                        <a:lnTo>
                          <a:pt x="18" y="57"/>
                        </a:lnTo>
                        <a:lnTo>
                          <a:pt x="16" y="55"/>
                        </a:lnTo>
                        <a:lnTo>
                          <a:pt x="16" y="57"/>
                        </a:lnTo>
                        <a:lnTo>
                          <a:pt x="15" y="57"/>
                        </a:lnTo>
                        <a:lnTo>
                          <a:pt x="15" y="60"/>
                        </a:lnTo>
                        <a:lnTo>
                          <a:pt x="16" y="61"/>
                        </a:lnTo>
                        <a:lnTo>
                          <a:pt x="16" y="61"/>
                        </a:lnTo>
                        <a:lnTo>
                          <a:pt x="15" y="66"/>
                        </a:lnTo>
                        <a:lnTo>
                          <a:pt x="19" y="66"/>
                        </a:lnTo>
                        <a:lnTo>
                          <a:pt x="19" y="65"/>
                        </a:lnTo>
                        <a:lnTo>
                          <a:pt x="22" y="66"/>
                        </a:lnTo>
                        <a:lnTo>
                          <a:pt x="26" y="66"/>
                        </a:lnTo>
                        <a:lnTo>
                          <a:pt x="30" y="64"/>
                        </a:lnTo>
                        <a:lnTo>
                          <a:pt x="33" y="65"/>
                        </a:lnTo>
                        <a:lnTo>
                          <a:pt x="35" y="64"/>
                        </a:lnTo>
                        <a:lnTo>
                          <a:pt x="35" y="66"/>
                        </a:lnTo>
                        <a:lnTo>
                          <a:pt x="37" y="66"/>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80" name="Freeform 973">
                    <a:extLst>
                      <a:ext uri="{FF2B5EF4-FFF2-40B4-BE49-F238E27FC236}">
                        <a16:creationId xmlns:a16="http://schemas.microsoft.com/office/drawing/2014/main" id="{02C56117-5909-BE52-5861-39E9CD8CEFCF}"/>
                      </a:ext>
                    </a:extLst>
                  </p:cNvPr>
                  <p:cNvSpPr>
                    <a:spLocks noEditPoints="1"/>
                  </p:cNvSpPr>
                  <p:nvPr/>
                </p:nvSpPr>
                <p:spPr bwMode="auto">
                  <a:xfrm>
                    <a:off x="8601388" y="1482707"/>
                    <a:ext cx="550671" cy="642456"/>
                  </a:xfrm>
                  <a:custGeom>
                    <a:avLst/>
                    <a:gdLst/>
                    <a:ahLst/>
                    <a:cxnLst>
                      <a:cxn ang="0">
                        <a:pos x="154" y="736"/>
                      </a:cxn>
                      <a:cxn ang="0">
                        <a:pos x="110" y="715"/>
                      </a:cxn>
                      <a:cxn ang="0">
                        <a:pos x="101" y="670"/>
                      </a:cxn>
                      <a:cxn ang="0">
                        <a:pos x="104" y="644"/>
                      </a:cxn>
                      <a:cxn ang="0">
                        <a:pos x="90" y="614"/>
                      </a:cxn>
                      <a:cxn ang="0">
                        <a:pos x="90" y="583"/>
                      </a:cxn>
                      <a:cxn ang="0">
                        <a:pos x="120" y="571"/>
                      </a:cxn>
                      <a:cxn ang="0">
                        <a:pos x="120" y="554"/>
                      </a:cxn>
                      <a:cxn ang="0">
                        <a:pos x="146" y="515"/>
                      </a:cxn>
                      <a:cxn ang="0">
                        <a:pos x="143" y="486"/>
                      </a:cxn>
                      <a:cxn ang="0">
                        <a:pos x="131" y="451"/>
                      </a:cxn>
                      <a:cxn ang="0">
                        <a:pos x="119" y="431"/>
                      </a:cxn>
                      <a:cxn ang="0">
                        <a:pos x="121" y="353"/>
                      </a:cxn>
                      <a:cxn ang="0">
                        <a:pos x="53" y="285"/>
                      </a:cxn>
                      <a:cxn ang="0">
                        <a:pos x="9" y="242"/>
                      </a:cxn>
                      <a:cxn ang="0">
                        <a:pos x="26" y="215"/>
                      </a:cxn>
                      <a:cxn ang="0">
                        <a:pos x="91" y="169"/>
                      </a:cxn>
                      <a:cxn ang="0">
                        <a:pos x="124" y="102"/>
                      </a:cxn>
                      <a:cxn ang="0">
                        <a:pos x="199" y="82"/>
                      </a:cxn>
                      <a:cxn ang="0">
                        <a:pos x="246" y="86"/>
                      </a:cxn>
                      <a:cxn ang="0">
                        <a:pos x="314" y="99"/>
                      </a:cxn>
                      <a:cxn ang="0">
                        <a:pos x="363" y="68"/>
                      </a:cxn>
                      <a:cxn ang="0">
                        <a:pos x="389" y="31"/>
                      </a:cxn>
                      <a:cxn ang="0">
                        <a:pos x="498" y="27"/>
                      </a:cxn>
                      <a:cxn ang="0">
                        <a:pos x="428" y="37"/>
                      </a:cxn>
                      <a:cxn ang="0">
                        <a:pos x="517" y="56"/>
                      </a:cxn>
                      <a:cxn ang="0">
                        <a:pos x="438" y="86"/>
                      </a:cxn>
                      <a:cxn ang="0">
                        <a:pos x="473" y="118"/>
                      </a:cxn>
                      <a:cxn ang="0">
                        <a:pos x="488" y="156"/>
                      </a:cxn>
                      <a:cxn ang="0">
                        <a:pos x="602" y="132"/>
                      </a:cxn>
                      <a:cxn ang="0">
                        <a:pos x="559" y="181"/>
                      </a:cxn>
                      <a:cxn ang="0">
                        <a:pos x="511" y="268"/>
                      </a:cxn>
                      <a:cxn ang="0">
                        <a:pos x="511" y="318"/>
                      </a:cxn>
                      <a:cxn ang="0">
                        <a:pos x="490" y="347"/>
                      </a:cxn>
                      <a:cxn ang="0">
                        <a:pos x="481" y="378"/>
                      </a:cxn>
                      <a:cxn ang="0">
                        <a:pos x="484" y="413"/>
                      </a:cxn>
                      <a:cxn ang="0">
                        <a:pos x="445" y="423"/>
                      </a:cxn>
                      <a:cxn ang="0">
                        <a:pos x="424" y="444"/>
                      </a:cxn>
                      <a:cxn ang="0">
                        <a:pos x="469" y="485"/>
                      </a:cxn>
                      <a:cxn ang="0">
                        <a:pos x="438" y="496"/>
                      </a:cxn>
                      <a:cxn ang="0">
                        <a:pos x="400" y="503"/>
                      </a:cxn>
                      <a:cxn ang="0">
                        <a:pos x="447" y="530"/>
                      </a:cxn>
                      <a:cxn ang="0">
                        <a:pos x="397" y="568"/>
                      </a:cxn>
                      <a:cxn ang="0">
                        <a:pos x="336" y="586"/>
                      </a:cxn>
                      <a:cxn ang="0">
                        <a:pos x="276" y="628"/>
                      </a:cxn>
                      <a:cxn ang="0">
                        <a:pos x="227" y="647"/>
                      </a:cxn>
                      <a:cxn ang="0">
                        <a:pos x="212" y="694"/>
                      </a:cxn>
                      <a:cxn ang="0">
                        <a:pos x="189" y="730"/>
                      </a:cxn>
                      <a:cxn ang="0">
                        <a:pos x="172" y="764"/>
                      </a:cxn>
                      <a:cxn ang="0">
                        <a:pos x="212" y="703"/>
                      </a:cxn>
                      <a:cxn ang="0">
                        <a:pos x="417" y="518"/>
                      </a:cxn>
                      <a:cxn ang="0">
                        <a:pos x="466" y="448"/>
                      </a:cxn>
                      <a:cxn ang="0">
                        <a:pos x="509" y="395"/>
                      </a:cxn>
                      <a:cxn ang="0">
                        <a:pos x="495" y="332"/>
                      </a:cxn>
                      <a:cxn ang="0">
                        <a:pos x="528" y="185"/>
                      </a:cxn>
                      <a:cxn ang="0">
                        <a:pos x="374" y="19"/>
                      </a:cxn>
                      <a:cxn ang="0">
                        <a:pos x="310" y="87"/>
                      </a:cxn>
                      <a:cxn ang="0">
                        <a:pos x="112" y="344"/>
                      </a:cxn>
                      <a:cxn ang="0">
                        <a:pos x="115" y="402"/>
                      </a:cxn>
                      <a:cxn ang="0">
                        <a:pos x="105" y="443"/>
                      </a:cxn>
                      <a:cxn ang="0">
                        <a:pos x="90" y="626"/>
                      </a:cxn>
                      <a:cxn ang="0">
                        <a:pos x="138" y="486"/>
                      </a:cxn>
                      <a:cxn ang="0">
                        <a:pos x="120" y="523"/>
                      </a:cxn>
                    </a:cxnLst>
                    <a:rect l="0" t="0" r="r" b="b"/>
                    <a:pathLst>
                      <a:path w="604" h="773">
                        <a:moveTo>
                          <a:pt x="180" y="765"/>
                        </a:moveTo>
                        <a:lnTo>
                          <a:pt x="173" y="762"/>
                        </a:lnTo>
                        <a:lnTo>
                          <a:pt x="170" y="762"/>
                        </a:lnTo>
                        <a:lnTo>
                          <a:pt x="169" y="761"/>
                        </a:lnTo>
                        <a:lnTo>
                          <a:pt x="170" y="758"/>
                        </a:lnTo>
                        <a:lnTo>
                          <a:pt x="170" y="758"/>
                        </a:lnTo>
                        <a:lnTo>
                          <a:pt x="170" y="757"/>
                        </a:lnTo>
                        <a:lnTo>
                          <a:pt x="169" y="757"/>
                        </a:lnTo>
                        <a:lnTo>
                          <a:pt x="168" y="758"/>
                        </a:lnTo>
                        <a:lnTo>
                          <a:pt x="168" y="758"/>
                        </a:lnTo>
                        <a:lnTo>
                          <a:pt x="166" y="762"/>
                        </a:lnTo>
                        <a:lnTo>
                          <a:pt x="165" y="761"/>
                        </a:lnTo>
                        <a:lnTo>
                          <a:pt x="163" y="761"/>
                        </a:lnTo>
                        <a:lnTo>
                          <a:pt x="163" y="762"/>
                        </a:lnTo>
                        <a:lnTo>
                          <a:pt x="163" y="765"/>
                        </a:lnTo>
                        <a:lnTo>
                          <a:pt x="162" y="766"/>
                        </a:lnTo>
                        <a:lnTo>
                          <a:pt x="161" y="765"/>
                        </a:lnTo>
                        <a:lnTo>
                          <a:pt x="162" y="762"/>
                        </a:lnTo>
                        <a:lnTo>
                          <a:pt x="162" y="761"/>
                        </a:lnTo>
                        <a:lnTo>
                          <a:pt x="162" y="758"/>
                        </a:lnTo>
                        <a:lnTo>
                          <a:pt x="165" y="755"/>
                        </a:lnTo>
                        <a:lnTo>
                          <a:pt x="165" y="754"/>
                        </a:lnTo>
                        <a:lnTo>
                          <a:pt x="163" y="755"/>
                        </a:lnTo>
                        <a:lnTo>
                          <a:pt x="161" y="761"/>
                        </a:lnTo>
                        <a:lnTo>
                          <a:pt x="158" y="762"/>
                        </a:lnTo>
                        <a:lnTo>
                          <a:pt x="158" y="762"/>
                        </a:lnTo>
                        <a:lnTo>
                          <a:pt x="158" y="761"/>
                        </a:lnTo>
                        <a:lnTo>
                          <a:pt x="161" y="758"/>
                        </a:lnTo>
                        <a:lnTo>
                          <a:pt x="161" y="755"/>
                        </a:lnTo>
                        <a:lnTo>
                          <a:pt x="162" y="753"/>
                        </a:lnTo>
                        <a:lnTo>
                          <a:pt x="161" y="753"/>
                        </a:lnTo>
                        <a:lnTo>
                          <a:pt x="159" y="753"/>
                        </a:lnTo>
                        <a:lnTo>
                          <a:pt x="158" y="755"/>
                        </a:lnTo>
                        <a:lnTo>
                          <a:pt x="157" y="755"/>
                        </a:lnTo>
                        <a:lnTo>
                          <a:pt x="157" y="755"/>
                        </a:lnTo>
                        <a:lnTo>
                          <a:pt x="157" y="753"/>
                        </a:lnTo>
                        <a:lnTo>
                          <a:pt x="159" y="751"/>
                        </a:lnTo>
                        <a:lnTo>
                          <a:pt x="158" y="750"/>
                        </a:lnTo>
                        <a:lnTo>
                          <a:pt x="157" y="751"/>
                        </a:lnTo>
                        <a:lnTo>
                          <a:pt x="155" y="753"/>
                        </a:lnTo>
                        <a:lnTo>
                          <a:pt x="154" y="753"/>
                        </a:lnTo>
                        <a:lnTo>
                          <a:pt x="154" y="755"/>
                        </a:lnTo>
                        <a:lnTo>
                          <a:pt x="153" y="753"/>
                        </a:lnTo>
                        <a:lnTo>
                          <a:pt x="153" y="751"/>
                        </a:lnTo>
                        <a:lnTo>
                          <a:pt x="151" y="751"/>
                        </a:lnTo>
                        <a:lnTo>
                          <a:pt x="150" y="753"/>
                        </a:lnTo>
                        <a:lnTo>
                          <a:pt x="148" y="753"/>
                        </a:lnTo>
                        <a:lnTo>
                          <a:pt x="150" y="751"/>
                        </a:lnTo>
                        <a:lnTo>
                          <a:pt x="154" y="749"/>
                        </a:lnTo>
                        <a:lnTo>
                          <a:pt x="154" y="747"/>
                        </a:lnTo>
                        <a:lnTo>
                          <a:pt x="155" y="746"/>
                        </a:lnTo>
                        <a:lnTo>
                          <a:pt x="158" y="745"/>
                        </a:lnTo>
                        <a:lnTo>
                          <a:pt x="158" y="743"/>
                        </a:lnTo>
                        <a:lnTo>
                          <a:pt x="155" y="746"/>
                        </a:lnTo>
                        <a:lnTo>
                          <a:pt x="153" y="746"/>
                        </a:lnTo>
                        <a:lnTo>
                          <a:pt x="151" y="746"/>
                        </a:lnTo>
                        <a:lnTo>
                          <a:pt x="153" y="745"/>
                        </a:lnTo>
                        <a:lnTo>
                          <a:pt x="155" y="745"/>
                        </a:lnTo>
                        <a:lnTo>
                          <a:pt x="157" y="742"/>
                        </a:lnTo>
                        <a:lnTo>
                          <a:pt x="159" y="742"/>
                        </a:lnTo>
                        <a:lnTo>
                          <a:pt x="161" y="741"/>
                        </a:lnTo>
                        <a:lnTo>
                          <a:pt x="161" y="738"/>
                        </a:lnTo>
                        <a:lnTo>
                          <a:pt x="161" y="736"/>
                        </a:lnTo>
                        <a:lnTo>
                          <a:pt x="159" y="736"/>
                        </a:lnTo>
                        <a:lnTo>
                          <a:pt x="157" y="741"/>
                        </a:lnTo>
                        <a:lnTo>
                          <a:pt x="153" y="743"/>
                        </a:lnTo>
                        <a:lnTo>
                          <a:pt x="150" y="743"/>
                        </a:lnTo>
                        <a:lnTo>
                          <a:pt x="148" y="743"/>
                        </a:lnTo>
                        <a:lnTo>
                          <a:pt x="150" y="742"/>
                        </a:lnTo>
                        <a:lnTo>
                          <a:pt x="151" y="742"/>
                        </a:lnTo>
                        <a:lnTo>
                          <a:pt x="154" y="739"/>
                        </a:lnTo>
                        <a:lnTo>
                          <a:pt x="154" y="736"/>
                        </a:lnTo>
                        <a:lnTo>
                          <a:pt x="153" y="734"/>
                        </a:lnTo>
                        <a:lnTo>
                          <a:pt x="151" y="734"/>
                        </a:lnTo>
                        <a:lnTo>
                          <a:pt x="150" y="734"/>
                        </a:lnTo>
                        <a:lnTo>
                          <a:pt x="150" y="736"/>
                        </a:lnTo>
                        <a:lnTo>
                          <a:pt x="151" y="736"/>
                        </a:lnTo>
                        <a:lnTo>
                          <a:pt x="151" y="738"/>
                        </a:lnTo>
                        <a:lnTo>
                          <a:pt x="150" y="739"/>
                        </a:lnTo>
                        <a:lnTo>
                          <a:pt x="148" y="739"/>
                        </a:lnTo>
                        <a:lnTo>
                          <a:pt x="146" y="739"/>
                        </a:lnTo>
                        <a:lnTo>
                          <a:pt x="144" y="739"/>
                        </a:lnTo>
                        <a:lnTo>
                          <a:pt x="143" y="741"/>
                        </a:lnTo>
                        <a:lnTo>
                          <a:pt x="142" y="742"/>
                        </a:lnTo>
                        <a:lnTo>
                          <a:pt x="140" y="743"/>
                        </a:lnTo>
                        <a:lnTo>
                          <a:pt x="139" y="742"/>
                        </a:lnTo>
                        <a:lnTo>
                          <a:pt x="138" y="742"/>
                        </a:lnTo>
                        <a:lnTo>
                          <a:pt x="135" y="742"/>
                        </a:lnTo>
                        <a:lnTo>
                          <a:pt x="134" y="743"/>
                        </a:lnTo>
                        <a:lnTo>
                          <a:pt x="132" y="742"/>
                        </a:lnTo>
                        <a:lnTo>
                          <a:pt x="131" y="743"/>
                        </a:lnTo>
                        <a:lnTo>
                          <a:pt x="131" y="745"/>
                        </a:lnTo>
                        <a:lnTo>
                          <a:pt x="131" y="746"/>
                        </a:lnTo>
                        <a:lnTo>
                          <a:pt x="131" y="746"/>
                        </a:lnTo>
                        <a:lnTo>
                          <a:pt x="127" y="745"/>
                        </a:lnTo>
                        <a:lnTo>
                          <a:pt x="125" y="743"/>
                        </a:lnTo>
                        <a:lnTo>
                          <a:pt x="127" y="742"/>
                        </a:lnTo>
                        <a:lnTo>
                          <a:pt x="129" y="742"/>
                        </a:lnTo>
                        <a:lnTo>
                          <a:pt x="131" y="741"/>
                        </a:lnTo>
                        <a:lnTo>
                          <a:pt x="131" y="739"/>
                        </a:lnTo>
                        <a:lnTo>
                          <a:pt x="128" y="738"/>
                        </a:lnTo>
                        <a:lnTo>
                          <a:pt x="128" y="735"/>
                        </a:lnTo>
                        <a:lnTo>
                          <a:pt x="125" y="734"/>
                        </a:lnTo>
                        <a:lnTo>
                          <a:pt x="125" y="732"/>
                        </a:lnTo>
                        <a:lnTo>
                          <a:pt x="124" y="734"/>
                        </a:lnTo>
                        <a:lnTo>
                          <a:pt x="120" y="736"/>
                        </a:lnTo>
                        <a:lnTo>
                          <a:pt x="119" y="735"/>
                        </a:lnTo>
                        <a:lnTo>
                          <a:pt x="117" y="734"/>
                        </a:lnTo>
                        <a:lnTo>
                          <a:pt x="120" y="731"/>
                        </a:lnTo>
                        <a:lnTo>
                          <a:pt x="119" y="730"/>
                        </a:lnTo>
                        <a:lnTo>
                          <a:pt x="117" y="730"/>
                        </a:lnTo>
                        <a:lnTo>
                          <a:pt x="117" y="730"/>
                        </a:lnTo>
                        <a:lnTo>
                          <a:pt x="120" y="728"/>
                        </a:lnTo>
                        <a:lnTo>
                          <a:pt x="123" y="728"/>
                        </a:lnTo>
                        <a:lnTo>
                          <a:pt x="123" y="727"/>
                        </a:lnTo>
                        <a:lnTo>
                          <a:pt x="123" y="726"/>
                        </a:lnTo>
                        <a:lnTo>
                          <a:pt x="121" y="726"/>
                        </a:lnTo>
                        <a:lnTo>
                          <a:pt x="119" y="726"/>
                        </a:lnTo>
                        <a:lnTo>
                          <a:pt x="116" y="727"/>
                        </a:lnTo>
                        <a:lnTo>
                          <a:pt x="113" y="728"/>
                        </a:lnTo>
                        <a:lnTo>
                          <a:pt x="110" y="727"/>
                        </a:lnTo>
                        <a:lnTo>
                          <a:pt x="112" y="726"/>
                        </a:lnTo>
                        <a:lnTo>
                          <a:pt x="113" y="726"/>
                        </a:lnTo>
                        <a:lnTo>
                          <a:pt x="115" y="724"/>
                        </a:lnTo>
                        <a:lnTo>
                          <a:pt x="115" y="722"/>
                        </a:lnTo>
                        <a:lnTo>
                          <a:pt x="117" y="720"/>
                        </a:lnTo>
                        <a:lnTo>
                          <a:pt x="119" y="719"/>
                        </a:lnTo>
                        <a:lnTo>
                          <a:pt x="119" y="719"/>
                        </a:lnTo>
                        <a:lnTo>
                          <a:pt x="116" y="717"/>
                        </a:lnTo>
                        <a:lnTo>
                          <a:pt x="115" y="719"/>
                        </a:lnTo>
                        <a:lnTo>
                          <a:pt x="112" y="720"/>
                        </a:lnTo>
                        <a:lnTo>
                          <a:pt x="110" y="719"/>
                        </a:lnTo>
                        <a:lnTo>
                          <a:pt x="112" y="717"/>
                        </a:lnTo>
                        <a:lnTo>
                          <a:pt x="113" y="716"/>
                        </a:lnTo>
                        <a:lnTo>
                          <a:pt x="116" y="717"/>
                        </a:lnTo>
                        <a:lnTo>
                          <a:pt x="117" y="716"/>
                        </a:lnTo>
                        <a:lnTo>
                          <a:pt x="119" y="715"/>
                        </a:lnTo>
                        <a:lnTo>
                          <a:pt x="119" y="713"/>
                        </a:lnTo>
                        <a:lnTo>
                          <a:pt x="119" y="712"/>
                        </a:lnTo>
                        <a:lnTo>
                          <a:pt x="119" y="711"/>
                        </a:lnTo>
                        <a:lnTo>
                          <a:pt x="115" y="712"/>
                        </a:lnTo>
                        <a:lnTo>
                          <a:pt x="115" y="713"/>
                        </a:lnTo>
                        <a:lnTo>
                          <a:pt x="113" y="715"/>
                        </a:lnTo>
                        <a:lnTo>
                          <a:pt x="110" y="715"/>
                        </a:lnTo>
                        <a:lnTo>
                          <a:pt x="112" y="713"/>
                        </a:lnTo>
                        <a:lnTo>
                          <a:pt x="113" y="712"/>
                        </a:lnTo>
                        <a:lnTo>
                          <a:pt x="113" y="711"/>
                        </a:lnTo>
                        <a:lnTo>
                          <a:pt x="112" y="709"/>
                        </a:lnTo>
                        <a:lnTo>
                          <a:pt x="113" y="708"/>
                        </a:lnTo>
                        <a:lnTo>
                          <a:pt x="113" y="708"/>
                        </a:lnTo>
                        <a:lnTo>
                          <a:pt x="112" y="707"/>
                        </a:lnTo>
                        <a:lnTo>
                          <a:pt x="110" y="707"/>
                        </a:lnTo>
                        <a:lnTo>
                          <a:pt x="110" y="707"/>
                        </a:lnTo>
                        <a:lnTo>
                          <a:pt x="112" y="705"/>
                        </a:lnTo>
                        <a:lnTo>
                          <a:pt x="110" y="703"/>
                        </a:lnTo>
                        <a:lnTo>
                          <a:pt x="109" y="703"/>
                        </a:lnTo>
                        <a:lnTo>
                          <a:pt x="108" y="704"/>
                        </a:lnTo>
                        <a:lnTo>
                          <a:pt x="106" y="704"/>
                        </a:lnTo>
                        <a:lnTo>
                          <a:pt x="106" y="703"/>
                        </a:lnTo>
                        <a:lnTo>
                          <a:pt x="108" y="701"/>
                        </a:lnTo>
                        <a:lnTo>
                          <a:pt x="109" y="698"/>
                        </a:lnTo>
                        <a:lnTo>
                          <a:pt x="109" y="698"/>
                        </a:lnTo>
                        <a:lnTo>
                          <a:pt x="112" y="696"/>
                        </a:lnTo>
                        <a:lnTo>
                          <a:pt x="110" y="694"/>
                        </a:lnTo>
                        <a:lnTo>
                          <a:pt x="112" y="693"/>
                        </a:lnTo>
                        <a:lnTo>
                          <a:pt x="112" y="692"/>
                        </a:lnTo>
                        <a:lnTo>
                          <a:pt x="112" y="690"/>
                        </a:lnTo>
                        <a:lnTo>
                          <a:pt x="110" y="692"/>
                        </a:lnTo>
                        <a:lnTo>
                          <a:pt x="110" y="692"/>
                        </a:lnTo>
                        <a:lnTo>
                          <a:pt x="109" y="690"/>
                        </a:lnTo>
                        <a:lnTo>
                          <a:pt x="106" y="690"/>
                        </a:lnTo>
                        <a:lnTo>
                          <a:pt x="106" y="692"/>
                        </a:lnTo>
                        <a:lnTo>
                          <a:pt x="105" y="692"/>
                        </a:lnTo>
                        <a:lnTo>
                          <a:pt x="104" y="689"/>
                        </a:lnTo>
                        <a:lnTo>
                          <a:pt x="105" y="688"/>
                        </a:lnTo>
                        <a:lnTo>
                          <a:pt x="108" y="686"/>
                        </a:lnTo>
                        <a:lnTo>
                          <a:pt x="108" y="685"/>
                        </a:lnTo>
                        <a:lnTo>
                          <a:pt x="106" y="683"/>
                        </a:lnTo>
                        <a:lnTo>
                          <a:pt x="104" y="683"/>
                        </a:lnTo>
                        <a:lnTo>
                          <a:pt x="102" y="685"/>
                        </a:lnTo>
                        <a:lnTo>
                          <a:pt x="101" y="685"/>
                        </a:lnTo>
                        <a:lnTo>
                          <a:pt x="100" y="683"/>
                        </a:lnTo>
                        <a:lnTo>
                          <a:pt x="101" y="682"/>
                        </a:lnTo>
                        <a:lnTo>
                          <a:pt x="102" y="682"/>
                        </a:lnTo>
                        <a:lnTo>
                          <a:pt x="105" y="682"/>
                        </a:lnTo>
                        <a:lnTo>
                          <a:pt x="108" y="682"/>
                        </a:lnTo>
                        <a:lnTo>
                          <a:pt x="109" y="681"/>
                        </a:lnTo>
                        <a:lnTo>
                          <a:pt x="108" y="681"/>
                        </a:lnTo>
                        <a:lnTo>
                          <a:pt x="106" y="679"/>
                        </a:lnTo>
                        <a:lnTo>
                          <a:pt x="104" y="679"/>
                        </a:lnTo>
                        <a:lnTo>
                          <a:pt x="102" y="681"/>
                        </a:lnTo>
                        <a:lnTo>
                          <a:pt x="101" y="681"/>
                        </a:lnTo>
                        <a:lnTo>
                          <a:pt x="100" y="679"/>
                        </a:lnTo>
                        <a:lnTo>
                          <a:pt x="102" y="677"/>
                        </a:lnTo>
                        <a:lnTo>
                          <a:pt x="105" y="677"/>
                        </a:lnTo>
                        <a:lnTo>
                          <a:pt x="106" y="677"/>
                        </a:lnTo>
                        <a:lnTo>
                          <a:pt x="105" y="675"/>
                        </a:lnTo>
                        <a:lnTo>
                          <a:pt x="104" y="675"/>
                        </a:lnTo>
                        <a:lnTo>
                          <a:pt x="102" y="674"/>
                        </a:lnTo>
                        <a:lnTo>
                          <a:pt x="104" y="674"/>
                        </a:lnTo>
                        <a:lnTo>
                          <a:pt x="105" y="674"/>
                        </a:lnTo>
                        <a:lnTo>
                          <a:pt x="106" y="675"/>
                        </a:lnTo>
                        <a:lnTo>
                          <a:pt x="109" y="674"/>
                        </a:lnTo>
                        <a:lnTo>
                          <a:pt x="110" y="673"/>
                        </a:lnTo>
                        <a:lnTo>
                          <a:pt x="110" y="671"/>
                        </a:lnTo>
                        <a:lnTo>
                          <a:pt x="109" y="673"/>
                        </a:lnTo>
                        <a:lnTo>
                          <a:pt x="106" y="673"/>
                        </a:lnTo>
                        <a:lnTo>
                          <a:pt x="105" y="673"/>
                        </a:lnTo>
                        <a:lnTo>
                          <a:pt x="104" y="673"/>
                        </a:lnTo>
                        <a:lnTo>
                          <a:pt x="102" y="673"/>
                        </a:lnTo>
                        <a:lnTo>
                          <a:pt x="101" y="674"/>
                        </a:lnTo>
                        <a:lnTo>
                          <a:pt x="100" y="675"/>
                        </a:lnTo>
                        <a:lnTo>
                          <a:pt x="98" y="674"/>
                        </a:lnTo>
                        <a:lnTo>
                          <a:pt x="97" y="671"/>
                        </a:lnTo>
                        <a:lnTo>
                          <a:pt x="98" y="670"/>
                        </a:lnTo>
                        <a:lnTo>
                          <a:pt x="101" y="670"/>
                        </a:lnTo>
                        <a:lnTo>
                          <a:pt x="104" y="669"/>
                        </a:lnTo>
                        <a:lnTo>
                          <a:pt x="104" y="667"/>
                        </a:lnTo>
                        <a:lnTo>
                          <a:pt x="101" y="669"/>
                        </a:lnTo>
                        <a:lnTo>
                          <a:pt x="98" y="667"/>
                        </a:lnTo>
                        <a:lnTo>
                          <a:pt x="97" y="666"/>
                        </a:lnTo>
                        <a:lnTo>
                          <a:pt x="98" y="663"/>
                        </a:lnTo>
                        <a:lnTo>
                          <a:pt x="101" y="663"/>
                        </a:lnTo>
                        <a:lnTo>
                          <a:pt x="106" y="663"/>
                        </a:lnTo>
                        <a:lnTo>
                          <a:pt x="109" y="663"/>
                        </a:lnTo>
                        <a:lnTo>
                          <a:pt x="113" y="663"/>
                        </a:lnTo>
                        <a:lnTo>
                          <a:pt x="115" y="660"/>
                        </a:lnTo>
                        <a:lnTo>
                          <a:pt x="115" y="660"/>
                        </a:lnTo>
                        <a:lnTo>
                          <a:pt x="113" y="660"/>
                        </a:lnTo>
                        <a:lnTo>
                          <a:pt x="110" y="659"/>
                        </a:lnTo>
                        <a:lnTo>
                          <a:pt x="108" y="660"/>
                        </a:lnTo>
                        <a:lnTo>
                          <a:pt x="104" y="662"/>
                        </a:lnTo>
                        <a:lnTo>
                          <a:pt x="102" y="663"/>
                        </a:lnTo>
                        <a:lnTo>
                          <a:pt x="100" y="663"/>
                        </a:lnTo>
                        <a:lnTo>
                          <a:pt x="98" y="662"/>
                        </a:lnTo>
                        <a:lnTo>
                          <a:pt x="100" y="660"/>
                        </a:lnTo>
                        <a:lnTo>
                          <a:pt x="104" y="662"/>
                        </a:lnTo>
                        <a:lnTo>
                          <a:pt x="105" y="660"/>
                        </a:lnTo>
                        <a:lnTo>
                          <a:pt x="108" y="656"/>
                        </a:lnTo>
                        <a:lnTo>
                          <a:pt x="110" y="656"/>
                        </a:lnTo>
                        <a:lnTo>
                          <a:pt x="112" y="656"/>
                        </a:lnTo>
                        <a:lnTo>
                          <a:pt x="113" y="659"/>
                        </a:lnTo>
                        <a:lnTo>
                          <a:pt x="115" y="659"/>
                        </a:lnTo>
                        <a:lnTo>
                          <a:pt x="116" y="658"/>
                        </a:lnTo>
                        <a:lnTo>
                          <a:pt x="115" y="658"/>
                        </a:lnTo>
                        <a:lnTo>
                          <a:pt x="112" y="655"/>
                        </a:lnTo>
                        <a:lnTo>
                          <a:pt x="110" y="655"/>
                        </a:lnTo>
                        <a:lnTo>
                          <a:pt x="109" y="654"/>
                        </a:lnTo>
                        <a:lnTo>
                          <a:pt x="110" y="652"/>
                        </a:lnTo>
                        <a:lnTo>
                          <a:pt x="112" y="652"/>
                        </a:lnTo>
                        <a:lnTo>
                          <a:pt x="113" y="651"/>
                        </a:lnTo>
                        <a:lnTo>
                          <a:pt x="113" y="651"/>
                        </a:lnTo>
                        <a:lnTo>
                          <a:pt x="115" y="654"/>
                        </a:lnTo>
                        <a:lnTo>
                          <a:pt x="117" y="656"/>
                        </a:lnTo>
                        <a:lnTo>
                          <a:pt x="119" y="658"/>
                        </a:lnTo>
                        <a:lnTo>
                          <a:pt x="120" y="656"/>
                        </a:lnTo>
                        <a:lnTo>
                          <a:pt x="119" y="655"/>
                        </a:lnTo>
                        <a:lnTo>
                          <a:pt x="117" y="654"/>
                        </a:lnTo>
                        <a:lnTo>
                          <a:pt x="117" y="650"/>
                        </a:lnTo>
                        <a:lnTo>
                          <a:pt x="119" y="647"/>
                        </a:lnTo>
                        <a:lnTo>
                          <a:pt x="119" y="647"/>
                        </a:lnTo>
                        <a:lnTo>
                          <a:pt x="117" y="647"/>
                        </a:lnTo>
                        <a:lnTo>
                          <a:pt x="116" y="648"/>
                        </a:lnTo>
                        <a:lnTo>
                          <a:pt x="115" y="648"/>
                        </a:lnTo>
                        <a:lnTo>
                          <a:pt x="113" y="647"/>
                        </a:lnTo>
                        <a:lnTo>
                          <a:pt x="112" y="647"/>
                        </a:lnTo>
                        <a:lnTo>
                          <a:pt x="109" y="651"/>
                        </a:lnTo>
                        <a:lnTo>
                          <a:pt x="108" y="651"/>
                        </a:lnTo>
                        <a:lnTo>
                          <a:pt x="106" y="651"/>
                        </a:lnTo>
                        <a:lnTo>
                          <a:pt x="106" y="650"/>
                        </a:lnTo>
                        <a:lnTo>
                          <a:pt x="108" y="648"/>
                        </a:lnTo>
                        <a:lnTo>
                          <a:pt x="108" y="648"/>
                        </a:lnTo>
                        <a:lnTo>
                          <a:pt x="106" y="648"/>
                        </a:lnTo>
                        <a:lnTo>
                          <a:pt x="105" y="651"/>
                        </a:lnTo>
                        <a:lnTo>
                          <a:pt x="104" y="651"/>
                        </a:lnTo>
                        <a:lnTo>
                          <a:pt x="101" y="654"/>
                        </a:lnTo>
                        <a:lnTo>
                          <a:pt x="100" y="655"/>
                        </a:lnTo>
                        <a:lnTo>
                          <a:pt x="97" y="658"/>
                        </a:lnTo>
                        <a:lnTo>
                          <a:pt x="96" y="658"/>
                        </a:lnTo>
                        <a:lnTo>
                          <a:pt x="96" y="655"/>
                        </a:lnTo>
                        <a:lnTo>
                          <a:pt x="96" y="652"/>
                        </a:lnTo>
                        <a:lnTo>
                          <a:pt x="97" y="651"/>
                        </a:lnTo>
                        <a:lnTo>
                          <a:pt x="94" y="650"/>
                        </a:lnTo>
                        <a:lnTo>
                          <a:pt x="96" y="648"/>
                        </a:lnTo>
                        <a:lnTo>
                          <a:pt x="96" y="645"/>
                        </a:lnTo>
                        <a:lnTo>
                          <a:pt x="97" y="645"/>
                        </a:lnTo>
                        <a:lnTo>
                          <a:pt x="101" y="644"/>
                        </a:lnTo>
                        <a:lnTo>
                          <a:pt x="104" y="644"/>
                        </a:lnTo>
                        <a:lnTo>
                          <a:pt x="105" y="641"/>
                        </a:lnTo>
                        <a:lnTo>
                          <a:pt x="106" y="641"/>
                        </a:lnTo>
                        <a:lnTo>
                          <a:pt x="105" y="640"/>
                        </a:lnTo>
                        <a:lnTo>
                          <a:pt x="104" y="640"/>
                        </a:lnTo>
                        <a:lnTo>
                          <a:pt x="102" y="641"/>
                        </a:lnTo>
                        <a:lnTo>
                          <a:pt x="101" y="641"/>
                        </a:lnTo>
                        <a:lnTo>
                          <a:pt x="100" y="643"/>
                        </a:lnTo>
                        <a:lnTo>
                          <a:pt x="98" y="644"/>
                        </a:lnTo>
                        <a:lnTo>
                          <a:pt x="97" y="644"/>
                        </a:lnTo>
                        <a:lnTo>
                          <a:pt x="96" y="641"/>
                        </a:lnTo>
                        <a:lnTo>
                          <a:pt x="96" y="637"/>
                        </a:lnTo>
                        <a:lnTo>
                          <a:pt x="97" y="637"/>
                        </a:lnTo>
                        <a:lnTo>
                          <a:pt x="97" y="635"/>
                        </a:lnTo>
                        <a:lnTo>
                          <a:pt x="96" y="632"/>
                        </a:lnTo>
                        <a:lnTo>
                          <a:pt x="96" y="632"/>
                        </a:lnTo>
                        <a:lnTo>
                          <a:pt x="94" y="635"/>
                        </a:lnTo>
                        <a:lnTo>
                          <a:pt x="93" y="633"/>
                        </a:lnTo>
                        <a:lnTo>
                          <a:pt x="91" y="632"/>
                        </a:lnTo>
                        <a:lnTo>
                          <a:pt x="94" y="630"/>
                        </a:lnTo>
                        <a:lnTo>
                          <a:pt x="97" y="630"/>
                        </a:lnTo>
                        <a:lnTo>
                          <a:pt x="98" y="629"/>
                        </a:lnTo>
                        <a:lnTo>
                          <a:pt x="102" y="628"/>
                        </a:lnTo>
                        <a:lnTo>
                          <a:pt x="104" y="626"/>
                        </a:lnTo>
                        <a:lnTo>
                          <a:pt x="105" y="626"/>
                        </a:lnTo>
                        <a:lnTo>
                          <a:pt x="105" y="624"/>
                        </a:lnTo>
                        <a:lnTo>
                          <a:pt x="106" y="622"/>
                        </a:lnTo>
                        <a:lnTo>
                          <a:pt x="108" y="624"/>
                        </a:lnTo>
                        <a:lnTo>
                          <a:pt x="108" y="622"/>
                        </a:lnTo>
                        <a:lnTo>
                          <a:pt x="113" y="622"/>
                        </a:lnTo>
                        <a:lnTo>
                          <a:pt x="115" y="624"/>
                        </a:lnTo>
                        <a:lnTo>
                          <a:pt x="116" y="624"/>
                        </a:lnTo>
                        <a:lnTo>
                          <a:pt x="116" y="622"/>
                        </a:lnTo>
                        <a:lnTo>
                          <a:pt x="113" y="621"/>
                        </a:lnTo>
                        <a:lnTo>
                          <a:pt x="112" y="620"/>
                        </a:lnTo>
                        <a:lnTo>
                          <a:pt x="110" y="620"/>
                        </a:lnTo>
                        <a:lnTo>
                          <a:pt x="105" y="622"/>
                        </a:lnTo>
                        <a:lnTo>
                          <a:pt x="104" y="622"/>
                        </a:lnTo>
                        <a:lnTo>
                          <a:pt x="102" y="622"/>
                        </a:lnTo>
                        <a:lnTo>
                          <a:pt x="102" y="625"/>
                        </a:lnTo>
                        <a:lnTo>
                          <a:pt x="101" y="626"/>
                        </a:lnTo>
                        <a:lnTo>
                          <a:pt x="98" y="626"/>
                        </a:lnTo>
                        <a:lnTo>
                          <a:pt x="97" y="629"/>
                        </a:lnTo>
                        <a:lnTo>
                          <a:pt x="96" y="629"/>
                        </a:lnTo>
                        <a:lnTo>
                          <a:pt x="94" y="628"/>
                        </a:lnTo>
                        <a:lnTo>
                          <a:pt x="96" y="626"/>
                        </a:lnTo>
                        <a:lnTo>
                          <a:pt x="93" y="625"/>
                        </a:lnTo>
                        <a:lnTo>
                          <a:pt x="94" y="625"/>
                        </a:lnTo>
                        <a:lnTo>
                          <a:pt x="96" y="622"/>
                        </a:lnTo>
                        <a:lnTo>
                          <a:pt x="93" y="621"/>
                        </a:lnTo>
                        <a:lnTo>
                          <a:pt x="91" y="621"/>
                        </a:lnTo>
                        <a:lnTo>
                          <a:pt x="90" y="620"/>
                        </a:lnTo>
                        <a:lnTo>
                          <a:pt x="90" y="618"/>
                        </a:lnTo>
                        <a:lnTo>
                          <a:pt x="93" y="617"/>
                        </a:lnTo>
                        <a:lnTo>
                          <a:pt x="96" y="616"/>
                        </a:lnTo>
                        <a:lnTo>
                          <a:pt x="97" y="616"/>
                        </a:lnTo>
                        <a:lnTo>
                          <a:pt x="97" y="617"/>
                        </a:lnTo>
                        <a:lnTo>
                          <a:pt x="100" y="617"/>
                        </a:lnTo>
                        <a:lnTo>
                          <a:pt x="102" y="616"/>
                        </a:lnTo>
                        <a:lnTo>
                          <a:pt x="104" y="614"/>
                        </a:lnTo>
                        <a:lnTo>
                          <a:pt x="106" y="614"/>
                        </a:lnTo>
                        <a:lnTo>
                          <a:pt x="106" y="613"/>
                        </a:lnTo>
                        <a:lnTo>
                          <a:pt x="106" y="613"/>
                        </a:lnTo>
                        <a:lnTo>
                          <a:pt x="104" y="611"/>
                        </a:lnTo>
                        <a:lnTo>
                          <a:pt x="101" y="614"/>
                        </a:lnTo>
                        <a:lnTo>
                          <a:pt x="100" y="616"/>
                        </a:lnTo>
                        <a:lnTo>
                          <a:pt x="98" y="614"/>
                        </a:lnTo>
                        <a:lnTo>
                          <a:pt x="97" y="613"/>
                        </a:lnTo>
                        <a:lnTo>
                          <a:pt x="96" y="613"/>
                        </a:lnTo>
                        <a:lnTo>
                          <a:pt x="94" y="614"/>
                        </a:lnTo>
                        <a:lnTo>
                          <a:pt x="91" y="616"/>
                        </a:lnTo>
                        <a:lnTo>
                          <a:pt x="91" y="614"/>
                        </a:lnTo>
                        <a:lnTo>
                          <a:pt x="90" y="614"/>
                        </a:lnTo>
                        <a:lnTo>
                          <a:pt x="89" y="614"/>
                        </a:lnTo>
                        <a:lnTo>
                          <a:pt x="87" y="614"/>
                        </a:lnTo>
                        <a:lnTo>
                          <a:pt x="87" y="613"/>
                        </a:lnTo>
                        <a:lnTo>
                          <a:pt x="89" y="613"/>
                        </a:lnTo>
                        <a:lnTo>
                          <a:pt x="93" y="611"/>
                        </a:lnTo>
                        <a:lnTo>
                          <a:pt x="97" y="609"/>
                        </a:lnTo>
                        <a:lnTo>
                          <a:pt x="100" y="609"/>
                        </a:lnTo>
                        <a:lnTo>
                          <a:pt x="104" y="607"/>
                        </a:lnTo>
                        <a:lnTo>
                          <a:pt x="105" y="605"/>
                        </a:lnTo>
                        <a:lnTo>
                          <a:pt x="110" y="601"/>
                        </a:lnTo>
                        <a:lnTo>
                          <a:pt x="115" y="598"/>
                        </a:lnTo>
                        <a:lnTo>
                          <a:pt x="117" y="597"/>
                        </a:lnTo>
                        <a:lnTo>
                          <a:pt x="120" y="597"/>
                        </a:lnTo>
                        <a:lnTo>
                          <a:pt x="121" y="595"/>
                        </a:lnTo>
                        <a:lnTo>
                          <a:pt x="121" y="595"/>
                        </a:lnTo>
                        <a:lnTo>
                          <a:pt x="119" y="594"/>
                        </a:lnTo>
                        <a:lnTo>
                          <a:pt x="116" y="595"/>
                        </a:lnTo>
                        <a:lnTo>
                          <a:pt x="108" y="598"/>
                        </a:lnTo>
                        <a:lnTo>
                          <a:pt x="105" y="602"/>
                        </a:lnTo>
                        <a:lnTo>
                          <a:pt x="104" y="605"/>
                        </a:lnTo>
                        <a:lnTo>
                          <a:pt x="101" y="606"/>
                        </a:lnTo>
                        <a:lnTo>
                          <a:pt x="96" y="607"/>
                        </a:lnTo>
                        <a:lnTo>
                          <a:pt x="94" y="609"/>
                        </a:lnTo>
                        <a:lnTo>
                          <a:pt x="89" y="610"/>
                        </a:lnTo>
                        <a:lnTo>
                          <a:pt x="86" y="610"/>
                        </a:lnTo>
                        <a:lnTo>
                          <a:pt x="86" y="609"/>
                        </a:lnTo>
                        <a:lnTo>
                          <a:pt x="87" y="609"/>
                        </a:lnTo>
                        <a:lnTo>
                          <a:pt x="87" y="603"/>
                        </a:lnTo>
                        <a:lnTo>
                          <a:pt x="89" y="602"/>
                        </a:lnTo>
                        <a:lnTo>
                          <a:pt x="90" y="602"/>
                        </a:lnTo>
                        <a:lnTo>
                          <a:pt x="91" y="603"/>
                        </a:lnTo>
                        <a:lnTo>
                          <a:pt x="94" y="602"/>
                        </a:lnTo>
                        <a:lnTo>
                          <a:pt x="97" y="602"/>
                        </a:lnTo>
                        <a:lnTo>
                          <a:pt x="100" y="602"/>
                        </a:lnTo>
                        <a:lnTo>
                          <a:pt x="98" y="601"/>
                        </a:lnTo>
                        <a:lnTo>
                          <a:pt x="97" y="601"/>
                        </a:lnTo>
                        <a:lnTo>
                          <a:pt x="94" y="601"/>
                        </a:lnTo>
                        <a:lnTo>
                          <a:pt x="93" y="601"/>
                        </a:lnTo>
                        <a:lnTo>
                          <a:pt x="91" y="601"/>
                        </a:lnTo>
                        <a:lnTo>
                          <a:pt x="90" y="598"/>
                        </a:lnTo>
                        <a:lnTo>
                          <a:pt x="90" y="598"/>
                        </a:lnTo>
                        <a:lnTo>
                          <a:pt x="93" y="597"/>
                        </a:lnTo>
                        <a:lnTo>
                          <a:pt x="96" y="598"/>
                        </a:lnTo>
                        <a:lnTo>
                          <a:pt x="98" y="598"/>
                        </a:lnTo>
                        <a:lnTo>
                          <a:pt x="101" y="598"/>
                        </a:lnTo>
                        <a:lnTo>
                          <a:pt x="100" y="597"/>
                        </a:lnTo>
                        <a:lnTo>
                          <a:pt x="98" y="597"/>
                        </a:lnTo>
                        <a:lnTo>
                          <a:pt x="97" y="597"/>
                        </a:lnTo>
                        <a:lnTo>
                          <a:pt x="97" y="595"/>
                        </a:lnTo>
                        <a:lnTo>
                          <a:pt x="97" y="594"/>
                        </a:lnTo>
                        <a:lnTo>
                          <a:pt x="100" y="594"/>
                        </a:lnTo>
                        <a:lnTo>
                          <a:pt x="100" y="594"/>
                        </a:lnTo>
                        <a:lnTo>
                          <a:pt x="101" y="594"/>
                        </a:lnTo>
                        <a:lnTo>
                          <a:pt x="102" y="594"/>
                        </a:lnTo>
                        <a:lnTo>
                          <a:pt x="104" y="594"/>
                        </a:lnTo>
                        <a:lnTo>
                          <a:pt x="104" y="592"/>
                        </a:lnTo>
                        <a:lnTo>
                          <a:pt x="104" y="590"/>
                        </a:lnTo>
                        <a:lnTo>
                          <a:pt x="104" y="590"/>
                        </a:lnTo>
                        <a:lnTo>
                          <a:pt x="101" y="590"/>
                        </a:lnTo>
                        <a:lnTo>
                          <a:pt x="101" y="591"/>
                        </a:lnTo>
                        <a:lnTo>
                          <a:pt x="98" y="591"/>
                        </a:lnTo>
                        <a:lnTo>
                          <a:pt x="91" y="588"/>
                        </a:lnTo>
                        <a:lnTo>
                          <a:pt x="90" y="588"/>
                        </a:lnTo>
                        <a:lnTo>
                          <a:pt x="87" y="587"/>
                        </a:lnTo>
                        <a:lnTo>
                          <a:pt x="89" y="587"/>
                        </a:lnTo>
                        <a:lnTo>
                          <a:pt x="91" y="587"/>
                        </a:lnTo>
                        <a:lnTo>
                          <a:pt x="93" y="587"/>
                        </a:lnTo>
                        <a:lnTo>
                          <a:pt x="94" y="587"/>
                        </a:lnTo>
                        <a:lnTo>
                          <a:pt x="93" y="586"/>
                        </a:lnTo>
                        <a:lnTo>
                          <a:pt x="91" y="586"/>
                        </a:lnTo>
                        <a:lnTo>
                          <a:pt x="90" y="584"/>
                        </a:lnTo>
                        <a:lnTo>
                          <a:pt x="90" y="583"/>
                        </a:lnTo>
                        <a:lnTo>
                          <a:pt x="94" y="583"/>
                        </a:lnTo>
                        <a:lnTo>
                          <a:pt x="94" y="583"/>
                        </a:lnTo>
                        <a:lnTo>
                          <a:pt x="97" y="583"/>
                        </a:lnTo>
                        <a:lnTo>
                          <a:pt x="106" y="583"/>
                        </a:lnTo>
                        <a:lnTo>
                          <a:pt x="109" y="583"/>
                        </a:lnTo>
                        <a:lnTo>
                          <a:pt x="112" y="583"/>
                        </a:lnTo>
                        <a:lnTo>
                          <a:pt x="113" y="583"/>
                        </a:lnTo>
                        <a:lnTo>
                          <a:pt x="113" y="582"/>
                        </a:lnTo>
                        <a:lnTo>
                          <a:pt x="109" y="580"/>
                        </a:lnTo>
                        <a:lnTo>
                          <a:pt x="105" y="580"/>
                        </a:lnTo>
                        <a:lnTo>
                          <a:pt x="101" y="580"/>
                        </a:lnTo>
                        <a:lnTo>
                          <a:pt x="98" y="582"/>
                        </a:lnTo>
                        <a:lnTo>
                          <a:pt x="97" y="580"/>
                        </a:lnTo>
                        <a:lnTo>
                          <a:pt x="96" y="580"/>
                        </a:lnTo>
                        <a:lnTo>
                          <a:pt x="93" y="580"/>
                        </a:lnTo>
                        <a:lnTo>
                          <a:pt x="91" y="582"/>
                        </a:lnTo>
                        <a:lnTo>
                          <a:pt x="90" y="582"/>
                        </a:lnTo>
                        <a:lnTo>
                          <a:pt x="90" y="579"/>
                        </a:lnTo>
                        <a:lnTo>
                          <a:pt x="93" y="578"/>
                        </a:lnTo>
                        <a:lnTo>
                          <a:pt x="94" y="576"/>
                        </a:lnTo>
                        <a:lnTo>
                          <a:pt x="97" y="575"/>
                        </a:lnTo>
                        <a:lnTo>
                          <a:pt x="100" y="573"/>
                        </a:lnTo>
                        <a:lnTo>
                          <a:pt x="100" y="571"/>
                        </a:lnTo>
                        <a:lnTo>
                          <a:pt x="102" y="569"/>
                        </a:lnTo>
                        <a:lnTo>
                          <a:pt x="104" y="569"/>
                        </a:lnTo>
                        <a:lnTo>
                          <a:pt x="105" y="571"/>
                        </a:lnTo>
                        <a:lnTo>
                          <a:pt x="108" y="569"/>
                        </a:lnTo>
                        <a:lnTo>
                          <a:pt x="109" y="569"/>
                        </a:lnTo>
                        <a:lnTo>
                          <a:pt x="110" y="569"/>
                        </a:lnTo>
                        <a:lnTo>
                          <a:pt x="112" y="571"/>
                        </a:lnTo>
                        <a:lnTo>
                          <a:pt x="115" y="571"/>
                        </a:lnTo>
                        <a:lnTo>
                          <a:pt x="117" y="573"/>
                        </a:lnTo>
                        <a:lnTo>
                          <a:pt x="120" y="573"/>
                        </a:lnTo>
                        <a:lnTo>
                          <a:pt x="123" y="575"/>
                        </a:lnTo>
                        <a:lnTo>
                          <a:pt x="125" y="578"/>
                        </a:lnTo>
                        <a:lnTo>
                          <a:pt x="128" y="579"/>
                        </a:lnTo>
                        <a:lnTo>
                          <a:pt x="132" y="580"/>
                        </a:lnTo>
                        <a:lnTo>
                          <a:pt x="134" y="579"/>
                        </a:lnTo>
                        <a:lnTo>
                          <a:pt x="135" y="579"/>
                        </a:lnTo>
                        <a:lnTo>
                          <a:pt x="135" y="579"/>
                        </a:lnTo>
                        <a:lnTo>
                          <a:pt x="135" y="578"/>
                        </a:lnTo>
                        <a:lnTo>
                          <a:pt x="132" y="578"/>
                        </a:lnTo>
                        <a:lnTo>
                          <a:pt x="132" y="579"/>
                        </a:lnTo>
                        <a:lnTo>
                          <a:pt x="129" y="579"/>
                        </a:lnTo>
                        <a:lnTo>
                          <a:pt x="127" y="576"/>
                        </a:lnTo>
                        <a:lnTo>
                          <a:pt x="124" y="572"/>
                        </a:lnTo>
                        <a:lnTo>
                          <a:pt x="124" y="572"/>
                        </a:lnTo>
                        <a:lnTo>
                          <a:pt x="125" y="572"/>
                        </a:lnTo>
                        <a:lnTo>
                          <a:pt x="129" y="572"/>
                        </a:lnTo>
                        <a:lnTo>
                          <a:pt x="134" y="571"/>
                        </a:lnTo>
                        <a:lnTo>
                          <a:pt x="135" y="569"/>
                        </a:lnTo>
                        <a:lnTo>
                          <a:pt x="134" y="568"/>
                        </a:lnTo>
                        <a:lnTo>
                          <a:pt x="131" y="567"/>
                        </a:lnTo>
                        <a:lnTo>
                          <a:pt x="129" y="567"/>
                        </a:lnTo>
                        <a:lnTo>
                          <a:pt x="129" y="568"/>
                        </a:lnTo>
                        <a:lnTo>
                          <a:pt x="129" y="569"/>
                        </a:lnTo>
                        <a:lnTo>
                          <a:pt x="129" y="569"/>
                        </a:lnTo>
                        <a:lnTo>
                          <a:pt x="125" y="569"/>
                        </a:lnTo>
                        <a:lnTo>
                          <a:pt x="124" y="569"/>
                        </a:lnTo>
                        <a:lnTo>
                          <a:pt x="124" y="567"/>
                        </a:lnTo>
                        <a:lnTo>
                          <a:pt x="125" y="567"/>
                        </a:lnTo>
                        <a:lnTo>
                          <a:pt x="127" y="567"/>
                        </a:lnTo>
                        <a:lnTo>
                          <a:pt x="127" y="565"/>
                        </a:lnTo>
                        <a:lnTo>
                          <a:pt x="125" y="564"/>
                        </a:lnTo>
                        <a:lnTo>
                          <a:pt x="124" y="564"/>
                        </a:lnTo>
                        <a:lnTo>
                          <a:pt x="124" y="564"/>
                        </a:lnTo>
                        <a:lnTo>
                          <a:pt x="123" y="564"/>
                        </a:lnTo>
                        <a:lnTo>
                          <a:pt x="121" y="564"/>
                        </a:lnTo>
                        <a:lnTo>
                          <a:pt x="121" y="565"/>
                        </a:lnTo>
                        <a:lnTo>
                          <a:pt x="121" y="567"/>
                        </a:lnTo>
                        <a:lnTo>
                          <a:pt x="121" y="569"/>
                        </a:lnTo>
                        <a:lnTo>
                          <a:pt x="120" y="571"/>
                        </a:lnTo>
                        <a:lnTo>
                          <a:pt x="117" y="572"/>
                        </a:lnTo>
                        <a:lnTo>
                          <a:pt x="116" y="571"/>
                        </a:lnTo>
                        <a:lnTo>
                          <a:pt x="113" y="568"/>
                        </a:lnTo>
                        <a:lnTo>
                          <a:pt x="112" y="568"/>
                        </a:lnTo>
                        <a:lnTo>
                          <a:pt x="110" y="567"/>
                        </a:lnTo>
                        <a:lnTo>
                          <a:pt x="110" y="565"/>
                        </a:lnTo>
                        <a:lnTo>
                          <a:pt x="109" y="565"/>
                        </a:lnTo>
                        <a:lnTo>
                          <a:pt x="108" y="567"/>
                        </a:lnTo>
                        <a:lnTo>
                          <a:pt x="105" y="568"/>
                        </a:lnTo>
                        <a:lnTo>
                          <a:pt x="102" y="568"/>
                        </a:lnTo>
                        <a:lnTo>
                          <a:pt x="101" y="569"/>
                        </a:lnTo>
                        <a:lnTo>
                          <a:pt x="98" y="572"/>
                        </a:lnTo>
                        <a:lnTo>
                          <a:pt x="96" y="572"/>
                        </a:lnTo>
                        <a:lnTo>
                          <a:pt x="94" y="572"/>
                        </a:lnTo>
                        <a:lnTo>
                          <a:pt x="94" y="571"/>
                        </a:lnTo>
                        <a:lnTo>
                          <a:pt x="98" y="567"/>
                        </a:lnTo>
                        <a:lnTo>
                          <a:pt x="100" y="567"/>
                        </a:lnTo>
                        <a:lnTo>
                          <a:pt x="100" y="565"/>
                        </a:lnTo>
                        <a:lnTo>
                          <a:pt x="100" y="564"/>
                        </a:lnTo>
                        <a:lnTo>
                          <a:pt x="101" y="564"/>
                        </a:lnTo>
                        <a:lnTo>
                          <a:pt x="102" y="563"/>
                        </a:lnTo>
                        <a:lnTo>
                          <a:pt x="102" y="561"/>
                        </a:lnTo>
                        <a:lnTo>
                          <a:pt x="104" y="560"/>
                        </a:lnTo>
                        <a:lnTo>
                          <a:pt x="105" y="560"/>
                        </a:lnTo>
                        <a:lnTo>
                          <a:pt x="106" y="561"/>
                        </a:lnTo>
                        <a:lnTo>
                          <a:pt x="109" y="563"/>
                        </a:lnTo>
                        <a:lnTo>
                          <a:pt x="113" y="563"/>
                        </a:lnTo>
                        <a:lnTo>
                          <a:pt x="113" y="563"/>
                        </a:lnTo>
                        <a:lnTo>
                          <a:pt x="112" y="561"/>
                        </a:lnTo>
                        <a:lnTo>
                          <a:pt x="110" y="561"/>
                        </a:lnTo>
                        <a:lnTo>
                          <a:pt x="108" y="560"/>
                        </a:lnTo>
                        <a:lnTo>
                          <a:pt x="105" y="557"/>
                        </a:lnTo>
                        <a:lnTo>
                          <a:pt x="104" y="556"/>
                        </a:lnTo>
                        <a:lnTo>
                          <a:pt x="102" y="554"/>
                        </a:lnTo>
                        <a:lnTo>
                          <a:pt x="102" y="553"/>
                        </a:lnTo>
                        <a:lnTo>
                          <a:pt x="104" y="553"/>
                        </a:lnTo>
                        <a:lnTo>
                          <a:pt x="106" y="553"/>
                        </a:lnTo>
                        <a:lnTo>
                          <a:pt x="109" y="557"/>
                        </a:lnTo>
                        <a:lnTo>
                          <a:pt x="112" y="560"/>
                        </a:lnTo>
                        <a:lnTo>
                          <a:pt x="112" y="558"/>
                        </a:lnTo>
                        <a:lnTo>
                          <a:pt x="112" y="557"/>
                        </a:lnTo>
                        <a:lnTo>
                          <a:pt x="110" y="554"/>
                        </a:lnTo>
                        <a:lnTo>
                          <a:pt x="112" y="554"/>
                        </a:lnTo>
                        <a:lnTo>
                          <a:pt x="113" y="557"/>
                        </a:lnTo>
                        <a:lnTo>
                          <a:pt x="113" y="558"/>
                        </a:lnTo>
                        <a:lnTo>
                          <a:pt x="119" y="561"/>
                        </a:lnTo>
                        <a:lnTo>
                          <a:pt x="120" y="561"/>
                        </a:lnTo>
                        <a:lnTo>
                          <a:pt x="121" y="560"/>
                        </a:lnTo>
                        <a:lnTo>
                          <a:pt x="124" y="560"/>
                        </a:lnTo>
                        <a:lnTo>
                          <a:pt x="125" y="561"/>
                        </a:lnTo>
                        <a:lnTo>
                          <a:pt x="128" y="564"/>
                        </a:lnTo>
                        <a:lnTo>
                          <a:pt x="131" y="564"/>
                        </a:lnTo>
                        <a:lnTo>
                          <a:pt x="131" y="565"/>
                        </a:lnTo>
                        <a:lnTo>
                          <a:pt x="134" y="565"/>
                        </a:lnTo>
                        <a:lnTo>
                          <a:pt x="134" y="564"/>
                        </a:lnTo>
                        <a:lnTo>
                          <a:pt x="131" y="563"/>
                        </a:lnTo>
                        <a:lnTo>
                          <a:pt x="125" y="557"/>
                        </a:lnTo>
                        <a:lnTo>
                          <a:pt x="124" y="556"/>
                        </a:lnTo>
                        <a:lnTo>
                          <a:pt x="125" y="554"/>
                        </a:lnTo>
                        <a:lnTo>
                          <a:pt x="128" y="554"/>
                        </a:lnTo>
                        <a:lnTo>
                          <a:pt x="128" y="552"/>
                        </a:lnTo>
                        <a:lnTo>
                          <a:pt x="129" y="550"/>
                        </a:lnTo>
                        <a:lnTo>
                          <a:pt x="131" y="550"/>
                        </a:lnTo>
                        <a:lnTo>
                          <a:pt x="131" y="549"/>
                        </a:lnTo>
                        <a:lnTo>
                          <a:pt x="128" y="549"/>
                        </a:lnTo>
                        <a:lnTo>
                          <a:pt x="127" y="549"/>
                        </a:lnTo>
                        <a:lnTo>
                          <a:pt x="123" y="549"/>
                        </a:lnTo>
                        <a:lnTo>
                          <a:pt x="121" y="550"/>
                        </a:lnTo>
                        <a:lnTo>
                          <a:pt x="123" y="552"/>
                        </a:lnTo>
                        <a:lnTo>
                          <a:pt x="124" y="553"/>
                        </a:lnTo>
                        <a:lnTo>
                          <a:pt x="124" y="554"/>
                        </a:lnTo>
                        <a:lnTo>
                          <a:pt x="120" y="554"/>
                        </a:lnTo>
                        <a:lnTo>
                          <a:pt x="120" y="554"/>
                        </a:lnTo>
                        <a:lnTo>
                          <a:pt x="117" y="554"/>
                        </a:lnTo>
                        <a:lnTo>
                          <a:pt x="115" y="554"/>
                        </a:lnTo>
                        <a:lnTo>
                          <a:pt x="113" y="553"/>
                        </a:lnTo>
                        <a:lnTo>
                          <a:pt x="112" y="552"/>
                        </a:lnTo>
                        <a:lnTo>
                          <a:pt x="110" y="550"/>
                        </a:lnTo>
                        <a:lnTo>
                          <a:pt x="112" y="550"/>
                        </a:lnTo>
                        <a:lnTo>
                          <a:pt x="113" y="549"/>
                        </a:lnTo>
                        <a:lnTo>
                          <a:pt x="112" y="549"/>
                        </a:lnTo>
                        <a:lnTo>
                          <a:pt x="109" y="549"/>
                        </a:lnTo>
                        <a:lnTo>
                          <a:pt x="109" y="549"/>
                        </a:lnTo>
                        <a:lnTo>
                          <a:pt x="112" y="548"/>
                        </a:lnTo>
                        <a:lnTo>
                          <a:pt x="116" y="546"/>
                        </a:lnTo>
                        <a:lnTo>
                          <a:pt x="117" y="545"/>
                        </a:lnTo>
                        <a:lnTo>
                          <a:pt x="120" y="545"/>
                        </a:lnTo>
                        <a:lnTo>
                          <a:pt x="121" y="546"/>
                        </a:lnTo>
                        <a:lnTo>
                          <a:pt x="124" y="546"/>
                        </a:lnTo>
                        <a:lnTo>
                          <a:pt x="127" y="546"/>
                        </a:lnTo>
                        <a:lnTo>
                          <a:pt x="129" y="546"/>
                        </a:lnTo>
                        <a:lnTo>
                          <a:pt x="129" y="545"/>
                        </a:lnTo>
                        <a:lnTo>
                          <a:pt x="131" y="544"/>
                        </a:lnTo>
                        <a:lnTo>
                          <a:pt x="132" y="544"/>
                        </a:lnTo>
                        <a:lnTo>
                          <a:pt x="134" y="542"/>
                        </a:lnTo>
                        <a:lnTo>
                          <a:pt x="135" y="541"/>
                        </a:lnTo>
                        <a:lnTo>
                          <a:pt x="134" y="539"/>
                        </a:lnTo>
                        <a:lnTo>
                          <a:pt x="132" y="542"/>
                        </a:lnTo>
                        <a:lnTo>
                          <a:pt x="131" y="542"/>
                        </a:lnTo>
                        <a:lnTo>
                          <a:pt x="129" y="541"/>
                        </a:lnTo>
                        <a:lnTo>
                          <a:pt x="131" y="538"/>
                        </a:lnTo>
                        <a:lnTo>
                          <a:pt x="132" y="533"/>
                        </a:lnTo>
                        <a:lnTo>
                          <a:pt x="132" y="530"/>
                        </a:lnTo>
                        <a:lnTo>
                          <a:pt x="134" y="530"/>
                        </a:lnTo>
                        <a:lnTo>
                          <a:pt x="135" y="530"/>
                        </a:lnTo>
                        <a:lnTo>
                          <a:pt x="136" y="533"/>
                        </a:lnTo>
                        <a:lnTo>
                          <a:pt x="135" y="534"/>
                        </a:lnTo>
                        <a:lnTo>
                          <a:pt x="135" y="535"/>
                        </a:lnTo>
                        <a:lnTo>
                          <a:pt x="138" y="535"/>
                        </a:lnTo>
                        <a:lnTo>
                          <a:pt x="139" y="535"/>
                        </a:lnTo>
                        <a:lnTo>
                          <a:pt x="140" y="537"/>
                        </a:lnTo>
                        <a:lnTo>
                          <a:pt x="142" y="537"/>
                        </a:lnTo>
                        <a:lnTo>
                          <a:pt x="143" y="535"/>
                        </a:lnTo>
                        <a:lnTo>
                          <a:pt x="144" y="537"/>
                        </a:lnTo>
                        <a:lnTo>
                          <a:pt x="144" y="537"/>
                        </a:lnTo>
                        <a:lnTo>
                          <a:pt x="144" y="535"/>
                        </a:lnTo>
                        <a:lnTo>
                          <a:pt x="143" y="534"/>
                        </a:lnTo>
                        <a:lnTo>
                          <a:pt x="140" y="534"/>
                        </a:lnTo>
                        <a:lnTo>
                          <a:pt x="140" y="533"/>
                        </a:lnTo>
                        <a:lnTo>
                          <a:pt x="142" y="533"/>
                        </a:lnTo>
                        <a:lnTo>
                          <a:pt x="144" y="531"/>
                        </a:lnTo>
                        <a:lnTo>
                          <a:pt x="144" y="531"/>
                        </a:lnTo>
                        <a:lnTo>
                          <a:pt x="143" y="530"/>
                        </a:lnTo>
                        <a:lnTo>
                          <a:pt x="142" y="530"/>
                        </a:lnTo>
                        <a:lnTo>
                          <a:pt x="142" y="529"/>
                        </a:lnTo>
                        <a:lnTo>
                          <a:pt x="140" y="529"/>
                        </a:lnTo>
                        <a:lnTo>
                          <a:pt x="139" y="529"/>
                        </a:lnTo>
                        <a:lnTo>
                          <a:pt x="138" y="529"/>
                        </a:lnTo>
                        <a:lnTo>
                          <a:pt x="135" y="529"/>
                        </a:lnTo>
                        <a:lnTo>
                          <a:pt x="136" y="527"/>
                        </a:lnTo>
                        <a:lnTo>
                          <a:pt x="136" y="526"/>
                        </a:lnTo>
                        <a:lnTo>
                          <a:pt x="138" y="526"/>
                        </a:lnTo>
                        <a:lnTo>
                          <a:pt x="140" y="523"/>
                        </a:lnTo>
                        <a:lnTo>
                          <a:pt x="142" y="522"/>
                        </a:lnTo>
                        <a:lnTo>
                          <a:pt x="143" y="522"/>
                        </a:lnTo>
                        <a:lnTo>
                          <a:pt x="144" y="522"/>
                        </a:lnTo>
                        <a:lnTo>
                          <a:pt x="146" y="522"/>
                        </a:lnTo>
                        <a:lnTo>
                          <a:pt x="146" y="520"/>
                        </a:lnTo>
                        <a:lnTo>
                          <a:pt x="143" y="519"/>
                        </a:lnTo>
                        <a:lnTo>
                          <a:pt x="142" y="519"/>
                        </a:lnTo>
                        <a:lnTo>
                          <a:pt x="140" y="519"/>
                        </a:lnTo>
                        <a:lnTo>
                          <a:pt x="142" y="518"/>
                        </a:lnTo>
                        <a:lnTo>
                          <a:pt x="144" y="516"/>
                        </a:lnTo>
                        <a:lnTo>
                          <a:pt x="146" y="515"/>
                        </a:lnTo>
                        <a:lnTo>
                          <a:pt x="147" y="515"/>
                        </a:lnTo>
                        <a:lnTo>
                          <a:pt x="147" y="514"/>
                        </a:lnTo>
                        <a:lnTo>
                          <a:pt x="150" y="512"/>
                        </a:lnTo>
                        <a:lnTo>
                          <a:pt x="148" y="511"/>
                        </a:lnTo>
                        <a:lnTo>
                          <a:pt x="146" y="511"/>
                        </a:lnTo>
                        <a:lnTo>
                          <a:pt x="146" y="510"/>
                        </a:lnTo>
                        <a:lnTo>
                          <a:pt x="148" y="508"/>
                        </a:lnTo>
                        <a:lnTo>
                          <a:pt x="150" y="510"/>
                        </a:lnTo>
                        <a:lnTo>
                          <a:pt x="150" y="507"/>
                        </a:lnTo>
                        <a:lnTo>
                          <a:pt x="148" y="507"/>
                        </a:lnTo>
                        <a:lnTo>
                          <a:pt x="146" y="507"/>
                        </a:lnTo>
                        <a:lnTo>
                          <a:pt x="143" y="508"/>
                        </a:lnTo>
                        <a:lnTo>
                          <a:pt x="142" y="508"/>
                        </a:lnTo>
                        <a:lnTo>
                          <a:pt x="139" y="507"/>
                        </a:lnTo>
                        <a:lnTo>
                          <a:pt x="138" y="508"/>
                        </a:lnTo>
                        <a:lnTo>
                          <a:pt x="136" y="507"/>
                        </a:lnTo>
                        <a:lnTo>
                          <a:pt x="135" y="506"/>
                        </a:lnTo>
                        <a:lnTo>
                          <a:pt x="134" y="507"/>
                        </a:lnTo>
                        <a:lnTo>
                          <a:pt x="131" y="506"/>
                        </a:lnTo>
                        <a:lnTo>
                          <a:pt x="129" y="504"/>
                        </a:lnTo>
                        <a:lnTo>
                          <a:pt x="127" y="504"/>
                        </a:lnTo>
                        <a:lnTo>
                          <a:pt x="125" y="503"/>
                        </a:lnTo>
                        <a:lnTo>
                          <a:pt x="125" y="501"/>
                        </a:lnTo>
                        <a:lnTo>
                          <a:pt x="124" y="499"/>
                        </a:lnTo>
                        <a:lnTo>
                          <a:pt x="121" y="497"/>
                        </a:lnTo>
                        <a:lnTo>
                          <a:pt x="116" y="495"/>
                        </a:lnTo>
                        <a:lnTo>
                          <a:pt x="112" y="493"/>
                        </a:lnTo>
                        <a:lnTo>
                          <a:pt x="109" y="491"/>
                        </a:lnTo>
                        <a:lnTo>
                          <a:pt x="109" y="489"/>
                        </a:lnTo>
                        <a:lnTo>
                          <a:pt x="109" y="486"/>
                        </a:lnTo>
                        <a:lnTo>
                          <a:pt x="106" y="484"/>
                        </a:lnTo>
                        <a:lnTo>
                          <a:pt x="105" y="482"/>
                        </a:lnTo>
                        <a:lnTo>
                          <a:pt x="105" y="481"/>
                        </a:lnTo>
                        <a:lnTo>
                          <a:pt x="109" y="478"/>
                        </a:lnTo>
                        <a:lnTo>
                          <a:pt x="112" y="478"/>
                        </a:lnTo>
                        <a:lnTo>
                          <a:pt x="113" y="478"/>
                        </a:lnTo>
                        <a:lnTo>
                          <a:pt x="115" y="478"/>
                        </a:lnTo>
                        <a:lnTo>
                          <a:pt x="117" y="478"/>
                        </a:lnTo>
                        <a:lnTo>
                          <a:pt x="120" y="481"/>
                        </a:lnTo>
                        <a:lnTo>
                          <a:pt x="123" y="481"/>
                        </a:lnTo>
                        <a:lnTo>
                          <a:pt x="124" y="482"/>
                        </a:lnTo>
                        <a:lnTo>
                          <a:pt x="125" y="482"/>
                        </a:lnTo>
                        <a:lnTo>
                          <a:pt x="128" y="482"/>
                        </a:lnTo>
                        <a:lnTo>
                          <a:pt x="129" y="484"/>
                        </a:lnTo>
                        <a:lnTo>
                          <a:pt x="132" y="485"/>
                        </a:lnTo>
                        <a:lnTo>
                          <a:pt x="134" y="485"/>
                        </a:lnTo>
                        <a:lnTo>
                          <a:pt x="135" y="486"/>
                        </a:lnTo>
                        <a:lnTo>
                          <a:pt x="136" y="492"/>
                        </a:lnTo>
                        <a:lnTo>
                          <a:pt x="139" y="495"/>
                        </a:lnTo>
                        <a:lnTo>
                          <a:pt x="140" y="496"/>
                        </a:lnTo>
                        <a:lnTo>
                          <a:pt x="143" y="499"/>
                        </a:lnTo>
                        <a:lnTo>
                          <a:pt x="146" y="499"/>
                        </a:lnTo>
                        <a:lnTo>
                          <a:pt x="147" y="499"/>
                        </a:lnTo>
                        <a:lnTo>
                          <a:pt x="148" y="496"/>
                        </a:lnTo>
                        <a:lnTo>
                          <a:pt x="148" y="496"/>
                        </a:lnTo>
                        <a:lnTo>
                          <a:pt x="146" y="496"/>
                        </a:lnTo>
                        <a:lnTo>
                          <a:pt x="146" y="497"/>
                        </a:lnTo>
                        <a:lnTo>
                          <a:pt x="143" y="496"/>
                        </a:lnTo>
                        <a:lnTo>
                          <a:pt x="140" y="492"/>
                        </a:lnTo>
                        <a:lnTo>
                          <a:pt x="140" y="491"/>
                        </a:lnTo>
                        <a:lnTo>
                          <a:pt x="142" y="491"/>
                        </a:lnTo>
                        <a:lnTo>
                          <a:pt x="144" y="493"/>
                        </a:lnTo>
                        <a:lnTo>
                          <a:pt x="146" y="493"/>
                        </a:lnTo>
                        <a:lnTo>
                          <a:pt x="146" y="492"/>
                        </a:lnTo>
                        <a:lnTo>
                          <a:pt x="147" y="492"/>
                        </a:lnTo>
                        <a:lnTo>
                          <a:pt x="147" y="491"/>
                        </a:lnTo>
                        <a:lnTo>
                          <a:pt x="144" y="489"/>
                        </a:lnTo>
                        <a:lnTo>
                          <a:pt x="140" y="486"/>
                        </a:lnTo>
                        <a:lnTo>
                          <a:pt x="140" y="484"/>
                        </a:lnTo>
                        <a:lnTo>
                          <a:pt x="140" y="484"/>
                        </a:lnTo>
                        <a:lnTo>
                          <a:pt x="142" y="484"/>
                        </a:lnTo>
                        <a:lnTo>
                          <a:pt x="143" y="486"/>
                        </a:lnTo>
                        <a:lnTo>
                          <a:pt x="144" y="486"/>
                        </a:lnTo>
                        <a:lnTo>
                          <a:pt x="143" y="484"/>
                        </a:lnTo>
                        <a:lnTo>
                          <a:pt x="140" y="481"/>
                        </a:lnTo>
                        <a:lnTo>
                          <a:pt x="139" y="478"/>
                        </a:lnTo>
                        <a:lnTo>
                          <a:pt x="138" y="477"/>
                        </a:lnTo>
                        <a:lnTo>
                          <a:pt x="138" y="476"/>
                        </a:lnTo>
                        <a:lnTo>
                          <a:pt x="140" y="477"/>
                        </a:lnTo>
                        <a:lnTo>
                          <a:pt x="146" y="478"/>
                        </a:lnTo>
                        <a:lnTo>
                          <a:pt x="148" y="478"/>
                        </a:lnTo>
                        <a:lnTo>
                          <a:pt x="148" y="477"/>
                        </a:lnTo>
                        <a:lnTo>
                          <a:pt x="146" y="474"/>
                        </a:lnTo>
                        <a:lnTo>
                          <a:pt x="144" y="474"/>
                        </a:lnTo>
                        <a:lnTo>
                          <a:pt x="143" y="474"/>
                        </a:lnTo>
                        <a:lnTo>
                          <a:pt x="142" y="476"/>
                        </a:lnTo>
                        <a:lnTo>
                          <a:pt x="139" y="474"/>
                        </a:lnTo>
                        <a:lnTo>
                          <a:pt x="138" y="473"/>
                        </a:lnTo>
                        <a:lnTo>
                          <a:pt x="139" y="473"/>
                        </a:lnTo>
                        <a:lnTo>
                          <a:pt x="142" y="470"/>
                        </a:lnTo>
                        <a:lnTo>
                          <a:pt x="143" y="472"/>
                        </a:lnTo>
                        <a:lnTo>
                          <a:pt x="144" y="473"/>
                        </a:lnTo>
                        <a:lnTo>
                          <a:pt x="146" y="472"/>
                        </a:lnTo>
                        <a:lnTo>
                          <a:pt x="146" y="470"/>
                        </a:lnTo>
                        <a:lnTo>
                          <a:pt x="143" y="467"/>
                        </a:lnTo>
                        <a:lnTo>
                          <a:pt x="143" y="467"/>
                        </a:lnTo>
                        <a:lnTo>
                          <a:pt x="142" y="469"/>
                        </a:lnTo>
                        <a:lnTo>
                          <a:pt x="140" y="469"/>
                        </a:lnTo>
                        <a:lnTo>
                          <a:pt x="139" y="470"/>
                        </a:lnTo>
                        <a:lnTo>
                          <a:pt x="135" y="473"/>
                        </a:lnTo>
                        <a:lnTo>
                          <a:pt x="134" y="473"/>
                        </a:lnTo>
                        <a:lnTo>
                          <a:pt x="134" y="472"/>
                        </a:lnTo>
                        <a:lnTo>
                          <a:pt x="135" y="470"/>
                        </a:lnTo>
                        <a:lnTo>
                          <a:pt x="136" y="469"/>
                        </a:lnTo>
                        <a:lnTo>
                          <a:pt x="138" y="466"/>
                        </a:lnTo>
                        <a:lnTo>
                          <a:pt x="139" y="466"/>
                        </a:lnTo>
                        <a:lnTo>
                          <a:pt x="140" y="466"/>
                        </a:lnTo>
                        <a:lnTo>
                          <a:pt x="142" y="465"/>
                        </a:lnTo>
                        <a:lnTo>
                          <a:pt x="144" y="465"/>
                        </a:lnTo>
                        <a:lnTo>
                          <a:pt x="146" y="463"/>
                        </a:lnTo>
                        <a:lnTo>
                          <a:pt x="144" y="463"/>
                        </a:lnTo>
                        <a:lnTo>
                          <a:pt x="142" y="462"/>
                        </a:lnTo>
                        <a:lnTo>
                          <a:pt x="139" y="465"/>
                        </a:lnTo>
                        <a:lnTo>
                          <a:pt x="138" y="465"/>
                        </a:lnTo>
                        <a:lnTo>
                          <a:pt x="136" y="463"/>
                        </a:lnTo>
                        <a:lnTo>
                          <a:pt x="134" y="465"/>
                        </a:lnTo>
                        <a:lnTo>
                          <a:pt x="132" y="463"/>
                        </a:lnTo>
                        <a:lnTo>
                          <a:pt x="132" y="462"/>
                        </a:lnTo>
                        <a:lnTo>
                          <a:pt x="134" y="461"/>
                        </a:lnTo>
                        <a:lnTo>
                          <a:pt x="135" y="459"/>
                        </a:lnTo>
                        <a:lnTo>
                          <a:pt x="139" y="459"/>
                        </a:lnTo>
                        <a:lnTo>
                          <a:pt x="143" y="458"/>
                        </a:lnTo>
                        <a:lnTo>
                          <a:pt x="147" y="457"/>
                        </a:lnTo>
                        <a:lnTo>
                          <a:pt x="147" y="455"/>
                        </a:lnTo>
                        <a:lnTo>
                          <a:pt x="146" y="455"/>
                        </a:lnTo>
                        <a:lnTo>
                          <a:pt x="144" y="455"/>
                        </a:lnTo>
                        <a:lnTo>
                          <a:pt x="143" y="457"/>
                        </a:lnTo>
                        <a:lnTo>
                          <a:pt x="140" y="457"/>
                        </a:lnTo>
                        <a:lnTo>
                          <a:pt x="139" y="457"/>
                        </a:lnTo>
                        <a:lnTo>
                          <a:pt x="138" y="455"/>
                        </a:lnTo>
                        <a:lnTo>
                          <a:pt x="136" y="454"/>
                        </a:lnTo>
                        <a:lnTo>
                          <a:pt x="134" y="454"/>
                        </a:lnTo>
                        <a:lnTo>
                          <a:pt x="134" y="454"/>
                        </a:lnTo>
                        <a:lnTo>
                          <a:pt x="134" y="453"/>
                        </a:lnTo>
                        <a:lnTo>
                          <a:pt x="135" y="451"/>
                        </a:lnTo>
                        <a:lnTo>
                          <a:pt x="136" y="447"/>
                        </a:lnTo>
                        <a:lnTo>
                          <a:pt x="138" y="447"/>
                        </a:lnTo>
                        <a:lnTo>
                          <a:pt x="139" y="446"/>
                        </a:lnTo>
                        <a:lnTo>
                          <a:pt x="139" y="444"/>
                        </a:lnTo>
                        <a:lnTo>
                          <a:pt x="139" y="444"/>
                        </a:lnTo>
                        <a:lnTo>
                          <a:pt x="136" y="446"/>
                        </a:lnTo>
                        <a:lnTo>
                          <a:pt x="134" y="448"/>
                        </a:lnTo>
                        <a:lnTo>
                          <a:pt x="134" y="450"/>
                        </a:lnTo>
                        <a:lnTo>
                          <a:pt x="131" y="451"/>
                        </a:lnTo>
                        <a:lnTo>
                          <a:pt x="131" y="453"/>
                        </a:lnTo>
                        <a:lnTo>
                          <a:pt x="129" y="453"/>
                        </a:lnTo>
                        <a:lnTo>
                          <a:pt x="129" y="450"/>
                        </a:lnTo>
                        <a:lnTo>
                          <a:pt x="131" y="447"/>
                        </a:lnTo>
                        <a:lnTo>
                          <a:pt x="131" y="443"/>
                        </a:lnTo>
                        <a:lnTo>
                          <a:pt x="129" y="440"/>
                        </a:lnTo>
                        <a:lnTo>
                          <a:pt x="129" y="438"/>
                        </a:lnTo>
                        <a:lnTo>
                          <a:pt x="129" y="436"/>
                        </a:lnTo>
                        <a:lnTo>
                          <a:pt x="129" y="434"/>
                        </a:lnTo>
                        <a:lnTo>
                          <a:pt x="129" y="434"/>
                        </a:lnTo>
                        <a:lnTo>
                          <a:pt x="128" y="435"/>
                        </a:lnTo>
                        <a:lnTo>
                          <a:pt x="128" y="440"/>
                        </a:lnTo>
                        <a:lnTo>
                          <a:pt x="128" y="442"/>
                        </a:lnTo>
                        <a:lnTo>
                          <a:pt x="129" y="444"/>
                        </a:lnTo>
                        <a:lnTo>
                          <a:pt x="129" y="447"/>
                        </a:lnTo>
                        <a:lnTo>
                          <a:pt x="129" y="451"/>
                        </a:lnTo>
                        <a:lnTo>
                          <a:pt x="128" y="453"/>
                        </a:lnTo>
                        <a:lnTo>
                          <a:pt x="127" y="453"/>
                        </a:lnTo>
                        <a:lnTo>
                          <a:pt x="125" y="451"/>
                        </a:lnTo>
                        <a:lnTo>
                          <a:pt x="124" y="450"/>
                        </a:lnTo>
                        <a:lnTo>
                          <a:pt x="124" y="454"/>
                        </a:lnTo>
                        <a:lnTo>
                          <a:pt x="123" y="454"/>
                        </a:lnTo>
                        <a:lnTo>
                          <a:pt x="121" y="454"/>
                        </a:lnTo>
                        <a:lnTo>
                          <a:pt x="120" y="454"/>
                        </a:lnTo>
                        <a:lnTo>
                          <a:pt x="121" y="455"/>
                        </a:lnTo>
                        <a:lnTo>
                          <a:pt x="123" y="457"/>
                        </a:lnTo>
                        <a:lnTo>
                          <a:pt x="121" y="459"/>
                        </a:lnTo>
                        <a:lnTo>
                          <a:pt x="120" y="461"/>
                        </a:lnTo>
                        <a:lnTo>
                          <a:pt x="119" y="462"/>
                        </a:lnTo>
                        <a:lnTo>
                          <a:pt x="117" y="461"/>
                        </a:lnTo>
                        <a:lnTo>
                          <a:pt x="116" y="462"/>
                        </a:lnTo>
                        <a:lnTo>
                          <a:pt x="115" y="463"/>
                        </a:lnTo>
                        <a:lnTo>
                          <a:pt x="110" y="463"/>
                        </a:lnTo>
                        <a:lnTo>
                          <a:pt x="109" y="462"/>
                        </a:lnTo>
                        <a:lnTo>
                          <a:pt x="109" y="461"/>
                        </a:lnTo>
                        <a:lnTo>
                          <a:pt x="109" y="458"/>
                        </a:lnTo>
                        <a:lnTo>
                          <a:pt x="108" y="458"/>
                        </a:lnTo>
                        <a:lnTo>
                          <a:pt x="106" y="458"/>
                        </a:lnTo>
                        <a:lnTo>
                          <a:pt x="106" y="459"/>
                        </a:lnTo>
                        <a:lnTo>
                          <a:pt x="105" y="459"/>
                        </a:lnTo>
                        <a:lnTo>
                          <a:pt x="105" y="457"/>
                        </a:lnTo>
                        <a:lnTo>
                          <a:pt x="105" y="454"/>
                        </a:lnTo>
                        <a:lnTo>
                          <a:pt x="105" y="453"/>
                        </a:lnTo>
                        <a:lnTo>
                          <a:pt x="104" y="451"/>
                        </a:lnTo>
                        <a:lnTo>
                          <a:pt x="104" y="450"/>
                        </a:lnTo>
                        <a:lnTo>
                          <a:pt x="106" y="448"/>
                        </a:lnTo>
                        <a:lnTo>
                          <a:pt x="109" y="448"/>
                        </a:lnTo>
                        <a:lnTo>
                          <a:pt x="109" y="448"/>
                        </a:lnTo>
                        <a:lnTo>
                          <a:pt x="110" y="447"/>
                        </a:lnTo>
                        <a:lnTo>
                          <a:pt x="112" y="446"/>
                        </a:lnTo>
                        <a:lnTo>
                          <a:pt x="116" y="446"/>
                        </a:lnTo>
                        <a:lnTo>
                          <a:pt x="117" y="446"/>
                        </a:lnTo>
                        <a:lnTo>
                          <a:pt x="120" y="443"/>
                        </a:lnTo>
                        <a:lnTo>
                          <a:pt x="123" y="439"/>
                        </a:lnTo>
                        <a:lnTo>
                          <a:pt x="123" y="438"/>
                        </a:lnTo>
                        <a:lnTo>
                          <a:pt x="123" y="438"/>
                        </a:lnTo>
                        <a:lnTo>
                          <a:pt x="121" y="439"/>
                        </a:lnTo>
                        <a:lnTo>
                          <a:pt x="120" y="440"/>
                        </a:lnTo>
                        <a:lnTo>
                          <a:pt x="117" y="443"/>
                        </a:lnTo>
                        <a:lnTo>
                          <a:pt x="115" y="444"/>
                        </a:lnTo>
                        <a:lnTo>
                          <a:pt x="110" y="443"/>
                        </a:lnTo>
                        <a:lnTo>
                          <a:pt x="109" y="442"/>
                        </a:lnTo>
                        <a:lnTo>
                          <a:pt x="109" y="440"/>
                        </a:lnTo>
                        <a:lnTo>
                          <a:pt x="112" y="439"/>
                        </a:lnTo>
                        <a:lnTo>
                          <a:pt x="115" y="436"/>
                        </a:lnTo>
                        <a:lnTo>
                          <a:pt x="116" y="436"/>
                        </a:lnTo>
                        <a:lnTo>
                          <a:pt x="117" y="435"/>
                        </a:lnTo>
                        <a:lnTo>
                          <a:pt x="117" y="434"/>
                        </a:lnTo>
                        <a:lnTo>
                          <a:pt x="117" y="432"/>
                        </a:lnTo>
                        <a:lnTo>
                          <a:pt x="119" y="432"/>
                        </a:lnTo>
                        <a:lnTo>
                          <a:pt x="120" y="431"/>
                        </a:lnTo>
                        <a:lnTo>
                          <a:pt x="119" y="431"/>
                        </a:lnTo>
                        <a:lnTo>
                          <a:pt x="119" y="429"/>
                        </a:lnTo>
                        <a:lnTo>
                          <a:pt x="119" y="428"/>
                        </a:lnTo>
                        <a:lnTo>
                          <a:pt x="117" y="429"/>
                        </a:lnTo>
                        <a:lnTo>
                          <a:pt x="116" y="429"/>
                        </a:lnTo>
                        <a:lnTo>
                          <a:pt x="112" y="429"/>
                        </a:lnTo>
                        <a:lnTo>
                          <a:pt x="112" y="429"/>
                        </a:lnTo>
                        <a:lnTo>
                          <a:pt x="110" y="429"/>
                        </a:lnTo>
                        <a:lnTo>
                          <a:pt x="112" y="427"/>
                        </a:lnTo>
                        <a:lnTo>
                          <a:pt x="115" y="425"/>
                        </a:lnTo>
                        <a:lnTo>
                          <a:pt x="116" y="425"/>
                        </a:lnTo>
                        <a:lnTo>
                          <a:pt x="117" y="427"/>
                        </a:lnTo>
                        <a:lnTo>
                          <a:pt x="119" y="427"/>
                        </a:lnTo>
                        <a:lnTo>
                          <a:pt x="121" y="425"/>
                        </a:lnTo>
                        <a:lnTo>
                          <a:pt x="124" y="421"/>
                        </a:lnTo>
                        <a:lnTo>
                          <a:pt x="123" y="420"/>
                        </a:lnTo>
                        <a:lnTo>
                          <a:pt x="123" y="419"/>
                        </a:lnTo>
                        <a:lnTo>
                          <a:pt x="125" y="416"/>
                        </a:lnTo>
                        <a:lnTo>
                          <a:pt x="125" y="413"/>
                        </a:lnTo>
                        <a:lnTo>
                          <a:pt x="125" y="410"/>
                        </a:lnTo>
                        <a:lnTo>
                          <a:pt x="124" y="409"/>
                        </a:lnTo>
                        <a:lnTo>
                          <a:pt x="123" y="408"/>
                        </a:lnTo>
                        <a:lnTo>
                          <a:pt x="121" y="408"/>
                        </a:lnTo>
                        <a:lnTo>
                          <a:pt x="120" y="406"/>
                        </a:lnTo>
                        <a:lnTo>
                          <a:pt x="119" y="406"/>
                        </a:lnTo>
                        <a:lnTo>
                          <a:pt x="116" y="406"/>
                        </a:lnTo>
                        <a:lnTo>
                          <a:pt x="116" y="405"/>
                        </a:lnTo>
                        <a:lnTo>
                          <a:pt x="117" y="404"/>
                        </a:lnTo>
                        <a:lnTo>
                          <a:pt x="120" y="405"/>
                        </a:lnTo>
                        <a:lnTo>
                          <a:pt x="121" y="404"/>
                        </a:lnTo>
                        <a:lnTo>
                          <a:pt x="123" y="402"/>
                        </a:lnTo>
                        <a:lnTo>
                          <a:pt x="123" y="400"/>
                        </a:lnTo>
                        <a:lnTo>
                          <a:pt x="124" y="398"/>
                        </a:lnTo>
                        <a:lnTo>
                          <a:pt x="124" y="397"/>
                        </a:lnTo>
                        <a:lnTo>
                          <a:pt x="123" y="395"/>
                        </a:lnTo>
                        <a:lnTo>
                          <a:pt x="121" y="395"/>
                        </a:lnTo>
                        <a:lnTo>
                          <a:pt x="120" y="394"/>
                        </a:lnTo>
                        <a:lnTo>
                          <a:pt x="120" y="393"/>
                        </a:lnTo>
                        <a:lnTo>
                          <a:pt x="121" y="391"/>
                        </a:lnTo>
                        <a:lnTo>
                          <a:pt x="123" y="391"/>
                        </a:lnTo>
                        <a:lnTo>
                          <a:pt x="123" y="390"/>
                        </a:lnTo>
                        <a:lnTo>
                          <a:pt x="120" y="387"/>
                        </a:lnTo>
                        <a:lnTo>
                          <a:pt x="120" y="385"/>
                        </a:lnTo>
                        <a:lnTo>
                          <a:pt x="121" y="385"/>
                        </a:lnTo>
                        <a:lnTo>
                          <a:pt x="123" y="386"/>
                        </a:lnTo>
                        <a:lnTo>
                          <a:pt x="123" y="385"/>
                        </a:lnTo>
                        <a:lnTo>
                          <a:pt x="121" y="383"/>
                        </a:lnTo>
                        <a:lnTo>
                          <a:pt x="121" y="382"/>
                        </a:lnTo>
                        <a:lnTo>
                          <a:pt x="123" y="379"/>
                        </a:lnTo>
                        <a:lnTo>
                          <a:pt x="123" y="376"/>
                        </a:lnTo>
                        <a:lnTo>
                          <a:pt x="121" y="375"/>
                        </a:lnTo>
                        <a:lnTo>
                          <a:pt x="121" y="372"/>
                        </a:lnTo>
                        <a:lnTo>
                          <a:pt x="120" y="371"/>
                        </a:lnTo>
                        <a:lnTo>
                          <a:pt x="121" y="370"/>
                        </a:lnTo>
                        <a:lnTo>
                          <a:pt x="123" y="367"/>
                        </a:lnTo>
                        <a:lnTo>
                          <a:pt x="121" y="367"/>
                        </a:lnTo>
                        <a:lnTo>
                          <a:pt x="120" y="367"/>
                        </a:lnTo>
                        <a:lnTo>
                          <a:pt x="117" y="370"/>
                        </a:lnTo>
                        <a:lnTo>
                          <a:pt x="116" y="370"/>
                        </a:lnTo>
                        <a:lnTo>
                          <a:pt x="115" y="370"/>
                        </a:lnTo>
                        <a:lnTo>
                          <a:pt x="113" y="371"/>
                        </a:lnTo>
                        <a:lnTo>
                          <a:pt x="112" y="370"/>
                        </a:lnTo>
                        <a:lnTo>
                          <a:pt x="113" y="370"/>
                        </a:lnTo>
                        <a:lnTo>
                          <a:pt x="116" y="367"/>
                        </a:lnTo>
                        <a:lnTo>
                          <a:pt x="117" y="367"/>
                        </a:lnTo>
                        <a:lnTo>
                          <a:pt x="119" y="366"/>
                        </a:lnTo>
                        <a:lnTo>
                          <a:pt x="119" y="363"/>
                        </a:lnTo>
                        <a:lnTo>
                          <a:pt x="121" y="361"/>
                        </a:lnTo>
                        <a:lnTo>
                          <a:pt x="124" y="360"/>
                        </a:lnTo>
                        <a:lnTo>
                          <a:pt x="124" y="359"/>
                        </a:lnTo>
                        <a:lnTo>
                          <a:pt x="124" y="356"/>
                        </a:lnTo>
                        <a:lnTo>
                          <a:pt x="123" y="355"/>
                        </a:lnTo>
                        <a:lnTo>
                          <a:pt x="121" y="353"/>
                        </a:lnTo>
                        <a:lnTo>
                          <a:pt x="120" y="351"/>
                        </a:lnTo>
                        <a:lnTo>
                          <a:pt x="120" y="349"/>
                        </a:lnTo>
                        <a:lnTo>
                          <a:pt x="119" y="349"/>
                        </a:lnTo>
                        <a:lnTo>
                          <a:pt x="117" y="348"/>
                        </a:lnTo>
                        <a:lnTo>
                          <a:pt x="117" y="347"/>
                        </a:lnTo>
                        <a:lnTo>
                          <a:pt x="119" y="345"/>
                        </a:lnTo>
                        <a:lnTo>
                          <a:pt x="117" y="344"/>
                        </a:lnTo>
                        <a:lnTo>
                          <a:pt x="117" y="341"/>
                        </a:lnTo>
                        <a:lnTo>
                          <a:pt x="116" y="338"/>
                        </a:lnTo>
                        <a:lnTo>
                          <a:pt x="112" y="334"/>
                        </a:lnTo>
                        <a:lnTo>
                          <a:pt x="112" y="334"/>
                        </a:lnTo>
                        <a:lnTo>
                          <a:pt x="110" y="332"/>
                        </a:lnTo>
                        <a:lnTo>
                          <a:pt x="109" y="332"/>
                        </a:lnTo>
                        <a:lnTo>
                          <a:pt x="109" y="330"/>
                        </a:lnTo>
                        <a:lnTo>
                          <a:pt x="110" y="329"/>
                        </a:lnTo>
                        <a:lnTo>
                          <a:pt x="113" y="328"/>
                        </a:lnTo>
                        <a:lnTo>
                          <a:pt x="115" y="326"/>
                        </a:lnTo>
                        <a:lnTo>
                          <a:pt x="116" y="325"/>
                        </a:lnTo>
                        <a:lnTo>
                          <a:pt x="115" y="323"/>
                        </a:lnTo>
                        <a:lnTo>
                          <a:pt x="113" y="323"/>
                        </a:lnTo>
                        <a:lnTo>
                          <a:pt x="113" y="323"/>
                        </a:lnTo>
                        <a:lnTo>
                          <a:pt x="115" y="322"/>
                        </a:lnTo>
                        <a:lnTo>
                          <a:pt x="116" y="319"/>
                        </a:lnTo>
                        <a:lnTo>
                          <a:pt x="117" y="318"/>
                        </a:lnTo>
                        <a:lnTo>
                          <a:pt x="117" y="317"/>
                        </a:lnTo>
                        <a:lnTo>
                          <a:pt x="116" y="315"/>
                        </a:lnTo>
                        <a:lnTo>
                          <a:pt x="117" y="314"/>
                        </a:lnTo>
                        <a:lnTo>
                          <a:pt x="116" y="313"/>
                        </a:lnTo>
                        <a:lnTo>
                          <a:pt x="115" y="311"/>
                        </a:lnTo>
                        <a:lnTo>
                          <a:pt x="112" y="309"/>
                        </a:lnTo>
                        <a:lnTo>
                          <a:pt x="109" y="307"/>
                        </a:lnTo>
                        <a:lnTo>
                          <a:pt x="109" y="304"/>
                        </a:lnTo>
                        <a:lnTo>
                          <a:pt x="108" y="303"/>
                        </a:lnTo>
                        <a:lnTo>
                          <a:pt x="106" y="304"/>
                        </a:lnTo>
                        <a:lnTo>
                          <a:pt x="106" y="306"/>
                        </a:lnTo>
                        <a:lnTo>
                          <a:pt x="105" y="306"/>
                        </a:lnTo>
                        <a:lnTo>
                          <a:pt x="104" y="304"/>
                        </a:lnTo>
                        <a:lnTo>
                          <a:pt x="104" y="303"/>
                        </a:lnTo>
                        <a:lnTo>
                          <a:pt x="102" y="302"/>
                        </a:lnTo>
                        <a:lnTo>
                          <a:pt x="100" y="300"/>
                        </a:lnTo>
                        <a:lnTo>
                          <a:pt x="98" y="299"/>
                        </a:lnTo>
                        <a:lnTo>
                          <a:pt x="98" y="298"/>
                        </a:lnTo>
                        <a:lnTo>
                          <a:pt x="97" y="299"/>
                        </a:lnTo>
                        <a:lnTo>
                          <a:pt x="96" y="299"/>
                        </a:lnTo>
                        <a:lnTo>
                          <a:pt x="96" y="298"/>
                        </a:lnTo>
                        <a:lnTo>
                          <a:pt x="96" y="295"/>
                        </a:lnTo>
                        <a:lnTo>
                          <a:pt x="93" y="292"/>
                        </a:lnTo>
                        <a:lnTo>
                          <a:pt x="90" y="291"/>
                        </a:lnTo>
                        <a:lnTo>
                          <a:pt x="89" y="291"/>
                        </a:lnTo>
                        <a:lnTo>
                          <a:pt x="87" y="292"/>
                        </a:lnTo>
                        <a:lnTo>
                          <a:pt x="86" y="291"/>
                        </a:lnTo>
                        <a:lnTo>
                          <a:pt x="82" y="288"/>
                        </a:lnTo>
                        <a:lnTo>
                          <a:pt x="78" y="287"/>
                        </a:lnTo>
                        <a:lnTo>
                          <a:pt x="76" y="284"/>
                        </a:lnTo>
                        <a:lnTo>
                          <a:pt x="74" y="284"/>
                        </a:lnTo>
                        <a:lnTo>
                          <a:pt x="71" y="284"/>
                        </a:lnTo>
                        <a:lnTo>
                          <a:pt x="70" y="285"/>
                        </a:lnTo>
                        <a:lnTo>
                          <a:pt x="67" y="288"/>
                        </a:lnTo>
                        <a:lnTo>
                          <a:pt x="66" y="291"/>
                        </a:lnTo>
                        <a:lnTo>
                          <a:pt x="64" y="292"/>
                        </a:lnTo>
                        <a:lnTo>
                          <a:pt x="64" y="289"/>
                        </a:lnTo>
                        <a:lnTo>
                          <a:pt x="66" y="287"/>
                        </a:lnTo>
                        <a:lnTo>
                          <a:pt x="64" y="284"/>
                        </a:lnTo>
                        <a:lnTo>
                          <a:pt x="64" y="284"/>
                        </a:lnTo>
                        <a:lnTo>
                          <a:pt x="62" y="283"/>
                        </a:lnTo>
                        <a:lnTo>
                          <a:pt x="60" y="285"/>
                        </a:lnTo>
                        <a:lnTo>
                          <a:pt x="60" y="287"/>
                        </a:lnTo>
                        <a:lnTo>
                          <a:pt x="57" y="288"/>
                        </a:lnTo>
                        <a:lnTo>
                          <a:pt x="56" y="287"/>
                        </a:lnTo>
                        <a:lnTo>
                          <a:pt x="55" y="284"/>
                        </a:lnTo>
                        <a:lnTo>
                          <a:pt x="53" y="283"/>
                        </a:lnTo>
                        <a:lnTo>
                          <a:pt x="53" y="285"/>
                        </a:lnTo>
                        <a:lnTo>
                          <a:pt x="52" y="289"/>
                        </a:lnTo>
                        <a:lnTo>
                          <a:pt x="51" y="291"/>
                        </a:lnTo>
                        <a:lnTo>
                          <a:pt x="48" y="289"/>
                        </a:lnTo>
                        <a:lnTo>
                          <a:pt x="48" y="287"/>
                        </a:lnTo>
                        <a:lnTo>
                          <a:pt x="49" y="284"/>
                        </a:lnTo>
                        <a:lnTo>
                          <a:pt x="52" y="283"/>
                        </a:lnTo>
                        <a:lnTo>
                          <a:pt x="51" y="281"/>
                        </a:lnTo>
                        <a:lnTo>
                          <a:pt x="49" y="281"/>
                        </a:lnTo>
                        <a:lnTo>
                          <a:pt x="48" y="281"/>
                        </a:lnTo>
                        <a:lnTo>
                          <a:pt x="45" y="283"/>
                        </a:lnTo>
                        <a:lnTo>
                          <a:pt x="44" y="283"/>
                        </a:lnTo>
                        <a:lnTo>
                          <a:pt x="43" y="284"/>
                        </a:lnTo>
                        <a:lnTo>
                          <a:pt x="43" y="285"/>
                        </a:lnTo>
                        <a:lnTo>
                          <a:pt x="41" y="284"/>
                        </a:lnTo>
                        <a:lnTo>
                          <a:pt x="41" y="281"/>
                        </a:lnTo>
                        <a:lnTo>
                          <a:pt x="41" y="280"/>
                        </a:lnTo>
                        <a:lnTo>
                          <a:pt x="40" y="277"/>
                        </a:lnTo>
                        <a:lnTo>
                          <a:pt x="40" y="277"/>
                        </a:lnTo>
                        <a:lnTo>
                          <a:pt x="38" y="277"/>
                        </a:lnTo>
                        <a:lnTo>
                          <a:pt x="37" y="279"/>
                        </a:lnTo>
                        <a:lnTo>
                          <a:pt x="37" y="283"/>
                        </a:lnTo>
                        <a:lnTo>
                          <a:pt x="36" y="283"/>
                        </a:lnTo>
                        <a:lnTo>
                          <a:pt x="36" y="285"/>
                        </a:lnTo>
                        <a:lnTo>
                          <a:pt x="36" y="289"/>
                        </a:lnTo>
                        <a:lnTo>
                          <a:pt x="36" y="291"/>
                        </a:lnTo>
                        <a:lnTo>
                          <a:pt x="36" y="292"/>
                        </a:lnTo>
                        <a:lnTo>
                          <a:pt x="33" y="291"/>
                        </a:lnTo>
                        <a:lnTo>
                          <a:pt x="30" y="288"/>
                        </a:lnTo>
                        <a:lnTo>
                          <a:pt x="28" y="287"/>
                        </a:lnTo>
                        <a:lnTo>
                          <a:pt x="25" y="285"/>
                        </a:lnTo>
                        <a:lnTo>
                          <a:pt x="24" y="283"/>
                        </a:lnTo>
                        <a:lnTo>
                          <a:pt x="21" y="281"/>
                        </a:lnTo>
                        <a:lnTo>
                          <a:pt x="21" y="280"/>
                        </a:lnTo>
                        <a:lnTo>
                          <a:pt x="22" y="280"/>
                        </a:lnTo>
                        <a:lnTo>
                          <a:pt x="19" y="279"/>
                        </a:lnTo>
                        <a:lnTo>
                          <a:pt x="18" y="275"/>
                        </a:lnTo>
                        <a:lnTo>
                          <a:pt x="17" y="273"/>
                        </a:lnTo>
                        <a:lnTo>
                          <a:pt x="14" y="270"/>
                        </a:lnTo>
                        <a:lnTo>
                          <a:pt x="14" y="266"/>
                        </a:lnTo>
                        <a:lnTo>
                          <a:pt x="15" y="265"/>
                        </a:lnTo>
                        <a:lnTo>
                          <a:pt x="19" y="265"/>
                        </a:lnTo>
                        <a:lnTo>
                          <a:pt x="21" y="264"/>
                        </a:lnTo>
                        <a:lnTo>
                          <a:pt x="22" y="262"/>
                        </a:lnTo>
                        <a:lnTo>
                          <a:pt x="26" y="262"/>
                        </a:lnTo>
                        <a:lnTo>
                          <a:pt x="28" y="264"/>
                        </a:lnTo>
                        <a:lnTo>
                          <a:pt x="29" y="262"/>
                        </a:lnTo>
                        <a:lnTo>
                          <a:pt x="30" y="261"/>
                        </a:lnTo>
                        <a:lnTo>
                          <a:pt x="30" y="260"/>
                        </a:lnTo>
                        <a:lnTo>
                          <a:pt x="28" y="260"/>
                        </a:lnTo>
                        <a:lnTo>
                          <a:pt x="24" y="258"/>
                        </a:lnTo>
                        <a:lnTo>
                          <a:pt x="22" y="258"/>
                        </a:lnTo>
                        <a:lnTo>
                          <a:pt x="21" y="260"/>
                        </a:lnTo>
                        <a:lnTo>
                          <a:pt x="17" y="256"/>
                        </a:lnTo>
                        <a:lnTo>
                          <a:pt x="17" y="251"/>
                        </a:lnTo>
                        <a:lnTo>
                          <a:pt x="18" y="250"/>
                        </a:lnTo>
                        <a:lnTo>
                          <a:pt x="21" y="249"/>
                        </a:lnTo>
                        <a:lnTo>
                          <a:pt x="22" y="246"/>
                        </a:lnTo>
                        <a:lnTo>
                          <a:pt x="22" y="245"/>
                        </a:lnTo>
                        <a:lnTo>
                          <a:pt x="21" y="245"/>
                        </a:lnTo>
                        <a:lnTo>
                          <a:pt x="19" y="245"/>
                        </a:lnTo>
                        <a:lnTo>
                          <a:pt x="18" y="249"/>
                        </a:lnTo>
                        <a:lnTo>
                          <a:pt x="17" y="249"/>
                        </a:lnTo>
                        <a:lnTo>
                          <a:pt x="15" y="249"/>
                        </a:lnTo>
                        <a:lnTo>
                          <a:pt x="14" y="251"/>
                        </a:lnTo>
                        <a:lnTo>
                          <a:pt x="10" y="250"/>
                        </a:lnTo>
                        <a:lnTo>
                          <a:pt x="10" y="247"/>
                        </a:lnTo>
                        <a:lnTo>
                          <a:pt x="10" y="245"/>
                        </a:lnTo>
                        <a:lnTo>
                          <a:pt x="13" y="245"/>
                        </a:lnTo>
                        <a:lnTo>
                          <a:pt x="11" y="243"/>
                        </a:lnTo>
                        <a:lnTo>
                          <a:pt x="10" y="243"/>
                        </a:lnTo>
                        <a:lnTo>
                          <a:pt x="9" y="243"/>
                        </a:lnTo>
                        <a:lnTo>
                          <a:pt x="9" y="242"/>
                        </a:lnTo>
                        <a:lnTo>
                          <a:pt x="9" y="239"/>
                        </a:lnTo>
                        <a:lnTo>
                          <a:pt x="10" y="238"/>
                        </a:lnTo>
                        <a:lnTo>
                          <a:pt x="11" y="238"/>
                        </a:lnTo>
                        <a:lnTo>
                          <a:pt x="13" y="237"/>
                        </a:lnTo>
                        <a:lnTo>
                          <a:pt x="14" y="237"/>
                        </a:lnTo>
                        <a:lnTo>
                          <a:pt x="15" y="238"/>
                        </a:lnTo>
                        <a:lnTo>
                          <a:pt x="15" y="235"/>
                        </a:lnTo>
                        <a:lnTo>
                          <a:pt x="19" y="234"/>
                        </a:lnTo>
                        <a:lnTo>
                          <a:pt x="25" y="234"/>
                        </a:lnTo>
                        <a:lnTo>
                          <a:pt x="28" y="237"/>
                        </a:lnTo>
                        <a:lnTo>
                          <a:pt x="33" y="237"/>
                        </a:lnTo>
                        <a:lnTo>
                          <a:pt x="37" y="239"/>
                        </a:lnTo>
                        <a:lnTo>
                          <a:pt x="41" y="239"/>
                        </a:lnTo>
                        <a:lnTo>
                          <a:pt x="44" y="241"/>
                        </a:lnTo>
                        <a:lnTo>
                          <a:pt x="49" y="243"/>
                        </a:lnTo>
                        <a:lnTo>
                          <a:pt x="51" y="243"/>
                        </a:lnTo>
                        <a:lnTo>
                          <a:pt x="52" y="243"/>
                        </a:lnTo>
                        <a:lnTo>
                          <a:pt x="56" y="242"/>
                        </a:lnTo>
                        <a:lnTo>
                          <a:pt x="53" y="242"/>
                        </a:lnTo>
                        <a:lnTo>
                          <a:pt x="51" y="242"/>
                        </a:lnTo>
                        <a:lnTo>
                          <a:pt x="47" y="241"/>
                        </a:lnTo>
                        <a:lnTo>
                          <a:pt x="43" y="237"/>
                        </a:lnTo>
                        <a:lnTo>
                          <a:pt x="40" y="237"/>
                        </a:lnTo>
                        <a:lnTo>
                          <a:pt x="36" y="237"/>
                        </a:lnTo>
                        <a:lnTo>
                          <a:pt x="33" y="234"/>
                        </a:lnTo>
                        <a:lnTo>
                          <a:pt x="33" y="232"/>
                        </a:lnTo>
                        <a:lnTo>
                          <a:pt x="38" y="231"/>
                        </a:lnTo>
                        <a:lnTo>
                          <a:pt x="43" y="232"/>
                        </a:lnTo>
                        <a:lnTo>
                          <a:pt x="48" y="232"/>
                        </a:lnTo>
                        <a:lnTo>
                          <a:pt x="52" y="234"/>
                        </a:lnTo>
                        <a:lnTo>
                          <a:pt x="55" y="237"/>
                        </a:lnTo>
                        <a:lnTo>
                          <a:pt x="56" y="237"/>
                        </a:lnTo>
                        <a:lnTo>
                          <a:pt x="57" y="238"/>
                        </a:lnTo>
                        <a:lnTo>
                          <a:pt x="59" y="239"/>
                        </a:lnTo>
                        <a:lnTo>
                          <a:pt x="59" y="238"/>
                        </a:lnTo>
                        <a:lnTo>
                          <a:pt x="59" y="237"/>
                        </a:lnTo>
                        <a:lnTo>
                          <a:pt x="59" y="234"/>
                        </a:lnTo>
                        <a:lnTo>
                          <a:pt x="62" y="232"/>
                        </a:lnTo>
                        <a:lnTo>
                          <a:pt x="63" y="232"/>
                        </a:lnTo>
                        <a:lnTo>
                          <a:pt x="62" y="228"/>
                        </a:lnTo>
                        <a:lnTo>
                          <a:pt x="60" y="227"/>
                        </a:lnTo>
                        <a:lnTo>
                          <a:pt x="59" y="227"/>
                        </a:lnTo>
                        <a:lnTo>
                          <a:pt x="57" y="226"/>
                        </a:lnTo>
                        <a:lnTo>
                          <a:pt x="59" y="224"/>
                        </a:lnTo>
                        <a:lnTo>
                          <a:pt x="56" y="224"/>
                        </a:lnTo>
                        <a:lnTo>
                          <a:pt x="55" y="224"/>
                        </a:lnTo>
                        <a:lnTo>
                          <a:pt x="52" y="226"/>
                        </a:lnTo>
                        <a:lnTo>
                          <a:pt x="49" y="227"/>
                        </a:lnTo>
                        <a:lnTo>
                          <a:pt x="45" y="226"/>
                        </a:lnTo>
                        <a:lnTo>
                          <a:pt x="43" y="224"/>
                        </a:lnTo>
                        <a:lnTo>
                          <a:pt x="43" y="223"/>
                        </a:lnTo>
                        <a:lnTo>
                          <a:pt x="43" y="223"/>
                        </a:lnTo>
                        <a:lnTo>
                          <a:pt x="40" y="219"/>
                        </a:lnTo>
                        <a:lnTo>
                          <a:pt x="38" y="219"/>
                        </a:lnTo>
                        <a:lnTo>
                          <a:pt x="38" y="220"/>
                        </a:lnTo>
                        <a:lnTo>
                          <a:pt x="38" y="222"/>
                        </a:lnTo>
                        <a:lnTo>
                          <a:pt x="40" y="223"/>
                        </a:lnTo>
                        <a:lnTo>
                          <a:pt x="40" y="226"/>
                        </a:lnTo>
                        <a:lnTo>
                          <a:pt x="38" y="227"/>
                        </a:lnTo>
                        <a:lnTo>
                          <a:pt x="34" y="227"/>
                        </a:lnTo>
                        <a:lnTo>
                          <a:pt x="30" y="226"/>
                        </a:lnTo>
                        <a:lnTo>
                          <a:pt x="26" y="222"/>
                        </a:lnTo>
                        <a:lnTo>
                          <a:pt x="28" y="220"/>
                        </a:lnTo>
                        <a:lnTo>
                          <a:pt x="30" y="219"/>
                        </a:lnTo>
                        <a:lnTo>
                          <a:pt x="34" y="217"/>
                        </a:lnTo>
                        <a:lnTo>
                          <a:pt x="34" y="216"/>
                        </a:lnTo>
                        <a:lnTo>
                          <a:pt x="33" y="216"/>
                        </a:lnTo>
                        <a:lnTo>
                          <a:pt x="30" y="217"/>
                        </a:lnTo>
                        <a:lnTo>
                          <a:pt x="28" y="219"/>
                        </a:lnTo>
                        <a:lnTo>
                          <a:pt x="25" y="217"/>
                        </a:lnTo>
                        <a:lnTo>
                          <a:pt x="25" y="216"/>
                        </a:lnTo>
                        <a:lnTo>
                          <a:pt x="26" y="215"/>
                        </a:lnTo>
                        <a:lnTo>
                          <a:pt x="29" y="213"/>
                        </a:lnTo>
                        <a:lnTo>
                          <a:pt x="30" y="212"/>
                        </a:lnTo>
                        <a:lnTo>
                          <a:pt x="33" y="209"/>
                        </a:lnTo>
                        <a:lnTo>
                          <a:pt x="32" y="208"/>
                        </a:lnTo>
                        <a:lnTo>
                          <a:pt x="30" y="207"/>
                        </a:lnTo>
                        <a:lnTo>
                          <a:pt x="30" y="208"/>
                        </a:lnTo>
                        <a:lnTo>
                          <a:pt x="29" y="209"/>
                        </a:lnTo>
                        <a:lnTo>
                          <a:pt x="26" y="211"/>
                        </a:lnTo>
                        <a:lnTo>
                          <a:pt x="22" y="212"/>
                        </a:lnTo>
                        <a:lnTo>
                          <a:pt x="21" y="212"/>
                        </a:lnTo>
                        <a:lnTo>
                          <a:pt x="19" y="209"/>
                        </a:lnTo>
                        <a:lnTo>
                          <a:pt x="19" y="208"/>
                        </a:lnTo>
                        <a:lnTo>
                          <a:pt x="21" y="207"/>
                        </a:lnTo>
                        <a:lnTo>
                          <a:pt x="22" y="205"/>
                        </a:lnTo>
                        <a:lnTo>
                          <a:pt x="22" y="204"/>
                        </a:lnTo>
                        <a:lnTo>
                          <a:pt x="21" y="204"/>
                        </a:lnTo>
                        <a:lnTo>
                          <a:pt x="18" y="204"/>
                        </a:lnTo>
                        <a:lnTo>
                          <a:pt x="17" y="203"/>
                        </a:lnTo>
                        <a:lnTo>
                          <a:pt x="14" y="197"/>
                        </a:lnTo>
                        <a:lnTo>
                          <a:pt x="13" y="196"/>
                        </a:lnTo>
                        <a:lnTo>
                          <a:pt x="10" y="194"/>
                        </a:lnTo>
                        <a:lnTo>
                          <a:pt x="10" y="193"/>
                        </a:lnTo>
                        <a:lnTo>
                          <a:pt x="11" y="192"/>
                        </a:lnTo>
                        <a:lnTo>
                          <a:pt x="14" y="190"/>
                        </a:lnTo>
                        <a:lnTo>
                          <a:pt x="15" y="189"/>
                        </a:lnTo>
                        <a:lnTo>
                          <a:pt x="15" y="188"/>
                        </a:lnTo>
                        <a:lnTo>
                          <a:pt x="17" y="188"/>
                        </a:lnTo>
                        <a:lnTo>
                          <a:pt x="18" y="189"/>
                        </a:lnTo>
                        <a:lnTo>
                          <a:pt x="18" y="188"/>
                        </a:lnTo>
                        <a:lnTo>
                          <a:pt x="17" y="186"/>
                        </a:lnTo>
                        <a:lnTo>
                          <a:pt x="14" y="186"/>
                        </a:lnTo>
                        <a:lnTo>
                          <a:pt x="13" y="185"/>
                        </a:lnTo>
                        <a:lnTo>
                          <a:pt x="14" y="184"/>
                        </a:lnTo>
                        <a:lnTo>
                          <a:pt x="17" y="184"/>
                        </a:lnTo>
                        <a:lnTo>
                          <a:pt x="21" y="182"/>
                        </a:lnTo>
                        <a:lnTo>
                          <a:pt x="21" y="181"/>
                        </a:lnTo>
                        <a:lnTo>
                          <a:pt x="21" y="178"/>
                        </a:lnTo>
                        <a:lnTo>
                          <a:pt x="24" y="178"/>
                        </a:lnTo>
                        <a:lnTo>
                          <a:pt x="25" y="177"/>
                        </a:lnTo>
                        <a:lnTo>
                          <a:pt x="26" y="177"/>
                        </a:lnTo>
                        <a:lnTo>
                          <a:pt x="28" y="178"/>
                        </a:lnTo>
                        <a:lnTo>
                          <a:pt x="30" y="177"/>
                        </a:lnTo>
                        <a:lnTo>
                          <a:pt x="32" y="175"/>
                        </a:lnTo>
                        <a:lnTo>
                          <a:pt x="33" y="175"/>
                        </a:lnTo>
                        <a:lnTo>
                          <a:pt x="36" y="177"/>
                        </a:lnTo>
                        <a:lnTo>
                          <a:pt x="36" y="177"/>
                        </a:lnTo>
                        <a:lnTo>
                          <a:pt x="36" y="178"/>
                        </a:lnTo>
                        <a:lnTo>
                          <a:pt x="38" y="177"/>
                        </a:lnTo>
                        <a:lnTo>
                          <a:pt x="38" y="175"/>
                        </a:lnTo>
                        <a:lnTo>
                          <a:pt x="41" y="174"/>
                        </a:lnTo>
                        <a:lnTo>
                          <a:pt x="43" y="175"/>
                        </a:lnTo>
                        <a:lnTo>
                          <a:pt x="43" y="175"/>
                        </a:lnTo>
                        <a:lnTo>
                          <a:pt x="45" y="174"/>
                        </a:lnTo>
                        <a:lnTo>
                          <a:pt x="45" y="174"/>
                        </a:lnTo>
                        <a:lnTo>
                          <a:pt x="48" y="174"/>
                        </a:lnTo>
                        <a:lnTo>
                          <a:pt x="59" y="171"/>
                        </a:lnTo>
                        <a:lnTo>
                          <a:pt x="60" y="171"/>
                        </a:lnTo>
                        <a:lnTo>
                          <a:pt x="62" y="173"/>
                        </a:lnTo>
                        <a:lnTo>
                          <a:pt x="63" y="171"/>
                        </a:lnTo>
                        <a:lnTo>
                          <a:pt x="62" y="170"/>
                        </a:lnTo>
                        <a:lnTo>
                          <a:pt x="62" y="169"/>
                        </a:lnTo>
                        <a:lnTo>
                          <a:pt x="66" y="166"/>
                        </a:lnTo>
                        <a:lnTo>
                          <a:pt x="70" y="166"/>
                        </a:lnTo>
                        <a:lnTo>
                          <a:pt x="72" y="166"/>
                        </a:lnTo>
                        <a:lnTo>
                          <a:pt x="74" y="167"/>
                        </a:lnTo>
                        <a:lnTo>
                          <a:pt x="76" y="167"/>
                        </a:lnTo>
                        <a:lnTo>
                          <a:pt x="79" y="166"/>
                        </a:lnTo>
                        <a:lnTo>
                          <a:pt x="82" y="165"/>
                        </a:lnTo>
                        <a:lnTo>
                          <a:pt x="86" y="166"/>
                        </a:lnTo>
                        <a:lnTo>
                          <a:pt x="87" y="167"/>
                        </a:lnTo>
                        <a:lnTo>
                          <a:pt x="90" y="167"/>
                        </a:lnTo>
                        <a:lnTo>
                          <a:pt x="91" y="169"/>
                        </a:lnTo>
                        <a:lnTo>
                          <a:pt x="94" y="171"/>
                        </a:lnTo>
                        <a:lnTo>
                          <a:pt x="96" y="170"/>
                        </a:lnTo>
                        <a:lnTo>
                          <a:pt x="97" y="170"/>
                        </a:lnTo>
                        <a:lnTo>
                          <a:pt x="98" y="169"/>
                        </a:lnTo>
                        <a:lnTo>
                          <a:pt x="100" y="166"/>
                        </a:lnTo>
                        <a:lnTo>
                          <a:pt x="102" y="163"/>
                        </a:lnTo>
                        <a:lnTo>
                          <a:pt x="104" y="160"/>
                        </a:lnTo>
                        <a:lnTo>
                          <a:pt x="108" y="159"/>
                        </a:lnTo>
                        <a:lnTo>
                          <a:pt x="108" y="158"/>
                        </a:lnTo>
                        <a:lnTo>
                          <a:pt x="110" y="154"/>
                        </a:lnTo>
                        <a:lnTo>
                          <a:pt x="113" y="152"/>
                        </a:lnTo>
                        <a:lnTo>
                          <a:pt x="115" y="150"/>
                        </a:lnTo>
                        <a:lnTo>
                          <a:pt x="112" y="150"/>
                        </a:lnTo>
                        <a:lnTo>
                          <a:pt x="112" y="147"/>
                        </a:lnTo>
                        <a:lnTo>
                          <a:pt x="115" y="144"/>
                        </a:lnTo>
                        <a:lnTo>
                          <a:pt x="117" y="144"/>
                        </a:lnTo>
                        <a:lnTo>
                          <a:pt x="120" y="144"/>
                        </a:lnTo>
                        <a:lnTo>
                          <a:pt x="123" y="141"/>
                        </a:lnTo>
                        <a:lnTo>
                          <a:pt x="124" y="140"/>
                        </a:lnTo>
                        <a:lnTo>
                          <a:pt x="123" y="139"/>
                        </a:lnTo>
                        <a:lnTo>
                          <a:pt x="120" y="139"/>
                        </a:lnTo>
                        <a:lnTo>
                          <a:pt x="117" y="137"/>
                        </a:lnTo>
                        <a:lnTo>
                          <a:pt x="117" y="136"/>
                        </a:lnTo>
                        <a:lnTo>
                          <a:pt x="117" y="135"/>
                        </a:lnTo>
                        <a:lnTo>
                          <a:pt x="120" y="133"/>
                        </a:lnTo>
                        <a:lnTo>
                          <a:pt x="124" y="135"/>
                        </a:lnTo>
                        <a:lnTo>
                          <a:pt x="127" y="133"/>
                        </a:lnTo>
                        <a:lnTo>
                          <a:pt x="129" y="132"/>
                        </a:lnTo>
                        <a:lnTo>
                          <a:pt x="131" y="129"/>
                        </a:lnTo>
                        <a:lnTo>
                          <a:pt x="129" y="129"/>
                        </a:lnTo>
                        <a:lnTo>
                          <a:pt x="129" y="126"/>
                        </a:lnTo>
                        <a:lnTo>
                          <a:pt x="129" y="126"/>
                        </a:lnTo>
                        <a:lnTo>
                          <a:pt x="127" y="128"/>
                        </a:lnTo>
                        <a:lnTo>
                          <a:pt x="127" y="131"/>
                        </a:lnTo>
                        <a:lnTo>
                          <a:pt x="125" y="132"/>
                        </a:lnTo>
                        <a:lnTo>
                          <a:pt x="121" y="132"/>
                        </a:lnTo>
                        <a:lnTo>
                          <a:pt x="119" y="131"/>
                        </a:lnTo>
                        <a:lnTo>
                          <a:pt x="117" y="131"/>
                        </a:lnTo>
                        <a:lnTo>
                          <a:pt x="115" y="133"/>
                        </a:lnTo>
                        <a:lnTo>
                          <a:pt x="113" y="133"/>
                        </a:lnTo>
                        <a:lnTo>
                          <a:pt x="112" y="132"/>
                        </a:lnTo>
                        <a:lnTo>
                          <a:pt x="109" y="129"/>
                        </a:lnTo>
                        <a:lnTo>
                          <a:pt x="108" y="131"/>
                        </a:lnTo>
                        <a:lnTo>
                          <a:pt x="106" y="132"/>
                        </a:lnTo>
                        <a:lnTo>
                          <a:pt x="105" y="131"/>
                        </a:lnTo>
                        <a:lnTo>
                          <a:pt x="104" y="131"/>
                        </a:lnTo>
                        <a:lnTo>
                          <a:pt x="102" y="131"/>
                        </a:lnTo>
                        <a:lnTo>
                          <a:pt x="101" y="131"/>
                        </a:lnTo>
                        <a:lnTo>
                          <a:pt x="101" y="128"/>
                        </a:lnTo>
                        <a:lnTo>
                          <a:pt x="101" y="126"/>
                        </a:lnTo>
                        <a:lnTo>
                          <a:pt x="100" y="126"/>
                        </a:lnTo>
                        <a:lnTo>
                          <a:pt x="100" y="125"/>
                        </a:lnTo>
                        <a:lnTo>
                          <a:pt x="100" y="122"/>
                        </a:lnTo>
                        <a:lnTo>
                          <a:pt x="102" y="122"/>
                        </a:lnTo>
                        <a:lnTo>
                          <a:pt x="104" y="120"/>
                        </a:lnTo>
                        <a:lnTo>
                          <a:pt x="105" y="118"/>
                        </a:lnTo>
                        <a:lnTo>
                          <a:pt x="106" y="118"/>
                        </a:lnTo>
                        <a:lnTo>
                          <a:pt x="106" y="117"/>
                        </a:lnTo>
                        <a:lnTo>
                          <a:pt x="105" y="116"/>
                        </a:lnTo>
                        <a:lnTo>
                          <a:pt x="105" y="114"/>
                        </a:lnTo>
                        <a:lnTo>
                          <a:pt x="106" y="113"/>
                        </a:lnTo>
                        <a:lnTo>
                          <a:pt x="108" y="113"/>
                        </a:lnTo>
                        <a:lnTo>
                          <a:pt x="110" y="112"/>
                        </a:lnTo>
                        <a:lnTo>
                          <a:pt x="112" y="110"/>
                        </a:lnTo>
                        <a:lnTo>
                          <a:pt x="113" y="109"/>
                        </a:lnTo>
                        <a:lnTo>
                          <a:pt x="117" y="107"/>
                        </a:lnTo>
                        <a:lnTo>
                          <a:pt x="119" y="105"/>
                        </a:lnTo>
                        <a:lnTo>
                          <a:pt x="120" y="103"/>
                        </a:lnTo>
                        <a:lnTo>
                          <a:pt x="124" y="105"/>
                        </a:lnTo>
                        <a:lnTo>
                          <a:pt x="125" y="103"/>
                        </a:lnTo>
                        <a:lnTo>
                          <a:pt x="125" y="103"/>
                        </a:lnTo>
                        <a:lnTo>
                          <a:pt x="124" y="102"/>
                        </a:lnTo>
                        <a:lnTo>
                          <a:pt x="124" y="101"/>
                        </a:lnTo>
                        <a:lnTo>
                          <a:pt x="125" y="101"/>
                        </a:lnTo>
                        <a:lnTo>
                          <a:pt x="128" y="101"/>
                        </a:lnTo>
                        <a:lnTo>
                          <a:pt x="128" y="102"/>
                        </a:lnTo>
                        <a:lnTo>
                          <a:pt x="129" y="101"/>
                        </a:lnTo>
                        <a:lnTo>
                          <a:pt x="134" y="98"/>
                        </a:lnTo>
                        <a:lnTo>
                          <a:pt x="132" y="95"/>
                        </a:lnTo>
                        <a:lnTo>
                          <a:pt x="134" y="94"/>
                        </a:lnTo>
                        <a:lnTo>
                          <a:pt x="136" y="91"/>
                        </a:lnTo>
                        <a:lnTo>
                          <a:pt x="139" y="91"/>
                        </a:lnTo>
                        <a:lnTo>
                          <a:pt x="140" y="88"/>
                        </a:lnTo>
                        <a:lnTo>
                          <a:pt x="143" y="88"/>
                        </a:lnTo>
                        <a:lnTo>
                          <a:pt x="144" y="88"/>
                        </a:lnTo>
                        <a:lnTo>
                          <a:pt x="144" y="88"/>
                        </a:lnTo>
                        <a:lnTo>
                          <a:pt x="146" y="91"/>
                        </a:lnTo>
                        <a:lnTo>
                          <a:pt x="146" y="97"/>
                        </a:lnTo>
                        <a:lnTo>
                          <a:pt x="146" y="99"/>
                        </a:lnTo>
                        <a:lnTo>
                          <a:pt x="146" y="102"/>
                        </a:lnTo>
                        <a:lnTo>
                          <a:pt x="146" y="107"/>
                        </a:lnTo>
                        <a:lnTo>
                          <a:pt x="147" y="107"/>
                        </a:lnTo>
                        <a:lnTo>
                          <a:pt x="147" y="106"/>
                        </a:lnTo>
                        <a:lnTo>
                          <a:pt x="148" y="102"/>
                        </a:lnTo>
                        <a:lnTo>
                          <a:pt x="147" y="98"/>
                        </a:lnTo>
                        <a:lnTo>
                          <a:pt x="147" y="95"/>
                        </a:lnTo>
                        <a:lnTo>
                          <a:pt x="147" y="92"/>
                        </a:lnTo>
                        <a:lnTo>
                          <a:pt x="147" y="90"/>
                        </a:lnTo>
                        <a:lnTo>
                          <a:pt x="148" y="88"/>
                        </a:lnTo>
                        <a:lnTo>
                          <a:pt x="150" y="88"/>
                        </a:lnTo>
                        <a:lnTo>
                          <a:pt x="151" y="87"/>
                        </a:lnTo>
                        <a:lnTo>
                          <a:pt x="153" y="86"/>
                        </a:lnTo>
                        <a:lnTo>
                          <a:pt x="154" y="86"/>
                        </a:lnTo>
                        <a:lnTo>
                          <a:pt x="154" y="87"/>
                        </a:lnTo>
                        <a:lnTo>
                          <a:pt x="155" y="88"/>
                        </a:lnTo>
                        <a:lnTo>
                          <a:pt x="155" y="88"/>
                        </a:lnTo>
                        <a:lnTo>
                          <a:pt x="157" y="90"/>
                        </a:lnTo>
                        <a:lnTo>
                          <a:pt x="157" y="91"/>
                        </a:lnTo>
                        <a:lnTo>
                          <a:pt x="158" y="92"/>
                        </a:lnTo>
                        <a:lnTo>
                          <a:pt x="159" y="94"/>
                        </a:lnTo>
                        <a:lnTo>
                          <a:pt x="163" y="94"/>
                        </a:lnTo>
                        <a:lnTo>
                          <a:pt x="165" y="94"/>
                        </a:lnTo>
                        <a:lnTo>
                          <a:pt x="166" y="94"/>
                        </a:lnTo>
                        <a:lnTo>
                          <a:pt x="168" y="92"/>
                        </a:lnTo>
                        <a:lnTo>
                          <a:pt x="166" y="90"/>
                        </a:lnTo>
                        <a:lnTo>
                          <a:pt x="168" y="88"/>
                        </a:lnTo>
                        <a:lnTo>
                          <a:pt x="169" y="87"/>
                        </a:lnTo>
                        <a:lnTo>
                          <a:pt x="169" y="84"/>
                        </a:lnTo>
                        <a:lnTo>
                          <a:pt x="170" y="84"/>
                        </a:lnTo>
                        <a:lnTo>
                          <a:pt x="172" y="83"/>
                        </a:lnTo>
                        <a:lnTo>
                          <a:pt x="176" y="82"/>
                        </a:lnTo>
                        <a:lnTo>
                          <a:pt x="177" y="79"/>
                        </a:lnTo>
                        <a:lnTo>
                          <a:pt x="177" y="76"/>
                        </a:lnTo>
                        <a:lnTo>
                          <a:pt x="176" y="75"/>
                        </a:lnTo>
                        <a:lnTo>
                          <a:pt x="174" y="75"/>
                        </a:lnTo>
                        <a:lnTo>
                          <a:pt x="174" y="73"/>
                        </a:lnTo>
                        <a:lnTo>
                          <a:pt x="174" y="72"/>
                        </a:lnTo>
                        <a:lnTo>
                          <a:pt x="177" y="69"/>
                        </a:lnTo>
                        <a:lnTo>
                          <a:pt x="177" y="67"/>
                        </a:lnTo>
                        <a:lnTo>
                          <a:pt x="177" y="65"/>
                        </a:lnTo>
                        <a:lnTo>
                          <a:pt x="178" y="61"/>
                        </a:lnTo>
                        <a:lnTo>
                          <a:pt x="180" y="60"/>
                        </a:lnTo>
                        <a:lnTo>
                          <a:pt x="184" y="59"/>
                        </a:lnTo>
                        <a:lnTo>
                          <a:pt x="187" y="57"/>
                        </a:lnTo>
                        <a:lnTo>
                          <a:pt x="191" y="56"/>
                        </a:lnTo>
                        <a:lnTo>
                          <a:pt x="191" y="57"/>
                        </a:lnTo>
                        <a:lnTo>
                          <a:pt x="192" y="59"/>
                        </a:lnTo>
                        <a:lnTo>
                          <a:pt x="192" y="61"/>
                        </a:lnTo>
                        <a:lnTo>
                          <a:pt x="195" y="64"/>
                        </a:lnTo>
                        <a:lnTo>
                          <a:pt x="195" y="67"/>
                        </a:lnTo>
                        <a:lnTo>
                          <a:pt x="193" y="72"/>
                        </a:lnTo>
                        <a:lnTo>
                          <a:pt x="193" y="78"/>
                        </a:lnTo>
                        <a:lnTo>
                          <a:pt x="195" y="79"/>
                        </a:lnTo>
                        <a:lnTo>
                          <a:pt x="199" y="82"/>
                        </a:lnTo>
                        <a:lnTo>
                          <a:pt x="200" y="84"/>
                        </a:lnTo>
                        <a:lnTo>
                          <a:pt x="201" y="86"/>
                        </a:lnTo>
                        <a:lnTo>
                          <a:pt x="201" y="84"/>
                        </a:lnTo>
                        <a:lnTo>
                          <a:pt x="201" y="79"/>
                        </a:lnTo>
                        <a:lnTo>
                          <a:pt x="201" y="78"/>
                        </a:lnTo>
                        <a:lnTo>
                          <a:pt x="197" y="72"/>
                        </a:lnTo>
                        <a:lnTo>
                          <a:pt x="197" y="68"/>
                        </a:lnTo>
                        <a:lnTo>
                          <a:pt x="199" y="65"/>
                        </a:lnTo>
                        <a:lnTo>
                          <a:pt x="200" y="63"/>
                        </a:lnTo>
                        <a:lnTo>
                          <a:pt x="199" y="61"/>
                        </a:lnTo>
                        <a:lnTo>
                          <a:pt x="197" y="59"/>
                        </a:lnTo>
                        <a:lnTo>
                          <a:pt x="197" y="56"/>
                        </a:lnTo>
                        <a:lnTo>
                          <a:pt x="196" y="54"/>
                        </a:lnTo>
                        <a:lnTo>
                          <a:pt x="197" y="53"/>
                        </a:lnTo>
                        <a:lnTo>
                          <a:pt x="200" y="50"/>
                        </a:lnTo>
                        <a:lnTo>
                          <a:pt x="203" y="50"/>
                        </a:lnTo>
                        <a:lnTo>
                          <a:pt x="204" y="52"/>
                        </a:lnTo>
                        <a:lnTo>
                          <a:pt x="206" y="50"/>
                        </a:lnTo>
                        <a:lnTo>
                          <a:pt x="208" y="50"/>
                        </a:lnTo>
                        <a:lnTo>
                          <a:pt x="212" y="52"/>
                        </a:lnTo>
                        <a:lnTo>
                          <a:pt x="218" y="52"/>
                        </a:lnTo>
                        <a:lnTo>
                          <a:pt x="223" y="49"/>
                        </a:lnTo>
                        <a:lnTo>
                          <a:pt x="229" y="49"/>
                        </a:lnTo>
                        <a:lnTo>
                          <a:pt x="230" y="50"/>
                        </a:lnTo>
                        <a:lnTo>
                          <a:pt x="230" y="53"/>
                        </a:lnTo>
                        <a:lnTo>
                          <a:pt x="230" y="56"/>
                        </a:lnTo>
                        <a:lnTo>
                          <a:pt x="230" y="56"/>
                        </a:lnTo>
                        <a:lnTo>
                          <a:pt x="233" y="56"/>
                        </a:lnTo>
                        <a:lnTo>
                          <a:pt x="234" y="54"/>
                        </a:lnTo>
                        <a:lnTo>
                          <a:pt x="233" y="52"/>
                        </a:lnTo>
                        <a:lnTo>
                          <a:pt x="233" y="50"/>
                        </a:lnTo>
                        <a:lnTo>
                          <a:pt x="237" y="46"/>
                        </a:lnTo>
                        <a:lnTo>
                          <a:pt x="240" y="48"/>
                        </a:lnTo>
                        <a:lnTo>
                          <a:pt x="241" y="49"/>
                        </a:lnTo>
                        <a:lnTo>
                          <a:pt x="241" y="53"/>
                        </a:lnTo>
                        <a:lnTo>
                          <a:pt x="242" y="54"/>
                        </a:lnTo>
                        <a:lnTo>
                          <a:pt x="244" y="52"/>
                        </a:lnTo>
                        <a:lnTo>
                          <a:pt x="244" y="48"/>
                        </a:lnTo>
                        <a:lnTo>
                          <a:pt x="241" y="46"/>
                        </a:lnTo>
                        <a:lnTo>
                          <a:pt x="241" y="45"/>
                        </a:lnTo>
                        <a:lnTo>
                          <a:pt x="241" y="44"/>
                        </a:lnTo>
                        <a:lnTo>
                          <a:pt x="244" y="44"/>
                        </a:lnTo>
                        <a:lnTo>
                          <a:pt x="246" y="45"/>
                        </a:lnTo>
                        <a:lnTo>
                          <a:pt x="249" y="44"/>
                        </a:lnTo>
                        <a:lnTo>
                          <a:pt x="252" y="42"/>
                        </a:lnTo>
                        <a:lnTo>
                          <a:pt x="256" y="44"/>
                        </a:lnTo>
                        <a:lnTo>
                          <a:pt x="256" y="45"/>
                        </a:lnTo>
                        <a:lnTo>
                          <a:pt x="256" y="52"/>
                        </a:lnTo>
                        <a:lnTo>
                          <a:pt x="254" y="56"/>
                        </a:lnTo>
                        <a:lnTo>
                          <a:pt x="254" y="59"/>
                        </a:lnTo>
                        <a:lnTo>
                          <a:pt x="252" y="63"/>
                        </a:lnTo>
                        <a:lnTo>
                          <a:pt x="252" y="65"/>
                        </a:lnTo>
                        <a:lnTo>
                          <a:pt x="252" y="67"/>
                        </a:lnTo>
                        <a:lnTo>
                          <a:pt x="250" y="69"/>
                        </a:lnTo>
                        <a:lnTo>
                          <a:pt x="249" y="69"/>
                        </a:lnTo>
                        <a:lnTo>
                          <a:pt x="248" y="71"/>
                        </a:lnTo>
                        <a:lnTo>
                          <a:pt x="249" y="72"/>
                        </a:lnTo>
                        <a:lnTo>
                          <a:pt x="249" y="73"/>
                        </a:lnTo>
                        <a:lnTo>
                          <a:pt x="249" y="76"/>
                        </a:lnTo>
                        <a:lnTo>
                          <a:pt x="246" y="78"/>
                        </a:lnTo>
                        <a:lnTo>
                          <a:pt x="245" y="82"/>
                        </a:lnTo>
                        <a:lnTo>
                          <a:pt x="242" y="83"/>
                        </a:lnTo>
                        <a:lnTo>
                          <a:pt x="241" y="84"/>
                        </a:lnTo>
                        <a:lnTo>
                          <a:pt x="241" y="87"/>
                        </a:lnTo>
                        <a:lnTo>
                          <a:pt x="240" y="90"/>
                        </a:lnTo>
                        <a:lnTo>
                          <a:pt x="238" y="92"/>
                        </a:lnTo>
                        <a:lnTo>
                          <a:pt x="240" y="94"/>
                        </a:lnTo>
                        <a:lnTo>
                          <a:pt x="241" y="94"/>
                        </a:lnTo>
                        <a:lnTo>
                          <a:pt x="242" y="90"/>
                        </a:lnTo>
                        <a:lnTo>
                          <a:pt x="245" y="88"/>
                        </a:lnTo>
                        <a:lnTo>
                          <a:pt x="245" y="87"/>
                        </a:lnTo>
                        <a:lnTo>
                          <a:pt x="246" y="86"/>
                        </a:lnTo>
                        <a:lnTo>
                          <a:pt x="249" y="82"/>
                        </a:lnTo>
                        <a:lnTo>
                          <a:pt x="250" y="79"/>
                        </a:lnTo>
                        <a:lnTo>
                          <a:pt x="252" y="78"/>
                        </a:lnTo>
                        <a:lnTo>
                          <a:pt x="253" y="78"/>
                        </a:lnTo>
                        <a:lnTo>
                          <a:pt x="254" y="75"/>
                        </a:lnTo>
                        <a:lnTo>
                          <a:pt x="254" y="73"/>
                        </a:lnTo>
                        <a:lnTo>
                          <a:pt x="256" y="72"/>
                        </a:lnTo>
                        <a:lnTo>
                          <a:pt x="257" y="69"/>
                        </a:lnTo>
                        <a:lnTo>
                          <a:pt x="259" y="68"/>
                        </a:lnTo>
                        <a:lnTo>
                          <a:pt x="260" y="69"/>
                        </a:lnTo>
                        <a:lnTo>
                          <a:pt x="260" y="72"/>
                        </a:lnTo>
                        <a:lnTo>
                          <a:pt x="261" y="73"/>
                        </a:lnTo>
                        <a:lnTo>
                          <a:pt x="261" y="76"/>
                        </a:lnTo>
                        <a:lnTo>
                          <a:pt x="263" y="79"/>
                        </a:lnTo>
                        <a:lnTo>
                          <a:pt x="264" y="82"/>
                        </a:lnTo>
                        <a:lnTo>
                          <a:pt x="265" y="86"/>
                        </a:lnTo>
                        <a:lnTo>
                          <a:pt x="267" y="87"/>
                        </a:lnTo>
                        <a:lnTo>
                          <a:pt x="268" y="87"/>
                        </a:lnTo>
                        <a:lnTo>
                          <a:pt x="269" y="88"/>
                        </a:lnTo>
                        <a:lnTo>
                          <a:pt x="271" y="88"/>
                        </a:lnTo>
                        <a:lnTo>
                          <a:pt x="271" y="87"/>
                        </a:lnTo>
                        <a:lnTo>
                          <a:pt x="271" y="86"/>
                        </a:lnTo>
                        <a:lnTo>
                          <a:pt x="271" y="84"/>
                        </a:lnTo>
                        <a:lnTo>
                          <a:pt x="269" y="83"/>
                        </a:lnTo>
                        <a:lnTo>
                          <a:pt x="268" y="80"/>
                        </a:lnTo>
                        <a:lnTo>
                          <a:pt x="269" y="80"/>
                        </a:lnTo>
                        <a:lnTo>
                          <a:pt x="271" y="80"/>
                        </a:lnTo>
                        <a:lnTo>
                          <a:pt x="272" y="82"/>
                        </a:lnTo>
                        <a:lnTo>
                          <a:pt x="275" y="82"/>
                        </a:lnTo>
                        <a:lnTo>
                          <a:pt x="278" y="83"/>
                        </a:lnTo>
                        <a:lnTo>
                          <a:pt x="278" y="84"/>
                        </a:lnTo>
                        <a:lnTo>
                          <a:pt x="279" y="84"/>
                        </a:lnTo>
                        <a:lnTo>
                          <a:pt x="280" y="83"/>
                        </a:lnTo>
                        <a:lnTo>
                          <a:pt x="282" y="83"/>
                        </a:lnTo>
                        <a:lnTo>
                          <a:pt x="283" y="84"/>
                        </a:lnTo>
                        <a:lnTo>
                          <a:pt x="284" y="84"/>
                        </a:lnTo>
                        <a:lnTo>
                          <a:pt x="283" y="79"/>
                        </a:lnTo>
                        <a:lnTo>
                          <a:pt x="283" y="76"/>
                        </a:lnTo>
                        <a:lnTo>
                          <a:pt x="284" y="72"/>
                        </a:lnTo>
                        <a:lnTo>
                          <a:pt x="284" y="69"/>
                        </a:lnTo>
                        <a:lnTo>
                          <a:pt x="283" y="67"/>
                        </a:lnTo>
                        <a:lnTo>
                          <a:pt x="283" y="64"/>
                        </a:lnTo>
                        <a:lnTo>
                          <a:pt x="283" y="60"/>
                        </a:lnTo>
                        <a:lnTo>
                          <a:pt x="284" y="56"/>
                        </a:lnTo>
                        <a:lnTo>
                          <a:pt x="286" y="53"/>
                        </a:lnTo>
                        <a:lnTo>
                          <a:pt x="284" y="52"/>
                        </a:lnTo>
                        <a:lnTo>
                          <a:pt x="286" y="50"/>
                        </a:lnTo>
                        <a:lnTo>
                          <a:pt x="286" y="46"/>
                        </a:lnTo>
                        <a:lnTo>
                          <a:pt x="287" y="45"/>
                        </a:lnTo>
                        <a:lnTo>
                          <a:pt x="288" y="45"/>
                        </a:lnTo>
                        <a:lnTo>
                          <a:pt x="291" y="46"/>
                        </a:lnTo>
                        <a:lnTo>
                          <a:pt x="293" y="46"/>
                        </a:lnTo>
                        <a:lnTo>
                          <a:pt x="295" y="48"/>
                        </a:lnTo>
                        <a:lnTo>
                          <a:pt x="295" y="49"/>
                        </a:lnTo>
                        <a:lnTo>
                          <a:pt x="298" y="50"/>
                        </a:lnTo>
                        <a:lnTo>
                          <a:pt x="299" y="53"/>
                        </a:lnTo>
                        <a:lnTo>
                          <a:pt x="301" y="59"/>
                        </a:lnTo>
                        <a:lnTo>
                          <a:pt x="302" y="61"/>
                        </a:lnTo>
                        <a:lnTo>
                          <a:pt x="303" y="65"/>
                        </a:lnTo>
                        <a:lnTo>
                          <a:pt x="306" y="68"/>
                        </a:lnTo>
                        <a:lnTo>
                          <a:pt x="306" y="75"/>
                        </a:lnTo>
                        <a:lnTo>
                          <a:pt x="306" y="76"/>
                        </a:lnTo>
                        <a:lnTo>
                          <a:pt x="305" y="78"/>
                        </a:lnTo>
                        <a:lnTo>
                          <a:pt x="305" y="80"/>
                        </a:lnTo>
                        <a:lnTo>
                          <a:pt x="305" y="83"/>
                        </a:lnTo>
                        <a:lnTo>
                          <a:pt x="306" y="84"/>
                        </a:lnTo>
                        <a:lnTo>
                          <a:pt x="307" y="88"/>
                        </a:lnTo>
                        <a:lnTo>
                          <a:pt x="307" y="92"/>
                        </a:lnTo>
                        <a:lnTo>
                          <a:pt x="307" y="95"/>
                        </a:lnTo>
                        <a:lnTo>
                          <a:pt x="309" y="97"/>
                        </a:lnTo>
                        <a:lnTo>
                          <a:pt x="312" y="97"/>
                        </a:lnTo>
                        <a:lnTo>
                          <a:pt x="314" y="99"/>
                        </a:lnTo>
                        <a:lnTo>
                          <a:pt x="317" y="99"/>
                        </a:lnTo>
                        <a:lnTo>
                          <a:pt x="320" y="98"/>
                        </a:lnTo>
                        <a:lnTo>
                          <a:pt x="321" y="94"/>
                        </a:lnTo>
                        <a:lnTo>
                          <a:pt x="322" y="92"/>
                        </a:lnTo>
                        <a:lnTo>
                          <a:pt x="324" y="94"/>
                        </a:lnTo>
                        <a:lnTo>
                          <a:pt x="324" y="95"/>
                        </a:lnTo>
                        <a:lnTo>
                          <a:pt x="324" y="98"/>
                        </a:lnTo>
                        <a:lnTo>
                          <a:pt x="325" y="97"/>
                        </a:lnTo>
                        <a:lnTo>
                          <a:pt x="326" y="97"/>
                        </a:lnTo>
                        <a:lnTo>
                          <a:pt x="328" y="98"/>
                        </a:lnTo>
                        <a:lnTo>
                          <a:pt x="329" y="99"/>
                        </a:lnTo>
                        <a:lnTo>
                          <a:pt x="329" y="101"/>
                        </a:lnTo>
                        <a:lnTo>
                          <a:pt x="331" y="102"/>
                        </a:lnTo>
                        <a:lnTo>
                          <a:pt x="332" y="102"/>
                        </a:lnTo>
                        <a:lnTo>
                          <a:pt x="333" y="103"/>
                        </a:lnTo>
                        <a:lnTo>
                          <a:pt x="336" y="103"/>
                        </a:lnTo>
                        <a:lnTo>
                          <a:pt x="337" y="102"/>
                        </a:lnTo>
                        <a:lnTo>
                          <a:pt x="336" y="102"/>
                        </a:lnTo>
                        <a:lnTo>
                          <a:pt x="333" y="99"/>
                        </a:lnTo>
                        <a:lnTo>
                          <a:pt x="333" y="98"/>
                        </a:lnTo>
                        <a:lnTo>
                          <a:pt x="333" y="97"/>
                        </a:lnTo>
                        <a:lnTo>
                          <a:pt x="331" y="97"/>
                        </a:lnTo>
                        <a:lnTo>
                          <a:pt x="329" y="95"/>
                        </a:lnTo>
                        <a:lnTo>
                          <a:pt x="331" y="92"/>
                        </a:lnTo>
                        <a:lnTo>
                          <a:pt x="329" y="90"/>
                        </a:lnTo>
                        <a:lnTo>
                          <a:pt x="325" y="88"/>
                        </a:lnTo>
                        <a:lnTo>
                          <a:pt x="325" y="86"/>
                        </a:lnTo>
                        <a:lnTo>
                          <a:pt x="325" y="83"/>
                        </a:lnTo>
                        <a:lnTo>
                          <a:pt x="324" y="80"/>
                        </a:lnTo>
                        <a:lnTo>
                          <a:pt x="324" y="79"/>
                        </a:lnTo>
                        <a:lnTo>
                          <a:pt x="324" y="75"/>
                        </a:lnTo>
                        <a:lnTo>
                          <a:pt x="324" y="72"/>
                        </a:lnTo>
                        <a:lnTo>
                          <a:pt x="321" y="69"/>
                        </a:lnTo>
                        <a:lnTo>
                          <a:pt x="321" y="67"/>
                        </a:lnTo>
                        <a:lnTo>
                          <a:pt x="322" y="65"/>
                        </a:lnTo>
                        <a:lnTo>
                          <a:pt x="321" y="61"/>
                        </a:lnTo>
                        <a:lnTo>
                          <a:pt x="320" y="60"/>
                        </a:lnTo>
                        <a:lnTo>
                          <a:pt x="321" y="57"/>
                        </a:lnTo>
                        <a:lnTo>
                          <a:pt x="320" y="53"/>
                        </a:lnTo>
                        <a:lnTo>
                          <a:pt x="318" y="50"/>
                        </a:lnTo>
                        <a:lnTo>
                          <a:pt x="318" y="49"/>
                        </a:lnTo>
                        <a:lnTo>
                          <a:pt x="317" y="46"/>
                        </a:lnTo>
                        <a:lnTo>
                          <a:pt x="317" y="42"/>
                        </a:lnTo>
                        <a:lnTo>
                          <a:pt x="318" y="41"/>
                        </a:lnTo>
                        <a:lnTo>
                          <a:pt x="322" y="42"/>
                        </a:lnTo>
                        <a:lnTo>
                          <a:pt x="324" y="44"/>
                        </a:lnTo>
                        <a:lnTo>
                          <a:pt x="325" y="44"/>
                        </a:lnTo>
                        <a:lnTo>
                          <a:pt x="326" y="42"/>
                        </a:lnTo>
                        <a:lnTo>
                          <a:pt x="328" y="42"/>
                        </a:lnTo>
                        <a:lnTo>
                          <a:pt x="332" y="48"/>
                        </a:lnTo>
                        <a:lnTo>
                          <a:pt x="336" y="50"/>
                        </a:lnTo>
                        <a:lnTo>
                          <a:pt x="337" y="49"/>
                        </a:lnTo>
                        <a:lnTo>
                          <a:pt x="337" y="46"/>
                        </a:lnTo>
                        <a:lnTo>
                          <a:pt x="336" y="45"/>
                        </a:lnTo>
                        <a:lnTo>
                          <a:pt x="337" y="41"/>
                        </a:lnTo>
                        <a:lnTo>
                          <a:pt x="339" y="41"/>
                        </a:lnTo>
                        <a:lnTo>
                          <a:pt x="341" y="41"/>
                        </a:lnTo>
                        <a:lnTo>
                          <a:pt x="344" y="41"/>
                        </a:lnTo>
                        <a:lnTo>
                          <a:pt x="347" y="40"/>
                        </a:lnTo>
                        <a:lnTo>
                          <a:pt x="350" y="40"/>
                        </a:lnTo>
                        <a:lnTo>
                          <a:pt x="352" y="41"/>
                        </a:lnTo>
                        <a:lnTo>
                          <a:pt x="354" y="42"/>
                        </a:lnTo>
                        <a:lnTo>
                          <a:pt x="355" y="44"/>
                        </a:lnTo>
                        <a:lnTo>
                          <a:pt x="356" y="48"/>
                        </a:lnTo>
                        <a:lnTo>
                          <a:pt x="356" y="49"/>
                        </a:lnTo>
                        <a:lnTo>
                          <a:pt x="359" y="52"/>
                        </a:lnTo>
                        <a:lnTo>
                          <a:pt x="359" y="54"/>
                        </a:lnTo>
                        <a:lnTo>
                          <a:pt x="358" y="57"/>
                        </a:lnTo>
                        <a:lnTo>
                          <a:pt x="360" y="61"/>
                        </a:lnTo>
                        <a:lnTo>
                          <a:pt x="360" y="65"/>
                        </a:lnTo>
                        <a:lnTo>
                          <a:pt x="360" y="67"/>
                        </a:lnTo>
                        <a:lnTo>
                          <a:pt x="363" y="68"/>
                        </a:lnTo>
                        <a:lnTo>
                          <a:pt x="366" y="68"/>
                        </a:lnTo>
                        <a:lnTo>
                          <a:pt x="370" y="71"/>
                        </a:lnTo>
                        <a:lnTo>
                          <a:pt x="374" y="72"/>
                        </a:lnTo>
                        <a:lnTo>
                          <a:pt x="373" y="71"/>
                        </a:lnTo>
                        <a:lnTo>
                          <a:pt x="373" y="69"/>
                        </a:lnTo>
                        <a:lnTo>
                          <a:pt x="370" y="68"/>
                        </a:lnTo>
                        <a:lnTo>
                          <a:pt x="369" y="65"/>
                        </a:lnTo>
                        <a:lnTo>
                          <a:pt x="366" y="65"/>
                        </a:lnTo>
                        <a:lnTo>
                          <a:pt x="363" y="64"/>
                        </a:lnTo>
                        <a:lnTo>
                          <a:pt x="363" y="63"/>
                        </a:lnTo>
                        <a:lnTo>
                          <a:pt x="363" y="59"/>
                        </a:lnTo>
                        <a:lnTo>
                          <a:pt x="360" y="56"/>
                        </a:lnTo>
                        <a:lnTo>
                          <a:pt x="360" y="54"/>
                        </a:lnTo>
                        <a:lnTo>
                          <a:pt x="362" y="50"/>
                        </a:lnTo>
                        <a:lnTo>
                          <a:pt x="362" y="48"/>
                        </a:lnTo>
                        <a:lnTo>
                          <a:pt x="362" y="45"/>
                        </a:lnTo>
                        <a:lnTo>
                          <a:pt x="363" y="45"/>
                        </a:lnTo>
                        <a:lnTo>
                          <a:pt x="362" y="42"/>
                        </a:lnTo>
                        <a:lnTo>
                          <a:pt x="359" y="41"/>
                        </a:lnTo>
                        <a:lnTo>
                          <a:pt x="356" y="37"/>
                        </a:lnTo>
                        <a:lnTo>
                          <a:pt x="354" y="37"/>
                        </a:lnTo>
                        <a:lnTo>
                          <a:pt x="351" y="37"/>
                        </a:lnTo>
                        <a:lnTo>
                          <a:pt x="350" y="38"/>
                        </a:lnTo>
                        <a:lnTo>
                          <a:pt x="348" y="38"/>
                        </a:lnTo>
                        <a:lnTo>
                          <a:pt x="344" y="37"/>
                        </a:lnTo>
                        <a:lnTo>
                          <a:pt x="344" y="33"/>
                        </a:lnTo>
                        <a:lnTo>
                          <a:pt x="345" y="30"/>
                        </a:lnTo>
                        <a:lnTo>
                          <a:pt x="348" y="30"/>
                        </a:lnTo>
                        <a:lnTo>
                          <a:pt x="348" y="29"/>
                        </a:lnTo>
                        <a:lnTo>
                          <a:pt x="344" y="26"/>
                        </a:lnTo>
                        <a:lnTo>
                          <a:pt x="344" y="23"/>
                        </a:lnTo>
                        <a:lnTo>
                          <a:pt x="344" y="20"/>
                        </a:lnTo>
                        <a:lnTo>
                          <a:pt x="345" y="18"/>
                        </a:lnTo>
                        <a:lnTo>
                          <a:pt x="347" y="18"/>
                        </a:lnTo>
                        <a:lnTo>
                          <a:pt x="348" y="20"/>
                        </a:lnTo>
                        <a:lnTo>
                          <a:pt x="350" y="23"/>
                        </a:lnTo>
                        <a:lnTo>
                          <a:pt x="351" y="23"/>
                        </a:lnTo>
                        <a:lnTo>
                          <a:pt x="354" y="19"/>
                        </a:lnTo>
                        <a:lnTo>
                          <a:pt x="355" y="18"/>
                        </a:lnTo>
                        <a:lnTo>
                          <a:pt x="358" y="16"/>
                        </a:lnTo>
                        <a:lnTo>
                          <a:pt x="359" y="15"/>
                        </a:lnTo>
                        <a:lnTo>
                          <a:pt x="362" y="12"/>
                        </a:lnTo>
                        <a:lnTo>
                          <a:pt x="365" y="12"/>
                        </a:lnTo>
                        <a:lnTo>
                          <a:pt x="362" y="14"/>
                        </a:lnTo>
                        <a:lnTo>
                          <a:pt x="362" y="15"/>
                        </a:lnTo>
                        <a:lnTo>
                          <a:pt x="362" y="16"/>
                        </a:lnTo>
                        <a:lnTo>
                          <a:pt x="365" y="15"/>
                        </a:lnTo>
                        <a:lnTo>
                          <a:pt x="366" y="15"/>
                        </a:lnTo>
                        <a:lnTo>
                          <a:pt x="367" y="16"/>
                        </a:lnTo>
                        <a:lnTo>
                          <a:pt x="367" y="19"/>
                        </a:lnTo>
                        <a:lnTo>
                          <a:pt x="370" y="20"/>
                        </a:lnTo>
                        <a:lnTo>
                          <a:pt x="370" y="22"/>
                        </a:lnTo>
                        <a:lnTo>
                          <a:pt x="369" y="23"/>
                        </a:lnTo>
                        <a:lnTo>
                          <a:pt x="369" y="25"/>
                        </a:lnTo>
                        <a:lnTo>
                          <a:pt x="370" y="23"/>
                        </a:lnTo>
                        <a:lnTo>
                          <a:pt x="373" y="20"/>
                        </a:lnTo>
                        <a:lnTo>
                          <a:pt x="375" y="22"/>
                        </a:lnTo>
                        <a:lnTo>
                          <a:pt x="377" y="23"/>
                        </a:lnTo>
                        <a:lnTo>
                          <a:pt x="377" y="26"/>
                        </a:lnTo>
                        <a:lnTo>
                          <a:pt x="379" y="30"/>
                        </a:lnTo>
                        <a:lnTo>
                          <a:pt x="379" y="33"/>
                        </a:lnTo>
                        <a:lnTo>
                          <a:pt x="379" y="37"/>
                        </a:lnTo>
                        <a:lnTo>
                          <a:pt x="382" y="35"/>
                        </a:lnTo>
                        <a:lnTo>
                          <a:pt x="382" y="31"/>
                        </a:lnTo>
                        <a:lnTo>
                          <a:pt x="381" y="29"/>
                        </a:lnTo>
                        <a:lnTo>
                          <a:pt x="379" y="27"/>
                        </a:lnTo>
                        <a:lnTo>
                          <a:pt x="379" y="25"/>
                        </a:lnTo>
                        <a:lnTo>
                          <a:pt x="379" y="23"/>
                        </a:lnTo>
                        <a:lnTo>
                          <a:pt x="379" y="23"/>
                        </a:lnTo>
                        <a:lnTo>
                          <a:pt x="382" y="25"/>
                        </a:lnTo>
                        <a:lnTo>
                          <a:pt x="386" y="27"/>
                        </a:lnTo>
                        <a:lnTo>
                          <a:pt x="389" y="31"/>
                        </a:lnTo>
                        <a:lnTo>
                          <a:pt x="392" y="33"/>
                        </a:lnTo>
                        <a:lnTo>
                          <a:pt x="396" y="34"/>
                        </a:lnTo>
                        <a:lnTo>
                          <a:pt x="396" y="33"/>
                        </a:lnTo>
                        <a:lnTo>
                          <a:pt x="393" y="31"/>
                        </a:lnTo>
                        <a:lnTo>
                          <a:pt x="390" y="30"/>
                        </a:lnTo>
                        <a:lnTo>
                          <a:pt x="388" y="26"/>
                        </a:lnTo>
                        <a:lnTo>
                          <a:pt x="388" y="23"/>
                        </a:lnTo>
                        <a:lnTo>
                          <a:pt x="389" y="19"/>
                        </a:lnTo>
                        <a:lnTo>
                          <a:pt x="392" y="19"/>
                        </a:lnTo>
                        <a:lnTo>
                          <a:pt x="393" y="19"/>
                        </a:lnTo>
                        <a:lnTo>
                          <a:pt x="397" y="20"/>
                        </a:lnTo>
                        <a:lnTo>
                          <a:pt x="400" y="20"/>
                        </a:lnTo>
                        <a:lnTo>
                          <a:pt x="401" y="19"/>
                        </a:lnTo>
                        <a:lnTo>
                          <a:pt x="400" y="18"/>
                        </a:lnTo>
                        <a:lnTo>
                          <a:pt x="398" y="18"/>
                        </a:lnTo>
                        <a:lnTo>
                          <a:pt x="398" y="16"/>
                        </a:lnTo>
                        <a:lnTo>
                          <a:pt x="401" y="14"/>
                        </a:lnTo>
                        <a:lnTo>
                          <a:pt x="403" y="11"/>
                        </a:lnTo>
                        <a:lnTo>
                          <a:pt x="403" y="10"/>
                        </a:lnTo>
                        <a:lnTo>
                          <a:pt x="401" y="8"/>
                        </a:lnTo>
                        <a:lnTo>
                          <a:pt x="401" y="6"/>
                        </a:lnTo>
                        <a:lnTo>
                          <a:pt x="404" y="6"/>
                        </a:lnTo>
                        <a:lnTo>
                          <a:pt x="405" y="6"/>
                        </a:lnTo>
                        <a:lnTo>
                          <a:pt x="407" y="4"/>
                        </a:lnTo>
                        <a:lnTo>
                          <a:pt x="407" y="1"/>
                        </a:lnTo>
                        <a:lnTo>
                          <a:pt x="408" y="0"/>
                        </a:lnTo>
                        <a:lnTo>
                          <a:pt x="409" y="1"/>
                        </a:lnTo>
                        <a:lnTo>
                          <a:pt x="411" y="1"/>
                        </a:lnTo>
                        <a:lnTo>
                          <a:pt x="412" y="3"/>
                        </a:lnTo>
                        <a:lnTo>
                          <a:pt x="413" y="4"/>
                        </a:lnTo>
                        <a:lnTo>
                          <a:pt x="413" y="7"/>
                        </a:lnTo>
                        <a:lnTo>
                          <a:pt x="415" y="8"/>
                        </a:lnTo>
                        <a:lnTo>
                          <a:pt x="417" y="7"/>
                        </a:lnTo>
                        <a:lnTo>
                          <a:pt x="416" y="6"/>
                        </a:lnTo>
                        <a:lnTo>
                          <a:pt x="416" y="3"/>
                        </a:lnTo>
                        <a:lnTo>
                          <a:pt x="416" y="1"/>
                        </a:lnTo>
                        <a:lnTo>
                          <a:pt x="417" y="0"/>
                        </a:lnTo>
                        <a:lnTo>
                          <a:pt x="419" y="0"/>
                        </a:lnTo>
                        <a:lnTo>
                          <a:pt x="422" y="0"/>
                        </a:lnTo>
                        <a:lnTo>
                          <a:pt x="427" y="0"/>
                        </a:lnTo>
                        <a:lnTo>
                          <a:pt x="428" y="1"/>
                        </a:lnTo>
                        <a:lnTo>
                          <a:pt x="430" y="3"/>
                        </a:lnTo>
                        <a:lnTo>
                          <a:pt x="430" y="1"/>
                        </a:lnTo>
                        <a:lnTo>
                          <a:pt x="432" y="0"/>
                        </a:lnTo>
                        <a:lnTo>
                          <a:pt x="435" y="1"/>
                        </a:lnTo>
                        <a:lnTo>
                          <a:pt x="439" y="1"/>
                        </a:lnTo>
                        <a:lnTo>
                          <a:pt x="441" y="3"/>
                        </a:lnTo>
                        <a:lnTo>
                          <a:pt x="443" y="3"/>
                        </a:lnTo>
                        <a:lnTo>
                          <a:pt x="445" y="3"/>
                        </a:lnTo>
                        <a:lnTo>
                          <a:pt x="446" y="4"/>
                        </a:lnTo>
                        <a:lnTo>
                          <a:pt x="447" y="6"/>
                        </a:lnTo>
                        <a:lnTo>
                          <a:pt x="451" y="8"/>
                        </a:lnTo>
                        <a:lnTo>
                          <a:pt x="453" y="7"/>
                        </a:lnTo>
                        <a:lnTo>
                          <a:pt x="453" y="7"/>
                        </a:lnTo>
                        <a:lnTo>
                          <a:pt x="454" y="6"/>
                        </a:lnTo>
                        <a:lnTo>
                          <a:pt x="458" y="8"/>
                        </a:lnTo>
                        <a:lnTo>
                          <a:pt x="460" y="8"/>
                        </a:lnTo>
                        <a:lnTo>
                          <a:pt x="464" y="12"/>
                        </a:lnTo>
                        <a:lnTo>
                          <a:pt x="469" y="12"/>
                        </a:lnTo>
                        <a:lnTo>
                          <a:pt x="470" y="14"/>
                        </a:lnTo>
                        <a:lnTo>
                          <a:pt x="473" y="12"/>
                        </a:lnTo>
                        <a:lnTo>
                          <a:pt x="475" y="14"/>
                        </a:lnTo>
                        <a:lnTo>
                          <a:pt x="476" y="15"/>
                        </a:lnTo>
                        <a:lnTo>
                          <a:pt x="479" y="14"/>
                        </a:lnTo>
                        <a:lnTo>
                          <a:pt x="480" y="15"/>
                        </a:lnTo>
                        <a:lnTo>
                          <a:pt x="483" y="16"/>
                        </a:lnTo>
                        <a:lnTo>
                          <a:pt x="487" y="18"/>
                        </a:lnTo>
                        <a:lnTo>
                          <a:pt x="490" y="20"/>
                        </a:lnTo>
                        <a:lnTo>
                          <a:pt x="491" y="23"/>
                        </a:lnTo>
                        <a:lnTo>
                          <a:pt x="494" y="23"/>
                        </a:lnTo>
                        <a:lnTo>
                          <a:pt x="498" y="26"/>
                        </a:lnTo>
                        <a:lnTo>
                          <a:pt x="498" y="27"/>
                        </a:lnTo>
                        <a:lnTo>
                          <a:pt x="496" y="30"/>
                        </a:lnTo>
                        <a:lnTo>
                          <a:pt x="494" y="30"/>
                        </a:lnTo>
                        <a:lnTo>
                          <a:pt x="491" y="30"/>
                        </a:lnTo>
                        <a:lnTo>
                          <a:pt x="490" y="30"/>
                        </a:lnTo>
                        <a:lnTo>
                          <a:pt x="488" y="33"/>
                        </a:lnTo>
                        <a:lnTo>
                          <a:pt x="485" y="33"/>
                        </a:lnTo>
                        <a:lnTo>
                          <a:pt x="484" y="31"/>
                        </a:lnTo>
                        <a:lnTo>
                          <a:pt x="481" y="33"/>
                        </a:lnTo>
                        <a:lnTo>
                          <a:pt x="479" y="33"/>
                        </a:lnTo>
                        <a:lnTo>
                          <a:pt x="473" y="30"/>
                        </a:lnTo>
                        <a:lnTo>
                          <a:pt x="470" y="29"/>
                        </a:lnTo>
                        <a:lnTo>
                          <a:pt x="469" y="29"/>
                        </a:lnTo>
                        <a:lnTo>
                          <a:pt x="466" y="29"/>
                        </a:lnTo>
                        <a:lnTo>
                          <a:pt x="464" y="29"/>
                        </a:lnTo>
                        <a:lnTo>
                          <a:pt x="462" y="29"/>
                        </a:lnTo>
                        <a:lnTo>
                          <a:pt x="460" y="30"/>
                        </a:lnTo>
                        <a:lnTo>
                          <a:pt x="460" y="29"/>
                        </a:lnTo>
                        <a:lnTo>
                          <a:pt x="457" y="29"/>
                        </a:lnTo>
                        <a:lnTo>
                          <a:pt x="451" y="30"/>
                        </a:lnTo>
                        <a:lnTo>
                          <a:pt x="450" y="31"/>
                        </a:lnTo>
                        <a:lnTo>
                          <a:pt x="447" y="30"/>
                        </a:lnTo>
                        <a:lnTo>
                          <a:pt x="446" y="30"/>
                        </a:lnTo>
                        <a:lnTo>
                          <a:pt x="442" y="31"/>
                        </a:lnTo>
                        <a:lnTo>
                          <a:pt x="438" y="31"/>
                        </a:lnTo>
                        <a:lnTo>
                          <a:pt x="437" y="30"/>
                        </a:lnTo>
                        <a:lnTo>
                          <a:pt x="437" y="27"/>
                        </a:lnTo>
                        <a:lnTo>
                          <a:pt x="438" y="26"/>
                        </a:lnTo>
                        <a:lnTo>
                          <a:pt x="439" y="26"/>
                        </a:lnTo>
                        <a:lnTo>
                          <a:pt x="439" y="25"/>
                        </a:lnTo>
                        <a:lnTo>
                          <a:pt x="439" y="23"/>
                        </a:lnTo>
                        <a:lnTo>
                          <a:pt x="437" y="23"/>
                        </a:lnTo>
                        <a:lnTo>
                          <a:pt x="435" y="23"/>
                        </a:lnTo>
                        <a:lnTo>
                          <a:pt x="432" y="26"/>
                        </a:lnTo>
                        <a:lnTo>
                          <a:pt x="432" y="29"/>
                        </a:lnTo>
                        <a:lnTo>
                          <a:pt x="434" y="30"/>
                        </a:lnTo>
                        <a:lnTo>
                          <a:pt x="437" y="30"/>
                        </a:lnTo>
                        <a:lnTo>
                          <a:pt x="435" y="33"/>
                        </a:lnTo>
                        <a:lnTo>
                          <a:pt x="434" y="34"/>
                        </a:lnTo>
                        <a:lnTo>
                          <a:pt x="432" y="33"/>
                        </a:lnTo>
                        <a:lnTo>
                          <a:pt x="430" y="33"/>
                        </a:lnTo>
                        <a:lnTo>
                          <a:pt x="427" y="34"/>
                        </a:lnTo>
                        <a:lnTo>
                          <a:pt x="426" y="34"/>
                        </a:lnTo>
                        <a:lnTo>
                          <a:pt x="423" y="34"/>
                        </a:lnTo>
                        <a:lnTo>
                          <a:pt x="420" y="34"/>
                        </a:lnTo>
                        <a:lnTo>
                          <a:pt x="416" y="34"/>
                        </a:lnTo>
                        <a:lnTo>
                          <a:pt x="413" y="35"/>
                        </a:lnTo>
                        <a:lnTo>
                          <a:pt x="408" y="38"/>
                        </a:lnTo>
                        <a:lnTo>
                          <a:pt x="407" y="41"/>
                        </a:lnTo>
                        <a:lnTo>
                          <a:pt x="407" y="45"/>
                        </a:lnTo>
                        <a:lnTo>
                          <a:pt x="407" y="46"/>
                        </a:lnTo>
                        <a:lnTo>
                          <a:pt x="405" y="48"/>
                        </a:lnTo>
                        <a:lnTo>
                          <a:pt x="407" y="49"/>
                        </a:lnTo>
                        <a:lnTo>
                          <a:pt x="409" y="49"/>
                        </a:lnTo>
                        <a:lnTo>
                          <a:pt x="409" y="46"/>
                        </a:lnTo>
                        <a:lnTo>
                          <a:pt x="409" y="44"/>
                        </a:lnTo>
                        <a:lnTo>
                          <a:pt x="409" y="44"/>
                        </a:lnTo>
                        <a:lnTo>
                          <a:pt x="411" y="42"/>
                        </a:lnTo>
                        <a:lnTo>
                          <a:pt x="413" y="42"/>
                        </a:lnTo>
                        <a:lnTo>
                          <a:pt x="416" y="41"/>
                        </a:lnTo>
                        <a:lnTo>
                          <a:pt x="416" y="42"/>
                        </a:lnTo>
                        <a:lnTo>
                          <a:pt x="416" y="44"/>
                        </a:lnTo>
                        <a:lnTo>
                          <a:pt x="415" y="46"/>
                        </a:lnTo>
                        <a:lnTo>
                          <a:pt x="415" y="48"/>
                        </a:lnTo>
                        <a:lnTo>
                          <a:pt x="416" y="48"/>
                        </a:lnTo>
                        <a:lnTo>
                          <a:pt x="417" y="46"/>
                        </a:lnTo>
                        <a:lnTo>
                          <a:pt x="417" y="42"/>
                        </a:lnTo>
                        <a:lnTo>
                          <a:pt x="417" y="42"/>
                        </a:lnTo>
                        <a:lnTo>
                          <a:pt x="420" y="40"/>
                        </a:lnTo>
                        <a:lnTo>
                          <a:pt x="420" y="40"/>
                        </a:lnTo>
                        <a:lnTo>
                          <a:pt x="423" y="38"/>
                        </a:lnTo>
                        <a:lnTo>
                          <a:pt x="424" y="38"/>
                        </a:lnTo>
                        <a:lnTo>
                          <a:pt x="428" y="37"/>
                        </a:lnTo>
                        <a:lnTo>
                          <a:pt x="431" y="37"/>
                        </a:lnTo>
                        <a:lnTo>
                          <a:pt x="432" y="37"/>
                        </a:lnTo>
                        <a:lnTo>
                          <a:pt x="434" y="37"/>
                        </a:lnTo>
                        <a:lnTo>
                          <a:pt x="434" y="38"/>
                        </a:lnTo>
                        <a:lnTo>
                          <a:pt x="437" y="42"/>
                        </a:lnTo>
                        <a:lnTo>
                          <a:pt x="438" y="44"/>
                        </a:lnTo>
                        <a:lnTo>
                          <a:pt x="438" y="44"/>
                        </a:lnTo>
                        <a:lnTo>
                          <a:pt x="438" y="41"/>
                        </a:lnTo>
                        <a:lnTo>
                          <a:pt x="438" y="38"/>
                        </a:lnTo>
                        <a:lnTo>
                          <a:pt x="438" y="37"/>
                        </a:lnTo>
                        <a:lnTo>
                          <a:pt x="442" y="37"/>
                        </a:lnTo>
                        <a:lnTo>
                          <a:pt x="443" y="37"/>
                        </a:lnTo>
                        <a:lnTo>
                          <a:pt x="447" y="37"/>
                        </a:lnTo>
                        <a:lnTo>
                          <a:pt x="450" y="37"/>
                        </a:lnTo>
                        <a:lnTo>
                          <a:pt x="454" y="34"/>
                        </a:lnTo>
                        <a:lnTo>
                          <a:pt x="457" y="34"/>
                        </a:lnTo>
                        <a:lnTo>
                          <a:pt x="462" y="33"/>
                        </a:lnTo>
                        <a:lnTo>
                          <a:pt x="466" y="34"/>
                        </a:lnTo>
                        <a:lnTo>
                          <a:pt x="469" y="35"/>
                        </a:lnTo>
                        <a:lnTo>
                          <a:pt x="472" y="37"/>
                        </a:lnTo>
                        <a:lnTo>
                          <a:pt x="473" y="37"/>
                        </a:lnTo>
                        <a:lnTo>
                          <a:pt x="476" y="38"/>
                        </a:lnTo>
                        <a:lnTo>
                          <a:pt x="479" y="40"/>
                        </a:lnTo>
                        <a:lnTo>
                          <a:pt x="480" y="41"/>
                        </a:lnTo>
                        <a:lnTo>
                          <a:pt x="481" y="40"/>
                        </a:lnTo>
                        <a:lnTo>
                          <a:pt x="484" y="40"/>
                        </a:lnTo>
                        <a:lnTo>
                          <a:pt x="485" y="40"/>
                        </a:lnTo>
                        <a:lnTo>
                          <a:pt x="485" y="41"/>
                        </a:lnTo>
                        <a:lnTo>
                          <a:pt x="487" y="41"/>
                        </a:lnTo>
                        <a:lnTo>
                          <a:pt x="490" y="40"/>
                        </a:lnTo>
                        <a:lnTo>
                          <a:pt x="491" y="40"/>
                        </a:lnTo>
                        <a:lnTo>
                          <a:pt x="494" y="40"/>
                        </a:lnTo>
                        <a:lnTo>
                          <a:pt x="498" y="37"/>
                        </a:lnTo>
                        <a:lnTo>
                          <a:pt x="500" y="35"/>
                        </a:lnTo>
                        <a:lnTo>
                          <a:pt x="502" y="34"/>
                        </a:lnTo>
                        <a:lnTo>
                          <a:pt x="502" y="35"/>
                        </a:lnTo>
                        <a:lnTo>
                          <a:pt x="504" y="38"/>
                        </a:lnTo>
                        <a:lnTo>
                          <a:pt x="507" y="40"/>
                        </a:lnTo>
                        <a:lnTo>
                          <a:pt x="507" y="40"/>
                        </a:lnTo>
                        <a:lnTo>
                          <a:pt x="506" y="42"/>
                        </a:lnTo>
                        <a:lnTo>
                          <a:pt x="506" y="42"/>
                        </a:lnTo>
                        <a:lnTo>
                          <a:pt x="507" y="44"/>
                        </a:lnTo>
                        <a:lnTo>
                          <a:pt x="507" y="45"/>
                        </a:lnTo>
                        <a:lnTo>
                          <a:pt x="507" y="46"/>
                        </a:lnTo>
                        <a:lnTo>
                          <a:pt x="503" y="50"/>
                        </a:lnTo>
                        <a:lnTo>
                          <a:pt x="499" y="52"/>
                        </a:lnTo>
                        <a:lnTo>
                          <a:pt x="498" y="50"/>
                        </a:lnTo>
                        <a:lnTo>
                          <a:pt x="495" y="49"/>
                        </a:lnTo>
                        <a:lnTo>
                          <a:pt x="494" y="48"/>
                        </a:lnTo>
                        <a:lnTo>
                          <a:pt x="492" y="49"/>
                        </a:lnTo>
                        <a:lnTo>
                          <a:pt x="492" y="50"/>
                        </a:lnTo>
                        <a:lnTo>
                          <a:pt x="495" y="52"/>
                        </a:lnTo>
                        <a:lnTo>
                          <a:pt x="495" y="53"/>
                        </a:lnTo>
                        <a:lnTo>
                          <a:pt x="495" y="54"/>
                        </a:lnTo>
                        <a:lnTo>
                          <a:pt x="492" y="53"/>
                        </a:lnTo>
                        <a:lnTo>
                          <a:pt x="491" y="52"/>
                        </a:lnTo>
                        <a:lnTo>
                          <a:pt x="490" y="52"/>
                        </a:lnTo>
                        <a:lnTo>
                          <a:pt x="490" y="53"/>
                        </a:lnTo>
                        <a:lnTo>
                          <a:pt x="490" y="54"/>
                        </a:lnTo>
                        <a:lnTo>
                          <a:pt x="492" y="56"/>
                        </a:lnTo>
                        <a:lnTo>
                          <a:pt x="495" y="56"/>
                        </a:lnTo>
                        <a:lnTo>
                          <a:pt x="498" y="57"/>
                        </a:lnTo>
                        <a:lnTo>
                          <a:pt x="500" y="57"/>
                        </a:lnTo>
                        <a:lnTo>
                          <a:pt x="504" y="54"/>
                        </a:lnTo>
                        <a:lnTo>
                          <a:pt x="506" y="54"/>
                        </a:lnTo>
                        <a:lnTo>
                          <a:pt x="507" y="56"/>
                        </a:lnTo>
                        <a:lnTo>
                          <a:pt x="507" y="54"/>
                        </a:lnTo>
                        <a:lnTo>
                          <a:pt x="507" y="53"/>
                        </a:lnTo>
                        <a:lnTo>
                          <a:pt x="510" y="53"/>
                        </a:lnTo>
                        <a:lnTo>
                          <a:pt x="515" y="53"/>
                        </a:lnTo>
                        <a:lnTo>
                          <a:pt x="517" y="54"/>
                        </a:lnTo>
                        <a:lnTo>
                          <a:pt x="517" y="56"/>
                        </a:lnTo>
                        <a:lnTo>
                          <a:pt x="518" y="56"/>
                        </a:lnTo>
                        <a:lnTo>
                          <a:pt x="519" y="56"/>
                        </a:lnTo>
                        <a:lnTo>
                          <a:pt x="521" y="54"/>
                        </a:lnTo>
                        <a:lnTo>
                          <a:pt x="522" y="56"/>
                        </a:lnTo>
                        <a:lnTo>
                          <a:pt x="522" y="57"/>
                        </a:lnTo>
                        <a:lnTo>
                          <a:pt x="525" y="60"/>
                        </a:lnTo>
                        <a:lnTo>
                          <a:pt x="528" y="60"/>
                        </a:lnTo>
                        <a:lnTo>
                          <a:pt x="530" y="61"/>
                        </a:lnTo>
                        <a:lnTo>
                          <a:pt x="530" y="63"/>
                        </a:lnTo>
                        <a:lnTo>
                          <a:pt x="533" y="65"/>
                        </a:lnTo>
                        <a:lnTo>
                          <a:pt x="536" y="67"/>
                        </a:lnTo>
                        <a:lnTo>
                          <a:pt x="538" y="68"/>
                        </a:lnTo>
                        <a:lnTo>
                          <a:pt x="540" y="69"/>
                        </a:lnTo>
                        <a:lnTo>
                          <a:pt x="540" y="72"/>
                        </a:lnTo>
                        <a:lnTo>
                          <a:pt x="538" y="73"/>
                        </a:lnTo>
                        <a:lnTo>
                          <a:pt x="537" y="75"/>
                        </a:lnTo>
                        <a:lnTo>
                          <a:pt x="537" y="76"/>
                        </a:lnTo>
                        <a:lnTo>
                          <a:pt x="536" y="78"/>
                        </a:lnTo>
                        <a:lnTo>
                          <a:pt x="533" y="80"/>
                        </a:lnTo>
                        <a:lnTo>
                          <a:pt x="532" y="80"/>
                        </a:lnTo>
                        <a:lnTo>
                          <a:pt x="530" y="80"/>
                        </a:lnTo>
                        <a:lnTo>
                          <a:pt x="529" y="80"/>
                        </a:lnTo>
                        <a:lnTo>
                          <a:pt x="529" y="82"/>
                        </a:lnTo>
                        <a:lnTo>
                          <a:pt x="529" y="83"/>
                        </a:lnTo>
                        <a:lnTo>
                          <a:pt x="526" y="84"/>
                        </a:lnTo>
                        <a:lnTo>
                          <a:pt x="521" y="86"/>
                        </a:lnTo>
                        <a:lnTo>
                          <a:pt x="518" y="87"/>
                        </a:lnTo>
                        <a:lnTo>
                          <a:pt x="517" y="87"/>
                        </a:lnTo>
                        <a:lnTo>
                          <a:pt x="514" y="87"/>
                        </a:lnTo>
                        <a:lnTo>
                          <a:pt x="513" y="86"/>
                        </a:lnTo>
                        <a:lnTo>
                          <a:pt x="511" y="84"/>
                        </a:lnTo>
                        <a:lnTo>
                          <a:pt x="511" y="84"/>
                        </a:lnTo>
                        <a:lnTo>
                          <a:pt x="511" y="86"/>
                        </a:lnTo>
                        <a:lnTo>
                          <a:pt x="513" y="87"/>
                        </a:lnTo>
                        <a:lnTo>
                          <a:pt x="513" y="88"/>
                        </a:lnTo>
                        <a:lnTo>
                          <a:pt x="510" y="88"/>
                        </a:lnTo>
                        <a:lnTo>
                          <a:pt x="507" y="87"/>
                        </a:lnTo>
                        <a:lnTo>
                          <a:pt x="504" y="88"/>
                        </a:lnTo>
                        <a:lnTo>
                          <a:pt x="503" y="88"/>
                        </a:lnTo>
                        <a:lnTo>
                          <a:pt x="502" y="87"/>
                        </a:lnTo>
                        <a:lnTo>
                          <a:pt x="499" y="87"/>
                        </a:lnTo>
                        <a:lnTo>
                          <a:pt x="498" y="88"/>
                        </a:lnTo>
                        <a:lnTo>
                          <a:pt x="494" y="90"/>
                        </a:lnTo>
                        <a:lnTo>
                          <a:pt x="491" y="90"/>
                        </a:lnTo>
                        <a:lnTo>
                          <a:pt x="490" y="90"/>
                        </a:lnTo>
                        <a:lnTo>
                          <a:pt x="488" y="90"/>
                        </a:lnTo>
                        <a:lnTo>
                          <a:pt x="485" y="88"/>
                        </a:lnTo>
                        <a:lnTo>
                          <a:pt x="484" y="88"/>
                        </a:lnTo>
                        <a:lnTo>
                          <a:pt x="483" y="90"/>
                        </a:lnTo>
                        <a:lnTo>
                          <a:pt x="480" y="90"/>
                        </a:lnTo>
                        <a:lnTo>
                          <a:pt x="477" y="90"/>
                        </a:lnTo>
                        <a:lnTo>
                          <a:pt x="475" y="87"/>
                        </a:lnTo>
                        <a:lnTo>
                          <a:pt x="473" y="87"/>
                        </a:lnTo>
                        <a:lnTo>
                          <a:pt x="472" y="86"/>
                        </a:lnTo>
                        <a:lnTo>
                          <a:pt x="469" y="86"/>
                        </a:lnTo>
                        <a:lnTo>
                          <a:pt x="466" y="86"/>
                        </a:lnTo>
                        <a:lnTo>
                          <a:pt x="465" y="84"/>
                        </a:lnTo>
                        <a:lnTo>
                          <a:pt x="462" y="86"/>
                        </a:lnTo>
                        <a:lnTo>
                          <a:pt x="460" y="86"/>
                        </a:lnTo>
                        <a:lnTo>
                          <a:pt x="457" y="84"/>
                        </a:lnTo>
                        <a:lnTo>
                          <a:pt x="456" y="84"/>
                        </a:lnTo>
                        <a:lnTo>
                          <a:pt x="454" y="87"/>
                        </a:lnTo>
                        <a:lnTo>
                          <a:pt x="451" y="87"/>
                        </a:lnTo>
                        <a:lnTo>
                          <a:pt x="449" y="87"/>
                        </a:lnTo>
                        <a:lnTo>
                          <a:pt x="446" y="88"/>
                        </a:lnTo>
                        <a:lnTo>
                          <a:pt x="446" y="88"/>
                        </a:lnTo>
                        <a:lnTo>
                          <a:pt x="445" y="88"/>
                        </a:lnTo>
                        <a:lnTo>
                          <a:pt x="445" y="86"/>
                        </a:lnTo>
                        <a:lnTo>
                          <a:pt x="443" y="86"/>
                        </a:lnTo>
                        <a:lnTo>
                          <a:pt x="441" y="86"/>
                        </a:lnTo>
                        <a:lnTo>
                          <a:pt x="439" y="86"/>
                        </a:lnTo>
                        <a:lnTo>
                          <a:pt x="438" y="86"/>
                        </a:lnTo>
                        <a:lnTo>
                          <a:pt x="438" y="86"/>
                        </a:lnTo>
                        <a:lnTo>
                          <a:pt x="438" y="87"/>
                        </a:lnTo>
                        <a:lnTo>
                          <a:pt x="442" y="87"/>
                        </a:lnTo>
                        <a:lnTo>
                          <a:pt x="442" y="87"/>
                        </a:lnTo>
                        <a:lnTo>
                          <a:pt x="443" y="88"/>
                        </a:lnTo>
                        <a:lnTo>
                          <a:pt x="442" y="91"/>
                        </a:lnTo>
                        <a:lnTo>
                          <a:pt x="441" y="91"/>
                        </a:lnTo>
                        <a:lnTo>
                          <a:pt x="439" y="91"/>
                        </a:lnTo>
                        <a:lnTo>
                          <a:pt x="437" y="91"/>
                        </a:lnTo>
                        <a:lnTo>
                          <a:pt x="435" y="92"/>
                        </a:lnTo>
                        <a:lnTo>
                          <a:pt x="432" y="94"/>
                        </a:lnTo>
                        <a:lnTo>
                          <a:pt x="428" y="94"/>
                        </a:lnTo>
                        <a:lnTo>
                          <a:pt x="427" y="95"/>
                        </a:lnTo>
                        <a:lnTo>
                          <a:pt x="426" y="97"/>
                        </a:lnTo>
                        <a:lnTo>
                          <a:pt x="423" y="98"/>
                        </a:lnTo>
                        <a:lnTo>
                          <a:pt x="420" y="98"/>
                        </a:lnTo>
                        <a:lnTo>
                          <a:pt x="417" y="99"/>
                        </a:lnTo>
                        <a:lnTo>
                          <a:pt x="416" y="99"/>
                        </a:lnTo>
                        <a:lnTo>
                          <a:pt x="415" y="101"/>
                        </a:lnTo>
                        <a:lnTo>
                          <a:pt x="415" y="103"/>
                        </a:lnTo>
                        <a:lnTo>
                          <a:pt x="416" y="105"/>
                        </a:lnTo>
                        <a:lnTo>
                          <a:pt x="416" y="106"/>
                        </a:lnTo>
                        <a:lnTo>
                          <a:pt x="416" y="109"/>
                        </a:lnTo>
                        <a:lnTo>
                          <a:pt x="417" y="110"/>
                        </a:lnTo>
                        <a:lnTo>
                          <a:pt x="419" y="110"/>
                        </a:lnTo>
                        <a:lnTo>
                          <a:pt x="420" y="109"/>
                        </a:lnTo>
                        <a:lnTo>
                          <a:pt x="420" y="106"/>
                        </a:lnTo>
                        <a:lnTo>
                          <a:pt x="422" y="105"/>
                        </a:lnTo>
                        <a:lnTo>
                          <a:pt x="424" y="105"/>
                        </a:lnTo>
                        <a:lnTo>
                          <a:pt x="427" y="103"/>
                        </a:lnTo>
                        <a:lnTo>
                          <a:pt x="428" y="103"/>
                        </a:lnTo>
                        <a:lnTo>
                          <a:pt x="431" y="103"/>
                        </a:lnTo>
                        <a:lnTo>
                          <a:pt x="432" y="102"/>
                        </a:lnTo>
                        <a:lnTo>
                          <a:pt x="434" y="99"/>
                        </a:lnTo>
                        <a:lnTo>
                          <a:pt x="438" y="99"/>
                        </a:lnTo>
                        <a:lnTo>
                          <a:pt x="443" y="97"/>
                        </a:lnTo>
                        <a:lnTo>
                          <a:pt x="446" y="97"/>
                        </a:lnTo>
                        <a:lnTo>
                          <a:pt x="446" y="98"/>
                        </a:lnTo>
                        <a:lnTo>
                          <a:pt x="445" y="99"/>
                        </a:lnTo>
                        <a:lnTo>
                          <a:pt x="446" y="99"/>
                        </a:lnTo>
                        <a:lnTo>
                          <a:pt x="447" y="98"/>
                        </a:lnTo>
                        <a:lnTo>
                          <a:pt x="447" y="97"/>
                        </a:lnTo>
                        <a:lnTo>
                          <a:pt x="450" y="94"/>
                        </a:lnTo>
                        <a:lnTo>
                          <a:pt x="451" y="92"/>
                        </a:lnTo>
                        <a:lnTo>
                          <a:pt x="454" y="94"/>
                        </a:lnTo>
                        <a:lnTo>
                          <a:pt x="456" y="94"/>
                        </a:lnTo>
                        <a:lnTo>
                          <a:pt x="458" y="94"/>
                        </a:lnTo>
                        <a:lnTo>
                          <a:pt x="462" y="94"/>
                        </a:lnTo>
                        <a:lnTo>
                          <a:pt x="465" y="95"/>
                        </a:lnTo>
                        <a:lnTo>
                          <a:pt x="468" y="95"/>
                        </a:lnTo>
                        <a:lnTo>
                          <a:pt x="475" y="95"/>
                        </a:lnTo>
                        <a:lnTo>
                          <a:pt x="476" y="95"/>
                        </a:lnTo>
                        <a:lnTo>
                          <a:pt x="479" y="97"/>
                        </a:lnTo>
                        <a:lnTo>
                          <a:pt x="484" y="98"/>
                        </a:lnTo>
                        <a:lnTo>
                          <a:pt x="488" y="98"/>
                        </a:lnTo>
                        <a:lnTo>
                          <a:pt x="491" y="98"/>
                        </a:lnTo>
                        <a:lnTo>
                          <a:pt x="491" y="99"/>
                        </a:lnTo>
                        <a:lnTo>
                          <a:pt x="492" y="101"/>
                        </a:lnTo>
                        <a:lnTo>
                          <a:pt x="492" y="102"/>
                        </a:lnTo>
                        <a:lnTo>
                          <a:pt x="490" y="103"/>
                        </a:lnTo>
                        <a:lnTo>
                          <a:pt x="490" y="105"/>
                        </a:lnTo>
                        <a:lnTo>
                          <a:pt x="488" y="107"/>
                        </a:lnTo>
                        <a:lnTo>
                          <a:pt x="487" y="109"/>
                        </a:lnTo>
                        <a:lnTo>
                          <a:pt x="480" y="109"/>
                        </a:lnTo>
                        <a:lnTo>
                          <a:pt x="476" y="110"/>
                        </a:lnTo>
                        <a:lnTo>
                          <a:pt x="476" y="112"/>
                        </a:lnTo>
                        <a:lnTo>
                          <a:pt x="475" y="110"/>
                        </a:lnTo>
                        <a:lnTo>
                          <a:pt x="473" y="110"/>
                        </a:lnTo>
                        <a:lnTo>
                          <a:pt x="473" y="113"/>
                        </a:lnTo>
                        <a:lnTo>
                          <a:pt x="473" y="114"/>
                        </a:lnTo>
                        <a:lnTo>
                          <a:pt x="472" y="117"/>
                        </a:lnTo>
                        <a:lnTo>
                          <a:pt x="473" y="118"/>
                        </a:lnTo>
                        <a:lnTo>
                          <a:pt x="473" y="118"/>
                        </a:lnTo>
                        <a:lnTo>
                          <a:pt x="477" y="117"/>
                        </a:lnTo>
                        <a:lnTo>
                          <a:pt x="480" y="117"/>
                        </a:lnTo>
                        <a:lnTo>
                          <a:pt x="483" y="116"/>
                        </a:lnTo>
                        <a:lnTo>
                          <a:pt x="483" y="116"/>
                        </a:lnTo>
                        <a:lnTo>
                          <a:pt x="488" y="116"/>
                        </a:lnTo>
                        <a:lnTo>
                          <a:pt x="488" y="116"/>
                        </a:lnTo>
                        <a:lnTo>
                          <a:pt x="494" y="117"/>
                        </a:lnTo>
                        <a:lnTo>
                          <a:pt x="495" y="117"/>
                        </a:lnTo>
                        <a:lnTo>
                          <a:pt x="496" y="118"/>
                        </a:lnTo>
                        <a:lnTo>
                          <a:pt x="498" y="117"/>
                        </a:lnTo>
                        <a:lnTo>
                          <a:pt x="499" y="116"/>
                        </a:lnTo>
                        <a:lnTo>
                          <a:pt x="499" y="116"/>
                        </a:lnTo>
                        <a:lnTo>
                          <a:pt x="502" y="116"/>
                        </a:lnTo>
                        <a:lnTo>
                          <a:pt x="503" y="117"/>
                        </a:lnTo>
                        <a:lnTo>
                          <a:pt x="506" y="114"/>
                        </a:lnTo>
                        <a:lnTo>
                          <a:pt x="506" y="110"/>
                        </a:lnTo>
                        <a:lnTo>
                          <a:pt x="506" y="106"/>
                        </a:lnTo>
                        <a:lnTo>
                          <a:pt x="507" y="105"/>
                        </a:lnTo>
                        <a:lnTo>
                          <a:pt x="507" y="103"/>
                        </a:lnTo>
                        <a:lnTo>
                          <a:pt x="507" y="102"/>
                        </a:lnTo>
                        <a:lnTo>
                          <a:pt x="509" y="101"/>
                        </a:lnTo>
                        <a:lnTo>
                          <a:pt x="513" y="101"/>
                        </a:lnTo>
                        <a:lnTo>
                          <a:pt x="515" y="101"/>
                        </a:lnTo>
                        <a:lnTo>
                          <a:pt x="519" y="101"/>
                        </a:lnTo>
                        <a:lnTo>
                          <a:pt x="522" y="101"/>
                        </a:lnTo>
                        <a:lnTo>
                          <a:pt x="523" y="101"/>
                        </a:lnTo>
                        <a:lnTo>
                          <a:pt x="525" y="103"/>
                        </a:lnTo>
                        <a:lnTo>
                          <a:pt x="525" y="109"/>
                        </a:lnTo>
                        <a:lnTo>
                          <a:pt x="525" y="112"/>
                        </a:lnTo>
                        <a:lnTo>
                          <a:pt x="522" y="114"/>
                        </a:lnTo>
                        <a:lnTo>
                          <a:pt x="519" y="120"/>
                        </a:lnTo>
                        <a:lnTo>
                          <a:pt x="519" y="122"/>
                        </a:lnTo>
                        <a:lnTo>
                          <a:pt x="518" y="125"/>
                        </a:lnTo>
                        <a:lnTo>
                          <a:pt x="510" y="132"/>
                        </a:lnTo>
                        <a:lnTo>
                          <a:pt x="509" y="132"/>
                        </a:lnTo>
                        <a:lnTo>
                          <a:pt x="507" y="132"/>
                        </a:lnTo>
                        <a:lnTo>
                          <a:pt x="506" y="133"/>
                        </a:lnTo>
                        <a:lnTo>
                          <a:pt x="504" y="135"/>
                        </a:lnTo>
                        <a:lnTo>
                          <a:pt x="502" y="133"/>
                        </a:lnTo>
                        <a:lnTo>
                          <a:pt x="500" y="135"/>
                        </a:lnTo>
                        <a:lnTo>
                          <a:pt x="499" y="137"/>
                        </a:lnTo>
                        <a:lnTo>
                          <a:pt x="499" y="139"/>
                        </a:lnTo>
                        <a:lnTo>
                          <a:pt x="496" y="140"/>
                        </a:lnTo>
                        <a:lnTo>
                          <a:pt x="495" y="143"/>
                        </a:lnTo>
                        <a:lnTo>
                          <a:pt x="494" y="141"/>
                        </a:lnTo>
                        <a:lnTo>
                          <a:pt x="492" y="141"/>
                        </a:lnTo>
                        <a:lnTo>
                          <a:pt x="492" y="143"/>
                        </a:lnTo>
                        <a:lnTo>
                          <a:pt x="492" y="144"/>
                        </a:lnTo>
                        <a:lnTo>
                          <a:pt x="491" y="145"/>
                        </a:lnTo>
                        <a:lnTo>
                          <a:pt x="488" y="150"/>
                        </a:lnTo>
                        <a:lnTo>
                          <a:pt x="487" y="151"/>
                        </a:lnTo>
                        <a:lnTo>
                          <a:pt x="485" y="154"/>
                        </a:lnTo>
                        <a:lnTo>
                          <a:pt x="481" y="156"/>
                        </a:lnTo>
                        <a:lnTo>
                          <a:pt x="479" y="159"/>
                        </a:lnTo>
                        <a:lnTo>
                          <a:pt x="477" y="159"/>
                        </a:lnTo>
                        <a:lnTo>
                          <a:pt x="473" y="162"/>
                        </a:lnTo>
                        <a:lnTo>
                          <a:pt x="473" y="163"/>
                        </a:lnTo>
                        <a:lnTo>
                          <a:pt x="470" y="163"/>
                        </a:lnTo>
                        <a:lnTo>
                          <a:pt x="470" y="166"/>
                        </a:lnTo>
                        <a:lnTo>
                          <a:pt x="470" y="169"/>
                        </a:lnTo>
                        <a:lnTo>
                          <a:pt x="469" y="171"/>
                        </a:lnTo>
                        <a:lnTo>
                          <a:pt x="470" y="173"/>
                        </a:lnTo>
                        <a:lnTo>
                          <a:pt x="470" y="171"/>
                        </a:lnTo>
                        <a:lnTo>
                          <a:pt x="472" y="169"/>
                        </a:lnTo>
                        <a:lnTo>
                          <a:pt x="475" y="166"/>
                        </a:lnTo>
                        <a:lnTo>
                          <a:pt x="476" y="163"/>
                        </a:lnTo>
                        <a:lnTo>
                          <a:pt x="479" y="162"/>
                        </a:lnTo>
                        <a:lnTo>
                          <a:pt x="480" y="162"/>
                        </a:lnTo>
                        <a:lnTo>
                          <a:pt x="480" y="162"/>
                        </a:lnTo>
                        <a:lnTo>
                          <a:pt x="483" y="159"/>
                        </a:lnTo>
                        <a:lnTo>
                          <a:pt x="488" y="156"/>
                        </a:lnTo>
                        <a:lnTo>
                          <a:pt x="490" y="155"/>
                        </a:lnTo>
                        <a:lnTo>
                          <a:pt x="490" y="154"/>
                        </a:lnTo>
                        <a:lnTo>
                          <a:pt x="494" y="150"/>
                        </a:lnTo>
                        <a:lnTo>
                          <a:pt x="498" y="145"/>
                        </a:lnTo>
                        <a:lnTo>
                          <a:pt x="499" y="145"/>
                        </a:lnTo>
                        <a:lnTo>
                          <a:pt x="502" y="145"/>
                        </a:lnTo>
                        <a:lnTo>
                          <a:pt x="503" y="145"/>
                        </a:lnTo>
                        <a:lnTo>
                          <a:pt x="506" y="144"/>
                        </a:lnTo>
                        <a:lnTo>
                          <a:pt x="506" y="143"/>
                        </a:lnTo>
                        <a:lnTo>
                          <a:pt x="509" y="143"/>
                        </a:lnTo>
                        <a:lnTo>
                          <a:pt x="513" y="143"/>
                        </a:lnTo>
                        <a:lnTo>
                          <a:pt x="517" y="140"/>
                        </a:lnTo>
                        <a:lnTo>
                          <a:pt x="519" y="137"/>
                        </a:lnTo>
                        <a:lnTo>
                          <a:pt x="521" y="137"/>
                        </a:lnTo>
                        <a:lnTo>
                          <a:pt x="523" y="136"/>
                        </a:lnTo>
                        <a:lnTo>
                          <a:pt x="525" y="135"/>
                        </a:lnTo>
                        <a:lnTo>
                          <a:pt x="528" y="135"/>
                        </a:lnTo>
                        <a:lnTo>
                          <a:pt x="529" y="132"/>
                        </a:lnTo>
                        <a:lnTo>
                          <a:pt x="533" y="129"/>
                        </a:lnTo>
                        <a:lnTo>
                          <a:pt x="533" y="125"/>
                        </a:lnTo>
                        <a:lnTo>
                          <a:pt x="533" y="124"/>
                        </a:lnTo>
                        <a:lnTo>
                          <a:pt x="536" y="122"/>
                        </a:lnTo>
                        <a:lnTo>
                          <a:pt x="536" y="121"/>
                        </a:lnTo>
                        <a:lnTo>
                          <a:pt x="537" y="120"/>
                        </a:lnTo>
                        <a:lnTo>
                          <a:pt x="537" y="121"/>
                        </a:lnTo>
                        <a:lnTo>
                          <a:pt x="538" y="124"/>
                        </a:lnTo>
                        <a:lnTo>
                          <a:pt x="538" y="125"/>
                        </a:lnTo>
                        <a:lnTo>
                          <a:pt x="538" y="128"/>
                        </a:lnTo>
                        <a:lnTo>
                          <a:pt x="540" y="129"/>
                        </a:lnTo>
                        <a:lnTo>
                          <a:pt x="540" y="132"/>
                        </a:lnTo>
                        <a:lnTo>
                          <a:pt x="538" y="133"/>
                        </a:lnTo>
                        <a:lnTo>
                          <a:pt x="540" y="135"/>
                        </a:lnTo>
                        <a:lnTo>
                          <a:pt x="540" y="133"/>
                        </a:lnTo>
                        <a:lnTo>
                          <a:pt x="541" y="132"/>
                        </a:lnTo>
                        <a:lnTo>
                          <a:pt x="542" y="129"/>
                        </a:lnTo>
                        <a:lnTo>
                          <a:pt x="541" y="128"/>
                        </a:lnTo>
                        <a:lnTo>
                          <a:pt x="541" y="126"/>
                        </a:lnTo>
                        <a:lnTo>
                          <a:pt x="542" y="125"/>
                        </a:lnTo>
                        <a:lnTo>
                          <a:pt x="544" y="125"/>
                        </a:lnTo>
                        <a:lnTo>
                          <a:pt x="544" y="128"/>
                        </a:lnTo>
                        <a:lnTo>
                          <a:pt x="545" y="129"/>
                        </a:lnTo>
                        <a:lnTo>
                          <a:pt x="548" y="129"/>
                        </a:lnTo>
                        <a:lnTo>
                          <a:pt x="551" y="128"/>
                        </a:lnTo>
                        <a:lnTo>
                          <a:pt x="551" y="126"/>
                        </a:lnTo>
                        <a:lnTo>
                          <a:pt x="551" y="125"/>
                        </a:lnTo>
                        <a:lnTo>
                          <a:pt x="551" y="124"/>
                        </a:lnTo>
                        <a:lnTo>
                          <a:pt x="552" y="124"/>
                        </a:lnTo>
                        <a:lnTo>
                          <a:pt x="553" y="122"/>
                        </a:lnTo>
                        <a:lnTo>
                          <a:pt x="553" y="118"/>
                        </a:lnTo>
                        <a:lnTo>
                          <a:pt x="553" y="117"/>
                        </a:lnTo>
                        <a:lnTo>
                          <a:pt x="553" y="116"/>
                        </a:lnTo>
                        <a:lnTo>
                          <a:pt x="555" y="114"/>
                        </a:lnTo>
                        <a:lnTo>
                          <a:pt x="556" y="116"/>
                        </a:lnTo>
                        <a:lnTo>
                          <a:pt x="559" y="117"/>
                        </a:lnTo>
                        <a:lnTo>
                          <a:pt x="562" y="116"/>
                        </a:lnTo>
                        <a:lnTo>
                          <a:pt x="563" y="114"/>
                        </a:lnTo>
                        <a:lnTo>
                          <a:pt x="567" y="113"/>
                        </a:lnTo>
                        <a:lnTo>
                          <a:pt x="570" y="113"/>
                        </a:lnTo>
                        <a:lnTo>
                          <a:pt x="571" y="113"/>
                        </a:lnTo>
                        <a:lnTo>
                          <a:pt x="575" y="113"/>
                        </a:lnTo>
                        <a:lnTo>
                          <a:pt x="578" y="116"/>
                        </a:lnTo>
                        <a:lnTo>
                          <a:pt x="582" y="117"/>
                        </a:lnTo>
                        <a:lnTo>
                          <a:pt x="585" y="117"/>
                        </a:lnTo>
                        <a:lnTo>
                          <a:pt x="587" y="118"/>
                        </a:lnTo>
                        <a:lnTo>
                          <a:pt x="589" y="120"/>
                        </a:lnTo>
                        <a:lnTo>
                          <a:pt x="591" y="120"/>
                        </a:lnTo>
                        <a:lnTo>
                          <a:pt x="594" y="121"/>
                        </a:lnTo>
                        <a:lnTo>
                          <a:pt x="594" y="124"/>
                        </a:lnTo>
                        <a:lnTo>
                          <a:pt x="595" y="125"/>
                        </a:lnTo>
                        <a:lnTo>
                          <a:pt x="600" y="128"/>
                        </a:lnTo>
                        <a:lnTo>
                          <a:pt x="600" y="131"/>
                        </a:lnTo>
                        <a:lnTo>
                          <a:pt x="602" y="132"/>
                        </a:lnTo>
                        <a:lnTo>
                          <a:pt x="604" y="136"/>
                        </a:lnTo>
                        <a:lnTo>
                          <a:pt x="602" y="139"/>
                        </a:lnTo>
                        <a:lnTo>
                          <a:pt x="601" y="141"/>
                        </a:lnTo>
                        <a:lnTo>
                          <a:pt x="598" y="141"/>
                        </a:lnTo>
                        <a:lnTo>
                          <a:pt x="597" y="144"/>
                        </a:lnTo>
                        <a:lnTo>
                          <a:pt x="595" y="145"/>
                        </a:lnTo>
                        <a:lnTo>
                          <a:pt x="594" y="145"/>
                        </a:lnTo>
                        <a:lnTo>
                          <a:pt x="591" y="147"/>
                        </a:lnTo>
                        <a:lnTo>
                          <a:pt x="589" y="151"/>
                        </a:lnTo>
                        <a:lnTo>
                          <a:pt x="587" y="154"/>
                        </a:lnTo>
                        <a:lnTo>
                          <a:pt x="586" y="154"/>
                        </a:lnTo>
                        <a:lnTo>
                          <a:pt x="585" y="154"/>
                        </a:lnTo>
                        <a:lnTo>
                          <a:pt x="581" y="151"/>
                        </a:lnTo>
                        <a:lnTo>
                          <a:pt x="579" y="151"/>
                        </a:lnTo>
                        <a:lnTo>
                          <a:pt x="576" y="152"/>
                        </a:lnTo>
                        <a:lnTo>
                          <a:pt x="575" y="155"/>
                        </a:lnTo>
                        <a:lnTo>
                          <a:pt x="575" y="156"/>
                        </a:lnTo>
                        <a:lnTo>
                          <a:pt x="576" y="156"/>
                        </a:lnTo>
                        <a:lnTo>
                          <a:pt x="576" y="158"/>
                        </a:lnTo>
                        <a:lnTo>
                          <a:pt x="578" y="160"/>
                        </a:lnTo>
                        <a:lnTo>
                          <a:pt x="579" y="160"/>
                        </a:lnTo>
                        <a:lnTo>
                          <a:pt x="579" y="163"/>
                        </a:lnTo>
                        <a:lnTo>
                          <a:pt x="578" y="165"/>
                        </a:lnTo>
                        <a:lnTo>
                          <a:pt x="576" y="165"/>
                        </a:lnTo>
                        <a:lnTo>
                          <a:pt x="574" y="165"/>
                        </a:lnTo>
                        <a:lnTo>
                          <a:pt x="570" y="167"/>
                        </a:lnTo>
                        <a:lnTo>
                          <a:pt x="567" y="169"/>
                        </a:lnTo>
                        <a:lnTo>
                          <a:pt x="566" y="169"/>
                        </a:lnTo>
                        <a:lnTo>
                          <a:pt x="563" y="169"/>
                        </a:lnTo>
                        <a:lnTo>
                          <a:pt x="562" y="167"/>
                        </a:lnTo>
                        <a:lnTo>
                          <a:pt x="559" y="167"/>
                        </a:lnTo>
                        <a:lnTo>
                          <a:pt x="557" y="167"/>
                        </a:lnTo>
                        <a:lnTo>
                          <a:pt x="556" y="166"/>
                        </a:lnTo>
                        <a:lnTo>
                          <a:pt x="555" y="166"/>
                        </a:lnTo>
                        <a:lnTo>
                          <a:pt x="553" y="165"/>
                        </a:lnTo>
                        <a:lnTo>
                          <a:pt x="552" y="165"/>
                        </a:lnTo>
                        <a:lnTo>
                          <a:pt x="552" y="165"/>
                        </a:lnTo>
                        <a:lnTo>
                          <a:pt x="551" y="166"/>
                        </a:lnTo>
                        <a:lnTo>
                          <a:pt x="551" y="166"/>
                        </a:lnTo>
                        <a:lnTo>
                          <a:pt x="548" y="166"/>
                        </a:lnTo>
                        <a:lnTo>
                          <a:pt x="548" y="167"/>
                        </a:lnTo>
                        <a:lnTo>
                          <a:pt x="547" y="169"/>
                        </a:lnTo>
                        <a:lnTo>
                          <a:pt x="545" y="169"/>
                        </a:lnTo>
                        <a:lnTo>
                          <a:pt x="544" y="167"/>
                        </a:lnTo>
                        <a:lnTo>
                          <a:pt x="542" y="169"/>
                        </a:lnTo>
                        <a:lnTo>
                          <a:pt x="540" y="170"/>
                        </a:lnTo>
                        <a:lnTo>
                          <a:pt x="538" y="169"/>
                        </a:lnTo>
                        <a:lnTo>
                          <a:pt x="536" y="169"/>
                        </a:lnTo>
                        <a:lnTo>
                          <a:pt x="533" y="169"/>
                        </a:lnTo>
                        <a:lnTo>
                          <a:pt x="530" y="170"/>
                        </a:lnTo>
                        <a:lnTo>
                          <a:pt x="528" y="170"/>
                        </a:lnTo>
                        <a:lnTo>
                          <a:pt x="526" y="170"/>
                        </a:lnTo>
                        <a:lnTo>
                          <a:pt x="528" y="171"/>
                        </a:lnTo>
                        <a:lnTo>
                          <a:pt x="530" y="171"/>
                        </a:lnTo>
                        <a:lnTo>
                          <a:pt x="536" y="171"/>
                        </a:lnTo>
                        <a:lnTo>
                          <a:pt x="537" y="170"/>
                        </a:lnTo>
                        <a:lnTo>
                          <a:pt x="540" y="170"/>
                        </a:lnTo>
                        <a:lnTo>
                          <a:pt x="542" y="171"/>
                        </a:lnTo>
                        <a:lnTo>
                          <a:pt x="545" y="171"/>
                        </a:lnTo>
                        <a:lnTo>
                          <a:pt x="551" y="171"/>
                        </a:lnTo>
                        <a:lnTo>
                          <a:pt x="553" y="174"/>
                        </a:lnTo>
                        <a:lnTo>
                          <a:pt x="553" y="174"/>
                        </a:lnTo>
                        <a:lnTo>
                          <a:pt x="556" y="171"/>
                        </a:lnTo>
                        <a:lnTo>
                          <a:pt x="557" y="171"/>
                        </a:lnTo>
                        <a:lnTo>
                          <a:pt x="559" y="173"/>
                        </a:lnTo>
                        <a:lnTo>
                          <a:pt x="560" y="174"/>
                        </a:lnTo>
                        <a:lnTo>
                          <a:pt x="563" y="174"/>
                        </a:lnTo>
                        <a:lnTo>
                          <a:pt x="564" y="177"/>
                        </a:lnTo>
                        <a:lnTo>
                          <a:pt x="564" y="178"/>
                        </a:lnTo>
                        <a:lnTo>
                          <a:pt x="562" y="181"/>
                        </a:lnTo>
                        <a:lnTo>
                          <a:pt x="560" y="181"/>
                        </a:lnTo>
                        <a:lnTo>
                          <a:pt x="559" y="181"/>
                        </a:lnTo>
                        <a:lnTo>
                          <a:pt x="559" y="182"/>
                        </a:lnTo>
                        <a:lnTo>
                          <a:pt x="559" y="184"/>
                        </a:lnTo>
                        <a:lnTo>
                          <a:pt x="557" y="185"/>
                        </a:lnTo>
                        <a:lnTo>
                          <a:pt x="552" y="186"/>
                        </a:lnTo>
                        <a:lnTo>
                          <a:pt x="549" y="186"/>
                        </a:lnTo>
                        <a:lnTo>
                          <a:pt x="547" y="188"/>
                        </a:lnTo>
                        <a:lnTo>
                          <a:pt x="541" y="186"/>
                        </a:lnTo>
                        <a:lnTo>
                          <a:pt x="540" y="185"/>
                        </a:lnTo>
                        <a:lnTo>
                          <a:pt x="534" y="181"/>
                        </a:lnTo>
                        <a:lnTo>
                          <a:pt x="530" y="181"/>
                        </a:lnTo>
                        <a:lnTo>
                          <a:pt x="529" y="181"/>
                        </a:lnTo>
                        <a:lnTo>
                          <a:pt x="526" y="182"/>
                        </a:lnTo>
                        <a:lnTo>
                          <a:pt x="525" y="186"/>
                        </a:lnTo>
                        <a:lnTo>
                          <a:pt x="522" y="188"/>
                        </a:lnTo>
                        <a:lnTo>
                          <a:pt x="521" y="189"/>
                        </a:lnTo>
                        <a:lnTo>
                          <a:pt x="519" y="189"/>
                        </a:lnTo>
                        <a:lnTo>
                          <a:pt x="521" y="190"/>
                        </a:lnTo>
                        <a:lnTo>
                          <a:pt x="522" y="190"/>
                        </a:lnTo>
                        <a:lnTo>
                          <a:pt x="522" y="192"/>
                        </a:lnTo>
                        <a:lnTo>
                          <a:pt x="522" y="194"/>
                        </a:lnTo>
                        <a:lnTo>
                          <a:pt x="522" y="194"/>
                        </a:lnTo>
                        <a:lnTo>
                          <a:pt x="519" y="194"/>
                        </a:lnTo>
                        <a:lnTo>
                          <a:pt x="519" y="197"/>
                        </a:lnTo>
                        <a:lnTo>
                          <a:pt x="521" y="198"/>
                        </a:lnTo>
                        <a:lnTo>
                          <a:pt x="523" y="198"/>
                        </a:lnTo>
                        <a:lnTo>
                          <a:pt x="525" y="198"/>
                        </a:lnTo>
                        <a:lnTo>
                          <a:pt x="526" y="197"/>
                        </a:lnTo>
                        <a:lnTo>
                          <a:pt x="529" y="196"/>
                        </a:lnTo>
                        <a:lnTo>
                          <a:pt x="530" y="193"/>
                        </a:lnTo>
                        <a:lnTo>
                          <a:pt x="533" y="192"/>
                        </a:lnTo>
                        <a:lnTo>
                          <a:pt x="537" y="190"/>
                        </a:lnTo>
                        <a:lnTo>
                          <a:pt x="541" y="189"/>
                        </a:lnTo>
                        <a:lnTo>
                          <a:pt x="544" y="189"/>
                        </a:lnTo>
                        <a:lnTo>
                          <a:pt x="545" y="190"/>
                        </a:lnTo>
                        <a:lnTo>
                          <a:pt x="547" y="192"/>
                        </a:lnTo>
                        <a:lnTo>
                          <a:pt x="548" y="192"/>
                        </a:lnTo>
                        <a:lnTo>
                          <a:pt x="551" y="193"/>
                        </a:lnTo>
                        <a:lnTo>
                          <a:pt x="551" y="194"/>
                        </a:lnTo>
                        <a:lnTo>
                          <a:pt x="549" y="196"/>
                        </a:lnTo>
                        <a:lnTo>
                          <a:pt x="547" y="198"/>
                        </a:lnTo>
                        <a:lnTo>
                          <a:pt x="545" y="201"/>
                        </a:lnTo>
                        <a:lnTo>
                          <a:pt x="542" y="204"/>
                        </a:lnTo>
                        <a:lnTo>
                          <a:pt x="542" y="205"/>
                        </a:lnTo>
                        <a:lnTo>
                          <a:pt x="538" y="209"/>
                        </a:lnTo>
                        <a:lnTo>
                          <a:pt x="536" y="212"/>
                        </a:lnTo>
                        <a:lnTo>
                          <a:pt x="532" y="219"/>
                        </a:lnTo>
                        <a:lnTo>
                          <a:pt x="530" y="222"/>
                        </a:lnTo>
                        <a:lnTo>
                          <a:pt x="528" y="224"/>
                        </a:lnTo>
                        <a:lnTo>
                          <a:pt x="528" y="227"/>
                        </a:lnTo>
                        <a:lnTo>
                          <a:pt x="526" y="231"/>
                        </a:lnTo>
                        <a:lnTo>
                          <a:pt x="526" y="232"/>
                        </a:lnTo>
                        <a:lnTo>
                          <a:pt x="525" y="234"/>
                        </a:lnTo>
                        <a:lnTo>
                          <a:pt x="525" y="238"/>
                        </a:lnTo>
                        <a:lnTo>
                          <a:pt x="523" y="242"/>
                        </a:lnTo>
                        <a:lnTo>
                          <a:pt x="522" y="247"/>
                        </a:lnTo>
                        <a:lnTo>
                          <a:pt x="523" y="249"/>
                        </a:lnTo>
                        <a:lnTo>
                          <a:pt x="523" y="251"/>
                        </a:lnTo>
                        <a:lnTo>
                          <a:pt x="523" y="256"/>
                        </a:lnTo>
                        <a:lnTo>
                          <a:pt x="521" y="257"/>
                        </a:lnTo>
                        <a:lnTo>
                          <a:pt x="519" y="258"/>
                        </a:lnTo>
                        <a:lnTo>
                          <a:pt x="519" y="262"/>
                        </a:lnTo>
                        <a:lnTo>
                          <a:pt x="519" y="264"/>
                        </a:lnTo>
                        <a:lnTo>
                          <a:pt x="518" y="265"/>
                        </a:lnTo>
                        <a:lnTo>
                          <a:pt x="518" y="269"/>
                        </a:lnTo>
                        <a:lnTo>
                          <a:pt x="517" y="272"/>
                        </a:lnTo>
                        <a:lnTo>
                          <a:pt x="514" y="275"/>
                        </a:lnTo>
                        <a:lnTo>
                          <a:pt x="513" y="273"/>
                        </a:lnTo>
                        <a:lnTo>
                          <a:pt x="511" y="272"/>
                        </a:lnTo>
                        <a:lnTo>
                          <a:pt x="511" y="270"/>
                        </a:lnTo>
                        <a:lnTo>
                          <a:pt x="510" y="269"/>
                        </a:lnTo>
                        <a:lnTo>
                          <a:pt x="509" y="269"/>
                        </a:lnTo>
                        <a:lnTo>
                          <a:pt x="511" y="268"/>
                        </a:lnTo>
                        <a:lnTo>
                          <a:pt x="510" y="266"/>
                        </a:lnTo>
                        <a:lnTo>
                          <a:pt x="509" y="266"/>
                        </a:lnTo>
                        <a:lnTo>
                          <a:pt x="507" y="266"/>
                        </a:lnTo>
                        <a:lnTo>
                          <a:pt x="506" y="266"/>
                        </a:lnTo>
                        <a:lnTo>
                          <a:pt x="504" y="268"/>
                        </a:lnTo>
                        <a:lnTo>
                          <a:pt x="504" y="269"/>
                        </a:lnTo>
                        <a:lnTo>
                          <a:pt x="506" y="269"/>
                        </a:lnTo>
                        <a:lnTo>
                          <a:pt x="506" y="270"/>
                        </a:lnTo>
                        <a:lnTo>
                          <a:pt x="504" y="272"/>
                        </a:lnTo>
                        <a:lnTo>
                          <a:pt x="504" y="273"/>
                        </a:lnTo>
                        <a:lnTo>
                          <a:pt x="506" y="275"/>
                        </a:lnTo>
                        <a:lnTo>
                          <a:pt x="507" y="276"/>
                        </a:lnTo>
                        <a:lnTo>
                          <a:pt x="509" y="279"/>
                        </a:lnTo>
                        <a:lnTo>
                          <a:pt x="510" y="280"/>
                        </a:lnTo>
                        <a:lnTo>
                          <a:pt x="511" y="283"/>
                        </a:lnTo>
                        <a:lnTo>
                          <a:pt x="514" y="284"/>
                        </a:lnTo>
                        <a:lnTo>
                          <a:pt x="517" y="285"/>
                        </a:lnTo>
                        <a:lnTo>
                          <a:pt x="519" y="288"/>
                        </a:lnTo>
                        <a:lnTo>
                          <a:pt x="521" y="291"/>
                        </a:lnTo>
                        <a:lnTo>
                          <a:pt x="519" y="292"/>
                        </a:lnTo>
                        <a:lnTo>
                          <a:pt x="518" y="294"/>
                        </a:lnTo>
                        <a:lnTo>
                          <a:pt x="515" y="292"/>
                        </a:lnTo>
                        <a:lnTo>
                          <a:pt x="513" y="288"/>
                        </a:lnTo>
                        <a:lnTo>
                          <a:pt x="513" y="287"/>
                        </a:lnTo>
                        <a:lnTo>
                          <a:pt x="510" y="287"/>
                        </a:lnTo>
                        <a:lnTo>
                          <a:pt x="510" y="285"/>
                        </a:lnTo>
                        <a:lnTo>
                          <a:pt x="509" y="287"/>
                        </a:lnTo>
                        <a:lnTo>
                          <a:pt x="509" y="288"/>
                        </a:lnTo>
                        <a:lnTo>
                          <a:pt x="509" y="289"/>
                        </a:lnTo>
                        <a:lnTo>
                          <a:pt x="510" y="291"/>
                        </a:lnTo>
                        <a:lnTo>
                          <a:pt x="510" y="292"/>
                        </a:lnTo>
                        <a:lnTo>
                          <a:pt x="509" y="292"/>
                        </a:lnTo>
                        <a:lnTo>
                          <a:pt x="507" y="292"/>
                        </a:lnTo>
                        <a:lnTo>
                          <a:pt x="507" y="292"/>
                        </a:lnTo>
                        <a:lnTo>
                          <a:pt x="507" y="294"/>
                        </a:lnTo>
                        <a:lnTo>
                          <a:pt x="510" y="295"/>
                        </a:lnTo>
                        <a:lnTo>
                          <a:pt x="509" y="296"/>
                        </a:lnTo>
                        <a:lnTo>
                          <a:pt x="509" y="296"/>
                        </a:lnTo>
                        <a:lnTo>
                          <a:pt x="509" y="298"/>
                        </a:lnTo>
                        <a:lnTo>
                          <a:pt x="511" y="298"/>
                        </a:lnTo>
                        <a:lnTo>
                          <a:pt x="514" y="298"/>
                        </a:lnTo>
                        <a:lnTo>
                          <a:pt x="514" y="299"/>
                        </a:lnTo>
                        <a:lnTo>
                          <a:pt x="514" y="302"/>
                        </a:lnTo>
                        <a:lnTo>
                          <a:pt x="514" y="302"/>
                        </a:lnTo>
                        <a:lnTo>
                          <a:pt x="515" y="303"/>
                        </a:lnTo>
                        <a:lnTo>
                          <a:pt x="517" y="303"/>
                        </a:lnTo>
                        <a:lnTo>
                          <a:pt x="519" y="300"/>
                        </a:lnTo>
                        <a:lnTo>
                          <a:pt x="521" y="298"/>
                        </a:lnTo>
                        <a:lnTo>
                          <a:pt x="521" y="298"/>
                        </a:lnTo>
                        <a:lnTo>
                          <a:pt x="521" y="299"/>
                        </a:lnTo>
                        <a:lnTo>
                          <a:pt x="522" y="300"/>
                        </a:lnTo>
                        <a:lnTo>
                          <a:pt x="523" y="300"/>
                        </a:lnTo>
                        <a:lnTo>
                          <a:pt x="525" y="302"/>
                        </a:lnTo>
                        <a:lnTo>
                          <a:pt x="528" y="302"/>
                        </a:lnTo>
                        <a:lnTo>
                          <a:pt x="528" y="304"/>
                        </a:lnTo>
                        <a:lnTo>
                          <a:pt x="528" y="306"/>
                        </a:lnTo>
                        <a:lnTo>
                          <a:pt x="526" y="307"/>
                        </a:lnTo>
                        <a:lnTo>
                          <a:pt x="526" y="311"/>
                        </a:lnTo>
                        <a:lnTo>
                          <a:pt x="526" y="314"/>
                        </a:lnTo>
                        <a:lnTo>
                          <a:pt x="526" y="315"/>
                        </a:lnTo>
                        <a:lnTo>
                          <a:pt x="525" y="319"/>
                        </a:lnTo>
                        <a:lnTo>
                          <a:pt x="523" y="321"/>
                        </a:lnTo>
                        <a:lnTo>
                          <a:pt x="523" y="323"/>
                        </a:lnTo>
                        <a:lnTo>
                          <a:pt x="522" y="325"/>
                        </a:lnTo>
                        <a:lnTo>
                          <a:pt x="522" y="325"/>
                        </a:lnTo>
                        <a:lnTo>
                          <a:pt x="521" y="322"/>
                        </a:lnTo>
                        <a:lnTo>
                          <a:pt x="518" y="321"/>
                        </a:lnTo>
                        <a:lnTo>
                          <a:pt x="517" y="319"/>
                        </a:lnTo>
                        <a:lnTo>
                          <a:pt x="515" y="319"/>
                        </a:lnTo>
                        <a:lnTo>
                          <a:pt x="514" y="319"/>
                        </a:lnTo>
                        <a:lnTo>
                          <a:pt x="511" y="319"/>
                        </a:lnTo>
                        <a:lnTo>
                          <a:pt x="511" y="318"/>
                        </a:lnTo>
                        <a:lnTo>
                          <a:pt x="511" y="315"/>
                        </a:lnTo>
                        <a:lnTo>
                          <a:pt x="510" y="314"/>
                        </a:lnTo>
                        <a:lnTo>
                          <a:pt x="509" y="314"/>
                        </a:lnTo>
                        <a:lnTo>
                          <a:pt x="509" y="314"/>
                        </a:lnTo>
                        <a:lnTo>
                          <a:pt x="507" y="314"/>
                        </a:lnTo>
                        <a:lnTo>
                          <a:pt x="504" y="311"/>
                        </a:lnTo>
                        <a:lnTo>
                          <a:pt x="502" y="311"/>
                        </a:lnTo>
                        <a:lnTo>
                          <a:pt x="500" y="313"/>
                        </a:lnTo>
                        <a:lnTo>
                          <a:pt x="500" y="314"/>
                        </a:lnTo>
                        <a:lnTo>
                          <a:pt x="502" y="315"/>
                        </a:lnTo>
                        <a:lnTo>
                          <a:pt x="499" y="315"/>
                        </a:lnTo>
                        <a:lnTo>
                          <a:pt x="499" y="314"/>
                        </a:lnTo>
                        <a:lnTo>
                          <a:pt x="496" y="314"/>
                        </a:lnTo>
                        <a:lnTo>
                          <a:pt x="494" y="315"/>
                        </a:lnTo>
                        <a:lnTo>
                          <a:pt x="495" y="315"/>
                        </a:lnTo>
                        <a:lnTo>
                          <a:pt x="496" y="315"/>
                        </a:lnTo>
                        <a:lnTo>
                          <a:pt x="499" y="317"/>
                        </a:lnTo>
                        <a:lnTo>
                          <a:pt x="500" y="317"/>
                        </a:lnTo>
                        <a:lnTo>
                          <a:pt x="499" y="318"/>
                        </a:lnTo>
                        <a:lnTo>
                          <a:pt x="498" y="318"/>
                        </a:lnTo>
                        <a:lnTo>
                          <a:pt x="495" y="321"/>
                        </a:lnTo>
                        <a:lnTo>
                          <a:pt x="492" y="323"/>
                        </a:lnTo>
                        <a:lnTo>
                          <a:pt x="491" y="322"/>
                        </a:lnTo>
                        <a:lnTo>
                          <a:pt x="490" y="321"/>
                        </a:lnTo>
                        <a:lnTo>
                          <a:pt x="490" y="319"/>
                        </a:lnTo>
                        <a:lnTo>
                          <a:pt x="490" y="318"/>
                        </a:lnTo>
                        <a:lnTo>
                          <a:pt x="488" y="319"/>
                        </a:lnTo>
                        <a:lnTo>
                          <a:pt x="488" y="321"/>
                        </a:lnTo>
                        <a:lnTo>
                          <a:pt x="488" y="323"/>
                        </a:lnTo>
                        <a:lnTo>
                          <a:pt x="488" y="325"/>
                        </a:lnTo>
                        <a:lnTo>
                          <a:pt x="488" y="325"/>
                        </a:lnTo>
                        <a:lnTo>
                          <a:pt x="488" y="328"/>
                        </a:lnTo>
                        <a:lnTo>
                          <a:pt x="488" y="329"/>
                        </a:lnTo>
                        <a:lnTo>
                          <a:pt x="488" y="329"/>
                        </a:lnTo>
                        <a:lnTo>
                          <a:pt x="488" y="330"/>
                        </a:lnTo>
                        <a:lnTo>
                          <a:pt x="488" y="332"/>
                        </a:lnTo>
                        <a:lnTo>
                          <a:pt x="485" y="330"/>
                        </a:lnTo>
                        <a:lnTo>
                          <a:pt x="483" y="330"/>
                        </a:lnTo>
                        <a:lnTo>
                          <a:pt x="483" y="332"/>
                        </a:lnTo>
                        <a:lnTo>
                          <a:pt x="484" y="333"/>
                        </a:lnTo>
                        <a:lnTo>
                          <a:pt x="485" y="333"/>
                        </a:lnTo>
                        <a:lnTo>
                          <a:pt x="490" y="333"/>
                        </a:lnTo>
                        <a:lnTo>
                          <a:pt x="490" y="334"/>
                        </a:lnTo>
                        <a:lnTo>
                          <a:pt x="490" y="336"/>
                        </a:lnTo>
                        <a:lnTo>
                          <a:pt x="490" y="338"/>
                        </a:lnTo>
                        <a:lnTo>
                          <a:pt x="491" y="338"/>
                        </a:lnTo>
                        <a:lnTo>
                          <a:pt x="491" y="337"/>
                        </a:lnTo>
                        <a:lnTo>
                          <a:pt x="494" y="337"/>
                        </a:lnTo>
                        <a:lnTo>
                          <a:pt x="496" y="337"/>
                        </a:lnTo>
                        <a:lnTo>
                          <a:pt x="498" y="338"/>
                        </a:lnTo>
                        <a:lnTo>
                          <a:pt x="500" y="338"/>
                        </a:lnTo>
                        <a:lnTo>
                          <a:pt x="503" y="338"/>
                        </a:lnTo>
                        <a:lnTo>
                          <a:pt x="504" y="338"/>
                        </a:lnTo>
                        <a:lnTo>
                          <a:pt x="506" y="337"/>
                        </a:lnTo>
                        <a:lnTo>
                          <a:pt x="507" y="338"/>
                        </a:lnTo>
                        <a:lnTo>
                          <a:pt x="507" y="340"/>
                        </a:lnTo>
                        <a:lnTo>
                          <a:pt x="507" y="342"/>
                        </a:lnTo>
                        <a:lnTo>
                          <a:pt x="507" y="344"/>
                        </a:lnTo>
                        <a:lnTo>
                          <a:pt x="507" y="345"/>
                        </a:lnTo>
                        <a:lnTo>
                          <a:pt x="506" y="345"/>
                        </a:lnTo>
                        <a:lnTo>
                          <a:pt x="504" y="345"/>
                        </a:lnTo>
                        <a:lnTo>
                          <a:pt x="502" y="344"/>
                        </a:lnTo>
                        <a:lnTo>
                          <a:pt x="500" y="345"/>
                        </a:lnTo>
                        <a:lnTo>
                          <a:pt x="499" y="345"/>
                        </a:lnTo>
                        <a:lnTo>
                          <a:pt x="498" y="344"/>
                        </a:lnTo>
                        <a:lnTo>
                          <a:pt x="494" y="345"/>
                        </a:lnTo>
                        <a:lnTo>
                          <a:pt x="491" y="345"/>
                        </a:lnTo>
                        <a:lnTo>
                          <a:pt x="490" y="345"/>
                        </a:lnTo>
                        <a:lnTo>
                          <a:pt x="488" y="344"/>
                        </a:lnTo>
                        <a:lnTo>
                          <a:pt x="488" y="345"/>
                        </a:lnTo>
                        <a:lnTo>
                          <a:pt x="488" y="347"/>
                        </a:lnTo>
                        <a:lnTo>
                          <a:pt x="490" y="347"/>
                        </a:lnTo>
                        <a:lnTo>
                          <a:pt x="491" y="347"/>
                        </a:lnTo>
                        <a:lnTo>
                          <a:pt x="494" y="347"/>
                        </a:lnTo>
                        <a:lnTo>
                          <a:pt x="498" y="347"/>
                        </a:lnTo>
                        <a:lnTo>
                          <a:pt x="499" y="348"/>
                        </a:lnTo>
                        <a:lnTo>
                          <a:pt x="500" y="349"/>
                        </a:lnTo>
                        <a:lnTo>
                          <a:pt x="503" y="349"/>
                        </a:lnTo>
                        <a:lnTo>
                          <a:pt x="504" y="351"/>
                        </a:lnTo>
                        <a:lnTo>
                          <a:pt x="506" y="352"/>
                        </a:lnTo>
                        <a:lnTo>
                          <a:pt x="507" y="353"/>
                        </a:lnTo>
                        <a:lnTo>
                          <a:pt x="510" y="356"/>
                        </a:lnTo>
                        <a:lnTo>
                          <a:pt x="510" y="357"/>
                        </a:lnTo>
                        <a:lnTo>
                          <a:pt x="510" y="357"/>
                        </a:lnTo>
                        <a:lnTo>
                          <a:pt x="507" y="357"/>
                        </a:lnTo>
                        <a:lnTo>
                          <a:pt x="507" y="356"/>
                        </a:lnTo>
                        <a:lnTo>
                          <a:pt x="507" y="357"/>
                        </a:lnTo>
                        <a:lnTo>
                          <a:pt x="506" y="359"/>
                        </a:lnTo>
                        <a:lnTo>
                          <a:pt x="507" y="361"/>
                        </a:lnTo>
                        <a:lnTo>
                          <a:pt x="507" y="364"/>
                        </a:lnTo>
                        <a:lnTo>
                          <a:pt x="507" y="366"/>
                        </a:lnTo>
                        <a:lnTo>
                          <a:pt x="507" y="368"/>
                        </a:lnTo>
                        <a:lnTo>
                          <a:pt x="507" y="370"/>
                        </a:lnTo>
                        <a:lnTo>
                          <a:pt x="507" y="371"/>
                        </a:lnTo>
                        <a:lnTo>
                          <a:pt x="504" y="375"/>
                        </a:lnTo>
                        <a:lnTo>
                          <a:pt x="503" y="378"/>
                        </a:lnTo>
                        <a:lnTo>
                          <a:pt x="502" y="378"/>
                        </a:lnTo>
                        <a:lnTo>
                          <a:pt x="500" y="376"/>
                        </a:lnTo>
                        <a:lnTo>
                          <a:pt x="499" y="374"/>
                        </a:lnTo>
                        <a:lnTo>
                          <a:pt x="502" y="372"/>
                        </a:lnTo>
                        <a:lnTo>
                          <a:pt x="500" y="371"/>
                        </a:lnTo>
                        <a:lnTo>
                          <a:pt x="499" y="371"/>
                        </a:lnTo>
                        <a:lnTo>
                          <a:pt x="498" y="371"/>
                        </a:lnTo>
                        <a:lnTo>
                          <a:pt x="496" y="371"/>
                        </a:lnTo>
                        <a:lnTo>
                          <a:pt x="494" y="367"/>
                        </a:lnTo>
                        <a:lnTo>
                          <a:pt x="491" y="366"/>
                        </a:lnTo>
                        <a:lnTo>
                          <a:pt x="488" y="363"/>
                        </a:lnTo>
                        <a:lnTo>
                          <a:pt x="488" y="361"/>
                        </a:lnTo>
                        <a:lnTo>
                          <a:pt x="487" y="359"/>
                        </a:lnTo>
                        <a:lnTo>
                          <a:pt x="484" y="356"/>
                        </a:lnTo>
                        <a:lnTo>
                          <a:pt x="483" y="355"/>
                        </a:lnTo>
                        <a:lnTo>
                          <a:pt x="481" y="355"/>
                        </a:lnTo>
                        <a:lnTo>
                          <a:pt x="481" y="356"/>
                        </a:lnTo>
                        <a:lnTo>
                          <a:pt x="483" y="357"/>
                        </a:lnTo>
                        <a:lnTo>
                          <a:pt x="485" y="360"/>
                        </a:lnTo>
                        <a:lnTo>
                          <a:pt x="485" y="361"/>
                        </a:lnTo>
                        <a:lnTo>
                          <a:pt x="484" y="361"/>
                        </a:lnTo>
                        <a:lnTo>
                          <a:pt x="481" y="361"/>
                        </a:lnTo>
                        <a:lnTo>
                          <a:pt x="479" y="360"/>
                        </a:lnTo>
                        <a:lnTo>
                          <a:pt x="477" y="357"/>
                        </a:lnTo>
                        <a:lnTo>
                          <a:pt x="477" y="356"/>
                        </a:lnTo>
                        <a:lnTo>
                          <a:pt x="477" y="357"/>
                        </a:lnTo>
                        <a:lnTo>
                          <a:pt x="477" y="360"/>
                        </a:lnTo>
                        <a:lnTo>
                          <a:pt x="479" y="363"/>
                        </a:lnTo>
                        <a:lnTo>
                          <a:pt x="483" y="364"/>
                        </a:lnTo>
                        <a:lnTo>
                          <a:pt x="487" y="364"/>
                        </a:lnTo>
                        <a:lnTo>
                          <a:pt x="491" y="367"/>
                        </a:lnTo>
                        <a:lnTo>
                          <a:pt x="496" y="372"/>
                        </a:lnTo>
                        <a:lnTo>
                          <a:pt x="496" y="374"/>
                        </a:lnTo>
                        <a:lnTo>
                          <a:pt x="495" y="375"/>
                        </a:lnTo>
                        <a:lnTo>
                          <a:pt x="495" y="375"/>
                        </a:lnTo>
                        <a:lnTo>
                          <a:pt x="492" y="374"/>
                        </a:lnTo>
                        <a:lnTo>
                          <a:pt x="491" y="374"/>
                        </a:lnTo>
                        <a:lnTo>
                          <a:pt x="488" y="375"/>
                        </a:lnTo>
                        <a:lnTo>
                          <a:pt x="485" y="378"/>
                        </a:lnTo>
                        <a:lnTo>
                          <a:pt x="484" y="378"/>
                        </a:lnTo>
                        <a:lnTo>
                          <a:pt x="483" y="376"/>
                        </a:lnTo>
                        <a:lnTo>
                          <a:pt x="481" y="375"/>
                        </a:lnTo>
                        <a:lnTo>
                          <a:pt x="481" y="374"/>
                        </a:lnTo>
                        <a:lnTo>
                          <a:pt x="481" y="372"/>
                        </a:lnTo>
                        <a:lnTo>
                          <a:pt x="480" y="371"/>
                        </a:lnTo>
                        <a:lnTo>
                          <a:pt x="480" y="374"/>
                        </a:lnTo>
                        <a:lnTo>
                          <a:pt x="480" y="375"/>
                        </a:lnTo>
                        <a:lnTo>
                          <a:pt x="481" y="378"/>
                        </a:lnTo>
                        <a:lnTo>
                          <a:pt x="481" y="379"/>
                        </a:lnTo>
                        <a:lnTo>
                          <a:pt x="484" y="379"/>
                        </a:lnTo>
                        <a:lnTo>
                          <a:pt x="487" y="379"/>
                        </a:lnTo>
                        <a:lnTo>
                          <a:pt x="490" y="376"/>
                        </a:lnTo>
                        <a:lnTo>
                          <a:pt x="491" y="376"/>
                        </a:lnTo>
                        <a:lnTo>
                          <a:pt x="494" y="378"/>
                        </a:lnTo>
                        <a:lnTo>
                          <a:pt x="494" y="379"/>
                        </a:lnTo>
                        <a:lnTo>
                          <a:pt x="494" y="381"/>
                        </a:lnTo>
                        <a:lnTo>
                          <a:pt x="492" y="385"/>
                        </a:lnTo>
                        <a:lnTo>
                          <a:pt x="492" y="387"/>
                        </a:lnTo>
                        <a:lnTo>
                          <a:pt x="491" y="387"/>
                        </a:lnTo>
                        <a:lnTo>
                          <a:pt x="491" y="387"/>
                        </a:lnTo>
                        <a:lnTo>
                          <a:pt x="492" y="389"/>
                        </a:lnTo>
                        <a:lnTo>
                          <a:pt x="494" y="389"/>
                        </a:lnTo>
                        <a:lnTo>
                          <a:pt x="496" y="389"/>
                        </a:lnTo>
                        <a:lnTo>
                          <a:pt x="498" y="391"/>
                        </a:lnTo>
                        <a:lnTo>
                          <a:pt x="502" y="393"/>
                        </a:lnTo>
                        <a:lnTo>
                          <a:pt x="502" y="391"/>
                        </a:lnTo>
                        <a:lnTo>
                          <a:pt x="504" y="391"/>
                        </a:lnTo>
                        <a:lnTo>
                          <a:pt x="507" y="391"/>
                        </a:lnTo>
                        <a:lnTo>
                          <a:pt x="507" y="393"/>
                        </a:lnTo>
                        <a:lnTo>
                          <a:pt x="506" y="394"/>
                        </a:lnTo>
                        <a:lnTo>
                          <a:pt x="506" y="395"/>
                        </a:lnTo>
                        <a:lnTo>
                          <a:pt x="507" y="398"/>
                        </a:lnTo>
                        <a:lnTo>
                          <a:pt x="507" y="400"/>
                        </a:lnTo>
                        <a:lnTo>
                          <a:pt x="504" y="404"/>
                        </a:lnTo>
                        <a:lnTo>
                          <a:pt x="500" y="405"/>
                        </a:lnTo>
                        <a:lnTo>
                          <a:pt x="499" y="405"/>
                        </a:lnTo>
                        <a:lnTo>
                          <a:pt x="499" y="404"/>
                        </a:lnTo>
                        <a:lnTo>
                          <a:pt x="498" y="402"/>
                        </a:lnTo>
                        <a:lnTo>
                          <a:pt x="496" y="401"/>
                        </a:lnTo>
                        <a:lnTo>
                          <a:pt x="496" y="398"/>
                        </a:lnTo>
                        <a:lnTo>
                          <a:pt x="494" y="395"/>
                        </a:lnTo>
                        <a:lnTo>
                          <a:pt x="491" y="395"/>
                        </a:lnTo>
                        <a:lnTo>
                          <a:pt x="490" y="394"/>
                        </a:lnTo>
                        <a:lnTo>
                          <a:pt x="487" y="393"/>
                        </a:lnTo>
                        <a:lnTo>
                          <a:pt x="485" y="394"/>
                        </a:lnTo>
                        <a:lnTo>
                          <a:pt x="484" y="394"/>
                        </a:lnTo>
                        <a:lnTo>
                          <a:pt x="483" y="394"/>
                        </a:lnTo>
                        <a:lnTo>
                          <a:pt x="481" y="391"/>
                        </a:lnTo>
                        <a:lnTo>
                          <a:pt x="480" y="390"/>
                        </a:lnTo>
                        <a:lnTo>
                          <a:pt x="479" y="390"/>
                        </a:lnTo>
                        <a:lnTo>
                          <a:pt x="479" y="391"/>
                        </a:lnTo>
                        <a:lnTo>
                          <a:pt x="480" y="393"/>
                        </a:lnTo>
                        <a:lnTo>
                          <a:pt x="480" y="395"/>
                        </a:lnTo>
                        <a:lnTo>
                          <a:pt x="479" y="398"/>
                        </a:lnTo>
                        <a:lnTo>
                          <a:pt x="477" y="400"/>
                        </a:lnTo>
                        <a:lnTo>
                          <a:pt x="476" y="400"/>
                        </a:lnTo>
                        <a:lnTo>
                          <a:pt x="475" y="400"/>
                        </a:lnTo>
                        <a:lnTo>
                          <a:pt x="476" y="400"/>
                        </a:lnTo>
                        <a:lnTo>
                          <a:pt x="477" y="401"/>
                        </a:lnTo>
                        <a:lnTo>
                          <a:pt x="477" y="402"/>
                        </a:lnTo>
                        <a:lnTo>
                          <a:pt x="475" y="406"/>
                        </a:lnTo>
                        <a:lnTo>
                          <a:pt x="473" y="406"/>
                        </a:lnTo>
                        <a:lnTo>
                          <a:pt x="473" y="408"/>
                        </a:lnTo>
                        <a:lnTo>
                          <a:pt x="473" y="409"/>
                        </a:lnTo>
                        <a:lnTo>
                          <a:pt x="475" y="409"/>
                        </a:lnTo>
                        <a:lnTo>
                          <a:pt x="476" y="413"/>
                        </a:lnTo>
                        <a:lnTo>
                          <a:pt x="477" y="413"/>
                        </a:lnTo>
                        <a:lnTo>
                          <a:pt x="479" y="416"/>
                        </a:lnTo>
                        <a:lnTo>
                          <a:pt x="477" y="419"/>
                        </a:lnTo>
                        <a:lnTo>
                          <a:pt x="477" y="420"/>
                        </a:lnTo>
                        <a:lnTo>
                          <a:pt x="479" y="419"/>
                        </a:lnTo>
                        <a:lnTo>
                          <a:pt x="480" y="416"/>
                        </a:lnTo>
                        <a:lnTo>
                          <a:pt x="479" y="414"/>
                        </a:lnTo>
                        <a:lnTo>
                          <a:pt x="479" y="413"/>
                        </a:lnTo>
                        <a:lnTo>
                          <a:pt x="479" y="410"/>
                        </a:lnTo>
                        <a:lnTo>
                          <a:pt x="479" y="409"/>
                        </a:lnTo>
                        <a:lnTo>
                          <a:pt x="480" y="409"/>
                        </a:lnTo>
                        <a:lnTo>
                          <a:pt x="481" y="410"/>
                        </a:lnTo>
                        <a:lnTo>
                          <a:pt x="483" y="412"/>
                        </a:lnTo>
                        <a:lnTo>
                          <a:pt x="484" y="413"/>
                        </a:lnTo>
                        <a:lnTo>
                          <a:pt x="485" y="416"/>
                        </a:lnTo>
                        <a:lnTo>
                          <a:pt x="487" y="414"/>
                        </a:lnTo>
                        <a:lnTo>
                          <a:pt x="487" y="414"/>
                        </a:lnTo>
                        <a:lnTo>
                          <a:pt x="488" y="416"/>
                        </a:lnTo>
                        <a:lnTo>
                          <a:pt x="490" y="414"/>
                        </a:lnTo>
                        <a:lnTo>
                          <a:pt x="491" y="413"/>
                        </a:lnTo>
                        <a:lnTo>
                          <a:pt x="494" y="414"/>
                        </a:lnTo>
                        <a:lnTo>
                          <a:pt x="494" y="416"/>
                        </a:lnTo>
                        <a:lnTo>
                          <a:pt x="494" y="417"/>
                        </a:lnTo>
                        <a:lnTo>
                          <a:pt x="492" y="420"/>
                        </a:lnTo>
                        <a:lnTo>
                          <a:pt x="491" y="423"/>
                        </a:lnTo>
                        <a:lnTo>
                          <a:pt x="491" y="425"/>
                        </a:lnTo>
                        <a:lnTo>
                          <a:pt x="491" y="428"/>
                        </a:lnTo>
                        <a:lnTo>
                          <a:pt x="490" y="429"/>
                        </a:lnTo>
                        <a:lnTo>
                          <a:pt x="487" y="429"/>
                        </a:lnTo>
                        <a:lnTo>
                          <a:pt x="484" y="429"/>
                        </a:lnTo>
                        <a:lnTo>
                          <a:pt x="483" y="429"/>
                        </a:lnTo>
                        <a:lnTo>
                          <a:pt x="481" y="428"/>
                        </a:lnTo>
                        <a:lnTo>
                          <a:pt x="480" y="428"/>
                        </a:lnTo>
                        <a:lnTo>
                          <a:pt x="477" y="429"/>
                        </a:lnTo>
                        <a:lnTo>
                          <a:pt x="477" y="431"/>
                        </a:lnTo>
                        <a:lnTo>
                          <a:pt x="476" y="432"/>
                        </a:lnTo>
                        <a:lnTo>
                          <a:pt x="475" y="432"/>
                        </a:lnTo>
                        <a:lnTo>
                          <a:pt x="473" y="432"/>
                        </a:lnTo>
                        <a:lnTo>
                          <a:pt x="472" y="435"/>
                        </a:lnTo>
                        <a:lnTo>
                          <a:pt x="472" y="436"/>
                        </a:lnTo>
                        <a:lnTo>
                          <a:pt x="470" y="436"/>
                        </a:lnTo>
                        <a:lnTo>
                          <a:pt x="469" y="436"/>
                        </a:lnTo>
                        <a:lnTo>
                          <a:pt x="466" y="434"/>
                        </a:lnTo>
                        <a:lnTo>
                          <a:pt x="462" y="432"/>
                        </a:lnTo>
                        <a:lnTo>
                          <a:pt x="460" y="429"/>
                        </a:lnTo>
                        <a:lnTo>
                          <a:pt x="454" y="424"/>
                        </a:lnTo>
                        <a:lnTo>
                          <a:pt x="454" y="421"/>
                        </a:lnTo>
                        <a:lnTo>
                          <a:pt x="454" y="420"/>
                        </a:lnTo>
                        <a:lnTo>
                          <a:pt x="454" y="420"/>
                        </a:lnTo>
                        <a:lnTo>
                          <a:pt x="456" y="420"/>
                        </a:lnTo>
                        <a:lnTo>
                          <a:pt x="457" y="420"/>
                        </a:lnTo>
                        <a:lnTo>
                          <a:pt x="458" y="421"/>
                        </a:lnTo>
                        <a:lnTo>
                          <a:pt x="462" y="423"/>
                        </a:lnTo>
                        <a:lnTo>
                          <a:pt x="465" y="425"/>
                        </a:lnTo>
                        <a:lnTo>
                          <a:pt x="466" y="425"/>
                        </a:lnTo>
                        <a:lnTo>
                          <a:pt x="470" y="424"/>
                        </a:lnTo>
                        <a:lnTo>
                          <a:pt x="470" y="423"/>
                        </a:lnTo>
                        <a:lnTo>
                          <a:pt x="469" y="423"/>
                        </a:lnTo>
                        <a:lnTo>
                          <a:pt x="468" y="423"/>
                        </a:lnTo>
                        <a:lnTo>
                          <a:pt x="466" y="423"/>
                        </a:lnTo>
                        <a:lnTo>
                          <a:pt x="465" y="423"/>
                        </a:lnTo>
                        <a:lnTo>
                          <a:pt x="461" y="420"/>
                        </a:lnTo>
                        <a:lnTo>
                          <a:pt x="456" y="417"/>
                        </a:lnTo>
                        <a:lnTo>
                          <a:pt x="454" y="417"/>
                        </a:lnTo>
                        <a:lnTo>
                          <a:pt x="454" y="416"/>
                        </a:lnTo>
                        <a:lnTo>
                          <a:pt x="454" y="414"/>
                        </a:lnTo>
                        <a:lnTo>
                          <a:pt x="453" y="414"/>
                        </a:lnTo>
                        <a:lnTo>
                          <a:pt x="451" y="414"/>
                        </a:lnTo>
                        <a:lnTo>
                          <a:pt x="450" y="416"/>
                        </a:lnTo>
                        <a:lnTo>
                          <a:pt x="450" y="419"/>
                        </a:lnTo>
                        <a:lnTo>
                          <a:pt x="450" y="423"/>
                        </a:lnTo>
                        <a:lnTo>
                          <a:pt x="450" y="424"/>
                        </a:lnTo>
                        <a:lnTo>
                          <a:pt x="449" y="425"/>
                        </a:lnTo>
                        <a:lnTo>
                          <a:pt x="449" y="425"/>
                        </a:lnTo>
                        <a:lnTo>
                          <a:pt x="443" y="420"/>
                        </a:lnTo>
                        <a:lnTo>
                          <a:pt x="441" y="414"/>
                        </a:lnTo>
                        <a:lnTo>
                          <a:pt x="441" y="413"/>
                        </a:lnTo>
                        <a:lnTo>
                          <a:pt x="439" y="412"/>
                        </a:lnTo>
                        <a:lnTo>
                          <a:pt x="439" y="410"/>
                        </a:lnTo>
                        <a:lnTo>
                          <a:pt x="438" y="410"/>
                        </a:lnTo>
                        <a:lnTo>
                          <a:pt x="438" y="412"/>
                        </a:lnTo>
                        <a:lnTo>
                          <a:pt x="438" y="413"/>
                        </a:lnTo>
                        <a:lnTo>
                          <a:pt x="439" y="414"/>
                        </a:lnTo>
                        <a:lnTo>
                          <a:pt x="442" y="420"/>
                        </a:lnTo>
                        <a:lnTo>
                          <a:pt x="443" y="421"/>
                        </a:lnTo>
                        <a:lnTo>
                          <a:pt x="445" y="423"/>
                        </a:lnTo>
                        <a:lnTo>
                          <a:pt x="445" y="424"/>
                        </a:lnTo>
                        <a:lnTo>
                          <a:pt x="445" y="425"/>
                        </a:lnTo>
                        <a:lnTo>
                          <a:pt x="443" y="425"/>
                        </a:lnTo>
                        <a:lnTo>
                          <a:pt x="442" y="427"/>
                        </a:lnTo>
                        <a:lnTo>
                          <a:pt x="439" y="428"/>
                        </a:lnTo>
                        <a:lnTo>
                          <a:pt x="439" y="429"/>
                        </a:lnTo>
                        <a:lnTo>
                          <a:pt x="437" y="429"/>
                        </a:lnTo>
                        <a:lnTo>
                          <a:pt x="435" y="431"/>
                        </a:lnTo>
                        <a:lnTo>
                          <a:pt x="432" y="432"/>
                        </a:lnTo>
                        <a:lnTo>
                          <a:pt x="430" y="431"/>
                        </a:lnTo>
                        <a:lnTo>
                          <a:pt x="428" y="429"/>
                        </a:lnTo>
                        <a:lnTo>
                          <a:pt x="427" y="429"/>
                        </a:lnTo>
                        <a:lnTo>
                          <a:pt x="426" y="428"/>
                        </a:lnTo>
                        <a:lnTo>
                          <a:pt x="426" y="428"/>
                        </a:lnTo>
                        <a:lnTo>
                          <a:pt x="422" y="425"/>
                        </a:lnTo>
                        <a:lnTo>
                          <a:pt x="420" y="424"/>
                        </a:lnTo>
                        <a:lnTo>
                          <a:pt x="420" y="423"/>
                        </a:lnTo>
                        <a:lnTo>
                          <a:pt x="420" y="421"/>
                        </a:lnTo>
                        <a:lnTo>
                          <a:pt x="419" y="421"/>
                        </a:lnTo>
                        <a:lnTo>
                          <a:pt x="419" y="421"/>
                        </a:lnTo>
                        <a:lnTo>
                          <a:pt x="419" y="424"/>
                        </a:lnTo>
                        <a:lnTo>
                          <a:pt x="419" y="425"/>
                        </a:lnTo>
                        <a:lnTo>
                          <a:pt x="422" y="427"/>
                        </a:lnTo>
                        <a:lnTo>
                          <a:pt x="424" y="428"/>
                        </a:lnTo>
                        <a:lnTo>
                          <a:pt x="426" y="431"/>
                        </a:lnTo>
                        <a:lnTo>
                          <a:pt x="426" y="432"/>
                        </a:lnTo>
                        <a:lnTo>
                          <a:pt x="424" y="434"/>
                        </a:lnTo>
                        <a:lnTo>
                          <a:pt x="420" y="434"/>
                        </a:lnTo>
                        <a:lnTo>
                          <a:pt x="417" y="432"/>
                        </a:lnTo>
                        <a:lnTo>
                          <a:pt x="415" y="434"/>
                        </a:lnTo>
                        <a:lnTo>
                          <a:pt x="413" y="435"/>
                        </a:lnTo>
                        <a:lnTo>
                          <a:pt x="413" y="436"/>
                        </a:lnTo>
                        <a:lnTo>
                          <a:pt x="415" y="436"/>
                        </a:lnTo>
                        <a:lnTo>
                          <a:pt x="416" y="438"/>
                        </a:lnTo>
                        <a:lnTo>
                          <a:pt x="416" y="438"/>
                        </a:lnTo>
                        <a:lnTo>
                          <a:pt x="417" y="436"/>
                        </a:lnTo>
                        <a:lnTo>
                          <a:pt x="417" y="435"/>
                        </a:lnTo>
                        <a:lnTo>
                          <a:pt x="420" y="435"/>
                        </a:lnTo>
                        <a:lnTo>
                          <a:pt x="420" y="435"/>
                        </a:lnTo>
                        <a:lnTo>
                          <a:pt x="423" y="436"/>
                        </a:lnTo>
                        <a:lnTo>
                          <a:pt x="423" y="436"/>
                        </a:lnTo>
                        <a:lnTo>
                          <a:pt x="424" y="436"/>
                        </a:lnTo>
                        <a:lnTo>
                          <a:pt x="426" y="435"/>
                        </a:lnTo>
                        <a:lnTo>
                          <a:pt x="427" y="434"/>
                        </a:lnTo>
                        <a:lnTo>
                          <a:pt x="428" y="434"/>
                        </a:lnTo>
                        <a:lnTo>
                          <a:pt x="431" y="434"/>
                        </a:lnTo>
                        <a:lnTo>
                          <a:pt x="434" y="434"/>
                        </a:lnTo>
                        <a:lnTo>
                          <a:pt x="435" y="435"/>
                        </a:lnTo>
                        <a:lnTo>
                          <a:pt x="437" y="436"/>
                        </a:lnTo>
                        <a:lnTo>
                          <a:pt x="439" y="436"/>
                        </a:lnTo>
                        <a:lnTo>
                          <a:pt x="441" y="438"/>
                        </a:lnTo>
                        <a:lnTo>
                          <a:pt x="442" y="439"/>
                        </a:lnTo>
                        <a:lnTo>
                          <a:pt x="442" y="440"/>
                        </a:lnTo>
                        <a:lnTo>
                          <a:pt x="441" y="442"/>
                        </a:lnTo>
                        <a:lnTo>
                          <a:pt x="439" y="443"/>
                        </a:lnTo>
                        <a:lnTo>
                          <a:pt x="437" y="443"/>
                        </a:lnTo>
                        <a:lnTo>
                          <a:pt x="434" y="443"/>
                        </a:lnTo>
                        <a:lnTo>
                          <a:pt x="432" y="446"/>
                        </a:lnTo>
                        <a:lnTo>
                          <a:pt x="430" y="446"/>
                        </a:lnTo>
                        <a:lnTo>
                          <a:pt x="428" y="446"/>
                        </a:lnTo>
                        <a:lnTo>
                          <a:pt x="426" y="443"/>
                        </a:lnTo>
                        <a:lnTo>
                          <a:pt x="424" y="442"/>
                        </a:lnTo>
                        <a:lnTo>
                          <a:pt x="423" y="443"/>
                        </a:lnTo>
                        <a:lnTo>
                          <a:pt x="422" y="443"/>
                        </a:lnTo>
                        <a:lnTo>
                          <a:pt x="420" y="444"/>
                        </a:lnTo>
                        <a:lnTo>
                          <a:pt x="419" y="443"/>
                        </a:lnTo>
                        <a:lnTo>
                          <a:pt x="417" y="443"/>
                        </a:lnTo>
                        <a:lnTo>
                          <a:pt x="417" y="444"/>
                        </a:lnTo>
                        <a:lnTo>
                          <a:pt x="419" y="444"/>
                        </a:lnTo>
                        <a:lnTo>
                          <a:pt x="422" y="444"/>
                        </a:lnTo>
                        <a:lnTo>
                          <a:pt x="423" y="444"/>
                        </a:lnTo>
                        <a:lnTo>
                          <a:pt x="424" y="444"/>
                        </a:lnTo>
                        <a:lnTo>
                          <a:pt x="426" y="446"/>
                        </a:lnTo>
                        <a:lnTo>
                          <a:pt x="424" y="447"/>
                        </a:lnTo>
                        <a:lnTo>
                          <a:pt x="422" y="447"/>
                        </a:lnTo>
                        <a:lnTo>
                          <a:pt x="420" y="448"/>
                        </a:lnTo>
                        <a:lnTo>
                          <a:pt x="419" y="450"/>
                        </a:lnTo>
                        <a:lnTo>
                          <a:pt x="420" y="450"/>
                        </a:lnTo>
                        <a:lnTo>
                          <a:pt x="422" y="448"/>
                        </a:lnTo>
                        <a:lnTo>
                          <a:pt x="424" y="448"/>
                        </a:lnTo>
                        <a:lnTo>
                          <a:pt x="426" y="448"/>
                        </a:lnTo>
                        <a:lnTo>
                          <a:pt x="427" y="448"/>
                        </a:lnTo>
                        <a:lnTo>
                          <a:pt x="427" y="451"/>
                        </a:lnTo>
                        <a:lnTo>
                          <a:pt x="427" y="451"/>
                        </a:lnTo>
                        <a:lnTo>
                          <a:pt x="428" y="448"/>
                        </a:lnTo>
                        <a:lnTo>
                          <a:pt x="431" y="448"/>
                        </a:lnTo>
                        <a:lnTo>
                          <a:pt x="432" y="448"/>
                        </a:lnTo>
                        <a:lnTo>
                          <a:pt x="434" y="446"/>
                        </a:lnTo>
                        <a:lnTo>
                          <a:pt x="435" y="446"/>
                        </a:lnTo>
                        <a:lnTo>
                          <a:pt x="437" y="447"/>
                        </a:lnTo>
                        <a:lnTo>
                          <a:pt x="441" y="450"/>
                        </a:lnTo>
                        <a:lnTo>
                          <a:pt x="441" y="450"/>
                        </a:lnTo>
                        <a:lnTo>
                          <a:pt x="442" y="450"/>
                        </a:lnTo>
                        <a:lnTo>
                          <a:pt x="442" y="451"/>
                        </a:lnTo>
                        <a:lnTo>
                          <a:pt x="442" y="457"/>
                        </a:lnTo>
                        <a:lnTo>
                          <a:pt x="441" y="458"/>
                        </a:lnTo>
                        <a:lnTo>
                          <a:pt x="438" y="458"/>
                        </a:lnTo>
                        <a:lnTo>
                          <a:pt x="435" y="458"/>
                        </a:lnTo>
                        <a:lnTo>
                          <a:pt x="434" y="457"/>
                        </a:lnTo>
                        <a:lnTo>
                          <a:pt x="428" y="457"/>
                        </a:lnTo>
                        <a:lnTo>
                          <a:pt x="427" y="457"/>
                        </a:lnTo>
                        <a:lnTo>
                          <a:pt x="426" y="458"/>
                        </a:lnTo>
                        <a:lnTo>
                          <a:pt x="427" y="459"/>
                        </a:lnTo>
                        <a:lnTo>
                          <a:pt x="428" y="458"/>
                        </a:lnTo>
                        <a:lnTo>
                          <a:pt x="432" y="458"/>
                        </a:lnTo>
                        <a:lnTo>
                          <a:pt x="435" y="459"/>
                        </a:lnTo>
                        <a:lnTo>
                          <a:pt x="437" y="461"/>
                        </a:lnTo>
                        <a:lnTo>
                          <a:pt x="437" y="462"/>
                        </a:lnTo>
                        <a:lnTo>
                          <a:pt x="438" y="461"/>
                        </a:lnTo>
                        <a:lnTo>
                          <a:pt x="441" y="459"/>
                        </a:lnTo>
                        <a:lnTo>
                          <a:pt x="443" y="459"/>
                        </a:lnTo>
                        <a:lnTo>
                          <a:pt x="446" y="461"/>
                        </a:lnTo>
                        <a:lnTo>
                          <a:pt x="446" y="462"/>
                        </a:lnTo>
                        <a:lnTo>
                          <a:pt x="451" y="465"/>
                        </a:lnTo>
                        <a:lnTo>
                          <a:pt x="451" y="466"/>
                        </a:lnTo>
                        <a:lnTo>
                          <a:pt x="451" y="467"/>
                        </a:lnTo>
                        <a:lnTo>
                          <a:pt x="453" y="467"/>
                        </a:lnTo>
                        <a:lnTo>
                          <a:pt x="454" y="469"/>
                        </a:lnTo>
                        <a:lnTo>
                          <a:pt x="456" y="469"/>
                        </a:lnTo>
                        <a:lnTo>
                          <a:pt x="457" y="470"/>
                        </a:lnTo>
                        <a:lnTo>
                          <a:pt x="458" y="472"/>
                        </a:lnTo>
                        <a:lnTo>
                          <a:pt x="460" y="473"/>
                        </a:lnTo>
                        <a:lnTo>
                          <a:pt x="461" y="474"/>
                        </a:lnTo>
                        <a:lnTo>
                          <a:pt x="461" y="474"/>
                        </a:lnTo>
                        <a:lnTo>
                          <a:pt x="462" y="476"/>
                        </a:lnTo>
                        <a:lnTo>
                          <a:pt x="464" y="477"/>
                        </a:lnTo>
                        <a:lnTo>
                          <a:pt x="464" y="477"/>
                        </a:lnTo>
                        <a:lnTo>
                          <a:pt x="462" y="480"/>
                        </a:lnTo>
                        <a:lnTo>
                          <a:pt x="461" y="481"/>
                        </a:lnTo>
                        <a:lnTo>
                          <a:pt x="460" y="482"/>
                        </a:lnTo>
                        <a:lnTo>
                          <a:pt x="460" y="485"/>
                        </a:lnTo>
                        <a:lnTo>
                          <a:pt x="460" y="485"/>
                        </a:lnTo>
                        <a:lnTo>
                          <a:pt x="461" y="484"/>
                        </a:lnTo>
                        <a:lnTo>
                          <a:pt x="464" y="481"/>
                        </a:lnTo>
                        <a:lnTo>
                          <a:pt x="465" y="481"/>
                        </a:lnTo>
                        <a:lnTo>
                          <a:pt x="465" y="481"/>
                        </a:lnTo>
                        <a:lnTo>
                          <a:pt x="465" y="482"/>
                        </a:lnTo>
                        <a:lnTo>
                          <a:pt x="464" y="485"/>
                        </a:lnTo>
                        <a:lnTo>
                          <a:pt x="465" y="484"/>
                        </a:lnTo>
                        <a:lnTo>
                          <a:pt x="465" y="482"/>
                        </a:lnTo>
                        <a:lnTo>
                          <a:pt x="466" y="482"/>
                        </a:lnTo>
                        <a:lnTo>
                          <a:pt x="468" y="482"/>
                        </a:lnTo>
                        <a:lnTo>
                          <a:pt x="469" y="484"/>
                        </a:lnTo>
                        <a:lnTo>
                          <a:pt x="469" y="485"/>
                        </a:lnTo>
                        <a:lnTo>
                          <a:pt x="466" y="486"/>
                        </a:lnTo>
                        <a:lnTo>
                          <a:pt x="464" y="488"/>
                        </a:lnTo>
                        <a:lnTo>
                          <a:pt x="464" y="491"/>
                        </a:lnTo>
                        <a:lnTo>
                          <a:pt x="464" y="492"/>
                        </a:lnTo>
                        <a:lnTo>
                          <a:pt x="465" y="493"/>
                        </a:lnTo>
                        <a:lnTo>
                          <a:pt x="464" y="495"/>
                        </a:lnTo>
                        <a:lnTo>
                          <a:pt x="464" y="497"/>
                        </a:lnTo>
                        <a:lnTo>
                          <a:pt x="464" y="499"/>
                        </a:lnTo>
                        <a:lnTo>
                          <a:pt x="465" y="497"/>
                        </a:lnTo>
                        <a:lnTo>
                          <a:pt x="465" y="495"/>
                        </a:lnTo>
                        <a:lnTo>
                          <a:pt x="468" y="491"/>
                        </a:lnTo>
                        <a:lnTo>
                          <a:pt x="469" y="491"/>
                        </a:lnTo>
                        <a:lnTo>
                          <a:pt x="470" y="491"/>
                        </a:lnTo>
                        <a:lnTo>
                          <a:pt x="470" y="491"/>
                        </a:lnTo>
                        <a:lnTo>
                          <a:pt x="469" y="493"/>
                        </a:lnTo>
                        <a:lnTo>
                          <a:pt x="468" y="496"/>
                        </a:lnTo>
                        <a:lnTo>
                          <a:pt x="469" y="497"/>
                        </a:lnTo>
                        <a:lnTo>
                          <a:pt x="470" y="496"/>
                        </a:lnTo>
                        <a:lnTo>
                          <a:pt x="470" y="497"/>
                        </a:lnTo>
                        <a:lnTo>
                          <a:pt x="470" y="500"/>
                        </a:lnTo>
                        <a:lnTo>
                          <a:pt x="469" y="501"/>
                        </a:lnTo>
                        <a:lnTo>
                          <a:pt x="466" y="501"/>
                        </a:lnTo>
                        <a:lnTo>
                          <a:pt x="466" y="503"/>
                        </a:lnTo>
                        <a:lnTo>
                          <a:pt x="466" y="504"/>
                        </a:lnTo>
                        <a:lnTo>
                          <a:pt x="469" y="503"/>
                        </a:lnTo>
                        <a:lnTo>
                          <a:pt x="470" y="504"/>
                        </a:lnTo>
                        <a:lnTo>
                          <a:pt x="469" y="506"/>
                        </a:lnTo>
                        <a:lnTo>
                          <a:pt x="469" y="507"/>
                        </a:lnTo>
                        <a:lnTo>
                          <a:pt x="470" y="507"/>
                        </a:lnTo>
                        <a:lnTo>
                          <a:pt x="470" y="508"/>
                        </a:lnTo>
                        <a:lnTo>
                          <a:pt x="470" y="510"/>
                        </a:lnTo>
                        <a:lnTo>
                          <a:pt x="470" y="512"/>
                        </a:lnTo>
                        <a:lnTo>
                          <a:pt x="469" y="514"/>
                        </a:lnTo>
                        <a:lnTo>
                          <a:pt x="469" y="518"/>
                        </a:lnTo>
                        <a:lnTo>
                          <a:pt x="469" y="520"/>
                        </a:lnTo>
                        <a:lnTo>
                          <a:pt x="469" y="522"/>
                        </a:lnTo>
                        <a:lnTo>
                          <a:pt x="468" y="523"/>
                        </a:lnTo>
                        <a:lnTo>
                          <a:pt x="466" y="523"/>
                        </a:lnTo>
                        <a:lnTo>
                          <a:pt x="466" y="523"/>
                        </a:lnTo>
                        <a:lnTo>
                          <a:pt x="465" y="522"/>
                        </a:lnTo>
                        <a:lnTo>
                          <a:pt x="466" y="520"/>
                        </a:lnTo>
                        <a:lnTo>
                          <a:pt x="465" y="519"/>
                        </a:lnTo>
                        <a:lnTo>
                          <a:pt x="464" y="519"/>
                        </a:lnTo>
                        <a:lnTo>
                          <a:pt x="462" y="519"/>
                        </a:lnTo>
                        <a:lnTo>
                          <a:pt x="461" y="520"/>
                        </a:lnTo>
                        <a:lnTo>
                          <a:pt x="460" y="519"/>
                        </a:lnTo>
                        <a:lnTo>
                          <a:pt x="460" y="518"/>
                        </a:lnTo>
                        <a:lnTo>
                          <a:pt x="461" y="515"/>
                        </a:lnTo>
                        <a:lnTo>
                          <a:pt x="461" y="514"/>
                        </a:lnTo>
                        <a:lnTo>
                          <a:pt x="461" y="511"/>
                        </a:lnTo>
                        <a:lnTo>
                          <a:pt x="461" y="508"/>
                        </a:lnTo>
                        <a:lnTo>
                          <a:pt x="460" y="508"/>
                        </a:lnTo>
                        <a:lnTo>
                          <a:pt x="460" y="508"/>
                        </a:lnTo>
                        <a:lnTo>
                          <a:pt x="458" y="510"/>
                        </a:lnTo>
                        <a:lnTo>
                          <a:pt x="458" y="512"/>
                        </a:lnTo>
                        <a:lnTo>
                          <a:pt x="458" y="515"/>
                        </a:lnTo>
                        <a:lnTo>
                          <a:pt x="458" y="519"/>
                        </a:lnTo>
                        <a:lnTo>
                          <a:pt x="458" y="520"/>
                        </a:lnTo>
                        <a:lnTo>
                          <a:pt x="457" y="520"/>
                        </a:lnTo>
                        <a:lnTo>
                          <a:pt x="456" y="520"/>
                        </a:lnTo>
                        <a:lnTo>
                          <a:pt x="454" y="522"/>
                        </a:lnTo>
                        <a:lnTo>
                          <a:pt x="451" y="522"/>
                        </a:lnTo>
                        <a:lnTo>
                          <a:pt x="450" y="520"/>
                        </a:lnTo>
                        <a:lnTo>
                          <a:pt x="447" y="518"/>
                        </a:lnTo>
                        <a:lnTo>
                          <a:pt x="445" y="514"/>
                        </a:lnTo>
                        <a:lnTo>
                          <a:pt x="443" y="511"/>
                        </a:lnTo>
                        <a:lnTo>
                          <a:pt x="442" y="510"/>
                        </a:lnTo>
                        <a:lnTo>
                          <a:pt x="441" y="506"/>
                        </a:lnTo>
                        <a:lnTo>
                          <a:pt x="439" y="503"/>
                        </a:lnTo>
                        <a:lnTo>
                          <a:pt x="438" y="501"/>
                        </a:lnTo>
                        <a:lnTo>
                          <a:pt x="438" y="499"/>
                        </a:lnTo>
                        <a:lnTo>
                          <a:pt x="438" y="496"/>
                        </a:lnTo>
                        <a:lnTo>
                          <a:pt x="439" y="493"/>
                        </a:lnTo>
                        <a:lnTo>
                          <a:pt x="438" y="492"/>
                        </a:lnTo>
                        <a:lnTo>
                          <a:pt x="438" y="492"/>
                        </a:lnTo>
                        <a:lnTo>
                          <a:pt x="435" y="493"/>
                        </a:lnTo>
                        <a:lnTo>
                          <a:pt x="434" y="495"/>
                        </a:lnTo>
                        <a:lnTo>
                          <a:pt x="432" y="493"/>
                        </a:lnTo>
                        <a:lnTo>
                          <a:pt x="427" y="486"/>
                        </a:lnTo>
                        <a:lnTo>
                          <a:pt x="427" y="484"/>
                        </a:lnTo>
                        <a:lnTo>
                          <a:pt x="426" y="484"/>
                        </a:lnTo>
                        <a:lnTo>
                          <a:pt x="424" y="484"/>
                        </a:lnTo>
                        <a:lnTo>
                          <a:pt x="422" y="485"/>
                        </a:lnTo>
                        <a:lnTo>
                          <a:pt x="419" y="484"/>
                        </a:lnTo>
                        <a:lnTo>
                          <a:pt x="419" y="484"/>
                        </a:lnTo>
                        <a:lnTo>
                          <a:pt x="416" y="485"/>
                        </a:lnTo>
                        <a:lnTo>
                          <a:pt x="415" y="484"/>
                        </a:lnTo>
                        <a:lnTo>
                          <a:pt x="413" y="482"/>
                        </a:lnTo>
                        <a:lnTo>
                          <a:pt x="413" y="481"/>
                        </a:lnTo>
                        <a:lnTo>
                          <a:pt x="411" y="478"/>
                        </a:lnTo>
                        <a:lnTo>
                          <a:pt x="411" y="477"/>
                        </a:lnTo>
                        <a:lnTo>
                          <a:pt x="409" y="474"/>
                        </a:lnTo>
                        <a:lnTo>
                          <a:pt x="408" y="472"/>
                        </a:lnTo>
                        <a:lnTo>
                          <a:pt x="407" y="470"/>
                        </a:lnTo>
                        <a:lnTo>
                          <a:pt x="405" y="472"/>
                        </a:lnTo>
                        <a:lnTo>
                          <a:pt x="407" y="474"/>
                        </a:lnTo>
                        <a:lnTo>
                          <a:pt x="407" y="476"/>
                        </a:lnTo>
                        <a:lnTo>
                          <a:pt x="404" y="477"/>
                        </a:lnTo>
                        <a:lnTo>
                          <a:pt x="403" y="477"/>
                        </a:lnTo>
                        <a:lnTo>
                          <a:pt x="405" y="477"/>
                        </a:lnTo>
                        <a:lnTo>
                          <a:pt x="407" y="478"/>
                        </a:lnTo>
                        <a:lnTo>
                          <a:pt x="408" y="481"/>
                        </a:lnTo>
                        <a:lnTo>
                          <a:pt x="409" y="482"/>
                        </a:lnTo>
                        <a:lnTo>
                          <a:pt x="409" y="484"/>
                        </a:lnTo>
                        <a:lnTo>
                          <a:pt x="405" y="484"/>
                        </a:lnTo>
                        <a:lnTo>
                          <a:pt x="405" y="485"/>
                        </a:lnTo>
                        <a:lnTo>
                          <a:pt x="403" y="486"/>
                        </a:lnTo>
                        <a:lnTo>
                          <a:pt x="401" y="485"/>
                        </a:lnTo>
                        <a:lnTo>
                          <a:pt x="401" y="486"/>
                        </a:lnTo>
                        <a:lnTo>
                          <a:pt x="403" y="488"/>
                        </a:lnTo>
                        <a:lnTo>
                          <a:pt x="405" y="488"/>
                        </a:lnTo>
                        <a:lnTo>
                          <a:pt x="408" y="485"/>
                        </a:lnTo>
                        <a:lnTo>
                          <a:pt x="409" y="485"/>
                        </a:lnTo>
                        <a:lnTo>
                          <a:pt x="412" y="484"/>
                        </a:lnTo>
                        <a:lnTo>
                          <a:pt x="412" y="485"/>
                        </a:lnTo>
                        <a:lnTo>
                          <a:pt x="412" y="486"/>
                        </a:lnTo>
                        <a:lnTo>
                          <a:pt x="413" y="488"/>
                        </a:lnTo>
                        <a:lnTo>
                          <a:pt x="416" y="486"/>
                        </a:lnTo>
                        <a:lnTo>
                          <a:pt x="417" y="486"/>
                        </a:lnTo>
                        <a:lnTo>
                          <a:pt x="424" y="489"/>
                        </a:lnTo>
                        <a:lnTo>
                          <a:pt x="427" y="491"/>
                        </a:lnTo>
                        <a:lnTo>
                          <a:pt x="428" y="491"/>
                        </a:lnTo>
                        <a:lnTo>
                          <a:pt x="428" y="492"/>
                        </a:lnTo>
                        <a:lnTo>
                          <a:pt x="430" y="495"/>
                        </a:lnTo>
                        <a:lnTo>
                          <a:pt x="428" y="497"/>
                        </a:lnTo>
                        <a:lnTo>
                          <a:pt x="427" y="499"/>
                        </a:lnTo>
                        <a:lnTo>
                          <a:pt x="426" y="500"/>
                        </a:lnTo>
                        <a:lnTo>
                          <a:pt x="424" y="500"/>
                        </a:lnTo>
                        <a:lnTo>
                          <a:pt x="422" y="500"/>
                        </a:lnTo>
                        <a:lnTo>
                          <a:pt x="415" y="504"/>
                        </a:lnTo>
                        <a:lnTo>
                          <a:pt x="411" y="504"/>
                        </a:lnTo>
                        <a:lnTo>
                          <a:pt x="409" y="506"/>
                        </a:lnTo>
                        <a:lnTo>
                          <a:pt x="407" y="504"/>
                        </a:lnTo>
                        <a:lnTo>
                          <a:pt x="405" y="501"/>
                        </a:lnTo>
                        <a:lnTo>
                          <a:pt x="405" y="500"/>
                        </a:lnTo>
                        <a:lnTo>
                          <a:pt x="405" y="499"/>
                        </a:lnTo>
                        <a:lnTo>
                          <a:pt x="404" y="497"/>
                        </a:lnTo>
                        <a:lnTo>
                          <a:pt x="403" y="500"/>
                        </a:lnTo>
                        <a:lnTo>
                          <a:pt x="404" y="501"/>
                        </a:lnTo>
                        <a:lnTo>
                          <a:pt x="404" y="503"/>
                        </a:lnTo>
                        <a:lnTo>
                          <a:pt x="404" y="504"/>
                        </a:lnTo>
                        <a:lnTo>
                          <a:pt x="401" y="503"/>
                        </a:lnTo>
                        <a:lnTo>
                          <a:pt x="401" y="503"/>
                        </a:lnTo>
                        <a:lnTo>
                          <a:pt x="400" y="503"/>
                        </a:lnTo>
                        <a:lnTo>
                          <a:pt x="398" y="504"/>
                        </a:lnTo>
                        <a:lnTo>
                          <a:pt x="398" y="504"/>
                        </a:lnTo>
                        <a:lnTo>
                          <a:pt x="401" y="506"/>
                        </a:lnTo>
                        <a:lnTo>
                          <a:pt x="403" y="507"/>
                        </a:lnTo>
                        <a:lnTo>
                          <a:pt x="403" y="508"/>
                        </a:lnTo>
                        <a:lnTo>
                          <a:pt x="401" y="510"/>
                        </a:lnTo>
                        <a:lnTo>
                          <a:pt x="400" y="510"/>
                        </a:lnTo>
                        <a:lnTo>
                          <a:pt x="398" y="510"/>
                        </a:lnTo>
                        <a:lnTo>
                          <a:pt x="397" y="511"/>
                        </a:lnTo>
                        <a:lnTo>
                          <a:pt x="397" y="514"/>
                        </a:lnTo>
                        <a:lnTo>
                          <a:pt x="396" y="515"/>
                        </a:lnTo>
                        <a:lnTo>
                          <a:pt x="392" y="516"/>
                        </a:lnTo>
                        <a:lnTo>
                          <a:pt x="389" y="516"/>
                        </a:lnTo>
                        <a:lnTo>
                          <a:pt x="388" y="516"/>
                        </a:lnTo>
                        <a:lnTo>
                          <a:pt x="385" y="518"/>
                        </a:lnTo>
                        <a:lnTo>
                          <a:pt x="384" y="520"/>
                        </a:lnTo>
                        <a:lnTo>
                          <a:pt x="385" y="520"/>
                        </a:lnTo>
                        <a:lnTo>
                          <a:pt x="389" y="519"/>
                        </a:lnTo>
                        <a:lnTo>
                          <a:pt x="392" y="519"/>
                        </a:lnTo>
                        <a:lnTo>
                          <a:pt x="394" y="518"/>
                        </a:lnTo>
                        <a:lnTo>
                          <a:pt x="396" y="518"/>
                        </a:lnTo>
                        <a:lnTo>
                          <a:pt x="397" y="519"/>
                        </a:lnTo>
                        <a:lnTo>
                          <a:pt x="400" y="520"/>
                        </a:lnTo>
                        <a:lnTo>
                          <a:pt x="403" y="520"/>
                        </a:lnTo>
                        <a:lnTo>
                          <a:pt x="405" y="519"/>
                        </a:lnTo>
                        <a:lnTo>
                          <a:pt x="409" y="519"/>
                        </a:lnTo>
                        <a:lnTo>
                          <a:pt x="411" y="520"/>
                        </a:lnTo>
                        <a:lnTo>
                          <a:pt x="413" y="520"/>
                        </a:lnTo>
                        <a:lnTo>
                          <a:pt x="415" y="520"/>
                        </a:lnTo>
                        <a:lnTo>
                          <a:pt x="416" y="520"/>
                        </a:lnTo>
                        <a:lnTo>
                          <a:pt x="417" y="520"/>
                        </a:lnTo>
                        <a:lnTo>
                          <a:pt x="417" y="522"/>
                        </a:lnTo>
                        <a:lnTo>
                          <a:pt x="416" y="523"/>
                        </a:lnTo>
                        <a:lnTo>
                          <a:pt x="415" y="525"/>
                        </a:lnTo>
                        <a:lnTo>
                          <a:pt x="412" y="523"/>
                        </a:lnTo>
                        <a:lnTo>
                          <a:pt x="409" y="523"/>
                        </a:lnTo>
                        <a:lnTo>
                          <a:pt x="408" y="526"/>
                        </a:lnTo>
                        <a:lnTo>
                          <a:pt x="404" y="526"/>
                        </a:lnTo>
                        <a:lnTo>
                          <a:pt x="401" y="527"/>
                        </a:lnTo>
                        <a:lnTo>
                          <a:pt x="400" y="527"/>
                        </a:lnTo>
                        <a:lnTo>
                          <a:pt x="398" y="526"/>
                        </a:lnTo>
                        <a:lnTo>
                          <a:pt x="396" y="526"/>
                        </a:lnTo>
                        <a:lnTo>
                          <a:pt x="394" y="527"/>
                        </a:lnTo>
                        <a:lnTo>
                          <a:pt x="396" y="529"/>
                        </a:lnTo>
                        <a:lnTo>
                          <a:pt x="397" y="527"/>
                        </a:lnTo>
                        <a:lnTo>
                          <a:pt x="398" y="529"/>
                        </a:lnTo>
                        <a:lnTo>
                          <a:pt x="404" y="529"/>
                        </a:lnTo>
                        <a:lnTo>
                          <a:pt x="405" y="530"/>
                        </a:lnTo>
                        <a:lnTo>
                          <a:pt x="405" y="531"/>
                        </a:lnTo>
                        <a:lnTo>
                          <a:pt x="407" y="529"/>
                        </a:lnTo>
                        <a:lnTo>
                          <a:pt x="411" y="526"/>
                        </a:lnTo>
                        <a:lnTo>
                          <a:pt x="411" y="526"/>
                        </a:lnTo>
                        <a:lnTo>
                          <a:pt x="412" y="526"/>
                        </a:lnTo>
                        <a:lnTo>
                          <a:pt x="412" y="526"/>
                        </a:lnTo>
                        <a:lnTo>
                          <a:pt x="415" y="526"/>
                        </a:lnTo>
                        <a:lnTo>
                          <a:pt x="416" y="526"/>
                        </a:lnTo>
                        <a:lnTo>
                          <a:pt x="417" y="527"/>
                        </a:lnTo>
                        <a:lnTo>
                          <a:pt x="419" y="526"/>
                        </a:lnTo>
                        <a:lnTo>
                          <a:pt x="423" y="526"/>
                        </a:lnTo>
                        <a:lnTo>
                          <a:pt x="424" y="526"/>
                        </a:lnTo>
                        <a:lnTo>
                          <a:pt x="428" y="522"/>
                        </a:lnTo>
                        <a:lnTo>
                          <a:pt x="430" y="520"/>
                        </a:lnTo>
                        <a:lnTo>
                          <a:pt x="430" y="522"/>
                        </a:lnTo>
                        <a:lnTo>
                          <a:pt x="430" y="523"/>
                        </a:lnTo>
                        <a:lnTo>
                          <a:pt x="430" y="523"/>
                        </a:lnTo>
                        <a:lnTo>
                          <a:pt x="431" y="522"/>
                        </a:lnTo>
                        <a:lnTo>
                          <a:pt x="432" y="522"/>
                        </a:lnTo>
                        <a:lnTo>
                          <a:pt x="434" y="523"/>
                        </a:lnTo>
                        <a:lnTo>
                          <a:pt x="438" y="526"/>
                        </a:lnTo>
                        <a:lnTo>
                          <a:pt x="442" y="527"/>
                        </a:lnTo>
                        <a:lnTo>
                          <a:pt x="445" y="529"/>
                        </a:lnTo>
                        <a:lnTo>
                          <a:pt x="447" y="530"/>
                        </a:lnTo>
                        <a:lnTo>
                          <a:pt x="450" y="530"/>
                        </a:lnTo>
                        <a:lnTo>
                          <a:pt x="454" y="530"/>
                        </a:lnTo>
                        <a:lnTo>
                          <a:pt x="456" y="530"/>
                        </a:lnTo>
                        <a:lnTo>
                          <a:pt x="458" y="530"/>
                        </a:lnTo>
                        <a:lnTo>
                          <a:pt x="462" y="529"/>
                        </a:lnTo>
                        <a:lnTo>
                          <a:pt x="462" y="530"/>
                        </a:lnTo>
                        <a:lnTo>
                          <a:pt x="461" y="533"/>
                        </a:lnTo>
                        <a:lnTo>
                          <a:pt x="458" y="534"/>
                        </a:lnTo>
                        <a:lnTo>
                          <a:pt x="454" y="534"/>
                        </a:lnTo>
                        <a:lnTo>
                          <a:pt x="454" y="534"/>
                        </a:lnTo>
                        <a:lnTo>
                          <a:pt x="451" y="535"/>
                        </a:lnTo>
                        <a:lnTo>
                          <a:pt x="451" y="537"/>
                        </a:lnTo>
                        <a:lnTo>
                          <a:pt x="453" y="538"/>
                        </a:lnTo>
                        <a:lnTo>
                          <a:pt x="453" y="539"/>
                        </a:lnTo>
                        <a:lnTo>
                          <a:pt x="453" y="539"/>
                        </a:lnTo>
                        <a:lnTo>
                          <a:pt x="451" y="539"/>
                        </a:lnTo>
                        <a:lnTo>
                          <a:pt x="450" y="538"/>
                        </a:lnTo>
                        <a:lnTo>
                          <a:pt x="449" y="538"/>
                        </a:lnTo>
                        <a:lnTo>
                          <a:pt x="447" y="539"/>
                        </a:lnTo>
                        <a:lnTo>
                          <a:pt x="447" y="541"/>
                        </a:lnTo>
                        <a:lnTo>
                          <a:pt x="446" y="539"/>
                        </a:lnTo>
                        <a:lnTo>
                          <a:pt x="443" y="539"/>
                        </a:lnTo>
                        <a:lnTo>
                          <a:pt x="443" y="541"/>
                        </a:lnTo>
                        <a:lnTo>
                          <a:pt x="443" y="542"/>
                        </a:lnTo>
                        <a:lnTo>
                          <a:pt x="445" y="542"/>
                        </a:lnTo>
                        <a:lnTo>
                          <a:pt x="445" y="544"/>
                        </a:lnTo>
                        <a:lnTo>
                          <a:pt x="443" y="545"/>
                        </a:lnTo>
                        <a:lnTo>
                          <a:pt x="441" y="546"/>
                        </a:lnTo>
                        <a:lnTo>
                          <a:pt x="441" y="545"/>
                        </a:lnTo>
                        <a:lnTo>
                          <a:pt x="439" y="544"/>
                        </a:lnTo>
                        <a:lnTo>
                          <a:pt x="438" y="545"/>
                        </a:lnTo>
                        <a:lnTo>
                          <a:pt x="439" y="546"/>
                        </a:lnTo>
                        <a:lnTo>
                          <a:pt x="439" y="548"/>
                        </a:lnTo>
                        <a:lnTo>
                          <a:pt x="437" y="548"/>
                        </a:lnTo>
                        <a:lnTo>
                          <a:pt x="437" y="549"/>
                        </a:lnTo>
                        <a:lnTo>
                          <a:pt x="435" y="550"/>
                        </a:lnTo>
                        <a:lnTo>
                          <a:pt x="432" y="549"/>
                        </a:lnTo>
                        <a:lnTo>
                          <a:pt x="432" y="548"/>
                        </a:lnTo>
                        <a:lnTo>
                          <a:pt x="431" y="548"/>
                        </a:lnTo>
                        <a:lnTo>
                          <a:pt x="431" y="550"/>
                        </a:lnTo>
                        <a:lnTo>
                          <a:pt x="432" y="552"/>
                        </a:lnTo>
                        <a:lnTo>
                          <a:pt x="431" y="554"/>
                        </a:lnTo>
                        <a:lnTo>
                          <a:pt x="428" y="553"/>
                        </a:lnTo>
                        <a:lnTo>
                          <a:pt x="428" y="552"/>
                        </a:lnTo>
                        <a:lnTo>
                          <a:pt x="427" y="553"/>
                        </a:lnTo>
                        <a:lnTo>
                          <a:pt x="426" y="553"/>
                        </a:lnTo>
                        <a:lnTo>
                          <a:pt x="427" y="554"/>
                        </a:lnTo>
                        <a:lnTo>
                          <a:pt x="427" y="556"/>
                        </a:lnTo>
                        <a:lnTo>
                          <a:pt x="424" y="558"/>
                        </a:lnTo>
                        <a:lnTo>
                          <a:pt x="423" y="558"/>
                        </a:lnTo>
                        <a:lnTo>
                          <a:pt x="423" y="557"/>
                        </a:lnTo>
                        <a:lnTo>
                          <a:pt x="422" y="556"/>
                        </a:lnTo>
                        <a:lnTo>
                          <a:pt x="420" y="556"/>
                        </a:lnTo>
                        <a:lnTo>
                          <a:pt x="420" y="557"/>
                        </a:lnTo>
                        <a:lnTo>
                          <a:pt x="420" y="558"/>
                        </a:lnTo>
                        <a:lnTo>
                          <a:pt x="420" y="560"/>
                        </a:lnTo>
                        <a:lnTo>
                          <a:pt x="419" y="561"/>
                        </a:lnTo>
                        <a:lnTo>
                          <a:pt x="417" y="563"/>
                        </a:lnTo>
                        <a:lnTo>
                          <a:pt x="416" y="563"/>
                        </a:lnTo>
                        <a:lnTo>
                          <a:pt x="413" y="564"/>
                        </a:lnTo>
                        <a:lnTo>
                          <a:pt x="412" y="565"/>
                        </a:lnTo>
                        <a:lnTo>
                          <a:pt x="411" y="567"/>
                        </a:lnTo>
                        <a:lnTo>
                          <a:pt x="409" y="567"/>
                        </a:lnTo>
                        <a:lnTo>
                          <a:pt x="409" y="565"/>
                        </a:lnTo>
                        <a:lnTo>
                          <a:pt x="408" y="565"/>
                        </a:lnTo>
                        <a:lnTo>
                          <a:pt x="405" y="567"/>
                        </a:lnTo>
                        <a:lnTo>
                          <a:pt x="403" y="567"/>
                        </a:lnTo>
                        <a:lnTo>
                          <a:pt x="401" y="567"/>
                        </a:lnTo>
                        <a:lnTo>
                          <a:pt x="401" y="569"/>
                        </a:lnTo>
                        <a:lnTo>
                          <a:pt x="400" y="569"/>
                        </a:lnTo>
                        <a:lnTo>
                          <a:pt x="398" y="568"/>
                        </a:lnTo>
                        <a:lnTo>
                          <a:pt x="397" y="568"/>
                        </a:lnTo>
                        <a:lnTo>
                          <a:pt x="396" y="568"/>
                        </a:lnTo>
                        <a:lnTo>
                          <a:pt x="394" y="571"/>
                        </a:lnTo>
                        <a:lnTo>
                          <a:pt x="394" y="569"/>
                        </a:lnTo>
                        <a:lnTo>
                          <a:pt x="393" y="568"/>
                        </a:lnTo>
                        <a:lnTo>
                          <a:pt x="392" y="568"/>
                        </a:lnTo>
                        <a:lnTo>
                          <a:pt x="392" y="569"/>
                        </a:lnTo>
                        <a:lnTo>
                          <a:pt x="390" y="571"/>
                        </a:lnTo>
                        <a:lnTo>
                          <a:pt x="389" y="571"/>
                        </a:lnTo>
                        <a:lnTo>
                          <a:pt x="388" y="569"/>
                        </a:lnTo>
                        <a:lnTo>
                          <a:pt x="388" y="569"/>
                        </a:lnTo>
                        <a:lnTo>
                          <a:pt x="388" y="571"/>
                        </a:lnTo>
                        <a:lnTo>
                          <a:pt x="386" y="571"/>
                        </a:lnTo>
                        <a:lnTo>
                          <a:pt x="385" y="571"/>
                        </a:lnTo>
                        <a:lnTo>
                          <a:pt x="382" y="571"/>
                        </a:lnTo>
                        <a:lnTo>
                          <a:pt x="384" y="572"/>
                        </a:lnTo>
                        <a:lnTo>
                          <a:pt x="382" y="573"/>
                        </a:lnTo>
                        <a:lnTo>
                          <a:pt x="381" y="573"/>
                        </a:lnTo>
                        <a:lnTo>
                          <a:pt x="379" y="573"/>
                        </a:lnTo>
                        <a:lnTo>
                          <a:pt x="379" y="573"/>
                        </a:lnTo>
                        <a:lnTo>
                          <a:pt x="378" y="575"/>
                        </a:lnTo>
                        <a:lnTo>
                          <a:pt x="378" y="575"/>
                        </a:lnTo>
                        <a:lnTo>
                          <a:pt x="377" y="573"/>
                        </a:lnTo>
                        <a:lnTo>
                          <a:pt x="377" y="573"/>
                        </a:lnTo>
                        <a:lnTo>
                          <a:pt x="375" y="576"/>
                        </a:lnTo>
                        <a:lnTo>
                          <a:pt x="374" y="578"/>
                        </a:lnTo>
                        <a:lnTo>
                          <a:pt x="374" y="578"/>
                        </a:lnTo>
                        <a:lnTo>
                          <a:pt x="373" y="578"/>
                        </a:lnTo>
                        <a:lnTo>
                          <a:pt x="371" y="576"/>
                        </a:lnTo>
                        <a:lnTo>
                          <a:pt x="369" y="573"/>
                        </a:lnTo>
                        <a:lnTo>
                          <a:pt x="367" y="573"/>
                        </a:lnTo>
                        <a:lnTo>
                          <a:pt x="366" y="573"/>
                        </a:lnTo>
                        <a:lnTo>
                          <a:pt x="366" y="575"/>
                        </a:lnTo>
                        <a:lnTo>
                          <a:pt x="365" y="575"/>
                        </a:lnTo>
                        <a:lnTo>
                          <a:pt x="365" y="576"/>
                        </a:lnTo>
                        <a:lnTo>
                          <a:pt x="362" y="578"/>
                        </a:lnTo>
                        <a:lnTo>
                          <a:pt x="360" y="578"/>
                        </a:lnTo>
                        <a:lnTo>
                          <a:pt x="360" y="578"/>
                        </a:lnTo>
                        <a:lnTo>
                          <a:pt x="359" y="579"/>
                        </a:lnTo>
                        <a:lnTo>
                          <a:pt x="356" y="579"/>
                        </a:lnTo>
                        <a:lnTo>
                          <a:pt x="355" y="579"/>
                        </a:lnTo>
                        <a:lnTo>
                          <a:pt x="354" y="578"/>
                        </a:lnTo>
                        <a:lnTo>
                          <a:pt x="352" y="578"/>
                        </a:lnTo>
                        <a:lnTo>
                          <a:pt x="351" y="579"/>
                        </a:lnTo>
                        <a:lnTo>
                          <a:pt x="351" y="579"/>
                        </a:lnTo>
                        <a:lnTo>
                          <a:pt x="350" y="579"/>
                        </a:lnTo>
                        <a:lnTo>
                          <a:pt x="348" y="578"/>
                        </a:lnTo>
                        <a:lnTo>
                          <a:pt x="347" y="576"/>
                        </a:lnTo>
                        <a:lnTo>
                          <a:pt x="347" y="573"/>
                        </a:lnTo>
                        <a:lnTo>
                          <a:pt x="345" y="573"/>
                        </a:lnTo>
                        <a:lnTo>
                          <a:pt x="344" y="572"/>
                        </a:lnTo>
                        <a:lnTo>
                          <a:pt x="343" y="569"/>
                        </a:lnTo>
                        <a:lnTo>
                          <a:pt x="343" y="568"/>
                        </a:lnTo>
                        <a:lnTo>
                          <a:pt x="343" y="565"/>
                        </a:lnTo>
                        <a:lnTo>
                          <a:pt x="341" y="563"/>
                        </a:lnTo>
                        <a:lnTo>
                          <a:pt x="340" y="563"/>
                        </a:lnTo>
                        <a:lnTo>
                          <a:pt x="339" y="563"/>
                        </a:lnTo>
                        <a:lnTo>
                          <a:pt x="339" y="565"/>
                        </a:lnTo>
                        <a:lnTo>
                          <a:pt x="340" y="565"/>
                        </a:lnTo>
                        <a:lnTo>
                          <a:pt x="340" y="568"/>
                        </a:lnTo>
                        <a:lnTo>
                          <a:pt x="341" y="569"/>
                        </a:lnTo>
                        <a:lnTo>
                          <a:pt x="343" y="571"/>
                        </a:lnTo>
                        <a:lnTo>
                          <a:pt x="343" y="573"/>
                        </a:lnTo>
                        <a:lnTo>
                          <a:pt x="341" y="576"/>
                        </a:lnTo>
                        <a:lnTo>
                          <a:pt x="343" y="576"/>
                        </a:lnTo>
                        <a:lnTo>
                          <a:pt x="344" y="576"/>
                        </a:lnTo>
                        <a:lnTo>
                          <a:pt x="344" y="579"/>
                        </a:lnTo>
                        <a:lnTo>
                          <a:pt x="344" y="583"/>
                        </a:lnTo>
                        <a:lnTo>
                          <a:pt x="343" y="584"/>
                        </a:lnTo>
                        <a:lnTo>
                          <a:pt x="340" y="586"/>
                        </a:lnTo>
                        <a:lnTo>
                          <a:pt x="340" y="584"/>
                        </a:lnTo>
                        <a:lnTo>
                          <a:pt x="339" y="584"/>
                        </a:lnTo>
                        <a:lnTo>
                          <a:pt x="336" y="586"/>
                        </a:lnTo>
                        <a:lnTo>
                          <a:pt x="335" y="588"/>
                        </a:lnTo>
                        <a:lnTo>
                          <a:pt x="333" y="588"/>
                        </a:lnTo>
                        <a:lnTo>
                          <a:pt x="332" y="588"/>
                        </a:lnTo>
                        <a:lnTo>
                          <a:pt x="331" y="590"/>
                        </a:lnTo>
                        <a:lnTo>
                          <a:pt x="332" y="590"/>
                        </a:lnTo>
                        <a:lnTo>
                          <a:pt x="331" y="591"/>
                        </a:lnTo>
                        <a:lnTo>
                          <a:pt x="329" y="592"/>
                        </a:lnTo>
                        <a:lnTo>
                          <a:pt x="328" y="592"/>
                        </a:lnTo>
                        <a:lnTo>
                          <a:pt x="328" y="595"/>
                        </a:lnTo>
                        <a:lnTo>
                          <a:pt x="328" y="597"/>
                        </a:lnTo>
                        <a:lnTo>
                          <a:pt x="326" y="598"/>
                        </a:lnTo>
                        <a:lnTo>
                          <a:pt x="325" y="597"/>
                        </a:lnTo>
                        <a:lnTo>
                          <a:pt x="324" y="595"/>
                        </a:lnTo>
                        <a:lnTo>
                          <a:pt x="325" y="597"/>
                        </a:lnTo>
                        <a:lnTo>
                          <a:pt x="325" y="598"/>
                        </a:lnTo>
                        <a:lnTo>
                          <a:pt x="325" y="601"/>
                        </a:lnTo>
                        <a:lnTo>
                          <a:pt x="324" y="601"/>
                        </a:lnTo>
                        <a:lnTo>
                          <a:pt x="324" y="599"/>
                        </a:lnTo>
                        <a:lnTo>
                          <a:pt x="322" y="599"/>
                        </a:lnTo>
                        <a:lnTo>
                          <a:pt x="321" y="599"/>
                        </a:lnTo>
                        <a:lnTo>
                          <a:pt x="322" y="601"/>
                        </a:lnTo>
                        <a:lnTo>
                          <a:pt x="322" y="602"/>
                        </a:lnTo>
                        <a:lnTo>
                          <a:pt x="321" y="603"/>
                        </a:lnTo>
                        <a:lnTo>
                          <a:pt x="318" y="605"/>
                        </a:lnTo>
                        <a:lnTo>
                          <a:pt x="316" y="607"/>
                        </a:lnTo>
                        <a:lnTo>
                          <a:pt x="316" y="609"/>
                        </a:lnTo>
                        <a:lnTo>
                          <a:pt x="316" y="611"/>
                        </a:lnTo>
                        <a:lnTo>
                          <a:pt x="316" y="613"/>
                        </a:lnTo>
                        <a:lnTo>
                          <a:pt x="313" y="616"/>
                        </a:lnTo>
                        <a:lnTo>
                          <a:pt x="312" y="617"/>
                        </a:lnTo>
                        <a:lnTo>
                          <a:pt x="312" y="616"/>
                        </a:lnTo>
                        <a:lnTo>
                          <a:pt x="310" y="616"/>
                        </a:lnTo>
                        <a:lnTo>
                          <a:pt x="312" y="614"/>
                        </a:lnTo>
                        <a:lnTo>
                          <a:pt x="310" y="614"/>
                        </a:lnTo>
                        <a:lnTo>
                          <a:pt x="309" y="616"/>
                        </a:lnTo>
                        <a:lnTo>
                          <a:pt x="309" y="617"/>
                        </a:lnTo>
                        <a:lnTo>
                          <a:pt x="309" y="618"/>
                        </a:lnTo>
                        <a:lnTo>
                          <a:pt x="309" y="620"/>
                        </a:lnTo>
                        <a:lnTo>
                          <a:pt x="305" y="622"/>
                        </a:lnTo>
                        <a:lnTo>
                          <a:pt x="303" y="624"/>
                        </a:lnTo>
                        <a:lnTo>
                          <a:pt x="302" y="622"/>
                        </a:lnTo>
                        <a:lnTo>
                          <a:pt x="302" y="621"/>
                        </a:lnTo>
                        <a:lnTo>
                          <a:pt x="302" y="620"/>
                        </a:lnTo>
                        <a:lnTo>
                          <a:pt x="301" y="620"/>
                        </a:lnTo>
                        <a:lnTo>
                          <a:pt x="301" y="622"/>
                        </a:lnTo>
                        <a:lnTo>
                          <a:pt x="299" y="622"/>
                        </a:lnTo>
                        <a:lnTo>
                          <a:pt x="297" y="621"/>
                        </a:lnTo>
                        <a:lnTo>
                          <a:pt x="295" y="620"/>
                        </a:lnTo>
                        <a:lnTo>
                          <a:pt x="294" y="618"/>
                        </a:lnTo>
                        <a:lnTo>
                          <a:pt x="294" y="620"/>
                        </a:lnTo>
                        <a:lnTo>
                          <a:pt x="295" y="621"/>
                        </a:lnTo>
                        <a:lnTo>
                          <a:pt x="297" y="621"/>
                        </a:lnTo>
                        <a:lnTo>
                          <a:pt x="297" y="624"/>
                        </a:lnTo>
                        <a:lnTo>
                          <a:pt x="297" y="625"/>
                        </a:lnTo>
                        <a:lnTo>
                          <a:pt x="295" y="626"/>
                        </a:lnTo>
                        <a:lnTo>
                          <a:pt x="295" y="626"/>
                        </a:lnTo>
                        <a:lnTo>
                          <a:pt x="291" y="629"/>
                        </a:lnTo>
                        <a:lnTo>
                          <a:pt x="288" y="630"/>
                        </a:lnTo>
                        <a:lnTo>
                          <a:pt x="287" y="630"/>
                        </a:lnTo>
                        <a:lnTo>
                          <a:pt x="286" y="630"/>
                        </a:lnTo>
                        <a:lnTo>
                          <a:pt x="286" y="629"/>
                        </a:lnTo>
                        <a:lnTo>
                          <a:pt x="286" y="628"/>
                        </a:lnTo>
                        <a:lnTo>
                          <a:pt x="286" y="626"/>
                        </a:lnTo>
                        <a:lnTo>
                          <a:pt x="284" y="626"/>
                        </a:lnTo>
                        <a:lnTo>
                          <a:pt x="284" y="629"/>
                        </a:lnTo>
                        <a:lnTo>
                          <a:pt x="284" y="629"/>
                        </a:lnTo>
                        <a:lnTo>
                          <a:pt x="283" y="632"/>
                        </a:lnTo>
                        <a:lnTo>
                          <a:pt x="282" y="632"/>
                        </a:lnTo>
                        <a:lnTo>
                          <a:pt x="280" y="632"/>
                        </a:lnTo>
                        <a:lnTo>
                          <a:pt x="278" y="632"/>
                        </a:lnTo>
                        <a:lnTo>
                          <a:pt x="276" y="629"/>
                        </a:lnTo>
                        <a:lnTo>
                          <a:pt x="276" y="628"/>
                        </a:lnTo>
                        <a:lnTo>
                          <a:pt x="278" y="625"/>
                        </a:lnTo>
                        <a:lnTo>
                          <a:pt x="276" y="624"/>
                        </a:lnTo>
                        <a:lnTo>
                          <a:pt x="276" y="624"/>
                        </a:lnTo>
                        <a:lnTo>
                          <a:pt x="276" y="626"/>
                        </a:lnTo>
                        <a:lnTo>
                          <a:pt x="275" y="629"/>
                        </a:lnTo>
                        <a:lnTo>
                          <a:pt x="275" y="630"/>
                        </a:lnTo>
                        <a:lnTo>
                          <a:pt x="275" y="632"/>
                        </a:lnTo>
                        <a:lnTo>
                          <a:pt x="273" y="632"/>
                        </a:lnTo>
                        <a:lnTo>
                          <a:pt x="271" y="628"/>
                        </a:lnTo>
                        <a:lnTo>
                          <a:pt x="271" y="626"/>
                        </a:lnTo>
                        <a:lnTo>
                          <a:pt x="271" y="624"/>
                        </a:lnTo>
                        <a:lnTo>
                          <a:pt x="273" y="622"/>
                        </a:lnTo>
                        <a:lnTo>
                          <a:pt x="275" y="621"/>
                        </a:lnTo>
                        <a:lnTo>
                          <a:pt x="273" y="620"/>
                        </a:lnTo>
                        <a:lnTo>
                          <a:pt x="271" y="620"/>
                        </a:lnTo>
                        <a:lnTo>
                          <a:pt x="269" y="617"/>
                        </a:lnTo>
                        <a:lnTo>
                          <a:pt x="269" y="617"/>
                        </a:lnTo>
                        <a:lnTo>
                          <a:pt x="269" y="616"/>
                        </a:lnTo>
                        <a:lnTo>
                          <a:pt x="268" y="617"/>
                        </a:lnTo>
                        <a:lnTo>
                          <a:pt x="267" y="618"/>
                        </a:lnTo>
                        <a:lnTo>
                          <a:pt x="267" y="620"/>
                        </a:lnTo>
                        <a:lnTo>
                          <a:pt x="269" y="621"/>
                        </a:lnTo>
                        <a:lnTo>
                          <a:pt x="268" y="622"/>
                        </a:lnTo>
                        <a:lnTo>
                          <a:pt x="267" y="625"/>
                        </a:lnTo>
                        <a:lnTo>
                          <a:pt x="267" y="626"/>
                        </a:lnTo>
                        <a:lnTo>
                          <a:pt x="265" y="628"/>
                        </a:lnTo>
                        <a:lnTo>
                          <a:pt x="264" y="629"/>
                        </a:lnTo>
                        <a:lnTo>
                          <a:pt x="263" y="626"/>
                        </a:lnTo>
                        <a:lnTo>
                          <a:pt x="263" y="625"/>
                        </a:lnTo>
                        <a:lnTo>
                          <a:pt x="261" y="626"/>
                        </a:lnTo>
                        <a:lnTo>
                          <a:pt x="261" y="629"/>
                        </a:lnTo>
                        <a:lnTo>
                          <a:pt x="263" y="632"/>
                        </a:lnTo>
                        <a:lnTo>
                          <a:pt x="264" y="633"/>
                        </a:lnTo>
                        <a:lnTo>
                          <a:pt x="264" y="635"/>
                        </a:lnTo>
                        <a:lnTo>
                          <a:pt x="263" y="635"/>
                        </a:lnTo>
                        <a:lnTo>
                          <a:pt x="263" y="637"/>
                        </a:lnTo>
                        <a:lnTo>
                          <a:pt x="260" y="637"/>
                        </a:lnTo>
                        <a:lnTo>
                          <a:pt x="259" y="637"/>
                        </a:lnTo>
                        <a:lnTo>
                          <a:pt x="257" y="636"/>
                        </a:lnTo>
                        <a:lnTo>
                          <a:pt x="256" y="637"/>
                        </a:lnTo>
                        <a:lnTo>
                          <a:pt x="256" y="639"/>
                        </a:lnTo>
                        <a:lnTo>
                          <a:pt x="253" y="640"/>
                        </a:lnTo>
                        <a:lnTo>
                          <a:pt x="252" y="639"/>
                        </a:lnTo>
                        <a:lnTo>
                          <a:pt x="252" y="636"/>
                        </a:lnTo>
                        <a:lnTo>
                          <a:pt x="250" y="635"/>
                        </a:lnTo>
                        <a:lnTo>
                          <a:pt x="249" y="635"/>
                        </a:lnTo>
                        <a:lnTo>
                          <a:pt x="249" y="636"/>
                        </a:lnTo>
                        <a:lnTo>
                          <a:pt x="249" y="637"/>
                        </a:lnTo>
                        <a:lnTo>
                          <a:pt x="248" y="639"/>
                        </a:lnTo>
                        <a:lnTo>
                          <a:pt x="246" y="639"/>
                        </a:lnTo>
                        <a:lnTo>
                          <a:pt x="245" y="636"/>
                        </a:lnTo>
                        <a:lnTo>
                          <a:pt x="245" y="635"/>
                        </a:lnTo>
                        <a:lnTo>
                          <a:pt x="244" y="635"/>
                        </a:lnTo>
                        <a:lnTo>
                          <a:pt x="242" y="636"/>
                        </a:lnTo>
                        <a:lnTo>
                          <a:pt x="241" y="636"/>
                        </a:lnTo>
                        <a:lnTo>
                          <a:pt x="240" y="637"/>
                        </a:lnTo>
                        <a:lnTo>
                          <a:pt x="241" y="639"/>
                        </a:lnTo>
                        <a:lnTo>
                          <a:pt x="241" y="640"/>
                        </a:lnTo>
                        <a:lnTo>
                          <a:pt x="241" y="644"/>
                        </a:lnTo>
                        <a:lnTo>
                          <a:pt x="240" y="647"/>
                        </a:lnTo>
                        <a:lnTo>
                          <a:pt x="237" y="650"/>
                        </a:lnTo>
                        <a:lnTo>
                          <a:pt x="235" y="650"/>
                        </a:lnTo>
                        <a:lnTo>
                          <a:pt x="234" y="650"/>
                        </a:lnTo>
                        <a:lnTo>
                          <a:pt x="234" y="645"/>
                        </a:lnTo>
                        <a:lnTo>
                          <a:pt x="233" y="645"/>
                        </a:lnTo>
                        <a:lnTo>
                          <a:pt x="231" y="645"/>
                        </a:lnTo>
                        <a:lnTo>
                          <a:pt x="231" y="647"/>
                        </a:lnTo>
                        <a:lnTo>
                          <a:pt x="229" y="647"/>
                        </a:lnTo>
                        <a:lnTo>
                          <a:pt x="227" y="644"/>
                        </a:lnTo>
                        <a:lnTo>
                          <a:pt x="227" y="644"/>
                        </a:lnTo>
                        <a:lnTo>
                          <a:pt x="226" y="645"/>
                        </a:lnTo>
                        <a:lnTo>
                          <a:pt x="227" y="647"/>
                        </a:lnTo>
                        <a:lnTo>
                          <a:pt x="227" y="648"/>
                        </a:lnTo>
                        <a:lnTo>
                          <a:pt x="226" y="650"/>
                        </a:lnTo>
                        <a:lnTo>
                          <a:pt x="226" y="651"/>
                        </a:lnTo>
                        <a:lnTo>
                          <a:pt x="227" y="654"/>
                        </a:lnTo>
                        <a:lnTo>
                          <a:pt x="229" y="655"/>
                        </a:lnTo>
                        <a:lnTo>
                          <a:pt x="229" y="658"/>
                        </a:lnTo>
                        <a:lnTo>
                          <a:pt x="230" y="662"/>
                        </a:lnTo>
                        <a:lnTo>
                          <a:pt x="229" y="663"/>
                        </a:lnTo>
                        <a:lnTo>
                          <a:pt x="227" y="663"/>
                        </a:lnTo>
                        <a:lnTo>
                          <a:pt x="226" y="663"/>
                        </a:lnTo>
                        <a:lnTo>
                          <a:pt x="226" y="664"/>
                        </a:lnTo>
                        <a:lnTo>
                          <a:pt x="223" y="664"/>
                        </a:lnTo>
                        <a:lnTo>
                          <a:pt x="221" y="663"/>
                        </a:lnTo>
                        <a:lnTo>
                          <a:pt x="218" y="663"/>
                        </a:lnTo>
                        <a:lnTo>
                          <a:pt x="218" y="664"/>
                        </a:lnTo>
                        <a:lnTo>
                          <a:pt x="218" y="666"/>
                        </a:lnTo>
                        <a:lnTo>
                          <a:pt x="221" y="667"/>
                        </a:lnTo>
                        <a:lnTo>
                          <a:pt x="223" y="669"/>
                        </a:lnTo>
                        <a:lnTo>
                          <a:pt x="225" y="670"/>
                        </a:lnTo>
                        <a:lnTo>
                          <a:pt x="226" y="670"/>
                        </a:lnTo>
                        <a:lnTo>
                          <a:pt x="226" y="670"/>
                        </a:lnTo>
                        <a:lnTo>
                          <a:pt x="229" y="670"/>
                        </a:lnTo>
                        <a:lnTo>
                          <a:pt x="229" y="671"/>
                        </a:lnTo>
                        <a:lnTo>
                          <a:pt x="227" y="673"/>
                        </a:lnTo>
                        <a:lnTo>
                          <a:pt x="226" y="674"/>
                        </a:lnTo>
                        <a:lnTo>
                          <a:pt x="225" y="674"/>
                        </a:lnTo>
                        <a:lnTo>
                          <a:pt x="225" y="674"/>
                        </a:lnTo>
                        <a:lnTo>
                          <a:pt x="226" y="675"/>
                        </a:lnTo>
                        <a:lnTo>
                          <a:pt x="226" y="677"/>
                        </a:lnTo>
                        <a:lnTo>
                          <a:pt x="226" y="678"/>
                        </a:lnTo>
                        <a:lnTo>
                          <a:pt x="226" y="681"/>
                        </a:lnTo>
                        <a:lnTo>
                          <a:pt x="226" y="681"/>
                        </a:lnTo>
                        <a:lnTo>
                          <a:pt x="225" y="682"/>
                        </a:lnTo>
                        <a:lnTo>
                          <a:pt x="223" y="681"/>
                        </a:lnTo>
                        <a:lnTo>
                          <a:pt x="221" y="678"/>
                        </a:lnTo>
                        <a:lnTo>
                          <a:pt x="219" y="678"/>
                        </a:lnTo>
                        <a:lnTo>
                          <a:pt x="218" y="678"/>
                        </a:lnTo>
                        <a:lnTo>
                          <a:pt x="216" y="675"/>
                        </a:lnTo>
                        <a:lnTo>
                          <a:pt x="215" y="675"/>
                        </a:lnTo>
                        <a:lnTo>
                          <a:pt x="215" y="677"/>
                        </a:lnTo>
                        <a:lnTo>
                          <a:pt x="214" y="678"/>
                        </a:lnTo>
                        <a:lnTo>
                          <a:pt x="216" y="678"/>
                        </a:lnTo>
                        <a:lnTo>
                          <a:pt x="218" y="679"/>
                        </a:lnTo>
                        <a:lnTo>
                          <a:pt x="221" y="681"/>
                        </a:lnTo>
                        <a:lnTo>
                          <a:pt x="222" y="682"/>
                        </a:lnTo>
                        <a:lnTo>
                          <a:pt x="225" y="682"/>
                        </a:lnTo>
                        <a:lnTo>
                          <a:pt x="225" y="683"/>
                        </a:lnTo>
                        <a:lnTo>
                          <a:pt x="223" y="685"/>
                        </a:lnTo>
                        <a:lnTo>
                          <a:pt x="222" y="686"/>
                        </a:lnTo>
                        <a:lnTo>
                          <a:pt x="221" y="686"/>
                        </a:lnTo>
                        <a:lnTo>
                          <a:pt x="219" y="686"/>
                        </a:lnTo>
                        <a:lnTo>
                          <a:pt x="216" y="686"/>
                        </a:lnTo>
                        <a:lnTo>
                          <a:pt x="214" y="683"/>
                        </a:lnTo>
                        <a:lnTo>
                          <a:pt x="214" y="682"/>
                        </a:lnTo>
                        <a:lnTo>
                          <a:pt x="212" y="682"/>
                        </a:lnTo>
                        <a:lnTo>
                          <a:pt x="211" y="683"/>
                        </a:lnTo>
                        <a:lnTo>
                          <a:pt x="210" y="685"/>
                        </a:lnTo>
                        <a:lnTo>
                          <a:pt x="210" y="686"/>
                        </a:lnTo>
                        <a:lnTo>
                          <a:pt x="212" y="689"/>
                        </a:lnTo>
                        <a:lnTo>
                          <a:pt x="215" y="690"/>
                        </a:lnTo>
                        <a:lnTo>
                          <a:pt x="215" y="692"/>
                        </a:lnTo>
                        <a:lnTo>
                          <a:pt x="215" y="692"/>
                        </a:lnTo>
                        <a:lnTo>
                          <a:pt x="215" y="693"/>
                        </a:lnTo>
                        <a:lnTo>
                          <a:pt x="212" y="692"/>
                        </a:lnTo>
                        <a:lnTo>
                          <a:pt x="211" y="692"/>
                        </a:lnTo>
                        <a:lnTo>
                          <a:pt x="208" y="689"/>
                        </a:lnTo>
                        <a:lnTo>
                          <a:pt x="207" y="688"/>
                        </a:lnTo>
                        <a:lnTo>
                          <a:pt x="207" y="688"/>
                        </a:lnTo>
                        <a:lnTo>
                          <a:pt x="207" y="690"/>
                        </a:lnTo>
                        <a:lnTo>
                          <a:pt x="210" y="692"/>
                        </a:lnTo>
                        <a:lnTo>
                          <a:pt x="212" y="693"/>
                        </a:lnTo>
                        <a:lnTo>
                          <a:pt x="212" y="694"/>
                        </a:lnTo>
                        <a:lnTo>
                          <a:pt x="212" y="696"/>
                        </a:lnTo>
                        <a:lnTo>
                          <a:pt x="211" y="696"/>
                        </a:lnTo>
                        <a:lnTo>
                          <a:pt x="208" y="696"/>
                        </a:lnTo>
                        <a:lnTo>
                          <a:pt x="207" y="694"/>
                        </a:lnTo>
                        <a:lnTo>
                          <a:pt x="207" y="693"/>
                        </a:lnTo>
                        <a:lnTo>
                          <a:pt x="206" y="692"/>
                        </a:lnTo>
                        <a:lnTo>
                          <a:pt x="204" y="692"/>
                        </a:lnTo>
                        <a:lnTo>
                          <a:pt x="203" y="693"/>
                        </a:lnTo>
                        <a:lnTo>
                          <a:pt x="203" y="694"/>
                        </a:lnTo>
                        <a:lnTo>
                          <a:pt x="204" y="696"/>
                        </a:lnTo>
                        <a:lnTo>
                          <a:pt x="206" y="697"/>
                        </a:lnTo>
                        <a:lnTo>
                          <a:pt x="204" y="697"/>
                        </a:lnTo>
                        <a:lnTo>
                          <a:pt x="206" y="698"/>
                        </a:lnTo>
                        <a:lnTo>
                          <a:pt x="210" y="698"/>
                        </a:lnTo>
                        <a:lnTo>
                          <a:pt x="211" y="698"/>
                        </a:lnTo>
                        <a:lnTo>
                          <a:pt x="212" y="701"/>
                        </a:lnTo>
                        <a:lnTo>
                          <a:pt x="211" y="701"/>
                        </a:lnTo>
                        <a:lnTo>
                          <a:pt x="210" y="703"/>
                        </a:lnTo>
                        <a:lnTo>
                          <a:pt x="210" y="704"/>
                        </a:lnTo>
                        <a:lnTo>
                          <a:pt x="207" y="704"/>
                        </a:lnTo>
                        <a:lnTo>
                          <a:pt x="206" y="703"/>
                        </a:lnTo>
                        <a:lnTo>
                          <a:pt x="204" y="703"/>
                        </a:lnTo>
                        <a:lnTo>
                          <a:pt x="201" y="701"/>
                        </a:lnTo>
                        <a:lnTo>
                          <a:pt x="201" y="700"/>
                        </a:lnTo>
                        <a:lnTo>
                          <a:pt x="201" y="700"/>
                        </a:lnTo>
                        <a:lnTo>
                          <a:pt x="200" y="698"/>
                        </a:lnTo>
                        <a:lnTo>
                          <a:pt x="200" y="698"/>
                        </a:lnTo>
                        <a:lnTo>
                          <a:pt x="200" y="701"/>
                        </a:lnTo>
                        <a:lnTo>
                          <a:pt x="199" y="703"/>
                        </a:lnTo>
                        <a:lnTo>
                          <a:pt x="197" y="704"/>
                        </a:lnTo>
                        <a:lnTo>
                          <a:pt x="196" y="704"/>
                        </a:lnTo>
                        <a:lnTo>
                          <a:pt x="195" y="703"/>
                        </a:lnTo>
                        <a:lnTo>
                          <a:pt x="193" y="703"/>
                        </a:lnTo>
                        <a:lnTo>
                          <a:pt x="192" y="703"/>
                        </a:lnTo>
                        <a:lnTo>
                          <a:pt x="192" y="704"/>
                        </a:lnTo>
                        <a:lnTo>
                          <a:pt x="193" y="705"/>
                        </a:lnTo>
                        <a:lnTo>
                          <a:pt x="197" y="707"/>
                        </a:lnTo>
                        <a:lnTo>
                          <a:pt x="200" y="708"/>
                        </a:lnTo>
                        <a:lnTo>
                          <a:pt x="201" y="709"/>
                        </a:lnTo>
                        <a:lnTo>
                          <a:pt x="203" y="713"/>
                        </a:lnTo>
                        <a:lnTo>
                          <a:pt x="201" y="713"/>
                        </a:lnTo>
                        <a:lnTo>
                          <a:pt x="200" y="713"/>
                        </a:lnTo>
                        <a:lnTo>
                          <a:pt x="197" y="712"/>
                        </a:lnTo>
                        <a:lnTo>
                          <a:pt x="195" y="709"/>
                        </a:lnTo>
                        <a:lnTo>
                          <a:pt x="193" y="708"/>
                        </a:lnTo>
                        <a:lnTo>
                          <a:pt x="192" y="708"/>
                        </a:lnTo>
                        <a:lnTo>
                          <a:pt x="192" y="709"/>
                        </a:lnTo>
                        <a:lnTo>
                          <a:pt x="193" y="711"/>
                        </a:lnTo>
                        <a:lnTo>
                          <a:pt x="195" y="711"/>
                        </a:lnTo>
                        <a:lnTo>
                          <a:pt x="199" y="713"/>
                        </a:lnTo>
                        <a:lnTo>
                          <a:pt x="200" y="716"/>
                        </a:lnTo>
                        <a:lnTo>
                          <a:pt x="200" y="717"/>
                        </a:lnTo>
                        <a:lnTo>
                          <a:pt x="199" y="720"/>
                        </a:lnTo>
                        <a:lnTo>
                          <a:pt x="200" y="722"/>
                        </a:lnTo>
                        <a:lnTo>
                          <a:pt x="200" y="722"/>
                        </a:lnTo>
                        <a:lnTo>
                          <a:pt x="199" y="723"/>
                        </a:lnTo>
                        <a:lnTo>
                          <a:pt x="199" y="724"/>
                        </a:lnTo>
                        <a:lnTo>
                          <a:pt x="197" y="727"/>
                        </a:lnTo>
                        <a:lnTo>
                          <a:pt x="196" y="727"/>
                        </a:lnTo>
                        <a:lnTo>
                          <a:pt x="195" y="726"/>
                        </a:lnTo>
                        <a:lnTo>
                          <a:pt x="192" y="726"/>
                        </a:lnTo>
                        <a:lnTo>
                          <a:pt x="191" y="724"/>
                        </a:lnTo>
                        <a:lnTo>
                          <a:pt x="189" y="724"/>
                        </a:lnTo>
                        <a:lnTo>
                          <a:pt x="189" y="726"/>
                        </a:lnTo>
                        <a:lnTo>
                          <a:pt x="192" y="727"/>
                        </a:lnTo>
                        <a:lnTo>
                          <a:pt x="195" y="727"/>
                        </a:lnTo>
                        <a:lnTo>
                          <a:pt x="195" y="728"/>
                        </a:lnTo>
                        <a:lnTo>
                          <a:pt x="193" y="730"/>
                        </a:lnTo>
                        <a:lnTo>
                          <a:pt x="192" y="730"/>
                        </a:lnTo>
                        <a:lnTo>
                          <a:pt x="191" y="728"/>
                        </a:lnTo>
                        <a:lnTo>
                          <a:pt x="189" y="730"/>
                        </a:lnTo>
                        <a:lnTo>
                          <a:pt x="189" y="730"/>
                        </a:lnTo>
                        <a:lnTo>
                          <a:pt x="192" y="731"/>
                        </a:lnTo>
                        <a:lnTo>
                          <a:pt x="192" y="731"/>
                        </a:lnTo>
                        <a:lnTo>
                          <a:pt x="192" y="732"/>
                        </a:lnTo>
                        <a:lnTo>
                          <a:pt x="191" y="734"/>
                        </a:lnTo>
                        <a:lnTo>
                          <a:pt x="189" y="735"/>
                        </a:lnTo>
                        <a:lnTo>
                          <a:pt x="188" y="734"/>
                        </a:lnTo>
                        <a:lnTo>
                          <a:pt x="187" y="734"/>
                        </a:lnTo>
                        <a:lnTo>
                          <a:pt x="185" y="734"/>
                        </a:lnTo>
                        <a:lnTo>
                          <a:pt x="187" y="735"/>
                        </a:lnTo>
                        <a:lnTo>
                          <a:pt x="188" y="735"/>
                        </a:lnTo>
                        <a:lnTo>
                          <a:pt x="189" y="736"/>
                        </a:lnTo>
                        <a:lnTo>
                          <a:pt x="189" y="739"/>
                        </a:lnTo>
                        <a:lnTo>
                          <a:pt x="188" y="739"/>
                        </a:lnTo>
                        <a:lnTo>
                          <a:pt x="184" y="739"/>
                        </a:lnTo>
                        <a:lnTo>
                          <a:pt x="182" y="738"/>
                        </a:lnTo>
                        <a:lnTo>
                          <a:pt x="181" y="738"/>
                        </a:lnTo>
                        <a:lnTo>
                          <a:pt x="181" y="739"/>
                        </a:lnTo>
                        <a:lnTo>
                          <a:pt x="184" y="741"/>
                        </a:lnTo>
                        <a:lnTo>
                          <a:pt x="188" y="741"/>
                        </a:lnTo>
                        <a:lnTo>
                          <a:pt x="191" y="742"/>
                        </a:lnTo>
                        <a:lnTo>
                          <a:pt x="191" y="743"/>
                        </a:lnTo>
                        <a:lnTo>
                          <a:pt x="191" y="743"/>
                        </a:lnTo>
                        <a:lnTo>
                          <a:pt x="188" y="745"/>
                        </a:lnTo>
                        <a:lnTo>
                          <a:pt x="185" y="746"/>
                        </a:lnTo>
                        <a:lnTo>
                          <a:pt x="182" y="745"/>
                        </a:lnTo>
                        <a:lnTo>
                          <a:pt x="180" y="743"/>
                        </a:lnTo>
                        <a:lnTo>
                          <a:pt x="180" y="745"/>
                        </a:lnTo>
                        <a:lnTo>
                          <a:pt x="181" y="746"/>
                        </a:lnTo>
                        <a:lnTo>
                          <a:pt x="184" y="746"/>
                        </a:lnTo>
                        <a:lnTo>
                          <a:pt x="184" y="747"/>
                        </a:lnTo>
                        <a:lnTo>
                          <a:pt x="184" y="747"/>
                        </a:lnTo>
                        <a:lnTo>
                          <a:pt x="182" y="749"/>
                        </a:lnTo>
                        <a:lnTo>
                          <a:pt x="182" y="749"/>
                        </a:lnTo>
                        <a:lnTo>
                          <a:pt x="184" y="749"/>
                        </a:lnTo>
                        <a:lnTo>
                          <a:pt x="187" y="750"/>
                        </a:lnTo>
                        <a:lnTo>
                          <a:pt x="187" y="751"/>
                        </a:lnTo>
                        <a:lnTo>
                          <a:pt x="185" y="751"/>
                        </a:lnTo>
                        <a:lnTo>
                          <a:pt x="182" y="751"/>
                        </a:lnTo>
                        <a:lnTo>
                          <a:pt x="182" y="751"/>
                        </a:lnTo>
                        <a:lnTo>
                          <a:pt x="181" y="753"/>
                        </a:lnTo>
                        <a:lnTo>
                          <a:pt x="182" y="754"/>
                        </a:lnTo>
                        <a:lnTo>
                          <a:pt x="185" y="753"/>
                        </a:lnTo>
                        <a:lnTo>
                          <a:pt x="188" y="754"/>
                        </a:lnTo>
                        <a:lnTo>
                          <a:pt x="187" y="754"/>
                        </a:lnTo>
                        <a:lnTo>
                          <a:pt x="185" y="755"/>
                        </a:lnTo>
                        <a:lnTo>
                          <a:pt x="182" y="757"/>
                        </a:lnTo>
                        <a:lnTo>
                          <a:pt x="181" y="757"/>
                        </a:lnTo>
                        <a:lnTo>
                          <a:pt x="180" y="755"/>
                        </a:lnTo>
                        <a:lnTo>
                          <a:pt x="177" y="754"/>
                        </a:lnTo>
                        <a:lnTo>
                          <a:pt x="177" y="753"/>
                        </a:lnTo>
                        <a:lnTo>
                          <a:pt x="176" y="753"/>
                        </a:lnTo>
                        <a:lnTo>
                          <a:pt x="174" y="753"/>
                        </a:lnTo>
                        <a:lnTo>
                          <a:pt x="173" y="753"/>
                        </a:lnTo>
                        <a:lnTo>
                          <a:pt x="172" y="753"/>
                        </a:lnTo>
                        <a:lnTo>
                          <a:pt x="173" y="754"/>
                        </a:lnTo>
                        <a:lnTo>
                          <a:pt x="177" y="755"/>
                        </a:lnTo>
                        <a:lnTo>
                          <a:pt x="180" y="758"/>
                        </a:lnTo>
                        <a:lnTo>
                          <a:pt x="180" y="758"/>
                        </a:lnTo>
                        <a:lnTo>
                          <a:pt x="178" y="760"/>
                        </a:lnTo>
                        <a:lnTo>
                          <a:pt x="178" y="761"/>
                        </a:lnTo>
                        <a:lnTo>
                          <a:pt x="180" y="761"/>
                        </a:lnTo>
                        <a:lnTo>
                          <a:pt x="181" y="761"/>
                        </a:lnTo>
                        <a:lnTo>
                          <a:pt x="182" y="761"/>
                        </a:lnTo>
                        <a:lnTo>
                          <a:pt x="184" y="762"/>
                        </a:lnTo>
                        <a:lnTo>
                          <a:pt x="184" y="762"/>
                        </a:lnTo>
                        <a:lnTo>
                          <a:pt x="182" y="764"/>
                        </a:lnTo>
                        <a:lnTo>
                          <a:pt x="181" y="765"/>
                        </a:lnTo>
                        <a:lnTo>
                          <a:pt x="181" y="765"/>
                        </a:lnTo>
                        <a:lnTo>
                          <a:pt x="180" y="765"/>
                        </a:lnTo>
                        <a:lnTo>
                          <a:pt x="180" y="765"/>
                        </a:lnTo>
                        <a:close/>
                        <a:moveTo>
                          <a:pt x="177" y="766"/>
                        </a:moveTo>
                        <a:lnTo>
                          <a:pt x="172" y="764"/>
                        </a:lnTo>
                        <a:lnTo>
                          <a:pt x="170" y="764"/>
                        </a:lnTo>
                        <a:lnTo>
                          <a:pt x="170" y="764"/>
                        </a:lnTo>
                        <a:lnTo>
                          <a:pt x="173" y="766"/>
                        </a:lnTo>
                        <a:lnTo>
                          <a:pt x="174" y="768"/>
                        </a:lnTo>
                        <a:lnTo>
                          <a:pt x="177" y="766"/>
                        </a:lnTo>
                        <a:lnTo>
                          <a:pt x="177" y="766"/>
                        </a:lnTo>
                        <a:close/>
                        <a:moveTo>
                          <a:pt x="398" y="518"/>
                        </a:moveTo>
                        <a:lnTo>
                          <a:pt x="400" y="519"/>
                        </a:lnTo>
                        <a:lnTo>
                          <a:pt x="403" y="518"/>
                        </a:lnTo>
                        <a:lnTo>
                          <a:pt x="409" y="516"/>
                        </a:lnTo>
                        <a:lnTo>
                          <a:pt x="415" y="518"/>
                        </a:lnTo>
                        <a:lnTo>
                          <a:pt x="417" y="516"/>
                        </a:lnTo>
                        <a:lnTo>
                          <a:pt x="420" y="515"/>
                        </a:lnTo>
                        <a:lnTo>
                          <a:pt x="423" y="518"/>
                        </a:lnTo>
                        <a:lnTo>
                          <a:pt x="426" y="516"/>
                        </a:lnTo>
                        <a:lnTo>
                          <a:pt x="427" y="516"/>
                        </a:lnTo>
                        <a:lnTo>
                          <a:pt x="431" y="514"/>
                        </a:lnTo>
                        <a:lnTo>
                          <a:pt x="431" y="506"/>
                        </a:lnTo>
                        <a:lnTo>
                          <a:pt x="430" y="504"/>
                        </a:lnTo>
                        <a:lnTo>
                          <a:pt x="428" y="501"/>
                        </a:lnTo>
                        <a:lnTo>
                          <a:pt x="426" y="501"/>
                        </a:lnTo>
                        <a:lnTo>
                          <a:pt x="417" y="506"/>
                        </a:lnTo>
                        <a:lnTo>
                          <a:pt x="409" y="507"/>
                        </a:lnTo>
                        <a:lnTo>
                          <a:pt x="408" y="508"/>
                        </a:lnTo>
                        <a:lnTo>
                          <a:pt x="405" y="510"/>
                        </a:lnTo>
                        <a:lnTo>
                          <a:pt x="404" y="512"/>
                        </a:lnTo>
                        <a:lnTo>
                          <a:pt x="400" y="514"/>
                        </a:lnTo>
                        <a:lnTo>
                          <a:pt x="400" y="515"/>
                        </a:lnTo>
                        <a:lnTo>
                          <a:pt x="398" y="518"/>
                        </a:lnTo>
                        <a:lnTo>
                          <a:pt x="398" y="518"/>
                        </a:lnTo>
                        <a:close/>
                        <a:moveTo>
                          <a:pt x="187" y="747"/>
                        </a:moveTo>
                        <a:lnTo>
                          <a:pt x="188" y="749"/>
                        </a:lnTo>
                        <a:lnTo>
                          <a:pt x="189" y="747"/>
                        </a:lnTo>
                        <a:lnTo>
                          <a:pt x="189" y="746"/>
                        </a:lnTo>
                        <a:lnTo>
                          <a:pt x="188" y="746"/>
                        </a:lnTo>
                        <a:lnTo>
                          <a:pt x="187" y="747"/>
                        </a:lnTo>
                        <a:lnTo>
                          <a:pt x="187" y="747"/>
                        </a:lnTo>
                        <a:close/>
                        <a:moveTo>
                          <a:pt x="200" y="719"/>
                        </a:moveTo>
                        <a:lnTo>
                          <a:pt x="201" y="720"/>
                        </a:lnTo>
                        <a:lnTo>
                          <a:pt x="201" y="719"/>
                        </a:lnTo>
                        <a:lnTo>
                          <a:pt x="200" y="719"/>
                        </a:lnTo>
                        <a:lnTo>
                          <a:pt x="200" y="719"/>
                        </a:lnTo>
                        <a:close/>
                        <a:moveTo>
                          <a:pt x="201" y="715"/>
                        </a:moveTo>
                        <a:lnTo>
                          <a:pt x="201" y="716"/>
                        </a:lnTo>
                        <a:lnTo>
                          <a:pt x="203" y="716"/>
                        </a:lnTo>
                        <a:lnTo>
                          <a:pt x="203" y="715"/>
                        </a:lnTo>
                        <a:lnTo>
                          <a:pt x="201" y="715"/>
                        </a:lnTo>
                        <a:lnTo>
                          <a:pt x="201" y="715"/>
                        </a:lnTo>
                        <a:close/>
                        <a:moveTo>
                          <a:pt x="203" y="711"/>
                        </a:moveTo>
                        <a:lnTo>
                          <a:pt x="204" y="711"/>
                        </a:lnTo>
                        <a:lnTo>
                          <a:pt x="204" y="711"/>
                        </a:lnTo>
                        <a:lnTo>
                          <a:pt x="204" y="709"/>
                        </a:lnTo>
                        <a:lnTo>
                          <a:pt x="204" y="709"/>
                        </a:lnTo>
                        <a:lnTo>
                          <a:pt x="203" y="711"/>
                        </a:lnTo>
                        <a:lnTo>
                          <a:pt x="203" y="711"/>
                        </a:lnTo>
                        <a:close/>
                        <a:moveTo>
                          <a:pt x="201" y="704"/>
                        </a:moveTo>
                        <a:lnTo>
                          <a:pt x="201" y="705"/>
                        </a:lnTo>
                        <a:lnTo>
                          <a:pt x="203" y="707"/>
                        </a:lnTo>
                        <a:lnTo>
                          <a:pt x="204" y="707"/>
                        </a:lnTo>
                        <a:lnTo>
                          <a:pt x="207" y="707"/>
                        </a:lnTo>
                        <a:lnTo>
                          <a:pt x="207" y="707"/>
                        </a:lnTo>
                        <a:lnTo>
                          <a:pt x="206" y="705"/>
                        </a:lnTo>
                        <a:lnTo>
                          <a:pt x="203" y="705"/>
                        </a:lnTo>
                        <a:lnTo>
                          <a:pt x="201" y="704"/>
                        </a:lnTo>
                        <a:lnTo>
                          <a:pt x="201" y="704"/>
                        </a:lnTo>
                        <a:lnTo>
                          <a:pt x="201" y="704"/>
                        </a:lnTo>
                        <a:close/>
                        <a:moveTo>
                          <a:pt x="212" y="703"/>
                        </a:moveTo>
                        <a:lnTo>
                          <a:pt x="214" y="701"/>
                        </a:lnTo>
                        <a:lnTo>
                          <a:pt x="214" y="700"/>
                        </a:lnTo>
                        <a:lnTo>
                          <a:pt x="212" y="700"/>
                        </a:lnTo>
                        <a:lnTo>
                          <a:pt x="212" y="703"/>
                        </a:lnTo>
                        <a:lnTo>
                          <a:pt x="212" y="703"/>
                        </a:lnTo>
                        <a:close/>
                        <a:moveTo>
                          <a:pt x="212" y="685"/>
                        </a:moveTo>
                        <a:lnTo>
                          <a:pt x="211" y="686"/>
                        </a:lnTo>
                        <a:lnTo>
                          <a:pt x="214" y="688"/>
                        </a:lnTo>
                        <a:lnTo>
                          <a:pt x="216" y="690"/>
                        </a:lnTo>
                        <a:lnTo>
                          <a:pt x="216" y="690"/>
                        </a:lnTo>
                        <a:lnTo>
                          <a:pt x="218" y="690"/>
                        </a:lnTo>
                        <a:lnTo>
                          <a:pt x="216" y="688"/>
                        </a:lnTo>
                        <a:lnTo>
                          <a:pt x="214" y="686"/>
                        </a:lnTo>
                        <a:lnTo>
                          <a:pt x="212" y="685"/>
                        </a:lnTo>
                        <a:lnTo>
                          <a:pt x="212" y="685"/>
                        </a:lnTo>
                        <a:lnTo>
                          <a:pt x="212" y="685"/>
                        </a:lnTo>
                        <a:close/>
                        <a:moveTo>
                          <a:pt x="230" y="652"/>
                        </a:moveTo>
                        <a:lnTo>
                          <a:pt x="230" y="655"/>
                        </a:lnTo>
                        <a:lnTo>
                          <a:pt x="231" y="656"/>
                        </a:lnTo>
                        <a:lnTo>
                          <a:pt x="231" y="660"/>
                        </a:lnTo>
                        <a:lnTo>
                          <a:pt x="233" y="662"/>
                        </a:lnTo>
                        <a:lnTo>
                          <a:pt x="234" y="663"/>
                        </a:lnTo>
                        <a:lnTo>
                          <a:pt x="233" y="659"/>
                        </a:lnTo>
                        <a:lnTo>
                          <a:pt x="234" y="656"/>
                        </a:lnTo>
                        <a:lnTo>
                          <a:pt x="233" y="655"/>
                        </a:lnTo>
                        <a:lnTo>
                          <a:pt x="231" y="652"/>
                        </a:lnTo>
                        <a:lnTo>
                          <a:pt x="230" y="651"/>
                        </a:lnTo>
                        <a:lnTo>
                          <a:pt x="230" y="652"/>
                        </a:lnTo>
                        <a:lnTo>
                          <a:pt x="230" y="652"/>
                        </a:lnTo>
                        <a:close/>
                        <a:moveTo>
                          <a:pt x="244" y="644"/>
                        </a:moveTo>
                        <a:lnTo>
                          <a:pt x="244" y="645"/>
                        </a:lnTo>
                        <a:lnTo>
                          <a:pt x="245" y="645"/>
                        </a:lnTo>
                        <a:lnTo>
                          <a:pt x="245" y="645"/>
                        </a:lnTo>
                        <a:lnTo>
                          <a:pt x="244" y="644"/>
                        </a:lnTo>
                        <a:lnTo>
                          <a:pt x="244" y="644"/>
                        </a:lnTo>
                        <a:lnTo>
                          <a:pt x="244" y="644"/>
                        </a:lnTo>
                        <a:close/>
                        <a:moveTo>
                          <a:pt x="248" y="641"/>
                        </a:moveTo>
                        <a:lnTo>
                          <a:pt x="248" y="641"/>
                        </a:lnTo>
                        <a:lnTo>
                          <a:pt x="248" y="641"/>
                        </a:lnTo>
                        <a:lnTo>
                          <a:pt x="248" y="640"/>
                        </a:lnTo>
                        <a:lnTo>
                          <a:pt x="248" y="641"/>
                        </a:lnTo>
                        <a:lnTo>
                          <a:pt x="248" y="641"/>
                        </a:lnTo>
                        <a:close/>
                        <a:moveTo>
                          <a:pt x="269" y="639"/>
                        </a:moveTo>
                        <a:lnTo>
                          <a:pt x="271" y="637"/>
                        </a:lnTo>
                        <a:lnTo>
                          <a:pt x="273" y="637"/>
                        </a:lnTo>
                        <a:lnTo>
                          <a:pt x="273" y="636"/>
                        </a:lnTo>
                        <a:lnTo>
                          <a:pt x="272" y="633"/>
                        </a:lnTo>
                        <a:lnTo>
                          <a:pt x="271" y="632"/>
                        </a:lnTo>
                        <a:lnTo>
                          <a:pt x="271" y="630"/>
                        </a:lnTo>
                        <a:lnTo>
                          <a:pt x="269" y="630"/>
                        </a:lnTo>
                        <a:lnTo>
                          <a:pt x="267" y="633"/>
                        </a:lnTo>
                        <a:lnTo>
                          <a:pt x="267" y="635"/>
                        </a:lnTo>
                        <a:lnTo>
                          <a:pt x="267" y="636"/>
                        </a:lnTo>
                        <a:lnTo>
                          <a:pt x="268" y="637"/>
                        </a:lnTo>
                        <a:lnTo>
                          <a:pt x="268" y="639"/>
                        </a:lnTo>
                        <a:lnTo>
                          <a:pt x="269" y="639"/>
                        </a:lnTo>
                        <a:lnTo>
                          <a:pt x="269" y="639"/>
                        </a:lnTo>
                        <a:close/>
                        <a:moveTo>
                          <a:pt x="279" y="637"/>
                        </a:moveTo>
                        <a:lnTo>
                          <a:pt x="278" y="636"/>
                        </a:lnTo>
                        <a:lnTo>
                          <a:pt x="279" y="635"/>
                        </a:lnTo>
                        <a:lnTo>
                          <a:pt x="278" y="636"/>
                        </a:lnTo>
                        <a:lnTo>
                          <a:pt x="278" y="637"/>
                        </a:lnTo>
                        <a:lnTo>
                          <a:pt x="278" y="637"/>
                        </a:lnTo>
                        <a:lnTo>
                          <a:pt x="279" y="637"/>
                        </a:lnTo>
                        <a:lnTo>
                          <a:pt x="279" y="637"/>
                        </a:lnTo>
                        <a:close/>
                        <a:moveTo>
                          <a:pt x="447" y="544"/>
                        </a:moveTo>
                        <a:lnTo>
                          <a:pt x="447" y="544"/>
                        </a:lnTo>
                        <a:lnTo>
                          <a:pt x="449" y="542"/>
                        </a:lnTo>
                        <a:lnTo>
                          <a:pt x="449" y="541"/>
                        </a:lnTo>
                        <a:lnTo>
                          <a:pt x="447" y="542"/>
                        </a:lnTo>
                        <a:lnTo>
                          <a:pt x="447" y="544"/>
                        </a:lnTo>
                        <a:lnTo>
                          <a:pt x="447" y="544"/>
                        </a:lnTo>
                        <a:close/>
                        <a:moveTo>
                          <a:pt x="417" y="519"/>
                        </a:moveTo>
                        <a:lnTo>
                          <a:pt x="419" y="519"/>
                        </a:lnTo>
                        <a:lnTo>
                          <a:pt x="420" y="519"/>
                        </a:lnTo>
                        <a:lnTo>
                          <a:pt x="420" y="518"/>
                        </a:lnTo>
                        <a:lnTo>
                          <a:pt x="417" y="518"/>
                        </a:lnTo>
                        <a:lnTo>
                          <a:pt x="417" y="518"/>
                        </a:lnTo>
                        <a:lnTo>
                          <a:pt x="417" y="519"/>
                        </a:lnTo>
                        <a:lnTo>
                          <a:pt x="417" y="519"/>
                        </a:lnTo>
                        <a:close/>
                        <a:moveTo>
                          <a:pt x="404" y="507"/>
                        </a:moveTo>
                        <a:lnTo>
                          <a:pt x="405" y="508"/>
                        </a:lnTo>
                        <a:lnTo>
                          <a:pt x="407" y="507"/>
                        </a:lnTo>
                        <a:lnTo>
                          <a:pt x="408" y="506"/>
                        </a:lnTo>
                        <a:lnTo>
                          <a:pt x="405" y="506"/>
                        </a:lnTo>
                        <a:lnTo>
                          <a:pt x="404" y="507"/>
                        </a:lnTo>
                        <a:lnTo>
                          <a:pt x="404" y="507"/>
                        </a:lnTo>
                        <a:close/>
                        <a:moveTo>
                          <a:pt x="430" y="500"/>
                        </a:moveTo>
                        <a:lnTo>
                          <a:pt x="430" y="501"/>
                        </a:lnTo>
                        <a:lnTo>
                          <a:pt x="431" y="503"/>
                        </a:lnTo>
                        <a:lnTo>
                          <a:pt x="432" y="501"/>
                        </a:lnTo>
                        <a:lnTo>
                          <a:pt x="431" y="500"/>
                        </a:lnTo>
                        <a:lnTo>
                          <a:pt x="430" y="499"/>
                        </a:lnTo>
                        <a:lnTo>
                          <a:pt x="430" y="500"/>
                        </a:lnTo>
                        <a:lnTo>
                          <a:pt x="430" y="500"/>
                        </a:lnTo>
                        <a:close/>
                        <a:moveTo>
                          <a:pt x="447" y="446"/>
                        </a:moveTo>
                        <a:lnTo>
                          <a:pt x="447" y="448"/>
                        </a:lnTo>
                        <a:lnTo>
                          <a:pt x="447" y="448"/>
                        </a:lnTo>
                        <a:lnTo>
                          <a:pt x="447" y="451"/>
                        </a:lnTo>
                        <a:lnTo>
                          <a:pt x="450" y="455"/>
                        </a:lnTo>
                        <a:lnTo>
                          <a:pt x="450" y="458"/>
                        </a:lnTo>
                        <a:lnTo>
                          <a:pt x="454" y="459"/>
                        </a:lnTo>
                        <a:lnTo>
                          <a:pt x="458" y="461"/>
                        </a:lnTo>
                        <a:lnTo>
                          <a:pt x="460" y="465"/>
                        </a:lnTo>
                        <a:lnTo>
                          <a:pt x="462" y="466"/>
                        </a:lnTo>
                        <a:lnTo>
                          <a:pt x="464" y="466"/>
                        </a:lnTo>
                        <a:lnTo>
                          <a:pt x="465" y="467"/>
                        </a:lnTo>
                        <a:lnTo>
                          <a:pt x="468" y="469"/>
                        </a:lnTo>
                        <a:lnTo>
                          <a:pt x="468" y="467"/>
                        </a:lnTo>
                        <a:lnTo>
                          <a:pt x="468" y="466"/>
                        </a:lnTo>
                        <a:lnTo>
                          <a:pt x="469" y="465"/>
                        </a:lnTo>
                        <a:lnTo>
                          <a:pt x="468" y="462"/>
                        </a:lnTo>
                        <a:lnTo>
                          <a:pt x="465" y="461"/>
                        </a:lnTo>
                        <a:lnTo>
                          <a:pt x="464" y="461"/>
                        </a:lnTo>
                        <a:lnTo>
                          <a:pt x="462" y="459"/>
                        </a:lnTo>
                        <a:lnTo>
                          <a:pt x="464" y="458"/>
                        </a:lnTo>
                        <a:lnTo>
                          <a:pt x="464" y="457"/>
                        </a:lnTo>
                        <a:lnTo>
                          <a:pt x="465" y="457"/>
                        </a:lnTo>
                        <a:lnTo>
                          <a:pt x="468" y="459"/>
                        </a:lnTo>
                        <a:lnTo>
                          <a:pt x="470" y="459"/>
                        </a:lnTo>
                        <a:lnTo>
                          <a:pt x="472" y="461"/>
                        </a:lnTo>
                        <a:lnTo>
                          <a:pt x="472" y="459"/>
                        </a:lnTo>
                        <a:lnTo>
                          <a:pt x="470" y="457"/>
                        </a:lnTo>
                        <a:lnTo>
                          <a:pt x="464" y="454"/>
                        </a:lnTo>
                        <a:lnTo>
                          <a:pt x="462" y="450"/>
                        </a:lnTo>
                        <a:lnTo>
                          <a:pt x="461" y="448"/>
                        </a:lnTo>
                        <a:lnTo>
                          <a:pt x="458" y="448"/>
                        </a:lnTo>
                        <a:lnTo>
                          <a:pt x="454" y="446"/>
                        </a:lnTo>
                        <a:lnTo>
                          <a:pt x="453" y="446"/>
                        </a:lnTo>
                        <a:lnTo>
                          <a:pt x="451" y="446"/>
                        </a:lnTo>
                        <a:lnTo>
                          <a:pt x="449" y="446"/>
                        </a:lnTo>
                        <a:lnTo>
                          <a:pt x="447" y="446"/>
                        </a:lnTo>
                        <a:lnTo>
                          <a:pt x="447" y="446"/>
                        </a:lnTo>
                        <a:close/>
                        <a:moveTo>
                          <a:pt x="441" y="447"/>
                        </a:moveTo>
                        <a:lnTo>
                          <a:pt x="442" y="447"/>
                        </a:lnTo>
                        <a:lnTo>
                          <a:pt x="442" y="446"/>
                        </a:lnTo>
                        <a:lnTo>
                          <a:pt x="443" y="443"/>
                        </a:lnTo>
                        <a:lnTo>
                          <a:pt x="439" y="444"/>
                        </a:lnTo>
                        <a:lnTo>
                          <a:pt x="439" y="447"/>
                        </a:lnTo>
                        <a:lnTo>
                          <a:pt x="441" y="447"/>
                        </a:lnTo>
                        <a:lnTo>
                          <a:pt x="441" y="447"/>
                        </a:lnTo>
                        <a:close/>
                        <a:moveTo>
                          <a:pt x="447" y="443"/>
                        </a:moveTo>
                        <a:lnTo>
                          <a:pt x="449" y="444"/>
                        </a:lnTo>
                        <a:lnTo>
                          <a:pt x="453" y="444"/>
                        </a:lnTo>
                        <a:lnTo>
                          <a:pt x="456" y="446"/>
                        </a:lnTo>
                        <a:lnTo>
                          <a:pt x="460" y="446"/>
                        </a:lnTo>
                        <a:lnTo>
                          <a:pt x="462" y="448"/>
                        </a:lnTo>
                        <a:lnTo>
                          <a:pt x="465" y="447"/>
                        </a:lnTo>
                        <a:lnTo>
                          <a:pt x="466" y="448"/>
                        </a:lnTo>
                        <a:lnTo>
                          <a:pt x="466" y="450"/>
                        </a:lnTo>
                        <a:lnTo>
                          <a:pt x="468" y="451"/>
                        </a:lnTo>
                        <a:lnTo>
                          <a:pt x="470" y="451"/>
                        </a:lnTo>
                        <a:lnTo>
                          <a:pt x="472" y="451"/>
                        </a:lnTo>
                        <a:lnTo>
                          <a:pt x="473" y="451"/>
                        </a:lnTo>
                        <a:lnTo>
                          <a:pt x="473" y="450"/>
                        </a:lnTo>
                        <a:lnTo>
                          <a:pt x="473" y="448"/>
                        </a:lnTo>
                        <a:lnTo>
                          <a:pt x="473" y="446"/>
                        </a:lnTo>
                        <a:lnTo>
                          <a:pt x="475" y="446"/>
                        </a:lnTo>
                        <a:lnTo>
                          <a:pt x="472" y="443"/>
                        </a:lnTo>
                        <a:lnTo>
                          <a:pt x="469" y="443"/>
                        </a:lnTo>
                        <a:lnTo>
                          <a:pt x="465" y="440"/>
                        </a:lnTo>
                        <a:lnTo>
                          <a:pt x="462" y="440"/>
                        </a:lnTo>
                        <a:lnTo>
                          <a:pt x="457" y="442"/>
                        </a:lnTo>
                        <a:lnTo>
                          <a:pt x="454" y="440"/>
                        </a:lnTo>
                        <a:lnTo>
                          <a:pt x="450" y="442"/>
                        </a:lnTo>
                        <a:lnTo>
                          <a:pt x="447" y="442"/>
                        </a:lnTo>
                        <a:lnTo>
                          <a:pt x="447" y="442"/>
                        </a:lnTo>
                        <a:lnTo>
                          <a:pt x="447" y="443"/>
                        </a:lnTo>
                        <a:lnTo>
                          <a:pt x="447" y="443"/>
                        </a:lnTo>
                        <a:close/>
                        <a:moveTo>
                          <a:pt x="435" y="432"/>
                        </a:moveTo>
                        <a:lnTo>
                          <a:pt x="438" y="435"/>
                        </a:lnTo>
                        <a:lnTo>
                          <a:pt x="441" y="435"/>
                        </a:lnTo>
                        <a:lnTo>
                          <a:pt x="445" y="439"/>
                        </a:lnTo>
                        <a:lnTo>
                          <a:pt x="449" y="440"/>
                        </a:lnTo>
                        <a:lnTo>
                          <a:pt x="454" y="439"/>
                        </a:lnTo>
                        <a:lnTo>
                          <a:pt x="462" y="440"/>
                        </a:lnTo>
                        <a:lnTo>
                          <a:pt x="465" y="439"/>
                        </a:lnTo>
                        <a:lnTo>
                          <a:pt x="465" y="438"/>
                        </a:lnTo>
                        <a:lnTo>
                          <a:pt x="462" y="438"/>
                        </a:lnTo>
                        <a:lnTo>
                          <a:pt x="456" y="438"/>
                        </a:lnTo>
                        <a:lnTo>
                          <a:pt x="453" y="436"/>
                        </a:lnTo>
                        <a:lnTo>
                          <a:pt x="449" y="435"/>
                        </a:lnTo>
                        <a:lnTo>
                          <a:pt x="446" y="434"/>
                        </a:lnTo>
                        <a:lnTo>
                          <a:pt x="445" y="432"/>
                        </a:lnTo>
                        <a:lnTo>
                          <a:pt x="446" y="431"/>
                        </a:lnTo>
                        <a:lnTo>
                          <a:pt x="447" y="431"/>
                        </a:lnTo>
                        <a:lnTo>
                          <a:pt x="453" y="435"/>
                        </a:lnTo>
                        <a:lnTo>
                          <a:pt x="457" y="435"/>
                        </a:lnTo>
                        <a:lnTo>
                          <a:pt x="460" y="435"/>
                        </a:lnTo>
                        <a:lnTo>
                          <a:pt x="458" y="434"/>
                        </a:lnTo>
                        <a:lnTo>
                          <a:pt x="451" y="429"/>
                        </a:lnTo>
                        <a:lnTo>
                          <a:pt x="443" y="428"/>
                        </a:lnTo>
                        <a:lnTo>
                          <a:pt x="441" y="428"/>
                        </a:lnTo>
                        <a:lnTo>
                          <a:pt x="441" y="429"/>
                        </a:lnTo>
                        <a:lnTo>
                          <a:pt x="437" y="431"/>
                        </a:lnTo>
                        <a:lnTo>
                          <a:pt x="435" y="432"/>
                        </a:lnTo>
                        <a:lnTo>
                          <a:pt x="435" y="432"/>
                        </a:lnTo>
                        <a:close/>
                        <a:moveTo>
                          <a:pt x="479" y="440"/>
                        </a:moveTo>
                        <a:lnTo>
                          <a:pt x="480" y="440"/>
                        </a:lnTo>
                        <a:lnTo>
                          <a:pt x="481" y="440"/>
                        </a:lnTo>
                        <a:lnTo>
                          <a:pt x="481" y="438"/>
                        </a:lnTo>
                        <a:lnTo>
                          <a:pt x="480" y="439"/>
                        </a:lnTo>
                        <a:lnTo>
                          <a:pt x="479" y="440"/>
                        </a:lnTo>
                        <a:lnTo>
                          <a:pt x="479" y="440"/>
                        </a:lnTo>
                        <a:close/>
                        <a:moveTo>
                          <a:pt x="481" y="397"/>
                        </a:moveTo>
                        <a:lnTo>
                          <a:pt x="480" y="401"/>
                        </a:lnTo>
                        <a:lnTo>
                          <a:pt x="480" y="404"/>
                        </a:lnTo>
                        <a:lnTo>
                          <a:pt x="481" y="405"/>
                        </a:lnTo>
                        <a:lnTo>
                          <a:pt x="484" y="406"/>
                        </a:lnTo>
                        <a:lnTo>
                          <a:pt x="487" y="408"/>
                        </a:lnTo>
                        <a:lnTo>
                          <a:pt x="488" y="408"/>
                        </a:lnTo>
                        <a:lnTo>
                          <a:pt x="491" y="409"/>
                        </a:lnTo>
                        <a:lnTo>
                          <a:pt x="494" y="408"/>
                        </a:lnTo>
                        <a:lnTo>
                          <a:pt x="494" y="405"/>
                        </a:lnTo>
                        <a:lnTo>
                          <a:pt x="495" y="402"/>
                        </a:lnTo>
                        <a:lnTo>
                          <a:pt x="495" y="400"/>
                        </a:lnTo>
                        <a:lnTo>
                          <a:pt x="490" y="395"/>
                        </a:lnTo>
                        <a:lnTo>
                          <a:pt x="485" y="397"/>
                        </a:lnTo>
                        <a:lnTo>
                          <a:pt x="481" y="397"/>
                        </a:lnTo>
                        <a:lnTo>
                          <a:pt x="481" y="397"/>
                        </a:lnTo>
                        <a:close/>
                        <a:moveTo>
                          <a:pt x="509" y="395"/>
                        </a:moveTo>
                        <a:lnTo>
                          <a:pt x="510" y="395"/>
                        </a:lnTo>
                        <a:lnTo>
                          <a:pt x="511" y="393"/>
                        </a:lnTo>
                        <a:lnTo>
                          <a:pt x="511" y="391"/>
                        </a:lnTo>
                        <a:lnTo>
                          <a:pt x="510" y="391"/>
                        </a:lnTo>
                        <a:lnTo>
                          <a:pt x="509" y="393"/>
                        </a:lnTo>
                        <a:lnTo>
                          <a:pt x="509" y="395"/>
                        </a:lnTo>
                        <a:lnTo>
                          <a:pt x="509" y="395"/>
                        </a:lnTo>
                        <a:close/>
                        <a:moveTo>
                          <a:pt x="496" y="379"/>
                        </a:moveTo>
                        <a:lnTo>
                          <a:pt x="495" y="381"/>
                        </a:lnTo>
                        <a:lnTo>
                          <a:pt x="495" y="385"/>
                        </a:lnTo>
                        <a:lnTo>
                          <a:pt x="496" y="387"/>
                        </a:lnTo>
                        <a:lnTo>
                          <a:pt x="499" y="389"/>
                        </a:lnTo>
                        <a:lnTo>
                          <a:pt x="500" y="387"/>
                        </a:lnTo>
                        <a:lnTo>
                          <a:pt x="500" y="385"/>
                        </a:lnTo>
                        <a:lnTo>
                          <a:pt x="502" y="383"/>
                        </a:lnTo>
                        <a:lnTo>
                          <a:pt x="502" y="382"/>
                        </a:lnTo>
                        <a:lnTo>
                          <a:pt x="499" y="379"/>
                        </a:lnTo>
                        <a:lnTo>
                          <a:pt x="496" y="379"/>
                        </a:lnTo>
                        <a:lnTo>
                          <a:pt x="496" y="379"/>
                        </a:lnTo>
                        <a:close/>
                        <a:moveTo>
                          <a:pt x="514" y="368"/>
                        </a:moveTo>
                        <a:lnTo>
                          <a:pt x="514" y="374"/>
                        </a:lnTo>
                        <a:lnTo>
                          <a:pt x="513" y="378"/>
                        </a:lnTo>
                        <a:lnTo>
                          <a:pt x="514" y="379"/>
                        </a:lnTo>
                        <a:lnTo>
                          <a:pt x="517" y="382"/>
                        </a:lnTo>
                        <a:lnTo>
                          <a:pt x="519" y="381"/>
                        </a:lnTo>
                        <a:lnTo>
                          <a:pt x="522" y="381"/>
                        </a:lnTo>
                        <a:lnTo>
                          <a:pt x="523" y="381"/>
                        </a:lnTo>
                        <a:lnTo>
                          <a:pt x="523" y="382"/>
                        </a:lnTo>
                        <a:lnTo>
                          <a:pt x="526" y="383"/>
                        </a:lnTo>
                        <a:lnTo>
                          <a:pt x="528" y="381"/>
                        </a:lnTo>
                        <a:lnTo>
                          <a:pt x="529" y="379"/>
                        </a:lnTo>
                        <a:lnTo>
                          <a:pt x="529" y="375"/>
                        </a:lnTo>
                        <a:lnTo>
                          <a:pt x="526" y="374"/>
                        </a:lnTo>
                        <a:lnTo>
                          <a:pt x="526" y="376"/>
                        </a:lnTo>
                        <a:lnTo>
                          <a:pt x="526" y="378"/>
                        </a:lnTo>
                        <a:lnTo>
                          <a:pt x="525" y="376"/>
                        </a:lnTo>
                        <a:lnTo>
                          <a:pt x="522" y="374"/>
                        </a:lnTo>
                        <a:lnTo>
                          <a:pt x="522" y="372"/>
                        </a:lnTo>
                        <a:lnTo>
                          <a:pt x="521" y="370"/>
                        </a:lnTo>
                        <a:lnTo>
                          <a:pt x="522" y="368"/>
                        </a:lnTo>
                        <a:lnTo>
                          <a:pt x="523" y="368"/>
                        </a:lnTo>
                        <a:lnTo>
                          <a:pt x="523" y="367"/>
                        </a:lnTo>
                        <a:lnTo>
                          <a:pt x="522" y="366"/>
                        </a:lnTo>
                        <a:lnTo>
                          <a:pt x="519" y="368"/>
                        </a:lnTo>
                        <a:lnTo>
                          <a:pt x="517" y="367"/>
                        </a:lnTo>
                        <a:lnTo>
                          <a:pt x="517" y="368"/>
                        </a:lnTo>
                        <a:lnTo>
                          <a:pt x="514" y="368"/>
                        </a:lnTo>
                        <a:lnTo>
                          <a:pt x="514" y="368"/>
                        </a:lnTo>
                        <a:close/>
                        <a:moveTo>
                          <a:pt x="518" y="323"/>
                        </a:moveTo>
                        <a:lnTo>
                          <a:pt x="515" y="325"/>
                        </a:lnTo>
                        <a:lnTo>
                          <a:pt x="515" y="326"/>
                        </a:lnTo>
                        <a:lnTo>
                          <a:pt x="517" y="328"/>
                        </a:lnTo>
                        <a:lnTo>
                          <a:pt x="518" y="329"/>
                        </a:lnTo>
                        <a:lnTo>
                          <a:pt x="517" y="330"/>
                        </a:lnTo>
                        <a:lnTo>
                          <a:pt x="517" y="334"/>
                        </a:lnTo>
                        <a:lnTo>
                          <a:pt x="518" y="337"/>
                        </a:lnTo>
                        <a:lnTo>
                          <a:pt x="518" y="341"/>
                        </a:lnTo>
                        <a:lnTo>
                          <a:pt x="517" y="345"/>
                        </a:lnTo>
                        <a:lnTo>
                          <a:pt x="517" y="348"/>
                        </a:lnTo>
                        <a:lnTo>
                          <a:pt x="518" y="349"/>
                        </a:lnTo>
                        <a:lnTo>
                          <a:pt x="519" y="348"/>
                        </a:lnTo>
                        <a:lnTo>
                          <a:pt x="519" y="344"/>
                        </a:lnTo>
                        <a:lnTo>
                          <a:pt x="521" y="342"/>
                        </a:lnTo>
                        <a:lnTo>
                          <a:pt x="521" y="338"/>
                        </a:lnTo>
                        <a:lnTo>
                          <a:pt x="519" y="336"/>
                        </a:lnTo>
                        <a:lnTo>
                          <a:pt x="518" y="330"/>
                        </a:lnTo>
                        <a:lnTo>
                          <a:pt x="519" y="326"/>
                        </a:lnTo>
                        <a:lnTo>
                          <a:pt x="519" y="325"/>
                        </a:lnTo>
                        <a:lnTo>
                          <a:pt x="518" y="323"/>
                        </a:lnTo>
                        <a:lnTo>
                          <a:pt x="518" y="323"/>
                        </a:lnTo>
                        <a:close/>
                        <a:moveTo>
                          <a:pt x="496" y="330"/>
                        </a:moveTo>
                        <a:lnTo>
                          <a:pt x="495" y="332"/>
                        </a:lnTo>
                        <a:lnTo>
                          <a:pt x="496" y="333"/>
                        </a:lnTo>
                        <a:lnTo>
                          <a:pt x="499" y="333"/>
                        </a:lnTo>
                        <a:lnTo>
                          <a:pt x="500" y="332"/>
                        </a:lnTo>
                        <a:lnTo>
                          <a:pt x="499" y="329"/>
                        </a:lnTo>
                        <a:lnTo>
                          <a:pt x="498" y="329"/>
                        </a:lnTo>
                        <a:lnTo>
                          <a:pt x="496" y="330"/>
                        </a:lnTo>
                        <a:lnTo>
                          <a:pt x="496" y="330"/>
                        </a:lnTo>
                        <a:close/>
                        <a:moveTo>
                          <a:pt x="492" y="325"/>
                        </a:moveTo>
                        <a:lnTo>
                          <a:pt x="494" y="328"/>
                        </a:lnTo>
                        <a:lnTo>
                          <a:pt x="496" y="326"/>
                        </a:lnTo>
                        <a:lnTo>
                          <a:pt x="495" y="325"/>
                        </a:lnTo>
                        <a:lnTo>
                          <a:pt x="494" y="325"/>
                        </a:lnTo>
                        <a:lnTo>
                          <a:pt x="492" y="325"/>
                        </a:lnTo>
                        <a:lnTo>
                          <a:pt x="492" y="325"/>
                        </a:lnTo>
                        <a:close/>
                        <a:moveTo>
                          <a:pt x="511" y="279"/>
                        </a:moveTo>
                        <a:lnTo>
                          <a:pt x="513" y="281"/>
                        </a:lnTo>
                        <a:lnTo>
                          <a:pt x="515" y="283"/>
                        </a:lnTo>
                        <a:lnTo>
                          <a:pt x="517" y="283"/>
                        </a:lnTo>
                        <a:lnTo>
                          <a:pt x="517" y="281"/>
                        </a:lnTo>
                        <a:lnTo>
                          <a:pt x="515" y="280"/>
                        </a:lnTo>
                        <a:lnTo>
                          <a:pt x="513" y="277"/>
                        </a:lnTo>
                        <a:lnTo>
                          <a:pt x="511" y="277"/>
                        </a:lnTo>
                        <a:lnTo>
                          <a:pt x="511" y="279"/>
                        </a:lnTo>
                        <a:lnTo>
                          <a:pt x="511" y="279"/>
                        </a:lnTo>
                        <a:close/>
                        <a:moveTo>
                          <a:pt x="529" y="289"/>
                        </a:moveTo>
                        <a:lnTo>
                          <a:pt x="529" y="289"/>
                        </a:lnTo>
                        <a:lnTo>
                          <a:pt x="530" y="291"/>
                        </a:lnTo>
                        <a:lnTo>
                          <a:pt x="532" y="291"/>
                        </a:lnTo>
                        <a:lnTo>
                          <a:pt x="533" y="289"/>
                        </a:lnTo>
                        <a:lnTo>
                          <a:pt x="533" y="288"/>
                        </a:lnTo>
                        <a:lnTo>
                          <a:pt x="533" y="285"/>
                        </a:lnTo>
                        <a:lnTo>
                          <a:pt x="534" y="284"/>
                        </a:lnTo>
                        <a:lnTo>
                          <a:pt x="534" y="280"/>
                        </a:lnTo>
                        <a:lnTo>
                          <a:pt x="530" y="284"/>
                        </a:lnTo>
                        <a:lnTo>
                          <a:pt x="530" y="287"/>
                        </a:lnTo>
                        <a:lnTo>
                          <a:pt x="529" y="289"/>
                        </a:lnTo>
                        <a:lnTo>
                          <a:pt x="529" y="289"/>
                        </a:lnTo>
                        <a:close/>
                        <a:moveTo>
                          <a:pt x="521" y="273"/>
                        </a:moveTo>
                        <a:lnTo>
                          <a:pt x="522" y="273"/>
                        </a:lnTo>
                        <a:lnTo>
                          <a:pt x="523" y="273"/>
                        </a:lnTo>
                        <a:lnTo>
                          <a:pt x="523" y="270"/>
                        </a:lnTo>
                        <a:lnTo>
                          <a:pt x="523" y="269"/>
                        </a:lnTo>
                        <a:lnTo>
                          <a:pt x="522" y="269"/>
                        </a:lnTo>
                        <a:lnTo>
                          <a:pt x="521" y="273"/>
                        </a:lnTo>
                        <a:lnTo>
                          <a:pt x="521" y="273"/>
                        </a:lnTo>
                        <a:close/>
                        <a:moveTo>
                          <a:pt x="522" y="262"/>
                        </a:moveTo>
                        <a:lnTo>
                          <a:pt x="522" y="264"/>
                        </a:lnTo>
                        <a:lnTo>
                          <a:pt x="523" y="265"/>
                        </a:lnTo>
                        <a:lnTo>
                          <a:pt x="523" y="264"/>
                        </a:lnTo>
                        <a:lnTo>
                          <a:pt x="523" y="262"/>
                        </a:lnTo>
                        <a:lnTo>
                          <a:pt x="522" y="262"/>
                        </a:lnTo>
                        <a:lnTo>
                          <a:pt x="522" y="262"/>
                        </a:lnTo>
                        <a:close/>
                        <a:moveTo>
                          <a:pt x="536" y="232"/>
                        </a:moveTo>
                        <a:lnTo>
                          <a:pt x="537" y="235"/>
                        </a:lnTo>
                        <a:lnTo>
                          <a:pt x="537" y="237"/>
                        </a:lnTo>
                        <a:lnTo>
                          <a:pt x="540" y="234"/>
                        </a:lnTo>
                        <a:lnTo>
                          <a:pt x="540" y="231"/>
                        </a:lnTo>
                        <a:lnTo>
                          <a:pt x="540" y="228"/>
                        </a:lnTo>
                        <a:lnTo>
                          <a:pt x="541" y="226"/>
                        </a:lnTo>
                        <a:lnTo>
                          <a:pt x="540" y="224"/>
                        </a:lnTo>
                        <a:lnTo>
                          <a:pt x="537" y="226"/>
                        </a:lnTo>
                        <a:lnTo>
                          <a:pt x="537" y="228"/>
                        </a:lnTo>
                        <a:lnTo>
                          <a:pt x="536" y="232"/>
                        </a:lnTo>
                        <a:lnTo>
                          <a:pt x="536" y="232"/>
                        </a:lnTo>
                        <a:close/>
                        <a:moveTo>
                          <a:pt x="528" y="190"/>
                        </a:moveTo>
                        <a:lnTo>
                          <a:pt x="528" y="190"/>
                        </a:lnTo>
                        <a:lnTo>
                          <a:pt x="529" y="189"/>
                        </a:lnTo>
                        <a:lnTo>
                          <a:pt x="533" y="190"/>
                        </a:lnTo>
                        <a:lnTo>
                          <a:pt x="534" y="188"/>
                        </a:lnTo>
                        <a:lnTo>
                          <a:pt x="534" y="185"/>
                        </a:lnTo>
                        <a:lnTo>
                          <a:pt x="533" y="182"/>
                        </a:lnTo>
                        <a:lnTo>
                          <a:pt x="528" y="185"/>
                        </a:lnTo>
                        <a:lnTo>
                          <a:pt x="526" y="189"/>
                        </a:lnTo>
                        <a:lnTo>
                          <a:pt x="528" y="190"/>
                        </a:lnTo>
                        <a:lnTo>
                          <a:pt x="528" y="190"/>
                        </a:lnTo>
                        <a:close/>
                        <a:moveTo>
                          <a:pt x="556" y="113"/>
                        </a:moveTo>
                        <a:lnTo>
                          <a:pt x="557" y="112"/>
                        </a:lnTo>
                        <a:lnTo>
                          <a:pt x="557" y="109"/>
                        </a:lnTo>
                        <a:lnTo>
                          <a:pt x="557" y="103"/>
                        </a:lnTo>
                        <a:lnTo>
                          <a:pt x="557" y="102"/>
                        </a:lnTo>
                        <a:lnTo>
                          <a:pt x="557" y="99"/>
                        </a:lnTo>
                        <a:lnTo>
                          <a:pt x="555" y="101"/>
                        </a:lnTo>
                        <a:lnTo>
                          <a:pt x="555" y="102"/>
                        </a:lnTo>
                        <a:lnTo>
                          <a:pt x="556" y="103"/>
                        </a:lnTo>
                        <a:lnTo>
                          <a:pt x="556" y="106"/>
                        </a:lnTo>
                        <a:lnTo>
                          <a:pt x="555" y="109"/>
                        </a:lnTo>
                        <a:lnTo>
                          <a:pt x="556" y="113"/>
                        </a:lnTo>
                        <a:lnTo>
                          <a:pt x="556" y="113"/>
                        </a:lnTo>
                        <a:close/>
                        <a:moveTo>
                          <a:pt x="548" y="121"/>
                        </a:moveTo>
                        <a:lnTo>
                          <a:pt x="548" y="121"/>
                        </a:lnTo>
                        <a:lnTo>
                          <a:pt x="549" y="122"/>
                        </a:lnTo>
                        <a:lnTo>
                          <a:pt x="549" y="120"/>
                        </a:lnTo>
                        <a:lnTo>
                          <a:pt x="549" y="116"/>
                        </a:lnTo>
                        <a:lnTo>
                          <a:pt x="548" y="114"/>
                        </a:lnTo>
                        <a:lnTo>
                          <a:pt x="547" y="116"/>
                        </a:lnTo>
                        <a:lnTo>
                          <a:pt x="547" y="118"/>
                        </a:lnTo>
                        <a:lnTo>
                          <a:pt x="548" y="121"/>
                        </a:lnTo>
                        <a:lnTo>
                          <a:pt x="548" y="121"/>
                        </a:lnTo>
                        <a:close/>
                        <a:moveTo>
                          <a:pt x="542" y="113"/>
                        </a:moveTo>
                        <a:lnTo>
                          <a:pt x="544" y="114"/>
                        </a:lnTo>
                        <a:lnTo>
                          <a:pt x="545" y="113"/>
                        </a:lnTo>
                        <a:lnTo>
                          <a:pt x="547" y="109"/>
                        </a:lnTo>
                        <a:lnTo>
                          <a:pt x="547" y="107"/>
                        </a:lnTo>
                        <a:lnTo>
                          <a:pt x="547" y="105"/>
                        </a:lnTo>
                        <a:lnTo>
                          <a:pt x="545" y="105"/>
                        </a:lnTo>
                        <a:lnTo>
                          <a:pt x="544" y="105"/>
                        </a:lnTo>
                        <a:lnTo>
                          <a:pt x="542" y="107"/>
                        </a:lnTo>
                        <a:lnTo>
                          <a:pt x="542" y="110"/>
                        </a:lnTo>
                        <a:lnTo>
                          <a:pt x="542" y="113"/>
                        </a:lnTo>
                        <a:lnTo>
                          <a:pt x="542" y="113"/>
                        </a:lnTo>
                        <a:close/>
                        <a:moveTo>
                          <a:pt x="393" y="8"/>
                        </a:moveTo>
                        <a:lnTo>
                          <a:pt x="394" y="8"/>
                        </a:lnTo>
                        <a:lnTo>
                          <a:pt x="394" y="8"/>
                        </a:lnTo>
                        <a:lnTo>
                          <a:pt x="396" y="6"/>
                        </a:lnTo>
                        <a:lnTo>
                          <a:pt x="394" y="4"/>
                        </a:lnTo>
                        <a:lnTo>
                          <a:pt x="393" y="4"/>
                        </a:lnTo>
                        <a:lnTo>
                          <a:pt x="392" y="6"/>
                        </a:lnTo>
                        <a:lnTo>
                          <a:pt x="393" y="8"/>
                        </a:lnTo>
                        <a:lnTo>
                          <a:pt x="393" y="8"/>
                        </a:lnTo>
                        <a:close/>
                        <a:moveTo>
                          <a:pt x="393" y="14"/>
                        </a:moveTo>
                        <a:lnTo>
                          <a:pt x="394" y="15"/>
                        </a:lnTo>
                        <a:lnTo>
                          <a:pt x="396" y="15"/>
                        </a:lnTo>
                        <a:lnTo>
                          <a:pt x="397" y="12"/>
                        </a:lnTo>
                        <a:lnTo>
                          <a:pt x="397" y="11"/>
                        </a:lnTo>
                        <a:lnTo>
                          <a:pt x="396" y="11"/>
                        </a:lnTo>
                        <a:lnTo>
                          <a:pt x="393" y="12"/>
                        </a:lnTo>
                        <a:lnTo>
                          <a:pt x="393" y="14"/>
                        </a:lnTo>
                        <a:lnTo>
                          <a:pt x="393" y="14"/>
                        </a:lnTo>
                        <a:close/>
                        <a:moveTo>
                          <a:pt x="382" y="14"/>
                        </a:moveTo>
                        <a:lnTo>
                          <a:pt x="384" y="16"/>
                        </a:lnTo>
                        <a:lnTo>
                          <a:pt x="385" y="19"/>
                        </a:lnTo>
                        <a:lnTo>
                          <a:pt x="386" y="19"/>
                        </a:lnTo>
                        <a:lnTo>
                          <a:pt x="388" y="16"/>
                        </a:lnTo>
                        <a:lnTo>
                          <a:pt x="389" y="16"/>
                        </a:lnTo>
                        <a:lnTo>
                          <a:pt x="385" y="12"/>
                        </a:lnTo>
                        <a:lnTo>
                          <a:pt x="385" y="11"/>
                        </a:lnTo>
                        <a:lnTo>
                          <a:pt x="384" y="8"/>
                        </a:lnTo>
                        <a:lnTo>
                          <a:pt x="382" y="10"/>
                        </a:lnTo>
                        <a:lnTo>
                          <a:pt x="382" y="12"/>
                        </a:lnTo>
                        <a:lnTo>
                          <a:pt x="381" y="12"/>
                        </a:lnTo>
                        <a:lnTo>
                          <a:pt x="382" y="14"/>
                        </a:lnTo>
                        <a:lnTo>
                          <a:pt x="382" y="14"/>
                        </a:lnTo>
                        <a:close/>
                        <a:moveTo>
                          <a:pt x="374" y="16"/>
                        </a:moveTo>
                        <a:lnTo>
                          <a:pt x="374" y="19"/>
                        </a:lnTo>
                        <a:lnTo>
                          <a:pt x="375" y="19"/>
                        </a:lnTo>
                        <a:lnTo>
                          <a:pt x="377" y="19"/>
                        </a:lnTo>
                        <a:lnTo>
                          <a:pt x="377" y="18"/>
                        </a:lnTo>
                        <a:lnTo>
                          <a:pt x="375" y="16"/>
                        </a:lnTo>
                        <a:lnTo>
                          <a:pt x="374" y="16"/>
                        </a:lnTo>
                        <a:lnTo>
                          <a:pt x="374" y="16"/>
                        </a:lnTo>
                        <a:close/>
                        <a:moveTo>
                          <a:pt x="332" y="29"/>
                        </a:moveTo>
                        <a:lnTo>
                          <a:pt x="333" y="30"/>
                        </a:lnTo>
                        <a:lnTo>
                          <a:pt x="335" y="31"/>
                        </a:lnTo>
                        <a:lnTo>
                          <a:pt x="339" y="35"/>
                        </a:lnTo>
                        <a:lnTo>
                          <a:pt x="340" y="35"/>
                        </a:lnTo>
                        <a:lnTo>
                          <a:pt x="341" y="33"/>
                        </a:lnTo>
                        <a:lnTo>
                          <a:pt x="341" y="30"/>
                        </a:lnTo>
                        <a:lnTo>
                          <a:pt x="343" y="29"/>
                        </a:lnTo>
                        <a:lnTo>
                          <a:pt x="343" y="27"/>
                        </a:lnTo>
                        <a:lnTo>
                          <a:pt x="340" y="27"/>
                        </a:lnTo>
                        <a:lnTo>
                          <a:pt x="339" y="23"/>
                        </a:lnTo>
                        <a:lnTo>
                          <a:pt x="336" y="23"/>
                        </a:lnTo>
                        <a:lnTo>
                          <a:pt x="335" y="25"/>
                        </a:lnTo>
                        <a:lnTo>
                          <a:pt x="336" y="27"/>
                        </a:lnTo>
                        <a:lnTo>
                          <a:pt x="336" y="29"/>
                        </a:lnTo>
                        <a:lnTo>
                          <a:pt x="335" y="30"/>
                        </a:lnTo>
                        <a:lnTo>
                          <a:pt x="333" y="27"/>
                        </a:lnTo>
                        <a:lnTo>
                          <a:pt x="332" y="29"/>
                        </a:lnTo>
                        <a:lnTo>
                          <a:pt x="332" y="29"/>
                        </a:lnTo>
                        <a:close/>
                        <a:moveTo>
                          <a:pt x="329" y="30"/>
                        </a:moveTo>
                        <a:lnTo>
                          <a:pt x="331" y="34"/>
                        </a:lnTo>
                        <a:lnTo>
                          <a:pt x="332" y="35"/>
                        </a:lnTo>
                        <a:lnTo>
                          <a:pt x="332" y="31"/>
                        </a:lnTo>
                        <a:lnTo>
                          <a:pt x="331" y="30"/>
                        </a:lnTo>
                        <a:lnTo>
                          <a:pt x="329" y="30"/>
                        </a:lnTo>
                        <a:lnTo>
                          <a:pt x="329" y="30"/>
                        </a:lnTo>
                        <a:close/>
                        <a:moveTo>
                          <a:pt x="316" y="30"/>
                        </a:moveTo>
                        <a:lnTo>
                          <a:pt x="316" y="31"/>
                        </a:lnTo>
                        <a:lnTo>
                          <a:pt x="320" y="33"/>
                        </a:lnTo>
                        <a:lnTo>
                          <a:pt x="320" y="33"/>
                        </a:lnTo>
                        <a:lnTo>
                          <a:pt x="322" y="34"/>
                        </a:lnTo>
                        <a:lnTo>
                          <a:pt x="322" y="31"/>
                        </a:lnTo>
                        <a:lnTo>
                          <a:pt x="321" y="30"/>
                        </a:lnTo>
                        <a:lnTo>
                          <a:pt x="320" y="30"/>
                        </a:lnTo>
                        <a:lnTo>
                          <a:pt x="320" y="27"/>
                        </a:lnTo>
                        <a:lnTo>
                          <a:pt x="317" y="27"/>
                        </a:lnTo>
                        <a:lnTo>
                          <a:pt x="316" y="29"/>
                        </a:lnTo>
                        <a:lnTo>
                          <a:pt x="316" y="30"/>
                        </a:lnTo>
                        <a:lnTo>
                          <a:pt x="316" y="30"/>
                        </a:lnTo>
                        <a:close/>
                        <a:moveTo>
                          <a:pt x="307" y="56"/>
                        </a:moveTo>
                        <a:lnTo>
                          <a:pt x="307" y="57"/>
                        </a:lnTo>
                        <a:lnTo>
                          <a:pt x="310" y="56"/>
                        </a:lnTo>
                        <a:lnTo>
                          <a:pt x="310" y="54"/>
                        </a:lnTo>
                        <a:lnTo>
                          <a:pt x="309" y="52"/>
                        </a:lnTo>
                        <a:lnTo>
                          <a:pt x="307" y="49"/>
                        </a:lnTo>
                        <a:lnTo>
                          <a:pt x="306" y="46"/>
                        </a:lnTo>
                        <a:lnTo>
                          <a:pt x="305" y="46"/>
                        </a:lnTo>
                        <a:lnTo>
                          <a:pt x="305" y="49"/>
                        </a:lnTo>
                        <a:lnTo>
                          <a:pt x="306" y="52"/>
                        </a:lnTo>
                        <a:lnTo>
                          <a:pt x="306" y="54"/>
                        </a:lnTo>
                        <a:lnTo>
                          <a:pt x="307" y="56"/>
                        </a:lnTo>
                        <a:lnTo>
                          <a:pt x="307" y="56"/>
                        </a:lnTo>
                        <a:close/>
                        <a:moveTo>
                          <a:pt x="310" y="83"/>
                        </a:moveTo>
                        <a:lnTo>
                          <a:pt x="314" y="83"/>
                        </a:lnTo>
                        <a:lnTo>
                          <a:pt x="316" y="82"/>
                        </a:lnTo>
                        <a:lnTo>
                          <a:pt x="316" y="79"/>
                        </a:lnTo>
                        <a:lnTo>
                          <a:pt x="313" y="78"/>
                        </a:lnTo>
                        <a:lnTo>
                          <a:pt x="313" y="76"/>
                        </a:lnTo>
                        <a:lnTo>
                          <a:pt x="312" y="75"/>
                        </a:lnTo>
                        <a:lnTo>
                          <a:pt x="309" y="76"/>
                        </a:lnTo>
                        <a:lnTo>
                          <a:pt x="307" y="79"/>
                        </a:lnTo>
                        <a:lnTo>
                          <a:pt x="307" y="80"/>
                        </a:lnTo>
                        <a:lnTo>
                          <a:pt x="310" y="83"/>
                        </a:lnTo>
                        <a:lnTo>
                          <a:pt x="310" y="83"/>
                        </a:lnTo>
                        <a:lnTo>
                          <a:pt x="310" y="83"/>
                        </a:lnTo>
                        <a:close/>
                        <a:moveTo>
                          <a:pt x="310" y="87"/>
                        </a:moveTo>
                        <a:lnTo>
                          <a:pt x="310" y="90"/>
                        </a:lnTo>
                        <a:lnTo>
                          <a:pt x="312" y="91"/>
                        </a:lnTo>
                        <a:lnTo>
                          <a:pt x="310" y="94"/>
                        </a:lnTo>
                        <a:lnTo>
                          <a:pt x="314" y="97"/>
                        </a:lnTo>
                        <a:lnTo>
                          <a:pt x="317" y="95"/>
                        </a:lnTo>
                        <a:lnTo>
                          <a:pt x="316" y="88"/>
                        </a:lnTo>
                        <a:lnTo>
                          <a:pt x="314" y="87"/>
                        </a:lnTo>
                        <a:lnTo>
                          <a:pt x="313" y="86"/>
                        </a:lnTo>
                        <a:lnTo>
                          <a:pt x="310" y="87"/>
                        </a:lnTo>
                        <a:lnTo>
                          <a:pt x="310" y="87"/>
                        </a:lnTo>
                        <a:close/>
                        <a:moveTo>
                          <a:pt x="271" y="60"/>
                        </a:moveTo>
                        <a:lnTo>
                          <a:pt x="272" y="59"/>
                        </a:lnTo>
                        <a:lnTo>
                          <a:pt x="271" y="57"/>
                        </a:lnTo>
                        <a:lnTo>
                          <a:pt x="271" y="56"/>
                        </a:lnTo>
                        <a:lnTo>
                          <a:pt x="271" y="54"/>
                        </a:lnTo>
                        <a:lnTo>
                          <a:pt x="269" y="54"/>
                        </a:lnTo>
                        <a:lnTo>
                          <a:pt x="269" y="57"/>
                        </a:lnTo>
                        <a:lnTo>
                          <a:pt x="271" y="60"/>
                        </a:lnTo>
                        <a:lnTo>
                          <a:pt x="271" y="60"/>
                        </a:lnTo>
                        <a:close/>
                        <a:moveTo>
                          <a:pt x="265" y="78"/>
                        </a:moveTo>
                        <a:lnTo>
                          <a:pt x="267" y="79"/>
                        </a:lnTo>
                        <a:lnTo>
                          <a:pt x="268" y="75"/>
                        </a:lnTo>
                        <a:lnTo>
                          <a:pt x="267" y="72"/>
                        </a:lnTo>
                        <a:lnTo>
                          <a:pt x="264" y="68"/>
                        </a:lnTo>
                        <a:lnTo>
                          <a:pt x="264" y="64"/>
                        </a:lnTo>
                        <a:lnTo>
                          <a:pt x="265" y="60"/>
                        </a:lnTo>
                        <a:lnTo>
                          <a:pt x="265" y="56"/>
                        </a:lnTo>
                        <a:lnTo>
                          <a:pt x="264" y="53"/>
                        </a:lnTo>
                        <a:lnTo>
                          <a:pt x="264" y="48"/>
                        </a:lnTo>
                        <a:lnTo>
                          <a:pt x="264" y="46"/>
                        </a:lnTo>
                        <a:lnTo>
                          <a:pt x="260" y="49"/>
                        </a:lnTo>
                        <a:lnTo>
                          <a:pt x="260" y="56"/>
                        </a:lnTo>
                        <a:lnTo>
                          <a:pt x="259" y="59"/>
                        </a:lnTo>
                        <a:lnTo>
                          <a:pt x="259" y="63"/>
                        </a:lnTo>
                        <a:lnTo>
                          <a:pt x="263" y="68"/>
                        </a:lnTo>
                        <a:lnTo>
                          <a:pt x="263" y="72"/>
                        </a:lnTo>
                        <a:lnTo>
                          <a:pt x="265" y="78"/>
                        </a:lnTo>
                        <a:lnTo>
                          <a:pt x="265" y="78"/>
                        </a:lnTo>
                        <a:close/>
                        <a:moveTo>
                          <a:pt x="112" y="101"/>
                        </a:moveTo>
                        <a:lnTo>
                          <a:pt x="113" y="102"/>
                        </a:lnTo>
                        <a:lnTo>
                          <a:pt x="113" y="103"/>
                        </a:lnTo>
                        <a:lnTo>
                          <a:pt x="116" y="105"/>
                        </a:lnTo>
                        <a:lnTo>
                          <a:pt x="116" y="102"/>
                        </a:lnTo>
                        <a:lnTo>
                          <a:pt x="115" y="101"/>
                        </a:lnTo>
                        <a:lnTo>
                          <a:pt x="112" y="101"/>
                        </a:lnTo>
                        <a:lnTo>
                          <a:pt x="112" y="101"/>
                        </a:lnTo>
                        <a:close/>
                        <a:moveTo>
                          <a:pt x="15" y="224"/>
                        </a:moveTo>
                        <a:lnTo>
                          <a:pt x="17" y="227"/>
                        </a:lnTo>
                        <a:lnTo>
                          <a:pt x="21" y="227"/>
                        </a:lnTo>
                        <a:lnTo>
                          <a:pt x="22" y="228"/>
                        </a:lnTo>
                        <a:lnTo>
                          <a:pt x="25" y="228"/>
                        </a:lnTo>
                        <a:lnTo>
                          <a:pt x="24" y="226"/>
                        </a:lnTo>
                        <a:lnTo>
                          <a:pt x="22" y="226"/>
                        </a:lnTo>
                        <a:lnTo>
                          <a:pt x="19" y="223"/>
                        </a:lnTo>
                        <a:lnTo>
                          <a:pt x="17" y="223"/>
                        </a:lnTo>
                        <a:lnTo>
                          <a:pt x="15" y="223"/>
                        </a:lnTo>
                        <a:lnTo>
                          <a:pt x="15" y="224"/>
                        </a:lnTo>
                        <a:lnTo>
                          <a:pt x="15" y="224"/>
                        </a:lnTo>
                        <a:close/>
                        <a:moveTo>
                          <a:pt x="0" y="224"/>
                        </a:moveTo>
                        <a:lnTo>
                          <a:pt x="3" y="228"/>
                        </a:lnTo>
                        <a:lnTo>
                          <a:pt x="7" y="228"/>
                        </a:lnTo>
                        <a:lnTo>
                          <a:pt x="10" y="230"/>
                        </a:lnTo>
                        <a:lnTo>
                          <a:pt x="13" y="227"/>
                        </a:lnTo>
                        <a:lnTo>
                          <a:pt x="10" y="224"/>
                        </a:lnTo>
                        <a:lnTo>
                          <a:pt x="6" y="223"/>
                        </a:lnTo>
                        <a:lnTo>
                          <a:pt x="2" y="223"/>
                        </a:lnTo>
                        <a:lnTo>
                          <a:pt x="0" y="224"/>
                        </a:lnTo>
                        <a:lnTo>
                          <a:pt x="0" y="224"/>
                        </a:lnTo>
                        <a:close/>
                        <a:moveTo>
                          <a:pt x="110" y="342"/>
                        </a:moveTo>
                        <a:lnTo>
                          <a:pt x="109" y="344"/>
                        </a:lnTo>
                        <a:lnTo>
                          <a:pt x="110" y="345"/>
                        </a:lnTo>
                        <a:lnTo>
                          <a:pt x="112" y="344"/>
                        </a:lnTo>
                        <a:lnTo>
                          <a:pt x="110" y="342"/>
                        </a:lnTo>
                        <a:lnTo>
                          <a:pt x="110" y="342"/>
                        </a:lnTo>
                        <a:lnTo>
                          <a:pt x="110" y="342"/>
                        </a:lnTo>
                        <a:close/>
                        <a:moveTo>
                          <a:pt x="110" y="355"/>
                        </a:moveTo>
                        <a:lnTo>
                          <a:pt x="112" y="356"/>
                        </a:lnTo>
                        <a:lnTo>
                          <a:pt x="113" y="356"/>
                        </a:lnTo>
                        <a:lnTo>
                          <a:pt x="119" y="356"/>
                        </a:lnTo>
                        <a:lnTo>
                          <a:pt x="120" y="357"/>
                        </a:lnTo>
                        <a:lnTo>
                          <a:pt x="121" y="357"/>
                        </a:lnTo>
                        <a:lnTo>
                          <a:pt x="121" y="356"/>
                        </a:lnTo>
                        <a:lnTo>
                          <a:pt x="120" y="355"/>
                        </a:lnTo>
                        <a:lnTo>
                          <a:pt x="116" y="353"/>
                        </a:lnTo>
                        <a:lnTo>
                          <a:pt x="115" y="355"/>
                        </a:lnTo>
                        <a:lnTo>
                          <a:pt x="113" y="352"/>
                        </a:lnTo>
                        <a:lnTo>
                          <a:pt x="110" y="352"/>
                        </a:lnTo>
                        <a:lnTo>
                          <a:pt x="109" y="353"/>
                        </a:lnTo>
                        <a:lnTo>
                          <a:pt x="110" y="355"/>
                        </a:lnTo>
                        <a:lnTo>
                          <a:pt x="110" y="355"/>
                        </a:lnTo>
                        <a:close/>
                        <a:moveTo>
                          <a:pt x="113" y="359"/>
                        </a:moveTo>
                        <a:lnTo>
                          <a:pt x="115" y="360"/>
                        </a:lnTo>
                        <a:lnTo>
                          <a:pt x="116" y="360"/>
                        </a:lnTo>
                        <a:lnTo>
                          <a:pt x="115" y="359"/>
                        </a:lnTo>
                        <a:lnTo>
                          <a:pt x="113" y="359"/>
                        </a:lnTo>
                        <a:lnTo>
                          <a:pt x="113" y="359"/>
                        </a:lnTo>
                        <a:close/>
                        <a:moveTo>
                          <a:pt x="115" y="378"/>
                        </a:moveTo>
                        <a:lnTo>
                          <a:pt x="116" y="379"/>
                        </a:lnTo>
                        <a:lnTo>
                          <a:pt x="117" y="379"/>
                        </a:lnTo>
                        <a:lnTo>
                          <a:pt x="119" y="381"/>
                        </a:lnTo>
                        <a:lnTo>
                          <a:pt x="120" y="379"/>
                        </a:lnTo>
                        <a:lnTo>
                          <a:pt x="119" y="378"/>
                        </a:lnTo>
                        <a:lnTo>
                          <a:pt x="117" y="376"/>
                        </a:lnTo>
                        <a:lnTo>
                          <a:pt x="115" y="376"/>
                        </a:lnTo>
                        <a:lnTo>
                          <a:pt x="115" y="378"/>
                        </a:lnTo>
                        <a:lnTo>
                          <a:pt x="115" y="378"/>
                        </a:lnTo>
                        <a:close/>
                        <a:moveTo>
                          <a:pt x="112" y="385"/>
                        </a:moveTo>
                        <a:lnTo>
                          <a:pt x="112" y="386"/>
                        </a:lnTo>
                        <a:lnTo>
                          <a:pt x="115" y="386"/>
                        </a:lnTo>
                        <a:lnTo>
                          <a:pt x="116" y="385"/>
                        </a:lnTo>
                        <a:lnTo>
                          <a:pt x="113" y="383"/>
                        </a:lnTo>
                        <a:lnTo>
                          <a:pt x="112" y="383"/>
                        </a:lnTo>
                        <a:lnTo>
                          <a:pt x="112" y="385"/>
                        </a:lnTo>
                        <a:lnTo>
                          <a:pt x="112" y="385"/>
                        </a:lnTo>
                        <a:close/>
                        <a:moveTo>
                          <a:pt x="116" y="395"/>
                        </a:moveTo>
                        <a:lnTo>
                          <a:pt x="117" y="395"/>
                        </a:lnTo>
                        <a:lnTo>
                          <a:pt x="117" y="394"/>
                        </a:lnTo>
                        <a:lnTo>
                          <a:pt x="116" y="393"/>
                        </a:lnTo>
                        <a:lnTo>
                          <a:pt x="116" y="391"/>
                        </a:lnTo>
                        <a:lnTo>
                          <a:pt x="116" y="393"/>
                        </a:lnTo>
                        <a:lnTo>
                          <a:pt x="116" y="395"/>
                        </a:lnTo>
                        <a:lnTo>
                          <a:pt x="116" y="395"/>
                        </a:lnTo>
                        <a:close/>
                        <a:moveTo>
                          <a:pt x="119" y="398"/>
                        </a:moveTo>
                        <a:lnTo>
                          <a:pt x="120" y="400"/>
                        </a:lnTo>
                        <a:lnTo>
                          <a:pt x="120" y="400"/>
                        </a:lnTo>
                        <a:lnTo>
                          <a:pt x="120" y="398"/>
                        </a:lnTo>
                        <a:lnTo>
                          <a:pt x="119" y="398"/>
                        </a:lnTo>
                        <a:lnTo>
                          <a:pt x="119" y="398"/>
                        </a:lnTo>
                        <a:close/>
                        <a:moveTo>
                          <a:pt x="110" y="401"/>
                        </a:moveTo>
                        <a:lnTo>
                          <a:pt x="112" y="400"/>
                        </a:lnTo>
                        <a:lnTo>
                          <a:pt x="112" y="398"/>
                        </a:lnTo>
                        <a:lnTo>
                          <a:pt x="110" y="400"/>
                        </a:lnTo>
                        <a:lnTo>
                          <a:pt x="110" y="401"/>
                        </a:lnTo>
                        <a:lnTo>
                          <a:pt x="110" y="401"/>
                        </a:lnTo>
                        <a:close/>
                        <a:moveTo>
                          <a:pt x="115" y="400"/>
                        </a:moveTo>
                        <a:lnTo>
                          <a:pt x="116" y="400"/>
                        </a:lnTo>
                        <a:lnTo>
                          <a:pt x="116" y="400"/>
                        </a:lnTo>
                        <a:lnTo>
                          <a:pt x="116" y="398"/>
                        </a:lnTo>
                        <a:lnTo>
                          <a:pt x="115" y="400"/>
                        </a:lnTo>
                        <a:lnTo>
                          <a:pt x="115" y="400"/>
                        </a:lnTo>
                        <a:close/>
                        <a:moveTo>
                          <a:pt x="113" y="404"/>
                        </a:moveTo>
                        <a:lnTo>
                          <a:pt x="115" y="402"/>
                        </a:lnTo>
                        <a:lnTo>
                          <a:pt x="116" y="402"/>
                        </a:lnTo>
                        <a:lnTo>
                          <a:pt x="115" y="402"/>
                        </a:lnTo>
                        <a:lnTo>
                          <a:pt x="113" y="404"/>
                        </a:lnTo>
                        <a:lnTo>
                          <a:pt x="113" y="404"/>
                        </a:lnTo>
                        <a:close/>
                        <a:moveTo>
                          <a:pt x="116" y="408"/>
                        </a:moveTo>
                        <a:lnTo>
                          <a:pt x="116" y="408"/>
                        </a:lnTo>
                        <a:lnTo>
                          <a:pt x="115" y="408"/>
                        </a:lnTo>
                        <a:lnTo>
                          <a:pt x="113" y="406"/>
                        </a:lnTo>
                        <a:lnTo>
                          <a:pt x="113" y="408"/>
                        </a:lnTo>
                        <a:lnTo>
                          <a:pt x="116" y="408"/>
                        </a:lnTo>
                        <a:lnTo>
                          <a:pt x="116" y="408"/>
                        </a:lnTo>
                        <a:close/>
                        <a:moveTo>
                          <a:pt x="117" y="410"/>
                        </a:moveTo>
                        <a:lnTo>
                          <a:pt x="119" y="410"/>
                        </a:lnTo>
                        <a:lnTo>
                          <a:pt x="120" y="409"/>
                        </a:lnTo>
                        <a:lnTo>
                          <a:pt x="119" y="408"/>
                        </a:lnTo>
                        <a:lnTo>
                          <a:pt x="117" y="409"/>
                        </a:lnTo>
                        <a:lnTo>
                          <a:pt x="117" y="409"/>
                        </a:lnTo>
                        <a:lnTo>
                          <a:pt x="117" y="410"/>
                        </a:lnTo>
                        <a:lnTo>
                          <a:pt x="117" y="410"/>
                        </a:lnTo>
                        <a:close/>
                        <a:moveTo>
                          <a:pt x="109" y="417"/>
                        </a:moveTo>
                        <a:lnTo>
                          <a:pt x="112" y="416"/>
                        </a:lnTo>
                        <a:lnTo>
                          <a:pt x="112" y="416"/>
                        </a:lnTo>
                        <a:lnTo>
                          <a:pt x="112" y="416"/>
                        </a:lnTo>
                        <a:lnTo>
                          <a:pt x="109" y="416"/>
                        </a:lnTo>
                        <a:lnTo>
                          <a:pt x="108" y="417"/>
                        </a:lnTo>
                        <a:lnTo>
                          <a:pt x="109" y="417"/>
                        </a:lnTo>
                        <a:lnTo>
                          <a:pt x="109" y="417"/>
                        </a:lnTo>
                        <a:close/>
                        <a:moveTo>
                          <a:pt x="113" y="423"/>
                        </a:moveTo>
                        <a:lnTo>
                          <a:pt x="119" y="419"/>
                        </a:lnTo>
                        <a:lnTo>
                          <a:pt x="120" y="416"/>
                        </a:lnTo>
                        <a:lnTo>
                          <a:pt x="120" y="414"/>
                        </a:lnTo>
                        <a:lnTo>
                          <a:pt x="119" y="414"/>
                        </a:lnTo>
                        <a:lnTo>
                          <a:pt x="116" y="417"/>
                        </a:lnTo>
                        <a:lnTo>
                          <a:pt x="113" y="417"/>
                        </a:lnTo>
                        <a:lnTo>
                          <a:pt x="113" y="419"/>
                        </a:lnTo>
                        <a:lnTo>
                          <a:pt x="112" y="420"/>
                        </a:lnTo>
                        <a:lnTo>
                          <a:pt x="112" y="421"/>
                        </a:lnTo>
                        <a:lnTo>
                          <a:pt x="112" y="423"/>
                        </a:lnTo>
                        <a:lnTo>
                          <a:pt x="113" y="423"/>
                        </a:lnTo>
                        <a:lnTo>
                          <a:pt x="113" y="423"/>
                        </a:lnTo>
                        <a:lnTo>
                          <a:pt x="113" y="423"/>
                        </a:lnTo>
                        <a:close/>
                        <a:moveTo>
                          <a:pt x="119" y="421"/>
                        </a:moveTo>
                        <a:lnTo>
                          <a:pt x="119" y="421"/>
                        </a:lnTo>
                        <a:lnTo>
                          <a:pt x="120" y="420"/>
                        </a:lnTo>
                        <a:lnTo>
                          <a:pt x="120" y="420"/>
                        </a:lnTo>
                        <a:lnTo>
                          <a:pt x="119" y="421"/>
                        </a:lnTo>
                        <a:lnTo>
                          <a:pt x="119" y="421"/>
                        </a:lnTo>
                        <a:close/>
                        <a:moveTo>
                          <a:pt x="116" y="424"/>
                        </a:moveTo>
                        <a:lnTo>
                          <a:pt x="117" y="424"/>
                        </a:lnTo>
                        <a:lnTo>
                          <a:pt x="117" y="423"/>
                        </a:lnTo>
                        <a:lnTo>
                          <a:pt x="116" y="423"/>
                        </a:lnTo>
                        <a:lnTo>
                          <a:pt x="116" y="424"/>
                        </a:lnTo>
                        <a:lnTo>
                          <a:pt x="116" y="424"/>
                        </a:lnTo>
                        <a:close/>
                        <a:moveTo>
                          <a:pt x="112" y="425"/>
                        </a:moveTo>
                        <a:lnTo>
                          <a:pt x="113" y="424"/>
                        </a:lnTo>
                        <a:lnTo>
                          <a:pt x="112" y="424"/>
                        </a:lnTo>
                        <a:lnTo>
                          <a:pt x="112" y="424"/>
                        </a:lnTo>
                        <a:lnTo>
                          <a:pt x="112" y="425"/>
                        </a:lnTo>
                        <a:lnTo>
                          <a:pt x="112" y="425"/>
                        </a:lnTo>
                        <a:lnTo>
                          <a:pt x="112" y="425"/>
                        </a:lnTo>
                        <a:close/>
                        <a:moveTo>
                          <a:pt x="108" y="435"/>
                        </a:moveTo>
                        <a:lnTo>
                          <a:pt x="108" y="438"/>
                        </a:lnTo>
                        <a:lnTo>
                          <a:pt x="109" y="438"/>
                        </a:lnTo>
                        <a:lnTo>
                          <a:pt x="112" y="435"/>
                        </a:lnTo>
                        <a:lnTo>
                          <a:pt x="115" y="434"/>
                        </a:lnTo>
                        <a:lnTo>
                          <a:pt x="115" y="432"/>
                        </a:lnTo>
                        <a:lnTo>
                          <a:pt x="113" y="432"/>
                        </a:lnTo>
                        <a:lnTo>
                          <a:pt x="112" y="432"/>
                        </a:lnTo>
                        <a:lnTo>
                          <a:pt x="109" y="432"/>
                        </a:lnTo>
                        <a:lnTo>
                          <a:pt x="109" y="435"/>
                        </a:lnTo>
                        <a:lnTo>
                          <a:pt x="109" y="435"/>
                        </a:lnTo>
                        <a:lnTo>
                          <a:pt x="108" y="435"/>
                        </a:lnTo>
                        <a:lnTo>
                          <a:pt x="108" y="435"/>
                        </a:lnTo>
                        <a:close/>
                        <a:moveTo>
                          <a:pt x="105" y="443"/>
                        </a:moveTo>
                        <a:lnTo>
                          <a:pt x="106" y="446"/>
                        </a:lnTo>
                        <a:lnTo>
                          <a:pt x="108" y="446"/>
                        </a:lnTo>
                        <a:lnTo>
                          <a:pt x="109" y="444"/>
                        </a:lnTo>
                        <a:lnTo>
                          <a:pt x="106" y="443"/>
                        </a:lnTo>
                        <a:lnTo>
                          <a:pt x="105" y="443"/>
                        </a:lnTo>
                        <a:lnTo>
                          <a:pt x="105" y="443"/>
                        </a:lnTo>
                        <a:close/>
                        <a:moveTo>
                          <a:pt x="168" y="772"/>
                        </a:moveTo>
                        <a:lnTo>
                          <a:pt x="170" y="770"/>
                        </a:lnTo>
                        <a:lnTo>
                          <a:pt x="172" y="769"/>
                        </a:lnTo>
                        <a:lnTo>
                          <a:pt x="173" y="770"/>
                        </a:lnTo>
                        <a:lnTo>
                          <a:pt x="172" y="772"/>
                        </a:lnTo>
                        <a:lnTo>
                          <a:pt x="170" y="772"/>
                        </a:lnTo>
                        <a:lnTo>
                          <a:pt x="169" y="773"/>
                        </a:lnTo>
                        <a:lnTo>
                          <a:pt x="168" y="772"/>
                        </a:lnTo>
                        <a:lnTo>
                          <a:pt x="168" y="772"/>
                        </a:lnTo>
                        <a:close/>
                        <a:moveTo>
                          <a:pt x="153" y="764"/>
                        </a:moveTo>
                        <a:lnTo>
                          <a:pt x="154" y="764"/>
                        </a:lnTo>
                        <a:lnTo>
                          <a:pt x="154" y="762"/>
                        </a:lnTo>
                        <a:lnTo>
                          <a:pt x="155" y="761"/>
                        </a:lnTo>
                        <a:lnTo>
                          <a:pt x="155" y="758"/>
                        </a:lnTo>
                        <a:lnTo>
                          <a:pt x="154" y="758"/>
                        </a:lnTo>
                        <a:lnTo>
                          <a:pt x="154" y="760"/>
                        </a:lnTo>
                        <a:lnTo>
                          <a:pt x="153" y="761"/>
                        </a:lnTo>
                        <a:lnTo>
                          <a:pt x="153" y="764"/>
                        </a:lnTo>
                        <a:lnTo>
                          <a:pt x="153" y="764"/>
                        </a:lnTo>
                        <a:close/>
                        <a:moveTo>
                          <a:pt x="142" y="745"/>
                        </a:moveTo>
                        <a:lnTo>
                          <a:pt x="143" y="745"/>
                        </a:lnTo>
                        <a:lnTo>
                          <a:pt x="144" y="745"/>
                        </a:lnTo>
                        <a:lnTo>
                          <a:pt x="146" y="745"/>
                        </a:lnTo>
                        <a:lnTo>
                          <a:pt x="146" y="743"/>
                        </a:lnTo>
                        <a:lnTo>
                          <a:pt x="144" y="743"/>
                        </a:lnTo>
                        <a:lnTo>
                          <a:pt x="142" y="745"/>
                        </a:lnTo>
                        <a:lnTo>
                          <a:pt x="142" y="745"/>
                        </a:lnTo>
                        <a:close/>
                        <a:moveTo>
                          <a:pt x="136" y="745"/>
                        </a:moveTo>
                        <a:lnTo>
                          <a:pt x="138" y="746"/>
                        </a:lnTo>
                        <a:lnTo>
                          <a:pt x="139" y="746"/>
                        </a:lnTo>
                        <a:lnTo>
                          <a:pt x="139" y="745"/>
                        </a:lnTo>
                        <a:lnTo>
                          <a:pt x="138" y="743"/>
                        </a:lnTo>
                        <a:lnTo>
                          <a:pt x="136" y="745"/>
                        </a:lnTo>
                        <a:lnTo>
                          <a:pt x="136" y="745"/>
                        </a:lnTo>
                        <a:close/>
                        <a:moveTo>
                          <a:pt x="121" y="746"/>
                        </a:moveTo>
                        <a:lnTo>
                          <a:pt x="121" y="746"/>
                        </a:lnTo>
                        <a:lnTo>
                          <a:pt x="123" y="747"/>
                        </a:lnTo>
                        <a:lnTo>
                          <a:pt x="124" y="749"/>
                        </a:lnTo>
                        <a:lnTo>
                          <a:pt x="125" y="747"/>
                        </a:lnTo>
                        <a:lnTo>
                          <a:pt x="124" y="746"/>
                        </a:lnTo>
                        <a:lnTo>
                          <a:pt x="123" y="745"/>
                        </a:lnTo>
                        <a:lnTo>
                          <a:pt x="121" y="746"/>
                        </a:lnTo>
                        <a:lnTo>
                          <a:pt x="121" y="746"/>
                        </a:lnTo>
                        <a:close/>
                        <a:moveTo>
                          <a:pt x="102" y="659"/>
                        </a:moveTo>
                        <a:lnTo>
                          <a:pt x="102" y="659"/>
                        </a:lnTo>
                        <a:lnTo>
                          <a:pt x="105" y="656"/>
                        </a:lnTo>
                        <a:lnTo>
                          <a:pt x="108" y="654"/>
                        </a:lnTo>
                        <a:lnTo>
                          <a:pt x="106" y="654"/>
                        </a:lnTo>
                        <a:lnTo>
                          <a:pt x="105" y="656"/>
                        </a:lnTo>
                        <a:lnTo>
                          <a:pt x="102" y="659"/>
                        </a:lnTo>
                        <a:lnTo>
                          <a:pt x="102" y="659"/>
                        </a:lnTo>
                        <a:close/>
                        <a:moveTo>
                          <a:pt x="102" y="655"/>
                        </a:moveTo>
                        <a:lnTo>
                          <a:pt x="102" y="655"/>
                        </a:lnTo>
                        <a:lnTo>
                          <a:pt x="102" y="656"/>
                        </a:lnTo>
                        <a:lnTo>
                          <a:pt x="102" y="656"/>
                        </a:lnTo>
                        <a:lnTo>
                          <a:pt x="104" y="655"/>
                        </a:lnTo>
                        <a:lnTo>
                          <a:pt x="105" y="654"/>
                        </a:lnTo>
                        <a:lnTo>
                          <a:pt x="104" y="654"/>
                        </a:lnTo>
                        <a:lnTo>
                          <a:pt x="102" y="655"/>
                        </a:lnTo>
                        <a:lnTo>
                          <a:pt x="102" y="655"/>
                        </a:lnTo>
                        <a:close/>
                        <a:moveTo>
                          <a:pt x="90" y="626"/>
                        </a:moveTo>
                        <a:lnTo>
                          <a:pt x="89" y="628"/>
                        </a:lnTo>
                        <a:lnTo>
                          <a:pt x="90" y="628"/>
                        </a:lnTo>
                        <a:lnTo>
                          <a:pt x="91" y="628"/>
                        </a:lnTo>
                        <a:lnTo>
                          <a:pt x="91" y="626"/>
                        </a:lnTo>
                        <a:lnTo>
                          <a:pt x="90" y="626"/>
                        </a:lnTo>
                        <a:lnTo>
                          <a:pt x="90" y="626"/>
                        </a:lnTo>
                        <a:lnTo>
                          <a:pt x="90" y="626"/>
                        </a:lnTo>
                        <a:close/>
                        <a:moveTo>
                          <a:pt x="89" y="622"/>
                        </a:moveTo>
                        <a:lnTo>
                          <a:pt x="89" y="625"/>
                        </a:lnTo>
                        <a:lnTo>
                          <a:pt x="91" y="625"/>
                        </a:lnTo>
                        <a:lnTo>
                          <a:pt x="91" y="622"/>
                        </a:lnTo>
                        <a:lnTo>
                          <a:pt x="90" y="622"/>
                        </a:lnTo>
                        <a:lnTo>
                          <a:pt x="89" y="622"/>
                        </a:lnTo>
                        <a:lnTo>
                          <a:pt x="89" y="622"/>
                        </a:lnTo>
                        <a:close/>
                        <a:moveTo>
                          <a:pt x="90" y="595"/>
                        </a:moveTo>
                        <a:lnTo>
                          <a:pt x="93" y="597"/>
                        </a:lnTo>
                        <a:lnTo>
                          <a:pt x="94" y="595"/>
                        </a:lnTo>
                        <a:lnTo>
                          <a:pt x="93" y="594"/>
                        </a:lnTo>
                        <a:lnTo>
                          <a:pt x="90" y="595"/>
                        </a:lnTo>
                        <a:lnTo>
                          <a:pt x="90" y="595"/>
                        </a:lnTo>
                        <a:close/>
                        <a:moveTo>
                          <a:pt x="91" y="592"/>
                        </a:moveTo>
                        <a:lnTo>
                          <a:pt x="93" y="592"/>
                        </a:lnTo>
                        <a:lnTo>
                          <a:pt x="94" y="592"/>
                        </a:lnTo>
                        <a:lnTo>
                          <a:pt x="97" y="592"/>
                        </a:lnTo>
                        <a:lnTo>
                          <a:pt x="94" y="591"/>
                        </a:lnTo>
                        <a:lnTo>
                          <a:pt x="91" y="591"/>
                        </a:lnTo>
                        <a:lnTo>
                          <a:pt x="91" y="592"/>
                        </a:lnTo>
                        <a:lnTo>
                          <a:pt x="91" y="592"/>
                        </a:lnTo>
                        <a:close/>
                        <a:moveTo>
                          <a:pt x="86" y="591"/>
                        </a:moveTo>
                        <a:lnTo>
                          <a:pt x="87" y="592"/>
                        </a:lnTo>
                        <a:lnTo>
                          <a:pt x="89" y="592"/>
                        </a:lnTo>
                        <a:lnTo>
                          <a:pt x="87" y="591"/>
                        </a:lnTo>
                        <a:lnTo>
                          <a:pt x="87" y="591"/>
                        </a:lnTo>
                        <a:lnTo>
                          <a:pt x="86" y="591"/>
                        </a:lnTo>
                        <a:lnTo>
                          <a:pt x="86" y="591"/>
                        </a:lnTo>
                        <a:close/>
                        <a:moveTo>
                          <a:pt x="94" y="567"/>
                        </a:moveTo>
                        <a:lnTo>
                          <a:pt x="93" y="568"/>
                        </a:lnTo>
                        <a:lnTo>
                          <a:pt x="94" y="568"/>
                        </a:lnTo>
                        <a:lnTo>
                          <a:pt x="96" y="568"/>
                        </a:lnTo>
                        <a:lnTo>
                          <a:pt x="97" y="567"/>
                        </a:lnTo>
                        <a:lnTo>
                          <a:pt x="97" y="565"/>
                        </a:lnTo>
                        <a:lnTo>
                          <a:pt x="96" y="565"/>
                        </a:lnTo>
                        <a:lnTo>
                          <a:pt x="94" y="567"/>
                        </a:lnTo>
                        <a:lnTo>
                          <a:pt x="94" y="567"/>
                        </a:lnTo>
                        <a:close/>
                        <a:moveTo>
                          <a:pt x="116" y="557"/>
                        </a:moveTo>
                        <a:lnTo>
                          <a:pt x="119" y="558"/>
                        </a:lnTo>
                        <a:lnTo>
                          <a:pt x="123" y="557"/>
                        </a:lnTo>
                        <a:lnTo>
                          <a:pt x="121" y="556"/>
                        </a:lnTo>
                        <a:lnTo>
                          <a:pt x="119" y="556"/>
                        </a:lnTo>
                        <a:lnTo>
                          <a:pt x="116" y="556"/>
                        </a:lnTo>
                        <a:lnTo>
                          <a:pt x="116" y="557"/>
                        </a:lnTo>
                        <a:lnTo>
                          <a:pt x="116" y="557"/>
                        </a:lnTo>
                        <a:close/>
                        <a:moveTo>
                          <a:pt x="108" y="544"/>
                        </a:moveTo>
                        <a:lnTo>
                          <a:pt x="108" y="545"/>
                        </a:lnTo>
                        <a:lnTo>
                          <a:pt x="108" y="546"/>
                        </a:lnTo>
                        <a:lnTo>
                          <a:pt x="112" y="545"/>
                        </a:lnTo>
                        <a:lnTo>
                          <a:pt x="112" y="544"/>
                        </a:lnTo>
                        <a:lnTo>
                          <a:pt x="109" y="544"/>
                        </a:lnTo>
                        <a:lnTo>
                          <a:pt x="108" y="544"/>
                        </a:lnTo>
                        <a:lnTo>
                          <a:pt x="108" y="544"/>
                        </a:lnTo>
                        <a:close/>
                        <a:moveTo>
                          <a:pt x="119" y="544"/>
                        </a:moveTo>
                        <a:lnTo>
                          <a:pt x="120" y="545"/>
                        </a:lnTo>
                        <a:lnTo>
                          <a:pt x="121" y="545"/>
                        </a:lnTo>
                        <a:lnTo>
                          <a:pt x="123" y="544"/>
                        </a:lnTo>
                        <a:lnTo>
                          <a:pt x="121" y="542"/>
                        </a:lnTo>
                        <a:lnTo>
                          <a:pt x="119" y="544"/>
                        </a:lnTo>
                        <a:lnTo>
                          <a:pt x="119" y="544"/>
                        </a:lnTo>
                        <a:close/>
                        <a:moveTo>
                          <a:pt x="112" y="541"/>
                        </a:moveTo>
                        <a:lnTo>
                          <a:pt x="116" y="542"/>
                        </a:lnTo>
                        <a:lnTo>
                          <a:pt x="117" y="542"/>
                        </a:lnTo>
                        <a:lnTo>
                          <a:pt x="119" y="541"/>
                        </a:lnTo>
                        <a:lnTo>
                          <a:pt x="117" y="541"/>
                        </a:lnTo>
                        <a:lnTo>
                          <a:pt x="115" y="539"/>
                        </a:lnTo>
                        <a:lnTo>
                          <a:pt x="112" y="541"/>
                        </a:lnTo>
                        <a:lnTo>
                          <a:pt x="112" y="541"/>
                        </a:lnTo>
                        <a:lnTo>
                          <a:pt x="112" y="541"/>
                        </a:lnTo>
                        <a:close/>
                        <a:moveTo>
                          <a:pt x="138" y="486"/>
                        </a:moveTo>
                        <a:lnTo>
                          <a:pt x="138" y="488"/>
                        </a:lnTo>
                        <a:lnTo>
                          <a:pt x="139" y="489"/>
                        </a:lnTo>
                        <a:lnTo>
                          <a:pt x="140" y="488"/>
                        </a:lnTo>
                        <a:lnTo>
                          <a:pt x="139" y="486"/>
                        </a:lnTo>
                        <a:lnTo>
                          <a:pt x="138" y="486"/>
                        </a:lnTo>
                        <a:lnTo>
                          <a:pt x="138" y="486"/>
                        </a:lnTo>
                        <a:close/>
                        <a:moveTo>
                          <a:pt x="135" y="480"/>
                        </a:moveTo>
                        <a:lnTo>
                          <a:pt x="135" y="481"/>
                        </a:lnTo>
                        <a:lnTo>
                          <a:pt x="138" y="482"/>
                        </a:lnTo>
                        <a:lnTo>
                          <a:pt x="139" y="482"/>
                        </a:lnTo>
                        <a:lnTo>
                          <a:pt x="138" y="480"/>
                        </a:lnTo>
                        <a:lnTo>
                          <a:pt x="138" y="480"/>
                        </a:lnTo>
                        <a:lnTo>
                          <a:pt x="135" y="480"/>
                        </a:lnTo>
                        <a:lnTo>
                          <a:pt x="135" y="480"/>
                        </a:lnTo>
                        <a:close/>
                        <a:moveTo>
                          <a:pt x="128" y="461"/>
                        </a:moveTo>
                        <a:lnTo>
                          <a:pt x="129" y="461"/>
                        </a:lnTo>
                        <a:lnTo>
                          <a:pt x="132" y="458"/>
                        </a:lnTo>
                        <a:lnTo>
                          <a:pt x="134" y="458"/>
                        </a:lnTo>
                        <a:lnTo>
                          <a:pt x="134" y="457"/>
                        </a:lnTo>
                        <a:lnTo>
                          <a:pt x="131" y="457"/>
                        </a:lnTo>
                        <a:lnTo>
                          <a:pt x="129" y="455"/>
                        </a:lnTo>
                        <a:lnTo>
                          <a:pt x="128" y="457"/>
                        </a:lnTo>
                        <a:lnTo>
                          <a:pt x="127" y="458"/>
                        </a:lnTo>
                        <a:lnTo>
                          <a:pt x="128" y="461"/>
                        </a:lnTo>
                        <a:lnTo>
                          <a:pt x="128" y="461"/>
                        </a:lnTo>
                        <a:close/>
                        <a:moveTo>
                          <a:pt x="128" y="472"/>
                        </a:moveTo>
                        <a:lnTo>
                          <a:pt x="129" y="472"/>
                        </a:lnTo>
                        <a:lnTo>
                          <a:pt x="131" y="472"/>
                        </a:lnTo>
                        <a:lnTo>
                          <a:pt x="134" y="469"/>
                        </a:lnTo>
                        <a:lnTo>
                          <a:pt x="134" y="466"/>
                        </a:lnTo>
                        <a:lnTo>
                          <a:pt x="131" y="465"/>
                        </a:lnTo>
                        <a:lnTo>
                          <a:pt x="128" y="466"/>
                        </a:lnTo>
                        <a:lnTo>
                          <a:pt x="128" y="472"/>
                        </a:lnTo>
                        <a:lnTo>
                          <a:pt x="128" y="472"/>
                        </a:lnTo>
                        <a:close/>
                        <a:moveTo>
                          <a:pt x="119" y="472"/>
                        </a:moveTo>
                        <a:lnTo>
                          <a:pt x="121" y="473"/>
                        </a:lnTo>
                        <a:lnTo>
                          <a:pt x="123" y="470"/>
                        </a:lnTo>
                        <a:lnTo>
                          <a:pt x="123" y="469"/>
                        </a:lnTo>
                        <a:lnTo>
                          <a:pt x="124" y="465"/>
                        </a:lnTo>
                        <a:lnTo>
                          <a:pt x="120" y="467"/>
                        </a:lnTo>
                        <a:lnTo>
                          <a:pt x="119" y="469"/>
                        </a:lnTo>
                        <a:lnTo>
                          <a:pt x="119" y="472"/>
                        </a:lnTo>
                        <a:lnTo>
                          <a:pt x="119" y="472"/>
                        </a:lnTo>
                        <a:close/>
                        <a:moveTo>
                          <a:pt x="102" y="485"/>
                        </a:moveTo>
                        <a:lnTo>
                          <a:pt x="101" y="486"/>
                        </a:lnTo>
                        <a:lnTo>
                          <a:pt x="102" y="489"/>
                        </a:lnTo>
                        <a:lnTo>
                          <a:pt x="104" y="489"/>
                        </a:lnTo>
                        <a:lnTo>
                          <a:pt x="105" y="488"/>
                        </a:lnTo>
                        <a:lnTo>
                          <a:pt x="104" y="485"/>
                        </a:lnTo>
                        <a:lnTo>
                          <a:pt x="102" y="485"/>
                        </a:lnTo>
                        <a:lnTo>
                          <a:pt x="102" y="485"/>
                        </a:lnTo>
                        <a:close/>
                        <a:moveTo>
                          <a:pt x="135" y="512"/>
                        </a:moveTo>
                        <a:lnTo>
                          <a:pt x="135" y="514"/>
                        </a:lnTo>
                        <a:lnTo>
                          <a:pt x="136" y="512"/>
                        </a:lnTo>
                        <a:lnTo>
                          <a:pt x="136" y="515"/>
                        </a:lnTo>
                        <a:lnTo>
                          <a:pt x="136" y="518"/>
                        </a:lnTo>
                        <a:lnTo>
                          <a:pt x="138" y="519"/>
                        </a:lnTo>
                        <a:lnTo>
                          <a:pt x="139" y="518"/>
                        </a:lnTo>
                        <a:lnTo>
                          <a:pt x="140" y="514"/>
                        </a:lnTo>
                        <a:lnTo>
                          <a:pt x="142" y="511"/>
                        </a:lnTo>
                        <a:lnTo>
                          <a:pt x="142" y="510"/>
                        </a:lnTo>
                        <a:lnTo>
                          <a:pt x="140" y="511"/>
                        </a:lnTo>
                        <a:lnTo>
                          <a:pt x="138" y="510"/>
                        </a:lnTo>
                        <a:lnTo>
                          <a:pt x="135" y="512"/>
                        </a:lnTo>
                        <a:lnTo>
                          <a:pt x="135" y="512"/>
                        </a:lnTo>
                        <a:close/>
                        <a:moveTo>
                          <a:pt x="101" y="522"/>
                        </a:moveTo>
                        <a:lnTo>
                          <a:pt x="104" y="523"/>
                        </a:lnTo>
                        <a:lnTo>
                          <a:pt x="108" y="523"/>
                        </a:lnTo>
                        <a:lnTo>
                          <a:pt x="108" y="525"/>
                        </a:lnTo>
                        <a:lnTo>
                          <a:pt x="110" y="526"/>
                        </a:lnTo>
                        <a:lnTo>
                          <a:pt x="112" y="525"/>
                        </a:lnTo>
                        <a:lnTo>
                          <a:pt x="120" y="523"/>
                        </a:lnTo>
                        <a:lnTo>
                          <a:pt x="124" y="523"/>
                        </a:lnTo>
                        <a:lnTo>
                          <a:pt x="129" y="519"/>
                        </a:lnTo>
                        <a:lnTo>
                          <a:pt x="128" y="515"/>
                        </a:lnTo>
                        <a:lnTo>
                          <a:pt x="127" y="511"/>
                        </a:lnTo>
                        <a:lnTo>
                          <a:pt x="124" y="511"/>
                        </a:lnTo>
                        <a:lnTo>
                          <a:pt x="121" y="510"/>
                        </a:lnTo>
                        <a:lnTo>
                          <a:pt x="119" y="503"/>
                        </a:lnTo>
                        <a:lnTo>
                          <a:pt x="117" y="499"/>
                        </a:lnTo>
                        <a:lnTo>
                          <a:pt x="112" y="497"/>
                        </a:lnTo>
                        <a:lnTo>
                          <a:pt x="109" y="495"/>
                        </a:lnTo>
                        <a:lnTo>
                          <a:pt x="105" y="493"/>
                        </a:lnTo>
                        <a:lnTo>
                          <a:pt x="102" y="492"/>
                        </a:lnTo>
                        <a:lnTo>
                          <a:pt x="102" y="495"/>
                        </a:lnTo>
                        <a:lnTo>
                          <a:pt x="98" y="497"/>
                        </a:lnTo>
                        <a:lnTo>
                          <a:pt x="98" y="500"/>
                        </a:lnTo>
                        <a:lnTo>
                          <a:pt x="102" y="503"/>
                        </a:lnTo>
                        <a:lnTo>
                          <a:pt x="104" y="506"/>
                        </a:lnTo>
                        <a:lnTo>
                          <a:pt x="101" y="504"/>
                        </a:lnTo>
                        <a:lnTo>
                          <a:pt x="98" y="504"/>
                        </a:lnTo>
                        <a:lnTo>
                          <a:pt x="98" y="507"/>
                        </a:lnTo>
                        <a:lnTo>
                          <a:pt x="97" y="508"/>
                        </a:lnTo>
                        <a:lnTo>
                          <a:pt x="101" y="511"/>
                        </a:lnTo>
                        <a:lnTo>
                          <a:pt x="98" y="512"/>
                        </a:lnTo>
                        <a:lnTo>
                          <a:pt x="98" y="512"/>
                        </a:lnTo>
                        <a:lnTo>
                          <a:pt x="98" y="515"/>
                        </a:lnTo>
                        <a:lnTo>
                          <a:pt x="105" y="516"/>
                        </a:lnTo>
                        <a:lnTo>
                          <a:pt x="106" y="518"/>
                        </a:lnTo>
                        <a:lnTo>
                          <a:pt x="108" y="519"/>
                        </a:lnTo>
                        <a:lnTo>
                          <a:pt x="113" y="516"/>
                        </a:lnTo>
                        <a:lnTo>
                          <a:pt x="109" y="520"/>
                        </a:lnTo>
                        <a:lnTo>
                          <a:pt x="108" y="520"/>
                        </a:lnTo>
                        <a:lnTo>
                          <a:pt x="104" y="519"/>
                        </a:lnTo>
                        <a:lnTo>
                          <a:pt x="102" y="519"/>
                        </a:lnTo>
                        <a:lnTo>
                          <a:pt x="101" y="522"/>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81" name="Freeform 983">
                    <a:extLst>
                      <a:ext uri="{FF2B5EF4-FFF2-40B4-BE49-F238E27FC236}">
                        <a16:creationId xmlns:a16="http://schemas.microsoft.com/office/drawing/2014/main" id="{38DD80CD-AE64-D060-6DDF-476BB5977147}"/>
                      </a:ext>
                    </a:extLst>
                  </p:cNvPr>
                  <p:cNvSpPr>
                    <a:spLocks noEditPoints="1"/>
                  </p:cNvSpPr>
                  <p:nvPr/>
                </p:nvSpPr>
                <p:spPr bwMode="auto">
                  <a:xfrm>
                    <a:off x="8327876" y="2709440"/>
                    <a:ext cx="51056" cy="29921"/>
                  </a:xfrm>
                  <a:custGeom>
                    <a:avLst/>
                    <a:gdLst/>
                    <a:ahLst/>
                    <a:cxnLst>
                      <a:cxn ang="0">
                        <a:pos x="50" y="27"/>
                      </a:cxn>
                      <a:cxn ang="0">
                        <a:pos x="52" y="28"/>
                      </a:cxn>
                      <a:cxn ang="0">
                        <a:pos x="49" y="25"/>
                      </a:cxn>
                      <a:cxn ang="0">
                        <a:pos x="49" y="25"/>
                      </a:cxn>
                      <a:cxn ang="0">
                        <a:pos x="7" y="5"/>
                      </a:cxn>
                      <a:cxn ang="0">
                        <a:pos x="7" y="9"/>
                      </a:cxn>
                      <a:cxn ang="0">
                        <a:pos x="3" y="13"/>
                      </a:cxn>
                      <a:cxn ang="0">
                        <a:pos x="4" y="17"/>
                      </a:cxn>
                      <a:cxn ang="0">
                        <a:pos x="4" y="21"/>
                      </a:cxn>
                      <a:cxn ang="0">
                        <a:pos x="0" y="27"/>
                      </a:cxn>
                      <a:cxn ang="0">
                        <a:pos x="4" y="31"/>
                      </a:cxn>
                      <a:cxn ang="0">
                        <a:pos x="6" y="34"/>
                      </a:cxn>
                      <a:cxn ang="0">
                        <a:pos x="8" y="36"/>
                      </a:cxn>
                      <a:cxn ang="0">
                        <a:pos x="14" y="27"/>
                      </a:cxn>
                      <a:cxn ang="0">
                        <a:pos x="14" y="24"/>
                      </a:cxn>
                      <a:cxn ang="0">
                        <a:pos x="18" y="25"/>
                      </a:cxn>
                      <a:cxn ang="0">
                        <a:pos x="22" y="24"/>
                      </a:cxn>
                      <a:cxn ang="0">
                        <a:pos x="23" y="27"/>
                      </a:cxn>
                      <a:cxn ang="0">
                        <a:pos x="31" y="23"/>
                      </a:cxn>
                      <a:cxn ang="0">
                        <a:pos x="40" y="23"/>
                      </a:cxn>
                      <a:cxn ang="0">
                        <a:pos x="44" y="23"/>
                      </a:cxn>
                      <a:cxn ang="0">
                        <a:pos x="52" y="24"/>
                      </a:cxn>
                      <a:cxn ang="0">
                        <a:pos x="55" y="23"/>
                      </a:cxn>
                      <a:cxn ang="0">
                        <a:pos x="55" y="17"/>
                      </a:cxn>
                      <a:cxn ang="0">
                        <a:pos x="46" y="14"/>
                      </a:cxn>
                      <a:cxn ang="0">
                        <a:pos x="41" y="13"/>
                      </a:cxn>
                      <a:cxn ang="0">
                        <a:pos x="33" y="9"/>
                      </a:cxn>
                      <a:cxn ang="0">
                        <a:pos x="31" y="9"/>
                      </a:cxn>
                      <a:cxn ang="0">
                        <a:pos x="42" y="10"/>
                      </a:cxn>
                      <a:cxn ang="0">
                        <a:pos x="42" y="8"/>
                      </a:cxn>
                      <a:cxn ang="0">
                        <a:pos x="37" y="8"/>
                      </a:cxn>
                      <a:cxn ang="0">
                        <a:pos x="31" y="2"/>
                      </a:cxn>
                      <a:cxn ang="0">
                        <a:pos x="29" y="2"/>
                      </a:cxn>
                      <a:cxn ang="0">
                        <a:pos x="15" y="1"/>
                      </a:cxn>
                      <a:cxn ang="0">
                        <a:pos x="8" y="1"/>
                      </a:cxn>
                    </a:cxnLst>
                    <a:rect l="0" t="0" r="r" b="b"/>
                    <a:pathLst>
                      <a:path w="56" h="36">
                        <a:moveTo>
                          <a:pt x="49" y="25"/>
                        </a:moveTo>
                        <a:lnTo>
                          <a:pt x="50" y="27"/>
                        </a:lnTo>
                        <a:lnTo>
                          <a:pt x="53" y="27"/>
                        </a:lnTo>
                        <a:lnTo>
                          <a:pt x="52" y="28"/>
                        </a:lnTo>
                        <a:lnTo>
                          <a:pt x="49" y="28"/>
                        </a:lnTo>
                        <a:lnTo>
                          <a:pt x="49" y="25"/>
                        </a:lnTo>
                        <a:lnTo>
                          <a:pt x="49" y="25"/>
                        </a:lnTo>
                        <a:lnTo>
                          <a:pt x="49" y="25"/>
                        </a:lnTo>
                        <a:close/>
                        <a:moveTo>
                          <a:pt x="6" y="4"/>
                        </a:moveTo>
                        <a:lnTo>
                          <a:pt x="7" y="5"/>
                        </a:lnTo>
                        <a:lnTo>
                          <a:pt x="6" y="8"/>
                        </a:lnTo>
                        <a:lnTo>
                          <a:pt x="7" y="9"/>
                        </a:lnTo>
                        <a:lnTo>
                          <a:pt x="6" y="13"/>
                        </a:lnTo>
                        <a:lnTo>
                          <a:pt x="3" y="13"/>
                        </a:lnTo>
                        <a:lnTo>
                          <a:pt x="3" y="14"/>
                        </a:lnTo>
                        <a:lnTo>
                          <a:pt x="4" y="17"/>
                        </a:lnTo>
                        <a:lnTo>
                          <a:pt x="4" y="20"/>
                        </a:lnTo>
                        <a:lnTo>
                          <a:pt x="4" y="21"/>
                        </a:lnTo>
                        <a:lnTo>
                          <a:pt x="0" y="25"/>
                        </a:lnTo>
                        <a:lnTo>
                          <a:pt x="0" y="27"/>
                        </a:lnTo>
                        <a:lnTo>
                          <a:pt x="2" y="27"/>
                        </a:lnTo>
                        <a:lnTo>
                          <a:pt x="4" y="31"/>
                        </a:lnTo>
                        <a:lnTo>
                          <a:pt x="3" y="32"/>
                        </a:lnTo>
                        <a:lnTo>
                          <a:pt x="6" y="34"/>
                        </a:lnTo>
                        <a:lnTo>
                          <a:pt x="6" y="35"/>
                        </a:lnTo>
                        <a:lnTo>
                          <a:pt x="8" y="36"/>
                        </a:lnTo>
                        <a:lnTo>
                          <a:pt x="10" y="32"/>
                        </a:lnTo>
                        <a:lnTo>
                          <a:pt x="14" y="27"/>
                        </a:lnTo>
                        <a:lnTo>
                          <a:pt x="12" y="25"/>
                        </a:lnTo>
                        <a:lnTo>
                          <a:pt x="14" y="24"/>
                        </a:lnTo>
                        <a:lnTo>
                          <a:pt x="15" y="25"/>
                        </a:lnTo>
                        <a:lnTo>
                          <a:pt x="18" y="25"/>
                        </a:lnTo>
                        <a:lnTo>
                          <a:pt x="19" y="23"/>
                        </a:lnTo>
                        <a:lnTo>
                          <a:pt x="22" y="24"/>
                        </a:lnTo>
                        <a:lnTo>
                          <a:pt x="22" y="27"/>
                        </a:lnTo>
                        <a:lnTo>
                          <a:pt x="23" y="27"/>
                        </a:lnTo>
                        <a:lnTo>
                          <a:pt x="27" y="27"/>
                        </a:lnTo>
                        <a:lnTo>
                          <a:pt x="31" y="23"/>
                        </a:lnTo>
                        <a:lnTo>
                          <a:pt x="35" y="21"/>
                        </a:lnTo>
                        <a:lnTo>
                          <a:pt x="40" y="23"/>
                        </a:lnTo>
                        <a:lnTo>
                          <a:pt x="42" y="21"/>
                        </a:lnTo>
                        <a:lnTo>
                          <a:pt x="44" y="23"/>
                        </a:lnTo>
                        <a:lnTo>
                          <a:pt x="48" y="24"/>
                        </a:lnTo>
                        <a:lnTo>
                          <a:pt x="52" y="24"/>
                        </a:lnTo>
                        <a:lnTo>
                          <a:pt x="52" y="23"/>
                        </a:lnTo>
                        <a:lnTo>
                          <a:pt x="55" y="23"/>
                        </a:lnTo>
                        <a:lnTo>
                          <a:pt x="56" y="20"/>
                        </a:lnTo>
                        <a:lnTo>
                          <a:pt x="55" y="17"/>
                        </a:lnTo>
                        <a:lnTo>
                          <a:pt x="48" y="14"/>
                        </a:lnTo>
                        <a:lnTo>
                          <a:pt x="46" y="14"/>
                        </a:lnTo>
                        <a:lnTo>
                          <a:pt x="42" y="13"/>
                        </a:lnTo>
                        <a:lnTo>
                          <a:pt x="41" y="13"/>
                        </a:lnTo>
                        <a:lnTo>
                          <a:pt x="37" y="12"/>
                        </a:lnTo>
                        <a:lnTo>
                          <a:pt x="33" y="9"/>
                        </a:lnTo>
                        <a:lnTo>
                          <a:pt x="30" y="9"/>
                        </a:lnTo>
                        <a:lnTo>
                          <a:pt x="31" y="9"/>
                        </a:lnTo>
                        <a:lnTo>
                          <a:pt x="35" y="9"/>
                        </a:lnTo>
                        <a:lnTo>
                          <a:pt x="42" y="10"/>
                        </a:lnTo>
                        <a:lnTo>
                          <a:pt x="44" y="9"/>
                        </a:lnTo>
                        <a:lnTo>
                          <a:pt x="42" y="8"/>
                        </a:lnTo>
                        <a:lnTo>
                          <a:pt x="41" y="8"/>
                        </a:lnTo>
                        <a:lnTo>
                          <a:pt x="37" y="8"/>
                        </a:lnTo>
                        <a:lnTo>
                          <a:pt x="34" y="2"/>
                        </a:lnTo>
                        <a:lnTo>
                          <a:pt x="31" y="2"/>
                        </a:lnTo>
                        <a:lnTo>
                          <a:pt x="30" y="4"/>
                        </a:lnTo>
                        <a:lnTo>
                          <a:pt x="29" y="2"/>
                        </a:lnTo>
                        <a:lnTo>
                          <a:pt x="16" y="0"/>
                        </a:lnTo>
                        <a:lnTo>
                          <a:pt x="15" y="1"/>
                        </a:lnTo>
                        <a:lnTo>
                          <a:pt x="12" y="0"/>
                        </a:lnTo>
                        <a:lnTo>
                          <a:pt x="8" y="1"/>
                        </a:lnTo>
                        <a:lnTo>
                          <a:pt x="6" y="4"/>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82" name="Freeform 985">
                    <a:extLst>
                      <a:ext uri="{FF2B5EF4-FFF2-40B4-BE49-F238E27FC236}">
                        <a16:creationId xmlns:a16="http://schemas.microsoft.com/office/drawing/2014/main" id="{0746B5A0-5A64-86DC-8BC1-3C84CE078A3A}"/>
                      </a:ext>
                    </a:extLst>
                  </p:cNvPr>
                  <p:cNvSpPr>
                    <a:spLocks/>
                  </p:cNvSpPr>
                  <p:nvPr/>
                </p:nvSpPr>
                <p:spPr bwMode="auto">
                  <a:xfrm>
                    <a:off x="8245822" y="2726894"/>
                    <a:ext cx="30087" cy="10805"/>
                  </a:xfrm>
                  <a:custGeom>
                    <a:avLst/>
                    <a:gdLst/>
                    <a:ahLst/>
                    <a:cxnLst>
                      <a:cxn ang="0">
                        <a:pos x="5" y="0"/>
                      </a:cxn>
                      <a:cxn ang="0">
                        <a:pos x="7" y="2"/>
                      </a:cxn>
                      <a:cxn ang="0">
                        <a:pos x="13" y="0"/>
                      </a:cxn>
                      <a:cxn ang="0">
                        <a:pos x="24" y="0"/>
                      </a:cxn>
                      <a:cxn ang="0">
                        <a:pos x="26" y="4"/>
                      </a:cxn>
                      <a:cxn ang="0">
                        <a:pos x="30" y="6"/>
                      </a:cxn>
                      <a:cxn ang="0">
                        <a:pos x="33" y="8"/>
                      </a:cxn>
                      <a:cxn ang="0">
                        <a:pos x="32" y="10"/>
                      </a:cxn>
                      <a:cxn ang="0">
                        <a:pos x="28" y="10"/>
                      </a:cxn>
                      <a:cxn ang="0">
                        <a:pos x="25" y="8"/>
                      </a:cxn>
                      <a:cxn ang="0">
                        <a:pos x="25" y="11"/>
                      </a:cxn>
                      <a:cxn ang="0">
                        <a:pos x="24" y="11"/>
                      </a:cxn>
                      <a:cxn ang="0">
                        <a:pos x="22" y="10"/>
                      </a:cxn>
                      <a:cxn ang="0">
                        <a:pos x="20" y="10"/>
                      </a:cxn>
                      <a:cxn ang="0">
                        <a:pos x="20" y="13"/>
                      </a:cxn>
                      <a:cxn ang="0">
                        <a:pos x="15" y="13"/>
                      </a:cxn>
                      <a:cxn ang="0">
                        <a:pos x="14" y="11"/>
                      </a:cxn>
                      <a:cxn ang="0">
                        <a:pos x="10" y="11"/>
                      </a:cxn>
                      <a:cxn ang="0">
                        <a:pos x="9" y="10"/>
                      </a:cxn>
                      <a:cxn ang="0">
                        <a:pos x="7" y="6"/>
                      </a:cxn>
                      <a:cxn ang="0">
                        <a:pos x="5" y="6"/>
                      </a:cxn>
                      <a:cxn ang="0">
                        <a:pos x="3" y="6"/>
                      </a:cxn>
                      <a:cxn ang="0">
                        <a:pos x="0" y="3"/>
                      </a:cxn>
                      <a:cxn ang="0">
                        <a:pos x="2" y="2"/>
                      </a:cxn>
                      <a:cxn ang="0">
                        <a:pos x="5" y="0"/>
                      </a:cxn>
                    </a:cxnLst>
                    <a:rect l="0" t="0" r="r" b="b"/>
                    <a:pathLst>
                      <a:path w="33" h="13">
                        <a:moveTo>
                          <a:pt x="5" y="0"/>
                        </a:moveTo>
                        <a:lnTo>
                          <a:pt x="7" y="2"/>
                        </a:lnTo>
                        <a:lnTo>
                          <a:pt x="13" y="0"/>
                        </a:lnTo>
                        <a:lnTo>
                          <a:pt x="24" y="0"/>
                        </a:lnTo>
                        <a:lnTo>
                          <a:pt x="26" y="4"/>
                        </a:lnTo>
                        <a:lnTo>
                          <a:pt x="30" y="6"/>
                        </a:lnTo>
                        <a:lnTo>
                          <a:pt x="33" y="8"/>
                        </a:lnTo>
                        <a:lnTo>
                          <a:pt x="32" y="10"/>
                        </a:lnTo>
                        <a:lnTo>
                          <a:pt x="28" y="10"/>
                        </a:lnTo>
                        <a:lnTo>
                          <a:pt x="25" y="8"/>
                        </a:lnTo>
                        <a:lnTo>
                          <a:pt x="25" y="11"/>
                        </a:lnTo>
                        <a:lnTo>
                          <a:pt x="24" y="11"/>
                        </a:lnTo>
                        <a:lnTo>
                          <a:pt x="22" y="10"/>
                        </a:lnTo>
                        <a:lnTo>
                          <a:pt x="20" y="10"/>
                        </a:lnTo>
                        <a:lnTo>
                          <a:pt x="20" y="13"/>
                        </a:lnTo>
                        <a:lnTo>
                          <a:pt x="15" y="13"/>
                        </a:lnTo>
                        <a:lnTo>
                          <a:pt x="14" y="11"/>
                        </a:lnTo>
                        <a:lnTo>
                          <a:pt x="10" y="11"/>
                        </a:lnTo>
                        <a:lnTo>
                          <a:pt x="9" y="10"/>
                        </a:lnTo>
                        <a:lnTo>
                          <a:pt x="7" y="6"/>
                        </a:lnTo>
                        <a:lnTo>
                          <a:pt x="5" y="6"/>
                        </a:lnTo>
                        <a:lnTo>
                          <a:pt x="3" y="6"/>
                        </a:lnTo>
                        <a:lnTo>
                          <a:pt x="0" y="3"/>
                        </a:lnTo>
                        <a:lnTo>
                          <a:pt x="2" y="2"/>
                        </a:lnTo>
                        <a:lnTo>
                          <a:pt x="5" y="0"/>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83" name="Freeform 987">
                    <a:extLst>
                      <a:ext uri="{FF2B5EF4-FFF2-40B4-BE49-F238E27FC236}">
                        <a16:creationId xmlns:a16="http://schemas.microsoft.com/office/drawing/2014/main" id="{ED559F52-B99A-4890-8738-1E4349AB1361}"/>
                      </a:ext>
                    </a:extLst>
                  </p:cNvPr>
                  <p:cNvSpPr>
                    <a:spLocks noEditPoints="1"/>
                  </p:cNvSpPr>
                  <p:nvPr/>
                </p:nvSpPr>
                <p:spPr bwMode="auto">
                  <a:xfrm>
                    <a:off x="8296878" y="2705285"/>
                    <a:ext cx="37380" cy="27427"/>
                  </a:xfrm>
                  <a:custGeom>
                    <a:avLst/>
                    <a:gdLst/>
                    <a:ahLst/>
                    <a:cxnLst>
                      <a:cxn ang="0">
                        <a:pos x="34" y="30"/>
                      </a:cxn>
                      <a:cxn ang="0">
                        <a:pos x="38" y="25"/>
                      </a:cxn>
                      <a:cxn ang="0">
                        <a:pos x="37" y="19"/>
                      </a:cxn>
                      <a:cxn ang="0">
                        <a:pos x="40" y="18"/>
                      </a:cxn>
                      <a:cxn ang="0">
                        <a:pos x="40" y="13"/>
                      </a:cxn>
                      <a:cxn ang="0">
                        <a:pos x="40" y="9"/>
                      </a:cxn>
                      <a:cxn ang="0">
                        <a:pos x="38" y="7"/>
                      </a:cxn>
                      <a:cxn ang="0">
                        <a:pos x="33" y="6"/>
                      </a:cxn>
                      <a:cxn ang="0">
                        <a:pos x="25" y="6"/>
                      </a:cxn>
                      <a:cxn ang="0">
                        <a:pos x="17" y="5"/>
                      </a:cxn>
                      <a:cxn ang="0">
                        <a:pos x="17" y="7"/>
                      </a:cxn>
                      <a:cxn ang="0">
                        <a:pos x="27" y="11"/>
                      </a:cxn>
                      <a:cxn ang="0">
                        <a:pos x="27" y="14"/>
                      </a:cxn>
                      <a:cxn ang="0">
                        <a:pos x="27" y="21"/>
                      </a:cxn>
                      <a:cxn ang="0">
                        <a:pos x="33" y="24"/>
                      </a:cxn>
                      <a:cxn ang="0">
                        <a:pos x="26" y="26"/>
                      </a:cxn>
                      <a:cxn ang="0">
                        <a:pos x="23" y="26"/>
                      </a:cxn>
                      <a:cxn ang="0">
                        <a:pos x="17" y="25"/>
                      </a:cxn>
                      <a:cxn ang="0">
                        <a:pos x="12" y="25"/>
                      </a:cxn>
                      <a:cxn ang="0">
                        <a:pos x="7" y="25"/>
                      </a:cxn>
                      <a:cxn ang="0">
                        <a:pos x="2" y="25"/>
                      </a:cxn>
                      <a:cxn ang="0">
                        <a:pos x="2" y="29"/>
                      </a:cxn>
                      <a:cxn ang="0">
                        <a:pos x="8" y="33"/>
                      </a:cxn>
                      <a:cxn ang="0">
                        <a:pos x="11" y="32"/>
                      </a:cxn>
                      <a:cxn ang="0">
                        <a:pos x="18" y="30"/>
                      </a:cxn>
                      <a:cxn ang="0">
                        <a:pos x="29" y="32"/>
                      </a:cxn>
                      <a:cxn ang="0">
                        <a:pos x="33" y="32"/>
                      </a:cxn>
                      <a:cxn ang="0">
                        <a:pos x="34" y="32"/>
                      </a:cxn>
                      <a:cxn ang="0">
                        <a:pos x="26" y="0"/>
                      </a:cxn>
                      <a:cxn ang="0">
                        <a:pos x="26" y="3"/>
                      </a:cxn>
                      <a:cxn ang="0">
                        <a:pos x="23" y="2"/>
                      </a:cxn>
                      <a:cxn ang="0">
                        <a:pos x="21" y="18"/>
                      </a:cxn>
                      <a:cxn ang="0">
                        <a:pos x="25" y="22"/>
                      </a:cxn>
                      <a:cxn ang="0">
                        <a:pos x="18" y="19"/>
                      </a:cxn>
                    </a:cxnLst>
                    <a:rect l="0" t="0" r="r" b="b"/>
                    <a:pathLst>
                      <a:path w="41" h="33">
                        <a:moveTo>
                          <a:pt x="34" y="32"/>
                        </a:moveTo>
                        <a:lnTo>
                          <a:pt x="34" y="30"/>
                        </a:lnTo>
                        <a:lnTo>
                          <a:pt x="38" y="26"/>
                        </a:lnTo>
                        <a:lnTo>
                          <a:pt x="38" y="25"/>
                        </a:lnTo>
                        <a:lnTo>
                          <a:pt x="38" y="22"/>
                        </a:lnTo>
                        <a:lnTo>
                          <a:pt x="37" y="19"/>
                        </a:lnTo>
                        <a:lnTo>
                          <a:pt x="37" y="18"/>
                        </a:lnTo>
                        <a:lnTo>
                          <a:pt x="40" y="18"/>
                        </a:lnTo>
                        <a:lnTo>
                          <a:pt x="41" y="14"/>
                        </a:lnTo>
                        <a:lnTo>
                          <a:pt x="40" y="13"/>
                        </a:lnTo>
                        <a:lnTo>
                          <a:pt x="41" y="10"/>
                        </a:lnTo>
                        <a:lnTo>
                          <a:pt x="40" y="9"/>
                        </a:lnTo>
                        <a:lnTo>
                          <a:pt x="40" y="9"/>
                        </a:lnTo>
                        <a:lnTo>
                          <a:pt x="38" y="7"/>
                        </a:lnTo>
                        <a:lnTo>
                          <a:pt x="36" y="9"/>
                        </a:lnTo>
                        <a:lnTo>
                          <a:pt x="33" y="6"/>
                        </a:lnTo>
                        <a:lnTo>
                          <a:pt x="26" y="5"/>
                        </a:lnTo>
                        <a:lnTo>
                          <a:pt x="25" y="6"/>
                        </a:lnTo>
                        <a:lnTo>
                          <a:pt x="22" y="5"/>
                        </a:lnTo>
                        <a:lnTo>
                          <a:pt x="17" y="5"/>
                        </a:lnTo>
                        <a:lnTo>
                          <a:pt x="17" y="7"/>
                        </a:lnTo>
                        <a:lnTo>
                          <a:pt x="17" y="7"/>
                        </a:lnTo>
                        <a:lnTo>
                          <a:pt x="19" y="9"/>
                        </a:lnTo>
                        <a:lnTo>
                          <a:pt x="27" y="11"/>
                        </a:lnTo>
                        <a:lnTo>
                          <a:pt x="26" y="13"/>
                        </a:lnTo>
                        <a:lnTo>
                          <a:pt x="27" y="14"/>
                        </a:lnTo>
                        <a:lnTo>
                          <a:pt x="26" y="18"/>
                        </a:lnTo>
                        <a:lnTo>
                          <a:pt x="27" y="21"/>
                        </a:lnTo>
                        <a:lnTo>
                          <a:pt x="30" y="21"/>
                        </a:lnTo>
                        <a:lnTo>
                          <a:pt x="33" y="24"/>
                        </a:lnTo>
                        <a:lnTo>
                          <a:pt x="33" y="26"/>
                        </a:lnTo>
                        <a:lnTo>
                          <a:pt x="26" y="26"/>
                        </a:lnTo>
                        <a:lnTo>
                          <a:pt x="25" y="26"/>
                        </a:lnTo>
                        <a:lnTo>
                          <a:pt x="23" y="26"/>
                        </a:lnTo>
                        <a:lnTo>
                          <a:pt x="19" y="26"/>
                        </a:lnTo>
                        <a:lnTo>
                          <a:pt x="17" y="25"/>
                        </a:lnTo>
                        <a:lnTo>
                          <a:pt x="12" y="26"/>
                        </a:lnTo>
                        <a:lnTo>
                          <a:pt x="12" y="25"/>
                        </a:lnTo>
                        <a:lnTo>
                          <a:pt x="11" y="25"/>
                        </a:lnTo>
                        <a:lnTo>
                          <a:pt x="7" y="25"/>
                        </a:lnTo>
                        <a:lnTo>
                          <a:pt x="4" y="24"/>
                        </a:lnTo>
                        <a:lnTo>
                          <a:pt x="2" y="25"/>
                        </a:lnTo>
                        <a:lnTo>
                          <a:pt x="0" y="26"/>
                        </a:lnTo>
                        <a:lnTo>
                          <a:pt x="2" y="29"/>
                        </a:lnTo>
                        <a:lnTo>
                          <a:pt x="6" y="29"/>
                        </a:lnTo>
                        <a:lnTo>
                          <a:pt x="8" y="33"/>
                        </a:lnTo>
                        <a:lnTo>
                          <a:pt x="10" y="33"/>
                        </a:lnTo>
                        <a:lnTo>
                          <a:pt x="11" y="32"/>
                        </a:lnTo>
                        <a:lnTo>
                          <a:pt x="12" y="30"/>
                        </a:lnTo>
                        <a:lnTo>
                          <a:pt x="18" y="30"/>
                        </a:lnTo>
                        <a:lnTo>
                          <a:pt x="21" y="32"/>
                        </a:lnTo>
                        <a:lnTo>
                          <a:pt x="29" y="32"/>
                        </a:lnTo>
                        <a:lnTo>
                          <a:pt x="30" y="30"/>
                        </a:lnTo>
                        <a:lnTo>
                          <a:pt x="33" y="32"/>
                        </a:lnTo>
                        <a:lnTo>
                          <a:pt x="34" y="32"/>
                        </a:lnTo>
                        <a:lnTo>
                          <a:pt x="34" y="32"/>
                        </a:lnTo>
                        <a:close/>
                        <a:moveTo>
                          <a:pt x="23" y="2"/>
                        </a:moveTo>
                        <a:lnTo>
                          <a:pt x="26" y="0"/>
                        </a:lnTo>
                        <a:lnTo>
                          <a:pt x="31" y="3"/>
                        </a:lnTo>
                        <a:lnTo>
                          <a:pt x="26" y="3"/>
                        </a:lnTo>
                        <a:lnTo>
                          <a:pt x="23" y="2"/>
                        </a:lnTo>
                        <a:lnTo>
                          <a:pt x="23" y="2"/>
                        </a:lnTo>
                        <a:close/>
                        <a:moveTo>
                          <a:pt x="18" y="19"/>
                        </a:moveTo>
                        <a:lnTo>
                          <a:pt x="21" y="18"/>
                        </a:lnTo>
                        <a:lnTo>
                          <a:pt x="23" y="21"/>
                        </a:lnTo>
                        <a:lnTo>
                          <a:pt x="25" y="22"/>
                        </a:lnTo>
                        <a:lnTo>
                          <a:pt x="21" y="21"/>
                        </a:lnTo>
                        <a:lnTo>
                          <a:pt x="18" y="19"/>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84" name="Freeform 988">
                    <a:extLst>
                      <a:ext uri="{FF2B5EF4-FFF2-40B4-BE49-F238E27FC236}">
                        <a16:creationId xmlns:a16="http://schemas.microsoft.com/office/drawing/2014/main" id="{877971BA-3D33-05DB-9FF8-394D1D54A6C1}"/>
                      </a:ext>
                    </a:extLst>
                  </p:cNvPr>
                  <p:cNvSpPr>
                    <a:spLocks noEditPoints="1"/>
                  </p:cNvSpPr>
                  <p:nvPr/>
                </p:nvSpPr>
                <p:spPr bwMode="auto">
                  <a:xfrm>
                    <a:off x="8296878" y="2705285"/>
                    <a:ext cx="37380" cy="27427"/>
                  </a:xfrm>
                  <a:custGeom>
                    <a:avLst/>
                    <a:gdLst/>
                    <a:ahLst/>
                    <a:cxnLst>
                      <a:cxn ang="0">
                        <a:pos x="34" y="30"/>
                      </a:cxn>
                      <a:cxn ang="0">
                        <a:pos x="38" y="25"/>
                      </a:cxn>
                      <a:cxn ang="0">
                        <a:pos x="37" y="19"/>
                      </a:cxn>
                      <a:cxn ang="0">
                        <a:pos x="40" y="18"/>
                      </a:cxn>
                      <a:cxn ang="0">
                        <a:pos x="40" y="13"/>
                      </a:cxn>
                      <a:cxn ang="0">
                        <a:pos x="40" y="9"/>
                      </a:cxn>
                      <a:cxn ang="0">
                        <a:pos x="38" y="7"/>
                      </a:cxn>
                      <a:cxn ang="0">
                        <a:pos x="33" y="6"/>
                      </a:cxn>
                      <a:cxn ang="0">
                        <a:pos x="25" y="6"/>
                      </a:cxn>
                      <a:cxn ang="0">
                        <a:pos x="17" y="5"/>
                      </a:cxn>
                      <a:cxn ang="0">
                        <a:pos x="17" y="7"/>
                      </a:cxn>
                      <a:cxn ang="0">
                        <a:pos x="27" y="11"/>
                      </a:cxn>
                      <a:cxn ang="0">
                        <a:pos x="27" y="14"/>
                      </a:cxn>
                      <a:cxn ang="0">
                        <a:pos x="27" y="21"/>
                      </a:cxn>
                      <a:cxn ang="0">
                        <a:pos x="33" y="24"/>
                      </a:cxn>
                      <a:cxn ang="0">
                        <a:pos x="26" y="26"/>
                      </a:cxn>
                      <a:cxn ang="0">
                        <a:pos x="23" y="26"/>
                      </a:cxn>
                      <a:cxn ang="0">
                        <a:pos x="17" y="25"/>
                      </a:cxn>
                      <a:cxn ang="0">
                        <a:pos x="12" y="25"/>
                      </a:cxn>
                      <a:cxn ang="0">
                        <a:pos x="7" y="25"/>
                      </a:cxn>
                      <a:cxn ang="0">
                        <a:pos x="2" y="25"/>
                      </a:cxn>
                      <a:cxn ang="0">
                        <a:pos x="2" y="29"/>
                      </a:cxn>
                      <a:cxn ang="0">
                        <a:pos x="8" y="33"/>
                      </a:cxn>
                      <a:cxn ang="0">
                        <a:pos x="11" y="32"/>
                      </a:cxn>
                      <a:cxn ang="0">
                        <a:pos x="18" y="30"/>
                      </a:cxn>
                      <a:cxn ang="0">
                        <a:pos x="29" y="32"/>
                      </a:cxn>
                      <a:cxn ang="0">
                        <a:pos x="33" y="32"/>
                      </a:cxn>
                      <a:cxn ang="0">
                        <a:pos x="34" y="32"/>
                      </a:cxn>
                      <a:cxn ang="0">
                        <a:pos x="26" y="0"/>
                      </a:cxn>
                      <a:cxn ang="0">
                        <a:pos x="26" y="3"/>
                      </a:cxn>
                      <a:cxn ang="0">
                        <a:pos x="23" y="2"/>
                      </a:cxn>
                      <a:cxn ang="0">
                        <a:pos x="21" y="18"/>
                      </a:cxn>
                      <a:cxn ang="0">
                        <a:pos x="25" y="22"/>
                      </a:cxn>
                      <a:cxn ang="0">
                        <a:pos x="18" y="19"/>
                      </a:cxn>
                    </a:cxnLst>
                    <a:rect l="0" t="0" r="r" b="b"/>
                    <a:pathLst>
                      <a:path w="41" h="33">
                        <a:moveTo>
                          <a:pt x="34" y="32"/>
                        </a:moveTo>
                        <a:lnTo>
                          <a:pt x="34" y="30"/>
                        </a:lnTo>
                        <a:lnTo>
                          <a:pt x="38" y="26"/>
                        </a:lnTo>
                        <a:lnTo>
                          <a:pt x="38" y="25"/>
                        </a:lnTo>
                        <a:lnTo>
                          <a:pt x="38" y="22"/>
                        </a:lnTo>
                        <a:lnTo>
                          <a:pt x="37" y="19"/>
                        </a:lnTo>
                        <a:lnTo>
                          <a:pt x="37" y="18"/>
                        </a:lnTo>
                        <a:lnTo>
                          <a:pt x="40" y="18"/>
                        </a:lnTo>
                        <a:lnTo>
                          <a:pt x="41" y="14"/>
                        </a:lnTo>
                        <a:lnTo>
                          <a:pt x="40" y="13"/>
                        </a:lnTo>
                        <a:lnTo>
                          <a:pt x="41" y="10"/>
                        </a:lnTo>
                        <a:lnTo>
                          <a:pt x="40" y="9"/>
                        </a:lnTo>
                        <a:lnTo>
                          <a:pt x="40" y="9"/>
                        </a:lnTo>
                        <a:lnTo>
                          <a:pt x="38" y="7"/>
                        </a:lnTo>
                        <a:lnTo>
                          <a:pt x="36" y="9"/>
                        </a:lnTo>
                        <a:lnTo>
                          <a:pt x="33" y="6"/>
                        </a:lnTo>
                        <a:lnTo>
                          <a:pt x="26" y="5"/>
                        </a:lnTo>
                        <a:lnTo>
                          <a:pt x="25" y="6"/>
                        </a:lnTo>
                        <a:lnTo>
                          <a:pt x="22" y="5"/>
                        </a:lnTo>
                        <a:lnTo>
                          <a:pt x="17" y="5"/>
                        </a:lnTo>
                        <a:lnTo>
                          <a:pt x="17" y="7"/>
                        </a:lnTo>
                        <a:lnTo>
                          <a:pt x="17" y="7"/>
                        </a:lnTo>
                        <a:lnTo>
                          <a:pt x="19" y="9"/>
                        </a:lnTo>
                        <a:lnTo>
                          <a:pt x="27" y="11"/>
                        </a:lnTo>
                        <a:lnTo>
                          <a:pt x="26" y="13"/>
                        </a:lnTo>
                        <a:lnTo>
                          <a:pt x="27" y="14"/>
                        </a:lnTo>
                        <a:lnTo>
                          <a:pt x="26" y="18"/>
                        </a:lnTo>
                        <a:lnTo>
                          <a:pt x="27" y="21"/>
                        </a:lnTo>
                        <a:lnTo>
                          <a:pt x="30" y="21"/>
                        </a:lnTo>
                        <a:lnTo>
                          <a:pt x="33" y="24"/>
                        </a:lnTo>
                        <a:lnTo>
                          <a:pt x="33" y="26"/>
                        </a:lnTo>
                        <a:lnTo>
                          <a:pt x="26" y="26"/>
                        </a:lnTo>
                        <a:lnTo>
                          <a:pt x="25" y="26"/>
                        </a:lnTo>
                        <a:lnTo>
                          <a:pt x="23" y="26"/>
                        </a:lnTo>
                        <a:lnTo>
                          <a:pt x="19" y="26"/>
                        </a:lnTo>
                        <a:lnTo>
                          <a:pt x="17" y="25"/>
                        </a:lnTo>
                        <a:lnTo>
                          <a:pt x="12" y="26"/>
                        </a:lnTo>
                        <a:lnTo>
                          <a:pt x="12" y="25"/>
                        </a:lnTo>
                        <a:lnTo>
                          <a:pt x="11" y="25"/>
                        </a:lnTo>
                        <a:lnTo>
                          <a:pt x="7" y="25"/>
                        </a:lnTo>
                        <a:lnTo>
                          <a:pt x="4" y="24"/>
                        </a:lnTo>
                        <a:lnTo>
                          <a:pt x="2" y="25"/>
                        </a:lnTo>
                        <a:lnTo>
                          <a:pt x="0" y="26"/>
                        </a:lnTo>
                        <a:lnTo>
                          <a:pt x="2" y="29"/>
                        </a:lnTo>
                        <a:lnTo>
                          <a:pt x="6" y="29"/>
                        </a:lnTo>
                        <a:lnTo>
                          <a:pt x="8" y="33"/>
                        </a:lnTo>
                        <a:lnTo>
                          <a:pt x="10" y="33"/>
                        </a:lnTo>
                        <a:lnTo>
                          <a:pt x="11" y="32"/>
                        </a:lnTo>
                        <a:lnTo>
                          <a:pt x="12" y="30"/>
                        </a:lnTo>
                        <a:lnTo>
                          <a:pt x="18" y="30"/>
                        </a:lnTo>
                        <a:lnTo>
                          <a:pt x="21" y="32"/>
                        </a:lnTo>
                        <a:lnTo>
                          <a:pt x="29" y="32"/>
                        </a:lnTo>
                        <a:lnTo>
                          <a:pt x="30" y="30"/>
                        </a:lnTo>
                        <a:lnTo>
                          <a:pt x="33" y="32"/>
                        </a:lnTo>
                        <a:lnTo>
                          <a:pt x="34" y="32"/>
                        </a:lnTo>
                        <a:lnTo>
                          <a:pt x="34" y="32"/>
                        </a:lnTo>
                        <a:close/>
                        <a:moveTo>
                          <a:pt x="23" y="2"/>
                        </a:moveTo>
                        <a:lnTo>
                          <a:pt x="26" y="0"/>
                        </a:lnTo>
                        <a:lnTo>
                          <a:pt x="31" y="3"/>
                        </a:lnTo>
                        <a:lnTo>
                          <a:pt x="26" y="3"/>
                        </a:lnTo>
                        <a:lnTo>
                          <a:pt x="23" y="2"/>
                        </a:lnTo>
                        <a:lnTo>
                          <a:pt x="23" y="2"/>
                        </a:lnTo>
                        <a:close/>
                        <a:moveTo>
                          <a:pt x="18" y="19"/>
                        </a:moveTo>
                        <a:lnTo>
                          <a:pt x="21" y="18"/>
                        </a:lnTo>
                        <a:lnTo>
                          <a:pt x="23" y="21"/>
                        </a:lnTo>
                        <a:lnTo>
                          <a:pt x="25" y="22"/>
                        </a:lnTo>
                        <a:lnTo>
                          <a:pt x="21" y="21"/>
                        </a:lnTo>
                        <a:lnTo>
                          <a:pt x="18" y="19"/>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85" name="Freeform 989">
                    <a:extLst>
                      <a:ext uri="{FF2B5EF4-FFF2-40B4-BE49-F238E27FC236}">
                        <a16:creationId xmlns:a16="http://schemas.microsoft.com/office/drawing/2014/main" id="{49A5CFDD-2A8D-5FBF-F7C7-34D93A99647F}"/>
                      </a:ext>
                    </a:extLst>
                  </p:cNvPr>
                  <p:cNvSpPr>
                    <a:spLocks noEditPoints="1"/>
                  </p:cNvSpPr>
                  <p:nvPr/>
                </p:nvSpPr>
                <p:spPr bwMode="auto">
                  <a:xfrm>
                    <a:off x="8164681" y="2666222"/>
                    <a:ext cx="137668" cy="44880"/>
                  </a:xfrm>
                  <a:custGeom>
                    <a:avLst/>
                    <a:gdLst/>
                    <a:ahLst/>
                    <a:cxnLst>
                      <a:cxn ang="0">
                        <a:pos x="32" y="20"/>
                      </a:cxn>
                      <a:cxn ang="0">
                        <a:pos x="30" y="27"/>
                      </a:cxn>
                      <a:cxn ang="0">
                        <a:pos x="27" y="26"/>
                      </a:cxn>
                      <a:cxn ang="0">
                        <a:pos x="28" y="24"/>
                      </a:cxn>
                      <a:cxn ang="0">
                        <a:pos x="8" y="15"/>
                      </a:cxn>
                      <a:cxn ang="0">
                        <a:pos x="7" y="18"/>
                      </a:cxn>
                      <a:cxn ang="0">
                        <a:pos x="0" y="22"/>
                      </a:cxn>
                      <a:cxn ang="0">
                        <a:pos x="7" y="20"/>
                      </a:cxn>
                      <a:cxn ang="0">
                        <a:pos x="12" y="20"/>
                      </a:cxn>
                      <a:cxn ang="0">
                        <a:pos x="20" y="15"/>
                      </a:cxn>
                      <a:cxn ang="0">
                        <a:pos x="30" y="11"/>
                      </a:cxn>
                      <a:cxn ang="0">
                        <a:pos x="38" y="9"/>
                      </a:cxn>
                      <a:cxn ang="0">
                        <a:pos x="47" y="11"/>
                      </a:cxn>
                      <a:cxn ang="0">
                        <a:pos x="41" y="13"/>
                      </a:cxn>
                      <a:cxn ang="0">
                        <a:pos x="53" y="16"/>
                      </a:cxn>
                      <a:cxn ang="0">
                        <a:pos x="62" y="19"/>
                      </a:cxn>
                      <a:cxn ang="0">
                        <a:pos x="66" y="19"/>
                      </a:cxn>
                      <a:cxn ang="0">
                        <a:pos x="76" y="24"/>
                      </a:cxn>
                      <a:cxn ang="0">
                        <a:pos x="81" y="24"/>
                      </a:cxn>
                      <a:cxn ang="0">
                        <a:pos x="89" y="24"/>
                      </a:cxn>
                      <a:cxn ang="0">
                        <a:pos x="99" y="39"/>
                      </a:cxn>
                      <a:cxn ang="0">
                        <a:pos x="109" y="41"/>
                      </a:cxn>
                      <a:cxn ang="0">
                        <a:pos x="111" y="45"/>
                      </a:cxn>
                      <a:cxn ang="0">
                        <a:pos x="103" y="53"/>
                      </a:cxn>
                      <a:cxn ang="0">
                        <a:pos x="114" y="53"/>
                      </a:cxn>
                      <a:cxn ang="0">
                        <a:pos x="129" y="54"/>
                      </a:cxn>
                      <a:cxn ang="0">
                        <a:pos x="138" y="52"/>
                      </a:cxn>
                      <a:cxn ang="0">
                        <a:pos x="149" y="49"/>
                      </a:cxn>
                      <a:cxn ang="0">
                        <a:pos x="148" y="45"/>
                      </a:cxn>
                      <a:cxn ang="0">
                        <a:pos x="132" y="38"/>
                      </a:cxn>
                      <a:cxn ang="0">
                        <a:pos x="133" y="33"/>
                      </a:cxn>
                      <a:cxn ang="0">
                        <a:pos x="126" y="33"/>
                      </a:cxn>
                      <a:cxn ang="0">
                        <a:pos x="117" y="28"/>
                      </a:cxn>
                      <a:cxn ang="0">
                        <a:pos x="110" y="26"/>
                      </a:cxn>
                      <a:cxn ang="0">
                        <a:pos x="109" y="26"/>
                      </a:cxn>
                      <a:cxn ang="0">
                        <a:pos x="98" y="19"/>
                      </a:cxn>
                      <a:cxn ang="0">
                        <a:pos x="83" y="13"/>
                      </a:cxn>
                      <a:cxn ang="0">
                        <a:pos x="76" y="7"/>
                      </a:cxn>
                      <a:cxn ang="0">
                        <a:pos x="61" y="4"/>
                      </a:cxn>
                      <a:cxn ang="0">
                        <a:pos x="50" y="1"/>
                      </a:cxn>
                      <a:cxn ang="0">
                        <a:pos x="35" y="3"/>
                      </a:cxn>
                      <a:cxn ang="0">
                        <a:pos x="19" y="7"/>
                      </a:cxn>
                      <a:cxn ang="0">
                        <a:pos x="8" y="12"/>
                      </a:cxn>
                    </a:cxnLst>
                    <a:rect l="0" t="0" r="r" b="b"/>
                    <a:pathLst>
                      <a:path w="151" h="54">
                        <a:moveTo>
                          <a:pt x="28" y="22"/>
                        </a:moveTo>
                        <a:lnTo>
                          <a:pt x="30" y="20"/>
                        </a:lnTo>
                        <a:lnTo>
                          <a:pt x="32" y="20"/>
                        </a:lnTo>
                        <a:lnTo>
                          <a:pt x="34" y="23"/>
                        </a:lnTo>
                        <a:lnTo>
                          <a:pt x="34" y="26"/>
                        </a:lnTo>
                        <a:lnTo>
                          <a:pt x="30" y="27"/>
                        </a:lnTo>
                        <a:lnTo>
                          <a:pt x="27" y="26"/>
                        </a:lnTo>
                        <a:lnTo>
                          <a:pt x="26" y="24"/>
                        </a:lnTo>
                        <a:lnTo>
                          <a:pt x="27" y="26"/>
                        </a:lnTo>
                        <a:lnTo>
                          <a:pt x="28" y="26"/>
                        </a:lnTo>
                        <a:lnTo>
                          <a:pt x="30" y="24"/>
                        </a:lnTo>
                        <a:lnTo>
                          <a:pt x="28" y="24"/>
                        </a:lnTo>
                        <a:lnTo>
                          <a:pt x="28" y="22"/>
                        </a:lnTo>
                        <a:lnTo>
                          <a:pt x="28" y="22"/>
                        </a:lnTo>
                        <a:close/>
                        <a:moveTo>
                          <a:pt x="8" y="15"/>
                        </a:moveTo>
                        <a:lnTo>
                          <a:pt x="9" y="18"/>
                        </a:lnTo>
                        <a:lnTo>
                          <a:pt x="9" y="19"/>
                        </a:lnTo>
                        <a:lnTo>
                          <a:pt x="7" y="18"/>
                        </a:lnTo>
                        <a:lnTo>
                          <a:pt x="1" y="20"/>
                        </a:lnTo>
                        <a:lnTo>
                          <a:pt x="0" y="19"/>
                        </a:lnTo>
                        <a:lnTo>
                          <a:pt x="0" y="22"/>
                        </a:lnTo>
                        <a:lnTo>
                          <a:pt x="3" y="23"/>
                        </a:lnTo>
                        <a:lnTo>
                          <a:pt x="5" y="19"/>
                        </a:lnTo>
                        <a:lnTo>
                          <a:pt x="7" y="20"/>
                        </a:lnTo>
                        <a:lnTo>
                          <a:pt x="7" y="23"/>
                        </a:lnTo>
                        <a:lnTo>
                          <a:pt x="9" y="20"/>
                        </a:lnTo>
                        <a:lnTo>
                          <a:pt x="12" y="20"/>
                        </a:lnTo>
                        <a:lnTo>
                          <a:pt x="15" y="16"/>
                        </a:lnTo>
                        <a:lnTo>
                          <a:pt x="19" y="16"/>
                        </a:lnTo>
                        <a:lnTo>
                          <a:pt x="20" y="15"/>
                        </a:lnTo>
                        <a:lnTo>
                          <a:pt x="22" y="16"/>
                        </a:lnTo>
                        <a:lnTo>
                          <a:pt x="24" y="16"/>
                        </a:lnTo>
                        <a:lnTo>
                          <a:pt x="30" y="11"/>
                        </a:lnTo>
                        <a:lnTo>
                          <a:pt x="31" y="11"/>
                        </a:lnTo>
                        <a:lnTo>
                          <a:pt x="34" y="8"/>
                        </a:lnTo>
                        <a:lnTo>
                          <a:pt x="38" y="9"/>
                        </a:lnTo>
                        <a:lnTo>
                          <a:pt x="41" y="9"/>
                        </a:lnTo>
                        <a:lnTo>
                          <a:pt x="46" y="9"/>
                        </a:lnTo>
                        <a:lnTo>
                          <a:pt x="47" y="11"/>
                        </a:lnTo>
                        <a:lnTo>
                          <a:pt x="46" y="12"/>
                        </a:lnTo>
                        <a:lnTo>
                          <a:pt x="43" y="12"/>
                        </a:lnTo>
                        <a:lnTo>
                          <a:pt x="41" y="13"/>
                        </a:lnTo>
                        <a:lnTo>
                          <a:pt x="43" y="16"/>
                        </a:lnTo>
                        <a:lnTo>
                          <a:pt x="51" y="18"/>
                        </a:lnTo>
                        <a:lnTo>
                          <a:pt x="53" y="16"/>
                        </a:lnTo>
                        <a:lnTo>
                          <a:pt x="56" y="16"/>
                        </a:lnTo>
                        <a:lnTo>
                          <a:pt x="58" y="18"/>
                        </a:lnTo>
                        <a:lnTo>
                          <a:pt x="62" y="19"/>
                        </a:lnTo>
                        <a:lnTo>
                          <a:pt x="64" y="19"/>
                        </a:lnTo>
                        <a:lnTo>
                          <a:pt x="65" y="18"/>
                        </a:lnTo>
                        <a:lnTo>
                          <a:pt x="66" y="19"/>
                        </a:lnTo>
                        <a:lnTo>
                          <a:pt x="66" y="20"/>
                        </a:lnTo>
                        <a:lnTo>
                          <a:pt x="72" y="23"/>
                        </a:lnTo>
                        <a:lnTo>
                          <a:pt x="76" y="24"/>
                        </a:lnTo>
                        <a:lnTo>
                          <a:pt x="77" y="23"/>
                        </a:lnTo>
                        <a:lnTo>
                          <a:pt x="80" y="26"/>
                        </a:lnTo>
                        <a:lnTo>
                          <a:pt x="81" y="24"/>
                        </a:lnTo>
                        <a:lnTo>
                          <a:pt x="84" y="26"/>
                        </a:lnTo>
                        <a:lnTo>
                          <a:pt x="88" y="24"/>
                        </a:lnTo>
                        <a:lnTo>
                          <a:pt x="89" y="24"/>
                        </a:lnTo>
                        <a:lnTo>
                          <a:pt x="92" y="34"/>
                        </a:lnTo>
                        <a:lnTo>
                          <a:pt x="96" y="39"/>
                        </a:lnTo>
                        <a:lnTo>
                          <a:pt x="99" y="39"/>
                        </a:lnTo>
                        <a:lnTo>
                          <a:pt x="100" y="38"/>
                        </a:lnTo>
                        <a:lnTo>
                          <a:pt x="103" y="41"/>
                        </a:lnTo>
                        <a:lnTo>
                          <a:pt x="109" y="41"/>
                        </a:lnTo>
                        <a:lnTo>
                          <a:pt x="109" y="42"/>
                        </a:lnTo>
                        <a:lnTo>
                          <a:pt x="111" y="42"/>
                        </a:lnTo>
                        <a:lnTo>
                          <a:pt x="111" y="45"/>
                        </a:lnTo>
                        <a:lnTo>
                          <a:pt x="107" y="46"/>
                        </a:lnTo>
                        <a:lnTo>
                          <a:pt x="103" y="50"/>
                        </a:lnTo>
                        <a:lnTo>
                          <a:pt x="103" y="53"/>
                        </a:lnTo>
                        <a:lnTo>
                          <a:pt x="107" y="54"/>
                        </a:lnTo>
                        <a:lnTo>
                          <a:pt x="111" y="52"/>
                        </a:lnTo>
                        <a:lnTo>
                          <a:pt x="114" y="53"/>
                        </a:lnTo>
                        <a:lnTo>
                          <a:pt x="121" y="52"/>
                        </a:lnTo>
                        <a:lnTo>
                          <a:pt x="123" y="52"/>
                        </a:lnTo>
                        <a:lnTo>
                          <a:pt x="129" y="54"/>
                        </a:lnTo>
                        <a:lnTo>
                          <a:pt x="136" y="53"/>
                        </a:lnTo>
                        <a:lnTo>
                          <a:pt x="137" y="50"/>
                        </a:lnTo>
                        <a:lnTo>
                          <a:pt x="138" y="52"/>
                        </a:lnTo>
                        <a:lnTo>
                          <a:pt x="141" y="49"/>
                        </a:lnTo>
                        <a:lnTo>
                          <a:pt x="147" y="50"/>
                        </a:lnTo>
                        <a:lnTo>
                          <a:pt x="149" y="49"/>
                        </a:lnTo>
                        <a:lnTo>
                          <a:pt x="151" y="46"/>
                        </a:lnTo>
                        <a:lnTo>
                          <a:pt x="149" y="45"/>
                        </a:lnTo>
                        <a:lnTo>
                          <a:pt x="148" y="45"/>
                        </a:lnTo>
                        <a:lnTo>
                          <a:pt x="145" y="41"/>
                        </a:lnTo>
                        <a:lnTo>
                          <a:pt x="140" y="38"/>
                        </a:lnTo>
                        <a:lnTo>
                          <a:pt x="132" y="38"/>
                        </a:lnTo>
                        <a:lnTo>
                          <a:pt x="130" y="38"/>
                        </a:lnTo>
                        <a:lnTo>
                          <a:pt x="132" y="37"/>
                        </a:lnTo>
                        <a:lnTo>
                          <a:pt x="133" y="33"/>
                        </a:lnTo>
                        <a:lnTo>
                          <a:pt x="130" y="33"/>
                        </a:lnTo>
                        <a:lnTo>
                          <a:pt x="129" y="33"/>
                        </a:lnTo>
                        <a:lnTo>
                          <a:pt x="126" y="33"/>
                        </a:lnTo>
                        <a:lnTo>
                          <a:pt x="121" y="28"/>
                        </a:lnTo>
                        <a:lnTo>
                          <a:pt x="119" y="30"/>
                        </a:lnTo>
                        <a:lnTo>
                          <a:pt x="117" y="28"/>
                        </a:lnTo>
                        <a:lnTo>
                          <a:pt x="113" y="26"/>
                        </a:lnTo>
                        <a:lnTo>
                          <a:pt x="111" y="27"/>
                        </a:lnTo>
                        <a:lnTo>
                          <a:pt x="110" y="26"/>
                        </a:lnTo>
                        <a:lnTo>
                          <a:pt x="110" y="24"/>
                        </a:lnTo>
                        <a:lnTo>
                          <a:pt x="109" y="24"/>
                        </a:lnTo>
                        <a:lnTo>
                          <a:pt x="109" y="26"/>
                        </a:lnTo>
                        <a:lnTo>
                          <a:pt x="106" y="24"/>
                        </a:lnTo>
                        <a:lnTo>
                          <a:pt x="100" y="23"/>
                        </a:lnTo>
                        <a:lnTo>
                          <a:pt x="98" y="19"/>
                        </a:lnTo>
                        <a:lnTo>
                          <a:pt x="94" y="18"/>
                        </a:lnTo>
                        <a:lnTo>
                          <a:pt x="91" y="15"/>
                        </a:lnTo>
                        <a:lnTo>
                          <a:pt x="83" y="13"/>
                        </a:lnTo>
                        <a:lnTo>
                          <a:pt x="80" y="12"/>
                        </a:lnTo>
                        <a:lnTo>
                          <a:pt x="79" y="9"/>
                        </a:lnTo>
                        <a:lnTo>
                          <a:pt x="76" y="7"/>
                        </a:lnTo>
                        <a:lnTo>
                          <a:pt x="73" y="7"/>
                        </a:lnTo>
                        <a:lnTo>
                          <a:pt x="72" y="5"/>
                        </a:lnTo>
                        <a:lnTo>
                          <a:pt x="61" y="4"/>
                        </a:lnTo>
                        <a:lnTo>
                          <a:pt x="57" y="5"/>
                        </a:lnTo>
                        <a:lnTo>
                          <a:pt x="53" y="4"/>
                        </a:lnTo>
                        <a:lnTo>
                          <a:pt x="50" y="1"/>
                        </a:lnTo>
                        <a:lnTo>
                          <a:pt x="43" y="0"/>
                        </a:lnTo>
                        <a:lnTo>
                          <a:pt x="38" y="0"/>
                        </a:lnTo>
                        <a:lnTo>
                          <a:pt x="35" y="3"/>
                        </a:lnTo>
                        <a:lnTo>
                          <a:pt x="27" y="3"/>
                        </a:lnTo>
                        <a:lnTo>
                          <a:pt x="22" y="4"/>
                        </a:lnTo>
                        <a:lnTo>
                          <a:pt x="19" y="7"/>
                        </a:lnTo>
                        <a:lnTo>
                          <a:pt x="13" y="8"/>
                        </a:lnTo>
                        <a:lnTo>
                          <a:pt x="11" y="11"/>
                        </a:lnTo>
                        <a:lnTo>
                          <a:pt x="8" y="12"/>
                        </a:lnTo>
                        <a:lnTo>
                          <a:pt x="8" y="15"/>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86" name="Freeform 993">
                    <a:extLst>
                      <a:ext uri="{FF2B5EF4-FFF2-40B4-BE49-F238E27FC236}">
                        <a16:creationId xmlns:a16="http://schemas.microsoft.com/office/drawing/2014/main" id="{6A09851D-248F-AB9F-EA72-343E10F6A7A7}"/>
                      </a:ext>
                    </a:extLst>
                  </p:cNvPr>
                  <p:cNvSpPr>
                    <a:spLocks/>
                  </p:cNvSpPr>
                  <p:nvPr/>
                </p:nvSpPr>
                <p:spPr bwMode="auto">
                  <a:xfrm>
                    <a:off x="8190208" y="2839094"/>
                    <a:ext cx="64731" cy="26596"/>
                  </a:xfrm>
                  <a:custGeom>
                    <a:avLst/>
                    <a:gdLst/>
                    <a:ahLst/>
                    <a:cxnLst>
                      <a:cxn ang="0">
                        <a:pos x="61" y="28"/>
                      </a:cxn>
                      <a:cxn ang="0">
                        <a:pos x="57" y="22"/>
                      </a:cxn>
                      <a:cxn ang="0">
                        <a:pos x="60" y="17"/>
                      </a:cxn>
                      <a:cxn ang="0">
                        <a:pos x="63" y="16"/>
                      </a:cxn>
                      <a:cxn ang="0">
                        <a:pos x="61" y="15"/>
                      </a:cxn>
                      <a:cxn ang="0">
                        <a:pos x="59" y="16"/>
                      </a:cxn>
                      <a:cxn ang="0">
                        <a:pos x="56" y="13"/>
                      </a:cxn>
                      <a:cxn ang="0">
                        <a:pos x="52" y="9"/>
                      </a:cxn>
                      <a:cxn ang="0">
                        <a:pos x="48" y="7"/>
                      </a:cxn>
                      <a:cxn ang="0">
                        <a:pos x="41" y="9"/>
                      </a:cxn>
                      <a:cxn ang="0">
                        <a:pos x="42" y="12"/>
                      </a:cxn>
                      <a:cxn ang="0">
                        <a:pos x="38" y="16"/>
                      </a:cxn>
                      <a:cxn ang="0">
                        <a:pos x="33" y="19"/>
                      </a:cxn>
                      <a:cxn ang="0">
                        <a:pos x="33" y="22"/>
                      </a:cxn>
                      <a:cxn ang="0">
                        <a:pos x="37" y="26"/>
                      </a:cxn>
                      <a:cxn ang="0">
                        <a:pos x="36" y="28"/>
                      </a:cxn>
                      <a:cxn ang="0">
                        <a:pos x="32" y="30"/>
                      </a:cxn>
                      <a:cxn ang="0">
                        <a:pos x="26" y="32"/>
                      </a:cxn>
                      <a:cxn ang="0">
                        <a:pos x="26" y="28"/>
                      </a:cxn>
                      <a:cxn ang="0">
                        <a:pos x="26" y="24"/>
                      </a:cxn>
                      <a:cxn ang="0">
                        <a:pos x="23" y="23"/>
                      </a:cxn>
                      <a:cxn ang="0">
                        <a:pos x="23" y="26"/>
                      </a:cxn>
                      <a:cxn ang="0">
                        <a:pos x="21" y="27"/>
                      </a:cxn>
                      <a:cxn ang="0">
                        <a:pos x="17" y="23"/>
                      </a:cxn>
                      <a:cxn ang="0">
                        <a:pos x="11" y="19"/>
                      </a:cxn>
                      <a:cxn ang="0">
                        <a:pos x="10" y="17"/>
                      </a:cxn>
                      <a:cxn ang="0">
                        <a:pos x="9" y="17"/>
                      </a:cxn>
                      <a:cxn ang="0">
                        <a:pos x="3" y="17"/>
                      </a:cxn>
                      <a:cxn ang="0">
                        <a:pos x="0" y="16"/>
                      </a:cxn>
                      <a:cxn ang="0">
                        <a:pos x="2" y="12"/>
                      </a:cxn>
                      <a:cxn ang="0">
                        <a:pos x="2" y="9"/>
                      </a:cxn>
                      <a:cxn ang="0">
                        <a:pos x="0" y="7"/>
                      </a:cxn>
                      <a:cxn ang="0">
                        <a:pos x="2" y="2"/>
                      </a:cxn>
                      <a:cxn ang="0">
                        <a:pos x="6" y="1"/>
                      </a:cxn>
                      <a:cxn ang="0">
                        <a:pos x="7" y="4"/>
                      </a:cxn>
                      <a:cxn ang="0">
                        <a:pos x="10" y="5"/>
                      </a:cxn>
                      <a:cxn ang="0">
                        <a:pos x="10" y="7"/>
                      </a:cxn>
                      <a:cxn ang="0">
                        <a:pos x="10" y="8"/>
                      </a:cxn>
                      <a:cxn ang="0">
                        <a:pos x="14" y="8"/>
                      </a:cxn>
                      <a:cxn ang="0">
                        <a:pos x="13" y="7"/>
                      </a:cxn>
                      <a:cxn ang="0">
                        <a:pos x="17" y="7"/>
                      </a:cxn>
                      <a:cxn ang="0">
                        <a:pos x="25" y="11"/>
                      </a:cxn>
                      <a:cxn ang="0">
                        <a:pos x="29" y="8"/>
                      </a:cxn>
                      <a:cxn ang="0">
                        <a:pos x="41" y="2"/>
                      </a:cxn>
                      <a:cxn ang="0">
                        <a:pos x="47" y="0"/>
                      </a:cxn>
                      <a:cxn ang="0">
                        <a:pos x="49" y="2"/>
                      </a:cxn>
                      <a:cxn ang="0">
                        <a:pos x="56" y="2"/>
                      </a:cxn>
                      <a:cxn ang="0">
                        <a:pos x="64" y="7"/>
                      </a:cxn>
                      <a:cxn ang="0">
                        <a:pos x="67" y="11"/>
                      </a:cxn>
                      <a:cxn ang="0">
                        <a:pos x="70" y="12"/>
                      </a:cxn>
                      <a:cxn ang="0">
                        <a:pos x="70" y="16"/>
                      </a:cxn>
                      <a:cxn ang="0">
                        <a:pos x="70" y="23"/>
                      </a:cxn>
                      <a:cxn ang="0">
                        <a:pos x="67" y="27"/>
                      </a:cxn>
                      <a:cxn ang="0">
                        <a:pos x="64" y="31"/>
                      </a:cxn>
                    </a:cxnLst>
                    <a:rect l="0" t="0" r="r" b="b"/>
                    <a:pathLst>
                      <a:path w="71" h="32">
                        <a:moveTo>
                          <a:pt x="64" y="31"/>
                        </a:moveTo>
                        <a:lnTo>
                          <a:pt x="61" y="28"/>
                        </a:lnTo>
                        <a:lnTo>
                          <a:pt x="59" y="24"/>
                        </a:lnTo>
                        <a:lnTo>
                          <a:pt x="57" y="22"/>
                        </a:lnTo>
                        <a:lnTo>
                          <a:pt x="59" y="20"/>
                        </a:lnTo>
                        <a:lnTo>
                          <a:pt x="60" y="17"/>
                        </a:lnTo>
                        <a:lnTo>
                          <a:pt x="61" y="17"/>
                        </a:lnTo>
                        <a:lnTo>
                          <a:pt x="63" y="16"/>
                        </a:lnTo>
                        <a:lnTo>
                          <a:pt x="63" y="13"/>
                        </a:lnTo>
                        <a:lnTo>
                          <a:pt x="61" y="15"/>
                        </a:lnTo>
                        <a:lnTo>
                          <a:pt x="59" y="16"/>
                        </a:lnTo>
                        <a:lnTo>
                          <a:pt x="59" y="16"/>
                        </a:lnTo>
                        <a:lnTo>
                          <a:pt x="57" y="16"/>
                        </a:lnTo>
                        <a:lnTo>
                          <a:pt x="56" y="13"/>
                        </a:lnTo>
                        <a:lnTo>
                          <a:pt x="53" y="11"/>
                        </a:lnTo>
                        <a:lnTo>
                          <a:pt x="52" y="9"/>
                        </a:lnTo>
                        <a:lnTo>
                          <a:pt x="51" y="8"/>
                        </a:lnTo>
                        <a:lnTo>
                          <a:pt x="48" y="7"/>
                        </a:lnTo>
                        <a:lnTo>
                          <a:pt x="45" y="7"/>
                        </a:lnTo>
                        <a:lnTo>
                          <a:pt x="41" y="9"/>
                        </a:lnTo>
                        <a:lnTo>
                          <a:pt x="41" y="12"/>
                        </a:lnTo>
                        <a:lnTo>
                          <a:pt x="42" y="12"/>
                        </a:lnTo>
                        <a:lnTo>
                          <a:pt x="42" y="13"/>
                        </a:lnTo>
                        <a:lnTo>
                          <a:pt x="38" y="16"/>
                        </a:lnTo>
                        <a:lnTo>
                          <a:pt x="34" y="17"/>
                        </a:lnTo>
                        <a:lnTo>
                          <a:pt x="33" y="19"/>
                        </a:lnTo>
                        <a:lnTo>
                          <a:pt x="32" y="20"/>
                        </a:lnTo>
                        <a:lnTo>
                          <a:pt x="33" y="22"/>
                        </a:lnTo>
                        <a:lnTo>
                          <a:pt x="34" y="24"/>
                        </a:lnTo>
                        <a:lnTo>
                          <a:pt x="37" y="26"/>
                        </a:lnTo>
                        <a:lnTo>
                          <a:pt x="37" y="28"/>
                        </a:lnTo>
                        <a:lnTo>
                          <a:pt x="36" y="28"/>
                        </a:lnTo>
                        <a:lnTo>
                          <a:pt x="33" y="28"/>
                        </a:lnTo>
                        <a:lnTo>
                          <a:pt x="32" y="30"/>
                        </a:lnTo>
                        <a:lnTo>
                          <a:pt x="30" y="32"/>
                        </a:lnTo>
                        <a:lnTo>
                          <a:pt x="26" y="32"/>
                        </a:lnTo>
                        <a:lnTo>
                          <a:pt x="25" y="30"/>
                        </a:lnTo>
                        <a:lnTo>
                          <a:pt x="26" y="28"/>
                        </a:lnTo>
                        <a:lnTo>
                          <a:pt x="25" y="26"/>
                        </a:lnTo>
                        <a:lnTo>
                          <a:pt x="26" y="24"/>
                        </a:lnTo>
                        <a:lnTo>
                          <a:pt x="25" y="23"/>
                        </a:lnTo>
                        <a:lnTo>
                          <a:pt x="23" y="23"/>
                        </a:lnTo>
                        <a:lnTo>
                          <a:pt x="22" y="24"/>
                        </a:lnTo>
                        <a:lnTo>
                          <a:pt x="23" y="26"/>
                        </a:lnTo>
                        <a:lnTo>
                          <a:pt x="22" y="27"/>
                        </a:lnTo>
                        <a:lnTo>
                          <a:pt x="21" y="27"/>
                        </a:lnTo>
                        <a:lnTo>
                          <a:pt x="18" y="26"/>
                        </a:lnTo>
                        <a:lnTo>
                          <a:pt x="17" y="23"/>
                        </a:lnTo>
                        <a:lnTo>
                          <a:pt x="17" y="19"/>
                        </a:lnTo>
                        <a:lnTo>
                          <a:pt x="11" y="19"/>
                        </a:lnTo>
                        <a:lnTo>
                          <a:pt x="10" y="19"/>
                        </a:lnTo>
                        <a:lnTo>
                          <a:pt x="10" y="17"/>
                        </a:lnTo>
                        <a:lnTo>
                          <a:pt x="9" y="16"/>
                        </a:lnTo>
                        <a:lnTo>
                          <a:pt x="9" y="17"/>
                        </a:lnTo>
                        <a:lnTo>
                          <a:pt x="6" y="17"/>
                        </a:lnTo>
                        <a:lnTo>
                          <a:pt x="3" y="17"/>
                        </a:lnTo>
                        <a:lnTo>
                          <a:pt x="2" y="17"/>
                        </a:lnTo>
                        <a:lnTo>
                          <a:pt x="0" y="16"/>
                        </a:lnTo>
                        <a:lnTo>
                          <a:pt x="0" y="15"/>
                        </a:lnTo>
                        <a:lnTo>
                          <a:pt x="2" y="12"/>
                        </a:lnTo>
                        <a:lnTo>
                          <a:pt x="3" y="11"/>
                        </a:lnTo>
                        <a:lnTo>
                          <a:pt x="2" y="9"/>
                        </a:lnTo>
                        <a:lnTo>
                          <a:pt x="0" y="8"/>
                        </a:lnTo>
                        <a:lnTo>
                          <a:pt x="0" y="7"/>
                        </a:lnTo>
                        <a:lnTo>
                          <a:pt x="2" y="5"/>
                        </a:lnTo>
                        <a:lnTo>
                          <a:pt x="2" y="2"/>
                        </a:lnTo>
                        <a:lnTo>
                          <a:pt x="3" y="1"/>
                        </a:lnTo>
                        <a:lnTo>
                          <a:pt x="6" y="1"/>
                        </a:lnTo>
                        <a:lnTo>
                          <a:pt x="6" y="2"/>
                        </a:lnTo>
                        <a:lnTo>
                          <a:pt x="7" y="4"/>
                        </a:lnTo>
                        <a:lnTo>
                          <a:pt x="9" y="5"/>
                        </a:lnTo>
                        <a:lnTo>
                          <a:pt x="10" y="5"/>
                        </a:lnTo>
                        <a:lnTo>
                          <a:pt x="11" y="5"/>
                        </a:lnTo>
                        <a:lnTo>
                          <a:pt x="10" y="7"/>
                        </a:lnTo>
                        <a:lnTo>
                          <a:pt x="10" y="7"/>
                        </a:lnTo>
                        <a:lnTo>
                          <a:pt x="10" y="8"/>
                        </a:lnTo>
                        <a:lnTo>
                          <a:pt x="13" y="9"/>
                        </a:lnTo>
                        <a:lnTo>
                          <a:pt x="14" y="8"/>
                        </a:lnTo>
                        <a:lnTo>
                          <a:pt x="14" y="7"/>
                        </a:lnTo>
                        <a:lnTo>
                          <a:pt x="13" y="7"/>
                        </a:lnTo>
                        <a:lnTo>
                          <a:pt x="14" y="5"/>
                        </a:lnTo>
                        <a:lnTo>
                          <a:pt x="17" y="7"/>
                        </a:lnTo>
                        <a:lnTo>
                          <a:pt x="21" y="9"/>
                        </a:lnTo>
                        <a:lnTo>
                          <a:pt x="25" y="11"/>
                        </a:lnTo>
                        <a:lnTo>
                          <a:pt x="28" y="9"/>
                        </a:lnTo>
                        <a:lnTo>
                          <a:pt x="29" y="8"/>
                        </a:lnTo>
                        <a:lnTo>
                          <a:pt x="37" y="4"/>
                        </a:lnTo>
                        <a:lnTo>
                          <a:pt x="41" y="2"/>
                        </a:lnTo>
                        <a:lnTo>
                          <a:pt x="45" y="0"/>
                        </a:lnTo>
                        <a:lnTo>
                          <a:pt x="47" y="0"/>
                        </a:lnTo>
                        <a:lnTo>
                          <a:pt x="48" y="1"/>
                        </a:lnTo>
                        <a:lnTo>
                          <a:pt x="49" y="2"/>
                        </a:lnTo>
                        <a:lnTo>
                          <a:pt x="51" y="2"/>
                        </a:lnTo>
                        <a:lnTo>
                          <a:pt x="56" y="2"/>
                        </a:lnTo>
                        <a:lnTo>
                          <a:pt x="59" y="2"/>
                        </a:lnTo>
                        <a:lnTo>
                          <a:pt x="64" y="7"/>
                        </a:lnTo>
                        <a:lnTo>
                          <a:pt x="67" y="9"/>
                        </a:lnTo>
                        <a:lnTo>
                          <a:pt x="67" y="11"/>
                        </a:lnTo>
                        <a:lnTo>
                          <a:pt x="70" y="11"/>
                        </a:lnTo>
                        <a:lnTo>
                          <a:pt x="70" y="12"/>
                        </a:lnTo>
                        <a:lnTo>
                          <a:pt x="70" y="15"/>
                        </a:lnTo>
                        <a:lnTo>
                          <a:pt x="70" y="16"/>
                        </a:lnTo>
                        <a:lnTo>
                          <a:pt x="71" y="19"/>
                        </a:lnTo>
                        <a:lnTo>
                          <a:pt x="70" y="23"/>
                        </a:lnTo>
                        <a:lnTo>
                          <a:pt x="68" y="26"/>
                        </a:lnTo>
                        <a:lnTo>
                          <a:pt x="67" y="27"/>
                        </a:lnTo>
                        <a:lnTo>
                          <a:pt x="66" y="27"/>
                        </a:lnTo>
                        <a:lnTo>
                          <a:pt x="64" y="31"/>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87" name="Freeform 995">
                    <a:extLst>
                      <a:ext uri="{FF2B5EF4-FFF2-40B4-BE49-F238E27FC236}">
                        <a16:creationId xmlns:a16="http://schemas.microsoft.com/office/drawing/2014/main" id="{B4D9123A-E2A4-D242-EDA7-9474F72910B7}"/>
                      </a:ext>
                    </a:extLst>
                  </p:cNvPr>
                  <p:cNvSpPr>
                    <a:spLocks/>
                  </p:cNvSpPr>
                  <p:nvPr/>
                </p:nvSpPr>
                <p:spPr bwMode="auto">
                  <a:xfrm>
                    <a:off x="8144623" y="2816654"/>
                    <a:ext cx="43762" cy="38231"/>
                  </a:xfrm>
                  <a:custGeom>
                    <a:avLst/>
                    <a:gdLst/>
                    <a:ahLst/>
                    <a:cxnLst>
                      <a:cxn ang="0">
                        <a:pos x="42" y="42"/>
                      </a:cxn>
                      <a:cxn ang="0">
                        <a:pos x="44" y="43"/>
                      </a:cxn>
                      <a:cxn ang="0">
                        <a:pos x="44" y="46"/>
                      </a:cxn>
                      <a:cxn ang="0">
                        <a:pos x="41" y="44"/>
                      </a:cxn>
                      <a:cxn ang="0">
                        <a:pos x="38" y="43"/>
                      </a:cxn>
                      <a:cxn ang="0">
                        <a:pos x="37" y="38"/>
                      </a:cxn>
                      <a:cxn ang="0">
                        <a:pos x="34" y="38"/>
                      </a:cxn>
                      <a:cxn ang="0">
                        <a:pos x="35" y="39"/>
                      </a:cxn>
                      <a:cxn ang="0">
                        <a:pos x="37" y="43"/>
                      </a:cxn>
                      <a:cxn ang="0">
                        <a:pos x="34" y="43"/>
                      </a:cxn>
                      <a:cxn ang="0">
                        <a:pos x="29" y="39"/>
                      </a:cxn>
                      <a:cxn ang="0">
                        <a:pos x="31" y="35"/>
                      </a:cxn>
                      <a:cxn ang="0">
                        <a:pos x="27" y="29"/>
                      </a:cxn>
                      <a:cxn ang="0">
                        <a:pos x="23" y="27"/>
                      </a:cxn>
                      <a:cxn ang="0">
                        <a:pos x="19" y="21"/>
                      </a:cxn>
                      <a:cxn ang="0">
                        <a:pos x="16" y="17"/>
                      </a:cxn>
                      <a:cxn ang="0">
                        <a:pos x="11" y="15"/>
                      </a:cxn>
                      <a:cxn ang="0">
                        <a:pos x="11" y="17"/>
                      </a:cxn>
                      <a:cxn ang="0">
                        <a:pos x="15" y="23"/>
                      </a:cxn>
                      <a:cxn ang="0">
                        <a:pos x="12" y="25"/>
                      </a:cxn>
                      <a:cxn ang="0">
                        <a:pos x="8" y="21"/>
                      </a:cxn>
                      <a:cxn ang="0">
                        <a:pos x="1" y="17"/>
                      </a:cxn>
                      <a:cxn ang="0">
                        <a:pos x="1" y="12"/>
                      </a:cxn>
                      <a:cxn ang="0">
                        <a:pos x="3" y="8"/>
                      </a:cxn>
                      <a:cxn ang="0">
                        <a:pos x="0" y="6"/>
                      </a:cxn>
                      <a:cxn ang="0">
                        <a:pos x="3" y="2"/>
                      </a:cxn>
                      <a:cxn ang="0">
                        <a:pos x="3" y="1"/>
                      </a:cxn>
                      <a:cxn ang="0">
                        <a:pos x="8" y="0"/>
                      </a:cxn>
                      <a:cxn ang="0">
                        <a:pos x="18" y="2"/>
                      </a:cxn>
                      <a:cxn ang="0">
                        <a:pos x="23" y="4"/>
                      </a:cxn>
                      <a:cxn ang="0">
                        <a:pos x="25" y="5"/>
                      </a:cxn>
                      <a:cxn ang="0">
                        <a:pos x="30" y="8"/>
                      </a:cxn>
                      <a:cxn ang="0">
                        <a:pos x="30" y="9"/>
                      </a:cxn>
                      <a:cxn ang="0">
                        <a:pos x="34" y="8"/>
                      </a:cxn>
                      <a:cxn ang="0">
                        <a:pos x="37" y="9"/>
                      </a:cxn>
                      <a:cxn ang="0">
                        <a:pos x="38" y="16"/>
                      </a:cxn>
                      <a:cxn ang="0">
                        <a:pos x="42" y="20"/>
                      </a:cxn>
                      <a:cxn ang="0">
                        <a:pos x="46" y="23"/>
                      </a:cxn>
                      <a:cxn ang="0">
                        <a:pos x="48" y="25"/>
                      </a:cxn>
                      <a:cxn ang="0">
                        <a:pos x="45" y="25"/>
                      </a:cxn>
                      <a:cxn ang="0">
                        <a:pos x="42" y="31"/>
                      </a:cxn>
                      <a:cxn ang="0">
                        <a:pos x="44" y="34"/>
                      </a:cxn>
                      <a:cxn ang="0">
                        <a:pos x="44" y="38"/>
                      </a:cxn>
                      <a:cxn ang="0">
                        <a:pos x="42" y="42"/>
                      </a:cxn>
                      <a:cxn ang="0">
                        <a:pos x="42" y="42"/>
                      </a:cxn>
                    </a:cxnLst>
                    <a:rect l="0" t="0" r="r" b="b"/>
                    <a:pathLst>
                      <a:path w="48" h="46">
                        <a:moveTo>
                          <a:pt x="42" y="42"/>
                        </a:moveTo>
                        <a:lnTo>
                          <a:pt x="42" y="42"/>
                        </a:lnTo>
                        <a:lnTo>
                          <a:pt x="44" y="43"/>
                        </a:lnTo>
                        <a:lnTo>
                          <a:pt x="44" y="43"/>
                        </a:lnTo>
                        <a:lnTo>
                          <a:pt x="44" y="44"/>
                        </a:lnTo>
                        <a:lnTo>
                          <a:pt x="44" y="46"/>
                        </a:lnTo>
                        <a:lnTo>
                          <a:pt x="41" y="46"/>
                        </a:lnTo>
                        <a:lnTo>
                          <a:pt x="41" y="44"/>
                        </a:lnTo>
                        <a:lnTo>
                          <a:pt x="39" y="44"/>
                        </a:lnTo>
                        <a:lnTo>
                          <a:pt x="38" y="43"/>
                        </a:lnTo>
                        <a:lnTo>
                          <a:pt x="38" y="40"/>
                        </a:lnTo>
                        <a:lnTo>
                          <a:pt x="37" y="38"/>
                        </a:lnTo>
                        <a:lnTo>
                          <a:pt x="34" y="36"/>
                        </a:lnTo>
                        <a:lnTo>
                          <a:pt x="34" y="38"/>
                        </a:lnTo>
                        <a:lnTo>
                          <a:pt x="34" y="38"/>
                        </a:lnTo>
                        <a:lnTo>
                          <a:pt x="35" y="39"/>
                        </a:lnTo>
                        <a:lnTo>
                          <a:pt x="37" y="40"/>
                        </a:lnTo>
                        <a:lnTo>
                          <a:pt x="37" y="43"/>
                        </a:lnTo>
                        <a:lnTo>
                          <a:pt x="35" y="44"/>
                        </a:lnTo>
                        <a:lnTo>
                          <a:pt x="34" y="43"/>
                        </a:lnTo>
                        <a:lnTo>
                          <a:pt x="30" y="42"/>
                        </a:lnTo>
                        <a:lnTo>
                          <a:pt x="29" y="39"/>
                        </a:lnTo>
                        <a:lnTo>
                          <a:pt x="29" y="38"/>
                        </a:lnTo>
                        <a:lnTo>
                          <a:pt x="31" y="35"/>
                        </a:lnTo>
                        <a:lnTo>
                          <a:pt x="30" y="34"/>
                        </a:lnTo>
                        <a:lnTo>
                          <a:pt x="27" y="29"/>
                        </a:lnTo>
                        <a:lnTo>
                          <a:pt x="26" y="29"/>
                        </a:lnTo>
                        <a:lnTo>
                          <a:pt x="23" y="27"/>
                        </a:lnTo>
                        <a:lnTo>
                          <a:pt x="19" y="25"/>
                        </a:lnTo>
                        <a:lnTo>
                          <a:pt x="19" y="21"/>
                        </a:lnTo>
                        <a:lnTo>
                          <a:pt x="16" y="20"/>
                        </a:lnTo>
                        <a:lnTo>
                          <a:pt x="16" y="17"/>
                        </a:lnTo>
                        <a:lnTo>
                          <a:pt x="14" y="16"/>
                        </a:lnTo>
                        <a:lnTo>
                          <a:pt x="11" y="15"/>
                        </a:lnTo>
                        <a:lnTo>
                          <a:pt x="10" y="16"/>
                        </a:lnTo>
                        <a:lnTo>
                          <a:pt x="11" y="17"/>
                        </a:lnTo>
                        <a:lnTo>
                          <a:pt x="14" y="20"/>
                        </a:lnTo>
                        <a:lnTo>
                          <a:pt x="15" y="23"/>
                        </a:lnTo>
                        <a:lnTo>
                          <a:pt x="14" y="25"/>
                        </a:lnTo>
                        <a:lnTo>
                          <a:pt x="12" y="25"/>
                        </a:lnTo>
                        <a:lnTo>
                          <a:pt x="11" y="23"/>
                        </a:lnTo>
                        <a:lnTo>
                          <a:pt x="8" y="21"/>
                        </a:lnTo>
                        <a:lnTo>
                          <a:pt x="4" y="21"/>
                        </a:lnTo>
                        <a:lnTo>
                          <a:pt x="1" y="17"/>
                        </a:lnTo>
                        <a:lnTo>
                          <a:pt x="0" y="15"/>
                        </a:lnTo>
                        <a:lnTo>
                          <a:pt x="1" y="12"/>
                        </a:lnTo>
                        <a:lnTo>
                          <a:pt x="4" y="10"/>
                        </a:lnTo>
                        <a:lnTo>
                          <a:pt x="3" y="8"/>
                        </a:lnTo>
                        <a:lnTo>
                          <a:pt x="1" y="6"/>
                        </a:lnTo>
                        <a:lnTo>
                          <a:pt x="0" y="6"/>
                        </a:lnTo>
                        <a:lnTo>
                          <a:pt x="1" y="5"/>
                        </a:lnTo>
                        <a:lnTo>
                          <a:pt x="3" y="2"/>
                        </a:lnTo>
                        <a:lnTo>
                          <a:pt x="1" y="2"/>
                        </a:lnTo>
                        <a:lnTo>
                          <a:pt x="3" y="1"/>
                        </a:lnTo>
                        <a:lnTo>
                          <a:pt x="3" y="1"/>
                        </a:lnTo>
                        <a:lnTo>
                          <a:pt x="8" y="0"/>
                        </a:lnTo>
                        <a:lnTo>
                          <a:pt x="15" y="2"/>
                        </a:lnTo>
                        <a:lnTo>
                          <a:pt x="18" y="2"/>
                        </a:lnTo>
                        <a:lnTo>
                          <a:pt x="22" y="2"/>
                        </a:lnTo>
                        <a:lnTo>
                          <a:pt x="23" y="4"/>
                        </a:lnTo>
                        <a:lnTo>
                          <a:pt x="25" y="5"/>
                        </a:lnTo>
                        <a:lnTo>
                          <a:pt x="25" y="5"/>
                        </a:lnTo>
                        <a:lnTo>
                          <a:pt x="29" y="8"/>
                        </a:lnTo>
                        <a:lnTo>
                          <a:pt x="30" y="8"/>
                        </a:lnTo>
                        <a:lnTo>
                          <a:pt x="31" y="8"/>
                        </a:lnTo>
                        <a:lnTo>
                          <a:pt x="30" y="9"/>
                        </a:lnTo>
                        <a:lnTo>
                          <a:pt x="34" y="9"/>
                        </a:lnTo>
                        <a:lnTo>
                          <a:pt x="34" y="8"/>
                        </a:lnTo>
                        <a:lnTo>
                          <a:pt x="35" y="6"/>
                        </a:lnTo>
                        <a:lnTo>
                          <a:pt x="37" y="9"/>
                        </a:lnTo>
                        <a:lnTo>
                          <a:pt x="37" y="12"/>
                        </a:lnTo>
                        <a:lnTo>
                          <a:pt x="38" y="16"/>
                        </a:lnTo>
                        <a:lnTo>
                          <a:pt x="41" y="19"/>
                        </a:lnTo>
                        <a:lnTo>
                          <a:pt x="42" y="20"/>
                        </a:lnTo>
                        <a:lnTo>
                          <a:pt x="44" y="23"/>
                        </a:lnTo>
                        <a:lnTo>
                          <a:pt x="46" y="23"/>
                        </a:lnTo>
                        <a:lnTo>
                          <a:pt x="48" y="24"/>
                        </a:lnTo>
                        <a:lnTo>
                          <a:pt x="48" y="25"/>
                        </a:lnTo>
                        <a:lnTo>
                          <a:pt x="46" y="25"/>
                        </a:lnTo>
                        <a:lnTo>
                          <a:pt x="45" y="25"/>
                        </a:lnTo>
                        <a:lnTo>
                          <a:pt x="45" y="28"/>
                        </a:lnTo>
                        <a:lnTo>
                          <a:pt x="42" y="31"/>
                        </a:lnTo>
                        <a:lnTo>
                          <a:pt x="42" y="32"/>
                        </a:lnTo>
                        <a:lnTo>
                          <a:pt x="44" y="34"/>
                        </a:lnTo>
                        <a:lnTo>
                          <a:pt x="46" y="36"/>
                        </a:lnTo>
                        <a:lnTo>
                          <a:pt x="44" y="38"/>
                        </a:lnTo>
                        <a:lnTo>
                          <a:pt x="42" y="39"/>
                        </a:lnTo>
                        <a:lnTo>
                          <a:pt x="42" y="42"/>
                        </a:lnTo>
                        <a:lnTo>
                          <a:pt x="42" y="42"/>
                        </a:lnTo>
                        <a:lnTo>
                          <a:pt x="42" y="42"/>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88" name="Freeform 997">
                    <a:extLst>
                      <a:ext uri="{FF2B5EF4-FFF2-40B4-BE49-F238E27FC236}">
                        <a16:creationId xmlns:a16="http://schemas.microsoft.com/office/drawing/2014/main" id="{917E183A-DE0B-071F-4BDA-923031BA6007}"/>
                      </a:ext>
                    </a:extLst>
                  </p:cNvPr>
                  <p:cNvSpPr>
                    <a:spLocks/>
                  </p:cNvSpPr>
                  <p:nvPr/>
                </p:nvSpPr>
                <p:spPr bwMode="auto">
                  <a:xfrm>
                    <a:off x="8123653" y="2770112"/>
                    <a:ext cx="59261" cy="53192"/>
                  </a:xfrm>
                  <a:custGeom>
                    <a:avLst/>
                    <a:gdLst/>
                    <a:ahLst/>
                    <a:cxnLst>
                      <a:cxn ang="0">
                        <a:pos x="26" y="57"/>
                      </a:cxn>
                      <a:cxn ang="0">
                        <a:pos x="31" y="56"/>
                      </a:cxn>
                      <a:cxn ang="0">
                        <a:pos x="41" y="58"/>
                      </a:cxn>
                      <a:cxn ang="0">
                        <a:pos x="46" y="60"/>
                      </a:cxn>
                      <a:cxn ang="0">
                        <a:pos x="48" y="61"/>
                      </a:cxn>
                      <a:cxn ang="0">
                        <a:pos x="53" y="64"/>
                      </a:cxn>
                      <a:cxn ang="0">
                        <a:pos x="54" y="64"/>
                      </a:cxn>
                      <a:cxn ang="0">
                        <a:pos x="56" y="60"/>
                      </a:cxn>
                      <a:cxn ang="0">
                        <a:pos x="53" y="56"/>
                      </a:cxn>
                      <a:cxn ang="0">
                        <a:pos x="56" y="50"/>
                      </a:cxn>
                      <a:cxn ang="0">
                        <a:pos x="54" y="49"/>
                      </a:cxn>
                      <a:cxn ang="0">
                        <a:pos x="53" y="50"/>
                      </a:cxn>
                      <a:cxn ang="0">
                        <a:pos x="54" y="46"/>
                      </a:cxn>
                      <a:cxn ang="0">
                        <a:pos x="54" y="42"/>
                      </a:cxn>
                      <a:cxn ang="0">
                        <a:pos x="57" y="35"/>
                      </a:cxn>
                      <a:cxn ang="0">
                        <a:pos x="57" y="37"/>
                      </a:cxn>
                      <a:cxn ang="0">
                        <a:pos x="57" y="39"/>
                      </a:cxn>
                      <a:cxn ang="0">
                        <a:pos x="57" y="42"/>
                      </a:cxn>
                      <a:cxn ang="0">
                        <a:pos x="58" y="41"/>
                      </a:cxn>
                      <a:cxn ang="0">
                        <a:pos x="60" y="28"/>
                      </a:cxn>
                      <a:cxn ang="0">
                        <a:pos x="58" y="24"/>
                      </a:cxn>
                      <a:cxn ang="0">
                        <a:pos x="58" y="23"/>
                      </a:cxn>
                      <a:cxn ang="0">
                        <a:pos x="60" y="22"/>
                      </a:cxn>
                      <a:cxn ang="0">
                        <a:pos x="61" y="19"/>
                      </a:cxn>
                      <a:cxn ang="0">
                        <a:pos x="65" y="15"/>
                      </a:cxn>
                      <a:cxn ang="0">
                        <a:pos x="64" y="12"/>
                      </a:cxn>
                      <a:cxn ang="0">
                        <a:pos x="64" y="9"/>
                      </a:cxn>
                      <a:cxn ang="0">
                        <a:pos x="64" y="3"/>
                      </a:cxn>
                      <a:cxn ang="0">
                        <a:pos x="65" y="0"/>
                      </a:cxn>
                      <a:cxn ang="0">
                        <a:pos x="62" y="1"/>
                      </a:cxn>
                      <a:cxn ang="0">
                        <a:pos x="60" y="0"/>
                      </a:cxn>
                      <a:cxn ang="0">
                        <a:pos x="58" y="3"/>
                      </a:cxn>
                      <a:cxn ang="0">
                        <a:pos x="54" y="5"/>
                      </a:cxn>
                      <a:cxn ang="0">
                        <a:pos x="50" y="7"/>
                      </a:cxn>
                      <a:cxn ang="0">
                        <a:pos x="46" y="7"/>
                      </a:cxn>
                      <a:cxn ang="0">
                        <a:pos x="43" y="4"/>
                      </a:cxn>
                      <a:cxn ang="0">
                        <a:pos x="42" y="7"/>
                      </a:cxn>
                      <a:cxn ang="0">
                        <a:pos x="37" y="11"/>
                      </a:cxn>
                      <a:cxn ang="0">
                        <a:pos x="35" y="12"/>
                      </a:cxn>
                      <a:cxn ang="0">
                        <a:pos x="30" y="16"/>
                      </a:cxn>
                      <a:cxn ang="0">
                        <a:pos x="27" y="18"/>
                      </a:cxn>
                      <a:cxn ang="0">
                        <a:pos x="24" y="16"/>
                      </a:cxn>
                      <a:cxn ang="0">
                        <a:pos x="16" y="19"/>
                      </a:cxn>
                      <a:cxn ang="0">
                        <a:pos x="12" y="22"/>
                      </a:cxn>
                      <a:cxn ang="0">
                        <a:pos x="11" y="27"/>
                      </a:cxn>
                      <a:cxn ang="0">
                        <a:pos x="7" y="30"/>
                      </a:cxn>
                      <a:cxn ang="0">
                        <a:pos x="4" y="31"/>
                      </a:cxn>
                      <a:cxn ang="0">
                        <a:pos x="1" y="31"/>
                      </a:cxn>
                      <a:cxn ang="0">
                        <a:pos x="5" y="38"/>
                      </a:cxn>
                      <a:cxn ang="0">
                        <a:pos x="8" y="42"/>
                      </a:cxn>
                      <a:cxn ang="0">
                        <a:pos x="15" y="50"/>
                      </a:cxn>
                      <a:cxn ang="0">
                        <a:pos x="24" y="57"/>
                      </a:cxn>
                    </a:cxnLst>
                    <a:rect l="0" t="0" r="r" b="b"/>
                    <a:pathLst>
                      <a:path w="65" h="64">
                        <a:moveTo>
                          <a:pt x="24" y="58"/>
                        </a:moveTo>
                        <a:lnTo>
                          <a:pt x="26" y="57"/>
                        </a:lnTo>
                        <a:lnTo>
                          <a:pt x="26" y="57"/>
                        </a:lnTo>
                        <a:lnTo>
                          <a:pt x="31" y="56"/>
                        </a:lnTo>
                        <a:lnTo>
                          <a:pt x="38" y="58"/>
                        </a:lnTo>
                        <a:lnTo>
                          <a:pt x="41" y="58"/>
                        </a:lnTo>
                        <a:lnTo>
                          <a:pt x="45" y="58"/>
                        </a:lnTo>
                        <a:lnTo>
                          <a:pt x="46" y="60"/>
                        </a:lnTo>
                        <a:lnTo>
                          <a:pt x="48" y="61"/>
                        </a:lnTo>
                        <a:lnTo>
                          <a:pt x="48" y="61"/>
                        </a:lnTo>
                        <a:lnTo>
                          <a:pt x="52" y="64"/>
                        </a:lnTo>
                        <a:lnTo>
                          <a:pt x="53" y="64"/>
                        </a:lnTo>
                        <a:lnTo>
                          <a:pt x="54" y="64"/>
                        </a:lnTo>
                        <a:lnTo>
                          <a:pt x="54" y="64"/>
                        </a:lnTo>
                        <a:lnTo>
                          <a:pt x="56" y="62"/>
                        </a:lnTo>
                        <a:lnTo>
                          <a:pt x="56" y="60"/>
                        </a:lnTo>
                        <a:lnTo>
                          <a:pt x="53" y="58"/>
                        </a:lnTo>
                        <a:lnTo>
                          <a:pt x="53" y="56"/>
                        </a:lnTo>
                        <a:lnTo>
                          <a:pt x="54" y="52"/>
                        </a:lnTo>
                        <a:lnTo>
                          <a:pt x="56" y="50"/>
                        </a:lnTo>
                        <a:lnTo>
                          <a:pt x="56" y="47"/>
                        </a:lnTo>
                        <a:lnTo>
                          <a:pt x="54" y="49"/>
                        </a:lnTo>
                        <a:lnTo>
                          <a:pt x="54" y="50"/>
                        </a:lnTo>
                        <a:lnTo>
                          <a:pt x="53" y="50"/>
                        </a:lnTo>
                        <a:lnTo>
                          <a:pt x="53" y="49"/>
                        </a:lnTo>
                        <a:lnTo>
                          <a:pt x="54" y="46"/>
                        </a:lnTo>
                        <a:lnTo>
                          <a:pt x="56" y="43"/>
                        </a:lnTo>
                        <a:lnTo>
                          <a:pt x="54" y="42"/>
                        </a:lnTo>
                        <a:lnTo>
                          <a:pt x="54" y="39"/>
                        </a:lnTo>
                        <a:lnTo>
                          <a:pt x="57" y="35"/>
                        </a:lnTo>
                        <a:lnTo>
                          <a:pt x="57" y="35"/>
                        </a:lnTo>
                        <a:lnTo>
                          <a:pt x="57" y="37"/>
                        </a:lnTo>
                        <a:lnTo>
                          <a:pt x="57" y="37"/>
                        </a:lnTo>
                        <a:lnTo>
                          <a:pt x="57" y="39"/>
                        </a:lnTo>
                        <a:lnTo>
                          <a:pt x="57" y="39"/>
                        </a:lnTo>
                        <a:lnTo>
                          <a:pt x="57" y="42"/>
                        </a:lnTo>
                        <a:lnTo>
                          <a:pt x="58" y="42"/>
                        </a:lnTo>
                        <a:lnTo>
                          <a:pt x="58" y="41"/>
                        </a:lnTo>
                        <a:lnTo>
                          <a:pt x="60" y="35"/>
                        </a:lnTo>
                        <a:lnTo>
                          <a:pt x="60" y="28"/>
                        </a:lnTo>
                        <a:lnTo>
                          <a:pt x="60" y="27"/>
                        </a:lnTo>
                        <a:lnTo>
                          <a:pt x="58" y="24"/>
                        </a:lnTo>
                        <a:lnTo>
                          <a:pt x="58" y="24"/>
                        </a:lnTo>
                        <a:lnTo>
                          <a:pt x="58" y="23"/>
                        </a:lnTo>
                        <a:lnTo>
                          <a:pt x="58" y="22"/>
                        </a:lnTo>
                        <a:lnTo>
                          <a:pt x="60" y="22"/>
                        </a:lnTo>
                        <a:lnTo>
                          <a:pt x="61" y="23"/>
                        </a:lnTo>
                        <a:lnTo>
                          <a:pt x="61" y="19"/>
                        </a:lnTo>
                        <a:lnTo>
                          <a:pt x="64" y="16"/>
                        </a:lnTo>
                        <a:lnTo>
                          <a:pt x="65" y="15"/>
                        </a:lnTo>
                        <a:lnTo>
                          <a:pt x="65" y="13"/>
                        </a:lnTo>
                        <a:lnTo>
                          <a:pt x="64" y="12"/>
                        </a:lnTo>
                        <a:lnTo>
                          <a:pt x="64" y="11"/>
                        </a:lnTo>
                        <a:lnTo>
                          <a:pt x="64" y="9"/>
                        </a:lnTo>
                        <a:lnTo>
                          <a:pt x="64" y="7"/>
                        </a:lnTo>
                        <a:lnTo>
                          <a:pt x="64" y="3"/>
                        </a:lnTo>
                        <a:lnTo>
                          <a:pt x="65" y="1"/>
                        </a:lnTo>
                        <a:lnTo>
                          <a:pt x="65" y="0"/>
                        </a:lnTo>
                        <a:lnTo>
                          <a:pt x="64" y="1"/>
                        </a:lnTo>
                        <a:lnTo>
                          <a:pt x="62" y="1"/>
                        </a:lnTo>
                        <a:lnTo>
                          <a:pt x="61" y="0"/>
                        </a:lnTo>
                        <a:lnTo>
                          <a:pt x="60" y="0"/>
                        </a:lnTo>
                        <a:lnTo>
                          <a:pt x="58" y="1"/>
                        </a:lnTo>
                        <a:lnTo>
                          <a:pt x="58" y="3"/>
                        </a:lnTo>
                        <a:lnTo>
                          <a:pt x="56" y="4"/>
                        </a:lnTo>
                        <a:lnTo>
                          <a:pt x="54" y="5"/>
                        </a:lnTo>
                        <a:lnTo>
                          <a:pt x="52" y="5"/>
                        </a:lnTo>
                        <a:lnTo>
                          <a:pt x="50" y="7"/>
                        </a:lnTo>
                        <a:lnTo>
                          <a:pt x="49" y="7"/>
                        </a:lnTo>
                        <a:lnTo>
                          <a:pt x="46" y="7"/>
                        </a:lnTo>
                        <a:lnTo>
                          <a:pt x="46" y="5"/>
                        </a:lnTo>
                        <a:lnTo>
                          <a:pt x="43" y="4"/>
                        </a:lnTo>
                        <a:lnTo>
                          <a:pt x="43" y="4"/>
                        </a:lnTo>
                        <a:lnTo>
                          <a:pt x="42" y="7"/>
                        </a:lnTo>
                        <a:lnTo>
                          <a:pt x="39" y="7"/>
                        </a:lnTo>
                        <a:lnTo>
                          <a:pt x="37" y="11"/>
                        </a:lnTo>
                        <a:lnTo>
                          <a:pt x="37" y="12"/>
                        </a:lnTo>
                        <a:lnTo>
                          <a:pt x="35" y="12"/>
                        </a:lnTo>
                        <a:lnTo>
                          <a:pt x="33" y="15"/>
                        </a:lnTo>
                        <a:lnTo>
                          <a:pt x="30" y="16"/>
                        </a:lnTo>
                        <a:lnTo>
                          <a:pt x="29" y="18"/>
                        </a:lnTo>
                        <a:lnTo>
                          <a:pt x="27" y="18"/>
                        </a:lnTo>
                        <a:lnTo>
                          <a:pt x="26" y="18"/>
                        </a:lnTo>
                        <a:lnTo>
                          <a:pt x="24" y="16"/>
                        </a:lnTo>
                        <a:lnTo>
                          <a:pt x="20" y="16"/>
                        </a:lnTo>
                        <a:lnTo>
                          <a:pt x="16" y="19"/>
                        </a:lnTo>
                        <a:lnTo>
                          <a:pt x="12" y="19"/>
                        </a:lnTo>
                        <a:lnTo>
                          <a:pt x="12" y="22"/>
                        </a:lnTo>
                        <a:lnTo>
                          <a:pt x="12" y="23"/>
                        </a:lnTo>
                        <a:lnTo>
                          <a:pt x="11" y="27"/>
                        </a:lnTo>
                        <a:lnTo>
                          <a:pt x="11" y="30"/>
                        </a:lnTo>
                        <a:lnTo>
                          <a:pt x="7" y="30"/>
                        </a:lnTo>
                        <a:lnTo>
                          <a:pt x="4" y="30"/>
                        </a:lnTo>
                        <a:lnTo>
                          <a:pt x="4" y="31"/>
                        </a:lnTo>
                        <a:lnTo>
                          <a:pt x="3" y="31"/>
                        </a:lnTo>
                        <a:lnTo>
                          <a:pt x="1" y="31"/>
                        </a:lnTo>
                        <a:lnTo>
                          <a:pt x="0" y="31"/>
                        </a:lnTo>
                        <a:lnTo>
                          <a:pt x="5" y="38"/>
                        </a:lnTo>
                        <a:lnTo>
                          <a:pt x="8" y="39"/>
                        </a:lnTo>
                        <a:lnTo>
                          <a:pt x="8" y="42"/>
                        </a:lnTo>
                        <a:lnTo>
                          <a:pt x="12" y="45"/>
                        </a:lnTo>
                        <a:lnTo>
                          <a:pt x="15" y="50"/>
                        </a:lnTo>
                        <a:lnTo>
                          <a:pt x="22" y="57"/>
                        </a:lnTo>
                        <a:lnTo>
                          <a:pt x="24" y="57"/>
                        </a:lnTo>
                        <a:lnTo>
                          <a:pt x="24" y="58"/>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89" name="Freeform 999">
                    <a:extLst>
                      <a:ext uri="{FF2B5EF4-FFF2-40B4-BE49-F238E27FC236}">
                        <a16:creationId xmlns:a16="http://schemas.microsoft.com/office/drawing/2014/main" id="{BD575D2F-634D-AB64-780E-85BFE6167BD0}"/>
                      </a:ext>
                    </a:extLst>
                  </p:cNvPr>
                  <p:cNvSpPr>
                    <a:spLocks/>
                  </p:cNvSpPr>
                  <p:nvPr/>
                </p:nvSpPr>
                <p:spPr bwMode="auto">
                  <a:xfrm>
                    <a:off x="8097214" y="2756814"/>
                    <a:ext cx="87524" cy="38231"/>
                  </a:xfrm>
                  <a:custGeom>
                    <a:avLst/>
                    <a:gdLst/>
                    <a:ahLst/>
                    <a:cxnLst>
                      <a:cxn ang="0">
                        <a:pos x="36" y="46"/>
                      </a:cxn>
                      <a:cxn ang="0">
                        <a:pos x="40" y="43"/>
                      </a:cxn>
                      <a:cxn ang="0">
                        <a:pos x="41" y="38"/>
                      </a:cxn>
                      <a:cxn ang="0">
                        <a:pos x="45" y="35"/>
                      </a:cxn>
                      <a:cxn ang="0">
                        <a:pos x="53" y="32"/>
                      </a:cxn>
                      <a:cxn ang="0">
                        <a:pos x="56" y="34"/>
                      </a:cxn>
                      <a:cxn ang="0">
                        <a:pos x="59" y="32"/>
                      </a:cxn>
                      <a:cxn ang="0">
                        <a:pos x="64" y="28"/>
                      </a:cxn>
                      <a:cxn ang="0">
                        <a:pos x="66" y="27"/>
                      </a:cxn>
                      <a:cxn ang="0">
                        <a:pos x="71" y="23"/>
                      </a:cxn>
                      <a:cxn ang="0">
                        <a:pos x="72" y="20"/>
                      </a:cxn>
                      <a:cxn ang="0">
                        <a:pos x="75" y="23"/>
                      </a:cxn>
                      <a:cxn ang="0">
                        <a:pos x="79" y="23"/>
                      </a:cxn>
                      <a:cxn ang="0">
                        <a:pos x="83" y="21"/>
                      </a:cxn>
                      <a:cxn ang="0">
                        <a:pos x="87" y="19"/>
                      </a:cxn>
                      <a:cxn ang="0">
                        <a:pos x="89" y="16"/>
                      </a:cxn>
                      <a:cxn ang="0">
                        <a:pos x="91" y="17"/>
                      </a:cxn>
                      <a:cxn ang="0">
                        <a:pos x="94" y="16"/>
                      </a:cxn>
                      <a:cxn ang="0">
                        <a:pos x="94" y="15"/>
                      </a:cxn>
                      <a:cxn ang="0">
                        <a:pos x="89" y="10"/>
                      </a:cxn>
                      <a:cxn ang="0">
                        <a:pos x="90" y="13"/>
                      </a:cxn>
                      <a:cxn ang="0">
                        <a:pos x="83" y="13"/>
                      </a:cxn>
                      <a:cxn ang="0">
                        <a:pos x="79" y="10"/>
                      </a:cxn>
                      <a:cxn ang="0">
                        <a:pos x="77" y="10"/>
                      </a:cxn>
                      <a:cxn ang="0">
                        <a:pos x="78" y="8"/>
                      </a:cxn>
                      <a:cxn ang="0">
                        <a:pos x="82" y="8"/>
                      </a:cxn>
                      <a:cxn ang="0">
                        <a:pos x="86" y="9"/>
                      </a:cxn>
                      <a:cxn ang="0">
                        <a:pos x="81" y="5"/>
                      </a:cxn>
                      <a:cxn ang="0">
                        <a:pos x="75" y="5"/>
                      </a:cxn>
                      <a:cxn ang="0">
                        <a:pos x="74" y="6"/>
                      </a:cxn>
                      <a:cxn ang="0">
                        <a:pos x="66" y="5"/>
                      </a:cxn>
                      <a:cxn ang="0">
                        <a:pos x="56" y="1"/>
                      </a:cxn>
                      <a:cxn ang="0">
                        <a:pos x="52" y="2"/>
                      </a:cxn>
                      <a:cxn ang="0">
                        <a:pos x="51" y="4"/>
                      </a:cxn>
                      <a:cxn ang="0">
                        <a:pos x="48" y="4"/>
                      </a:cxn>
                      <a:cxn ang="0">
                        <a:pos x="37" y="5"/>
                      </a:cxn>
                      <a:cxn ang="0">
                        <a:pos x="25" y="6"/>
                      </a:cxn>
                      <a:cxn ang="0">
                        <a:pos x="22" y="6"/>
                      </a:cxn>
                      <a:cxn ang="0">
                        <a:pos x="19" y="10"/>
                      </a:cxn>
                      <a:cxn ang="0">
                        <a:pos x="14" y="12"/>
                      </a:cxn>
                      <a:cxn ang="0">
                        <a:pos x="7" y="19"/>
                      </a:cxn>
                      <a:cxn ang="0">
                        <a:pos x="6" y="25"/>
                      </a:cxn>
                      <a:cxn ang="0">
                        <a:pos x="3" y="28"/>
                      </a:cxn>
                      <a:cxn ang="0">
                        <a:pos x="2" y="29"/>
                      </a:cxn>
                      <a:cxn ang="0">
                        <a:pos x="3" y="40"/>
                      </a:cxn>
                      <a:cxn ang="0">
                        <a:pos x="9" y="42"/>
                      </a:cxn>
                      <a:cxn ang="0">
                        <a:pos x="14" y="43"/>
                      </a:cxn>
                      <a:cxn ang="0">
                        <a:pos x="13" y="42"/>
                      </a:cxn>
                      <a:cxn ang="0">
                        <a:pos x="18" y="44"/>
                      </a:cxn>
                      <a:cxn ang="0">
                        <a:pos x="26" y="46"/>
                      </a:cxn>
                      <a:cxn ang="0">
                        <a:pos x="26" y="42"/>
                      </a:cxn>
                      <a:cxn ang="0">
                        <a:pos x="29" y="42"/>
                      </a:cxn>
                      <a:cxn ang="0">
                        <a:pos x="32" y="43"/>
                      </a:cxn>
                      <a:cxn ang="0">
                        <a:pos x="33" y="43"/>
                      </a:cxn>
                      <a:cxn ang="0">
                        <a:pos x="33" y="46"/>
                      </a:cxn>
                    </a:cxnLst>
                    <a:rect l="0" t="0" r="r" b="b"/>
                    <a:pathLst>
                      <a:path w="96" h="46">
                        <a:moveTo>
                          <a:pt x="33" y="46"/>
                        </a:moveTo>
                        <a:lnTo>
                          <a:pt x="36" y="46"/>
                        </a:lnTo>
                        <a:lnTo>
                          <a:pt x="40" y="46"/>
                        </a:lnTo>
                        <a:lnTo>
                          <a:pt x="40" y="43"/>
                        </a:lnTo>
                        <a:lnTo>
                          <a:pt x="41" y="39"/>
                        </a:lnTo>
                        <a:lnTo>
                          <a:pt x="41" y="38"/>
                        </a:lnTo>
                        <a:lnTo>
                          <a:pt x="41" y="35"/>
                        </a:lnTo>
                        <a:lnTo>
                          <a:pt x="45" y="35"/>
                        </a:lnTo>
                        <a:lnTo>
                          <a:pt x="49" y="32"/>
                        </a:lnTo>
                        <a:lnTo>
                          <a:pt x="53" y="32"/>
                        </a:lnTo>
                        <a:lnTo>
                          <a:pt x="55" y="34"/>
                        </a:lnTo>
                        <a:lnTo>
                          <a:pt x="56" y="34"/>
                        </a:lnTo>
                        <a:lnTo>
                          <a:pt x="58" y="34"/>
                        </a:lnTo>
                        <a:lnTo>
                          <a:pt x="59" y="32"/>
                        </a:lnTo>
                        <a:lnTo>
                          <a:pt x="62" y="31"/>
                        </a:lnTo>
                        <a:lnTo>
                          <a:pt x="64" y="28"/>
                        </a:lnTo>
                        <a:lnTo>
                          <a:pt x="66" y="28"/>
                        </a:lnTo>
                        <a:lnTo>
                          <a:pt x="66" y="27"/>
                        </a:lnTo>
                        <a:lnTo>
                          <a:pt x="68" y="23"/>
                        </a:lnTo>
                        <a:lnTo>
                          <a:pt x="71" y="23"/>
                        </a:lnTo>
                        <a:lnTo>
                          <a:pt x="72" y="20"/>
                        </a:lnTo>
                        <a:lnTo>
                          <a:pt x="72" y="20"/>
                        </a:lnTo>
                        <a:lnTo>
                          <a:pt x="75" y="21"/>
                        </a:lnTo>
                        <a:lnTo>
                          <a:pt x="75" y="23"/>
                        </a:lnTo>
                        <a:lnTo>
                          <a:pt x="78" y="23"/>
                        </a:lnTo>
                        <a:lnTo>
                          <a:pt x="79" y="23"/>
                        </a:lnTo>
                        <a:lnTo>
                          <a:pt x="81" y="21"/>
                        </a:lnTo>
                        <a:lnTo>
                          <a:pt x="83" y="21"/>
                        </a:lnTo>
                        <a:lnTo>
                          <a:pt x="85" y="20"/>
                        </a:lnTo>
                        <a:lnTo>
                          <a:pt x="87" y="19"/>
                        </a:lnTo>
                        <a:lnTo>
                          <a:pt x="87" y="17"/>
                        </a:lnTo>
                        <a:lnTo>
                          <a:pt x="89" y="16"/>
                        </a:lnTo>
                        <a:lnTo>
                          <a:pt x="90" y="16"/>
                        </a:lnTo>
                        <a:lnTo>
                          <a:pt x="91" y="17"/>
                        </a:lnTo>
                        <a:lnTo>
                          <a:pt x="93" y="17"/>
                        </a:lnTo>
                        <a:lnTo>
                          <a:pt x="94" y="16"/>
                        </a:lnTo>
                        <a:lnTo>
                          <a:pt x="96" y="16"/>
                        </a:lnTo>
                        <a:lnTo>
                          <a:pt x="94" y="15"/>
                        </a:lnTo>
                        <a:lnTo>
                          <a:pt x="91" y="12"/>
                        </a:lnTo>
                        <a:lnTo>
                          <a:pt x="89" y="10"/>
                        </a:lnTo>
                        <a:lnTo>
                          <a:pt x="89" y="10"/>
                        </a:lnTo>
                        <a:lnTo>
                          <a:pt x="90" y="13"/>
                        </a:lnTo>
                        <a:lnTo>
                          <a:pt x="86" y="13"/>
                        </a:lnTo>
                        <a:lnTo>
                          <a:pt x="83" y="13"/>
                        </a:lnTo>
                        <a:lnTo>
                          <a:pt x="82" y="12"/>
                        </a:lnTo>
                        <a:lnTo>
                          <a:pt x="79" y="10"/>
                        </a:lnTo>
                        <a:lnTo>
                          <a:pt x="77" y="10"/>
                        </a:lnTo>
                        <a:lnTo>
                          <a:pt x="77" y="10"/>
                        </a:lnTo>
                        <a:lnTo>
                          <a:pt x="79" y="9"/>
                        </a:lnTo>
                        <a:lnTo>
                          <a:pt x="78" y="8"/>
                        </a:lnTo>
                        <a:lnTo>
                          <a:pt x="79" y="8"/>
                        </a:lnTo>
                        <a:lnTo>
                          <a:pt x="82" y="8"/>
                        </a:lnTo>
                        <a:lnTo>
                          <a:pt x="86" y="9"/>
                        </a:lnTo>
                        <a:lnTo>
                          <a:pt x="86" y="9"/>
                        </a:lnTo>
                        <a:lnTo>
                          <a:pt x="83" y="6"/>
                        </a:lnTo>
                        <a:lnTo>
                          <a:pt x="81" y="5"/>
                        </a:lnTo>
                        <a:lnTo>
                          <a:pt x="78" y="5"/>
                        </a:lnTo>
                        <a:lnTo>
                          <a:pt x="75" y="5"/>
                        </a:lnTo>
                        <a:lnTo>
                          <a:pt x="74" y="5"/>
                        </a:lnTo>
                        <a:lnTo>
                          <a:pt x="74" y="6"/>
                        </a:lnTo>
                        <a:lnTo>
                          <a:pt x="71" y="5"/>
                        </a:lnTo>
                        <a:lnTo>
                          <a:pt x="66" y="5"/>
                        </a:lnTo>
                        <a:lnTo>
                          <a:pt x="59" y="4"/>
                        </a:lnTo>
                        <a:lnTo>
                          <a:pt x="56" y="1"/>
                        </a:lnTo>
                        <a:lnTo>
                          <a:pt x="53" y="0"/>
                        </a:lnTo>
                        <a:lnTo>
                          <a:pt x="52" y="2"/>
                        </a:lnTo>
                        <a:lnTo>
                          <a:pt x="53" y="2"/>
                        </a:lnTo>
                        <a:lnTo>
                          <a:pt x="51" y="4"/>
                        </a:lnTo>
                        <a:lnTo>
                          <a:pt x="49" y="5"/>
                        </a:lnTo>
                        <a:lnTo>
                          <a:pt x="48" y="4"/>
                        </a:lnTo>
                        <a:lnTo>
                          <a:pt x="43" y="5"/>
                        </a:lnTo>
                        <a:lnTo>
                          <a:pt x="37" y="5"/>
                        </a:lnTo>
                        <a:lnTo>
                          <a:pt x="28" y="5"/>
                        </a:lnTo>
                        <a:lnTo>
                          <a:pt x="25" y="6"/>
                        </a:lnTo>
                        <a:lnTo>
                          <a:pt x="22" y="5"/>
                        </a:lnTo>
                        <a:lnTo>
                          <a:pt x="22" y="6"/>
                        </a:lnTo>
                        <a:lnTo>
                          <a:pt x="21" y="8"/>
                        </a:lnTo>
                        <a:lnTo>
                          <a:pt x="19" y="10"/>
                        </a:lnTo>
                        <a:lnTo>
                          <a:pt x="15" y="13"/>
                        </a:lnTo>
                        <a:lnTo>
                          <a:pt x="14" y="12"/>
                        </a:lnTo>
                        <a:lnTo>
                          <a:pt x="10" y="16"/>
                        </a:lnTo>
                        <a:lnTo>
                          <a:pt x="7" y="19"/>
                        </a:lnTo>
                        <a:lnTo>
                          <a:pt x="9" y="21"/>
                        </a:lnTo>
                        <a:lnTo>
                          <a:pt x="6" y="25"/>
                        </a:lnTo>
                        <a:lnTo>
                          <a:pt x="3" y="28"/>
                        </a:lnTo>
                        <a:lnTo>
                          <a:pt x="3" y="28"/>
                        </a:lnTo>
                        <a:lnTo>
                          <a:pt x="3" y="29"/>
                        </a:lnTo>
                        <a:lnTo>
                          <a:pt x="2" y="29"/>
                        </a:lnTo>
                        <a:lnTo>
                          <a:pt x="0" y="36"/>
                        </a:lnTo>
                        <a:lnTo>
                          <a:pt x="3" y="40"/>
                        </a:lnTo>
                        <a:lnTo>
                          <a:pt x="5" y="40"/>
                        </a:lnTo>
                        <a:lnTo>
                          <a:pt x="9" y="42"/>
                        </a:lnTo>
                        <a:lnTo>
                          <a:pt x="14" y="44"/>
                        </a:lnTo>
                        <a:lnTo>
                          <a:pt x="14" y="43"/>
                        </a:lnTo>
                        <a:lnTo>
                          <a:pt x="11" y="42"/>
                        </a:lnTo>
                        <a:lnTo>
                          <a:pt x="13" y="42"/>
                        </a:lnTo>
                        <a:lnTo>
                          <a:pt x="15" y="42"/>
                        </a:lnTo>
                        <a:lnTo>
                          <a:pt x="18" y="44"/>
                        </a:lnTo>
                        <a:lnTo>
                          <a:pt x="19" y="46"/>
                        </a:lnTo>
                        <a:lnTo>
                          <a:pt x="26" y="46"/>
                        </a:lnTo>
                        <a:lnTo>
                          <a:pt x="28" y="43"/>
                        </a:lnTo>
                        <a:lnTo>
                          <a:pt x="26" y="42"/>
                        </a:lnTo>
                        <a:lnTo>
                          <a:pt x="28" y="42"/>
                        </a:lnTo>
                        <a:lnTo>
                          <a:pt x="29" y="42"/>
                        </a:lnTo>
                        <a:lnTo>
                          <a:pt x="30" y="43"/>
                        </a:lnTo>
                        <a:lnTo>
                          <a:pt x="32" y="43"/>
                        </a:lnTo>
                        <a:lnTo>
                          <a:pt x="32" y="42"/>
                        </a:lnTo>
                        <a:lnTo>
                          <a:pt x="33" y="43"/>
                        </a:lnTo>
                        <a:lnTo>
                          <a:pt x="33" y="44"/>
                        </a:lnTo>
                        <a:lnTo>
                          <a:pt x="33" y="46"/>
                        </a:lnTo>
                        <a:lnTo>
                          <a:pt x="33" y="46"/>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90" name="Freeform 1003">
                    <a:extLst>
                      <a:ext uri="{FF2B5EF4-FFF2-40B4-BE49-F238E27FC236}">
                        <a16:creationId xmlns:a16="http://schemas.microsoft.com/office/drawing/2014/main" id="{2554F1F1-6030-143C-DF50-315EAAABABE2}"/>
                      </a:ext>
                    </a:extLst>
                  </p:cNvPr>
                  <p:cNvSpPr>
                    <a:spLocks/>
                  </p:cNvSpPr>
                  <p:nvPr/>
                </p:nvSpPr>
                <p:spPr bwMode="auto">
                  <a:xfrm>
                    <a:off x="8105420" y="2728556"/>
                    <a:ext cx="14587" cy="29921"/>
                  </a:xfrm>
                  <a:custGeom>
                    <a:avLst/>
                    <a:gdLst/>
                    <a:ahLst/>
                    <a:cxnLst>
                      <a:cxn ang="0">
                        <a:pos x="0" y="9"/>
                      </a:cxn>
                      <a:cxn ang="0">
                        <a:pos x="0" y="9"/>
                      </a:cxn>
                      <a:cxn ang="0">
                        <a:pos x="1" y="8"/>
                      </a:cxn>
                      <a:cxn ang="0">
                        <a:pos x="2" y="6"/>
                      </a:cxn>
                      <a:cxn ang="0">
                        <a:pos x="4" y="6"/>
                      </a:cxn>
                      <a:cxn ang="0">
                        <a:pos x="4" y="8"/>
                      </a:cxn>
                      <a:cxn ang="0">
                        <a:pos x="5" y="8"/>
                      </a:cxn>
                      <a:cxn ang="0">
                        <a:pos x="5" y="8"/>
                      </a:cxn>
                      <a:cxn ang="0">
                        <a:pos x="6" y="8"/>
                      </a:cxn>
                      <a:cxn ang="0">
                        <a:pos x="6" y="6"/>
                      </a:cxn>
                      <a:cxn ang="0">
                        <a:pos x="8" y="4"/>
                      </a:cxn>
                      <a:cxn ang="0">
                        <a:pos x="9" y="2"/>
                      </a:cxn>
                      <a:cxn ang="0">
                        <a:pos x="9" y="1"/>
                      </a:cxn>
                      <a:cxn ang="0">
                        <a:pos x="10" y="0"/>
                      </a:cxn>
                      <a:cxn ang="0">
                        <a:pos x="12" y="0"/>
                      </a:cxn>
                      <a:cxn ang="0">
                        <a:pos x="13" y="1"/>
                      </a:cxn>
                      <a:cxn ang="0">
                        <a:pos x="15" y="0"/>
                      </a:cxn>
                      <a:cxn ang="0">
                        <a:pos x="16" y="0"/>
                      </a:cxn>
                      <a:cxn ang="0">
                        <a:pos x="16" y="2"/>
                      </a:cxn>
                      <a:cxn ang="0">
                        <a:pos x="16" y="4"/>
                      </a:cxn>
                      <a:cxn ang="0">
                        <a:pos x="16" y="11"/>
                      </a:cxn>
                      <a:cxn ang="0">
                        <a:pos x="15" y="13"/>
                      </a:cxn>
                      <a:cxn ang="0">
                        <a:pos x="13" y="17"/>
                      </a:cxn>
                      <a:cxn ang="0">
                        <a:pos x="15" y="19"/>
                      </a:cxn>
                      <a:cxn ang="0">
                        <a:pos x="15" y="23"/>
                      </a:cxn>
                      <a:cxn ang="0">
                        <a:pos x="13" y="27"/>
                      </a:cxn>
                      <a:cxn ang="0">
                        <a:pos x="9" y="32"/>
                      </a:cxn>
                      <a:cxn ang="0">
                        <a:pos x="8" y="31"/>
                      </a:cxn>
                      <a:cxn ang="0">
                        <a:pos x="5" y="34"/>
                      </a:cxn>
                      <a:cxn ang="0">
                        <a:pos x="4" y="36"/>
                      </a:cxn>
                      <a:cxn ang="0">
                        <a:pos x="4" y="36"/>
                      </a:cxn>
                      <a:cxn ang="0">
                        <a:pos x="2" y="36"/>
                      </a:cxn>
                      <a:cxn ang="0">
                        <a:pos x="2" y="36"/>
                      </a:cxn>
                      <a:cxn ang="0">
                        <a:pos x="0" y="36"/>
                      </a:cxn>
                      <a:cxn ang="0">
                        <a:pos x="0" y="9"/>
                      </a:cxn>
                      <a:cxn ang="0">
                        <a:pos x="0" y="9"/>
                      </a:cxn>
                    </a:cxnLst>
                    <a:rect l="0" t="0" r="r" b="b"/>
                    <a:pathLst>
                      <a:path w="16" h="36">
                        <a:moveTo>
                          <a:pt x="0" y="9"/>
                        </a:moveTo>
                        <a:lnTo>
                          <a:pt x="0" y="9"/>
                        </a:lnTo>
                        <a:lnTo>
                          <a:pt x="1" y="8"/>
                        </a:lnTo>
                        <a:lnTo>
                          <a:pt x="2" y="6"/>
                        </a:lnTo>
                        <a:lnTo>
                          <a:pt x="4" y="6"/>
                        </a:lnTo>
                        <a:lnTo>
                          <a:pt x="4" y="8"/>
                        </a:lnTo>
                        <a:lnTo>
                          <a:pt x="5" y="8"/>
                        </a:lnTo>
                        <a:lnTo>
                          <a:pt x="5" y="8"/>
                        </a:lnTo>
                        <a:lnTo>
                          <a:pt x="6" y="8"/>
                        </a:lnTo>
                        <a:lnTo>
                          <a:pt x="6" y="6"/>
                        </a:lnTo>
                        <a:lnTo>
                          <a:pt x="8" y="4"/>
                        </a:lnTo>
                        <a:lnTo>
                          <a:pt x="9" y="2"/>
                        </a:lnTo>
                        <a:lnTo>
                          <a:pt x="9" y="1"/>
                        </a:lnTo>
                        <a:lnTo>
                          <a:pt x="10" y="0"/>
                        </a:lnTo>
                        <a:lnTo>
                          <a:pt x="12" y="0"/>
                        </a:lnTo>
                        <a:lnTo>
                          <a:pt x="13" y="1"/>
                        </a:lnTo>
                        <a:lnTo>
                          <a:pt x="15" y="0"/>
                        </a:lnTo>
                        <a:lnTo>
                          <a:pt x="16" y="0"/>
                        </a:lnTo>
                        <a:lnTo>
                          <a:pt x="16" y="2"/>
                        </a:lnTo>
                        <a:lnTo>
                          <a:pt x="16" y="4"/>
                        </a:lnTo>
                        <a:lnTo>
                          <a:pt x="16" y="11"/>
                        </a:lnTo>
                        <a:lnTo>
                          <a:pt x="15" y="13"/>
                        </a:lnTo>
                        <a:lnTo>
                          <a:pt x="13" y="17"/>
                        </a:lnTo>
                        <a:lnTo>
                          <a:pt x="15" y="19"/>
                        </a:lnTo>
                        <a:lnTo>
                          <a:pt x="15" y="23"/>
                        </a:lnTo>
                        <a:lnTo>
                          <a:pt x="13" y="27"/>
                        </a:lnTo>
                        <a:lnTo>
                          <a:pt x="9" y="32"/>
                        </a:lnTo>
                        <a:lnTo>
                          <a:pt x="8" y="31"/>
                        </a:lnTo>
                        <a:lnTo>
                          <a:pt x="5" y="34"/>
                        </a:lnTo>
                        <a:lnTo>
                          <a:pt x="4" y="36"/>
                        </a:lnTo>
                        <a:lnTo>
                          <a:pt x="4" y="36"/>
                        </a:lnTo>
                        <a:lnTo>
                          <a:pt x="2" y="36"/>
                        </a:lnTo>
                        <a:lnTo>
                          <a:pt x="2" y="36"/>
                        </a:lnTo>
                        <a:lnTo>
                          <a:pt x="0" y="36"/>
                        </a:lnTo>
                        <a:lnTo>
                          <a:pt x="0" y="9"/>
                        </a:lnTo>
                        <a:lnTo>
                          <a:pt x="0" y="9"/>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91" name="Freeform 1005">
                    <a:extLst>
                      <a:ext uri="{FF2B5EF4-FFF2-40B4-BE49-F238E27FC236}">
                        <a16:creationId xmlns:a16="http://schemas.microsoft.com/office/drawing/2014/main" id="{73ABD29A-F138-1BDE-66F0-A011F1BED4B8}"/>
                      </a:ext>
                    </a:extLst>
                  </p:cNvPr>
                  <p:cNvSpPr>
                    <a:spLocks/>
                  </p:cNvSpPr>
                  <p:nvPr/>
                </p:nvSpPr>
                <p:spPr bwMode="auto">
                  <a:xfrm>
                    <a:off x="8552156" y="2883975"/>
                    <a:ext cx="35557" cy="49036"/>
                  </a:xfrm>
                  <a:custGeom>
                    <a:avLst/>
                    <a:gdLst/>
                    <a:ahLst/>
                    <a:cxnLst>
                      <a:cxn ang="0">
                        <a:pos x="0" y="46"/>
                      </a:cxn>
                      <a:cxn ang="0">
                        <a:pos x="0" y="48"/>
                      </a:cxn>
                      <a:cxn ang="0">
                        <a:pos x="1" y="50"/>
                      </a:cxn>
                      <a:cxn ang="0">
                        <a:pos x="3" y="50"/>
                      </a:cxn>
                      <a:cxn ang="0">
                        <a:pos x="3" y="52"/>
                      </a:cxn>
                      <a:cxn ang="0">
                        <a:pos x="4" y="54"/>
                      </a:cxn>
                      <a:cxn ang="0">
                        <a:pos x="7" y="54"/>
                      </a:cxn>
                      <a:cxn ang="0">
                        <a:pos x="8" y="53"/>
                      </a:cxn>
                      <a:cxn ang="0">
                        <a:pos x="10" y="52"/>
                      </a:cxn>
                      <a:cxn ang="0">
                        <a:pos x="12" y="52"/>
                      </a:cxn>
                      <a:cxn ang="0">
                        <a:pos x="12" y="53"/>
                      </a:cxn>
                      <a:cxn ang="0">
                        <a:pos x="14" y="54"/>
                      </a:cxn>
                      <a:cxn ang="0">
                        <a:pos x="14" y="57"/>
                      </a:cxn>
                      <a:cxn ang="0">
                        <a:pos x="15" y="59"/>
                      </a:cxn>
                      <a:cxn ang="0">
                        <a:pos x="18" y="56"/>
                      </a:cxn>
                      <a:cxn ang="0">
                        <a:pos x="18" y="54"/>
                      </a:cxn>
                      <a:cxn ang="0">
                        <a:pos x="19" y="53"/>
                      </a:cxn>
                      <a:cxn ang="0">
                        <a:pos x="22" y="53"/>
                      </a:cxn>
                      <a:cxn ang="0">
                        <a:pos x="23" y="49"/>
                      </a:cxn>
                      <a:cxn ang="0">
                        <a:pos x="26" y="45"/>
                      </a:cxn>
                      <a:cxn ang="0">
                        <a:pos x="29" y="40"/>
                      </a:cxn>
                      <a:cxn ang="0">
                        <a:pos x="29" y="37"/>
                      </a:cxn>
                      <a:cxn ang="0">
                        <a:pos x="33" y="33"/>
                      </a:cxn>
                      <a:cxn ang="0">
                        <a:pos x="35" y="27"/>
                      </a:cxn>
                      <a:cxn ang="0">
                        <a:pos x="37" y="26"/>
                      </a:cxn>
                      <a:cxn ang="0">
                        <a:pos x="37" y="26"/>
                      </a:cxn>
                      <a:cxn ang="0">
                        <a:pos x="39" y="23"/>
                      </a:cxn>
                      <a:cxn ang="0">
                        <a:pos x="39" y="19"/>
                      </a:cxn>
                      <a:cxn ang="0">
                        <a:pos x="37" y="16"/>
                      </a:cxn>
                      <a:cxn ang="0">
                        <a:pos x="35" y="18"/>
                      </a:cxn>
                      <a:cxn ang="0">
                        <a:pos x="34" y="16"/>
                      </a:cxn>
                      <a:cxn ang="0">
                        <a:pos x="34" y="14"/>
                      </a:cxn>
                      <a:cxn ang="0">
                        <a:pos x="29" y="8"/>
                      </a:cxn>
                      <a:cxn ang="0">
                        <a:pos x="27" y="8"/>
                      </a:cxn>
                      <a:cxn ang="0">
                        <a:pos x="25" y="6"/>
                      </a:cxn>
                      <a:cxn ang="0">
                        <a:pos x="16" y="3"/>
                      </a:cxn>
                      <a:cxn ang="0">
                        <a:pos x="12" y="0"/>
                      </a:cxn>
                      <a:cxn ang="0">
                        <a:pos x="8" y="0"/>
                      </a:cxn>
                      <a:cxn ang="0">
                        <a:pos x="6" y="3"/>
                      </a:cxn>
                      <a:cxn ang="0">
                        <a:pos x="3" y="4"/>
                      </a:cxn>
                      <a:cxn ang="0">
                        <a:pos x="3" y="4"/>
                      </a:cxn>
                      <a:cxn ang="0">
                        <a:pos x="3" y="4"/>
                      </a:cxn>
                      <a:cxn ang="0">
                        <a:pos x="1" y="6"/>
                      </a:cxn>
                      <a:cxn ang="0">
                        <a:pos x="0" y="8"/>
                      </a:cxn>
                      <a:cxn ang="0">
                        <a:pos x="0" y="12"/>
                      </a:cxn>
                      <a:cxn ang="0">
                        <a:pos x="1" y="15"/>
                      </a:cxn>
                      <a:cxn ang="0">
                        <a:pos x="0" y="18"/>
                      </a:cxn>
                      <a:cxn ang="0">
                        <a:pos x="0" y="20"/>
                      </a:cxn>
                      <a:cxn ang="0">
                        <a:pos x="3" y="22"/>
                      </a:cxn>
                      <a:cxn ang="0">
                        <a:pos x="4" y="25"/>
                      </a:cxn>
                      <a:cxn ang="0">
                        <a:pos x="6" y="27"/>
                      </a:cxn>
                      <a:cxn ang="0">
                        <a:pos x="7" y="30"/>
                      </a:cxn>
                      <a:cxn ang="0">
                        <a:pos x="7" y="31"/>
                      </a:cxn>
                      <a:cxn ang="0">
                        <a:pos x="7" y="33"/>
                      </a:cxn>
                      <a:cxn ang="0">
                        <a:pos x="4" y="35"/>
                      </a:cxn>
                      <a:cxn ang="0">
                        <a:pos x="4" y="40"/>
                      </a:cxn>
                      <a:cxn ang="0">
                        <a:pos x="6" y="41"/>
                      </a:cxn>
                      <a:cxn ang="0">
                        <a:pos x="4" y="44"/>
                      </a:cxn>
                      <a:cxn ang="0">
                        <a:pos x="1" y="46"/>
                      </a:cxn>
                      <a:cxn ang="0">
                        <a:pos x="0" y="46"/>
                      </a:cxn>
                    </a:cxnLst>
                    <a:rect l="0" t="0" r="r" b="b"/>
                    <a:pathLst>
                      <a:path w="39" h="59">
                        <a:moveTo>
                          <a:pt x="0" y="46"/>
                        </a:moveTo>
                        <a:lnTo>
                          <a:pt x="0" y="48"/>
                        </a:lnTo>
                        <a:lnTo>
                          <a:pt x="1" y="50"/>
                        </a:lnTo>
                        <a:lnTo>
                          <a:pt x="3" y="50"/>
                        </a:lnTo>
                        <a:lnTo>
                          <a:pt x="3" y="52"/>
                        </a:lnTo>
                        <a:lnTo>
                          <a:pt x="4" y="54"/>
                        </a:lnTo>
                        <a:lnTo>
                          <a:pt x="7" y="54"/>
                        </a:lnTo>
                        <a:lnTo>
                          <a:pt x="8" y="53"/>
                        </a:lnTo>
                        <a:lnTo>
                          <a:pt x="10" y="52"/>
                        </a:lnTo>
                        <a:lnTo>
                          <a:pt x="12" y="52"/>
                        </a:lnTo>
                        <a:lnTo>
                          <a:pt x="12" y="53"/>
                        </a:lnTo>
                        <a:lnTo>
                          <a:pt x="14" y="54"/>
                        </a:lnTo>
                        <a:lnTo>
                          <a:pt x="14" y="57"/>
                        </a:lnTo>
                        <a:lnTo>
                          <a:pt x="15" y="59"/>
                        </a:lnTo>
                        <a:lnTo>
                          <a:pt x="18" y="56"/>
                        </a:lnTo>
                        <a:lnTo>
                          <a:pt x="18" y="54"/>
                        </a:lnTo>
                        <a:lnTo>
                          <a:pt x="19" y="53"/>
                        </a:lnTo>
                        <a:lnTo>
                          <a:pt x="22" y="53"/>
                        </a:lnTo>
                        <a:lnTo>
                          <a:pt x="23" y="49"/>
                        </a:lnTo>
                        <a:lnTo>
                          <a:pt x="26" y="45"/>
                        </a:lnTo>
                        <a:lnTo>
                          <a:pt x="29" y="40"/>
                        </a:lnTo>
                        <a:lnTo>
                          <a:pt x="29" y="37"/>
                        </a:lnTo>
                        <a:lnTo>
                          <a:pt x="33" y="33"/>
                        </a:lnTo>
                        <a:lnTo>
                          <a:pt x="35" y="27"/>
                        </a:lnTo>
                        <a:lnTo>
                          <a:pt x="37" y="26"/>
                        </a:lnTo>
                        <a:lnTo>
                          <a:pt x="37" y="26"/>
                        </a:lnTo>
                        <a:lnTo>
                          <a:pt x="39" y="23"/>
                        </a:lnTo>
                        <a:lnTo>
                          <a:pt x="39" y="19"/>
                        </a:lnTo>
                        <a:lnTo>
                          <a:pt x="37" y="16"/>
                        </a:lnTo>
                        <a:lnTo>
                          <a:pt x="35" y="18"/>
                        </a:lnTo>
                        <a:lnTo>
                          <a:pt x="34" y="16"/>
                        </a:lnTo>
                        <a:lnTo>
                          <a:pt x="34" y="14"/>
                        </a:lnTo>
                        <a:lnTo>
                          <a:pt x="29" y="8"/>
                        </a:lnTo>
                        <a:lnTo>
                          <a:pt x="27" y="8"/>
                        </a:lnTo>
                        <a:lnTo>
                          <a:pt x="25" y="6"/>
                        </a:lnTo>
                        <a:lnTo>
                          <a:pt x="16" y="3"/>
                        </a:lnTo>
                        <a:lnTo>
                          <a:pt x="12" y="0"/>
                        </a:lnTo>
                        <a:lnTo>
                          <a:pt x="8" y="0"/>
                        </a:lnTo>
                        <a:lnTo>
                          <a:pt x="6" y="3"/>
                        </a:lnTo>
                        <a:lnTo>
                          <a:pt x="3" y="4"/>
                        </a:lnTo>
                        <a:lnTo>
                          <a:pt x="3" y="4"/>
                        </a:lnTo>
                        <a:lnTo>
                          <a:pt x="3" y="4"/>
                        </a:lnTo>
                        <a:lnTo>
                          <a:pt x="1" y="6"/>
                        </a:lnTo>
                        <a:lnTo>
                          <a:pt x="0" y="8"/>
                        </a:lnTo>
                        <a:lnTo>
                          <a:pt x="0" y="12"/>
                        </a:lnTo>
                        <a:lnTo>
                          <a:pt x="1" y="15"/>
                        </a:lnTo>
                        <a:lnTo>
                          <a:pt x="0" y="18"/>
                        </a:lnTo>
                        <a:lnTo>
                          <a:pt x="0" y="20"/>
                        </a:lnTo>
                        <a:lnTo>
                          <a:pt x="3" y="22"/>
                        </a:lnTo>
                        <a:lnTo>
                          <a:pt x="4" y="25"/>
                        </a:lnTo>
                        <a:lnTo>
                          <a:pt x="6" y="27"/>
                        </a:lnTo>
                        <a:lnTo>
                          <a:pt x="7" y="30"/>
                        </a:lnTo>
                        <a:lnTo>
                          <a:pt x="7" y="31"/>
                        </a:lnTo>
                        <a:lnTo>
                          <a:pt x="7" y="33"/>
                        </a:lnTo>
                        <a:lnTo>
                          <a:pt x="4" y="35"/>
                        </a:lnTo>
                        <a:lnTo>
                          <a:pt x="4" y="40"/>
                        </a:lnTo>
                        <a:lnTo>
                          <a:pt x="6" y="41"/>
                        </a:lnTo>
                        <a:lnTo>
                          <a:pt x="4" y="44"/>
                        </a:lnTo>
                        <a:lnTo>
                          <a:pt x="1" y="46"/>
                        </a:lnTo>
                        <a:lnTo>
                          <a:pt x="0" y="46"/>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92" name="Freeform 1006">
                    <a:extLst>
                      <a:ext uri="{FF2B5EF4-FFF2-40B4-BE49-F238E27FC236}">
                        <a16:creationId xmlns:a16="http://schemas.microsoft.com/office/drawing/2014/main" id="{D1C964E1-5B20-A61C-E974-17020DF37958}"/>
                      </a:ext>
                    </a:extLst>
                  </p:cNvPr>
                  <p:cNvSpPr>
                    <a:spLocks/>
                  </p:cNvSpPr>
                  <p:nvPr/>
                </p:nvSpPr>
                <p:spPr bwMode="auto">
                  <a:xfrm>
                    <a:off x="8552156" y="2883975"/>
                    <a:ext cx="35557" cy="49036"/>
                  </a:xfrm>
                  <a:custGeom>
                    <a:avLst/>
                    <a:gdLst/>
                    <a:ahLst/>
                    <a:cxnLst>
                      <a:cxn ang="0">
                        <a:pos x="0" y="46"/>
                      </a:cxn>
                      <a:cxn ang="0">
                        <a:pos x="0" y="48"/>
                      </a:cxn>
                      <a:cxn ang="0">
                        <a:pos x="1" y="50"/>
                      </a:cxn>
                      <a:cxn ang="0">
                        <a:pos x="3" y="50"/>
                      </a:cxn>
                      <a:cxn ang="0">
                        <a:pos x="3" y="52"/>
                      </a:cxn>
                      <a:cxn ang="0">
                        <a:pos x="4" y="54"/>
                      </a:cxn>
                      <a:cxn ang="0">
                        <a:pos x="7" y="54"/>
                      </a:cxn>
                      <a:cxn ang="0">
                        <a:pos x="8" y="53"/>
                      </a:cxn>
                      <a:cxn ang="0">
                        <a:pos x="10" y="52"/>
                      </a:cxn>
                      <a:cxn ang="0">
                        <a:pos x="12" y="52"/>
                      </a:cxn>
                      <a:cxn ang="0">
                        <a:pos x="12" y="53"/>
                      </a:cxn>
                      <a:cxn ang="0">
                        <a:pos x="14" y="54"/>
                      </a:cxn>
                      <a:cxn ang="0">
                        <a:pos x="14" y="57"/>
                      </a:cxn>
                      <a:cxn ang="0">
                        <a:pos x="15" y="59"/>
                      </a:cxn>
                      <a:cxn ang="0">
                        <a:pos x="18" y="56"/>
                      </a:cxn>
                      <a:cxn ang="0">
                        <a:pos x="18" y="54"/>
                      </a:cxn>
                      <a:cxn ang="0">
                        <a:pos x="19" y="53"/>
                      </a:cxn>
                      <a:cxn ang="0">
                        <a:pos x="22" y="53"/>
                      </a:cxn>
                      <a:cxn ang="0">
                        <a:pos x="23" y="49"/>
                      </a:cxn>
                      <a:cxn ang="0">
                        <a:pos x="26" y="45"/>
                      </a:cxn>
                      <a:cxn ang="0">
                        <a:pos x="29" y="40"/>
                      </a:cxn>
                      <a:cxn ang="0">
                        <a:pos x="29" y="37"/>
                      </a:cxn>
                      <a:cxn ang="0">
                        <a:pos x="33" y="33"/>
                      </a:cxn>
                      <a:cxn ang="0">
                        <a:pos x="35" y="27"/>
                      </a:cxn>
                      <a:cxn ang="0">
                        <a:pos x="37" y="26"/>
                      </a:cxn>
                      <a:cxn ang="0">
                        <a:pos x="37" y="26"/>
                      </a:cxn>
                      <a:cxn ang="0">
                        <a:pos x="39" y="23"/>
                      </a:cxn>
                      <a:cxn ang="0">
                        <a:pos x="39" y="19"/>
                      </a:cxn>
                      <a:cxn ang="0">
                        <a:pos x="37" y="16"/>
                      </a:cxn>
                      <a:cxn ang="0">
                        <a:pos x="35" y="18"/>
                      </a:cxn>
                      <a:cxn ang="0">
                        <a:pos x="34" y="16"/>
                      </a:cxn>
                      <a:cxn ang="0">
                        <a:pos x="34" y="14"/>
                      </a:cxn>
                      <a:cxn ang="0">
                        <a:pos x="29" y="8"/>
                      </a:cxn>
                      <a:cxn ang="0">
                        <a:pos x="27" y="8"/>
                      </a:cxn>
                      <a:cxn ang="0">
                        <a:pos x="25" y="6"/>
                      </a:cxn>
                      <a:cxn ang="0">
                        <a:pos x="16" y="3"/>
                      </a:cxn>
                      <a:cxn ang="0">
                        <a:pos x="12" y="0"/>
                      </a:cxn>
                      <a:cxn ang="0">
                        <a:pos x="8" y="0"/>
                      </a:cxn>
                      <a:cxn ang="0">
                        <a:pos x="6" y="3"/>
                      </a:cxn>
                      <a:cxn ang="0">
                        <a:pos x="3" y="4"/>
                      </a:cxn>
                      <a:cxn ang="0">
                        <a:pos x="3" y="4"/>
                      </a:cxn>
                      <a:cxn ang="0">
                        <a:pos x="3" y="4"/>
                      </a:cxn>
                      <a:cxn ang="0">
                        <a:pos x="1" y="6"/>
                      </a:cxn>
                      <a:cxn ang="0">
                        <a:pos x="0" y="8"/>
                      </a:cxn>
                      <a:cxn ang="0">
                        <a:pos x="0" y="12"/>
                      </a:cxn>
                      <a:cxn ang="0">
                        <a:pos x="1" y="15"/>
                      </a:cxn>
                      <a:cxn ang="0">
                        <a:pos x="0" y="18"/>
                      </a:cxn>
                      <a:cxn ang="0">
                        <a:pos x="0" y="20"/>
                      </a:cxn>
                      <a:cxn ang="0">
                        <a:pos x="3" y="22"/>
                      </a:cxn>
                      <a:cxn ang="0">
                        <a:pos x="4" y="25"/>
                      </a:cxn>
                      <a:cxn ang="0">
                        <a:pos x="6" y="27"/>
                      </a:cxn>
                      <a:cxn ang="0">
                        <a:pos x="7" y="30"/>
                      </a:cxn>
                      <a:cxn ang="0">
                        <a:pos x="7" y="31"/>
                      </a:cxn>
                      <a:cxn ang="0">
                        <a:pos x="7" y="33"/>
                      </a:cxn>
                      <a:cxn ang="0">
                        <a:pos x="4" y="35"/>
                      </a:cxn>
                      <a:cxn ang="0">
                        <a:pos x="4" y="40"/>
                      </a:cxn>
                      <a:cxn ang="0">
                        <a:pos x="6" y="41"/>
                      </a:cxn>
                      <a:cxn ang="0">
                        <a:pos x="4" y="44"/>
                      </a:cxn>
                      <a:cxn ang="0">
                        <a:pos x="1" y="46"/>
                      </a:cxn>
                      <a:cxn ang="0">
                        <a:pos x="0" y="46"/>
                      </a:cxn>
                    </a:cxnLst>
                    <a:rect l="0" t="0" r="r" b="b"/>
                    <a:pathLst>
                      <a:path w="39" h="59">
                        <a:moveTo>
                          <a:pt x="0" y="46"/>
                        </a:moveTo>
                        <a:lnTo>
                          <a:pt x="0" y="48"/>
                        </a:lnTo>
                        <a:lnTo>
                          <a:pt x="1" y="50"/>
                        </a:lnTo>
                        <a:lnTo>
                          <a:pt x="3" y="50"/>
                        </a:lnTo>
                        <a:lnTo>
                          <a:pt x="3" y="52"/>
                        </a:lnTo>
                        <a:lnTo>
                          <a:pt x="4" y="54"/>
                        </a:lnTo>
                        <a:lnTo>
                          <a:pt x="7" y="54"/>
                        </a:lnTo>
                        <a:lnTo>
                          <a:pt x="8" y="53"/>
                        </a:lnTo>
                        <a:lnTo>
                          <a:pt x="10" y="52"/>
                        </a:lnTo>
                        <a:lnTo>
                          <a:pt x="12" y="52"/>
                        </a:lnTo>
                        <a:lnTo>
                          <a:pt x="12" y="53"/>
                        </a:lnTo>
                        <a:lnTo>
                          <a:pt x="14" y="54"/>
                        </a:lnTo>
                        <a:lnTo>
                          <a:pt x="14" y="57"/>
                        </a:lnTo>
                        <a:lnTo>
                          <a:pt x="15" y="59"/>
                        </a:lnTo>
                        <a:lnTo>
                          <a:pt x="18" y="56"/>
                        </a:lnTo>
                        <a:lnTo>
                          <a:pt x="18" y="54"/>
                        </a:lnTo>
                        <a:lnTo>
                          <a:pt x="19" y="53"/>
                        </a:lnTo>
                        <a:lnTo>
                          <a:pt x="22" y="53"/>
                        </a:lnTo>
                        <a:lnTo>
                          <a:pt x="23" y="49"/>
                        </a:lnTo>
                        <a:lnTo>
                          <a:pt x="26" y="45"/>
                        </a:lnTo>
                        <a:lnTo>
                          <a:pt x="29" y="40"/>
                        </a:lnTo>
                        <a:lnTo>
                          <a:pt x="29" y="37"/>
                        </a:lnTo>
                        <a:lnTo>
                          <a:pt x="33" y="33"/>
                        </a:lnTo>
                        <a:lnTo>
                          <a:pt x="35" y="27"/>
                        </a:lnTo>
                        <a:lnTo>
                          <a:pt x="37" y="26"/>
                        </a:lnTo>
                        <a:lnTo>
                          <a:pt x="37" y="26"/>
                        </a:lnTo>
                        <a:lnTo>
                          <a:pt x="39" y="23"/>
                        </a:lnTo>
                        <a:lnTo>
                          <a:pt x="39" y="19"/>
                        </a:lnTo>
                        <a:lnTo>
                          <a:pt x="37" y="16"/>
                        </a:lnTo>
                        <a:lnTo>
                          <a:pt x="35" y="18"/>
                        </a:lnTo>
                        <a:lnTo>
                          <a:pt x="34" y="16"/>
                        </a:lnTo>
                        <a:lnTo>
                          <a:pt x="34" y="14"/>
                        </a:lnTo>
                        <a:lnTo>
                          <a:pt x="29" y="8"/>
                        </a:lnTo>
                        <a:lnTo>
                          <a:pt x="27" y="8"/>
                        </a:lnTo>
                        <a:lnTo>
                          <a:pt x="25" y="6"/>
                        </a:lnTo>
                        <a:lnTo>
                          <a:pt x="16" y="3"/>
                        </a:lnTo>
                        <a:lnTo>
                          <a:pt x="12" y="0"/>
                        </a:lnTo>
                        <a:lnTo>
                          <a:pt x="8" y="0"/>
                        </a:lnTo>
                        <a:lnTo>
                          <a:pt x="6" y="3"/>
                        </a:lnTo>
                        <a:lnTo>
                          <a:pt x="3" y="4"/>
                        </a:lnTo>
                        <a:lnTo>
                          <a:pt x="3" y="4"/>
                        </a:lnTo>
                        <a:lnTo>
                          <a:pt x="3" y="4"/>
                        </a:lnTo>
                        <a:lnTo>
                          <a:pt x="1" y="6"/>
                        </a:lnTo>
                        <a:lnTo>
                          <a:pt x="0" y="8"/>
                        </a:lnTo>
                        <a:lnTo>
                          <a:pt x="0" y="12"/>
                        </a:lnTo>
                        <a:lnTo>
                          <a:pt x="1" y="15"/>
                        </a:lnTo>
                        <a:lnTo>
                          <a:pt x="0" y="18"/>
                        </a:lnTo>
                        <a:lnTo>
                          <a:pt x="0" y="20"/>
                        </a:lnTo>
                        <a:lnTo>
                          <a:pt x="3" y="22"/>
                        </a:lnTo>
                        <a:lnTo>
                          <a:pt x="4" y="25"/>
                        </a:lnTo>
                        <a:lnTo>
                          <a:pt x="6" y="27"/>
                        </a:lnTo>
                        <a:lnTo>
                          <a:pt x="7" y="30"/>
                        </a:lnTo>
                        <a:lnTo>
                          <a:pt x="7" y="31"/>
                        </a:lnTo>
                        <a:lnTo>
                          <a:pt x="7" y="33"/>
                        </a:lnTo>
                        <a:lnTo>
                          <a:pt x="4" y="35"/>
                        </a:lnTo>
                        <a:lnTo>
                          <a:pt x="4" y="40"/>
                        </a:lnTo>
                        <a:lnTo>
                          <a:pt x="6" y="41"/>
                        </a:lnTo>
                        <a:lnTo>
                          <a:pt x="4" y="44"/>
                        </a:lnTo>
                        <a:lnTo>
                          <a:pt x="1" y="46"/>
                        </a:lnTo>
                        <a:lnTo>
                          <a:pt x="0" y="46"/>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93" name="Freeform 1007">
                    <a:extLst>
                      <a:ext uri="{FF2B5EF4-FFF2-40B4-BE49-F238E27FC236}">
                        <a16:creationId xmlns:a16="http://schemas.microsoft.com/office/drawing/2014/main" id="{3FA56FC6-1B1B-692F-2618-B4F6808E4FEE}"/>
                      </a:ext>
                    </a:extLst>
                  </p:cNvPr>
                  <p:cNvSpPr>
                    <a:spLocks/>
                  </p:cNvSpPr>
                  <p:nvPr/>
                </p:nvSpPr>
                <p:spPr bwMode="auto">
                  <a:xfrm>
                    <a:off x="8506570" y="2878158"/>
                    <a:ext cx="51968" cy="53192"/>
                  </a:xfrm>
                  <a:custGeom>
                    <a:avLst/>
                    <a:gdLst/>
                    <a:ahLst/>
                    <a:cxnLst>
                      <a:cxn ang="0">
                        <a:pos x="23" y="61"/>
                      </a:cxn>
                      <a:cxn ang="0">
                        <a:pos x="24" y="63"/>
                      </a:cxn>
                      <a:cxn ang="0">
                        <a:pos x="31" y="64"/>
                      </a:cxn>
                      <a:cxn ang="0">
                        <a:pos x="30" y="59"/>
                      </a:cxn>
                      <a:cxn ang="0">
                        <a:pos x="27" y="55"/>
                      </a:cxn>
                      <a:cxn ang="0">
                        <a:pos x="30" y="51"/>
                      </a:cxn>
                      <a:cxn ang="0">
                        <a:pos x="39" y="52"/>
                      </a:cxn>
                      <a:cxn ang="0">
                        <a:pos x="46" y="51"/>
                      </a:cxn>
                      <a:cxn ang="0">
                        <a:pos x="51" y="53"/>
                      </a:cxn>
                      <a:cxn ang="0">
                        <a:pos x="56" y="48"/>
                      </a:cxn>
                      <a:cxn ang="0">
                        <a:pos x="54" y="42"/>
                      </a:cxn>
                      <a:cxn ang="0">
                        <a:pos x="57" y="38"/>
                      </a:cxn>
                      <a:cxn ang="0">
                        <a:pos x="56" y="34"/>
                      </a:cxn>
                      <a:cxn ang="0">
                        <a:pos x="53" y="29"/>
                      </a:cxn>
                      <a:cxn ang="0">
                        <a:pos x="50" y="25"/>
                      </a:cxn>
                      <a:cxn ang="0">
                        <a:pos x="50" y="19"/>
                      </a:cxn>
                      <a:cxn ang="0">
                        <a:pos x="51" y="13"/>
                      </a:cxn>
                      <a:cxn ang="0">
                        <a:pos x="53" y="11"/>
                      </a:cxn>
                      <a:cxn ang="0">
                        <a:pos x="56" y="6"/>
                      </a:cxn>
                      <a:cxn ang="0">
                        <a:pos x="47" y="3"/>
                      </a:cxn>
                      <a:cxn ang="0">
                        <a:pos x="41" y="2"/>
                      </a:cxn>
                      <a:cxn ang="0">
                        <a:pos x="34" y="2"/>
                      </a:cxn>
                      <a:cxn ang="0">
                        <a:pos x="23" y="2"/>
                      </a:cxn>
                      <a:cxn ang="0">
                        <a:pos x="13" y="3"/>
                      </a:cxn>
                      <a:cxn ang="0">
                        <a:pos x="13" y="7"/>
                      </a:cxn>
                      <a:cxn ang="0">
                        <a:pos x="12" y="11"/>
                      </a:cxn>
                      <a:cxn ang="0">
                        <a:pos x="8" y="15"/>
                      </a:cxn>
                      <a:cxn ang="0">
                        <a:pos x="3" y="19"/>
                      </a:cxn>
                      <a:cxn ang="0">
                        <a:pos x="0" y="27"/>
                      </a:cxn>
                      <a:cxn ang="0">
                        <a:pos x="3" y="32"/>
                      </a:cxn>
                      <a:cxn ang="0">
                        <a:pos x="5" y="34"/>
                      </a:cxn>
                      <a:cxn ang="0">
                        <a:pos x="7" y="38"/>
                      </a:cxn>
                      <a:cxn ang="0">
                        <a:pos x="9" y="40"/>
                      </a:cxn>
                      <a:cxn ang="0">
                        <a:pos x="12" y="42"/>
                      </a:cxn>
                      <a:cxn ang="0">
                        <a:pos x="12" y="51"/>
                      </a:cxn>
                      <a:cxn ang="0">
                        <a:pos x="16" y="53"/>
                      </a:cxn>
                      <a:cxn ang="0">
                        <a:pos x="20" y="57"/>
                      </a:cxn>
                      <a:cxn ang="0">
                        <a:pos x="20" y="60"/>
                      </a:cxn>
                    </a:cxnLst>
                    <a:rect l="0" t="0" r="r" b="b"/>
                    <a:pathLst>
                      <a:path w="57" h="64">
                        <a:moveTo>
                          <a:pt x="23" y="61"/>
                        </a:moveTo>
                        <a:lnTo>
                          <a:pt x="23" y="61"/>
                        </a:lnTo>
                        <a:lnTo>
                          <a:pt x="24" y="61"/>
                        </a:lnTo>
                        <a:lnTo>
                          <a:pt x="24" y="63"/>
                        </a:lnTo>
                        <a:lnTo>
                          <a:pt x="28" y="64"/>
                        </a:lnTo>
                        <a:lnTo>
                          <a:pt x="31" y="64"/>
                        </a:lnTo>
                        <a:lnTo>
                          <a:pt x="31" y="63"/>
                        </a:lnTo>
                        <a:lnTo>
                          <a:pt x="30" y="59"/>
                        </a:lnTo>
                        <a:lnTo>
                          <a:pt x="30" y="57"/>
                        </a:lnTo>
                        <a:lnTo>
                          <a:pt x="27" y="55"/>
                        </a:lnTo>
                        <a:lnTo>
                          <a:pt x="27" y="52"/>
                        </a:lnTo>
                        <a:lnTo>
                          <a:pt x="30" y="51"/>
                        </a:lnTo>
                        <a:lnTo>
                          <a:pt x="32" y="52"/>
                        </a:lnTo>
                        <a:lnTo>
                          <a:pt x="39" y="52"/>
                        </a:lnTo>
                        <a:lnTo>
                          <a:pt x="42" y="51"/>
                        </a:lnTo>
                        <a:lnTo>
                          <a:pt x="46" y="51"/>
                        </a:lnTo>
                        <a:lnTo>
                          <a:pt x="49" y="53"/>
                        </a:lnTo>
                        <a:lnTo>
                          <a:pt x="51" y="53"/>
                        </a:lnTo>
                        <a:lnTo>
                          <a:pt x="54" y="51"/>
                        </a:lnTo>
                        <a:lnTo>
                          <a:pt x="56" y="48"/>
                        </a:lnTo>
                        <a:lnTo>
                          <a:pt x="54" y="47"/>
                        </a:lnTo>
                        <a:lnTo>
                          <a:pt x="54" y="42"/>
                        </a:lnTo>
                        <a:lnTo>
                          <a:pt x="57" y="40"/>
                        </a:lnTo>
                        <a:lnTo>
                          <a:pt x="57" y="38"/>
                        </a:lnTo>
                        <a:lnTo>
                          <a:pt x="57" y="37"/>
                        </a:lnTo>
                        <a:lnTo>
                          <a:pt x="56" y="34"/>
                        </a:lnTo>
                        <a:lnTo>
                          <a:pt x="54" y="32"/>
                        </a:lnTo>
                        <a:lnTo>
                          <a:pt x="53" y="29"/>
                        </a:lnTo>
                        <a:lnTo>
                          <a:pt x="50" y="27"/>
                        </a:lnTo>
                        <a:lnTo>
                          <a:pt x="50" y="25"/>
                        </a:lnTo>
                        <a:lnTo>
                          <a:pt x="51" y="22"/>
                        </a:lnTo>
                        <a:lnTo>
                          <a:pt x="50" y="19"/>
                        </a:lnTo>
                        <a:lnTo>
                          <a:pt x="50" y="15"/>
                        </a:lnTo>
                        <a:lnTo>
                          <a:pt x="51" y="13"/>
                        </a:lnTo>
                        <a:lnTo>
                          <a:pt x="53" y="11"/>
                        </a:lnTo>
                        <a:lnTo>
                          <a:pt x="53" y="11"/>
                        </a:lnTo>
                        <a:lnTo>
                          <a:pt x="56" y="7"/>
                        </a:lnTo>
                        <a:lnTo>
                          <a:pt x="56" y="6"/>
                        </a:lnTo>
                        <a:lnTo>
                          <a:pt x="53" y="4"/>
                        </a:lnTo>
                        <a:lnTo>
                          <a:pt x="47" y="3"/>
                        </a:lnTo>
                        <a:lnTo>
                          <a:pt x="42" y="0"/>
                        </a:lnTo>
                        <a:lnTo>
                          <a:pt x="41" y="2"/>
                        </a:lnTo>
                        <a:lnTo>
                          <a:pt x="38" y="2"/>
                        </a:lnTo>
                        <a:lnTo>
                          <a:pt x="34" y="2"/>
                        </a:lnTo>
                        <a:lnTo>
                          <a:pt x="28" y="3"/>
                        </a:lnTo>
                        <a:lnTo>
                          <a:pt x="23" y="2"/>
                        </a:lnTo>
                        <a:lnTo>
                          <a:pt x="17" y="2"/>
                        </a:lnTo>
                        <a:lnTo>
                          <a:pt x="13" y="3"/>
                        </a:lnTo>
                        <a:lnTo>
                          <a:pt x="13" y="6"/>
                        </a:lnTo>
                        <a:lnTo>
                          <a:pt x="13" y="7"/>
                        </a:lnTo>
                        <a:lnTo>
                          <a:pt x="12" y="10"/>
                        </a:lnTo>
                        <a:lnTo>
                          <a:pt x="12" y="11"/>
                        </a:lnTo>
                        <a:lnTo>
                          <a:pt x="11" y="14"/>
                        </a:lnTo>
                        <a:lnTo>
                          <a:pt x="8" y="15"/>
                        </a:lnTo>
                        <a:lnTo>
                          <a:pt x="4" y="15"/>
                        </a:lnTo>
                        <a:lnTo>
                          <a:pt x="3" y="19"/>
                        </a:lnTo>
                        <a:lnTo>
                          <a:pt x="3" y="22"/>
                        </a:lnTo>
                        <a:lnTo>
                          <a:pt x="0" y="27"/>
                        </a:lnTo>
                        <a:lnTo>
                          <a:pt x="0" y="30"/>
                        </a:lnTo>
                        <a:lnTo>
                          <a:pt x="3" y="32"/>
                        </a:lnTo>
                        <a:lnTo>
                          <a:pt x="4" y="33"/>
                        </a:lnTo>
                        <a:lnTo>
                          <a:pt x="5" y="34"/>
                        </a:lnTo>
                        <a:lnTo>
                          <a:pt x="7" y="37"/>
                        </a:lnTo>
                        <a:lnTo>
                          <a:pt x="7" y="38"/>
                        </a:lnTo>
                        <a:lnTo>
                          <a:pt x="8" y="40"/>
                        </a:lnTo>
                        <a:lnTo>
                          <a:pt x="9" y="40"/>
                        </a:lnTo>
                        <a:lnTo>
                          <a:pt x="11" y="41"/>
                        </a:lnTo>
                        <a:lnTo>
                          <a:pt x="12" y="42"/>
                        </a:lnTo>
                        <a:lnTo>
                          <a:pt x="12" y="48"/>
                        </a:lnTo>
                        <a:lnTo>
                          <a:pt x="12" y="51"/>
                        </a:lnTo>
                        <a:lnTo>
                          <a:pt x="13" y="51"/>
                        </a:lnTo>
                        <a:lnTo>
                          <a:pt x="16" y="53"/>
                        </a:lnTo>
                        <a:lnTo>
                          <a:pt x="16" y="56"/>
                        </a:lnTo>
                        <a:lnTo>
                          <a:pt x="20" y="57"/>
                        </a:lnTo>
                        <a:lnTo>
                          <a:pt x="20" y="59"/>
                        </a:lnTo>
                        <a:lnTo>
                          <a:pt x="20" y="60"/>
                        </a:lnTo>
                        <a:lnTo>
                          <a:pt x="23" y="61"/>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94" name="Freeform 1008">
                    <a:extLst>
                      <a:ext uri="{FF2B5EF4-FFF2-40B4-BE49-F238E27FC236}">
                        <a16:creationId xmlns:a16="http://schemas.microsoft.com/office/drawing/2014/main" id="{AE25F87D-2FAD-B92E-3DD2-2EA6A2107BC7}"/>
                      </a:ext>
                    </a:extLst>
                  </p:cNvPr>
                  <p:cNvSpPr>
                    <a:spLocks/>
                  </p:cNvSpPr>
                  <p:nvPr/>
                </p:nvSpPr>
                <p:spPr bwMode="auto">
                  <a:xfrm>
                    <a:off x="8506570" y="2878158"/>
                    <a:ext cx="51968" cy="53192"/>
                  </a:xfrm>
                  <a:custGeom>
                    <a:avLst/>
                    <a:gdLst/>
                    <a:ahLst/>
                    <a:cxnLst>
                      <a:cxn ang="0">
                        <a:pos x="23" y="61"/>
                      </a:cxn>
                      <a:cxn ang="0">
                        <a:pos x="24" y="63"/>
                      </a:cxn>
                      <a:cxn ang="0">
                        <a:pos x="31" y="64"/>
                      </a:cxn>
                      <a:cxn ang="0">
                        <a:pos x="30" y="59"/>
                      </a:cxn>
                      <a:cxn ang="0">
                        <a:pos x="27" y="55"/>
                      </a:cxn>
                      <a:cxn ang="0">
                        <a:pos x="30" y="51"/>
                      </a:cxn>
                      <a:cxn ang="0">
                        <a:pos x="39" y="52"/>
                      </a:cxn>
                      <a:cxn ang="0">
                        <a:pos x="46" y="51"/>
                      </a:cxn>
                      <a:cxn ang="0">
                        <a:pos x="51" y="53"/>
                      </a:cxn>
                      <a:cxn ang="0">
                        <a:pos x="56" y="48"/>
                      </a:cxn>
                      <a:cxn ang="0">
                        <a:pos x="54" y="42"/>
                      </a:cxn>
                      <a:cxn ang="0">
                        <a:pos x="57" y="38"/>
                      </a:cxn>
                      <a:cxn ang="0">
                        <a:pos x="56" y="34"/>
                      </a:cxn>
                      <a:cxn ang="0">
                        <a:pos x="53" y="29"/>
                      </a:cxn>
                      <a:cxn ang="0">
                        <a:pos x="50" y="25"/>
                      </a:cxn>
                      <a:cxn ang="0">
                        <a:pos x="50" y="19"/>
                      </a:cxn>
                      <a:cxn ang="0">
                        <a:pos x="51" y="13"/>
                      </a:cxn>
                      <a:cxn ang="0">
                        <a:pos x="53" y="11"/>
                      </a:cxn>
                      <a:cxn ang="0">
                        <a:pos x="56" y="6"/>
                      </a:cxn>
                      <a:cxn ang="0">
                        <a:pos x="47" y="3"/>
                      </a:cxn>
                      <a:cxn ang="0">
                        <a:pos x="41" y="2"/>
                      </a:cxn>
                      <a:cxn ang="0">
                        <a:pos x="34" y="2"/>
                      </a:cxn>
                      <a:cxn ang="0">
                        <a:pos x="23" y="2"/>
                      </a:cxn>
                      <a:cxn ang="0">
                        <a:pos x="13" y="3"/>
                      </a:cxn>
                      <a:cxn ang="0">
                        <a:pos x="13" y="7"/>
                      </a:cxn>
                      <a:cxn ang="0">
                        <a:pos x="12" y="11"/>
                      </a:cxn>
                      <a:cxn ang="0">
                        <a:pos x="8" y="15"/>
                      </a:cxn>
                      <a:cxn ang="0">
                        <a:pos x="3" y="19"/>
                      </a:cxn>
                      <a:cxn ang="0">
                        <a:pos x="0" y="27"/>
                      </a:cxn>
                      <a:cxn ang="0">
                        <a:pos x="3" y="32"/>
                      </a:cxn>
                      <a:cxn ang="0">
                        <a:pos x="5" y="34"/>
                      </a:cxn>
                      <a:cxn ang="0">
                        <a:pos x="7" y="38"/>
                      </a:cxn>
                      <a:cxn ang="0">
                        <a:pos x="9" y="40"/>
                      </a:cxn>
                      <a:cxn ang="0">
                        <a:pos x="12" y="42"/>
                      </a:cxn>
                      <a:cxn ang="0">
                        <a:pos x="12" y="51"/>
                      </a:cxn>
                      <a:cxn ang="0">
                        <a:pos x="16" y="53"/>
                      </a:cxn>
                      <a:cxn ang="0">
                        <a:pos x="20" y="57"/>
                      </a:cxn>
                      <a:cxn ang="0">
                        <a:pos x="20" y="60"/>
                      </a:cxn>
                    </a:cxnLst>
                    <a:rect l="0" t="0" r="r" b="b"/>
                    <a:pathLst>
                      <a:path w="57" h="64">
                        <a:moveTo>
                          <a:pt x="23" y="61"/>
                        </a:moveTo>
                        <a:lnTo>
                          <a:pt x="23" y="61"/>
                        </a:lnTo>
                        <a:lnTo>
                          <a:pt x="24" y="61"/>
                        </a:lnTo>
                        <a:lnTo>
                          <a:pt x="24" y="63"/>
                        </a:lnTo>
                        <a:lnTo>
                          <a:pt x="28" y="64"/>
                        </a:lnTo>
                        <a:lnTo>
                          <a:pt x="31" y="64"/>
                        </a:lnTo>
                        <a:lnTo>
                          <a:pt x="31" y="63"/>
                        </a:lnTo>
                        <a:lnTo>
                          <a:pt x="30" y="59"/>
                        </a:lnTo>
                        <a:lnTo>
                          <a:pt x="30" y="57"/>
                        </a:lnTo>
                        <a:lnTo>
                          <a:pt x="27" y="55"/>
                        </a:lnTo>
                        <a:lnTo>
                          <a:pt x="27" y="52"/>
                        </a:lnTo>
                        <a:lnTo>
                          <a:pt x="30" y="51"/>
                        </a:lnTo>
                        <a:lnTo>
                          <a:pt x="32" y="52"/>
                        </a:lnTo>
                        <a:lnTo>
                          <a:pt x="39" y="52"/>
                        </a:lnTo>
                        <a:lnTo>
                          <a:pt x="42" y="51"/>
                        </a:lnTo>
                        <a:lnTo>
                          <a:pt x="46" y="51"/>
                        </a:lnTo>
                        <a:lnTo>
                          <a:pt x="49" y="53"/>
                        </a:lnTo>
                        <a:lnTo>
                          <a:pt x="51" y="53"/>
                        </a:lnTo>
                        <a:lnTo>
                          <a:pt x="54" y="51"/>
                        </a:lnTo>
                        <a:lnTo>
                          <a:pt x="56" y="48"/>
                        </a:lnTo>
                        <a:lnTo>
                          <a:pt x="54" y="47"/>
                        </a:lnTo>
                        <a:lnTo>
                          <a:pt x="54" y="42"/>
                        </a:lnTo>
                        <a:lnTo>
                          <a:pt x="57" y="40"/>
                        </a:lnTo>
                        <a:lnTo>
                          <a:pt x="57" y="38"/>
                        </a:lnTo>
                        <a:lnTo>
                          <a:pt x="57" y="37"/>
                        </a:lnTo>
                        <a:lnTo>
                          <a:pt x="56" y="34"/>
                        </a:lnTo>
                        <a:lnTo>
                          <a:pt x="54" y="32"/>
                        </a:lnTo>
                        <a:lnTo>
                          <a:pt x="53" y="29"/>
                        </a:lnTo>
                        <a:lnTo>
                          <a:pt x="50" y="27"/>
                        </a:lnTo>
                        <a:lnTo>
                          <a:pt x="50" y="25"/>
                        </a:lnTo>
                        <a:lnTo>
                          <a:pt x="51" y="22"/>
                        </a:lnTo>
                        <a:lnTo>
                          <a:pt x="50" y="19"/>
                        </a:lnTo>
                        <a:lnTo>
                          <a:pt x="50" y="15"/>
                        </a:lnTo>
                        <a:lnTo>
                          <a:pt x="51" y="13"/>
                        </a:lnTo>
                        <a:lnTo>
                          <a:pt x="53" y="11"/>
                        </a:lnTo>
                        <a:lnTo>
                          <a:pt x="53" y="11"/>
                        </a:lnTo>
                        <a:lnTo>
                          <a:pt x="56" y="7"/>
                        </a:lnTo>
                        <a:lnTo>
                          <a:pt x="56" y="6"/>
                        </a:lnTo>
                        <a:lnTo>
                          <a:pt x="53" y="4"/>
                        </a:lnTo>
                        <a:lnTo>
                          <a:pt x="47" y="3"/>
                        </a:lnTo>
                        <a:lnTo>
                          <a:pt x="42" y="0"/>
                        </a:lnTo>
                        <a:lnTo>
                          <a:pt x="41" y="2"/>
                        </a:lnTo>
                        <a:lnTo>
                          <a:pt x="38" y="2"/>
                        </a:lnTo>
                        <a:lnTo>
                          <a:pt x="34" y="2"/>
                        </a:lnTo>
                        <a:lnTo>
                          <a:pt x="28" y="3"/>
                        </a:lnTo>
                        <a:lnTo>
                          <a:pt x="23" y="2"/>
                        </a:lnTo>
                        <a:lnTo>
                          <a:pt x="17" y="2"/>
                        </a:lnTo>
                        <a:lnTo>
                          <a:pt x="13" y="3"/>
                        </a:lnTo>
                        <a:lnTo>
                          <a:pt x="13" y="6"/>
                        </a:lnTo>
                        <a:lnTo>
                          <a:pt x="13" y="7"/>
                        </a:lnTo>
                        <a:lnTo>
                          <a:pt x="12" y="10"/>
                        </a:lnTo>
                        <a:lnTo>
                          <a:pt x="12" y="11"/>
                        </a:lnTo>
                        <a:lnTo>
                          <a:pt x="11" y="14"/>
                        </a:lnTo>
                        <a:lnTo>
                          <a:pt x="8" y="15"/>
                        </a:lnTo>
                        <a:lnTo>
                          <a:pt x="4" y="15"/>
                        </a:lnTo>
                        <a:lnTo>
                          <a:pt x="3" y="19"/>
                        </a:lnTo>
                        <a:lnTo>
                          <a:pt x="3" y="22"/>
                        </a:lnTo>
                        <a:lnTo>
                          <a:pt x="0" y="27"/>
                        </a:lnTo>
                        <a:lnTo>
                          <a:pt x="0" y="30"/>
                        </a:lnTo>
                        <a:lnTo>
                          <a:pt x="3" y="32"/>
                        </a:lnTo>
                        <a:lnTo>
                          <a:pt x="4" y="33"/>
                        </a:lnTo>
                        <a:lnTo>
                          <a:pt x="5" y="34"/>
                        </a:lnTo>
                        <a:lnTo>
                          <a:pt x="7" y="37"/>
                        </a:lnTo>
                        <a:lnTo>
                          <a:pt x="7" y="38"/>
                        </a:lnTo>
                        <a:lnTo>
                          <a:pt x="8" y="40"/>
                        </a:lnTo>
                        <a:lnTo>
                          <a:pt x="9" y="40"/>
                        </a:lnTo>
                        <a:lnTo>
                          <a:pt x="11" y="41"/>
                        </a:lnTo>
                        <a:lnTo>
                          <a:pt x="12" y="42"/>
                        </a:lnTo>
                        <a:lnTo>
                          <a:pt x="12" y="48"/>
                        </a:lnTo>
                        <a:lnTo>
                          <a:pt x="12" y="51"/>
                        </a:lnTo>
                        <a:lnTo>
                          <a:pt x="13" y="51"/>
                        </a:lnTo>
                        <a:lnTo>
                          <a:pt x="16" y="53"/>
                        </a:lnTo>
                        <a:lnTo>
                          <a:pt x="16" y="56"/>
                        </a:lnTo>
                        <a:lnTo>
                          <a:pt x="20" y="57"/>
                        </a:lnTo>
                        <a:lnTo>
                          <a:pt x="20" y="59"/>
                        </a:lnTo>
                        <a:lnTo>
                          <a:pt x="20" y="60"/>
                        </a:lnTo>
                        <a:lnTo>
                          <a:pt x="23" y="61"/>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95" name="Freeform 1009">
                    <a:extLst>
                      <a:ext uri="{FF2B5EF4-FFF2-40B4-BE49-F238E27FC236}">
                        <a16:creationId xmlns:a16="http://schemas.microsoft.com/office/drawing/2014/main" id="{6C0DAABC-178A-5ECA-2AC1-52916C077B71}"/>
                      </a:ext>
                    </a:extLst>
                  </p:cNvPr>
                  <p:cNvSpPr>
                    <a:spLocks/>
                  </p:cNvSpPr>
                  <p:nvPr/>
                </p:nvSpPr>
                <p:spPr bwMode="auto">
                  <a:xfrm>
                    <a:off x="8461897" y="2849900"/>
                    <a:ext cx="65643" cy="89761"/>
                  </a:xfrm>
                  <a:custGeom>
                    <a:avLst/>
                    <a:gdLst/>
                    <a:ahLst/>
                    <a:cxnLst>
                      <a:cxn ang="0">
                        <a:pos x="12" y="48"/>
                      </a:cxn>
                      <a:cxn ang="0">
                        <a:pos x="15" y="48"/>
                      </a:cxn>
                      <a:cxn ang="0">
                        <a:pos x="20" y="51"/>
                      </a:cxn>
                      <a:cxn ang="0">
                        <a:pos x="18" y="57"/>
                      </a:cxn>
                      <a:cxn ang="0">
                        <a:pos x="19" y="60"/>
                      </a:cxn>
                      <a:cxn ang="0">
                        <a:pos x="23" y="63"/>
                      </a:cxn>
                      <a:cxn ang="0">
                        <a:pos x="27" y="64"/>
                      </a:cxn>
                      <a:cxn ang="0">
                        <a:pos x="24" y="68"/>
                      </a:cxn>
                      <a:cxn ang="0">
                        <a:pos x="22" y="78"/>
                      </a:cxn>
                      <a:cxn ang="0">
                        <a:pos x="20" y="83"/>
                      </a:cxn>
                      <a:cxn ang="0">
                        <a:pos x="20" y="87"/>
                      </a:cxn>
                      <a:cxn ang="0">
                        <a:pos x="20" y="91"/>
                      </a:cxn>
                      <a:cxn ang="0">
                        <a:pos x="26" y="97"/>
                      </a:cxn>
                      <a:cxn ang="0">
                        <a:pos x="28" y="102"/>
                      </a:cxn>
                      <a:cxn ang="0">
                        <a:pos x="35" y="108"/>
                      </a:cxn>
                      <a:cxn ang="0">
                        <a:pos x="39" y="105"/>
                      </a:cxn>
                      <a:cxn ang="0">
                        <a:pos x="43" y="105"/>
                      </a:cxn>
                      <a:cxn ang="0">
                        <a:pos x="46" y="102"/>
                      </a:cxn>
                      <a:cxn ang="0">
                        <a:pos x="54" y="101"/>
                      </a:cxn>
                      <a:cxn ang="0">
                        <a:pos x="60" y="95"/>
                      </a:cxn>
                      <a:cxn ang="0">
                        <a:pos x="64" y="97"/>
                      </a:cxn>
                      <a:cxn ang="0">
                        <a:pos x="72" y="95"/>
                      </a:cxn>
                      <a:cxn ang="0">
                        <a:pos x="69" y="93"/>
                      </a:cxn>
                      <a:cxn ang="0">
                        <a:pos x="65" y="90"/>
                      </a:cxn>
                      <a:cxn ang="0">
                        <a:pos x="62" y="85"/>
                      </a:cxn>
                      <a:cxn ang="0">
                        <a:pos x="61" y="82"/>
                      </a:cxn>
                      <a:cxn ang="0">
                        <a:pos x="60" y="75"/>
                      </a:cxn>
                      <a:cxn ang="0">
                        <a:pos x="57" y="74"/>
                      </a:cxn>
                      <a:cxn ang="0">
                        <a:pos x="56" y="71"/>
                      </a:cxn>
                      <a:cxn ang="0">
                        <a:pos x="53" y="67"/>
                      </a:cxn>
                      <a:cxn ang="0">
                        <a:pos x="49" y="64"/>
                      </a:cxn>
                      <a:cxn ang="0">
                        <a:pos x="52" y="56"/>
                      </a:cxn>
                      <a:cxn ang="0">
                        <a:pos x="53" y="49"/>
                      </a:cxn>
                      <a:cxn ang="0">
                        <a:pos x="60" y="48"/>
                      </a:cxn>
                      <a:cxn ang="0">
                        <a:pos x="61" y="44"/>
                      </a:cxn>
                      <a:cxn ang="0">
                        <a:pos x="62" y="40"/>
                      </a:cxn>
                      <a:cxn ang="0">
                        <a:pos x="61" y="37"/>
                      </a:cxn>
                      <a:cxn ang="0">
                        <a:pos x="60" y="32"/>
                      </a:cxn>
                      <a:cxn ang="0">
                        <a:pos x="50" y="26"/>
                      </a:cxn>
                      <a:cxn ang="0">
                        <a:pos x="46" y="25"/>
                      </a:cxn>
                      <a:cxn ang="0">
                        <a:pos x="41" y="28"/>
                      </a:cxn>
                      <a:cxn ang="0">
                        <a:pos x="39" y="28"/>
                      </a:cxn>
                      <a:cxn ang="0">
                        <a:pos x="41" y="19"/>
                      </a:cxn>
                      <a:cxn ang="0">
                        <a:pos x="38" y="14"/>
                      </a:cxn>
                      <a:cxn ang="0">
                        <a:pos x="28" y="6"/>
                      </a:cxn>
                      <a:cxn ang="0">
                        <a:pos x="26" y="2"/>
                      </a:cxn>
                      <a:cxn ang="0">
                        <a:pos x="22" y="0"/>
                      </a:cxn>
                      <a:cxn ang="0">
                        <a:pos x="18" y="6"/>
                      </a:cxn>
                      <a:cxn ang="0">
                        <a:pos x="12" y="9"/>
                      </a:cxn>
                      <a:cxn ang="0">
                        <a:pos x="9" y="15"/>
                      </a:cxn>
                      <a:cxn ang="0">
                        <a:pos x="13" y="18"/>
                      </a:cxn>
                      <a:cxn ang="0">
                        <a:pos x="16" y="23"/>
                      </a:cxn>
                      <a:cxn ang="0">
                        <a:pos x="9" y="25"/>
                      </a:cxn>
                      <a:cxn ang="0">
                        <a:pos x="5" y="25"/>
                      </a:cxn>
                      <a:cxn ang="0">
                        <a:pos x="3" y="32"/>
                      </a:cxn>
                      <a:cxn ang="0">
                        <a:pos x="1" y="37"/>
                      </a:cxn>
                      <a:cxn ang="0">
                        <a:pos x="11" y="47"/>
                      </a:cxn>
                    </a:cxnLst>
                    <a:rect l="0" t="0" r="r" b="b"/>
                    <a:pathLst>
                      <a:path w="72" h="108">
                        <a:moveTo>
                          <a:pt x="11" y="48"/>
                        </a:moveTo>
                        <a:lnTo>
                          <a:pt x="12" y="48"/>
                        </a:lnTo>
                        <a:lnTo>
                          <a:pt x="12" y="49"/>
                        </a:lnTo>
                        <a:lnTo>
                          <a:pt x="15" y="48"/>
                        </a:lnTo>
                        <a:lnTo>
                          <a:pt x="18" y="48"/>
                        </a:lnTo>
                        <a:lnTo>
                          <a:pt x="20" y="51"/>
                        </a:lnTo>
                        <a:lnTo>
                          <a:pt x="20" y="55"/>
                        </a:lnTo>
                        <a:lnTo>
                          <a:pt x="18" y="57"/>
                        </a:lnTo>
                        <a:lnTo>
                          <a:pt x="16" y="59"/>
                        </a:lnTo>
                        <a:lnTo>
                          <a:pt x="19" y="60"/>
                        </a:lnTo>
                        <a:lnTo>
                          <a:pt x="22" y="60"/>
                        </a:lnTo>
                        <a:lnTo>
                          <a:pt x="23" y="63"/>
                        </a:lnTo>
                        <a:lnTo>
                          <a:pt x="24" y="64"/>
                        </a:lnTo>
                        <a:lnTo>
                          <a:pt x="27" y="64"/>
                        </a:lnTo>
                        <a:lnTo>
                          <a:pt x="27" y="66"/>
                        </a:lnTo>
                        <a:lnTo>
                          <a:pt x="24" y="68"/>
                        </a:lnTo>
                        <a:lnTo>
                          <a:pt x="24" y="72"/>
                        </a:lnTo>
                        <a:lnTo>
                          <a:pt x="22" y="78"/>
                        </a:lnTo>
                        <a:lnTo>
                          <a:pt x="22" y="81"/>
                        </a:lnTo>
                        <a:lnTo>
                          <a:pt x="20" y="83"/>
                        </a:lnTo>
                        <a:lnTo>
                          <a:pt x="20" y="86"/>
                        </a:lnTo>
                        <a:lnTo>
                          <a:pt x="20" y="87"/>
                        </a:lnTo>
                        <a:lnTo>
                          <a:pt x="20" y="89"/>
                        </a:lnTo>
                        <a:lnTo>
                          <a:pt x="20" y="91"/>
                        </a:lnTo>
                        <a:lnTo>
                          <a:pt x="23" y="94"/>
                        </a:lnTo>
                        <a:lnTo>
                          <a:pt x="26" y="97"/>
                        </a:lnTo>
                        <a:lnTo>
                          <a:pt x="26" y="100"/>
                        </a:lnTo>
                        <a:lnTo>
                          <a:pt x="28" y="102"/>
                        </a:lnTo>
                        <a:lnTo>
                          <a:pt x="34" y="106"/>
                        </a:lnTo>
                        <a:lnTo>
                          <a:pt x="35" y="108"/>
                        </a:lnTo>
                        <a:lnTo>
                          <a:pt x="38" y="105"/>
                        </a:lnTo>
                        <a:lnTo>
                          <a:pt x="39" y="105"/>
                        </a:lnTo>
                        <a:lnTo>
                          <a:pt x="39" y="106"/>
                        </a:lnTo>
                        <a:lnTo>
                          <a:pt x="43" y="105"/>
                        </a:lnTo>
                        <a:lnTo>
                          <a:pt x="45" y="104"/>
                        </a:lnTo>
                        <a:lnTo>
                          <a:pt x="46" y="102"/>
                        </a:lnTo>
                        <a:lnTo>
                          <a:pt x="49" y="101"/>
                        </a:lnTo>
                        <a:lnTo>
                          <a:pt x="54" y="101"/>
                        </a:lnTo>
                        <a:lnTo>
                          <a:pt x="56" y="97"/>
                        </a:lnTo>
                        <a:lnTo>
                          <a:pt x="60" y="95"/>
                        </a:lnTo>
                        <a:lnTo>
                          <a:pt x="64" y="95"/>
                        </a:lnTo>
                        <a:lnTo>
                          <a:pt x="64" y="97"/>
                        </a:lnTo>
                        <a:lnTo>
                          <a:pt x="66" y="95"/>
                        </a:lnTo>
                        <a:lnTo>
                          <a:pt x="72" y="95"/>
                        </a:lnTo>
                        <a:lnTo>
                          <a:pt x="69" y="94"/>
                        </a:lnTo>
                        <a:lnTo>
                          <a:pt x="69" y="93"/>
                        </a:lnTo>
                        <a:lnTo>
                          <a:pt x="69" y="91"/>
                        </a:lnTo>
                        <a:lnTo>
                          <a:pt x="65" y="90"/>
                        </a:lnTo>
                        <a:lnTo>
                          <a:pt x="65" y="87"/>
                        </a:lnTo>
                        <a:lnTo>
                          <a:pt x="62" y="85"/>
                        </a:lnTo>
                        <a:lnTo>
                          <a:pt x="61" y="85"/>
                        </a:lnTo>
                        <a:lnTo>
                          <a:pt x="61" y="82"/>
                        </a:lnTo>
                        <a:lnTo>
                          <a:pt x="61" y="76"/>
                        </a:lnTo>
                        <a:lnTo>
                          <a:pt x="60" y="75"/>
                        </a:lnTo>
                        <a:lnTo>
                          <a:pt x="58" y="74"/>
                        </a:lnTo>
                        <a:lnTo>
                          <a:pt x="57" y="74"/>
                        </a:lnTo>
                        <a:lnTo>
                          <a:pt x="56" y="72"/>
                        </a:lnTo>
                        <a:lnTo>
                          <a:pt x="56" y="71"/>
                        </a:lnTo>
                        <a:lnTo>
                          <a:pt x="54" y="68"/>
                        </a:lnTo>
                        <a:lnTo>
                          <a:pt x="53" y="67"/>
                        </a:lnTo>
                        <a:lnTo>
                          <a:pt x="52" y="66"/>
                        </a:lnTo>
                        <a:lnTo>
                          <a:pt x="49" y="64"/>
                        </a:lnTo>
                        <a:lnTo>
                          <a:pt x="49" y="61"/>
                        </a:lnTo>
                        <a:lnTo>
                          <a:pt x="52" y="56"/>
                        </a:lnTo>
                        <a:lnTo>
                          <a:pt x="52" y="53"/>
                        </a:lnTo>
                        <a:lnTo>
                          <a:pt x="53" y="49"/>
                        </a:lnTo>
                        <a:lnTo>
                          <a:pt x="57" y="49"/>
                        </a:lnTo>
                        <a:lnTo>
                          <a:pt x="60" y="48"/>
                        </a:lnTo>
                        <a:lnTo>
                          <a:pt x="61" y="45"/>
                        </a:lnTo>
                        <a:lnTo>
                          <a:pt x="61" y="44"/>
                        </a:lnTo>
                        <a:lnTo>
                          <a:pt x="62" y="41"/>
                        </a:lnTo>
                        <a:lnTo>
                          <a:pt x="62" y="40"/>
                        </a:lnTo>
                        <a:lnTo>
                          <a:pt x="61" y="40"/>
                        </a:lnTo>
                        <a:lnTo>
                          <a:pt x="61" y="37"/>
                        </a:lnTo>
                        <a:lnTo>
                          <a:pt x="61" y="34"/>
                        </a:lnTo>
                        <a:lnTo>
                          <a:pt x="60" y="32"/>
                        </a:lnTo>
                        <a:lnTo>
                          <a:pt x="54" y="30"/>
                        </a:lnTo>
                        <a:lnTo>
                          <a:pt x="50" y="26"/>
                        </a:lnTo>
                        <a:lnTo>
                          <a:pt x="47" y="23"/>
                        </a:lnTo>
                        <a:lnTo>
                          <a:pt x="46" y="25"/>
                        </a:lnTo>
                        <a:lnTo>
                          <a:pt x="43" y="25"/>
                        </a:lnTo>
                        <a:lnTo>
                          <a:pt x="41" y="28"/>
                        </a:lnTo>
                        <a:lnTo>
                          <a:pt x="41" y="30"/>
                        </a:lnTo>
                        <a:lnTo>
                          <a:pt x="39" y="28"/>
                        </a:lnTo>
                        <a:lnTo>
                          <a:pt x="41" y="22"/>
                        </a:lnTo>
                        <a:lnTo>
                          <a:pt x="41" y="19"/>
                        </a:lnTo>
                        <a:lnTo>
                          <a:pt x="39" y="15"/>
                        </a:lnTo>
                        <a:lnTo>
                          <a:pt x="38" y="14"/>
                        </a:lnTo>
                        <a:lnTo>
                          <a:pt x="32" y="10"/>
                        </a:lnTo>
                        <a:lnTo>
                          <a:pt x="28" y="6"/>
                        </a:lnTo>
                        <a:lnTo>
                          <a:pt x="28" y="3"/>
                        </a:lnTo>
                        <a:lnTo>
                          <a:pt x="26" y="2"/>
                        </a:lnTo>
                        <a:lnTo>
                          <a:pt x="23" y="0"/>
                        </a:lnTo>
                        <a:lnTo>
                          <a:pt x="22" y="0"/>
                        </a:lnTo>
                        <a:lnTo>
                          <a:pt x="22" y="2"/>
                        </a:lnTo>
                        <a:lnTo>
                          <a:pt x="18" y="6"/>
                        </a:lnTo>
                        <a:lnTo>
                          <a:pt x="15" y="9"/>
                        </a:lnTo>
                        <a:lnTo>
                          <a:pt x="12" y="9"/>
                        </a:lnTo>
                        <a:lnTo>
                          <a:pt x="8" y="13"/>
                        </a:lnTo>
                        <a:lnTo>
                          <a:pt x="9" y="15"/>
                        </a:lnTo>
                        <a:lnTo>
                          <a:pt x="11" y="18"/>
                        </a:lnTo>
                        <a:lnTo>
                          <a:pt x="13" y="18"/>
                        </a:lnTo>
                        <a:lnTo>
                          <a:pt x="16" y="21"/>
                        </a:lnTo>
                        <a:lnTo>
                          <a:pt x="16" y="23"/>
                        </a:lnTo>
                        <a:lnTo>
                          <a:pt x="12" y="26"/>
                        </a:lnTo>
                        <a:lnTo>
                          <a:pt x="9" y="25"/>
                        </a:lnTo>
                        <a:lnTo>
                          <a:pt x="8" y="26"/>
                        </a:lnTo>
                        <a:lnTo>
                          <a:pt x="5" y="25"/>
                        </a:lnTo>
                        <a:lnTo>
                          <a:pt x="3" y="28"/>
                        </a:lnTo>
                        <a:lnTo>
                          <a:pt x="3" y="32"/>
                        </a:lnTo>
                        <a:lnTo>
                          <a:pt x="0" y="34"/>
                        </a:lnTo>
                        <a:lnTo>
                          <a:pt x="1" y="37"/>
                        </a:lnTo>
                        <a:lnTo>
                          <a:pt x="5" y="42"/>
                        </a:lnTo>
                        <a:lnTo>
                          <a:pt x="11" y="47"/>
                        </a:lnTo>
                        <a:lnTo>
                          <a:pt x="11" y="48"/>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96" name="Freeform 1010">
                    <a:extLst>
                      <a:ext uri="{FF2B5EF4-FFF2-40B4-BE49-F238E27FC236}">
                        <a16:creationId xmlns:a16="http://schemas.microsoft.com/office/drawing/2014/main" id="{9C553C37-967F-93BF-C746-AEBE719088B3}"/>
                      </a:ext>
                    </a:extLst>
                  </p:cNvPr>
                  <p:cNvSpPr>
                    <a:spLocks/>
                  </p:cNvSpPr>
                  <p:nvPr/>
                </p:nvSpPr>
                <p:spPr bwMode="auto">
                  <a:xfrm>
                    <a:off x="8461897" y="2849900"/>
                    <a:ext cx="65643" cy="89761"/>
                  </a:xfrm>
                  <a:custGeom>
                    <a:avLst/>
                    <a:gdLst/>
                    <a:ahLst/>
                    <a:cxnLst>
                      <a:cxn ang="0">
                        <a:pos x="12" y="48"/>
                      </a:cxn>
                      <a:cxn ang="0">
                        <a:pos x="15" y="48"/>
                      </a:cxn>
                      <a:cxn ang="0">
                        <a:pos x="20" y="51"/>
                      </a:cxn>
                      <a:cxn ang="0">
                        <a:pos x="18" y="57"/>
                      </a:cxn>
                      <a:cxn ang="0">
                        <a:pos x="19" y="60"/>
                      </a:cxn>
                      <a:cxn ang="0">
                        <a:pos x="23" y="63"/>
                      </a:cxn>
                      <a:cxn ang="0">
                        <a:pos x="27" y="64"/>
                      </a:cxn>
                      <a:cxn ang="0">
                        <a:pos x="24" y="68"/>
                      </a:cxn>
                      <a:cxn ang="0">
                        <a:pos x="22" y="78"/>
                      </a:cxn>
                      <a:cxn ang="0">
                        <a:pos x="20" y="83"/>
                      </a:cxn>
                      <a:cxn ang="0">
                        <a:pos x="20" y="87"/>
                      </a:cxn>
                      <a:cxn ang="0">
                        <a:pos x="20" y="91"/>
                      </a:cxn>
                      <a:cxn ang="0">
                        <a:pos x="26" y="97"/>
                      </a:cxn>
                      <a:cxn ang="0">
                        <a:pos x="28" y="102"/>
                      </a:cxn>
                      <a:cxn ang="0">
                        <a:pos x="35" y="108"/>
                      </a:cxn>
                      <a:cxn ang="0">
                        <a:pos x="39" y="105"/>
                      </a:cxn>
                      <a:cxn ang="0">
                        <a:pos x="43" y="105"/>
                      </a:cxn>
                      <a:cxn ang="0">
                        <a:pos x="46" y="102"/>
                      </a:cxn>
                      <a:cxn ang="0">
                        <a:pos x="54" y="101"/>
                      </a:cxn>
                      <a:cxn ang="0">
                        <a:pos x="60" y="95"/>
                      </a:cxn>
                      <a:cxn ang="0">
                        <a:pos x="64" y="97"/>
                      </a:cxn>
                      <a:cxn ang="0">
                        <a:pos x="72" y="95"/>
                      </a:cxn>
                      <a:cxn ang="0">
                        <a:pos x="69" y="93"/>
                      </a:cxn>
                      <a:cxn ang="0">
                        <a:pos x="65" y="90"/>
                      </a:cxn>
                      <a:cxn ang="0">
                        <a:pos x="62" y="85"/>
                      </a:cxn>
                      <a:cxn ang="0">
                        <a:pos x="61" y="82"/>
                      </a:cxn>
                      <a:cxn ang="0">
                        <a:pos x="60" y="75"/>
                      </a:cxn>
                      <a:cxn ang="0">
                        <a:pos x="57" y="74"/>
                      </a:cxn>
                      <a:cxn ang="0">
                        <a:pos x="56" y="71"/>
                      </a:cxn>
                      <a:cxn ang="0">
                        <a:pos x="53" y="67"/>
                      </a:cxn>
                      <a:cxn ang="0">
                        <a:pos x="49" y="64"/>
                      </a:cxn>
                      <a:cxn ang="0">
                        <a:pos x="52" y="56"/>
                      </a:cxn>
                      <a:cxn ang="0">
                        <a:pos x="53" y="49"/>
                      </a:cxn>
                      <a:cxn ang="0">
                        <a:pos x="60" y="48"/>
                      </a:cxn>
                      <a:cxn ang="0">
                        <a:pos x="61" y="44"/>
                      </a:cxn>
                      <a:cxn ang="0">
                        <a:pos x="62" y="40"/>
                      </a:cxn>
                      <a:cxn ang="0">
                        <a:pos x="61" y="37"/>
                      </a:cxn>
                      <a:cxn ang="0">
                        <a:pos x="60" y="32"/>
                      </a:cxn>
                      <a:cxn ang="0">
                        <a:pos x="50" y="26"/>
                      </a:cxn>
                      <a:cxn ang="0">
                        <a:pos x="46" y="25"/>
                      </a:cxn>
                      <a:cxn ang="0">
                        <a:pos x="41" y="28"/>
                      </a:cxn>
                      <a:cxn ang="0">
                        <a:pos x="39" y="28"/>
                      </a:cxn>
                      <a:cxn ang="0">
                        <a:pos x="41" y="19"/>
                      </a:cxn>
                      <a:cxn ang="0">
                        <a:pos x="38" y="14"/>
                      </a:cxn>
                      <a:cxn ang="0">
                        <a:pos x="28" y="6"/>
                      </a:cxn>
                      <a:cxn ang="0">
                        <a:pos x="26" y="2"/>
                      </a:cxn>
                      <a:cxn ang="0">
                        <a:pos x="22" y="0"/>
                      </a:cxn>
                      <a:cxn ang="0">
                        <a:pos x="18" y="6"/>
                      </a:cxn>
                      <a:cxn ang="0">
                        <a:pos x="12" y="9"/>
                      </a:cxn>
                      <a:cxn ang="0">
                        <a:pos x="9" y="15"/>
                      </a:cxn>
                      <a:cxn ang="0">
                        <a:pos x="13" y="18"/>
                      </a:cxn>
                      <a:cxn ang="0">
                        <a:pos x="16" y="23"/>
                      </a:cxn>
                      <a:cxn ang="0">
                        <a:pos x="9" y="25"/>
                      </a:cxn>
                      <a:cxn ang="0">
                        <a:pos x="5" y="25"/>
                      </a:cxn>
                      <a:cxn ang="0">
                        <a:pos x="3" y="32"/>
                      </a:cxn>
                      <a:cxn ang="0">
                        <a:pos x="1" y="37"/>
                      </a:cxn>
                      <a:cxn ang="0">
                        <a:pos x="11" y="47"/>
                      </a:cxn>
                    </a:cxnLst>
                    <a:rect l="0" t="0" r="r" b="b"/>
                    <a:pathLst>
                      <a:path w="72" h="108">
                        <a:moveTo>
                          <a:pt x="11" y="48"/>
                        </a:moveTo>
                        <a:lnTo>
                          <a:pt x="12" y="48"/>
                        </a:lnTo>
                        <a:lnTo>
                          <a:pt x="12" y="49"/>
                        </a:lnTo>
                        <a:lnTo>
                          <a:pt x="15" y="48"/>
                        </a:lnTo>
                        <a:lnTo>
                          <a:pt x="18" y="48"/>
                        </a:lnTo>
                        <a:lnTo>
                          <a:pt x="20" y="51"/>
                        </a:lnTo>
                        <a:lnTo>
                          <a:pt x="20" y="55"/>
                        </a:lnTo>
                        <a:lnTo>
                          <a:pt x="18" y="57"/>
                        </a:lnTo>
                        <a:lnTo>
                          <a:pt x="16" y="59"/>
                        </a:lnTo>
                        <a:lnTo>
                          <a:pt x="19" y="60"/>
                        </a:lnTo>
                        <a:lnTo>
                          <a:pt x="22" y="60"/>
                        </a:lnTo>
                        <a:lnTo>
                          <a:pt x="23" y="63"/>
                        </a:lnTo>
                        <a:lnTo>
                          <a:pt x="24" y="64"/>
                        </a:lnTo>
                        <a:lnTo>
                          <a:pt x="27" y="64"/>
                        </a:lnTo>
                        <a:lnTo>
                          <a:pt x="27" y="66"/>
                        </a:lnTo>
                        <a:lnTo>
                          <a:pt x="24" y="68"/>
                        </a:lnTo>
                        <a:lnTo>
                          <a:pt x="24" y="72"/>
                        </a:lnTo>
                        <a:lnTo>
                          <a:pt x="22" y="78"/>
                        </a:lnTo>
                        <a:lnTo>
                          <a:pt x="22" y="81"/>
                        </a:lnTo>
                        <a:lnTo>
                          <a:pt x="20" y="83"/>
                        </a:lnTo>
                        <a:lnTo>
                          <a:pt x="20" y="86"/>
                        </a:lnTo>
                        <a:lnTo>
                          <a:pt x="20" y="87"/>
                        </a:lnTo>
                        <a:lnTo>
                          <a:pt x="20" y="89"/>
                        </a:lnTo>
                        <a:lnTo>
                          <a:pt x="20" y="91"/>
                        </a:lnTo>
                        <a:lnTo>
                          <a:pt x="23" y="94"/>
                        </a:lnTo>
                        <a:lnTo>
                          <a:pt x="26" y="97"/>
                        </a:lnTo>
                        <a:lnTo>
                          <a:pt x="26" y="100"/>
                        </a:lnTo>
                        <a:lnTo>
                          <a:pt x="28" y="102"/>
                        </a:lnTo>
                        <a:lnTo>
                          <a:pt x="34" y="106"/>
                        </a:lnTo>
                        <a:lnTo>
                          <a:pt x="35" y="108"/>
                        </a:lnTo>
                        <a:lnTo>
                          <a:pt x="38" y="105"/>
                        </a:lnTo>
                        <a:lnTo>
                          <a:pt x="39" y="105"/>
                        </a:lnTo>
                        <a:lnTo>
                          <a:pt x="39" y="106"/>
                        </a:lnTo>
                        <a:lnTo>
                          <a:pt x="43" y="105"/>
                        </a:lnTo>
                        <a:lnTo>
                          <a:pt x="45" y="104"/>
                        </a:lnTo>
                        <a:lnTo>
                          <a:pt x="46" y="102"/>
                        </a:lnTo>
                        <a:lnTo>
                          <a:pt x="49" y="101"/>
                        </a:lnTo>
                        <a:lnTo>
                          <a:pt x="54" y="101"/>
                        </a:lnTo>
                        <a:lnTo>
                          <a:pt x="56" y="97"/>
                        </a:lnTo>
                        <a:lnTo>
                          <a:pt x="60" y="95"/>
                        </a:lnTo>
                        <a:lnTo>
                          <a:pt x="64" y="95"/>
                        </a:lnTo>
                        <a:lnTo>
                          <a:pt x="64" y="97"/>
                        </a:lnTo>
                        <a:lnTo>
                          <a:pt x="66" y="95"/>
                        </a:lnTo>
                        <a:lnTo>
                          <a:pt x="72" y="95"/>
                        </a:lnTo>
                        <a:lnTo>
                          <a:pt x="69" y="94"/>
                        </a:lnTo>
                        <a:lnTo>
                          <a:pt x="69" y="93"/>
                        </a:lnTo>
                        <a:lnTo>
                          <a:pt x="69" y="91"/>
                        </a:lnTo>
                        <a:lnTo>
                          <a:pt x="65" y="90"/>
                        </a:lnTo>
                        <a:lnTo>
                          <a:pt x="65" y="87"/>
                        </a:lnTo>
                        <a:lnTo>
                          <a:pt x="62" y="85"/>
                        </a:lnTo>
                        <a:lnTo>
                          <a:pt x="61" y="85"/>
                        </a:lnTo>
                        <a:lnTo>
                          <a:pt x="61" y="82"/>
                        </a:lnTo>
                        <a:lnTo>
                          <a:pt x="61" y="76"/>
                        </a:lnTo>
                        <a:lnTo>
                          <a:pt x="60" y="75"/>
                        </a:lnTo>
                        <a:lnTo>
                          <a:pt x="58" y="74"/>
                        </a:lnTo>
                        <a:lnTo>
                          <a:pt x="57" y="74"/>
                        </a:lnTo>
                        <a:lnTo>
                          <a:pt x="56" y="72"/>
                        </a:lnTo>
                        <a:lnTo>
                          <a:pt x="56" y="71"/>
                        </a:lnTo>
                        <a:lnTo>
                          <a:pt x="54" y="68"/>
                        </a:lnTo>
                        <a:lnTo>
                          <a:pt x="53" y="67"/>
                        </a:lnTo>
                        <a:lnTo>
                          <a:pt x="52" y="66"/>
                        </a:lnTo>
                        <a:lnTo>
                          <a:pt x="49" y="64"/>
                        </a:lnTo>
                        <a:lnTo>
                          <a:pt x="49" y="61"/>
                        </a:lnTo>
                        <a:lnTo>
                          <a:pt x="52" y="56"/>
                        </a:lnTo>
                        <a:lnTo>
                          <a:pt x="52" y="53"/>
                        </a:lnTo>
                        <a:lnTo>
                          <a:pt x="53" y="49"/>
                        </a:lnTo>
                        <a:lnTo>
                          <a:pt x="57" y="49"/>
                        </a:lnTo>
                        <a:lnTo>
                          <a:pt x="60" y="48"/>
                        </a:lnTo>
                        <a:lnTo>
                          <a:pt x="61" y="45"/>
                        </a:lnTo>
                        <a:lnTo>
                          <a:pt x="61" y="44"/>
                        </a:lnTo>
                        <a:lnTo>
                          <a:pt x="62" y="41"/>
                        </a:lnTo>
                        <a:lnTo>
                          <a:pt x="62" y="40"/>
                        </a:lnTo>
                        <a:lnTo>
                          <a:pt x="61" y="40"/>
                        </a:lnTo>
                        <a:lnTo>
                          <a:pt x="61" y="37"/>
                        </a:lnTo>
                        <a:lnTo>
                          <a:pt x="61" y="34"/>
                        </a:lnTo>
                        <a:lnTo>
                          <a:pt x="60" y="32"/>
                        </a:lnTo>
                        <a:lnTo>
                          <a:pt x="54" y="30"/>
                        </a:lnTo>
                        <a:lnTo>
                          <a:pt x="50" y="26"/>
                        </a:lnTo>
                        <a:lnTo>
                          <a:pt x="47" y="23"/>
                        </a:lnTo>
                        <a:lnTo>
                          <a:pt x="46" y="25"/>
                        </a:lnTo>
                        <a:lnTo>
                          <a:pt x="43" y="25"/>
                        </a:lnTo>
                        <a:lnTo>
                          <a:pt x="41" y="28"/>
                        </a:lnTo>
                        <a:lnTo>
                          <a:pt x="41" y="30"/>
                        </a:lnTo>
                        <a:lnTo>
                          <a:pt x="39" y="28"/>
                        </a:lnTo>
                        <a:lnTo>
                          <a:pt x="41" y="22"/>
                        </a:lnTo>
                        <a:lnTo>
                          <a:pt x="41" y="19"/>
                        </a:lnTo>
                        <a:lnTo>
                          <a:pt x="39" y="15"/>
                        </a:lnTo>
                        <a:lnTo>
                          <a:pt x="38" y="14"/>
                        </a:lnTo>
                        <a:lnTo>
                          <a:pt x="32" y="10"/>
                        </a:lnTo>
                        <a:lnTo>
                          <a:pt x="28" y="6"/>
                        </a:lnTo>
                        <a:lnTo>
                          <a:pt x="28" y="3"/>
                        </a:lnTo>
                        <a:lnTo>
                          <a:pt x="26" y="2"/>
                        </a:lnTo>
                        <a:lnTo>
                          <a:pt x="23" y="0"/>
                        </a:lnTo>
                        <a:lnTo>
                          <a:pt x="22" y="0"/>
                        </a:lnTo>
                        <a:lnTo>
                          <a:pt x="22" y="2"/>
                        </a:lnTo>
                        <a:lnTo>
                          <a:pt x="18" y="6"/>
                        </a:lnTo>
                        <a:lnTo>
                          <a:pt x="15" y="9"/>
                        </a:lnTo>
                        <a:lnTo>
                          <a:pt x="12" y="9"/>
                        </a:lnTo>
                        <a:lnTo>
                          <a:pt x="8" y="13"/>
                        </a:lnTo>
                        <a:lnTo>
                          <a:pt x="9" y="15"/>
                        </a:lnTo>
                        <a:lnTo>
                          <a:pt x="11" y="18"/>
                        </a:lnTo>
                        <a:lnTo>
                          <a:pt x="13" y="18"/>
                        </a:lnTo>
                        <a:lnTo>
                          <a:pt x="16" y="21"/>
                        </a:lnTo>
                        <a:lnTo>
                          <a:pt x="16" y="23"/>
                        </a:lnTo>
                        <a:lnTo>
                          <a:pt x="12" y="26"/>
                        </a:lnTo>
                        <a:lnTo>
                          <a:pt x="9" y="25"/>
                        </a:lnTo>
                        <a:lnTo>
                          <a:pt x="8" y="26"/>
                        </a:lnTo>
                        <a:lnTo>
                          <a:pt x="5" y="25"/>
                        </a:lnTo>
                        <a:lnTo>
                          <a:pt x="3" y="28"/>
                        </a:lnTo>
                        <a:lnTo>
                          <a:pt x="3" y="32"/>
                        </a:lnTo>
                        <a:lnTo>
                          <a:pt x="0" y="34"/>
                        </a:lnTo>
                        <a:lnTo>
                          <a:pt x="1" y="37"/>
                        </a:lnTo>
                        <a:lnTo>
                          <a:pt x="5" y="42"/>
                        </a:lnTo>
                        <a:lnTo>
                          <a:pt x="11" y="47"/>
                        </a:lnTo>
                        <a:lnTo>
                          <a:pt x="11" y="48"/>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97" name="Freeform 1011">
                    <a:extLst>
                      <a:ext uri="{FF2B5EF4-FFF2-40B4-BE49-F238E27FC236}">
                        <a16:creationId xmlns:a16="http://schemas.microsoft.com/office/drawing/2014/main" id="{658E9D97-FCCA-2CD9-6DCC-EF35F8A7508D}"/>
                      </a:ext>
                    </a:extLst>
                  </p:cNvPr>
                  <p:cNvSpPr>
                    <a:spLocks noEditPoints="1"/>
                  </p:cNvSpPr>
                  <p:nvPr/>
                </p:nvSpPr>
                <p:spPr bwMode="auto">
                  <a:xfrm>
                    <a:off x="8307819" y="2800863"/>
                    <a:ext cx="174136" cy="143784"/>
                  </a:xfrm>
                  <a:custGeom>
                    <a:avLst/>
                    <a:gdLst/>
                    <a:ahLst/>
                    <a:cxnLst>
                      <a:cxn ang="0">
                        <a:pos x="108" y="173"/>
                      </a:cxn>
                      <a:cxn ang="0">
                        <a:pos x="128" y="156"/>
                      </a:cxn>
                      <a:cxn ang="0">
                        <a:pos x="135" y="148"/>
                      </a:cxn>
                      <a:cxn ang="0">
                        <a:pos x="128" y="131"/>
                      </a:cxn>
                      <a:cxn ang="0">
                        <a:pos x="123" y="123"/>
                      </a:cxn>
                      <a:cxn ang="0">
                        <a:pos x="144" y="126"/>
                      </a:cxn>
                      <a:cxn ang="0">
                        <a:pos x="166" y="118"/>
                      </a:cxn>
                      <a:cxn ang="0">
                        <a:pos x="174" y="101"/>
                      </a:cxn>
                      <a:cxn ang="0">
                        <a:pos x="174" y="84"/>
                      </a:cxn>
                      <a:cxn ang="0">
                        <a:pos x="185" y="80"/>
                      </a:cxn>
                      <a:cxn ang="0">
                        <a:pos x="181" y="68"/>
                      </a:cxn>
                      <a:cxn ang="0">
                        <a:pos x="191" y="58"/>
                      </a:cxn>
                      <a:cxn ang="0">
                        <a:pos x="176" y="57"/>
                      </a:cxn>
                      <a:cxn ang="0">
                        <a:pos x="168" y="57"/>
                      </a:cxn>
                      <a:cxn ang="0">
                        <a:pos x="176" y="50"/>
                      </a:cxn>
                      <a:cxn ang="0">
                        <a:pos x="165" y="42"/>
                      </a:cxn>
                      <a:cxn ang="0">
                        <a:pos x="155" y="36"/>
                      </a:cxn>
                      <a:cxn ang="0">
                        <a:pos x="147" y="32"/>
                      </a:cxn>
                      <a:cxn ang="0">
                        <a:pos x="161" y="28"/>
                      </a:cxn>
                      <a:cxn ang="0">
                        <a:pos x="144" y="25"/>
                      </a:cxn>
                      <a:cxn ang="0">
                        <a:pos x="125" y="31"/>
                      </a:cxn>
                      <a:cxn ang="0">
                        <a:pos x="113" y="35"/>
                      </a:cxn>
                      <a:cxn ang="0">
                        <a:pos x="83" y="31"/>
                      </a:cxn>
                      <a:cxn ang="0">
                        <a:pos x="75" y="25"/>
                      </a:cxn>
                      <a:cxn ang="0">
                        <a:pos x="59" y="16"/>
                      </a:cxn>
                      <a:cxn ang="0">
                        <a:pos x="52" y="5"/>
                      </a:cxn>
                      <a:cxn ang="0">
                        <a:pos x="44" y="15"/>
                      </a:cxn>
                      <a:cxn ang="0">
                        <a:pos x="49" y="19"/>
                      </a:cxn>
                      <a:cxn ang="0">
                        <a:pos x="41" y="20"/>
                      </a:cxn>
                      <a:cxn ang="0">
                        <a:pos x="28" y="31"/>
                      </a:cxn>
                      <a:cxn ang="0">
                        <a:pos x="24" y="51"/>
                      </a:cxn>
                      <a:cxn ang="0">
                        <a:pos x="19" y="39"/>
                      </a:cxn>
                      <a:cxn ang="0">
                        <a:pos x="24" y="23"/>
                      </a:cxn>
                      <a:cxn ang="0">
                        <a:pos x="24" y="13"/>
                      </a:cxn>
                      <a:cxn ang="0">
                        <a:pos x="21" y="13"/>
                      </a:cxn>
                      <a:cxn ang="0">
                        <a:pos x="9" y="27"/>
                      </a:cxn>
                      <a:cxn ang="0">
                        <a:pos x="2" y="47"/>
                      </a:cxn>
                      <a:cxn ang="0">
                        <a:pos x="14" y="63"/>
                      </a:cxn>
                      <a:cxn ang="0">
                        <a:pos x="13" y="74"/>
                      </a:cxn>
                      <a:cxn ang="0">
                        <a:pos x="28" y="80"/>
                      </a:cxn>
                      <a:cxn ang="0">
                        <a:pos x="44" y="80"/>
                      </a:cxn>
                      <a:cxn ang="0">
                        <a:pos x="63" y="92"/>
                      </a:cxn>
                      <a:cxn ang="0">
                        <a:pos x="78" y="92"/>
                      </a:cxn>
                      <a:cxn ang="0">
                        <a:pos x="83" y="100"/>
                      </a:cxn>
                      <a:cxn ang="0">
                        <a:pos x="78" y="112"/>
                      </a:cxn>
                      <a:cxn ang="0">
                        <a:pos x="78" y="126"/>
                      </a:cxn>
                      <a:cxn ang="0">
                        <a:pos x="81" y="144"/>
                      </a:cxn>
                      <a:cxn ang="0">
                        <a:pos x="83" y="152"/>
                      </a:cxn>
                      <a:cxn ang="0">
                        <a:pos x="89" y="165"/>
                      </a:cxn>
                      <a:cxn ang="0">
                        <a:pos x="72" y="6"/>
                      </a:cxn>
                      <a:cxn ang="0">
                        <a:pos x="63" y="5"/>
                      </a:cxn>
                      <a:cxn ang="0">
                        <a:pos x="60" y="2"/>
                      </a:cxn>
                      <a:cxn ang="0">
                        <a:pos x="48" y="0"/>
                      </a:cxn>
                      <a:cxn ang="0">
                        <a:pos x="131" y="23"/>
                      </a:cxn>
                      <a:cxn ang="0">
                        <a:pos x="128" y="24"/>
                      </a:cxn>
                    </a:cxnLst>
                    <a:rect l="0" t="0" r="r" b="b"/>
                    <a:pathLst>
                      <a:path w="191" h="173">
                        <a:moveTo>
                          <a:pt x="89" y="165"/>
                        </a:moveTo>
                        <a:lnTo>
                          <a:pt x="94" y="169"/>
                        </a:lnTo>
                        <a:lnTo>
                          <a:pt x="100" y="173"/>
                        </a:lnTo>
                        <a:lnTo>
                          <a:pt x="102" y="173"/>
                        </a:lnTo>
                        <a:lnTo>
                          <a:pt x="108" y="173"/>
                        </a:lnTo>
                        <a:lnTo>
                          <a:pt x="112" y="169"/>
                        </a:lnTo>
                        <a:lnTo>
                          <a:pt x="117" y="167"/>
                        </a:lnTo>
                        <a:lnTo>
                          <a:pt x="119" y="164"/>
                        </a:lnTo>
                        <a:lnTo>
                          <a:pt x="127" y="160"/>
                        </a:lnTo>
                        <a:lnTo>
                          <a:pt x="128" y="156"/>
                        </a:lnTo>
                        <a:lnTo>
                          <a:pt x="129" y="153"/>
                        </a:lnTo>
                        <a:lnTo>
                          <a:pt x="136" y="152"/>
                        </a:lnTo>
                        <a:lnTo>
                          <a:pt x="140" y="150"/>
                        </a:lnTo>
                        <a:lnTo>
                          <a:pt x="140" y="148"/>
                        </a:lnTo>
                        <a:lnTo>
                          <a:pt x="135" y="148"/>
                        </a:lnTo>
                        <a:lnTo>
                          <a:pt x="131" y="148"/>
                        </a:lnTo>
                        <a:lnTo>
                          <a:pt x="124" y="145"/>
                        </a:lnTo>
                        <a:lnTo>
                          <a:pt x="125" y="141"/>
                        </a:lnTo>
                        <a:lnTo>
                          <a:pt x="124" y="138"/>
                        </a:lnTo>
                        <a:lnTo>
                          <a:pt x="128" y="131"/>
                        </a:lnTo>
                        <a:lnTo>
                          <a:pt x="127" y="129"/>
                        </a:lnTo>
                        <a:lnTo>
                          <a:pt x="124" y="126"/>
                        </a:lnTo>
                        <a:lnTo>
                          <a:pt x="120" y="125"/>
                        </a:lnTo>
                        <a:lnTo>
                          <a:pt x="119" y="122"/>
                        </a:lnTo>
                        <a:lnTo>
                          <a:pt x="123" y="123"/>
                        </a:lnTo>
                        <a:lnTo>
                          <a:pt x="127" y="123"/>
                        </a:lnTo>
                        <a:lnTo>
                          <a:pt x="131" y="126"/>
                        </a:lnTo>
                        <a:lnTo>
                          <a:pt x="136" y="126"/>
                        </a:lnTo>
                        <a:lnTo>
                          <a:pt x="143" y="125"/>
                        </a:lnTo>
                        <a:lnTo>
                          <a:pt x="144" y="126"/>
                        </a:lnTo>
                        <a:lnTo>
                          <a:pt x="149" y="125"/>
                        </a:lnTo>
                        <a:lnTo>
                          <a:pt x="154" y="120"/>
                        </a:lnTo>
                        <a:lnTo>
                          <a:pt x="158" y="119"/>
                        </a:lnTo>
                        <a:lnTo>
                          <a:pt x="159" y="120"/>
                        </a:lnTo>
                        <a:lnTo>
                          <a:pt x="166" y="118"/>
                        </a:lnTo>
                        <a:lnTo>
                          <a:pt x="170" y="118"/>
                        </a:lnTo>
                        <a:lnTo>
                          <a:pt x="178" y="112"/>
                        </a:lnTo>
                        <a:lnTo>
                          <a:pt x="180" y="110"/>
                        </a:lnTo>
                        <a:lnTo>
                          <a:pt x="180" y="106"/>
                        </a:lnTo>
                        <a:lnTo>
                          <a:pt x="174" y="101"/>
                        </a:lnTo>
                        <a:lnTo>
                          <a:pt x="170" y="96"/>
                        </a:lnTo>
                        <a:lnTo>
                          <a:pt x="169" y="93"/>
                        </a:lnTo>
                        <a:lnTo>
                          <a:pt x="172" y="91"/>
                        </a:lnTo>
                        <a:lnTo>
                          <a:pt x="172" y="87"/>
                        </a:lnTo>
                        <a:lnTo>
                          <a:pt x="174" y="84"/>
                        </a:lnTo>
                        <a:lnTo>
                          <a:pt x="177" y="85"/>
                        </a:lnTo>
                        <a:lnTo>
                          <a:pt x="178" y="84"/>
                        </a:lnTo>
                        <a:lnTo>
                          <a:pt x="181" y="85"/>
                        </a:lnTo>
                        <a:lnTo>
                          <a:pt x="185" y="82"/>
                        </a:lnTo>
                        <a:lnTo>
                          <a:pt x="185" y="80"/>
                        </a:lnTo>
                        <a:lnTo>
                          <a:pt x="182" y="77"/>
                        </a:lnTo>
                        <a:lnTo>
                          <a:pt x="180" y="77"/>
                        </a:lnTo>
                        <a:lnTo>
                          <a:pt x="178" y="74"/>
                        </a:lnTo>
                        <a:lnTo>
                          <a:pt x="177" y="72"/>
                        </a:lnTo>
                        <a:lnTo>
                          <a:pt x="181" y="68"/>
                        </a:lnTo>
                        <a:lnTo>
                          <a:pt x="184" y="68"/>
                        </a:lnTo>
                        <a:lnTo>
                          <a:pt x="187" y="65"/>
                        </a:lnTo>
                        <a:lnTo>
                          <a:pt x="191" y="61"/>
                        </a:lnTo>
                        <a:lnTo>
                          <a:pt x="191" y="59"/>
                        </a:lnTo>
                        <a:lnTo>
                          <a:pt x="191" y="58"/>
                        </a:lnTo>
                        <a:lnTo>
                          <a:pt x="185" y="57"/>
                        </a:lnTo>
                        <a:lnTo>
                          <a:pt x="182" y="57"/>
                        </a:lnTo>
                        <a:lnTo>
                          <a:pt x="181" y="57"/>
                        </a:lnTo>
                        <a:lnTo>
                          <a:pt x="178" y="57"/>
                        </a:lnTo>
                        <a:lnTo>
                          <a:pt x="176" y="57"/>
                        </a:lnTo>
                        <a:lnTo>
                          <a:pt x="174" y="57"/>
                        </a:lnTo>
                        <a:lnTo>
                          <a:pt x="169" y="58"/>
                        </a:lnTo>
                        <a:lnTo>
                          <a:pt x="166" y="58"/>
                        </a:lnTo>
                        <a:lnTo>
                          <a:pt x="165" y="58"/>
                        </a:lnTo>
                        <a:lnTo>
                          <a:pt x="168" y="57"/>
                        </a:lnTo>
                        <a:lnTo>
                          <a:pt x="169" y="57"/>
                        </a:lnTo>
                        <a:lnTo>
                          <a:pt x="172" y="55"/>
                        </a:lnTo>
                        <a:lnTo>
                          <a:pt x="173" y="54"/>
                        </a:lnTo>
                        <a:lnTo>
                          <a:pt x="176" y="51"/>
                        </a:lnTo>
                        <a:lnTo>
                          <a:pt x="176" y="50"/>
                        </a:lnTo>
                        <a:lnTo>
                          <a:pt x="174" y="48"/>
                        </a:lnTo>
                        <a:lnTo>
                          <a:pt x="174" y="47"/>
                        </a:lnTo>
                        <a:lnTo>
                          <a:pt x="173" y="46"/>
                        </a:lnTo>
                        <a:lnTo>
                          <a:pt x="169" y="43"/>
                        </a:lnTo>
                        <a:lnTo>
                          <a:pt x="165" y="42"/>
                        </a:lnTo>
                        <a:lnTo>
                          <a:pt x="163" y="40"/>
                        </a:lnTo>
                        <a:lnTo>
                          <a:pt x="162" y="39"/>
                        </a:lnTo>
                        <a:lnTo>
                          <a:pt x="159" y="39"/>
                        </a:lnTo>
                        <a:lnTo>
                          <a:pt x="158" y="38"/>
                        </a:lnTo>
                        <a:lnTo>
                          <a:pt x="155" y="36"/>
                        </a:lnTo>
                        <a:lnTo>
                          <a:pt x="154" y="36"/>
                        </a:lnTo>
                        <a:lnTo>
                          <a:pt x="154" y="39"/>
                        </a:lnTo>
                        <a:lnTo>
                          <a:pt x="151" y="36"/>
                        </a:lnTo>
                        <a:lnTo>
                          <a:pt x="151" y="34"/>
                        </a:lnTo>
                        <a:lnTo>
                          <a:pt x="147" y="32"/>
                        </a:lnTo>
                        <a:lnTo>
                          <a:pt x="147" y="31"/>
                        </a:lnTo>
                        <a:lnTo>
                          <a:pt x="149" y="29"/>
                        </a:lnTo>
                        <a:lnTo>
                          <a:pt x="155" y="29"/>
                        </a:lnTo>
                        <a:lnTo>
                          <a:pt x="157" y="28"/>
                        </a:lnTo>
                        <a:lnTo>
                          <a:pt x="161" y="28"/>
                        </a:lnTo>
                        <a:lnTo>
                          <a:pt x="162" y="25"/>
                        </a:lnTo>
                        <a:lnTo>
                          <a:pt x="158" y="27"/>
                        </a:lnTo>
                        <a:lnTo>
                          <a:pt x="151" y="25"/>
                        </a:lnTo>
                        <a:lnTo>
                          <a:pt x="147" y="25"/>
                        </a:lnTo>
                        <a:lnTo>
                          <a:pt x="144" y="25"/>
                        </a:lnTo>
                        <a:lnTo>
                          <a:pt x="138" y="28"/>
                        </a:lnTo>
                        <a:lnTo>
                          <a:pt x="135" y="27"/>
                        </a:lnTo>
                        <a:lnTo>
                          <a:pt x="132" y="27"/>
                        </a:lnTo>
                        <a:lnTo>
                          <a:pt x="128" y="31"/>
                        </a:lnTo>
                        <a:lnTo>
                          <a:pt x="125" y="31"/>
                        </a:lnTo>
                        <a:lnTo>
                          <a:pt x="121" y="34"/>
                        </a:lnTo>
                        <a:lnTo>
                          <a:pt x="120" y="35"/>
                        </a:lnTo>
                        <a:lnTo>
                          <a:pt x="116" y="35"/>
                        </a:lnTo>
                        <a:lnTo>
                          <a:pt x="115" y="36"/>
                        </a:lnTo>
                        <a:lnTo>
                          <a:pt x="113" y="35"/>
                        </a:lnTo>
                        <a:lnTo>
                          <a:pt x="106" y="31"/>
                        </a:lnTo>
                        <a:lnTo>
                          <a:pt x="105" y="28"/>
                        </a:lnTo>
                        <a:lnTo>
                          <a:pt x="104" y="28"/>
                        </a:lnTo>
                        <a:lnTo>
                          <a:pt x="97" y="28"/>
                        </a:lnTo>
                        <a:lnTo>
                          <a:pt x="83" y="31"/>
                        </a:lnTo>
                        <a:lnTo>
                          <a:pt x="77" y="31"/>
                        </a:lnTo>
                        <a:lnTo>
                          <a:pt x="74" y="29"/>
                        </a:lnTo>
                        <a:lnTo>
                          <a:pt x="72" y="28"/>
                        </a:lnTo>
                        <a:lnTo>
                          <a:pt x="72" y="25"/>
                        </a:lnTo>
                        <a:lnTo>
                          <a:pt x="75" y="25"/>
                        </a:lnTo>
                        <a:lnTo>
                          <a:pt x="74" y="23"/>
                        </a:lnTo>
                        <a:lnTo>
                          <a:pt x="71" y="19"/>
                        </a:lnTo>
                        <a:lnTo>
                          <a:pt x="68" y="17"/>
                        </a:lnTo>
                        <a:lnTo>
                          <a:pt x="62" y="19"/>
                        </a:lnTo>
                        <a:lnTo>
                          <a:pt x="59" y="16"/>
                        </a:lnTo>
                        <a:lnTo>
                          <a:pt x="56" y="16"/>
                        </a:lnTo>
                        <a:lnTo>
                          <a:pt x="55" y="17"/>
                        </a:lnTo>
                        <a:lnTo>
                          <a:pt x="52" y="13"/>
                        </a:lnTo>
                        <a:lnTo>
                          <a:pt x="52" y="9"/>
                        </a:lnTo>
                        <a:lnTo>
                          <a:pt x="52" y="5"/>
                        </a:lnTo>
                        <a:lnTo>
                          <a:pt x="51" y="4"/>
                        </a:lnTo>
                        <a:lnTo>
                          <a:pt x="47" y="5"/>
                        </a:lnTo>
                        <a:lnTo>
                          <a:pt x="43" y="10"/>
                        </a:lnTo>
                        <a:lnTo>
                          <a:pt x="43" y="13"/>
                        </a:lnTo>
                        <a:lnTo>
                          <a:pt x="44" y="15"/>
                        </a:lnTo>
                        <a:lnTo>
                          <a:pt x="47" y="13"/>
                        </a:lnTo>
                        <a:lnTo>
                          <a:pt x="49" y="13"/>
                        </a:lnTo>
                        <a:lnTo>
                          <a:pt x="52" y="16"/>
                        </a:lnTo>
                        <a:lnTo>
                          <a:pt x="52" y="17"/>
                        </a:lnTo>
                        <a:lnTo>
                          <a:pt x="49" y="19"/>
                        </a:lnTo>
                        <a:lnTo>
                          <a:pt x="47" y="17"/>
                        </a:lnTo>
                        <a:lnTo>
                          <a:pt x="45" y="16"/>
                        </a:lnTo>
                        <a:lnTo>
                          <a:pt x="44" y="17"/>
                        </a:lnTo>
                        <a:lnTo>
                          <a:pt x="44" y="19"/>
                        </a:lnTo>
                        <a:lnTo>
                          <a:pt x="41" y="20"/>
                        </a:lnTo>
                        <a:lnTo>
                          <a:pt x="34" y="21"/>
                        </a:lnTo>
                        <a:lnTo>
                          <a:pt x="29" y="24"/>
                        </a:lnTo>
                        <a:lnTo>
                          <a:pt x="26" y="25"/>
                        </a:lnTo>
                        <a:lnTo>
                          <a:pt x="26" y="28"/>
                        </a:lnTo>
                        <a:lnTo>
                          <a:pt x="28" y="31"/>
                        </a:lnTo>
                        <a:lnTo>
                          <a:pt x="28" y="38"/>
                        </a:lnTo>
                        <a:lnTo>
                          <a:pt x="29" y="40"/>
                        </a:lnTo>
                        <a:lnTo>
                          <a:pt x="30" y="44"/>
                        </a:lnTo>
                        <a:lnTo>
                          <a:pt x="28" y="48"/>
                        </a:lnTo>
                        <a:lnTo>
                          <a:pt x="24" y="51"/>
                        </a:lnTo>
                        <a:lnTo>
                          <a:pt x="21" y="51"/>
                        </a:lnTo>
                        <a:lnTo>
                          <a:pt x="21" y="47"/>
                        </a:lnTo>
                        <a:lnTo>
                          <a:pt x="18" y="43"/>
                        </a:lnTo>
                        <a:lnTo>
                          <a:pt x="17" y="40"/>
                        </a:lnTo>
                        <a:lnTo>
                          <a:pt x="19" y="39"/>
                        </a:lnTo>
                        <a:lnTo>
                          <a:pt x="19" y="36"/>
                        </a:lnTo>
                        <a:lnTo>
                          <a:pt x="25" y="31"/>
                        </a:lnTo>
                        <a:lnTo>
                          <a:pt x="25" y="27"/>
                        </a:lnTo>
                        <a:lnTo>
                          <a:pt x="24" y="24"/>
                        </a:lnTo>
                        <a:lnTo>
                          <a:pt x="24" y="23"/>
                        </a:lnTo>
                        <a:lnTo>
                          <a:pt x="24" y="21"/>
                        </a:lnTo>
                        <a:lnTo>
                          <a:pt x="21" y="20"/>
                        </a:lnTo>
                        <a:lnTo>
                          <a:pt x="19" y="17"/>
                        </a:lnTo>
                        <a:lnTo>
                          <a:pt x="21" y="15"/>
                        </a:lnTo>
                        <a:lnTo>
                          <a:pt x="24" y="13"/>
                        </a:lnTo>
                        <a:lnTo>
                          <a:pt x="28" y="13"/>
                        </a:lnTo>
                        <a:lnTo>
                          <a:pt x="30" y="9"/>
                        </a:lnTo>
                        <a:lnTo>
                          <a:pt x="29" y="9"/>
                        </a:lnTo>
                        <a:lnTo>
                          <a:pt x="28" y="10"/>
                        </a:lnTo>
                        <a:lnTo>
                          <a:pt x="21" y="13"/>
                        </a:lnTo>
                        <a:lnTo>
                          <a:pt x="17" y="19"/>
                        </a:lnTo>
                        <a:lnTo>
                          <a:pt x="15" y="21"/>
                        </a:lnTo>
                        <a:lnTo>
                          <a:pt x="13" y="21"/>
                        </a:lnTo>
                        <a:lnTo>
                          <a:pt x="10" y="25"/>
                        </a:lnTo>
                        <a:lnTo>
                          <a:pt x="9" y="27"/>
                        </a:lnTo>
                        <a:lnTo>
                          <a:pt x="5" y="34"/>
                        </a:lnTo>
                        <a:lnTo>
                          <a:pt x="3" y="36"/>
                        </a:lnTo>
                        <a:lnTo>
                          <a:pt x="5" y="39"/>
                        </a:lnTo>
                        <a:lnTo>
                          <a:pt x="3" y="43"/>
                        </a:lnTo>
                        <a:lnTo>
                          <a:pt x="2" y="47"/>
                        </a:lnTo>
                        <a:lnTo>
                          <a:pt x="0" y="50"/>
                        </a:lnTo>
                        <a:lnTo>
                          <a:pt x="3" y="48"/>
                        </a:lnTo>
                        <a:lnTo>
                          <a:pt x="6" y="48"/>
                        </a:lnTo>
                        <a:lnTo>
                          <a:pt x="11" y="59"/>
                        </a:lnTo>
                        <a:lnTo>
                          <a:pt x="14" y="63"/>
                        </a:lnTo>
                        <a:lnTo>
                          <a:pt x="14" y="66"/>
                        </a:lnTo>
                        <a:lnTo>
                          <a:pt x="13" y="69"/>
                        </a:lnTo>
                        <a:lnTo>
                          <a:pt x="13" y="72"/>
                        </a:lnTo>
                        <a:lnTo>
                          <a:pt x="13" y="73"/>
                        </a:lnTo>
                        <a:lnTo>
                          <a:pt x="13" y="74"/>
                        </a:lnTo>
                        <a:lnTo>
                          <a:pt x="15" y="77"/>
                        </a:lnTo>
                        <a:lnTo>
                          <a:pt x="19" y="78"/>
                        </a:lnTo>
                        <a:lnTo>
                          <a:pt x="22" y="80"/>
                        </a:lnTo>
                        <a:lnTo>
                          <a:pt x="25" y="81"/>
                        </a:lnTo>
                        <a:lnTo>
                          <a:pt x="28" y="80"/>
                        </a:lnTo>
                        <a:lnTo>
                          <a:pt x="30" y="80"/>
                        </a:lnTo>
                        <a:lnTo>
                          <a:pt x="34" y="81"/>
                        </a:lnTo>
                        <a:lnTo>
                          <a:pt x="36" y="80"/>
                        </a:lnTo>
                        <a:lnTo>
                          <a:pt x="40" y="80"/>
                        </a:lnTo>
                        <a:lnTo>
                          <a:pt x="44" y="80"/>
                        </a:lnTo>
                        <a:lnTo>
                          <a:pt x="47" y="81"/>
                        </a:lnTo>
                        <a:lnTo>
                          <a:pt x="57" y="92"/>
                        </a:lnTo>
                        <a:lnTo>
                          <a:pt x="62" y="91"/>
                        </a:lnTo>
                        <a:lnTo>
                          <a:pt x="62" y="92"/>
                        </a:lnTo>
                        <a:lnTo>
                          <a:pt x="63" y="92"/>
                        </a:lnTo>
                        <a:lnTo>
                          <a:pt x="66" y="92"/>
                        </a:lnTo>
                        <a:lnTo>
                          <a:pt x="68" y="93"/>
                        </a:lnTo>
                        <a:lnTo>
                          <a:pt x="71" y="92"/>
                        </a:lnTo>
                        <a:lnTo>
                          <a:pt x="74" y="92"/>
                        </a:lnTo>
                        <a:lnTo>
                          <a:pt x="78" y="92"/>
                        </a:lnTo>
                        <a:lnTo>
                          <a:pt x="78" y="91"/>
                        </a:lnTo>
                        <a:lnTo>
                          <a:pt x="81" y="91"/>
                        </a:lnTo>
                        <a:lnTo>
                          <a:pt x="83" y="92"/>
                        </a:lnTo>
                        <a:lnTo>
                          <a:pt x="83" y="97"/>
                        </a:lnTo>
                        <a:lnTo>
                          <a:pt x="83" y="100"/>
                        </a:lnTo>
                        <a:lnTo>
                          <a:pt x="83" y="103"/>
                        </a:lnTo>
                        <a:lnTo>
                          <a:pt x="82" y="104"/>
                        </a:lnTo>
                        <a:lnTo>
                          <a:pt x="78" y="106"/>
                        </a:lnTo>
                        <a:lnTo>
                          <a:pt x="77" y="107"/>
                        </a:lnTo>
                        <a:lnTo>
                          <a:pt x="78" y="112"/>
                        </a:lnTo>
                        <a:lnTo>
                          <a:pt x="78" y="114"/>
                        </a:lnTo>
                        <a:lnTo>
                          <a:pt x="77" y="118"/>
                        </a:lnTo>
                        <a:lnTo>
                          <a:pt x="77" y="122"/>
                        </a:lnTo>
                        <a:lnTo>
                          <a:pt x="78" y="125"/>
                        </a:lnTo>
                        <a:lnTo>
                          <a:pt x="78" y="126"/>
                        </a:lnTo>
                        <a:lnTo>
                          <a:pt x="82" y="134"/>
                        </a:lnTo>
                        <a:lnTo>
                          <a:pt x="77" y="142"/>
                        </a:lnTo>
                        <a:lnTo>
                          <a:pt x="78" y="145"/>
                        </a:lnTo>
                        <a:lnTo>
                          <a:pt x="79" y="145"/>
                        </a:lnTo>
                        <a:lnTo>
                          <a:pt x="81" y="144"/>
                        </a:lnTo>
                        <a:lnTo>
                          <a:pt x="81" y="145"/>
                        </a:lnTo>
                        <a:lnTo>
                          <a:pt x="82" y="146"/>
                        </a:lnTo>
                        <a:lnTo>
                          <a:pt x="83" y="148"/>
                        </a:lnTo>
                        <a:lnTo>
                          <a:pt x="85" y="150"/>
                        </a:lnTo>
                        <a:lnTo>
                          <a:pt x="83" y="152"/>
                        </a:lnTo>
                        <a:lnTo>
                          <a:pt x="85" y="156"/>
                        </a:lnTo>
                        <a:lnTo>
                          <a:pt x="89" y="163"/>
                        </a:lnTo>
                        <a:lnTo>
                          <a:pt x="89" y="165"/>
                        </a:lnTo>
                        <a:lnTo>
                          <a:pt x="89" y="165"/>
                        </a:lnTo>
                        <a:lnTo>
                          <a:pt x="89" y="165"/>
                        </a:lnTo>
                        <a:close/>
                        <a:moveTo>
                          <a:pt x="70" y="4"/>
                        </a:moveTo>
                        <a:lnTo>
                          <a:pt x="72" y="4"/>
                        </a:lnTo>
                        <a:lnTo>
                          <a:pt x="75" y="6"/>
                        </a:lnTo>
                        <a:lnTo>
                          <a:pt x="74" y="8"/>
                        </a:lnTo>
                        <a:lnTo>
                          <a:pt x="72" y="6"/>
                        </a:lnTo>
                        <a:lnTo>
                          <a:pt x="71" y="5"/>
                        </a:lnTo>
                        <a:lnTo>
                          <a:pt x="70" y="4"/>
                        </a:lnTo>
                        <a:lnTo>
                          <a:pt x="70" y="4"/>
                        </a:lnTo>
                        <a:close/>
                        <a:moveTo>
                          <a:pt x="60" y="2"/>
                        </a:moveTo>
                        <a:lnTo>
                          <a:pt x="63" y="5"/>
                        </a:lnTo>
                        <a:lnTo>
                          <a:pt x="66" y="5"/>
                        </a:lnTo>
                        <a:lnTo>
                          <a:pt x="64" y="6"/>
                        </a:lnTo>
                        <a:lnTo>
                          <a:pt x="60" y="6"/>
                        </a:lnTo>
                        <a:lnTo>
                          <a:pt x="59" y="4"/>
                        </a:lnTo>
                        <a:lnTo>
                          <a:pt x="60" y="2"/>
                        </a:lnTo>
                        <a:lnTo>
                          <a:pt x="60" y="2"/>
                        </a:lnTo>
                        <a:close/>
                        <a:moveTo>
                          <a:pt x="47" y="0"/>
                        </a:moveTo>
                        <a:lnTo>
                          <a:pt x="48" y="1"/>
                        </a:lnTo>
                        <a:lnTo>
                          <a:pt x="51" y="1"/>
                        </a:lnTo>
                        <a:lnTo>
                          <a:pt x="48" y="0"/>
                        </a:lnTo>
                        <a:lnTo>
                          <a:pt x="47" y="0"/>
                        </a:lnTo>
                        <a:lnTo>
                          <a:pt x="47" y="0"/>
                        </a:lnTo>
                        <a:close/>
                        <a:moveTo>
                          <a:pt x="127" y="23"/>
                        </a:moveTo>
                        <a:lnTo>
                          <a:pt x="129" y="21"/>
                        </a:lnTo>
                        <a:lnTo>
                          <a:pt x="131" y="23"/>
                        </a:lnTo>
                        <a:lnTo>
                          <a:pt x="135" y="20"/>
                        </a:lnTo>
                        <a:lnTo>
                          <a:pt x="136" y="21"/>
                        </a:lnTo>
                        <a:lnTo>
                          <a:pt x="134" y="24"/>
                        </a:lnTo>
                        <a:lnTo>
                          <a:pt x="131" y="24"/>
                        </a:lnTo>
                        <a:lnTo>
                          <a:pt x="128" y="24"/>
                        </a:lnTo>
                        <a:lnTo>
                          <a:pt x="128" y="24"/>
                        </a:lnTo>
                        <a:lnTo>
                          <a:pt x="127" y="23"/>
                        </a:lnTo>
                        <a:lnTo>
                          <a:pt x="127" y="23"/>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98" name="Freeform 1013">
                    <a:extLst>
                      <a:ext uri="{FF2B5EF4-FFF2-40B4-BE49-F238E27FC236}">
                        <a16:creationId xmlns:a16="http://schemas.microsoft.com/office/drawing/2014/main" id="{46EC88C3-BD73-BF4A-0BE1-07D7AE3474D2}"/>
                      </a:ext>
                    </a:extLst>
                  </p:cNvPr>
                  <p:cNvSpPr>
                    <a:spLocks noEditPoints="1"/>
                  </p:cNvSpPr>
                  <p:nvPr/>
                </p:nvSpPr>
                <p:spPr bwMode="auto">
                  <a:xfrm>
                    <a:off x="8205707" y="2936336"/>
                    <a:ext cx="76583" cy="76463"/>
                  </a:xfrm>
                  <a:custGeom>
                    <a:avLst/>
                    <a:gdLst/>
                    <a:ahLst/>
                    <a:cxnLst>
                      <a:cxn ang="0">
                        <a:pos x="80" y="21"/>
                      </a:cxn>
                      <a:cxn ang="0">
                        <a:pos x="77" y="19"/>
                      </a:cxn>
                      <a:cxn ang="0">
                        <a:pos x="72" y="16"/>
                      </a:cxn>
                      <a:cxn ang="0">
                        <a:pos x="68" y="17"/>
                      </a:cxn>
                      <a:cxn ang="0">
                        <a:pos x="66" y="21"/>
                      </a:cxn>
                      <a:cxn ang="0">
                        <a:pos x="59" y="19"/>
                      </a:cxn>
                      <a:cxn ang="0">
                        <a:pos x="51" y="16"/>
                      </a:cxn>
                      <a:cxn ang="0">
                        <a:pos x="51" y="12"/>
                      </a:cxn>
                      <a:cxn ang="0">
                        <a:pos x="44" y="9"/>
                      </a:cxn>
                      <a:cxn ang="0">
                        <a:pos x="34" y="1"/>
                      </a:cxn>
                      <a:cxn ang="0">
                        <a:pos x="30" y="4"/>
                      </a:cxn>
                      <a:cxn ang="0">
                        <a:pos x="19" y="8"/>
                      </a:cxn>
                      <a:cxn ang="0">
                        <a:pos x="11" y="10"/>
                      </a:cxn>
                      <a:cxn ang="0">
                        <a:pos x="13" y="16"/>
                      </a:cxn>
                      <a:cxn ang="0">
                        <a:pos x="13" y="21"/>
                      </a:cxn>
                      <a:cxn ang="0">
                        <a:pos x="8" y="29"/>
                      </a:cxn>
                      <a:cxn ang="0">
                        <a:pos x="6" y="35"/>
                      </a:cxn>
                      <a:cxn ang="0">
                        <a:pos x="1" y="39"/>
                      </a:cxn>
                      <a:cxn ang="0">
                        <a:pos x="2" y="44"/>
                      </a:cxn>
                      <a:cxn ang="0">
                        <a:pos x="2" y="51"/>
                      </a:cxn>
                      <a:cxn ang="0">
                        <a:pos x="0" y="55"/>
                      </a:cxn>
                      <a:cxn ang="0">
                        <a:pos x="5" y="58"/>
                      </a:cxn>
                      <a:cxn ang="0">
                        <a:pos x="9" y="62"/>
                      </a:cxn>
                      <a:cxn ang="0">
                        <a:pos x="12" y="58"/>
                      </a:cxn>
                      <a:cxn ang="0">
                        <a:pos x="15" y="55"/>
                      </a:cxn>
                      <a:cxn ang="0">
                        <a:pos x="16" y="59"/>
                      </a:cxn>
                      <a:cxn ang="0">
                        <a:pos x="16" y="55"/>
                      </a:cxn>
                      <a:cxn ang="0">
                        <a:pos x="17" y="59"/>
                      </a:cxn>
                      <a:cxn ang="0">
                        <a:pos x="17" y="66"/>
                      </a:cxn>
                      <a:cxn ang="0">
                        <a:pos x="12" y="73"/>
                      </a:cxn>
                      <a:cxn ang="0">
                        <a:pos x="15" y="77"/>
                      </a:cxn>
                      <a:cxn ang="0">
                        <a:pos x="9" y="81"/>
                      </a:cxn>
                      <a:cxn ang="0">
                        <a:pos x="13" y="84"/>
                      </a:cxn>
                      <a:cxn ang="0">
                        <a:pos x="17" y="85"/>
                      </a:cxn>
                      <a:cxn ang="0">
                        <a:pos x="24" y="87"/>
                      </a:cxn>
                      <a:cxn ang="0">
                        <a:pos x="30" y="92"/>
                      </a:cxn>
                      <a:cxn ang="0">
                        <a:pos x="43" y="68"/>
                      </a:cxn>
                      <a:cxn ang="0">
                        <a:pos x="61" y="61"/>
                      </a:cxn>
                      <a:cxn ang="0">
                        <a:pos x="76" y="47"/>
                      </a:cxn>
                      <a:cxn ang="0">
                        <a:pos x="83" y="38"/>
                      </a:cxn>
                      <a:cxn ang="0">
                        <a:pos x="84" y="34"/>
                      </a:cxn>
                      <a:cxn ang="0">
                        <a:pos x="81" y="24"/>
                      </a:cxn>
                      <a:cxn ang="0">
                        <a:pos x="80" y="21"/>
                      </a:cxn>
                      <a:cxn ang="0">
                        <a:pos x="80" y="21"/>
                      </a:cxn>
                      <a:cxn ang="0">
                        <a:pos x="9" y="66"/>
                      </a:cxn>
                      <a:cxn ang="0">
                        <a:pos x="13" y="61"/>
                      </a:cxn>
                      <a:cxn ang="0">
                        <a:pos x="13" y="63"/>
                      </a:cxn>
                      <a:cxn ang="0">
                        <a:pos x="12" y="68"/>
                      </a:cxn>
                      <a:cxn ang="0">
                        <a:pos x="11" y="68"/>
                      </a:cxn>
                    </a:cxnLst>
                    <a:rect l="0" t="0" r="r" b="b"/>
                    <a:pathLst>
                      <a:path w="84" h="92">
                        <a:moveTo>
                          <a:pt x="80" y="21"/>
                        </a:moveTo>
                        <a:lnTo>
                          <a:pt x="80" y="21"/>
                        </a:lnTo>
                        <a:lnTo>
                          <a:pt x="78" y="20"/>
                        </a:lnTo>
                        <a:lnTo>
                          <a:pt x="77" y="19"/>
                        </a:lnTo>
                        <a:lnTo>
                          <a:pt x="76" y="17"/>
                        </a:lnTo>
                        <a:lnTo>
                          <a:pt x="72" y="16"/>
                        </a:lnTo>
                        <a:lnTo>
                          <a:pt x="70" y="15"/>
                        </a:lnTo>
                        <a:lnTo>
                          <a:pt x="68" y="17"/>
                        </a:lnTo>
                        <a:lnTo>
                          <a:pt x="68" y="20"/>
                        </a:lnTo>
                        <a:lnTo>
                          <a:pt x="66" y="21"/>
                        </a:lnTo>
                        <a:lnTo>
                          <a:pt x="62" y="20"/>
                        </a:lnTo>
                        <a:lnTo>
                          <a:pt x="59" y="19"/>
                        </a:lnTo>
                        <a:lnTo>
                          <a:pt x="55" y="17"/>
                        </a:lnTo>
                        <a:lnTo>
                          <a:pt x="51" y="16"/>
                        </a:lnTo>
                        <a:lnTo>
                          <a:pt x="50" y="15"/>
                        </a:lnTo>
                        <a:lnTo>
                          <a:pt x="51" y="12"/>
                        </a:lnTo>
                        <a:lnTo>
                          <a:pt x="47" y="9"/>
                        </a:lnTo>
                        <a:lnTo>
                          <a:pt x="44" y="9"/>
                        </a:lnTo>
                        <a:lnTo>
                          <a:pt x="39" y="5"/>
                        </a:lnTo>
                        <a:lnTo>
                          <a:pt x="34" y="1"/>
                        </a:lnTo>
                        <a:lnTo>
                          <a:pt x="30" y="0"/>
                        </a:lnTo>
                        <a:lnTo>
                          <a:pt x="30" y="4"/>
                        </a:lnTo>
                        <a:lnTo>
                          <a:pt x="24" y="4"/>
                        </a:lnTo>
                        <a:lnTo>
                          <a:pt x="19" y="8"/>
                        </a:lnTo>
                        <a:lnTo>
                          <a:pt x="15" y="8"/>
                        </a:lnTo>
                        <a:lnTo>
                          <a:pt x="11" y="10"/>
                        </a:lnTo>
                        <a:lnTo>
                          <a:pt x="13" y="13"/>
                        </a:lnTo>
                        <a:lnTo>
                          <a:pt x="13" y="16"/>
                        </a:lnTo>
                        <a:lnTo>
                          <a:pt x="15" y="17"/>
                        </a:lnTo>
                        <a:lnTo>
                          <a:pt x="13" y="21"/>
                        </a:lnTo>
                        <a:lnTo>
                          <a:pt x="8" y="27"/>
                        </a:lnTo>
                        <a:lnTo>
                          <a:pt x="8" y="29"/>
                        </a:lnTo>
                        <a:lnTo>
                          <a:pt x="9" y="31"/>
                        </a:lnTo>
                        <a:lnTo>
                          <a:pt x="6" y="35"/>
                        </a:lnTo>
                        <a:lnTo>
                          <a:pt x="2" y="36"/>
                        </a:lnTo>
                        <a:lnTo>
                          <a:pt x="1" y="39"/>
                        </a:lnTo>
                        <a:lnTo>
                          <a:pt x="1" y="42"/>
                        </a:lnTo>
                        <a:lnTo>
                          <a:pt x="2" y="44"/>
                        </a:lnTo>
                        <a:lnTo>
                          <a:pt x="2" y="47"/>
                        </a:lnTo>
                        <a:lnTo>
                          <a:pt x="2" y="51"/>
                        </a:lnTo>
                        <a:lnTo>
                          <a:pt x="1" y="54"/>
                        </a:lnTo>
                        <a:lnTo>
                          <a:pt x="0" y="55"/>
                        </a:lnTo>
                        <a:lnTo>
                          <a:pt x="1" y="57"/>
                        </a:lnTo>
                        <a:lnTo>
                          <a:pt x="5" y="58"/>
                        </a:lnTo>
                        <a:lnTo>
                          <a:pt x="8" y="61"/>
                        </a:lnTo>
                        <a:lnTo>
                          <a:pt x="9" y="62"/>
                        </a:lnTo>
                        <a:lnTo>
                          <a:pt x="11" y="62"/>
                        </a:lnTo>
                        <a:lnTo>
                          <a:pt x="12" y="58"/>
                        </a:lnTo>
                        <a:lnTo>
                          <a:pt x="13" y="57"/>
                        </a:lnTo>
                        <a:lnTo>
                          <a:pt x="15" y="55"/>
                        </a:lnTo>
                        <a:lnTo>
                          <a:pt x="15" y="57"/>
                        </a:lnTo>
                        <a:lnTo>
                          <a:pt x="16" y="59"/>
                        </a:lnTo>
                        <a:lnTo>
                          <a:pt x="16" y="58"/>
                        </a:lnTo>
                        <a:lnTo>
                          <a:pt x="16" y="55"/>
                        </a:lnTo>
                        <a:lnTo>
                          <a:pt x="17" y="55"/>
                        </a:lnTo>
                        <a:lnTo>
                          <a:pt x="17" y="59"/>
                        </a:lnTo>
                        <a:lnTo>
                          <a:pt x="17" y="63"/>
                        </a:lnTo>
                        <a:lnTo>
                          <a:pt x="17" y="66"/>
                        </a:lnTo>
                        <a:lnTo>
                          <a:pt x="16" y="69"/>
                        </a:lnTo>
                        <a:lnTo>
                          <a:pt x="12" y="73"/>
                        </a:lnTo>
                        <a:lnTo>
                          <a:pt x="13" y="73"/>
                        </a:lnTo>
                        <a:lnTo>
                          <a:pt x="15" y="77"/>
                        </a:lnTo>
                        <a:lnTo>
                          <a:pt x="12" y="78"/>
                        </a:lnTo>
                        <a:lnTo>
                          <a:pt x="9" y="81"/>
                        </a:lnTo>
                        <a:lnTo>
                          <a:pt x="11" y="84"/>
                        </a:lnTo>
                        <a:lnTo>
                          <a:pt x="13" y="84"/>
                        </a:lnTo>
                        <a:lnTo>
                          <a:pt x="16" y="82"/>
                        </a:lnTo>
                        <a:lnTo>
                          <a:pt x="17" y="85"/>
                        </a:lnTo>
                        <a:lnTo>
                          <a:pt x="21" y="85"/>
                        </a:lnTo>
                        <a:lnTo>
                          <a:pt x="24" y="87"/>
                        </a:lnTo>
                        <a:lnTo>
                          <a:pt x="28" y="92"/>
                        </a:lnTo>
                        <a:lnTo>
                          <a:pt x="30" y="92"/>
                        </a:lnTo>
                        <a:lnTo>
                          <a:pt x="32" y="89"/>
                        </a:lnTo>
                        <a:lnTo>
                          <a:pt x="43" y="68"/>
                        </a:lnTo>
                        <a:lnTo>
                          <a:pt x="46" y="65"/>
                        </a:lnTo>
                        <a:lnTo>
                          <a:pt x="61" y="61"/>
                        </a:lnTo>
                        <a:lnTo>
                          <a:pt x="66" y="55"/>
                        </a:lnTo>
                        <a:lnTo>
                          <a:pt x="76" y="47"/>
                        </a:lnTo>
                        <a:lnTo>
                          <a:pt x="80" y="38"/>
                        </a:lnTo>
                        <a:lnTo>
                          <a:pt x="83" y="38"/>
                        </a:lnTo>
                        <a:lnTo>
                          <a:pt x="84" y="36"/>
                        </a:lnTo>
                        <a:lnTo>
                          <a:pt x="84" y="34"/>
                        </a:lnTo>
                        <a:lnTo>
                          <a:pt x="84" y="31"/>
                        </a:lnTo>
                        <a:lnTo>
                          <a:pt x="81" y="24"/>
                        </a:lnTo>
                        <a:lnTo>
                          <a:pt x="81" y="23"/>
                        </a:lnTo>
                        <a:lnTo>
                          <a:pt x="80" y="21"/>
                        </a:lnTo>
                        <a:lnTo>
                          <a:pt x="80" y="21"/>
                        </a:lnTo>
                        <a:lnTo>
                          <a:pt x="80" y="21"/>
                        </a:lnTo>
                        <a:close/>
                        <a:moveTo>
                          <a:pt x="11" y="68"/>
                        </a:moveTo>
                        <a:lnTo>
                          <a:pt x="9" y="66"/>
                        </a:lnTo>
                        <a:lnTo>
                          <a:pt x="12" y="63"/>
                        </a:lnTo>
                        <a:lnTo>
                          <a:pt x="13" y="61"/>
                        </a:lnTo>
                        <a:lnTo>
                          <a:pt x="15" y="62"/>
                        </a:lnTo>
                        <a:lnTo>
                          <a:pt x="13" y="63"/>
                        </a:lnTo>
                        <a:lnTo>
                          <a:pt x="13" y="66"/>
                        </a:lnTo>
                        <a:lnTo>
                          <a:pt x="12" y="68"/>
                        </a:lnTo>
                        <a:lnTo>
                          <a:pt x="11" y="68"/>
                        </a:lnTo>
                        <a:lnTo>
                          <a:pt x="11" y="68"/>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299" name="Freeform 1015">
                    <a:extLst>
                      <a:ext uri="{FF2B5EF4-FFF2-40B4-BE49-F238E27FC236}">
                        <a16:creationId xmlns:a16="http://schemas.microsoft.com/office/drawing/2014/main" id="{466C660B-7DB5-E7C1-24DE-01356DA20064}"/>
                      </a:ext>
                    </a:extLst>
                  </p:cNvPr>
                  <p:cNvSpPr>
                    <a:spLocks/>
                  </p:cNvSpPr>
                  <p:nvPr/>
                </p:nvSpPr>
                <p:spPr bwMode="auto">
                  <a:xfrm>
                    <a:off x="8202060" y="2953789"/>
                    <a:ext cx="166843" cy="225234"/>
                  </a:xfrm>
                  <a:custGeom>
                    <a:avLst/>
                    <a:gdLst/>
                    <a:ahLst/>
                    <a:cxnLst>
                      <a:cxn ang="0">
                        <a:pos x="167" y="159"/>
                      </a:cxn>
                      <a:cxn ang="0">
                        <a:pos x="156" y="159"/>
                      </a:cxn>
                      <a:cxn ang="0">
                        <a:pos x="157" y="142"/>
                      </a:cxn>
                      <a:cxn ang="0">
                        <a:pos x="145" y="144"/>
                      </a:cxn>
                      <a:cxn ang="0">
                        <a:pos x="127" y="136"/>
                      </a:cxn>
                      <a:cxn ang="0">
                        <a:pos x="111" y="120"/>
                      </a:cxn>
                      <a:cxn ang="0">
                        <a:pos x="108" y="109"/>
                      </a:cxn>
                      <a:cxn ang="0">
                        <a:pos x="110" y="100"/>
                      </a:cxn>
                      <a:cxn ang="0">
                        <a:pos x="116" y="93"/>
                      </a:cxn>
                      <a:cxn ang="0">
                        <a:pos x="119" y="79"/>
                      </a:cxn>
                      <a:cxn ang="0">
                        <a:pos x="129" y="70"/>
                      </a:cxn>
                      <a:cxn ang="0">
                        <a:pos x="149" y="63"/>
                      </a:cxn>
                      <a:cxn ang="0">
                        <a:pos x="154" y="60"/>
                      </a:cxn>
                      <a:cxn ang="0">
                        <a:pos x="161" y="61"/>
                      </a:cxn>
                      <a:cxn ang="0">
                        <a:pos x="152" y="56"/>
                      </a:cxn>
                      <a:cxn ang="0">
                        <a:pos x="157" y="37"/>
                      </a:cxn>
                      <a:cxn ang="0">
                        <a:pos x="150" y="33"/>
                      </a:cxn>
                      <a:cxn ang="0">
                        <a:pos x="135" y="32"/>
                      </a:cxn>
                      <a:cxn ang="0">
                        <a:pos x="123" y="34"/>
                      </a:cxn>
                      <a:cxn ang="0">
                        <a:pos x="118" y="32"/>
                      </a:cxn>
                      <a:cxn ang="0">
                        <a:pos x="114" y="22"/>
                      </a:cxn>
                      <a:cxn ang="0">
                        <a:pos x="100" y="11"/>
                      </a:cxn>
                      <a:cxn ang="0">
                        <a:pos x="92" y="3"/>
                      </a:cxn>
                      <a:cxn ang="0">
                        <a:pos x="85" y="2"/>
                      </a:cxn>
                      <a:cxn ang="0">
                        <a:pos x="88" y="15"/>
                      </a:cxn>
                      <a:cxn ang="0">
                        <a:pos x="70" y="34"/>
                      </a:cxn>
                      <a:cxn ang="0">
                        <a:pos x="36" y="68"/>
                      </a:cxn>
                      <a:cxn ang="0">
                        <a:pos x="25" y="64"/>
                      </a:cxn>
                      <a:cxn ang="0">
                        <a:pos x="15" y="63"/>
                      </a:cxn>
                      <a:cxn ang="0">
                        <a:pos x="17" y="52"/>
                      </a:cxn>
                      <a:cxn ang="0">
                        <a:pos x="6" y="57"/>
                      </a:cxn>
                      <a:cxn ang="0">
                        <a:pos x="0" y="70"/>
                      </a:cxn>
                      <a:cxn ang="0">
                        <a:pos x="1" y="76"/>
                      </a:cxn>
                      <a:cxn ang="0">
                        <a:pos x="4" y="86"/>
                      </a:cxn>
                      <a:cxn ang="0">
                        <a:pos x="5" y="93"/>
                      </a:cxn>
                      <a:cxn ang="0">
                        <a:pos x="23" y="101"/>
                      </a:cxn>
                      <a:cxn ang="0">
                        <a:pos x="28" y="114"/>
                      </a:cxn>
                      <a:cxn ang="0">
                        <a:pos x="39" y="128"/>
                      </a:cxn>
                      <a:cxn ang="0">
                        <a:pos x="46" y="142"/>
                      </a:cxn>
                      <a:cxn ang="0">
                        <a:pos x="53" y="158"/>
                      </a:cxn>
                      <a:cxn ang="0">
                        <a:pos x="55" y="165"/>
                      </a:cxn>
                      <a:cxn ang="0">
                        <a:pos x="63" y="178"/>
                      </a:cxn>
                      <a:cxn ang="0">
                        <a:pos x="73" y="192"/>
                      </a:cxn>
                      <a:cxn ang="0">
                        <a:pos x="76" y="201"/>
                      </a:cxn>
                      <a:cxn ang="0">
                        <a:pos x="77" y="207"/>
                      </a:cxn>
                      <a:cxn ang="0">
                        <a:pos x="84" y="215"/>
                      </a:cxn>
                      <a:cxn ang="0">
                        <a:pos x="93" y="222"/>
                      </a:cxn>
                      <a:cxn ang="0">
                        <a:pos x="101" y="227"/>
                      </a:cxn>
                      <a:cxn ang="0">
                        <a:pos x="110" y="233"/>
                      </a:cxn>
                      <a:cxn ang="0">
                        <a:pos x="118" y="239"/>
                      </a:cxn>
                      <a:cxn ang="0">
                        <a:pos x="130" y="244"/>
                      </a:cxn>
                      <a:cxn ang="0">
                        <a:pos x="138" y="250"/>
                      </a:cxn>
                      <a:cxn ang="0">
                        <a:pos x="146" y="257"/>
                      </a:cxn>
                      <a:cxn ang="0">
                        <a:pos x="153" y="263"/>
                      </a:cxn>
                      <a:cxn ang="0">
                        <a:pos x="164" y="271"/>
                      </a:cxn>
                      <a:cxn ang="0">
                        <a:pos x="175" y="265"/>
                      </a:cxn>
                      <a:cxn ang="0">
                        <a:pos x="176" y="256"/>
                      </a:cxn>
                      <a:cxn ang="0">
                        <a:pos x="175" y="253"/>
                      </a:cxn>
                      <a:cxn ang="0">
                        <a:pos x="183" y="239"/>
                      </a:cxn>
                      <a:cxn ang="0">
                        <a:pos x="179" y="222"/>
                      </a:cxn>
                      <a:cxn ang="0">
                        <a:pos x="180" y="203"/>
                      </a:cxn>
                      <a:cxn ang="0">
                        <a:pos x="183" y="181"/>
                      </a:cxn>
                    </a:cxnLst>
                    <a:rect l="0" t="0" r="r" b="b"/>
                    <a:pathLst>
                      <a:path w="183" h="271">
                        <a:moveTo>
                          <a:pt x="171" y="161"/>
                        </a:moveTo>
                        <a:lnTo>
                          <a:pt x="169" y="159"/>
                        </a:lnTo>
                        <a:lnTo>
                          <a:pt x="168" y="159"/>
                        </a:lnTo>
                        <a:lnTo>
                          <a:pt x="167" y="159"/>
                        </a:lnTo>
                        <a:lnTo>
                          <a:pt x="164" y="159"/>
                        </a:lnTo>
                        <a:lnTo>
                          <a:pt x="161" y="161"/>
                        </a:lnTo>
                        <a:lnTo>
                          <a:pt x="159" y="161"/>
                        </a:lnTo>
                        <a:lnTo>
                          <a:pt x="156" y="159"/>
                        </a:lnTo>
                        <a:lnTo>
                          <a:pt x="156" y="155"/>
                        </a:lnTo>
                        <a:lnTo>
                          <a:pt x="156" y="147"/>
                        </a:lnTo>
                        <a:lnTo>
                          <a:pt x="156" y="143"/>
                        </a:lnTo>
                        <a:lnTo>
                          <a:pt x="157" y="142"/>
                        </a:lnTo>
                        <a:lnTo>
                          <a:pt x="157" y="138"/>
                        </a:lnTo>
                        <a:lnTo>
                          <a:pt x="156" y="136"/>
                        </a:lnTo>
                        <a:lnTo>
                          <a:pt x="150" y="139"/>
                        </a:lnTo>
                        <a:lnTo>
                          <a:pt x="145" y="144"/>
                        </a:lnTo>
                        <a:lnTo>
                          <a:pt x="138" y="144"/>
                        </a:lnTo>
                        <a:lnTo>
                          <a:pt x="131" y="144"/>
                        </a:lnTo>
                        <a:lnTo>
                          <a:pt x="130" y="140"/>
                        </a:lnTo>
                        <a:lnTo>
                          <a:pt x="127" y="136"/>
                        </a:lnTo>
                        <a:lnTo>
                          <a:pt x="123" y="135"/>
                        </a:lnTo>
                        <a:lnTo>
                          <a:pt x="115" y="136"/>
                        </a:lnTo>
                        <a:lnTo>
                          <a:pt x="118" y="131"/>
                        </a:lnTo>
                        <a:lnTo>
                          <a:pt x="111" y="120"/>
                        </a:lnTo>
                        <a:lnTo>
                          <a:pt x="107" y="116"/>
                        </a:lnTo>
                        <a:lnTo>
                          <a:pt x="108" y="114"/>
                        </a:lnTo>
                        <a:lnTo>
                          <a:pt x="107" y="112"/>
                        </a:lnTo>
                        <a:lnTo>
                          <a:pt x="108" y="109"/>
                        </a:lnTo>
                        <a:lnTo>
                          <a:pt x="108" y="106"/>
                        </a:lnTo>
                        <a:lnTo>
                          <a:pt x="107" y="104"/>
                        </a:lnTo>
                        <a:lnTo>
                          <a:pt x="110" y="102"/>
                        </a:lnTo>
                        <a:lnTo>
                          <a:pt x="110" y="100"/>
                        </a:lnTo>
                        <a:lnTo>
                          <a:pt x="114" y="97"/>
                        </a:lnTo>
                        <a:lnTo>
                          <a:pt x="115" y="97"/>
                        </a:lnTo>
                        <a:lnTo>
                          <a:pt x="118" y="95"/>
                        </a:lnTo>
                        <a:lnTo>
                          <a:pt x="116" y="93"/>
                        </a:lnTo>
                        <a:lnTo>
                          <a:pt x="115" y="87"/>
                        </a:lnTo>
                        <a:lnTo>
                          <a:pt x="119" y="83"/>
                        </a:lnTo>
                        <a:lnTo>
                          <a:pt x="118" y="82"/>
                        </a:lnTo>
                        <a:lnTo>
                          <a:pt x="119" y="79"/>
                        </a:lnTo>
                        <a:lnTo>
                          <a:pt x="119" y="75"/>
                        </a:lnTo>
                        <a:lnTo>
                          <a:pt x="122" y="74"/>
                        </a:lnTo>
                        <a:lnTo>
                          <a:pt x="125" y="72"/>
                        </a:lnTo>
                        <a:lnTo>
                          <a:pt x="129" y="70"/>
                        </a:lnTo>
                        <a:lnTo>
                          <a:pt x="130" y="68"/>
                        </a:lnTo>
                        <a:lnTo>
                          <a:pt x="131" y="67"/>
                        </a:lnTo>
                        <a:lnTo>
                          <a:pt x="140" y="66"/>
                        </a:lnTo>
                        <a:lnTo>
                          <a:pt x="149" y="63"/>
                        </a:lnTo>
                        <a:lnTo>
                          <a:pt x="149" y="60"/>
                        </a:lnTo>
                        <a:lnTo>
                          <a:pt x="150" y="60"/>
                        </a:lnTo>
                        <a:lnTo>
                          <a:pt x="153" y="60"/>
                        </a:lnTo>
                        <a:lnTo>
                          <a:pt x="154" y="60"/>
                        </a:lnTo>
                        <a:lnTo>
                          <a:pt x="159" y="63"/>
                        </a:lnTo>
                        <a:lnTo>
                          <a:pt x="157" y="63"/>
                        </a:lnTo>
                        <a:lnTo>
                          <a:pt x="161" y="64"/>
                        </a:lnTo>
                        <a:lnTo>
                          <a:pt x="161" y="61"/>
                        </a:lnTo>
                        <a:lnTo>
                          <a:pt x="161" y="57"/>
                        </a:lnTo>
                        <a:lnTo>
                          <a:pt x="159" y="55"/>
                        </a:lnTo>
                        <a:lnTo>
                          <a:pt x="156" y="56"/>
                        </a:lnTo>
                        <a:lnTo>
                          <a:pt x="152" y="56"/>
                        </a:lnTo>
                        <a:lnTo>
                          <a:pt x="152" y="55"/>
                        </a:lnTo>
                        <a:lnTo>
                          <a:pt x="161" y="38"/>
                        </a:lnTo>
                        <a:lnTo>
                          <a:pt x="160" y="37"/>
                        </a:lnTo>
                        <a:lnTo>
                          <a:pt x="157" y="37"/>
                        </a:lnTo>
                        <a:lnTo>
                          <a:pt x="156" y="36"/>
                        </a:lnTo>
                        <a:lnTo>
                          <a:pt x="153" y="34"/>
                        </a:lnTo>
                        <a:lnTo>
                          <a:pt x="152" y="34"/>
                        </a:lnTo>
                        <a:lnTo>
                          <a:pt x="150" y="33"/>
                        </a:lnTo>
                        <a:lnTo>
                          <a:pt x="148" y="33"/>
                        </a:lnTo>
                        <a:lnTo>
                          <a:pt x="142" y="34"/>
                        </a:lnTo>
                        <a:lnTo>
                          <a:pt x="140" y="33"/>
                        </a:lnTo>
                        <a:lnTo>
                          <a:pt x="135" y="32"/>
                        </a:lnTo>
                        <a:lnTo>
                          <a:pt x="131" y="34"/>
                        </a:lnTo>
                        <a:lnTo>
                          <a:pt x="130" y="36"/>
                        </a:lnTo>
                        <a:lnTo>
                          <a:pt x="126" y="36"/>
                        </a:lnTo>
                        <a:lnTo>
                          <a:pt x="123" y="34"/>
                        </a:lnTo>
                        <a:lnTo>
                          <a:pt x="121" y="36"/>
                        </a:lnTo>
                        <a:lnTo>
                          <a:pt x="118" y="34"/>
                        </a:lnTo>
                        <a:lnTo>
                          <a:pt x="118" y="33"/>
                        </a:lnTo>
                        <a:lnTo>
                          <a:pt x="118" y="32"/>
                        </a:lnTo>
                        <a:lnTo>
                          <a:pt x="116" y="28"/>
                        </a:lnTo>
                        <a:lnTo>
                          <a:pt x="115" y="26"/>
                        </a:lnTo>
                        <a:lnTo>
                          <a:pt x="114" y="26"/>
                        </a:lnTo>
                        <a:lnTo>
                          <a:pt x="114" y="22"/>
                        </a:lnTo>
                        <a:lnTo>
                          <a:pt x="111" y="18"/>
                        </a:lnTo>
                        <a:lnTo>
                          <a:pt x="104" y="17"/>
                        </a:lnTo>
                        <a:lnTo>
                          <a:pt x="103" y="17"/>
                        </a:lnTo>
                        <a:lnTo>
                          <a:pt x="100" y="11"/>
                        </a:lnTo>
                        <a:lnTo>
                          <a:pt x="100" y="8"/>
                        </a:lnTo>
                        <a:lnTo>
                          <a:pt x="96" y="6"/>
                        </a:lnTo>
                        <a:lnTo>
                          <a:pt x="95" y="3"/>
                        </a:lnTo>
                        <a:lnTo>
                          <a:pt x="92" y="3"/>
                        </a:lnTo>
                        <a:lnTo>
                          <a:pt x="87" y="2"/>
                        </a:lnTo>
                        <a:lnTo>
                          <a:pt x="85" y="0"/>
                        </a:lnTo>
                        <a:lnTo>
                          <a:pt x="84" y="0"/>
                        </a:lnTo>
                        <a:lnTo>
                          <a:pt x="85" y="2"/>
                        </a:lnTo>
                        <a:lnTo>
                          <a:pt x="85" y="3"/>
                        </a:lnTo>
                        <a:lnTo>
                          <a:pt x="88" y="10"/>
                        </a:lnTo>
                        <a:lnTo>
                          <a:pt x="88" y="13"/>
                        </a:lnTo>
                        <a:lnTo>
                          <a:pt x="88" y="15"/>
                        </a:lnTo>
                        <a:lnTo>
                          <a:pt x="87" y="17"/>
                        </a:lnTo>
                        <a:lnTo>
                          <a:pt x="84" y="17"/>
                        </a:lnTo>
                        <a:lnTo>
                          <a:pt x="80" y="26"/>
                        </a:lnTo>
                        <a:lnTo>
                          <a:pt x="70" y="34"/>
                        </a:lnTo>
                        <a:lnTo>
                          <a:pt x="65" y="40"/>
                        </a:lnTo>
                        <a:lnTo>
                          <a:pt x="50" y="44"/>
                        </a:lnTo>
                        <a:lnTo>
                          <a:pt x="47" y="47"/>
                        </a:lnTo>
                        <a:lnTo>
                          <a:pt x="36" y="68"/>
                        </a:lnTo>
                        <a:lnTo>
                          <a:pt x="34" y="71"/>
                        </a:lnTo>
                        <a:lnTo>
                          <a:pt x="32" y="71"/>
                        </a:lnTo>
                        <a:lnTo>
                          <a:pt x="28" y="66"/>
                        </a:lnTo>
                        <a:lnTo>
                          <a:pt x="25" y="64"/>
                        </a:lnTo>
                        <a:lnTo>
                          <a:pt x="21" y="64"/>
                        </a:lnTo>
                        <a:lnTo>
                          <a:pt x="20" y="61"/>
                        </a:lnTo>
                        <a:lnTo>
                          <a:pt x="17" y="63"/>
                        </a:lnTo>
                        <a:lnTo>
                          <a:pt x="15" y="63"/>
                        </a:lnTo>
                        <a:lnTo>
                          <a:pt x="13" y="60"/>
                        </a:lnTo>
                        <a:lnTo>
                          <a:pt x="16" y="57"/>
                        </a:lnTo>
                        <a:lnTo>
                          <a:pt x="19" y="56"/>
                        </a:lnTo>
                        <a:lnTo>
                          <a:pt x="17" y="52"/>
                        </a:lnTo>
                        <a:lnTo>
                          <a:pt x="16" y="52"/>
                        </a:lnTo>
                        <a:lnTo>
                          <a:pt x="16" y="52"/>
                        </a:lnTo>
                        <a:lnTo>
                          <a:pt x="9" y="55"/>
                        </a:lnTo>
                        <a:lnTo>
                          <a:pt x="6" y="57"/>
                        </a:lnTo>
                        <a:lnTo>
                          <a:pt x="2" y="61"/>
                        </a:lnTo>
                        <a:lnTo>
                          <a:pt x="1" y="66"/>
                        </a:lnTo>
                        <a:lnTo>
                          <a:pt x="0" y="68"/>
                        </a:lnTo>
                        <a:lnTo>
                          <a:pt x="0" y="70"/>
                        </a:lnTo>
                        <a:lnTo>
                          <a:pt x="2" y="71"/>
                        </a:lnTo>
                        <a:lnTo>
                          <a:pt x="2" y="74"/>
                        </a:lnTo>
                        <a:lnTo>
                          <a:pt x="1" y="75"/>
                        </a:lnTo>
                        <a:lnTo>
                          <a:pt x="1" y="76"/>
                        </a:lnTo>
                        <a:lnTo>
                          <a:pt x="4" y="79"/>
                        </a:lnTo>
                        <a:lnTo>
                          <a:pt x="5" y="83"/>
                        </a:lnTo>
                        <a:lnTo>
                          <a:pt x="5" y="86"/>
                        </a:lnTo>
                        <a:lnTo>
                          <a:pt x="4" y="86"/>
                        </a:lnTo>
                        <a:lnTo>
                          <a:pt x="1" y="86"/>
                        </a:lnTo>
                        <a:lnTo>
                          <a:pt x="0" y="89"/>
                        </a:lnTo>
                        <a:lnTo>
                          <a:pt x="2" y="91"/>
                        </a:lnTo>
                        <a:lnTo>
                          <a:pt x="5" y="93"/>
                        </a:lnTo>
                        <a:lnTo>
                          <a:pt x="9" y="95"/>
                        </a:lnTo>
                        <a:lnTo>
                          <a:pt x="13" y="97"/>
                        </a:lnTo>
                        <a:lnTo>
                          <a:pt x="19" y="100"/>
                        </a:lnTo>
                        <a:lnTo>
                          <a:pt x="23" y="101"/>
                        </a:lnTo>
                        <a:lnTo>
                          <a:pt x="23" y="104"/>
                        </a:lnTo>
                        <a:lnTo>
                          <a:pt x="25" y="108"/>
                        </a:lnTo>
                        <a:lnTo>
                          <a:pt x="27" y="112"/>
                        </a:lnTo>
                        <a:lnTo>
                          <a:pt x="28" y="114"/>
                        </a:lnTo>
                        <a:lnTo>
                          <a:pt x="34" y="117"/>
                        </a:lnTo>
                        <a:lnTo>
                          <a:pt x="36" y="121"/>
                        </a:lnTo>
                        <a:lnTo>
                          <a:pt x="38" y="125"/>
                        </a:lnTo>
                        <a:lnTo>
                          <a:pt x="39" y="128"/>
                        </a:lnTo>
                        <a:lnTo>
                          <a:pt x="39" y="133"/>
                        </a:lnTo>
                        <a:lnTo>
                          <a:pt x="42" y="136"/>
                        </a:lnTo>
                        <a:lnTo>
                          <a:pt x="43" y="138"/>
                        </a:lnTo>
                        <a:lnTo>
                          <a:pt x="46" y="142"/>
                        </a:lnTo>
                        <a:lnTo>
                          <a:pt x="47" y="146"/>
                        </a:lnTo>
                        <a:lnTo>
                          <a:pt x="46" y="147"/>
                        </a:lnTo>
                        <a:lnTo>
                          <a:pt x="48" y="151"/>
                        </a:lnTo>
                        <a:lnTo>
                          <a:pt x="53" y="158"/>
                        </a:lnTo>
                        <a:lnTo>
                          <a:pt x="54" y="161"/>
                        </a:lnTo>
                        <a:lnTo>
                          <a:pt x="54" y="162"/>
                        </a:lnTo>
                        <a:lnTo>
                          <a:pt x="54" y="165"/>
                        </a:lnTo>
                        <a:lnTo>
                          <a:pt x="55" y="165"/>
                        </a:lnTo>
                        <a:lnTo>
                          <a:pt x="61" y="170"/>
                        </a:lnTo>
                        <a:lnTo>
                          <a:pt x="62" y="172"/>
                        </a:lnTo>
                        <a:lnTo>
                          <a:pt x="62" y="176"/>
                        </a:lnTo>
                        <a:lnTo>
                          <a:pt x="63" y="178"/>
                        </a:lnTo>
                        <a:lnTo>
                          <a:pt x="68" y="180"/>
                        </a:lnTo>
                        <a:lnTo>
                          <a:pt x="68" y="182"/>
                        </a:lnTo>
                        <a:lnTo>
                          <a:pt x="72" y="189"/>
                        </a:lnTo>
                        <a:lnTo>
                          <a:pt x="73" y="192"/>
                        </a:lnTo>
                        <a:lnTo>
                          <a:pt x="78" y="199"/>
                        </a:lnTo>
                        <a:lnTo>
                          <a:pt x="78" y="201"/>
                        </a:lnTo>
                        <a:lnTo>
                          <a:pt x="77" y="203"/>
                        </a:lnTo>
                        <a:lnTo>
                          <a:pt x="76" y="201"/>
                        </a:lnTo>
                        <a:lnTo>
                          <a:pt x="76" y="203"/>
                        </a:lnTo>
                        <a:lnTo>
                          <a:pt x="76" y="205"/>
                        </a:lnTo>
                        <a:lnTo>
                          <a:pt x="76" y="207"/>
                        </a:lnTo>
                        <a:lnTo>
                          <a:pt x="77" y="207"/>
                        </a:lnTo>
                        <a:lnTo>
                          <a:pt x="80" y="208"/>
                        </a:lnTo>
                        <a:lnTo>
                          <a:pt x="80" y="210"/>
                        </a:lnTo>
                        <a:lnTo>
                          <a:pt x="80" y="211"/>
                        </a:lnTo>
                        <a:lnTo>
                          <a:pt x="84" y="215"/>
                        </a:lnTo>
                        <a:lnTo>
                          <a:pt x="88" y="216"/>
                        </a:lnTo>
                        <a:lnTo>
                          <a:pt x="89" y="219"/>
                        </a:lnTo>
                        <a:lnTo>
                          <a:pt x="91" y="222"/>
                        </a:lnTo>
                        <a:lnTo>
                          <a:pt x="93" y="222"/>
                        </a:lnTo>
                        <a:lnTo>
                          <a:pt x="95" y="223"/>
                        </a:lnTo>
                        <a:lnTo>
                          <a:pt x="96" y="226"/>
                        </a:lnTo>
                        <a:lnTo>
                          <a:pt x="97" y="227"/>
                        </a:lnTo>
                        <a:lnTo>
                          <a:pt x="101" y="227"/>
                        </a:lnTo>
                        <a:lnTo>
                          <a:pt x="103" y="225"/>
                        </a:lnTo>
                        <a:lnTo>
                          <a:pt x="103" y="227"/>
                        </a:lnTo>
                        <a:lnTo>
                          <a:pt x="104" y="230"/>
                        </a:lnTo>
                        <a:lnTo>
                          <a:pt x="110" y="233"/>
                        </a:lnTo>
                        <a:lnTo>
                          <a:pt x="111" y="234"/>
                        </a:lnTo>
                        <a:lnTo>
                          <a:pt x="111" y="237"/>
                        </a:lnTo>
                        <a:lnTo>
                          <a:pt x="114" y="238"/>
                        </a:lnTo>
                        <a:lnTo>
                          <a:pt x="118" y="239"/>
                        </a:lnTo>
                        <a:lnTo>
                          <a:pt x="118" y="238"/>
                        </a:lnTo>
                        <a:lnTo>
                          <a:pt x="121" y="239"/>
                        </a:lnTo>
                        <a:lnTo>
                          <a:pt x="126" y="242"/>
                        </a:lnTo>
                        <a:lnTo>
                          <a:pt x="130" y="244"/>
                        </a:lnTo>
                        <a:lnTo>
                          <a:pt x="133" y="245"/>
                        </a:lnTo>
                        <a:lnTo>
                          <a:pt x="134" y="245"/>
                        </a:lnTo>
                        <a:lnTo>
                          <a:pt x="135" y="246"/>
                        </a:lnTo>
                        <a:lnTo>
                          <a:pt x="138" y="250"/>
                        </a:lnTo>
                        <a:lnTo>
                          <a:pt x="141" y="252"/>
                        </a:lnTo>
                        <a:lnTo>
                          <a:pt x="144" y="254"/>
                        </a:lnTo>
                        <a:lnTo>
                          <a:pt x="146" y="254"/>
                        </a:lnTo>
                        <a:lnTo>
                          <a:pt x="146" y="257"/>
                        </a:lnTo>
                        <a:lnTo>
                          <a:pt x="146" y="258"/>
                        </a:lnTo>
                        <a:lnTo>
                          <a:pt x="146" y="260"/>
                        </a:lnTo>
                        <a:lnTo>
                          <a:pt x="150" y="261"/>
                        </a:lnTo>
                        <a:lnTo>
                          <a:pt x="153" y="263"/>
                        </a:lnTo>
                        <a:lnTo>
                          <a:pt x="157" y="267"/>
                        </a:lnTo>
                        <a:lnTo>
                          <a:pt x="161" y="269"/>
                        </a:lnTo>
                        <a:lnTo>
                          <a:pt x="163" y="271"/>
                        </a:lnTo>
                        <a:lnTo>
                          <a:pt x="164" y="271"/>
                        </a:lnTo>
                        <a:lnTo>
                          <a:pt x="167" y="269"/>
                        </a:lnTo>
                        <a:lnTo>
                          <a:pt x="171" y="267"/>
                        </a:lnTo>
                        <a:lnTo>
                          <a:pt x="172" y="268"/>
                        </a:lnTo>
                        <a:lnTo>
                          <a:pt x="175" y="265"/>
                        </a:lnTo>
                        <a:lnTo>
                          <a:pt x="176" y="264"/>
                        </a:lnTo>
                        <a:lnTo>
                          <a:pt x="173" y="261"/>
                        </a:lnTo>
                        <a:lnTo>
                          <a:pt x="175" y="258"/>
                        </a:lnTo>
                        <a:lnTo>
                          <a:pt x="176" y="256"/>
                        </a:lnTo>
                        <a:lnTo>
                          <a:pt x="178" y="257"/>
                        </a:lnTo>
                        <a:lnTo>
                          <a:pt x="178" y="254"/>
                        </a:lnTo>
                        <a:lnTo>
                          <a:pt x="176" y="254"/>
                        </a:lnTo>
                        <a:lnTo>
                          <a:pt x="175" y="253"/>
                        </a:lnTo>
                        <a:lnTo>
                          <a:pt x="176" y="249"/>
                        </a:lnTo>
                        <a:lnTo>
                          <a:pt x="180" y="246"/>
                        </a:lnTo>
                        <a:lnTo>
                          <a:pt x="183" y="242"/>
                        </a:lnTo>
                        <a:lnTo>
                          <a:pt x="183" y="239"/>
                        </a:lnTo>
                        <a:lnTo>
                          <a:pt x="179" y="230"/>
                        </a:lnTo>
                        <a:lnTo>
                          <a:pt x="180" y="227"/>
                        </a:lnTo>
                        <a:lnTo>
                          <a:pt x="180" y="223"/>
                        </a:lnTo>
                        <a:lnTo>
                          <a:pt x="179" y="222"/>
                        </a:lnTo>
                        <a:lnTo>
                          <a:pt x="179" y="219"/>
                        </a:lnTo>
                        <a:lnTo>
                          <a:pt x="180" y="218"/>
                        </a:lnTo>
                        <a:lnTo>
                          <a:pt x="182" y="212"/>
                        </a:lnTo>
                        <a:lnTo>
                          <a:pt x="180" y="203"/>
                        </a:lnTo>
                        <a:lnTo>
                          <a:pt x="179" y="199"/>
                        </a:lnTo>
                        <a:lnTo>
                          <a:pt x="182" y="195"/>
                        </a:lnTo>
                        <a:lnTo>
                          <a:pt x="182" y="185"/>
                        </a:lnTo>
                        <a:lnTo>
                          <a:pt x="183" y="181"/>
                        </a:lnTo>
                        <a:lnTo>
                          <a:pt x="183" y="178"/>
                        </a:lnTo>
                        <a:lnTo>
                          <a:pt x="171" y="161"/>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00" name="Freeform 1017">
                    <a:extLst>
                      <a:ext uri="{FF2B5EF4-FFF2-40B4-BE49-F238E27FC236}">
                        <a16:creationId xmlns:a16="http://schemas.microsoft.com/office/drawing/2014/main" id="{753BAFFB-3F18-890B-56DA-C33672CA4038}"/>
                      </a:ext>
                    </a:extLst>
                  </p:cNvPr>
                  <p:cNvSpPr>
                    <a:spLocks/>
                  </p:cNvSpPr>
                  <p:nvPr/>
                </p:nvSpPr>
                <p:spPr bwMode="auto">
                  <a:xfrm>
                    <a:off x="8357962" y="3070146"/>
                    <a:ext cx="160460" cy="165393"/>
                  </a:xfrm>
                  <a:custGeom>
                    <a:avLst/>
                    <a:gdLst/>
                    <a:ahLst/>
                    <a:cxnLst>
                      <a:cxn ang="0">
                        <a:pos x="170" y="146"/>
                      </a:cxn>
                      <a:cxn ang="0">
                        <a:pos x="168" y="112"/>
                      </a:cxn>
                      <a:cxn ang="0">
                        <a:pos x="160" y="95"/>
                      </a:cxn>
                      <a:cxn ang="0">
                        <a:pos x="130" y="79"/>
                      </a:cxn>
                      <a:cxn ang="0">
                        <a:pos x="132" y="64"/>
                      </a:cxn>
                      <a:cxn ang="0">
                        <a:pos x="117" y="59"/>
                      </a:cxn>
                      <a:cxn ang="0">
                        <a:pos x="110" y="52"/>
                      </a:cxn>
                      <a:cxn ang="0">
                        <a:pos x="96" y="49"/>
                      </a:cxn>
                      <a:cxn ang="0">
                        <a:pos x="83" y="40"/>
                      </a:cxn>
                      <a:cxn ang="0">
                        <a:pos x="73" y="40"/>
                      </a:cxn>
                      <a:cxn ang="0">
                        <a:pos x="64" y="30"/>
                      </a:cxn>
                      <a:cxn ang="0">
                        <a:pos x="60" y="21"/>
                      </a:cxn>
                      <a:cxn ang="0">
                        <a:pos x="58" y="6"/>
                      </a:cxn>
                      <a:cxn ang="0">
                        <a:pos x="54" y="3"/>
                      </a:cxn>
                      <a:cxn ang="0">
                        <a:pos x="43" y="3"/>
                      </a:cxn>
                      <a:cxn ang="0">
                        <a:pos x="30" y="14"/>
                      </a:cxn>
                      <a:cxn ang="0">
                        <a:pos x="19" y="18"/>
                      </a:cxn>
                      <a:cxn ang="0">
                        <a:pos x="8" y="19"/>
                      </a:cxn>
                      <a:cxn ang="0">
                        <a:pos x="12" y="41"/>
                      </a:cxn>
                      <a:cxn ang="0">
                        <a:pos x="8" y="59"/>
                      </a:cxn>
                      <a:cxn ang="0">
                        <a:pos x="9" y="78"/>
                      </a:cxn>
                      <a:cxn ang="0">
                        <a:pos x="9" y="83"/>
                      </a:cxn>
                      <a:cxn ang="0">
                        <a:pos x="12" y="99"/>
                      </a:cxn>
                      <a:cxn ang="0">
                        <a:pos x="5" y="109"/>
                      </a:cxn>
                      <a:cxn ang="0">
                        <a:pos x="7" y="114"/>
                      </a:cxn>
                      <a:cxn ang="0">
                        <a:pos x="8" y="120"/>
                      </a:cxn>
                      <a:cxn ang="0">
                        <a:pos x="12" y="127"/>
                      </a:cxn>
                      <a:cxn ang="0">
                        <a:pos x="13" y="136"/>
                      </a:cxn>
                      <a:cxn ang="0">
                        <a:pos x="23" y="147"/>
                      </a:cxn>
                      <a:cxn ang="0">
                        <a:pos x="19" y="161"/>
                      </a:cxn>
                      <a:cxn ang="0">
                        <a:pos x="38" y="199"/>
                      </a:cxn>
                      <a:cxn ang="0">
                        <a:pos x="45" y="196"/>
                      </a:cxn>
                      <a:cxn ang="0">
                        <a:pos x="49" y="189"/>
                      </a:cxn>
                      <a:cxn ang="0">
                        <a:pos x="62" y="185"/>
                      </a:cxn>
                      <a:cxn ang="0">
                        <a:pos x="72" y="185"/>
                      </a:cxn>
                      <a:cxn ang="0">
                        <a:pos x="80" y="188"/>
                      </a:cxn>
                      <a:cxn ang="0">
                        <a:pos x="84" y="195"/>
                      </a:cxn>
                      <a:cxn ang="0">
                        <a:pos x="85" y="186"/>
                      </a:cxn>
                      <a:cxn ang="0">
                        <a:pos x="103" y="182"/>
                      </a:cxn>
                      <a:cxn ang="0">
                        <a:pos x="111" y="173"/>
                      </a:cxn>
                      <a:cxn ang="0">
                        <a:pos x="110" y="163"/>
                      </a:cxn>
                      <a:cxn ang="0">
                        <a:pos x="115" y="148"/>
                      </a:cxn>
                      <a:cxn ang="0">
                        <a:pos x="155" y="142"/>
                      </a:cxn>
                      <a:cxn ang="0">
                        <a:pos x="168" y="151"/>
                      </a:cxn>
                    </a:cxnLst>
                    <a:rect l="0" t="0" r="r" b="b"/>
                    <a:pathLst>
                      <a:path w="176" h="199">
                        <a:moveTo>
                          <a:pt x="168" y="151"/>
                        </a:moveTo>
                        <a:lnTo>
                          <a:pt x="170" y="148"/>
                        </a:lnTo>
                        <a:lnTo>
                          <a:pt x="170" y="146"/>
                        </a:lnTo>
                        <a:lnTo>
                          <a:pt x="176" y="132"/>
                        </a:lnTo>
                        <a:lnTo>
                          <a:pt x="176" y="125"/>
                        </a:lnTo>
                        <a:lnTo>
                          <a:pt x="168" y="112"/>
                        </a:lnTo>
                        <a:lnTo>
                          <a:pt x="161" y="110"/>
                        </a:lnTo>
                        <a:lnTo>
                          <a:pt x="161" y="105"/>
                        </a:lnTo>
                        <a:lnTo>
                          <a:pt x="160" y="95"/>
                        </a:lnTo>
                        <a:lnTo>
                          <a:pt x="136" y="95"/>
                        </a:lnTo>
                        <a:lnTo>
                          <a:pt x="136" y="89"/>
                        </a:lnTo>
                        <a:lnTo>
                          <a:pt x="130" y="79"/>
                        </a:lnTo>
                        <a:lnTo>
                          <a:pt x="132" y="76"/>
                        </a:lnTo>
                        <a:lnTo>
                          <a:pt x="132" y="71"/>
                        </a:lnTo>
                        <a:lnTo>
                          <a:pt x="132" y="64"/>
                        </a:lnTo>
                        <a:lnTo>
                          <a:pt x="130" y="61"/>
                        </a:lnTo>
                        <a:lnTo>
                          <a:pt x="125" y="59"/>
                        </a:lnTo>
                        <a:lnTo>
                          <a:pt x="117" y="59"/>
                        </a:lnTo>
                        <a:lnTo>
                          <a:pt x="113" y="57"/>
                        </a:lnTo>
                        <a:lnTo>
                          <a:pt x="110" y="56"/>
                        </a:lnTo>
                        <a:lnTo>
                          <a:pt x="110" y="52"/>
                        </a:lnTo>
                        <a:lnTo>
                          <a:pt x="106" y="51"/>
                        </a:lnTo>
                        <a:lnTo>
                          <a:pt x="99" y="49"/>
                        </a:lnTo>
                        <a:lnTo>
                          <a:pt x="96" y="49"/>
                        </a:lnTo>
                        <a:lnTo>
                          <a:pt x="92" y="44"/>
                        </a:lnTo>
                        <a:lnTo>
                          <a:pt x="88" y="44"/>
                        </a:lnTo>
                        <a:lnTo>
                          <a:pt x="83" y="40"/>
                        </a:lnTo>
                        <a:lnTo>
                          <a:pt x="77" y="41"/>
                        </a:lnTo>
                        <a:lnTo>
                          <a:pt x="76" y="42"/>
                        </a:lnTo>
                        <a:lnTo>
                          <a:pt x="73" y="40"/>
                        </a:lnTo>
                        <a:lnTo>
                          <a:pt x="68" y="37"/>
                        </a:lnTo>
                        <a:lnTo>
                          <a:pt x="65" y="36"/>
                        </a:lnTo>
                        <a:lnTo>
                          <a:pt x="64" y="30"/>
                        </a:lnTo>
                        <a:lnTo>
                          <a:pt x="61" y="29"/>
                        </a:lnTo>
                        <a:lnTo>
                          <a:pt x="58" y="23"/>
                        </a:lnTo>
                        <a:lnTo>
                          <a:pt x="60" y="21"/>
                        </a:lnTo>
                        <a:lnTo>
                          <a:pt x="58" y="14"/>
                        </a:lnTo>
                        <a:lnTo>
                          <a:pt x="60" y="10"/>
                        </a:lnTo>
                        <a:lnTo>
                          <a:pt x="58" y="6"/>
                        </a:lnTo>
                        <a:lnTo>
                          <a:pt x="58" y="2"/>
                        </a:lnTo>
                        <a:lnTo>
                          <a:pt x="57" y="0"/>
                        </a:lnTo>
                        <a:lnTo>
                          <a:pt x="54" y="3"/>
                        </a:lnTo>
                        <a:lnTo>
                          <a:pt x="51" y="0"/>
                        </a:lnTo>
                        <a:lnTo>
                          <a:pt x="47" y="0"/>
                        </a:lnTo>
                        <a:lnTo>
                          <a:pt x="43" y="3"/>
                        </a:lnTo>
                        <a:lnTo>
                          <a:pt x="39" y="3"/>
                        </a:lnTo>
                        <a:lnTo>
                          <a:pt x="32" y="8"/>
                        </a:lnTo>
                        <a:lnTo>
                          <a:pt x="30" y="14"/>
                        </a:lnTo>
                        <a:lnTo>
                          <a:pt x="26" y="15"/>
                        </a:lnTo>
                        <a:lnTo>
                          <a:pt x="22" y="15"/>
                        </a:lnTo>
                        <a:lnTo>
                          <a:pt x="19" y="18"/>
                        </a:lnTo>
                        <a:lnTo>
                          <a:pt x="16" y="18"/>
                        </a:lnTo>
                        <a:lnTo>
                          <a:pt x="12" y="21"/>
                        </a:lnTo>
                        <a:lnTo>
                          <a:pt x="8" y="19"/>
                        </a:lnTo>
                        <a:lnTo>
                          <a:pt x="0" y="21"/>
                        </a:lnTo>
                        <a:lnTo>
                          <a:pt x="12" y="38"/>
                        </a:lnTo>
                        <a:lnTo>
                          <a:pt x="12" y="41"/>
                        </a:lnTo>
                        <a:lnTo>
                          <a:pt x="11" y="45"/>
                        </a:lnTo>
                        <a:lnTo>
                          <a:pt x="11" y="55"/>
                        </a:lnTo>
                        <a:lnTo>
                          <a:pt x="8" y="59"/>
                        </a:lnTo>
                        <a:lnTo>
                          <a:pt x="9" y="63"/>
                        </a:lnTo>
                        <a:lnTo>
                          <a:pt x="11" y="72"/>
                        </a:lnTo>
                        <a:lnTo>
                          <a:pt x="9" y="78"/>
                        </a:lnTo>
                        <a:lnTo>
                          <a:pt x="8" y="79"/>
                        </a:lnTo>
                        <a:lnTo>
                          <a:pt x="8" y="82"/>
                        </a:lnTo>
                        <a:lnTo>
                          <a:pt x="9" y="83"/>
                        </a:lnTo>
                        <a:lnTo>
                          <a:pt x="9" y="87"/>
                        </a:lnTo>
                        <a:lnTo>
                          <a:pt x="8" y="90"/>
                        </a:lnTo>
                        <a:lnTo>
                          <a:pt x="12" y="99"/>
                        </a:lnTo>
                        <a:lnTo>
                          <a:pt x="12" y="102"/>
                        </a:lnTo>
                        <a:lnTo>
                          <a:pt x="9" y="106"/>
                        </a:lnTo>
                        <a:lnTo>
                          <a:pt x="5" y="109"/>
                        </a:lnTo>
                        <a:lnTo>
                          <a:pt x="4" y="113"/>
                        </a:lnTo>
                        <a:lnTo>
                          <a:pt x="5" y="114"/>
                        </a:lnTo>
                        <a:lnTo>
                          <a:pt x="7" y="114"/>
                        </a:lnTo>
                        <a:lnTo>
                          <a:pt x="7" y="117"/>
                        </a:lnTo>
                        <a:lnTo>
                          <a:pt x="8" y="117"/>
                        </a:lnTo>
                        <a:lnTo>
                          <a:pt x="8" y="120"/>
                        </a:lnTo>
                        <a:lnTo>
                          <a:pt x="11" y="123"/>
                        </a:lnTo>
                        <a:lnTo>
                          <a:pt x="12" y="124"/>
                        </a:lnTo>
                        <a:lnTo>
                          <a:pt x="12" y="127"/>
                        </a:lnTo>
                        <a:lnTo>
                          <a:pt x="12" y="129"/>
                        </a:lnTo>
                        <a:lnTo>
                          <a:pt x="12" y="131"/>
                        </a:lnTo>
                        <a:lnTo>
                          <a:pt x="13" y="136"/>
                        </a:lnTo>
                        <a:lnTo>
                          <a:pt x="15" y="139"/>
                        </a:lnTo>
                        <a:lnTo>
                          <a:pt x="22" y="144"/>
                        </a:lnTo>
                        <a:lnTo>
                          <a:pt x="23" y="147"/>
                        </a:lnTo>
                        <a:lnTo>
                          <a:pt x="20" y="151"/>
                        </a:lnTo>
                        <a:lnTo>
                          <a:pt x="22" y="154"/>
                        </a:lnTo>
                        <a:lnTo>
                          <a:pt x="19" y="161"/>
                        </a:lnTo>
                        <a:lnTo>
                          <a:pt x="20" y="165"/>
                        </a:lnTo>
                        <a:lnTo>
                          <a:pt x="27" y="170"/>
                        </a:lnTo>
                        <a:lnTo>
                          <a:pt x="38" y="199"/>
                        </a:lnTo>
                        <a:lnTo>
                          <a:pt x="42" y="199"/>
                        </a:lnTo>
                        <a:lnTo>
                          <a:pt x="43" y="197"/>
                        </a:lnTo>
                        <a:lnTo>
                          <a:pt x="45" y="196"/>
                        </a:lnTo>
                        <a:lnTo>
                          <a:pt x="45" y="196"/>
                        </a:lnTo>
                        <a:lnTo>
                          <a:pt x="47" y="195"/>
                        </a:lnTo>
                        <a:lnTo>
                          <a:pt x="49" y="189"/>
                        </a:lnTo>
                        <a:lnTo>
                          <a:pt x="54" y="184"/>
                        </a:lnTo>
                        <a:lnTo>
                          <a:pt x="58" y="182"/>
                        </a:lnTo>
                        <a:lnTo>
                          <a:pt x="62" y="185"/>
                        </a:lnTo>
                        <a:lnTo>
                          <a:pt x="66" y="185"/>
                        </a:lnTo>
                        <a:lnTo>
                          <a:pt x="69" y="184"/>
                        </a:lnTo>
                        <a:lnTo>
                          <a:pt x="72" y="185"/>
                        </a:lnTo>
                        <a:lnTo>
                          <a:pt x="77" y="184"/>
                        </a:lnTo>
                        <a:lnTo>
                          <a:pt x="80" y="184"/>
                        </a:lnTo>
                        <a:lnTo>
                          <a:pt x="80" y="188"/>
                        </a:lnTo>
                        <a:lnTo>
                          <a:pt x="83" y="195"/>
                        </a:lnTo>
                        <a:lnTo>
                          <a:pt x="83" y="196"/>
                        </a:lnTo>
                        <a:lnTo>
                          <a:pt x="84" y="195"/>
                        </a:lnTo>
                        <a:lnTo>
                          <a:pt x="84" y="192"/>
                        </a:lnTo>
                        <a:lnTo>
                          <a:pt x="85" y="189"/>
                        </a:lnTo>
                        <a:lnTo>
                          <a:pt x="85" y="186"/>
                        </a:lnTo>
                        <a:lnTo>
                          <a:pt x="88" y="182"/>
                        </a:lnTo>
                        <a:lnTo>
                          <a:pt x="96" y="182"/>
                        </a:lnTo>
                        <a:lnTo>
                          <a:pt x="103" y="182"/>
                        </a:lnTo>
                        <a:lnTo>
                          <a:pt x="106" y="185"/>
                        </a:lnTo>
                        <a:lnTo>
                          <a:pt x="107" y="181"/>
                        </a:lnTo>
                        <a:lnTo>
                          <a:pt x="111" y="173"/>
                        </a:lnTo>
                        <a:lnTo>
                          <a:pt x="111" y="169"/>
                        </a:lnTo>
                        <a:lnTo>
                          <a:pt x="111" y="165"/>
                        </a:lnTo>
                        <a:lnTo>
                          <a:pt x="110" y="163"/>
                        </a:lnTo>
                        <a:lnTo>
                          <a:pt x="114" y="157"/>
                        </a:lnTo>
                        <a:lnTo>
                          <a:pt x="115" y="151"/>
                        </a:lnTo>
                        <a:lnTo>
                          <a:pt x="115" y="148"/>
                        </a:lnTo>
                        <a:lnTo>
                          <a:pt x="119" y="147"/>
                        </a:lnTo>
                        <a:lnTo>
                          <a:pt x="138" y="142"/>
                        </a:lnTo>
                        <a:lnTo>
                          <a:pt x="155" y="142"/>
                        </a:lnTo>
                        <a:lnTo>
                          <a:pt x="164" y="148"/>
                        </a:lnTo>
                        <a:lnTo>
                          <a:pt x="167" y="148"/>
                        </a:lnTo>
                        <a:lnTo>
                          <a:pt x="168" y="151"/>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01" name="Freeform 1019">
                    <a:extLst>
                      <a:ext uri="{FF2B5EF4-FFF2-40B4-BE49-F238E27FC236}">
                        <a16:creationId xmlns:a16="http://schemas.microsoft.com/office/drawing/2014/main" id="{8AFC6FF1-EE94-035C-5C95-1F0BAC2A0029}"/>
                      </a:ext>
                    </a:extLst>
                  </p:cNvPr>
                  <p:cNvSpPr>
                    <a:spLocks/>
                  </p:cNvSpPr>
                  <p:nvPr/>
                </p:nvSpPr>
                <p:spPr bwMode="auto">
                  <a:xfrm>
                    <a:off x="8454603" y="3188165"/>
                    <a:ext cx="111228" cy="105552"/>
                  </a:xfrm>
                  <a:custGeom>
                    <a:avLst/>
                    <a:gdLst/>
                    <a:ahLst/>
                    <a:cxnLst>
                      <a:cxn ang="0">
                        <a:pos x="1" y="39"/>
                      </a:cxn>
                      <a:cxn ang="0">
                        <a:pos x="5" y="27"/>
                      </a:cxn>
                      <a:cxn ang="0">
                        <a:pos x="4" y="21"/>
                      </a:cxn>
                      <a:cxn ang="0">
                        <a:pos x="9" y="9"/>
                      </a:cxn>
                      <a:cxn ang="0">
                        <a:pos x="13" y="5"/>
                      </a:cxn>
                      <a:cxn ang="0">
                        <a:pos x="49" y="0"/>
                      </a:cxn>
                      <a:cxn ang="0">
                        <a:pos x="61" y="6"/>
                      </a:cxn>
                      <a:cxn ang="0">
                        <a:pos x="62" y="13"/>
                      </a:cxn>
                      <a:cxn ang="0">
                        <a:pos x="66" y="20"/>
                      </a:cxn>
                      <a:cxn ang="0">
                        <a:pos x="68" y="34"/>
                      </a:cxn>
                      <a:cxn ang="0">
                        <a:pos x="68" y="39"/>
                      </a:cxn>
                      <a:cxn ang="0">
                        <a:pos x="73" y="42"/>
                      </a:cxn>
                      <a:cxn ang="0">
                        <a:pos x="83" y="43"/>
                      </a:cxn>
                      <a:cxn ang="0">
                        <a:pos x="93" y="42"/>
                      </a:cxn>
                      <a:cxn ang="0">
                        <a:pos x="99" y="44"/>
                      </a:cxn>
                      <a:cxn ang="0">
                        <a:pos x="104" y="63"/>
                      </a:cxn>
                      <a:cxn ang="0">
                        <a:pos x="108" y="70"/>
                      </a:cxn>
                      <a:cxn ang="0">
                        <a:pos x="118" y="68"/>
                      </a:cxn>
                      <a:cxn ang="0">
                        <a:pos x="122" y="70"/>
                      </a:cxn>
                      <a:cxn ang="0">
                        <a:pos x="121" y="87"/>
                      </a:cxn>
                      <a:cxn ang="0">
                        <a:pos x="119" y="88"/>
                      </a:cxn>
                      <a:cxn ang="0">
                        <a:pos x="119" y="91"/>
                      </a:cxn>
                      <a:cxn ang="0">
                        <a:pos x="118" y="93"/>
                      </a:cxn>
                      <a:cxn ang="0">
                        <a:pos x="118" y="99"/>
                      </a:cxn>
                      <a:cxn ang="0">
                        <a:pos x="115" y="107"/>
                      </a:cxn>
                      <a:cxn ang="0">
                        <a:pos x="113" y="112"/>
                      </a:cxn>
                      <a:cxn ang="0">
                        <a:pos x="104" y="120"/>
                      </a:cxn>
                      <a:cxn ang="0">
                        <a:pos x="99" y="123"/>
                      </a:cxn>
                      <a:cxn ang="0">
                        <a:pos x="95" y="127"/>
                      </a:cxn>
                      <a:cxn ang="0">
                        <a:pos x="92" y="126"/>
                      </a:cxn>
                      <a:cxn ang="0">
                        <a:pos x="83" y="125"/>
                      </a:cxn>
                      <a:cxn ang="0">
                        <a:pos x="64" y="123"/>
                      </a:cxn>
                      <a:cxn ang="0">
                        <a:pos x="62" y="120"/>
                      </a:cxn>
                      <a:cxn ang="0">
                        <a:pos x="69" y="110"/>
                      </a:cxn>
                      <a:cxn ang="0">
                        <a:pos x="69" y="104"/>
                      </a:cxn>
                      <a:cxn ang="0">
                        <a:pos x="74" y="99"/>
                      </a:cxn>
                      <a:cxn ang="0">
                        <a:pos x="73" y="93"/>
                      </a:cxn>
                      <a:cxn ang="0">
                        <a:pos x="66" y="85"/>
                      </a:cxn>
                      <a:cxn ang="0">
                        <a:pos x="51" y="81"/>
                      </a:cxn>
                      <a:cxn ang="0">
                        <a:pos x="42" y="76"/>
                      </a:cxn>
                      <a:cxn ang="0">
                        <a:pos x="28" y="70"/>
                      </a:cxn>
                      <a:cxn ang="0">
                        <a:pos x="23" y="63"/>
                      </a:cxn>
                      <a:cxn ang="0">
                        <a:pos x="9" y="54"/>
                      </a:cxn>
                      <a:cxn ang="0">
                        <a:pos x="4" y="47"/>
                      </a:cxn>
                      <a:cxn ang="0">
                        <a:pos x="0" y="43"/>
                      </a:cxn>
                    </a:cxnLst>
                    <a:rect l="0" t="0" r="r" b="b"/>
                    <a:pathLst>
                      <a:path w="122" h="127">
                        <a:moveTo>
                          <a:pt x="0" y="43"/>
                        </a:moveTo>
                        <a:lnTo>
                          <a:pt x="1" y="39"/>
                        </a:lnTo>
                        <a:lnTo>
                          <a:pt x="5" y="31"/>
                        </a:lnTo>
                        <a:lnTo>
                          <a:pt x="5" y="27"/>
                        </a:lnTo>
                        <a:lnTo>
                          <a:pt x="5" y="23"/>
                        </a:lnTo>
                        <a:lnTo>
                          <a:pt x="4" y="21"/>
                        </a:lnTo>
                        <a:lnTo>
                          <a:pt x="8" y="15"/>
                        </a:lnTo>
                        <a:lnTo>
                          <a:pt x="9" y="9"/>
                        </a:lnTo>
                        <a:lnTo>
                          <a:pt x="9" y="6"/>
                        </a:lnTo>
                        <a:lnTo>
                          <a:pt x="13" y="5"/>
                        </a:lnTo>
                        <a:lnTo>
                          <a:pt x="32" y="0"/>
                        </a:lnTo>
                        <a:lnTo>
                          <a:pt x="49" y="0"/>
                        </a:lnTo>
                        <a:lnTo>
                          <a:pt x="58" y="6"/>
                        </a:lnTo>
                        <a:lnTo>
                          <a:pt x="61" y="6"/>
                        </a:lnTo>
                        <a:lnTo>
                          <a:pt x="64" y="10"/>
                        </a:lnTo>
                        <a:lnTo>
                          <a:pt x="62" y="13"/>
                        </a:lnTo>
                        <a:lnTo>
                          <a:pt x="66" y="16"/>
                        </a:lnTo>
                        <a:lnTo>
                          <a:pt x="66" y="20"/>
                        </a:lnTo>
                        <a:lnTo>
                          <a:pt x="69" y="24"/>
                        </a:lnTo>
                        <a:lnTo>
                          <a:pt x="68" y="34"/>
                        </a:lnTo>
                        <a:lnTo>
                          <a:pt x="69" y="36"/>
                        </a:lnTo>
                        <a:lnTo>
                          <a:pt x="68" y="39"/>
                        </a:lnTo>
                        <a:lnTo>
                          <a:pt x="69" y="43"/>
                        </a:lnTo>
                        <a:lnTo>
                          <a:pt x="73" y="42"/>
                        </a:lnTo>
                        <a:lnTo>
                          <a:pt x="76" y="43"/>
                        </a:lnTo>
                        <a:lnTo>
                          <a:pt x="83" y="43"/>
                        </a:lnTo>
                        <a:lnTo>
                          <a:pt x="87" y="44"/>
                        </a:lnTo>
                        <a:lnTo>
                          <a:pt x="93" y="42"/>
                        </a:lnTo>
                        <a:lnTo>
                          <a:pt x="96" y="44"/>
                        </a:lnTo>
                        <a:lnTo>
                          <a:pt x="99" y="44"/>
                        </a:lnTo>
                        <a:lnTo>
                          <a:pt x="100" y="48"/>
                        </a:lnTo>
                        <a:lnTo>
                          <a:pt x="104" y="63"/>
                        </a:lnTo>
                        <a:lnTo>
                          <a:pt x="107" y="69"/>
                        </a:lnTo>
                        <a:lnTo>
                          <a:pt x="108" y="70"/>
                        </a:lnTo>
                        <a:lnTo>
                          <a:pt x="115" y="66"/>
                        </a:lnTo>
                        <a:lnTo>
                          <a:pt x="118" y="68"/>
                        </a:lnTo>
                        <a:lnTo>
                          <a:pt x="121" y="70"/>
                        </a:lnTo>
                        <a:lnTo>
                          <a:pt x="122" y="70"/>
                        </a:lnTo>
                        <a:lnTo>
                          <a:pt x="121" y="73"/>
                        </a:lnTo>
                        <a:lnTo>
                          <a:pt x="121" y="87"/>
                        </a:lnTo>
                        <a:lnTo>
                          <a:pt x="119" y="88"/>
                        </a:lnTo>
                        <a:lnTo>
                          <a:pt x="119" y="88"/>
                        </a:lnTo>
                        <a:lnTo>
                          <a:pt x="119" y="89"/>
                        </a:lnTo>
                        <a:lnTo>
                          <a:pt x="119" y="91"/>
                        </a:lnTo>
                        <a:lnTo>
                          <a:pt x="119" y="93"/>
                        </a:lnTo>
                        <a:lnTo>
                          <a:pt x="118" y="93"/>
                        </a:lnTo>
                        <a:lnTo>
                          <a:pt x="118" y="97"/>
                        </a:lnTo>
                        <a:lnTo>
                          <a:pt x="118" y="99"/>
                        </a:lnTo>
                        <a:lnTo>
                          <a:pt x="118" y="104"/>
                        </a:lnTo>
                        <a:lnTo>
                          <a:pt x="115" y="107"/>
                        </a:lnTo>
                        <a:lnTo>
                          <a:pt x="114" y="110"/>
                        </a:lnTo>
                        <a:lnTo>
                          <a:pt x="113" y="112"/>
                        </a:lnTo>
                        <a:lnTo>
                          <a:pt x="106" y="118"/>
                        </a:lnTo>
                        <a:lnTo>
                          <a:pt x="104" y="120"/>
                        </a:lnTo>
                        <a:lnTo>
                          <a:pt x="103" y="125"/>
                        </a:lnTo>
                        <a:lnTo>
                          <a:pt x="99" y="123"/>
                        </a:lnTo>
                        <a:lnTo>
                          <a:pt x="98" y="125"/>
                        </a:lnTo>
                        <a:lnTo>
                          <a:pt x="95" y="127"/>
                        </a:lnTo>
                        <a:lnTo>
                          <a:pt x="93" y="126"/>
                        </a:lnTo>
                        <a:lnTo>
                          <a:pt x="92" y="126"/>
                        </a:lnTo>
                        <a:lnTo>
                          <a:pt x="88" y="127"/>
                        </a:lnTo>
                        <a:lnTo>
                          <a:pt x="83" y="125"/>
                        </a:lnTo>
                        <a:lnTo>
                          <a:pt x="74" y="122"/>
                        </a:lnTo>
                        <a:lnTo>
                          <a:pt x="64" y="123"/>
                        </a:lnTo>
                        <a:lnTo>
                          <a:pt x="62" y="123"/>
                        </a:lnTo>
                        <a:lnTo>
                          <a:pt x="62" y="120"/>
                        </a:lnTo>
                        <a:lnTo>
                          <a:pt x="66" y="115"/>
                        </a:lnTo>
                        <a:lnTo>
                          <a:pt x="69" y="110"/>
                        </a:lnTo>
                        <a:lnTo>
                          <a:pt x="68" y="107"/>
                        </a:lnTo>
                        <a:lnTo>
                          <a:pt x="69" y="104"/>
                        </a:lnTo>
                        <a:lnTo>
                          <a:pt x="72" y="103"/>
                        </a:lnTo>
                        <a:lnTo>
                          <a:pt x="74" y="99"/>
                        </a:lnTo>
                        <a:lnTo>
                          <a:pt x="74" y="96"/>
                        </a:lnTo>
                        <a:lnTo>
                          <a:pt x="73" y="93"/>
                        </a:lnTo>
                        <a:lnTo>
                          <a:pt x="69" y="89"/>
                        </a:lnTo>
                        <a:lnTo>
                          <a:pt x="66" y="85"/>
                        </a:lnTo>
                        <a:lnTo>
                          <a:pt x="57" y="84"/>
                        </a:lnTo>
                        <a:lnTo>
                          <a:pt x="51" y="81"/>
                        </a:lnTo>
                        <a:lnTo>
                          <a:pt x="45" y="76"/>
                        </a:lnTo>
                        <a:lnTo>
                          <a:pt x="42" y="76"/>
                        </a:lnTo>
                        <a:lnTo>
                          <a:pt x="36" y="73"/>
                        </a:lnTo>
                        <a:lnTo>
                          <a:pt x="28" y="70"/>
                        </a:lnTo>
                        <a:lnTo>
                          <a:pt x="26" y="66"/>
                        </a:lnTo>
                        <a:lnTo>
                          <a:pt x="23" y="63"/>
                        </a:lnTo>
                        <a:lnTo>
                          <a:pt x="19" y="63"/>
                        </a:lnTo>
                        <a:lnTo>
                          <a:pt x="9" y="54"/>
                        </a:lnTo>
                        <a:lnTo>
                          <a:pt x="7" y="48"/>
                        </a:lnTo>
                        <a:lnTo>
                          <a:pt x="4" y="47"/>
                        </a:lnTo>
                        <a:lnTo>
                          <a:pt x="1" y="44"/>
                        </a:lnTo>
                        <a:lnTo>
                          <a:pt x="0" y="43"/>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02" name="Freeform 1021">
                    <a:extLst>
                      <a:ext uri="{FF2B5EF4-FFF2-40B4-BE49-F238E27FC236}">
                        <a16:creationId xmlns:a16="http://schemas.microsoft.com/office/drawing/2014/main" id="{F3292224-E3AE-7841-278A-36B484E61868}"/>
                      </a:ext>
                    </a:extLst>
                  </p:cNvPr>
                  <p:cNvSpPr>
                    <a:spLocks/>
                  </p:cNvSpPr>
                  <p:nvPr/>
                </p:nvSpPr>
                <p:spPr bwMode="auto">
                  <a:xfrm>
                    <a:off x="8522070" y="3325300"/>
                    <a:ext cx="65643" cy="68152"/>
                  </a:xfrm>
                  <a:custGeom>
                    <a:avLst/>
                    <a:gdLst/>
                    <a:ahLst/>
                    <a:cxnLst>
                      <a:cxn ang="0">
                        <a:pos x="10" y="2"/>
                      </a:cxn>
                      <a:cxn ang="0">
                        <a:pos x="19" y="0"/>
                      </a:cxn>
                      <a:cxn ang="0">
                        <a:pos x="25" y="7"/>
                      </a:cxn>
                      <a:cxn ang="0">
                        <a:pos x="30" y="13"/>
                      </a:cxn>
                      <a:cxn ang="0">
                        <a:pos x="34" y="18"/>
                      </a:cxn>
                      <a:cxn ang="0">
                        <a:pos x="39" y="15"/>
                      </a:cxn>
                      <a:cxn ang="0">
                        <a:pos x="47" y="22"/>
                      </a:cxn>
                      <a:cxn ang="0">
                        <a:pos x="53" y="26"/>
                      </a:cxn>
                      <a:cxn ang="0">
                        <a:pos x="56" y="29"/>
                      </a:cxn>
                      <a:cxn ang="0">
                        <a:pos x="64" y="36"/>
                      </a:cxn>
                      <a:cxn ang="0">
                        <a:pos x="71" y="44"/>
                      </a:cxn>
                      <a:cxn ang="0">
                        <a:pos x="68" y="51"/>
                      </a:cxn>
                      <a:cxn ang="0">
                        <a:pos x="70" y="56"/>
                      </a:cxn>
                      <a:cxn ang="0">
                        <a:pos x="72" y="59"/>
                      </a:cxn>
                      <a:cxn ang="0">
                        <a:pos x="71" y="61"/>
                      </a:cxn>
                      <a:cxn ang="0">
                        <a:pos x="70" y="67"/>
                      </a:cxn>
                      <a:cxn ang="0">
                        <a:pos x="66" y="72"/>
                      </a:cxn>
                      <a:cxn ang="0">
                        <a:pos x="64" y="74"/>
                      </a:cxn>
                      <a:cxn ang="0">
                        <a:pos x="56" y="80"/>
                      </a:cxn>
                      <a:cxn ang="0">
                        <a:pos x="53" y="79"/>
                      </a:cxn>
                      <a:cxn ang="0">
                        <a:pos x="52" y="82"/>
                      </a:cxn>
                      <a:cxn ang="0">
                        <a:pos x="48" y="82"/>
                      </a:cxn>
                      <a:cxn ang="0">
                        <a:pos x="45" y="80"/>
                      </a:cxn>
                      <a:cxn ang="0">
                        <a:pos x="39" y="80"/>
                      </a:cxn>
                      <a:cxn ang="0">
                        <a:pos x="32" y="82"/>
                      </a:cxn>
                      <a:cxn ang="0">
                        <a:pos x="33" y="79"/>
                      </a:cxn>
                      <a:cxn ang="0">
                        <a:pos x="29" y="79"/>
                      </a:cxn>
                      <a:cxn ang="0">
                        <a:pos x="24" y="76"/>
                      </a:cxn>
                      <a:cxn ang="0">
                        <a:pos x="14" y="76"/>
                      </a:cxn>
                      <a:cxn ang="0">
                        <a:pos x="9" y="72"/>
                      </a:cxn>
                      <a:cxn ang="0">
                        <a:pos x="2" y="66"/>
                      </a:cxn>
                      <a:cxn ang="0">
                        <a:pos x="0" y="55"/>
                      </a:cxn>
                      <a:cxn ang="0">
                        <a:pos x="0" y="53"/>
                      </a:cxn>
                      <a:cxn ang="0">
                        <a:pos x="5" y="49"/>
                      </a:cxn>
                      <a:cxn ang="0">
                        <a:pos x="2" y="38"/>
                      </a:cxn>
                      <a:cxn ang="0">
                        <a:pos x="2" y="32"/>
                      </a:cxn>
                      <a:cxn ang="0">
                        <a:pos x="3" y="26"/>
                      </a:cxn>
                      <a:cxn ang="0">
                        <a:pos x="5" y="18"/>
                      </a:cxn>
                      <a:cxn ang="0">
                        <a:pos x="5" y="14"/>
                      </a:cxn>
                      <a:cxn ang="0">
                        <a:pos x="6" y="6"/>
                      </a:cxn>
                      <a:cxn ang="0">
                        <a:pos x="9" y="2"/>
                      </a:cxn>
                    </a:cxnLst>
                    <a:rect l="0" t="0" r="r" b="b"/>
                    <a:pathLst>
                      <a:path w="72" h="82">
                        <a:moveTo>
                          <a:pt x="9" y="2"/>
                        </a:moveTo>
                        <a:lnTo>
                          <a:pt x="10" y="2"/>
                        </a:lnTo>
                        <a:lnTo>
                          <a:pt x="11" y="3"/>
                        </a:lnTo>
                        <a:lnTo>
                          <a:pt x="19" y="0"/>
                        </a:lnTo>
                        <a:lnTo>
                          <a:pt x="22" y="3"/>
                        </a:lnTo>
                        <a:lnTo>
                          <a:pt x="25" y="7"/>
                        </a:lnTo>
                        <a:lnTo>
                          <a:pt x="28" y="8"/>
                        </a:lnTo>
                        <a:lnTo>
                          <a:pt x="30" y="13"/>
                        </a:lnTo>
                        <a:lnTo>
                          <a:pt x="33" y="18"/>
                        </a:lnTo>
                        <a:lnTo>
                          <a:pt x="34" y="18"/>
                        </a:lnTo>
                        <a:lnTo>
                          <a:pt x="37" y="15"/>
                        </a:lnTo>
                        <a:lnTo>
                          <a:pt x="39" y="15"/>
                        </a:lnTo>
                        <a:lnTo>
                          <a:pt x="43" y="21"/>
                        </a:lnTo>
                        <a:lnTo>
                          <a:pt x="47" y="22"/>
                        </a:lnTo>
                        <a:lnTo>
                          <a:pt x="49" y="22"/>
                        </a:lnTo>
                        <a:lnTo>
                          <a:pt x="53" y="26"/>
                        </a:lnTo>
                        <a:lnTo>
                          <a:pt x="53" y="30"/>
                        </a:lnTo>
                        <a:lnTo>
                          <a:pt x="56" y="29"/>
                        </a:lnTo>
                        <a:lnTo>
                          <a:pt x="62" y="32"/>
                        </a:lnTo>
                        <a:lnTo>
                          <a:pt x="64" y="36"/>
                        </a:lnTo>
                        <a:lnTo>
                          <a:pt x="68" y="41"/>
                        </a:lnTo>
                        <a:lnTo>
                          <a:pt x="71" y="44"/>
                        </a:lnTo>
                        <a:lnTo>
                          <a:pt x="71" y="48"/>
                        </a:lnTo>
                        <a:lnTo>
                          <a:pt x="68" y="51"/>
                        </a:lnTo>
                        <a:lnTo>
                          <a:pt x="70" y="55"/>
                        </a:lnTo>
                        <a:lnTo>
                          <a:pt x="70" y="56"/>
                        </a:lnTo>
                        <a:lnTo>
                          <a:pt x="70" y="57"/>
                        </a:lnTo>
                        <a:lnTo>
                          <a:pt x="72" y="59"/>
                        </a:lnTo>
                        <a:lnTo>
                          <a:pt x="72" y="60"/>
                        </a:lnTo>
                        <a:lnTo>
                          <a:pt x="71" y="61"/>
                        </a:lnTo>
                        <a:lnTo>
                          <a:pt x="70" y="64"/>
                        </a:lnTo>
                        <a:lnTo>
                          <a:pt x="70" y="67"/>
                        </a:lnTo>
                        <a:lnTo>
                          <a:pt x="67" y="70"/>
                        </a:lnTo>
                        <a:lnTo>
                          <a:pt x="66" y="72"/>
                        </a:lnTo>
                        <a:lnTo>
                          <a:pt x="66" y="72"/>
                        </a:lnTo>
                        <a:lnTo>
                          <a:pt x="64" y="74"/>
                        </a:lnTo>
                        <a:lnTo>
                          <a:pt x="62" y="78"/>
                        </a:lnTo>
                        <a:lnTo>
                          <a:pt x="56" y="80"/>
                        </a:lnTo>
                        <a:lnTo>
                          <a:pt x="55" y="79"/>
                        </a:lnTo>
                        <a:lnTo>
                          <a:pt x="53" y="79"/>
                        </a:lnTo>
                        <a:lnTo>
                          <a:pt x="53" y="82"/>
                        </a:lnTo>
                        <a:lnTo>
                          <a:pt x="52" y="82"/>
                        </a:lnTo>
                        <a:lnTo>
                          <a:pt x="51" y="82"/>
                        </a:lnTo>
                        <a:lnTo>
                          <a:pt x="48" y="82"/>
                        </a:lnTo>
                        <a:lnTo>
                          <a:pt x="47" y="82"/>
                        </a:lnTo>
                        <a:lnTo>
                          <a:pt x="45" y="80"/>
                        </a:lnTo>
                        <a:lnTo>
                          <a:pt x="43" y="79"/>
                        </a:lnTo>
                        <a:lnTo>
                          <a:pt x="39" y="80"/>
                        </a:lnTo>
                        <a:lnTo>
                          <a:pt x="34" y="82"/>
                        </a:lnTo>
                        <a:lnTo>
                          <a:pt x="32" y="82"/>
                        </a:lnTo>
                        <a:lnTo>
                          <a:pt x="32" y="80"/>
                        </a:lnTo>
                        <a:lnTo>
                          <a:pt x="33" y="79"/>
                        </a:lnTo>
                        <a:lnTo>
                          <a:pt x="32" y="79"/>
                        </a:lnTo>
                        <a:lnTo>
                          <a:pt x="29" y="79"/>
                        </a:lnTo>
                        <a:lnTo>
                          <a:pt x="28" y="78"/>
                        </a:lnTo>
                        <a:lnTo>
                          <a:pt x="24" y="76"/>
                        </a:lnTo>
                        <a:lnTo>
                          <a:pt x="21" y="75"/>
                        </a:lnTo>
                        <a:lnTo>
                          <a:pt x="14" y="76"/>
                        </a:lnTo>
                        <a:lnTo>
                          <a:pt x="11" y="76"/>
                        </a:lnTo>
                        <a:lnTo>
                          <a:pt x="9" y="72"/>
                        </a:lnTo>
                        <a:lnTo>
                          <a:pt x="7" y="71"/>
                        </a:lnTo>
                        <a:lnTo>
                          <a:pt x="2" y="66"/>
                        </a:lnTo>
                        <a:lnTo>
                          <a:pt x="0" y="60"/>
                        </a:lnTo>
                        <a:lnTo>
                          <a:pt x="0" y="55"/>
                        </a:lnTo>
                        <a:lnTo>
                          <a:pt x="0" y="55"/>
                        </a:lnTo>
                        <a:lnTo>
                          <a:pt x="0" y="53"/>
                        </a:lnTo>
                        <a:lnTo>
                          <a:pt x="3" y="51"/>
                        </a:lnTo>
                        <a:lnTo>
                          <a:pt x="5" y="49"/>
                        </a:lnTo>
                        <a:lnTo>
                          <a:pt x="3" y="45"/>
                        </a:lnTo>
                        <a:lnTo>
                          <a:pt x="2" y="38"/>
                        </a:lnTo>
                        <a:lnTo>
                          <a:pt x="3" y="37"/>
                        </a:lnTo>
                        <a:lnTo>
                          <a:pt x="2" y="32"/>
                        </a:lnTo>
                        <a:lnTo>
                          <a:pt x="3" y="29"/>
                        </a:lnTo>
                        <a:lnTo>
                          <a:pt x="3" y="26"/>
                        </a:lnTo>
                        <a:lnTo>
                          <a:pt x="5" y="25"/>
                        </a:lnTo>
                        <a:lnTo>
                          <a:pt x="5" y="18"/>
                        </a:lnTo>
                        <a:lnTo>
                          <a:pt x="3" y="15"/>
                        </a:lnTo>
                        <a:lnTo>
                          <a:pt x="5" y="14"/>
                        </a:lnTo>
                        <a:lnTo>
                          <a:pt x="5" y="8"/>
                        </a:lnTo>
                        <a:lnTo>
                          <a:pt x="6" y="6"/>
                        </a:lnTo>
                        <a:lnTo>
                          <a:pt x="7" y="3"/>
                        </a:lnTo>
                        <a:lnTo>
                          <a:pt x="9" y="2"/>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03" name="Freeform 1035">
                    <a:extLst>
                      <a:ext uri="{FF2B5EF4-FFF2-40B4-BE49-F238E27FC236}">
                        <a16:creationId xmlns:a16="http://schemas.microsoft.com/office/drawing/2014/main" id="{51C742BF-580D-AB93-F5E8-CFBD27E0D163}"/>
                      </a:ext>
                    </a:extLst>
                  </p:cNvPr>
                  <p:cNvSpPr>
                    <a:spLocks noEditPoints="1"/>
                  </p:cNvSpPr>
                  <p:nvPr/>
                </p:nvSpPr>
                <p:spPr bwMode="auto">
                  <a:xfrm>
                    <a:off x="10822304" y="2421042"/>
                    <a:ext cx="58350" cy="85605"/>
                  </a:xfrm>
                  <a:custGeom>
                    <a:avLst/>
                    <a:gdLst/>
                    <a:ahLst/>
                    <a:cxnLst>
                      <a:cxn ang="0">
                        <a:pos x="41" y="73"/>
                      </a:cxn>
                      <a:cxn ang="0">
                        <a:pos x="40" y="75"/>
                      </a:cxn>
                      <a:cxn ang="0">
                        <a:pos x="40" y="73"/>
                      </a:cxn>
                      <a:cxn ang="0">
                        <a:pos x="18" y="82"/>
                      </a:cxn>
                      <a:cxn ang="0">
                        <a:pos x="19" y="82"/>
                      </a:cxn>
                      <a:cxn ang="0">
                        <a:pos x="21" y="82"/>
                      </a:cxn>
                      <a:cxn ang="0">
                        <a:pos x="21" y="83"/>
                      </a:cxn>
                      <a:cxn ang="0">
                        <a:pos x="19" y="84"/>
                      </a:cxn>
                      <a:cxn ang="0">
                        <a:pos x="49" y="71"/>
                      </a:cxn>
                      <a:cxn ang="0">
                        <a:pos x="51" y="75"/>
                      </a:cxn>
                      <a:cxn ang="0">
                        <a:pos x="52" y="72"/>
                      </a:cxn>
                      <a:cxn ang="0">
                        <a:pos x="52" y="69"/>
                      </a:cxn>
                      <a:cxn ang="0">
                        <a:pos x="61" y="87"/>
                      </a:cxn>
                      <a:cxn ang="0">
                        <a:pos x="61" y="84"/>
                      </a:cxn>
                      <a:cxn ang="0">
                        <a:pos x="63" y="86"/>
                      </a:cxn>
                      <a:cxn ang="0">
                        <a:pos x="61" y="87"/>
                      </a:cxn>
                      <a:cxn ang="0">
                        <a:pos x="63" y="82"/>
                      </a:cxn>
                      <a:cxn ang="0">
                        <a:pos x="61" y="80"/>
                      </a:cxn>
                      <a:cxn ang="0">
                        <a:pos x="63" y="76"/>
                      </a:cxn>
                      <a:cxn ang="0">
                        <a:pos x="64" y="78"/>
                      </a:cxn>
                      <a:cxn ang="0">
                        <a:pos x="63" y="82"/>
                      </a:cxn>
                      <a:cxn ang="0">
                        <a:pos x="22" y="103"/>
                      </a:cxn>
                      <a:cxn ang="0">
                        <a:pos x="23" y="99"/>
                      </a:cxn>
                      <a:cxn ang="0">
                        <a:pos x="32" y="98"/>
                      </a:cxn>
                      <a:cxn ang="0">
                        <a:pos x="30" y="102"/>
                      </a:cxn>
                      <a:cxn ang="0">
                        <a:pos x="22" y="103"/>
                      </a:cxn>
                      <a:cxn ang="0">
                        <a:pos x="0" y="18"/>
                      </a:cxn>
                      <a:cxn ang="0">
                        <a:pos x="3" y="16"/>
                      </a:cxn>
                      <a:cxn ang="0">
                        <a:pos x="4" y="18"/>
                      </a:cxn>
                      <a:cxn ang="0">
                        <a:pos x="14" y="27"/>
                      </a:cxn>
                      <a:cxn ang="0">
                        <a:pos x="15" y="30"/>
                      </a:cxn>
                      <a:cxn ang="0">
                        <a:pos x="18" y="35"/>
                      </a:cxn>
                      <a:cxn ang="0">
                        <a:pos x="13" y="31"/>
                      </a:cxn>
                      <a:cxn ang="0">
                        <a:pos x="10" y="34"/>
                      </a:cxn>
                      <a:cxn ang="0">
                        <a:pos x="13" y="41"/>
                      </a:cxn>
                      <a:cxn ang="0">
                        <a:pos x="15" y="44"/>
                      </a:cxn>
                      <a:cxn ang="0">
                        <a:pos x="18" y="50"/>
                      </a:cxn>
                      <a:cxn ang="0">
                        <a:pos x="21" y="54"/>
                      </a:cxn>
                      <a:cxn ang="0">
                        <a:pos x="17" y="59"/>
                      </a:cxn>
                      <a:cxn ang="0">
                        <a:pos x="18" y="63"/>
                      </a:cxn>
                      <a:cxn ang="0">
                        <a:pos x="17" y="67"/>
                      </a:cxn>
                      <a:cxn ang="0">
                        <a:pos x="17" y="69"/>
                      </a:cxn>
                      <a:cxn ang="0">
                        <a:pos x="22" y="76"/>
                      </a:cxn>
                      <a:cxn ang="0">
                        <a:pos x="23" y="80"/>
                      </a:cxn>
                      <a:cxn ang="0">
                        <a:pos x="26" y="82"/>
                      </a:cxn>
                      <a:cxn ang="0">
                        <a:pos x="28" y="79"/>
                      </a:cxn>
                      <a:cxn ang="0">
                        <a:pos x="36" y="71"/>
                      </a:cxn>
                      <a:cxn ang="0">
                        <a:pos x="38" y="72"/>
                      </a:cxn>
                      <a:cxn ang="0">
                        <a:pos x="42" y="69"/>
                      </a:cxn>
                      <a:cxn ang="0">
                        <a:pos x="47" y="72"/>
                      </a:cxn>
                      <a:cxn ang="0">
                        <a:pos x="48" y="72"/>
                      </a:cxn>
                      <a:cxn ang="0">
                        <a:pos x="51" y="68"/>
                      </a:cxn>
                      <a:cxn ang="0">
                        <a:pos x="57" y="63"/>
                      </a:cxn>
                      <a:cxn ang="0">
                        <a:pos x="59" y="60"/>
                      </a:cxn>
                      <a:cxn ang="0">
                        <a:pos x="57" y="49"/>
                      </a:cxn>
                      <a:cxn ang="0">
                        <a:pos x="56" y="46"/>
                      </a:cxn>
                      <a:cxn ang="0">
                        <a:pos x="52" y="34"/>
                      </a:cxn>
                      <a:cxn ang="0">
                        <a:pos x="44" y="18"/>
                      </a:cxn>
                      <a:cxn ang="0">
                        <a:pos x="30" y="0"/>
                      </a:cxn>
                      <a:cxn ang="0">
                        <a:pos x="15" y="4"/>
                      </a:cxn>
                      <a:cxn ang="0">
                        <a:pos x="6" y="10"/>
                      </a:cxn>
                      <a:cxn ang="0">
                        <a:pos x="0" y="18"/>
                      </a:cxn>
                    </a:cxnLst>
                    <a:rect l="0" t="0" r="r" b="b"/>
                    <a:pathLst>
                      <a:path w="64" h="103">
                        <a:moveTo>
                          <a:pt x="40" y="73"/>
                        </a:moveTo>
                        <a:lnTo>
                          <a:pt x="41" y="73"/>
                        </a:lnTo>
                        <a:lnTo>
                          <a:pt x="42" y="75"/>
                        </a:lnTo>
                        <a:lnTo>
                          <a:pt x="40" y="75"/>
                        </a:lnTo>
                        <a:lnTo>
                          <a:pt x="40" y="73"/>
                        </a:lnTo>
                        <a:lnTo>
                          <a:pt x="40" y="73"/>
                        </a:lnTo>
                        <a:close/>
                        <a:moveTo>
                          <a:pt x="19" y="84"/>
                        </a:moveTo>
                        <a:lnTo>
                          <a:pt x="18" y="82"/>
                        </a:lnTo>
                        <a:lnTo>
                          <a:pt x="18" y="82"/>
                        </a:lnTo>
                        <a:lnTo>
                          <a:pt x="19" y="82"/>
                        </a:lnTo>
                        <a:lnTo>
                          <a:pt x="21" y="79"/>
                        </a:lnTo>
                        <a:lnTo>
                          <a:pt x="21" y="82"/>
                        </a:lnTo>
                        <a:lnTo>
                          <a:pt x="21" y="83"/>
                        </a:lnTo>
                        <a:lnTo>
                          <a:pt x="21" y="83"/>
                        </a:lnTo>
                        <a:lnTo>
                          <a:pt x="19" y="84"/>
                        </a:lnTo>
                        <a:lnTo>
                          <a:pt x="19" y="84"/>
                        </a:lnTo>
                        <a:close/>
                        <a:moveTo>
                          <a:pt x="52" y="69"/>
                        </a:moveTo>
                        <a:lnTo>
                          <a:pt x="49" y="71"/>
                        </a:lnTo>
                        <a:lnTo>
                          <a:pt x="49" y="72"/>
                        </a:lnTo>
                        <a:lnTo>
                          <a:pt x="51" y="75"/>
                        </a:lnTo>
                        <a:lnTo>
                          <a:pt x="52" y="73"/>
                        </a:lnTo>
                        <a:lnTo>
                          <a:pt x="52" y="72"/>
                        </a:lnTo>
                        <a:lnTo>
                          <a:pt x="52" y="69"/>
                        </a:lnTo>
                        <a:lnTo>
                          <a:pt x="52" y="69"/>
                        </a:lnTo>
                        <a:lnTo>
                          <a:pt x="52" y="69"/>
                        </a:lnTo>
                        <a:close/>
                        <a:moveTo>
                          <a:pt x="61" y="87"/>
                        </a:moveTo>
                        <a:lnTo>
                          <a:pt x="60" y="86"/>
                        </a:lnTo>
                        <a:lnTo>
                          <a:pt x="61" y="84"/>
                        </a:lnTo>
                        <a:lnTo>
                          <a:pt x="64" y="84"/>
                        </a:lnTo>
                        <a:lnTo>
                          <a:pt x="63" y="86"/>
                        </a:lnTo>
                        <a:lnTo>
                          <a:pt x="61" y="87"/>
                        </a:lnTo>
                        <a:lnTo>
                          <a:pt x="61" y="87"/>
                        </a:lnTo>
                        <a:lnTo>
                          <a:pt x="61" y="87"/>
                        </a:lnTo>
                        <a:close/>
                        <a:moveTo>
                          <a:pt x="63" y="82"/>
                        </a:moveTo>
                        <a:lnTo>
                          <a:pt x="61" y="83"/>
                        </a:lnTo>
                        <a:lnTo>
                          <a:pt x="61" y="80"/>
                        </a:lnTo>
                        <a:lnTo>
                          <a:pt x="61" y="79"/>
                        </a:lnTo>
                        <a:lnTo>
                          <a:pt x="63" y="76"/>
                        </a:lnTo>
                        <a:lnTo>
                          <a:pt x="64" y="76"/>
                        </a:lnTo>
                        <a:lnTo>
                          <a:pt x="64" y="78"/>
                        </a:lnTo>
                        <a:lnTo>
                          <a:pt x="64" y="79"/>
                        </a:lnTo>
                        <a:lnTo>
                          <a:pt x="63" y="82"/>
                        </a:lnTo>
                        <a:lnTo>
                          <a:pt x="63" y="82"/>
                        </a:lnTo>
                        <a:close/>
                        <a:moveTo>
                          <a:pt x="22" y="103"/>
                        </a:moveTo>
                        <a:lnTo>
                          <a:pt x="22" y="101"/>
                        </a:lnTo>
                        <a:lnTo>
                          <a:pt x="23" y="99"/>
                        </a:lnTo>
                        <a:lnTo>
                          <a:pt x="29" y="97"/>
                        </a:lnTo>
                        <a:lnTo>
                          <a:pt x="32" y="98"/>
                        </a:lnTo>
                        <a:lnTo>
                          <a:pt x="33" y="99"/>
                        </a:lnTo>
                        <a:lnTo>
                          <a:pt x="30" y="102"/>
                        </a:lnTo>
                        <a:lnTo>
                          <a:pt x="26" y="103"/>
                        </a:lnTo>
                        <a:lnTo>
                          <a:pt x="22" y="103"/>
                        </a:lnTo>
                        <a:lnTo>
                          <a:pt x="22" y="103"/>
                        </a:lnTo>
                        <a:close/>
                        <a:moveTo>
                          <a:pt x="0" y="18"/>
                        </a:moveTo>
                        <a:lnTo>
                          <a:pt x="0" y="18"/>
                        </a:lnTo>
                        <a:lnTo>
                          <a:pt x="3" y="16"/>
                        </a:lnTo>
                        <a:lnTo>
                          <a:pt x="7" y="16"/>
                        </a:lnTo>
                        <a:lnTo>
                          <a:pt x="4" y="18"/>
                        </a:lnTo>
                        <a:lnTo>
                          <a:pt x="10" y="22"/>
                        </a:lnTo>
                        <a:lnTo>
                          <a:pt x="14" y="27"/>
                        </a:lnTo>
                        <a:lnTo>
                          <a:pt x="17" y="29"/>
                        </a:lnTo>
                        <a:lnTo>
                          <a:pt x="15" y="30"/>
                        </a:lnTo>
                        <a:lnTo>
                          <a:pt x="17" y="33"/>
                        </a:lnTo>
                        <a:lnTo>
                          <a:pt x="18" y="35"/>
                        </a:lnTo>
                        <a:lnTo>
                          <a:pt x="14" y="34"/>
                        </a:lnTo>
                        <a:lnTo>
                          <a:pt x="13" y="31"/>
                        </a:lnTo>
                        <a:lnTo>
                          <a:pt x="11" y="34"/>
                        </a:lnTo>
                        <a:lnTo>
                          <a:pt x="10" y="34"/>
                        </a:lnTo>
                        <a:lnTo>
                          <a:pt x="7" y="38"/>
                        </a:lnTo>
                        <a:lnTo>
                          <a:pt x="13" y="41"/>
                        </a:lnTo>
                        <a:lnTo>
                          <a:pt x="14" y="41"/>
                        </a:lnTo>
                        <a:lnTo>
                          <a:pt x="15" y="44"/>
                        </a:lnTo>
                        <a:lnTo>
                          <a:pt x="17" y="49"/>
                        </a:lnTo>
                        <a:lnTo>
                          <a:pt x="18" y="50"/>
                        </a:lnTo>
                        <a:lnTo>
                          <a:pt x="19" y="49"/>
                        </a:lnTo>
                        <a:lnTo>
                          <a:pt x="21" y="54"/>
                        </a:lnTo>
                        <a:lnTo>
                          <a:pt x="17" y="57"/>
                        </a:lnTo>
                        <a:lnTo>
                          <a:pt x="17" y="59"/>
                        </a:lnTo>
                        <a:lnTo>
                          <a:pt x="18" y="61"/>
                        </a:lnTo>
                        <a:lnTo>
                          <a:pt x="18" y="63"/>
                        </a:lnTo>
                        <a:lnTo>
                          <a:pt x="17" y="64"/>
                        </a:lnTo>
                        <a:lnTo>
                          <a:pt x="17" y="67"/>
                        </a:lnTo>
                        <a:lnTo>
                          <a:pt x="18" y="69"/>
                        </a:lnTo>
                        <a:lnTo>
                          <a:pt x="17" y="69"/>
                        </a:lnTo>
                        <a:lnTo>
                          <a:pt x="19" y="76"/>
                        </a:lnTo>
                        <a:lnTo>
                          <a:pt x="22" y="76"/>
                        </a:lnTo>
                        <a:lnTo>
                          <a:pt x="22" y="80"/>
                        </a:lnTo>
                        <a:lnTo>
                          <a:pt x="23" y="80"/>
                        </a:lnTo>
                        <a:lnTo>
                          <a:pt x="23" y="83"/>
                        </a:lnTo>
                        <a:lnTo>
                          <a:pt x="26" y="82"/>
                        </a:lnTo>
                        <a:lnTo>
                          <a:pt x="26" y="78"/>
                        </a:lnTo>
                        <a:lnTo>
                          <a:pt x="28" y="79"/>
                        </a:lnTo>
                        <a:lnTo>
                          <a:pt x="29" y="76"/>
                        </a:lnTo>
                        <a:lnTo>
                          <a:pt x="36" y="71"/>
                        </a:lnTo>
                        <a:lnTo>
                          <a:pt x="38" y="71"/>
                        </a:lnTo>
                        <a:lnTo>
                          <a:pt x="38" y="72"/>
                        </a:lnTo>
                        <a:lnTo>
                          <a:pt x="41" y="69"/>
                        </a:lnTo>
                        <a:lnTo>
                          <a:pt x="42" y="69"/>
                        </a:lnTo>
                        <a:lnTo>
                          <a:pt x="44" y="72"/>
                        </a:lnTo>
                        <a:lnTo>
                          <a:pt x="47" y="72"/>
                        </a:lnTo>
                        <a:lnTo>
                          <a:pt x="47" y="73"/>
                        </a:lnTo>
                        <a:lnTo>
                          <a:pt x="48" y="72"/>
                        </a:lnTo>
                        <a:lnTo>
                          <a:pt x="48" y="69"/>
                        </a:lnTo>
                        <a:lnTo>
                          <a:pt x="51" y="68"/>
                        </a:lnTo>
                        <a:lnTo>
                          <a:pt x="55" y="68"/>
                        </a:lnTo>
                        <a:lnTo>
                          <a:pt x="57" y="63"/>
                        </a:lnTo>
                        <a:lnTo>
                          <a:pt x="57" y="61"/>
                        </a:lnTo>
                        <a:lnTo>
                          <a:pt x="59" y="60"/>
                        </a:lnTo>
                        <a:lnTo>
                          <a:pt x="59" y="49"/>
                        </a:lnTo>
                        <a:lnTo>
                          <a:pt x="57" y="49"/>
                        </a:lnTo>
                        <a:lnTo>
                          <a:pt x="56" y="50"/>
                        </a:lnTo>
                        <a:lnTo>
                          <a:pt x="56" y="46"/>
                        </a:lnTo>
                        <a:lnTo>
                          <a:pt x="55" y="37"/>
                        </a:lnTo>
                        <a:lnTo>
                          <a:pt x="52" y="34"/>
                        </a:lnTo>
                        <a:lnTo>
                          <a:pt x="52" y="29"/>
                        </a:lnTo>
                        <a:lnTo>
                          <a:pt x="44" y="18"/>
                        </a:lnTo>
                        <a:lnTo>
                          <a:pt x="36" y="10"/>
                        </a:lnTo>
                        <a:lnTo>
                          <a:pt x="30" y="0"/>
                        </a:lnTo>
                        <a:lnTo>
                          <a:pt x="25" y="4"/>
                        </a:lnTo>
                        <a:lnTo>
                          <a:pt x="15" y="4"/>
                        </a:lnTo>
                        <a:lnTo>
                          <a:pt x="10" y="10"/>
                        </a:lnTo>
                        <a:lnTo>
                          <a:pt x="6" y="10"/>
                        </a:lnTo>
                        <a:lnTo>
                          <a:pt x="0" y="15"/>
                        </a:lnTo>
                        <a:lnTo>
                          <a:pt x="0" y="18"/>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04" name="Freeform 1037">
                    <a:extLst>
                      <a:ext uri="{FF2B5EF4-FFF2-40B4-BE49-F238E27FC236}">
                        <a16:creationId xmlns:a16="http://schemas.microsoft.com/office/drawing/2014/main" id="{026671EE-B9B8-321C-6ED8-3B64EB8BFA75}"/>
                      </a:ext>
                    </a:extLst>
                  </p:cNvPr>
                  <p:cNvSpPr>
                    <a:spLocks/>
                  </p:cNvSpPr>
                  <p:nvPr/>
                </p:nvSpPr>
                <p:spPr bwMode="auto">
                  <a:xfrm>
                    <a:off x="10794953" y="2342085"/>
                    <a:ext cx="61996" cy="97241"/>
                  </a:xfrm>
                  <a:custGeom>
                    <a:avLst/>
                    <a:gdLst/>
                    <a:ahLst/>
                    <a:cxnLst>
                      <a:cxn ang="0">
                        <a:pos x="0" y="65"/>
                      </a:cxn>
                      <a:cxn ang="0">
                        <a:pos x="6" y="58"/>
                      </a:cxn>
                      <a:cxn ang="0">
                        <a:pos x="10" y="53"/>
                      </a:cxn>
                      <a:cxn ang="0">
                        <a:pos x="15" y="48"/>
                      </a:cxn>
                      <a:cxn ang="0">
                        <a:pos x="18" y="38"/>
                      </a:cxn>
                      <a:cxn ang="0">
                        <a:pos x="18" y="31"/>
                      </a:cxn>
                      <a:cxn ang="0">
                        <a:pos x="24" y="33"/>
                      </a:cxn>
                      <a:cxn ang="0">
                        <a:pos x="28" y="35"/>
                      </a:cxn>
                      <a:cxn ang="0">
                        <a:pos x="34" y="35"/>
                      </a:cxn>
                      <a:cxn ang="0">
                        <a:pos x="43" y="35"/>
                      </a:cxn>
                      <a:cxn ang="0">
                        <a:pos x="45" y="30"/>
                      </a:cxn>
                      <a:cxn ang="0">
                        <a:pos x="39" y="24"/>
                      </a:cxn>
                      <a:cxn ang="0">
                        <a:pos x="44" y="23"/>
                      </a:cxn>
                      <a:cxn ang="0">
                        <a:pos x="49" y="15"/>
                      </a:cxn>
                      <a:cxn ang="0">
                        <a:pos x="55" y="12"/>
                      </a:cxn>
                      <a:cxn ang="0">
                        <a:pos x="55" y="7"/>
                      </a:cxn>
                      <a:cxn ang="0">
                        <a:pos x="55" y="1"/>
                      </a:cxn>
                      <a:cxn ang="0">
                        <a:pos x="60" y="3"/>
                      </a:cxn>
                      <a:cxn ang="0">
                        <a:pos x="60" y="7"/>
                      </a:cxn>
                      <a:cxn ang="0">
                        <a:pos x="68" y="12"/>
                      </a:cxn>
                      <a:cxn ang="0">
                        <a:pos x="63" y="18"/>
                      </a:cxn>
                      <a:cxn ang="0">
                        <a:pos x="62" y="20"/>
                      </a:cxn>
                      <a:cxn ang="0">
                        <a:pos x="60" y="31"/>
                      </a:cxn>
                      <a:cxn ang="0">
                        <a:pos x="63" y="41"/>
                      </a:cxn>
                      <a:cxn ang="0">
                        <a:pos x="64" y="46"/>
                      </a:cxn>
                      <a:cxn ang="0">
                        <a:pos x="62" y="50"/>
                      </a:cxn>
                      <a:cxn ang="0">
                        <a:pos x="55" y="60"/>
                      </a:cxn>
                      <a:cxn ang="0">
                        <a:pos x="52" y="64"/>
                      </a:cxn>
                      <a:cxn ang="0">
                        <a:pos x="47" y="65"/>
                      </a:cxn>
                      <a:cxn ang="0">
                        <a:pos x="41" y="71"/>
                      </a:cxn>
                      <a:cxn ang="0">
                        <a:pos x="43" y="77"/>
                      </a:cxn>
                      <a:cxn ang="0">
                        <a:pos x="43" y="83"/>
                      </a:cxn>
                      <a:cxn ang="0">
                        <a:pos x="48" y="86"/>
                      </a:cxn>
                      <a:cxn ang="0">
                        <a:pos x="60" y="95"/>
                      </a:cxn>
                      <a:cxn ang="0">
                        <a:pos x="45" y="99"/>
                      </a:cxn>
                      <a:cxn ang="0">
                        <a:pos x="36" y="105"/>
                      </a:cxn>
                      <a:cxn ang="0">
                        <a:pos x="30" y="113"/>
                      </a:cxn>
                      <a:cxn ang="0">
                        <a:pos x="25" y="110"/>
                      </a:cxn>
                      <a:cxn ang="0">
                        <a:pos x="24" y="115"/>
                      </a:cxn>
                      <a:cxn ang="0">
                        <a:pos x="18" y="117"/>
                      </a:cxn>
                      <a:cxn ang="0">
                        <a:pos x="19" y="110"/>
                      </a:cxn>
                      <a:cxn ang="0">
                        <a:pos x="14" y="111"/>
                      </a:cxn>
                      <a:cxn ang="0">
                        <a:pos x="14" y="107"/>
                      </a:cxn>
                      <a:cxn ang="0">
                        <a:pos x="17" y="98"/>
                      </a:cxn>
                      <a:cxn ang="0">
                        <a:pos x="22" y="95"/>
                      </a:cxn>
                      <a:cxn ang="0">
                        <a:pos x="15" y="96"/>
                      </a:cxn>
                      <a:cxn ang="0">
                        <a:pos x="14" y="88"/>
                      </a:cxn>
                      <a:cxn ang="0">
                        <a:pos x="15" y="80"/>
                      </a:cxn>
                      <a:cxn ang="0">
                        <a:pos x="18" y="76"/>
                      </a:cxn>
                      <a:cxn ang="0">
                        <a:pos x="14" y="79"/>
                      </a:cxn>
                      <a:cxn ang="0">
                        <a:pos x="9" y="77"/>
                      </a:cxn>
                      <a:cxn ang="0">
                        <a:pos x="6" y="77"/>
                      </a:cxn>
                      <a:cxn ang="0">
                        <a:pos x="2" y="73"/>
                      </a:cxn>
                      <a:cxn ang="0">
                        <a:pos x="0" y="73"/>
                      </a:cxn>
                    </a:cxnLst>
                    <a:rect l="0" t="0" r="r" b="b"/>
                    <a:pathLst>
                      <a:path w="68" h="117">
                        <a:moveTo>
                          <a:pt x="0" y="73"/>
                        </a:moveTo>
                        <a:lnTo>
                          <a:pt x="0" y="65"/>
                        </a:lnTo>
                        <a:lnTo>
                          <a:pt x="5" y="62"/>
                        </a:lnTo>
                        <a:lnTo>
                          <a:pt x="6" y="58"/>
                        </a:lnTo>
                        <a:lnTo>
                          <a:pt x="6" y="56"/>
                        </a:lnTo>
                        <a:lnTo>
                          <a:pt x="10" y="53"/>
                        </a:lnTo>
                        <a:lnTo>
                          <a:pt x="13" y="49"/>
                        </a:lnTo>
                        <a:lnTo>
                          <a:pt x="15" y="48"/>
                        </a:lnTo>
                        <a:lnTo>
                          <a:pt x="17" y="41"/>
                        </a:lnTo>
                        <a:lnTo>
                          <a:pt x="18" y="38"/>
                        </a:lnTo>
                        <a:lnTo>
                          <a:pt x="18" y="37"/>
                        </a:lnTo>
                        <a:lnTo>
                          <a:pt x="18" y="31"/>
                        </a:lnTo>
                        <a:lnTo>
                          <a:pt x="21" y="29"/>
                        </a:lnTo>
                        <a:lnTo>
                          <a:pt x="24" y="33"/>
                        </a:lnTo>
                        <a:lnTo>
                          <a:pt x="26" y="34"/>
                        </a:lnTo>
                        <a:lnTo>
                          <a:pt x="28" y="35"/>
                        </a:lnTo>
                        <a:lnTo>
                          <a:pt x="30" y="35"/>
                        </a:lnTo>
                        <a:lnTo>
                          <a:pt x="34" y="35"/>
                        </a:lnTo>
                        <a:lnTo>
                          <a:pt x="40" y="35"/>
                        </a:lnTo>
                        <a:lnTo>
                          <a:pt x="43" y="35"/>
                        </a:lnTo>
                        <a:lnTo>
                          <a:pt x="45" y="33"/>
                        </a:lnTo>
                        <a:lnTo>
                          <a:pt x="45" y="30"/>
                        </a:lnTo>
                        <a:lnTo>
                          <a:pt x="41" y="27"/>
                        </a:lnTo>
                        <a:lnTo>
                          <a:pt x="39" y="24"/>
                        </a:lnTo>
                        <a:lnTo>
                          <a:pt x="41" y="23"/>
                        </a:lnTo>
                        <a:lnTo>
                          <a:pt x="44" y="23"/>
                        </a:lnTo>
                        <a:lnTo>
                          <a:pt x="49" y="18"/>
                        </a:lnTo>
                        <a:lnTo>
                          <a:pt x="49" y="15"/>
                        </a:lnTo>
                        <a:lnTo>
                          <a:pt x="52" y="12"/>
                        </a:lnTo>
                        <a:lnTo>
                          <a:pt x="55" y="12"/>
                        </a:lnTo>
                        <a:lnTo>
                          <a:pt x="56" y="10"/>
                        </a:lnTo>
                        <a:lnTo>
                          <a:pt x="55" y="7"/>
                        </a:lnTo>
                        <a:lnTo>
                          <a:pt x="55" y="4"/>
                        </a:lnTo>
                        <a:lnTo>
                          <a:pt x="55" y="1"/>
                        </a:lnTo>
                        <a:lnTo>
                          <a:pt x="58" y="0"/>
                        </a:lnTo>
                        <a:lnTo>
                          <a:pt x="60" y="3"/>
                        </a:lnTo>
                        <a:lnTo>
                          <a:pt x="60" y="5"/>
                        </a:lnTo>
                        <a:lnTo>
                          <a:pt x="60" y="7"/>
                        </a:lnTo>
                        <a:lnTo>
                          <a:pt x="66" y="8"/>
                        </a:lnTo>
                        <a:lnTo>
                          <a:pt x="68" y="12"/>
                        </a:lnTo>
                        <a:lnTo>
                          <a:pt x="68" y="12"/>
                        </a:lnTo>
                        <a:lnTo>
                          <a:pt x="63" y="18"/>
                        </a:lnTo>
                        <a:lnTo>
                          <a:pt x="62" y="16"/>
                        </a:lnTo>
                        <a:lnTo>
                          <a:pt x="62" y="20"/>
                        </a:lnTo>
                        <a:lnTo>
                          <a:pt x="60" y="27"/>
                        </a:lnTo>
                        <a:lnTo>
                          <a:pt x="60" y="31"/>
                        </a:lnTo>
                        <a:lnTo>
                          <a:pt x="63" y="34"/>
                        </a:lnTo>
                        <a:lnTo>
                          <a:pt x="63" y="41"/>
                        </a:lnTo>
                        <a:lnTo>
                          <a:pt x="66" y="43"/>
                        </a:lnTo>
                        <a:lnTo>
                          <a:pt x="64" y="46"/>
                        </a:lnTo>
                        <a:lnTo>
                          <a:pt x="60" y="49"/>
                        </a:lnTo>
                        <a:lnTo>
                          <a:pt x="62" y="50"/>
                        </a:lnTo>
                        <a:lnTo>
                          <a:pt x="53" y="58"/>
                        </a:lnTo>
                        <a:lnTo>
                          <a:pt x="55" y="60"/>
                        </a:lnTo>
                        <a:lnTo>
                          <a:pt x="52" y="62"/>
                        </a:lnTo>
                        <a:lnTo>
                          <a:pt x="52" y="64"/>
                        </a:lnTo>
                        <a:lnTo>
                          <a:pt x="49" y="64"/>
                        </a:lnTo>
                        <a:lnTo>
                          <a:pt x="47" y="65"/>
                        </a:lnTo>
                        <a:lnTo>
                          <a:pt x="45" y="68"/>
                        </a:lnTo>
                        <a:lnTo>
                          <a:pt x="41" y="71"/>
                        </a:lnTo>
                        <a:lnTo>
                          <a:pt x="41" y="75"/>
                        </a:lnTo>
                        <a:lnTo>
                          <a:pt x="43" y="77"/>
                        </a:lnTo>
                        <a:lnTo>
                          <a:pt x="41" y="79"/>
                        </a:lnTo>
                        <a:lnTo>
                          <a:pt x="43" y="83"/>
                        </a:lnTo>
                        <a:lnTo>
                          <a:pt x="47" y="84"/>
                        </a:lnTo>
                        <a:lnTo>
                          <a:pt x="48" y="86"/>
                        </a:lnTo>
                        <a:lnTo>
                          <a:pt x="59" y="92"/>
                        </a:lnTo>
                        <a:lnTo>
                          <a:pt x="60" y="95"/>
                        </a:lnTo>
                        <a:lnTo>
                          <a:pt x="55" y="99"/>
                        </a:lnTo>
                        <a:lnTo>
                          <a:pt x="45" y="99"/>
                        </a:lnTo>
                        <a:lnTo>
                          <a:pt x="40" y="105"/>
                        </a:lnTo>
                        <a:lnTo>
                          <a:pt x="36" y="105"/>
                        </a:lnTo>
                        <a:lnTo>
                          <a:pt x="30" y="110"/>
                        </a:lnTo>
                        <a:lnTo>
                          <a:pt x="30" y="113"/>
                        </a:lnTo>
                        <a:lnTo>
                          <a:pt x="26" y="110"/>
                        </a:lnTo>
                        <a:lnTo>
                          <a:pt x="25" y="110"/>
                        </a:lnTo>
                        <a:lnTo>
                          <a:pt x="26" y="111"/>
                        </a:lnTo>
                        <a:lnTo>
                          <a:pt x="24" y="115"/>
                        </a:lnTo>
                        <a:lnTo>
                          <a:pt x="21" y="114"/>
                        </a:lnTo>
                        <a:lnTo>
                          <a:pt x="18" y="117"/>
                        </a:lnTo>
                        <a:lnTo>
                          <a:pt x="17" y="114"/>
                        </a:lnTo>
                        <a:lnTo>
                          <a:pt x="19" y="110"/>
                        </a:lnTo>
                        <a:lnTo>
                          <a:pt x="17" y="110"/>
                        </a:lnTo>
                        <a:lnTo>
                          <a:pt x="14" y="111"/>
                        </a:lnTo>
                        <a:lnTo>
                          <a:pt x="13" y="110"/>
                        </a:lnTo>
                        <a:lnTo>
                          <a:pt x="14" y="107"/>
                        </a:lnTo>
                        <a:lnTo>
                          <a:pt x="14" y="102"/>
                        </a:lnTo>
                        <a:lnTo>
                          <a:pt x="17" y="98"/>
                        </a:lnTo>
                        <a:lnTo>
                          <a:pt x="19" y="98"/>
                        </a:lnTo>
                        <a:lnTo>
                          <a:pt x="22" y="95"/>
                        </a:lnTo>
                        <a:lnTo>
                          <a:pt x="19" y="96"/>
                        </a:lnTo>
                        <a:lnTo>
                          <a:pt x="15" y="96"/>
                        </a:lnTo>
                        <a:lnTo>
                          <a:pt x="14" y="95"/>
                        </a:lnTo>
                        <a:lnTo>
                          <a:pt x="14" y="88"/>
                        </a:lnTo>
                        <a:lnTo>
                          <a:pt x="17" y="83"/>
                        </a:lnTo>
                        <a:lnTo>
                          <a:pt x="15" y="80"/>
                        </a:lnTo>
                        <a:lnTo>
                          <a:pt x="17" y="79"/>
                        </a:lnTo>
                        <a:lnTo>
                          <a:pt x="18" y="76"/>
                        </a:lnTo>
                        <a:lnTo>
                          <a:pt x="15" y="76"/>
                        </a:lnTo>
                        <a:lnTo>
                          <a:pt x="14" y="79"/>
                        </a:lnTo>
                        <a:lnTo>
                          <a:pt x="10" y="79"/>
                        </a:lnTo>
                        <a:lnTo>
                          <a:pt x="9" y="77"/>
                        </a:lnTo>
                        <a:lnTo>
                          <a:pt x="6" y="75"/>
                        </a:lnTo>
                        <a:lnTo>
                          <a:pt x="6" y="77"/>
                        </a:lnTo>
                        <a:lnTo>
                          <a:pt x="3" y="79"/>
                        </a:lnTo>
                        <a:lnTo>
                          <a:pt x="2" y="73"/>
                        </a:lnTo>
                        <a:lnTo>
                          <a:pt x="2" y="75"/>
                        </a:lnTo>
                        <a:lnTo>
                          <a:pt x="0" y="73"/>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05" name="Freeform 1039">
                    <a:extLst>
                      <a:ext uri="{FF2B5EF4-FFF2-40B4-BE49-F238E27FC236}">
                        <a16:creationId xmlns:a16="http://schemas.microsoft.com/office/drawing/2014/main" id="{344CC484-B182-5605-78C0-BED5A55B7C03}"/>
                      </a:ext>
                    </a:extLst>
                  </p:cNvPr>
                  <p:cNvSpPr>
                    <a:spLocks/>
                  </p:cNvSpPr>
                  <p:nvPr/>
                </p:nvSpPr>
                <p:spPr bwMode="auto">
                  <a:xfrm>
                    <a:off x="10296250" y="2216585"/>
                    <a:ext cx="400240" cy="172042"/>
                  </a:xfrm>
                  <a:custGeom>
                    <a:avLst/>
                    <a:gdLst/>
                    <a:ahLst/>
                    <a:cxnLst>
                      <a:cxn ang="0">
                        <a:pos x="15" y="64"/>
                      </a:cxn>
                      <a:cxn ang="0">
                        <a:pos x="27" y="50"/>
                      </a:cxn>
                      <a:cxn ang="0">
                        <a:pos x="31" y="41"/>
                      </a:cxn>
                      <a:cxn ang="0">
                        <a:pos x="50" y="36"/>
                      </a:cxn>
                      <a:cxn ang="0">
                        <a:pos x="61" y="38"/>
                      </a:cxn>
                      <a:cxn ang="0">
                        <a:pos x="76" y="38"/>
                      </a:cxn>
                      <a:cxn ang="0">
                        <a:pos x="92" y="53"/>
                      </a:cxn>
                      <a:cxn ang="0">
                        <a:pos x="107" y="50"/>
                      </a:cxn>
                      <a:cxn ang="0">
                        <a:pos x="125" y="50"/>
                      </a:cxn>
                      <a:cxn ang="0">
                        <a:pos x="129" y="33"/>
                      </a:cxn>
                      <a:cxn ang="0">
                        <a:pos x="118" y="16"/>
                      </a:cxn>
                      <a:cxn ang="0">
                        <a:pos x="128" y="7"/>
                      </a:cxn>
                      <a:cxn ang="0">
                        <a:pos x="137" y="3"/>
                      </a:cxn>
                      <a:cxn ang="0">
                        <a:pos x="156" y="8"/>
                      </a:cxn>
                      <a:cxn ang="0">
                        <a:pos x="174" y="12"/>
                      </a:cxn>
                      <a:cxn ang="0">
                        <a:pos x="179" y="25"/>
                      </a:cxn>
                      <a:cxn ang="0">
                        <a:pos x="190" y="34"/>
                      </a:cxn>
                      <a:cxn ang="0">
                        <a:pos x="206" y="34"/>
                      </a:cxn>
                      <a:cxn ang="0">
                        <a:pos x="224" y="29"/>
                      </a:cxn>
                      <a:cxn ang="0">
                        <a:pos x="247" y="33"/>
                      </a:cxn>
                      <a:cxn ang="0">
                        <a:pos x="265" y="42"/>
                      </a:cxn>
                      <a:cxn ang="0">
                        <a:pos x="285" y="48"/>
                      </a:cxn>
                      <a:cxn ang="0">
                        <a:pos x="307" y="48"/>
                      </a:cxn>
                      <a:cxn ang="0">
                        <a:pos x="329" y="38"/>
                      </a:cxn>
                      <a:cxn ang="0">
                        <a:pos x="340" y="25"/>
                      </a:cxn>
                      <a:cxn ang="0">
                        <a:pos x="353" y="19"/>
                      </a:cxn>
                      <a:cxn ang="0">
                        <a:pos x="367" y="25"/>
                      </a:cxn>
                      <a:cxn ang="0">
                        <a:pos x="379" y="46"/>
                      </a:cxn>
                      <a:cxn ang="0">
                        <a:pos x="386" y="72"/>
                      </a:cxn>
                      <a:cxn ang="0">
                        <a:pos x="408" y="64"/>
                      </a:cxn>
                      <a:cxn ang="0">
                        <a:pos x="428" y="69"/>
                      </a:cxn>
                      <a:cxn ang="0">
                        <a:pos x="437" y="87"/>
                      </a:cxn>
                      <a:cxn ang="0">
                        <a:pos x="428" y="90"/>
                      </a:cxn>
                      <a:cxn ang="0">
                        <a:pos x="410" y="95"/>
                      </a:cxn>
                      <a:cxn ang="0">
                        <a:pos x="403" y="102"/>
                      </a:cxn>
                      <a:cxn ang="0">
                        <a:pos x="390" y="120"/>
                      </a:cxn>
                      <a:cxn ang="0">
                        <a:pos x="374" y="131"/>
                      </a:cxn>
                      <a:cxn ang="0">
                        <a:pos x="359" y="131"/>
                      </a:cxn>
                      <a:cxn ang="0">
                        <a:pos x="340" y="141"/>
                      </a:cxn>
                      <a:cxn ang="0">
                        <a:pos x="350" y="158"/>
                      </a:cxn>
                      <a:cxn ang="0">
                        <a:pos x="330" y="181"/>
                      </a:cxn>
                      <a:cxn ang="0">
                        <a:pos x="306" y="188"/>
                      </a:cxn>
                      <a:cxn ang="0">
                        <a:pos x="270" y="207"/>
                      </a:cxn>
                      <a:cxn ang="0">
                        <a:pos x="251" y="205"/>
                      </a:cxn>
                      <a:cxn ang="0">
                        <a:pos x="216" y="189"/>
                      </a:cxn>
                      <a:cxn ang="0">
                        <a:pos x="187" y="193"/>
                      </a:cxn>
                      <a:cxn ang="0">
                        <a:pos x="145" y="193"/>
                      </a:cxn>
                      <a:cxn ang="0">
                        <a:pos x="130" y="171"/>
                      </a:cxn>
                      <a:cxn ang="0">
                        <a:pos x="124" y="163"/>
                      </a:cxn>
                      <a:cxn ang="0">
                        <a:pos x="107" y="156"/>
                      </a:cxn>
                      <a:cxn ang="0">
                        <a:pos x="87" y="150"/>
                      </a:cxn>
                      <a:cxn ang="0">
                        <a:pos x="56" y="141"/>
                      </a:cxn>
                      <a:cxn ang="0">
                        <a:pos x="58" y="129"/>
                      </a:cxn>
                      <a:cxn ang="0">
                        <a:pos x="53" y="116"/>
                      </a:cxn>
                      <a:cxn ang="0">
                        <a:pos x="45" y="102"/>
                      </a:cxn>
                      <a:cxn ang="0">
                        <a:pos x="34" y="98"/>
                      </a:cxn>
                      <a:cxn ang="0">
                        <a:pos x="22" y="97"/>
                      </a:cxn>
                      <a:cxn ang="0">
                        <a:pos x="16" y="94"/>
                      </a:cxn>
                      <a:cxn ang="0">
                        <a:pos x="5" y="83"/>
                      </a:cxn>
                      <a:cxn ang="0">
                        <a:pos x="1" y="80"/>
                      </a:cxn>
                    </a:cxnLst>
                    <a:rect l="0" t="0" r="r" b="b"/>
                    <a:pathLst>
                      <a:path w="439" h="207">
                        <a:moveTo>
                          <a:pt x="0" y="74"/>
                        </a:moveTo>
                        <a:lnTo>
                          <a:pt x="3" y="69"/>
                        </a:lnTo>
                        <a:lnTo>
                          <a:pt x="5" y="68"/>
                        </a:lnTo>
                        <a:lnTo>
                          <a:pt x="12" y="68"/>
                        </a:lnTo>
                        <a:lnTo>
                          <a:pt x="12" y="67"/>
                        </a:lnTo>
                        <a:lnTo>
                          <a:pt x="15" y="64"/>
                        </a:lnTo>
                        <a:lnTo>
                          <a:pt x="19" y="63"/>
                        </a:lnTo>
                        <a:lnTo>
                          <a:pt x="20" y="59"/>
                        </a:lnTo>
                        <a:lnTo>
                          <a:pt x="20" y="56"/>
                        </a:lnTo>
                        <a:lnTo>
                          <a:pt x="24" y="55"/>
                        </a:lnTo>
                        <a:lnTo>
                          <a:pt x="24" y="53"/>
                        </a:lnTo>
                        <a:lnTo>
                          <a:pt x="27" y="50"/>
                        </a:lnTo>
                        <a:lnTo>
                          <a:pt x="30" y="49"/>
                        </a:lnTo>
                        <a:lnTo>
                          <a:pt x="31" y="46"/>
                        </a:lnTo>
                        <a:lnTo>
                          <a:pt x="33" y="46"/>
                        </a:lnTo>
                        <a:lnTo>
                          <a:pt x="31" y="45"/>
                        </a:lnTo>
                        <a:lnTo>
                          <a:pt x="31" y="42"/>
                        </a:lnTo>
                        <a:lnTo>
                          <a:pt x="31" y="41"/>
                        </a:lnTo>
                        <a:lnTo>
                          <a:pt x="37" y="42"/>
                        </a:lnTo>
                        <a:lnTo>
                          <a:pt x="38" y="42"/>
                        </a:lnTo>
                        <a:lnTo>
                          <a:pt x="39" y="38"/>
                        </a:lnTo>
                        <a:lnTo>
                          <a:pt x="42" y="37"/>
                        </a:lnTo>
                        <a:lnTo>
                          <a:pt x="48" y="37"/>
                        </a:lnTo>
                        <a:lnTo>
                          <a:pt x="50" y="36"/>
                        </a:lnTo>
                        <a:lnTo>
                          <a:pt x="52" y="36"/>
                        </a:lnTo>
                        <a:lnTo>
                          <a:pt x="56" y="36"/>
                        </a:lnTo>
                        <a:lnTo>
                          <a:pt x="57" y="34"/>
                        </a:lnTo>
                        <a:lnTo>
                          <a:pt x="58" y="34"/>
                        </a:lnTo>
                        <a:lnTo>
                          <a:pt x="60" y="37"/>
                        </a:lnTo>
                        <a:lnTo>
                          <a:pt x="61" y="38"/>
                        </a:lnTo>
                        <a:lnTo>
                          <a:pt x="62" y="41"/>
                        </a:lnTo>
                        <a:lnTo>
                          <a:pt x="65" y="40"/>
                        </a:lnTo>
                        <a:lnTo>
                          <a:pt x="67" y="40"/>
                        </a:lnTo>
                        <a:lnTo>
                          <a:pt x="69" y="40"/>
                        </a:lnTo>
                        <a:lnTo>
                          <a:pt x="71" y="38"/>
                        </a:lnTo>
                        <a:lnTo>
                          <a:pt x="76" y="38"/>
                        </a:lnTo>
                        <a:lnTo>
                          <a:pt x="76" y="41"/>
                        </a:lnTo>
                        <a:lnTo>
                          <a:pt x="77" y="42"/>
                        </a:lnTo>
                        <a:lnTo>
                          <a:pt x="77" y="45"/>
                        </a:lnTo>
                        <a:lnTo>
                          <a:pt x="86" y="49"/>
                        </a:lnTo>
                        <a:lnTo>
                          <a:pt x="88" y="50"/>
                        </a:lnTo>
                        <a:lnTo>
                          <a:pt x="92" y="53"/>
                        </a:lnTo>
                        <a:lnTo>
                          <a:pt x="95" y="52"/>
                        </a:lnTo>
                        <a:lnTo>
                          <a:pt x="98" y="50"/>
                        </a:lnTo>
                        <a:lnTo>
                          <a:pt x="100" y="49"/>
                        </a:lnTo>
                        <a:lnTo>
                          <a:pt x="103" y="49"/>
                        </a:lnTo>
                        <a:lnTo>
                          <a:pt x="106" y="49"/>
                        </a:lnTo>
                        <a:lnTo>
                          <a:pt x="107" y="50"/>
                        </a:lnTo>
                        <a:lnTo>
                          <a:pt x="110" y="50"/>
                        </a:lnTo>
                        <a:lnTo>
                          <a:pt x="117" y="50"/>
                        </a:lnTo>
                        <a:lnTo>
                          <a:pt x="118" y="52"/>
                        </a:lnTo>
                        <a:lnTo>
                          <a:pt x="121" y="50"/>
                        </a:lnTo>
                        <a:lnTo>
                          <a:pt x="122" y="50"/>
                        </a:lnTo>
                        <a:lnTo>
                          <a:pt x="125" y="50"/>
                        </a:lnTo>
                        <a:lnTo>
                          <a:pt x="129" y="50"/>
                        </a:lnTo>
                        <a:lnTo>
                          <a:pt x="132" y="46"/>
                        </a:lnTo>
                        <a:lnTo>
                          <a:pt x="130" y="44"/>
                        </a:lnTo>
                        <a:lnTo>
                          <a:pt x="128" y="42"/>
                        </a:lnTo>
                        <a:lnTo>
                          <a:pt x="128" y="38"/>
                        </a:lnTo>
                        <a:lnTo>
                          <a:pt x="129" y="33"/>
                        </a:lnTo>
                        <a:lnTo>
                          <a:pt x="128" y="31"/>
                        </a:lnTo>
                        <a:lnTo>
                          <a:pt x="125" y="30"/>
                        </a:lnTo>
                        <a:lnTo>
                          <a:pt x="124" y="29"/>
                        </a:lnTo>
                        <a:lnTo>
                          <a:pt x="120" y="27"/>
                        </a:lnTo>
                        <a:lnTo>
                          <a:pt x="118" y="25"/>
                        </a:lnTo>
                        <a:lnTo>
                          <a:pt x="118" y="16"/>
                        </a:lnTo>
                        <a:lnTo>
                          <a:pt x="122" y="14"/>
                        </a:lnTo>
                        <a:lnTo>
                          <a:pt x="122" y="11"/>
                        </a:lnTo>
                        <a:lnTo>
                          <a:pt x="124" y="10"/>
                        </a:lnTo>
                        <a:lnTo>
                          <a:pt x="125" y="8"/>
                        </a:lnTo>
                        <a:lnTo>
                          <a:pt x="126" y="8"/>
                        </a:lnTo>
                        <a:lnTo>
                          <a:pt x="128" y="7"/>
                        </a:lnTo>
                        <a:lnTo>
                          <a:pt x="128" y="4"/>
                        </a:lnTo>
                        <a:lnTo>
                          <a:pt x="128" y="2"/>
                        </a:lnTo>
                        <a:lnTo>
                          <a:pt x="129" y="0"/>
                        </a:lnTo>
                        <a:lnTo>
                          <a:pt x="132" y="0"/>
                        </a:lnTo>
                        <a:lnTo>
                          <a:pt x="134" y="2"/>
                        </a:lnTo>
                        <a:lnTo>
                          <a:pt x="137" y="3"/>
                        </a:lnTo>
                        <a:lnTo>
                          <a:pt x="141" y="4"/>
                        </a:lnTo>
                        <a:lnTo>
                          <a:pt x="143" y="6"/>
                        </a:lnTo>
                        <a:lnTo>
                          <a:pt x="145" y="7"/>
                        </a:lnTo>
                        <a:lnTo>
                          <a:pt x="149" y="7"/>
                        </a:lnTo>
                        <a:lnTo>
                          <a:pt x="153" y="7"/>
                        </a:lnTo>
                        <a:lnTo>
                          <a:pt x="156" y="8"/>
                        </a:lnTo>
                        <a:lnTo>
                          <a:pt x="158" y="10"/>
                        </a:lnTo>
                        <a:lnTo>
                          <a:pt x="160" y="10"/>
                        </a:lnTo>
                        <a:lnTo>
                          <a:pt x="163" y="11"/>
                        </a:lnTo>
                        <a:lnTo>
                          <a:pt x="166" y="11"/>
                        </a:lnTo>
                        <a:lnTo>
                          <a:pt x="171" y="11"/>
                        </a:lnTo>
                        <a:lnTo>
                          <a:pt x="174" y="12"/>
                        </a:lnTo>
                        <a:lnTo>
                          <a:pt x="175" y="14"/>
                        </a:lnTo>
                        <a:lnTo>
                          <a:pt x="175" y="16"/>
                        </a:lnTo>
                        <a:lnTo>
                          <a:pt x="177" y="18"/>
                        </a:lnTo>
                        <a:lnTo>
                          <a:pt x="177" y="21"/>
                        </a:lnTo>
                        <a:lnTo>
                          <a:pt x="178" y="22"/>
                        </a:lnTo>
                        <a:lnTo>
                          <a:pt x="179" y="25"/>
                        </a:lnTo>
                        <a:lnTo>
                          <a:pt x="179" y="27"/>
                        </a:lnTo>
                        <a:lnTo>
                          <a:pt x="181" y="29"/>
                        </a:lnTo>
                        <a:lnTo>
                          <a:pt x="182" y="29"/>
                        </a:lnTo>
                        <a:lnTo>
                          <a:pt x="185" y="31"/>
                        </a:lnTo>
                        <a:lnTo>
                          <a:pt x="186" y="33"/>
                        </a:lnTo>
                        <a:lnTo>
                          <a:pt x="190" y="34"/>
                        </a:lnTo>
                        <a:lnTo>
                          <a:pt x="194" y="37"/>
                        </a:lnTo>
                        <a:lnTo>
                          <a:pt x="197" y="37"/>
                        </a:lnTo>
                        <a:lnTo>
                          <a:pt x="197" y="36"/>
                        </a:lnTo>
                        <a:lnTo>
                          <a:pt x="202" y="36"/>
                        </a:lnTo>
                        <a:lnTo>
                          <a:pt x="204" y="34"/>
                        </a:lnTo>
                        <a:lnTo>
                          <a:pt x="206" y="34"/>
                        </a:lnTo>
                        <a:lnTo>
                          <a:pt x="208" y="36"/>
                        </a:lnTo>
                        <a:lnTo>
                          <a:pt x="209" y="34"/>
                        </a:lnTo>
                        <a:lnTo>
                          <a:pt x="212" y="31"/>
                        </a:lnTo>
                        <a:lnTo>
                          <a:pt x="216" y="30"/>
                        </a:lnTo>
                        <a:lnTo>
                          <a:pt x="221" y="30"/>
                        </a:lnTo>
                        <a:lnTo>
                          <a:pt x="224" y="29"/>
                        </a:lnTo>
                        <a:lnTo>
                          <a:pt x="228" y="29"/>
                        </a:lnTo>
                        <a:lnTo>
                          <a:pt x="232" y="27"/>
                        </a:lnTo>
                        <a:lnTo>
                          <a:pt x="235" y="29"/>
                        </a:lnTo>
                        <a:lnTo>
                          <a:pt x="239" y="30"/>
                        </a:lnTo>
                        <a:lnTo>
                          <a:pt x="245" y="29"/>
                        </a:lnTo>
                        <a:lnTo>
                          <a:pt x="247" y="33"/>
                        </a:lnTo>
                        <a:lnTo>
                          <a:pt x="253" y="36"/>
                        </a:lnTo>
                        <a:lnTo>
                          <a:pt x="257" y="36"/>
                        </a:lnTo>
                        <a:lnTo>
                          <a:pt x="259" y="34"/>
                        </a:lnTo>
                        <a:lnTo>
                          <a:pt x="261" y="36"/>
                        </a:lnTo>
                        <a:lnTo>
                          <a:pt x="262" y="41"/>
                        </a:lnTo>
                        <a:lnTo>
                          <a:pt x="265" y="42"/>
                        </a:lnTo>
                        <a:lnTo>
                          <a:pt x="268" y="44"/>
                        </a:lnTo>
                        <a:lnTo>
                          <a:pt x="269" y="44"/>
                        </a:lnTo>
                        <a:lnTo>
                          <a:pt x="272" y="46"/>
                        </a:lnTo>
                        <a:lnTo>
                          <a:pt x="274" y="46"/>
                        </a:lnTo>
                        <a:lnTo>
                          <a:pt x="280" y="46"/>
                        </a:lnTo>
                        <a:lnTo>
                          <a:pt x="285" y="48"/>
                        </a:lnTo>
                        <a:lnTo>
                          <a:pt x="295" y="48"/>
                        </a:lnTo>
                        <a:lnTo>
                          <a:pt x="297" y="46"/>
                        </a:lnTo>
                        <a:lnTo>
                          <a:pt x="299" y="46"/>
                        </a:lnTo>
                        <a:lnTo>
                          <a:pt x="303" y="46"/>
                        </a:lnTo>
                        <a:lnTo>
                          <a:pt x="306" y="48"/>
                        </a:lnTo>
                        <a:lnTo>
                          <a:pt x="307" y="48"/>
                        </a:lnTo>
                        <a:lnTo>
                          <a:pt x="310" y="44"/>
                        </a:lnTo>
                        <a:lnTo>
                          <a:pt x="314" y="41"/>
                        </a:lnTo>
                        <a:lnTo>
                          <a:pt x="318" y="41"/>
                        </a:lnTo>
                        <a:lnTo>
                          <a:pt x="321" y="38"/>
                        </a:lnTo>
                        <a:lnTo>
                          <a:pt x="322" y="38"/>
                        </a:lnTo>
                        <a:lnTo>
                          <a:pt x="329" y="38"/>
                        </a:lnTo>
                        <a:lnTo>
                          <a:pt x="331" y="36"/>
                        </a:lnTo>
                        <a:lnTo>
                          <a:pt x="333" y="33"/>
                        </a:lnTo>
                        <a:lnTo>
                          <a:pt x="333" y="31"/>
                        </a:lnTo>
                        <a:lnTo>
                          <a:pt x="334" y="29"/>
                        </a:lnTo>
                        <a:lnTo>
                          <a:pt x="337" y="27"/>
                        </a:lnTo>
                        <a:lnTo>
                          <a:pt x="340" y="25"/>
                        </a:lnTo>
                        <a:lnTo>
                          <a:pt x="341" y="22"/>
                        </a:lnTo>
                        <a:lnTo>
                          <a:pt x="342" y="19"/>
                        </a:lnTo>
                        <a:lnTo>
                          <a:pt x="345" y="19"/>
                        </a:lnTo>
                        <a:lnTo>
                          <a:pt x="346" y="21"/>
                        </a:lnTo>
                        <a:lnTo>
                          <a:pt x="350" y="19"/>
                        </a:lnTo>
                        <a:lnTo>
                          <a:pt x="353" y="19"/>
                        </a:lnTo>
                        <a:lnTo>
                          <a:pt x="356" y="22"/>
                        </a:lnTo>
                        <a:lnTo>
                          <a:pt x="357" y="25"/>
                        </a:lnTo>
                        <a:lnTo>
                          <a:pt x="360" y="25"/>
                        </a:lnTo>
                        <a:lnTo>
                          <a:pt x="363" y="23"/>
                        </a:lnTo>
                        <a:lnTo>
                          <a:pt x="364" y="25"/>
                        </a:lnTo>
                        <a:lnTo>
                          <a:pt x="367" y="25"/>
                        </a:lnTo>
                        <a:lnTo>
                          <a:pt x="369" y="23"/>
                        </a:lnTo>
                        <a:lnTo>
                          <a:pt x="369" y="22"/>
                        </a:lnTo>
                        <a:lnTo>
                          <a:pt x="375" y="21"/>
                        </a:lnTo>
                        <a:lnTo>
                          <a:pt x="380" y="22"/>
                        </a:lnTo>
                        <a:lnTo>
                          <a:pt x="382" y="25"/>
                        </a:lnTo>
                        <a:lnTo>
                          <a:pt x="379" y="46"/>
                        </a:lnTo>
                        <a:lnTo>
                          <a:pt x="379" y="50"/>
                        </a:lnTo>
                        <a:lnTo>
                          <a:pt x="378" y="55"/>
                        </a:lnTo>
                        <a:lnTo>
                          <a:pt x="378" y="57"/>
                        </a:lnTo>
                        <a:lnTo>
                          <a:pt x="376" y="64"/>
                        </a:lnTo>
                        <a:lnTo>
                          <a:pt x="379" y="68"/>
                        </a:lnTo>
                        <a:lnTo>
                          <a:pt x="386" y="72"/>
                        </a:lnTo>
                        <a:lnTo>
                          <a:pt x="390" y="68"/>
                        </a:lnTo>
                        <a:lnTo>
                          <a:pt x="395" y="68"/>
                        </a:lnTo>
                        <a:lnTo>
                          <a:pt x="402" y="69"/>
                        </a:lnTo>
                        <a:lnTo>
                          <a:pt x="405" y="72"/>
                        </a:lnTo>
                        <a:lnTo>
                          <a:pt x="408" y="67"/>
                        </a:lnTo>
                        <a:lnTo>
                          <a:pt x="408" y="64"/>
                        </a:lnTo>
                        <a:lnTo>
                          <a:pt x="408" y="61"/>
                        </a:lnTo>
                        <a:lnTo>
                          <a:pt x="412" y="60"/>
                        </a:lnTo>
                        <a:lnTo>
                          <a:pt x="413" y="59"/>
                        </a:lnTo>
                        <a:lnTo>
                          <a:pt x="420" y="60"/>
                        </a:lnTo>
                        <a:lnTo>
                          <a:pt x="424" y="65"/>
                        </a:lnTo>
                        <a:lnTo>
                          <a:pt x="428" y="69"/>
                        </a:lnTo>
                        <a:lnTo>
                          <a:pt x="432" y="75"/>
                        </a:lnTo>
                        <a:lnTo>
                          <a:pt x="437" y="79"/>
                        </a:lnTo>
                        <a:lnTo>
                          <a:pt x="437" y="80"/>
                        </a:lnTo>
                        <a:lnTo>
                          <a:pt x="439" y="83"/>
                        </a:lnTo>
                        <a:lnTo>
                          <a:pt x="439" y="86"/>
                        </a:lnTo>
                        <a:lnTo>
                          <a:pt x="437" y="87"/>
                        </a:lnTo>
                        <a:lnTo>
                          <a:pt x="437" y="89"/>
                        </a:lnTo>
                        <a:lnTo>
                          <a:pt x="436" y="91"/>
                        </a:lnTo>
                        <a:lnTo>
                          <a:pt x="435" y="90"/>
                        </a:lnTo>
                        <a:lnTo>
                          <a:pt x="433" y="89"/>
                        </a:lnTo>
                        <a:lnTo>
                          <a:pt x="431" y="90"/>
                        </a:lnTo>
                        <a:lnTo>
                          <a:pt x="428" y="90"/>
                        </a:lnTo>
                        <a:lnTo>
                          <a:pt x="425" y="89"/>
                        </a:lnTo>
                        <a:lnTo>
                          <a:pt x="422" y="89"/>
                        </a:lnTo>
                        <a:lnTo>
                          <a:pt x="420" y="93"/>
                        </a:lnTo>
                        <a:lnTo>
                          <a:pt x="416" y="95"/>
                        </a:lnTo>
                        <a:lnTo>
                          <a:pt x="413" y="97"/>
                        </a:lnTo>
                        <a:lnTo>
                          <a:pt x="410" y="95"/>
                        </a:lnTo>
                        <a:lnTo>
                          <a:pt x="410" y="95"/>
                        </a:lnTo>
                        <a:lnTo>
                          <a:pt x="410" y="98"/>
                        </a:lnTo>
                        <a:lnTo>
                          <a:pt x="409" y="99"/>
                        </a:lnTo>
                        <a:lnTo>
                          <a:pt x="406" y="101"/>
                        </a:lnTo>
                        <a:lnTo>
                          <a:pt x="405" y="99"/>
                        </a:lnTo>
                        <a:lnTo>
                          <a:pt x="403" y="102"/>
                        </a:lnTo>
                        <a:lnTo>
                          <a:pt x="402" y="105"/>
                        </a:lnTo>
                        <a:lnTo>
                          <a:pt x="401" y="110"/>
                        </a:lnTo>
                        <a:lnTo>
                          <a:pt x="401" y="113"/>
                        </a:lnTo>
                        <a:lnTo>
                          <a:pt x="399" y="114"/>
                        </a:lnTo>
                        <a:lnTo>
                          <a:pt x="397" y="116"/>
                        </a:lnTo>
                        <a:lnTo>
                          <a:pt x="390" y="120"/>
                        </a:lnTo>
                        <a:lnTo>
                          <a:pt x="387" y="120"/>
                        </a:lnTo>
                        <a:lnTo>
                          <a:pt x="383" y="118"/>
                        </a:lnTo>
                        <a:lnTo>
                          <a:pt x="382" y="120"/>
                        </a:lnTo>
                        <a:lnTo>
                          <a:pt x="379" y="125"/>
                        </a:lnTo>
                        <a:lnTo>
                          <a:pt x="376" y="128"/>
                        </a:lnTo>
                        <a:lnTo>
                          <a:pt x="374" y="131"/>
                        </a:lnTo>
                        <a:lnTo>
                          <a:pt x="371" y="132"/>
                        </a:lnTo>
                        <a:lnTo>
                          <a:pt x="371" y="135"/>
                        </a:lnTo>
                        <a:lnTo>
                          <a:pt x="369" y="135"/>
                        </a:lnTo>
                        <a:lnTo>
                          <a:pt x="365" y="133"/>
                        </a:lnTo>
                        <a:lnTo>
                          <a:pt x="363" y="132"/>
                        </a:lnTo>
                        <a:lnTo>
                          <a:pt x="359" y="131"/>
                        </a:lnTo>
                        <a:lnTo>
                          <a:pt x="355" y="128"/>
                        </a:lnTo>
                        <a:lnTo>
                          <a:pt x="352" y="128"/>
                        </a:lnTo>
                        <a:lnTo>
                          <a:pt x="346" y="129"/>
                        </a:lnTo>
                        <a:lnTo>
                          <a:pt x="342" y="132"/>
                        </a:lnTo>
                        <a:lnTo>
                          <a:pt x="341" y="135"/>
                        </a:lnTo>
                        <a:lnTo>
                          <a:pt x="340" y="141"/>
                        </a:lnTo>
                        <a:lnTo>
                          <a:pt x="341" y="144"/>
                        </a:lnTo>
                        <a:lnTo>
                          <a:pt x="341" y="146"/>
                        </a:lnTo>
                        <a:lnTo>
                          <a:pt x="346" y="151"/>
                        </a:lnTo>
                        <a:lnTo>
                          <a:pt x="353" y="154"/>
                        </a:lnTo>
                        <a:lnTo>
                          <a:pt x="353" y="155"/>
                        </a:lnTo>
                        <a:lnTo>
                          <a:pt x="350" y="158"/>
                        </a:lnTo>
                        <a:lnTo>
                          <a:pt x="349" y="161"/>
                        </a:lnTo>
                        <a:lnTo>
                          <a:pt x="342" y="169"/>
                        </a:lnTo>
                        <a:lnTo>
                          <a:pt x="340" y="174"/>
                        </a:lnTo>
                        <a:lnTo>
                          <a:pt x="337" y="180"/>
                        </a:lnTo>
                        <a:lnTo>
                          <a:pt x="336" y="180"/>
                        </a:lnTo>
                        <a:lnTo>
                          <a:pt x="330" y="181"/>
                        </a:lnTo>
                        <a:lnTo>
                          <a:pt x="327" y="181"/>
                        </a:lnTo>
                        <a:lnTo>
                          <a:pt x="323" y="184"/>
                        </a:lnTo>
                        <a:lnTo>
                          <a:pt x="319" y="186"/>
                        </a:lnTo>
                        <a:lnTo>
                          <a:pt x="315" y="186"/>
                        </a:lnTo>
                        <a:lnTo>
                          <a:pt x="310" y="186"/>
                        </a:lnTo>
                        <a:lnTo>
                          <a:pt x="306" y="188"/>
                        </a:lnTo>
                        <a:lnTo>
                          <a:pt x="302" y="189"/>
                        </a:lnTo>
                        <a:lnTo>
                          <a:pt x="291" y="193"/>
                        </a:lnTo>
                        <a:lnTo>
                          <a:pt x="283" y="196"/>
                        </a:lnTo>
                        <a:lnTo>
                          <a:pt x="278" y="200"/>
                        </a:lnTo>
                        <a:lnTo>
                          <a:pt x="273" y="205"/>
                        </a:lnTo>
                        <a:lnTo>
                          <a:pt x="270" y="207"/>
                        </a:lnTo>
                        <a:lnTo>
                          <a:pt x="266" y="207"/>
                        </a:lnTo>
                        <a:lnTo>
                          <a:pt x="262" y="207"/>
                        </a:lnTo>
                        <a:lnTo>
                          <a:pt x="262" y="204"/>
                        </a:lnTo>
                        <a:lnTo>
                          <a:pt x="262" y="203"/>
                        </a:lnTo>
                        <a:lnTo>
                          <a:pt x="255" y="204"/>
                        </a:lnTo>
                        <a:lnTo>
                          <a:pt x="251" y="205"/>
                        </a:lnTo>
                        <a:lnTo>
                          <a:pt x="246" y="203"/>
                        </a:lnTo>
                        <a:lnTo>
                          <a:pt x="242" y="201"/>
                        </a:lnTo>
                        <a:lnTo>
                          <a:pt x="232" y="199"/>
                        </a:lnTo>
                        <a:lnTo>
                          <a:pt x="224" y="194"/>
                        </a:lnTo>
                        <a:lnTo>
                          <a:pt x="219" y="190"/>
                        </a:lnTo>
                        <a:lnTo>
                          <a:pt x="216" y="189"/>
                        </a:lnTo>
                        <a:lnTo>
                          <a:pt x="205" y="189"/>
                        </a:lnTo>
                        <a:lnTo>
                          <a:pt x="197" y="189"/>
                        </a:lnTo>
                        <a:lnTo>
                          <a:pt x="194" y="188"/>
                        </a:lnTo>
                        <a:lnTo>
                          <a:pt x="193" y="189"/>
                        </a:lnTo>
                        <a:lnTo>
                          <a:pt x="192" y="190"/>
                        </a:lnTo>
                        <a:lnTo>
                          <a:pt x="187" y="193"/>
                        </a:lnTo>
                        <a:lnTo>
                          <a:pt x="181" y="193"/>
                        </a:lnTo>
                        <a:lnTo>
                          <a:pt x="168" y="192"/>
                        </a:lnTo>
                        <a:lnTo>
                          <a:pt x="160" y="193"/>
                        </a:lnTo>
                        <a:lnTo>
                          <a:pt x="153" y="192"/>
                        </a:lnTo>
                        <a:lnTo>
                          <a:pt x="148" y="193"/>
                        </a:lnTo>
                        <a:lnTo>
                          <a:pt x="145" y="193"/>
                        </a:lnTo>
                        <a:lnTo>
                          <a:pt x="143" y="192"/>
                        </a:lnTo>
                        <a:lnTo>
                          <a:pt x="140" y="186"/>
                        </a:lnTo>
                        <a:lnTo>
                          <a:pt x="139" y="184"/>
                        </a:lnTo>
                        <a:lnTo>
                          <a:pt x="134" y="178"/>
                        </a:lnTo>
                        <a:lnTo>
                          <a:pt x="133" y="175"/>
                        </a:lnTo>
                        <a:lnTo>
                          <a:pt x="130" y="171"/>
                        </a:lnTo>
                        <a:lnTo>
                          <a:pt x="130" y="170"/>
                        </a:lnTo>
                        <a:lnTo>
                          <a:pt x="129" y="167"/>
                        </a:lnTo>
                        <a:lnTo>
                          <a:pt x="126" y="167"/>
                        </a:lnTo>
                        <a:lnTo>
                          <a:pt x="125" y="167"/>
                        </a:lnTo>
                        <a:lnTo>
                          <a:pt x="125" y="165"/>
                        </a:lnTo>
                        <a:lnTo>
                          <a:pt x="124" y="163"/>
                        </a:lnTo>
                        <a:lnTo>
                          <a:pt x="124" y="162"/>
                        </a:lnTo>
                        <a:lnTo>
                          <a:pt x="122" y="162"/>
                        </a:lnTo>
                        <a:lnTo>
                          <a:pt x="118" y="162"/>
                        </a:lnTo>
                        <a:lnTo>
                          <a:pt x="114" y="161"/>
                        </a:lnTo>
                        <a:lnTo>
                          <a:pt x="110" y="156"/>
                        </a:lnTo>
                        <a:lnTo>
                          <a:pt x="107" y="156"/>
                        </a:lnTo>
                        <a:lnTo>
                          <a:pt x="106" y="156"/>
                        </a:lnTo>
                        <a:lnTo>
                          <a:pt x="103" y="156"/>
                        </a:lnTo>
                        <a:lnTo>
                          <a:pt x="103" y="154"/>
                        </a:lnTo>
                        <a:lnTo>
                          <a:pt x="98" y="151"/>
                        </a:lnTo>
                        <a:lnTo>
                          <a:pt x="88" y="150"/>
                        </a:lnTo>
                        <a:lnTo>
                          <a:pt x="87" y="150"/>
                        </a:lnTo>
                        <a:lnTo>
                          <a:pt x="87" y="151"/>
                        </a:lnTo>
                        <a:lnTo>
                          <a:pt x="83" y="151"/>
                        </a:lnTo>
                        <a:lnTo>
                          <a:pt x="76" y="151"/>
                        </a:lnTo>
                        <a:lnTo>
                          <a:pt x="62" y="148"/>
                        </a:lnTo>
                        <a:lnTo>
                          <a:pt x="60" y="147"/>
                        </a:lnTo>
                        <a:lnTo>
                          <a:pt x="56" y="141"/>
                        </a:lnTo>
                        <a:lnTo>
                          <a:pt x="56" y="139"/>
                        </a:lnTo>
                        <a:lnTo>
                          <a:pt x="56" y="137"/>
                        </a:lnTo>
                        <a:lnTo>
                          <a:pt x="57" y="136"/>
                        </a:lnTo>
                        <a:lnTo>
                          <a:pt x="58" y="133"/>
                        </a:lnTo>
                        <a:lnTo>
                          <a:pt x="60" y="132"/>
                        </a:lnTo>
                        <a:lnTo>
                          <a:pt x="58" y="129"/>
                        </a:lnTo>
                        <a:lnTo>
                          <a:pt x="57" y="127"/>
                        </a:lnTo>
                        <a:lnTo>
                          <a:pt x="57" y="124"/>
                        </a:lnTo>
                        <a:lnTo>
                          <a:pt x="57" y="121"/>
                        </a:lnTo>
                        <a:lnTo>
                          <a:pt x="56" y="120"/>
                        </a:lnTo>
                        <a:lnTo>
                          <a:pt x="54" y="117"/>
                        </a:lnTo>
                        <a:lnTo>
                          <a:pt x="53" y="116"/>
                        </a:lnTo>
                        <a:lnTo>
                          <a:pt x="50" y="114"/>
                        </a:lnTo>
                        <a:lnTo>
                          <a:pt x="49" y="112"/>
                        </a:lnTo>
                        <a:lnTo>
                          <a:pt x="48" y="109"/>
                        </a:lnTo>
                        <a:lnTo>
                          <a:pt x="48" y="106"/>
                        </a:lnTo>
                        <a:lnTo>
                          <a:pt x="46" y="105"/>
                        </a:lnTo>
                        <a:lnTo>
                          <a:pt x="45" y="102"/>
                        </a:lnTo>
                        <a:lnTo>
                          <a:pt x="43" y="101"/>
                        </a:lnTo>
                        <a:lnTo>
                          <a:pt x="41" y="99"/>
                        </a:lnTo>
                        <a:lnTo>
                          <a:pt x="39" y="98"/>
                        </a:lnTo>
                        <a:lnTo>
                          <a:pt x="37" y="97"/>
                        </a:lnTo>
                        <a:lnTo>
                          <a:pt x="35" y="97"/>
                        </a:lnTo>
                        <a:lnTo>
                          <a:pt x="34" y="98"/>
                        </a:lnTo>
                        <a:lnTo>
                          <a:pt x="33" y="99"/>
                        </a:lnTo>
                        <a:lnTo>
                          <a:pt x="31" y="98"/>
                        </a:lnTo>
                        <a:lnTo>
                          <a:pt x="28" y="97"/>
                        </a:lnTo>
                        <a:lnTo>
                          <a:pt x="27" y="95"/>
                        </a:lnTo>
                        <a:lnTo>
                          <a:pt x="24" y="95"/>
                        </a:lnTo>
                        <a:lnTo>
                          <a:pt x="22" y="97"/>
                        </a:lnTo>
                        <a:lnTo>
                          <a:pt x="22" y="98"/>
                        </a:lnTo>
                        <a:lnTo>
                          <a:pt x="20" y="99"/>
                        </a:lnTo>
                        <a:lnTo>
                          <a:pt x="19" y="99"/>
                        </a:lnTo>
                        <a:lnTo>
                          <a:pt x="16" y="97"/>
                        </a:lnTo>
                        <a:lnTo>
                          <a:pt x="16" y="95"/>
                        </a:lnTo>
                        <a:lnTo>
                          <a:pt x="16" y="94"/>
                        </a:lnTo>
                        <a:lnTo>
                          <a:pt x="14" y="91"/>
                        </a:lnTo>
                        <a:lnTo>
                          <a:pt x="11" y="90"/>
                        </a:lnTo>
                        <a:lnTo>
                          <a:pt x="8" y="87"/>
                        </a:lnTo>
                        <a:lnTo>
                          <a:pt x="7" y="87"/>
                        </a:lnTo>
                        <a:lnTo>
                          <a:pt x="5" y="86"/>
                        </a:lnTo>
                        <a:lnTo>
                          <a:pt x="5" y="83"/>
                        </a:lnTo>
                        <a:lnTo>
                          <a:pt x="5" y="82"/>
                        </a:lnTo>
                        <a:lnTo>
                          <a:pt x="4" y="80"/>
                        </a:lnTo>
                        <a:lnTo>
                          <a:pt x="4" y="80"/>
                        </a:lnTo>
                        <a:lnTo>
                          <a:pt x="3" y="82"/>
                        </a:lnTo>
                        <a:lnTo>
                          <a:pt x="3" y="82"/>
                        </a:lnTo>
                        <a:lnTo>
                          <a:pt x="1" y="80"/>
                        </a:lnTo>
                        <a:lnTo>
                          <a:pt x="0" y="79"/>
                        </a:lnTo>
                        <a:lnTo>
                          <a:pt x="0" y="76"/>
                        </a:lnTo>
                        <a:lnTo>
                          <a:pt x="0" y="74"/>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06" name="Freeform 1041">
                    <a:extLst>
                      <a:ext uri="{FF2B5EF4-FFF2-40B4-BE49-F238E27FC236}">
                        <a16:creationId xmlns:a16="http://schemas.microsoft.com/office/drawing/2014/main" id="{5A205DEA-153F-0E15-E1D3-2F06F15AD805}"/>
                      </a:ext>
                    </a:extLst>
                  </p:cNvPr>
                  <p:cNvSpPr>
                    <a:spLocks noEditPoints="1"/>
                  </p:cNvSpPr>
                  <p:nvPr/>
                </p:nvSpPr>
                <p:spPr bwMode="auto">
                  <a:xfrm>
                    <a:off x="10859685" y="3059343"/>
                    <a:ext cx="41938" cy="12467"/>
                  </a:xfrm>
                  <a:custGeom>
                    <a:avLst/>
                    <a:gdLst/>
                    <a:ahLst/>
                    <a:cxnLst>
                      <a:cxn ang="0">
                        <a:pos x="0" y="12"/>
                      </a:cxn>
                      <a:cxn ang="0">
                        <a:pos x="3" y="15"/>
                      </a:cxn>
                      <a:cxn ang="0">
                        <a:pos x="6" y="13"/>
                      </a:cxn>
                      <a:cxn ang="0">
                        <a:pos x="8" y="13"/>
                      </a:cxn>
                      <a:cxn ang="0">
                        <a:pos x="8" y="9"/>
                      </a:cxn>
                      <a:cxn ang="0">
                        <a:pos x="7" y="9"/>
                      </a:cxn>
                      <a:cxn ang="0">
                        <a:pos x="3" y="11"/>
                      </a:cxn>
                      <a:cxn ang="0">
                        <a:pos x="0" y="12"/>
                      </a:cxn>
                      <a:cxn ang="0">
                        <a:pos x="0" y="12"/>
                      </a:cxn>
                      <a:cxn ang="0">
                        <a:pos x="12" y="8"/>
                      </a:cxn>
                      <a:cxn ang="0">
                        <a:pos x="15" y="12"/>
                      </a:cxn>
                      <a:cxn ang="0">
                        <a:pos x="19" y="15"/>
                      </a:cxn>
                      <a:cxn ang="0">
                        <a:pos x="19" y="15"/>
                      </a:cxn>
                      <a:cxn ang="0">
                        <a:pos x="22" y="12"/>
                      </a:cxn>
                      <a:cxn ang="0">
                        <a:pos x="25" y="11"/>
                      </a:cxn>
                      <a:cxn ang="0">
                        <a:pos x="26" y="12"/>
                      </a:cxn>
                      <a:cxn ang="0">
                        <a:pos x="33" y="11"/>
                      </a:cxn>
                      <a:cxn ang="0">
                        <a:pos x="37" y="8"/>
                      </a:cxn>
                      <a:cxn ang="0">
                        <a:pos x="41" y="6"/>
                      </a:cxn>
                      <a:cxn ang="0">
                        <a:pos x="42" y="5"/>
                      </a:cxn>
                      <a:cxn ang="0">
                        <a:pos x="44" y="5"/>
                      </a:cxn>
                      <a:cxn ang="0">
                        <a:pos x="46" y="2"/>
                      </a:cxn>
                      <a:cxn ang="0">
                        <a:pos x="46" y="1"/>
                      </a:cxn>
                      <a:cxn ang="0">
                        <a:pos x="45" y="0"/>
                      </a:cxn>
                      <a:cxn ang="0">
                        <a:pos x="40" y="1"/>
                      </a:cxn>
                      <a:cxn ang="0">
                        <a:pos x="35" y="1"/>
                      </a:cxn>
                      <a:cxn ang="0">
                        <a:pos x="33" y="2"/>
                      </a:cxn>
                      <a:cxn ang="0">
                        <a:pos x="30" y="2"/>
                      </a:cxn>
                      <a:cxn ang="0">
                        <a:pos x="26" y="2"/>
                      </a:cxn>
                      <a:cxn ang="0">
                        <a:pos x="20" y="2"/>
                      </a:cxn>
                      <a:cxn ang="0">
                        <a:pos x="15" y="6"/>
                      </a:cxn>
                      <a:cxn ang="0">
                        <a:pos x="12" y="8"/>
                      </a:cxn>
                    </a:cxnLst>
                    <a:rect l="0" t="0" r="r" b="b"/>
                    <a:pathLst>
                      <a:path w="46" h="15">
                        <a:moveTo>
                          <a:pt x="0" y="12"/>
                        </a:moveTo>
                        <a:lnTo>
                          <a:pt x="3" y="15"/>
                        </a:lnTo>
                        <a:lnTo>
                          <a:pt x="6" y="13"/>
                        </a:lnTo>
                        <a:lnTo>
                          <a:pt x="8" y="13"/>
                        </a:lnTo>
                        <a:lnTo>
                          <a:pt x="8" y="9"/>
                        </a:lnTo>
                        <a:lnTo>
                          <a:pt x="7" y="9"/>
                        </a:lnTo>
                        <a:lnTo>
                          <a:pt x="3" y="11"/>
                        </a:lnTo>
                        <a:lnTo>
                          <a:pt x="0" y="12"/>
                        </a:lnTo>
                        <a:lnTo>
                          <a:pt x="0" y="12"/>
                        </a:lnTo>
                        <a:close/>
                        <a:moveTo>
                          <a:pt x="12" y="8"/>
                        </a:moveTo>
                        <a:lnTo>
                          <a:pt x="15" y="12"/>
                        </a:lnTo>
                        <a:lnTo>
                          <a:pt x="19" y="15"/>
                        </a:lnTo>
                        <a:lnTo>
                          <a:pt x="19" y="15"/>
                        </a:lnTo>
                        <a:lnTo>
                          <a:pt x="22" y="12"/>
                        </a:lnTo>
                        <a:lnTo>
                          <a:pt x="25" y="11"/>
                        </a:lnTo>
                        <a:lnTo>
                          <a:pt x="26" y="12"/>
                        </a:lnTo>
                        <a:lnTo>
                          <a:pt x="33" y="11"/>
                        </a:lnTo>
                        <a:lnTo>
                          <a:pt x="37" y="8"/>
                        </a:lnTo>
                        <a:lnTo>
                          <a:pt x="41" y="6"/>
                        </a:lnTo>
                        <a:lnTo>
                          <a:pt x="42" y="5"/>
                        </a:lnTo>
                        <a:lnTo>
                          <a:pt x="44" y="5"/>
                        </a:lnTo>
                        <a:lnTo>
                          <a:pt x="46" y="2"/>
                        </a:lnTo>
                        <a:lnTo>
                          <a:pt x="46" y="1"/>
                        </a:lnTo>
                        <a:lnTo>
                          <a:pt x="45" y="0"/>
                        </a:lnTo>
                        <a:lnTo>
                          <a:pt x="40" y="1"/>
                        </a:lnTo>
                        <a:lnTo>
                          <a:pt x="35" y="1"/>
                        </a:lnTo>
                        <a:lnTo>
                          <a:pt x="33" y="2"/>
                        </a:lnTo>
                        <a:lnTo>
                          <a:pt x="30" y="2"/>
                        </a:lnTo>
                        <a:lnTo>
                          <a:pt x="26" y="2"/>
                        </a:lnTo>
                        <a:lnTo>
                          <a:pt x="20" y="2"/>
                        </a:lnTo>
                        <a:lnTo>
                          <a:pt x="15" y="6"/>
                        </a:lnTo>
                        <a:lnTo>
                          <a:pt x="12" y="8"/>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07" name="Freeform 1042">
                    <a:extLst>
                      <a:ext uri="{FF2B5EF4-FFF2-40B4-BE49-F238E27FC236}">
                        <a16:creationId xmlns:a16="http://schemas.microsoft.com/office/drawing/2014/main" id="{A9CDB9C4-90EE-0D19-F60D-7BC4685850C5}"/>
                      </a:ext>
                    </a:extLst>
                  </p:cNvPr>
                  <p:cNvSpPr>
                    <a:spLocks noEditPoints="1"/>
                  </p:cNvSpPr>
                  <p:nvPr/>
                </p:nvSpPr>
                <p:spPr bwMode="auto">
                  <a:xfrm>
                    <a:off x="10734781" y="2892287"/>
                    <a:ext cx="14587" cy="10805"/>
                  </a:xfrm>
                  <a:custGeom>
                    <a:avLst/>
                    <a:gdLst/>
                    <a:ahLst/>
                    <a:cxnLst>
                      <a:cxn ang="0">
                        <a:pos x="0" y="6"/>
                      </a:cxn>
                      <a:cxn ang="0">
                        <a:pos x="3" y="8"/>
                      </a:cxn>
                      <a:cxn ang="0">
                        <a:pos x="4" y="8"/>
                      </a:cxn>
                      <a:cxn ang="0">
                        <a:pos x="7" y="12"/>
                      </a:cxn>
                      <a:cxn ang="0">
                        <a:pos x="9" y="13"/>
                      </a:cxn>
                      <a:cxn ang="0">
                        <a:pos x="11" y="13"/>
                      </a:cxn>
                      <a:cxn ang="0">
                        <a:pos x="9" y="6"/>
                      </a:cxn>
                      <a:cxn ang="0">
                        <a:pos x="11" y="4"/>
                      </a:cxn>
                      <a:cxn ang="0">
                        <a:pos x="12" y="4"/>
                      </a:cxn>
                      <a:cxn ang="0">
                        <a:pos x="12" y="4"/>
                      </a:cxn>
                      <a:cxn ang="0">
                        <a:pos x="12" y="0"/>
                      </a:cxn>
                      <a:cxn ang="0">
                        <a:pos x="9" y="1"/>
                      </a:cxn>
                      <a:cxn ang="0">
                        <a:pos x="5" y="4"/>
                      </a:cxn>
                      <a:cxn ang="0">
                        <a:pos x="1" y="5"/>
                      </a:cxn>
                      <a:cxn ang="0">
                        <a:pos x="0" y="6"/>
                      </a:cxn>
                      <a:cxn ang="0">
                        <a:pos x="0" y="6"/>
                      </a:cxn>
                      <a:cxn ang="0">
                        <a:pos x="12" y="5"/>
                      </a:cxn>
                      <a:cxn ang="0">
                        <a:pos x="13" y="8"/>
                      </a:cxn>
                      <a:cxn ang="0">
                        <a:pos x="13" y="10"/>
                      </a:cxn>
                      <a:cxn ang="0">
                        <a:pos x="15" y="12"/>
                      </a:cxn>
                      <a:cxn ang="0">
                        <a:pos x="16" y="9"/>
                      </a:cxn>
                      <a:cxn ang="0">
                        <a:pos x="15" y="5"/>
                      </a:cxn>
                      <a:cxn ang="0">
                        <a:pos x="15" y="4"/>
                      </a:cxn>
                      <a:cxn ang="0">
                        <a:pos x="13" y="4"/>
                      </a:cxn>
                      <a:cxn ang="0">
                        <a:pos x="12" y="5"/>
                      </a:cxn>
                    </a:cxnLst>
                    <a:rect l="0" t="0" r="r" b="b"/>
                    <a:pathLst>
                      <a:path w="16" h="13">
                        <a:moveTo>
                          <a:pt x="0" y="6"/>
                        </a:moveTo>
                        <a:lnTo>
                          <a:pt x="3" y="8"/>
                        </a:lnTo>
                        <a:lnTo>
                          <a:pt x="4" y="8"/>
                        </a:lnTo>
                        <a:lnTo>
                          <a:pt x="7" y="12"/>
                        </a:lnTo>
                        <a:lnTo>
                          <a:pt x="9" y="13"/>
                        </a:lnTo>
                        <a:lnTo>
                          <a:pt x="11" y="13"/>
                        </a:lnTo>
                        <a:lnTo>
                          <a:pt x="9" y="6"/>
                        </a:lnTo>
                        <a:lnTo>
                          <a:pt x="11" y="4"/>
                        </a:lnTo>
                        <a:lnTo>
                          <a:pt x="12" y="4"/>
                        </a:lnTo>
                        <a:lnTo>
                          <a:pt x="12" y="4"/>
                        </a:lnTo>
                        <a:lnTo>
                          <a:pt x="12" y="0"/>
                        </a:lnTo>
                        <a:lnTo>
                          <a:pt x="9" y="1"/>
                        </a:lnTo>
                        <a:lnTo>
                          <a:pt x="5" y="4"/>
                        </a:lnTo>
                        <a:lnTo>
                          <a:pt x="1" y="5"/>
                        </a:lnTo>
                        <a:lnTo>
                          <a:pt x="0" y="6"/>
                        </a:lnTo>
                        <a:lnTo>
                          <a:pt x="0" y="6"/>
                        </a:lnTo>
                        <a:close/>
                        <a:moveTo>
                          <a:pt x="12" y="5"/>
                        </a:moveTo>
                        <a:lnTo>
                          <a:pt x="13" y="8"/>
                        </a:lnTo>
                        <a:lnTo>
                          <a:pt x="13" y="10"/>
                        </a:lnTo>
                        <a:lnTo>
                          <a:pt x="15" y="12"/>
                        </a:lnTo>
                        <a:lnTo>
                          <a:pt x="16" y="9"/>
                        </a:lnTo>
                        <a:lnTo>
                          <a:pt x="15" y="5"/>
                        </a:lnTo>
                        <a:lnTo>
                          <a:pt x="15" y="4"/>
                        </a:lnTo>
                        <a:lnTo>
                          <a:pt x="13" y="4"/>
                        </a:lnTo>
                        <a:lnTo>
                          <a:pt x="12" y="5"/>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08" name="Freeform 1043">
                    <a:extLst>
                      <a:ext uri="{FF2B5EF4-FFF2-40B4-BE49-F238E27FC236}">
                        <a16:creationId xmlns:a16="http://schemas.microsoft.com/office/drawing/2014/main" id="{A4958471-4F39-EC2E-3331-A5DF6B0780C8}"/>
                      </a:ext>
                    </a:extLst>
                  </p:cNvPr>
                  <p:cNvSpPr>
                    <a:spLocks/>
                  </p:cNvSpPr>
                  <p:nvPr/>
                </p:nvSpPr>
                <p:spPr bwMode="auto">
                  <a:xfrm>
                    <a:off x="10576144" y="2772605"/>
                    <a:ext cx="68379" cy="52361"/>
                  </a:xfrm>
                  <a:custGeom>
                    <a:avLst/>
                    <a:gdLst/>
                    <a:ahLst/>
                    <a:cxnLst>
                      <a:cxn ang="0">
                        <a:pos x="35" y="61"/>
                      </a:cxn>
                      <a:cxn ang="0">
                        <a:pos x="41" y="55"/>
                      </a:cxn>
                      <a:cxn ang="0">
                        <a:pos x="45" y="57"/>
                      </a:cxn>
                      <a:cxn ang="0">
                        <a:pos x="54" y="57"/>
                      </a:cxn>
                      <a:cxn ang="0">
                        <a:pos x="60" y="58"/>
                      </a:cxn>
                      <a:cxn ang="0">
                        <a:pos x="58" y="54"/>
                      </a:cxn>
                      <a:cxn ang="0">
                        <a:pos x="53" y="50"/>
                      </a:cxn>
                      <a:cxn ang="0">
                        <a:pos x="56" y="43"/>
                      </a:cxn>
                      <a:cxn ang="0">
                        <a:pos x="62" y="40"/>
                      </a:cxn>
                      <a:cxn ang="0">
                        <a:pos x="69" y="36"/>
                      </a:cxn>
                      <a:cxn ang="0">
                        <a:pos x="73" y="34"/>
                      </a:cxn>
                      <a:cxn ang="0">
                        <a:pos x="75" y="27"/>
                      </a:cxn>
                      <a:cxn ang="0">
                        <a:pos x="75" y="20"/>
                      </a:cxn>
                      <a:cxn ang="0">
                        <a:pos x="72" y="9"/>
                      </a:cxn>
                      <a:cxn ang="0">
                        <a:pos x="68" y="4"/>
                      </a:cxn>
                      <a:cxn ang="0">
                        <a:pos x="62" y="2"/>
                      </a:cxn>
                      <a:cxn ang="0">
                        <a:pos x="60" y="0"/>
                      </a:cxn>
                      <a:cxn ang="0">
                        <a:pos x="53" y="2"/>
                      </a:cxn>
                      <a:cxn ang="0">
                        <a:pos x="54" y="8"/>
                      </a:cxn>
                      <a:cxn ang="0">
                        <a:pos x="56" y="13"/>
                      </a:cxn>
                      <a:cxn ang="0">
                        <a:pos x="49" y="8"/>
                      </a:cxn>
                      <a:cxn ang="0">
                        <a:pos x="43" y="5"/>
                      </a:cxn>
                      <a:cxn ang="0">
                        <a:pos x="38" y="4"/>
                      </a:cxn>
                      <a:cxn ang="0">
                        <a:pos x="31" y="2"/>
                      </a:cxn>
                      <a:cxn ang="0">
                        <a:pos x="26" y="1"/>
                      </a:cxn>
                      <a:cxn ang="0">
                        <a:pos x="20" y="1"/>
                      </a:cxn>
                      <a:cxn ang="0">
                        <a:pos x="10" y="4"/>
                      </a:cxn>
                      <a:cxn ang="0">
                        <a:pos x="4" y="8"/>
                      </a:cxn>
                      <a:cxn ang="0">
                        <a:pos x="0" y="15"/>
                      </a:cxn>
                      <a:cxn ang="0">
                        <a:pos x="1" y="27"/>
                      </a:cxn>
                      <a:cxn ang="0">
                        <a:pos x="5" y="31"/>
                      </a:cxn>
                      <a:cxn ang="0">
                        <a:pos x="4" y="38"/>
                      </a:cxn>
                      <a:cxn ang="0">
                        <a:pos x="7" y="40"/>
                      </a:cxn>
                      <a:cxn ang="0">
                        <a:pos x="8" y="44"/>
                      </a:cxn>
                      <a:cxn ang="0">
                        <a:pos x="11" y="50"/>
                      </a:cxn>
                      <a:cxn ang="0">
                        <a:pos x="14" y="51"/>
                      </a:cxn>
                      <a:cxn ang="0">
                        <a:pos x="14" y="55"/>
                      </a:cxn>
                      <a:cxn ang="0">
                        <a:pos x="16" y="58"/>
                      </a:cxn>
                      <a:cxn ang="0">
                        <a:pos x="18" y="55"/>
                      </a:cxn>
                      <a:cxn ang="0">
                        <a:pos x="20" y="53"/>
                      </a:cxn>
                      <a:cxn ang="0">
                        <a:pos x="22" y="57"/>
                      </a:cxn>
                      <a:cxn ang="0">
                        <a:pos x="20" y="61"/>
                      </a:cxn>
                      <a:cxn ang="0">
                        <a:pos x="22" y="63"/>
                      </a:cxn>
                      <a:cxn ang="0">
                        <a:pos x="24" y="61"/>
                      </a:cxn>
                      <a:cxn ang="0">
                        <a:pos x="27" y="62"/>
                      </a:cxn>
                      <a:cxn ang="0">
                        <a:pos x="30" y="62"/>
                      </a:cxn>
                    </a:cxnLst>
                    <a:rect l="0" t="0" r="r" b="b"/>
                    <a:pathLst>
                      <a:path w="75" h="63">
                        <a:moveTo>
                          <a:pt x="33" y="63"/>
                        </a:moveTo>
                        <a:lnTo>
                          <a:pt x="35" y="61"/>
                        </a:lnTo>
                        <a:lnTo>
                          <a:pt x="39" y="59"/>
                        </a:lnTo>
                        <a:lnTo>
                          <a:pt x="41" y="55"/>
                        </a:lnTo>
                        <a:lnTo>
                          <a:pt x="43" y="55"/>
                        </a:lnTo>
                        <a:lnTo>
                          <a:pt x="45" y="57"/>
                        </a:lnTo>
                        <a:lnTo>
                          <a:pt x="52" y="55"/>
                        </a:lnTo>
                        <a:lnTo>
                          <a:pt x="54" y="57"/>
                        </a:lnTo>
                        <a:lnTo>
                          <a:pt x="56" y="59"/>
                        </a:lnTo>
                        <a:lnTo>
                          <a:pt x="60" y="58"/>
                        </a:lnTo>
                        <a:lnTo>
                          <a:pt x="58" y="55"/>
                        </a:lnTo>
                        <a:lnTo>
                          <a:pt x="58" y="54"/>
                        </a:lnTo>
                        <a:lnTo>
                          <a:pt x="56" y="51"/>
                        </a:lnTo>
                        <a:lnTo>
                          <a:pt x="53" y="50"/>
                        </a:lnTo>
                        <a:lnTo>
                          <a:pt x="53" y="44"/>
                        </a:lnTo>
                        <a:lnTo>
                          <a:pt x="56" y="43"/>
                        </a:lnTo>
                        <a:lnTo>
                          <a:pt x="61" y="43"/>
                        </a:lnTo>
                        <a:lnTo>
                          <a:pt x="62" y="40"/>
                        </a:lnTo>
                        <a:lnTo>
                          <a:pt x="67" y="38"/>
                        </a:lnTo>
                        <a:lnTo>
                          <a:pt x="69" y="36"/>
                        </a:lnTo>
                        <a:lnTo>
                          <a:pt x="71" y="35"/>
                        </a:lnTo>
                        <a:lnTo>
                          <a:pt x="73" y="34"/>
                        </a:lnTo>
                        <a:lnTo>
                          <a:pt x="75" y="30"/>
                        </a:lnTo>
                        <a:lnTo>
                          <a:pt x="75" y="27"/>
                        </a:lnTo>
                        <a:lnTo>
                          <a:pt x="75" y="23"/>
                        </a:lnTo>
                        <a:lnTo>
                          <a:pt x="75" y="20"/>
                        </a:lnTo>
                        <a:lnTo>
                          <a:pt x="75" y="16"/>
                        </a:lnTo>
                        <a:lnTo>
                          <a:pt x="72" y="9"/>
                        </a:lnTo>
                        <a:lnTo>
                          <a:pt x="69" y="8"/>
                        </a:lnTo>
                        <a:lnTo>
                          <a:pt x="68" y="4"/>
                        </a:lnTo>
                        <a:lnTo>
                          <a:pt x="67" y="4"/>
                        </a:lnTo>
                        <a:lnTo>
                          <a:pt x="62" y="2"/>
                        </a:lnTo>
                        <a:lnTo>
                          <a:pt x="61" y="1"/>
                        </a:lnTo>
                        <a:lnTo>
                          <a:pt x="60" y="0"/>
                        </a:lnTo>
                        <a:lnTo>
                          <a:pt x="54" y="1"/>
                        </a:lnTo>
                        <a:lnTo>
                          <a:pt x="53" y="2"/>
                        </a:lnTo>
                        <a:lnTo>
                          <a:pt x="56" y="6"/>
                        </a:lnTo>
                        <a:lnTo>
                          <a:pt x="54" y="8"/>
                        </a:lnTo>
                        <a:lnTo>
                          <a:pt x="56" y="10"/>
                        </a:lnTo>
                        <a:lnTo>
                          <a:pt x="56" y="13"/>
                        </a:lnTo>
                        <a:lnTo>
                          <a:pt x="52" y="12"/>
                        </a:lnTo>
                        <a:lnTo>
                          <a:pt x="49" y="8"/>
                        </a:lnTo>
                        <a:lnTo>
                          <a:pt x="45" y="6"/>
                        </a:lnTo>
                        <a:lnTo>
                          <a:pt x="43" y="5"/>
                        </a:lnTo>
                        <a:lnTo>
                          <a:pt x="39" y="2"/>
                        </a:lnTo>
                        <a:lnTo>
                          <a:pt x="38" y="4"/>
                        </a:lnTo>
                        <a:lnTo>
                          <a:pt x="35" y="1"/>
                        </a:lnTo>
                        <a:lnTo>
                          <a:pt x="31" y="2"/>
                        </a:lnTo>
                        <a:lnTo>
                          <a:pt x="29" y="1"/>
                        </a:lnTo>
                        <a:lnTo>
                          <a:pt x="26" y="1"/>
                        </a:lnTo>
                        <a:lnTo>
                          <a:pt x="22" y="2"/>
                        </a:lnTo>
                        <a:lnTo>
                          <a:pt x="20" y="1"/>
                        </a:lnTo>
                        <a:lnTo>
                          <a:pt x="16" y="1"/>
                        </a:lnTo>
                        <a:lnTo>
                          <a:pt x="10" y="4"/>
                        </a:lnTo>
                        <a:lnTo>
                          <a:pt x="7" y="4"/>
                        </a:lnTo>
                        <a:lnTo>
                          <a:pt x="4" y="8"/>
                        </a:lnTo>
                        <a:lnTo>
                          <a:pt x="3" y="12"/>
                        </a:lnTo>
                        <a:lnTo>
                          <a:pt x="0" y="15"/>
                        </a:lnTo>
                        <a:lnTo>
                          <a:pt x="0" y="21"/>
                        </a:lnTo>
                        <a:lnTo>
                          <a:pt x="1" y="27"/>
                        </a:lnTo>
                        <a:lnTo>
                          <a:pt x="4" y="28"/>
                        </a:lnTo>
                        <a:lnTo>
                          <a:pt x="5" y="31"/>
                        </a:lnTo>
                        <a:lnTo>
                          <a:pt x="5" y="36"/>
                        </a:lnTo>
                        <a:lnTo>
                          <a:pt x="4" y="38"/>
                        </a:lnTo>
                        <a:lnTo>
                          <a:pt x="4" y="38"/>
                        </a:lnTo>
                        <a:lnTo>
                          <a:pt x="7" y="40"/>
                        </a:lnTo>
                        <a:lnTo>
                          <a:pt x="7" y="43"/>
                        </a:lnTo>
                        <a:lnTo>
                          <a:pt x="8" y="44"/>
                        </a:lnTo>
                        <a:lnTo>
                          <a:pt x="8" y="47"/>
                        </a:lnTo>
                        <a:lnTo>
                          <a:pt x="11" y="50"/>
                        </a:lnTo>
                        <a:lnTo>
                          <a:pt x="12" y="50"/>
                        </a:lnTo>
                        <a:lnTo>
                          <a:pt x="14" y="51"/>
                        </a:lnTo>
                        <a:lnTo>
                          <a:pt x="12" y="54"/>
                        </a:lnTo>
                        <a:lnTo>
                          <a:pt x="14" y="55"/>
                        </a:lnTo>
                        <a:lnTo>
                          <a:pt x="14" y="58"/>
                        </a:lnTo>
                        <a:lnTo>
                          <a:pt x="16" y="58"/>
                        </a:lnTo>
                        <a:lnTo>
                          <a:pt x="18" y="58"/>
                        </a:lnTo>
                        <a:lnTo>
                          <a:pt x="18" y="55"/>
                        </a:lnTo>
                        <a:lnTo>
                          <a:pt x="20" y="54"/>
                        </a:lnTo>
                        <a:lnTo>
                          <a:pt x="20" y="53"/>
                        </a:lnTo>
                        <a:lnTo>
                          <a:pt x="20" y="55"/>
                        </a:lnTo>
                        <a:lnTo>
                          <a:pt x="22" y="57"/>
                        </a:lnTo>
                        <a:lnTo>
                          <a:pt x="22" y="59"/>
                        </a:lnTo>
                        <a:lnTo>
                          <a:pt x="20" y="61"/>
                        </a:lnTo>
                        <a:lnTo>
                          <a:pt x="20" y="62"/>
                        </a:lnTo>
                        <a:lnTo>
                          <a:pt x="22" y="63"/>
                        </a:lnTo>
                        <a:lnTo>
                          <a:pt x="23" y="63"/>
                        </a:lnTo>
                        <a:lnTo>
                          <a:pt x="24" y="61"/>
                        </a:lnTo>
                        <a:lnTo>
                          <a:pt x="26" y="61"/>
                        </a:lnTo>
                        <a:lnTo>
                          <a:pt x="27" y="62"/>
                        </a:lnTo>
                        <a:lnTo>
                          <a:pt x="30" y="62"/>
                        </a:lnTo>
                        <a:lnTo>
                          <a:pt x="30" y="62"/>
                        </a:lnTo>
                        <a:lnTo>
                          <a:pt x="33" y="63"/>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09" name="Freeform 1045">
                    <a:extLst>
                      <a:ext uri="{FF2B5EF4-FFF2-40B4-BE49-F238E27FC236}">
                        <a16:creationId xmlns:a16="http://schemas.microsoft.com/office/drawing/2014/main" id="{9CD4352D-6344-07C6-C595-01581B353ED2}"/>
                      </a:ext>
                    </a:extLst>
                  </p:cNvPr>
                  <p:cNvSpPr>
                    <a:spLocks/>
                  </p:cNvSpPr>
                  <p:nvPr/>
                </p:nvSpPr>
                <p:spPr bwMode="auto">
                  <a:xfrm>
                    <a:off x="10537852" y="2672040"/>
                    <a:ext cx="104847" cy="111371"/>
                  </a:xfrm>
                  <a:custGeom>
                    <a:avLst/>
                    <a:gdLst/>
                    <a:ahLst/>
                    <a:cxnLst>
                      <a:cxn ang="0">
                        <a:pos x="16" y="19"/>
                      </a:cxn>
                      <a:cxn ang="0">
                        <a:pos x="20" y="15"/>
                      </a:cxn>
                      <a:cxn ang="0">
                        <a:pos x="19" y="4"/>
                      </a:cxn>
                      <a:cxn ang="0">
                        <a:pos x="27" y="0"/>
                      </a:cxn>
                      <a:cxn ang="0">
                        <a:pos x="35" y="8"/>
                      </a:cxn>
                      <a:cxn ang="0">
                        <a:pos x="37" y="15"/>
                      </a:cxn>
                      <a:cxn ang="0">
                        <a:pos x="52" y="24"/>
                      </a:cxn>
                      <a:cxn ang="0">
                        <a:pos x="61" y="24"/>
                      </a:cxn>
                      <a:cxn ang="0">
                        <a:pos x="68" y="30"/>
                      </a:cxn>
                      <a:cxn ang="0">
                        <a:pos x="72" y="35"/>
                      </a:cxn>
                      <a:cxn ang="0">
                        <a:pos x="66" y="43"/>
                      </a:cxn>
                      <a:cxn ang="0">
                        <a:pos x="57" y="45"/>
                      </a:cxn>
                      <a:cxn ang="0">
                        <a:pos x="58" y="53"/>
                      </a:cxn>
                      <a:cxn ang="0">
                        <a:pos x="64" y="58"/>
                      </a:cxn>
                      <a:cxn ang="0">
                        <a:pos x="75" y="62"/>
                      </a:cxn>
                      <a:cxn ang="0">
                        <a:pos x="85" y="73"/>
                      </a:cxn>
                      <a:cxn ang="0">
                        <a:pos x="91" y="83"/>
                      </a:cxn>
                      <a:cxn ang="0">
                        <a:pos x="98" y="87"/>
                      </a:cxn>
                      <a:cxn ang="0">
                        <a:pos x="102" y="91"/>
                      </a:cxn>
                      <a:cxn ang="0">
                        <a:pos x="104" y="95"/>
                      </a:cxn>
                      <a:cxn ang="0">
                        <a:pos x="111" y="98"/>
                      </a:cxn>
                      <a:cxn ang="0">
                        <a:pos x="113" y="102"/>
                      </a:cxn>
                      <a:cxn ang="0">
                        <a:pos x="115" y="107"/>
                      </a:cxn>
                      <a:cxn ang="0">
                        <a:pos x="111" y="117"/>
                      </a:cxn>
                      <a:cxn ang="0">
                        <a:pos x="110" y="125"/>
                      </a:cxn>
                      <a:cxn ang="0">
                        <a:pos x="103" y="122"/>
                      </a:cxn>
                      <a:cxn ang="0">
                        <a:pos x="95" y="123"/>
                      </a:cxn>
                      <a:cxn ang="0">
                        <a:pos x="98" y="131"/>
                      </a:cxn>
                      <a:cxn ang="0">
                        <a:pos x="91" y="129"/>
                      </a:cxn>
                      <a:cxn ang="0">
                        <a:pos x="81" y="123"/>
                      </a:cxn>
                      <a:cxn ang="0">
                        <a:pos x="85" y="115"/>
                      </a:cxn>
                      <a:cxn ang="0">
                        <a:pos x="85" y="108"/>
                      </a:cxn>
                      <a:cxn ang="0">
                        <a:pos x="83" y="102"/>
                      </a:cxn>
                      <a:cxn ang="0">
                        <a:pos x="77" y="99"/>
                      </a:cxn>
                      <a:cxn ang="0">
                        <a:pos x="73" y="92"/>
                      </a:cxn>
                      <a:cxn ang="0">
                        <a:pos x="73" y="83"/>
                      </a:cxn>
                      <a:cxn ang="0">
                        <a:pos x="68" y="74"/>
                      </a:cxn>
                      <a:cxn ang="0">
                        <a:pos x="54" y="64"/>
                      </a:cxn>
                      <a:cxn ang="0">
                        <a:pos x="41" y="72"/>
                      </a:cxn>
                      <a:cxn ang="0">
                        <a:pos x="30" y="66"/>
                      </a:cxn>
                      <a:cxn ang="0">
                        <a:pos x="22" y="73"/>
                      </a:cxn>
                      <a:cxn ang="0">
                        <a:pos x="18" y="62"/>
                      </a:cxn>
                      <a:cxn ang="0">
                        <a:pos x="18" y="54"/>
                      </a:cxn>
                      <a:cxn ang="0">
                        <a:pos x="18" y="46"/>
                      </a:cxn>
                      <a:cxn ang="0">
                        <a:pos x="8" y="47"/>
                      </a:cxn>
                      <a:cxn ang="0">
                        <a:pos x="8" y="36"/>
                      </a:cxn>
                      <a:cxn ang="0">
                        <a:pos x="0" y="31"/>
                      </a:cxn>
                      <a:cxn ang="0">
                        <a:pos x="5" y="26"/>
                      </a:cxn>
                      <a:cxn ang="0">
                        <a:pos x="5" y="19"/>
                      </a:cxn>
                    </a:cxnLst>
                    <a:rect l="0" t="0" r="r" b="b"/>
                    <a:pathLst>
                      <a:path w="115" h="134">
                        <a:moveTo>
                          <a:pt x="12" y="15"/>
                        </a:moveTo>
                        <a:lnTo>
                          <a:pt x="15" y="16"/>
                        </a:lnTo>
                        <a:lnTo>
                          <a:pt x="16" y="19"/>
                        </a:lnTo>
                        <a:lnTo>
                          <a:pt x="19" y="17"/>
                        </a:lnTo>
                        <a:lnTo>
                          <a:pt x="22" y="19"/>
                        </a:lnTo>
                        <a:lnTo>
                          <a:pt x="20" y="15"/>
                        </a:lnTo>
                        <a:lnTo>
                          <a:pt x="20" y="12"/>
                        </a:lnTo>
                        <a:lnTo>
                          <a:pt x="20" y="8"/>
                        </a:lnTo>
                        <a:lnTo>
                          <a:pt x="19" y="4"/>
                        </a:lnTo>
                        <a:lnTo>
                          <a:pt x="22" y="2"/>
                        </a:lnTo>
                        <a:lnTo>
                          <a:pt x="22" y="0"/>
                        </a:lnTo>
                        <a:lnTo>
                          <a:pt x="27" y="0"/>
                        </a:lnTo>
                        <a:lnTo>
                          <a:pt x="28" y="2"/>
                        </a:lnTo>
                        <a:lnTo>
                          <a:pt x="32" y="4"/>
                        </a:lnTo>
                        <a:lnTo>
                          <a:pt x="35" y="8"/>
                        </a:lnTo>
                        <a:lnTo>
                          <a:pt x="38" y="9"/>
                        </a:lnTo>
                        <a:lnTo>
                          <a:pt x="38" y="13"/>
                        </a:lnTo>
                        <a:lnTo>
                          <a:pt x="37" y="15"/>
                        </a:lnTo>
                        <a:lnTo>
                          <a:pt x="42" y="20"/>
                        </a:lnTo>
                        <a:lnTo>
                          <a:pt x="45" y="24"/>
                        </a:lnTo>
                        <a:lnTo>
                          <a:pt x="52" y="24"/>
                        </a:lnTo>
                        <a:lnTo>
                          <a:pt x="54" y="26"/>
                        </a:lnTo>
                        <a:lnTo>
                          <a:pt x="57" y="24"/>
                        </a:lnTo>
                        <a:lnTo>
                          <a:pt x="61" y="24"/>
                        </a:lnTo>
                        <a:lnTo>
                          <a:pt x="64" y="27"/>
                        </a:lnTo>
                        <a:lnTo>
                          <a:pt x="68" y="27"/>
                        </a:lnTo>
                        <a:lnTo>
                          <a:pt x="68" y="30"/>
                        </a:lnTo>
                        <a:lnTo>
                          <a:pt x="68" y="32"/>
                        </a:lnTo>
                        <a:lnTo>
                          <a:pt x="72" y="34"/>
                        </a:lnTo>
                        <a:lnTo>
                          <a:pt x="72" y="35"/>
                        </a:lnTo>
                        <a:lnTo>
                          <a:pt x="69" y="36"/>
                        </a:lnTo>
                        <a:lnTo>
                          <a:pt x="68" y="42"/>
                        </a:lnTo>
                        <a:lnTo>
                          <a:pt x="66" y="43"/>
                        </a:lnTo>
                        <a:lnTo>
                          <a:pt x="64" y="43"/>
                        </a:lnTo>
                        <a:lnTo>
                          <a:pt x="60" y="45"/>
                        </a:lnTo>
                        <a:lnTo>
                          <a:pt x="57" y="45"/>
                        </a:lnTo>
                        <a:lnTo>
                          <a:pt x="58" y="47"/>
                        </a:lnTo>
                        <a:lnTo>
                          <a:pt x="61" y="51"/>
                        </a:lnTo>
                        <a:lnTo>
                          <a:pt x="58" y="53"/>
                        </a:lnTo>
                        <a:lnTo>
                          <a:pt x="60" y="55"/>
                        </a:lnTo>
                        <a:lnTo>
                          <a:pt x="62" y="55"/>
                        </a:lnTo>
                        <a:lnTo>
                          <a:pt x="64" y="58"/>
                        </a:lnTo>
                        <a:lnTo>
                          <a:pt x="68" y="59"/>
                        </a:lnTo>
                        <a:lnTo>
                          <a:pt x="72" y="61"/>
                        </a:lnTo>
                        <a:lnTo>
                          <a:pt x="75" y="62"/>
                        </a:lnTo>
                        <a:lnTo>
                          <a:pt x="79" y="66"/>
                        </a:lnTo>
                        <a:lnTo>
                          <a:pt x="83" y="69"/>
                        </a:lnTo>
                        <a:lnTo>
                          <a:pt x="85" y="73"/>
                        </a:lnTo>
                        <a:lnTo>
                          <a:pt x="85" y="74"/>
                        </a:lnTo>
                        <a:lnTo>
                          <a:pt x="90" y="80"/>
                        </a:lnTo>
                        <a:lnTo>
                          <a:pt x="91" y="83"/>
                        </a:lnTo>
                        <a:lnTo>
                          <a:pt x="94" y="84"/>
                        </a:lnTo>
                        <a:lnTo>
                          <a:pt x="96" y="84"/>
                        </a:lnTo>
                        <a:lnTo>
                          <a:pt x="98" y="87"/>
                        </a:lnTo>
                        <a:lnTo>
                          <a:pt x="99" y="89"/>
                        </a:lnTo>
                        <a:lnTo>
                          <a:pt x="100" y="91"/>
                        </a:lnTo>
                        <a:lnTo>
                          <a:pt x="102" y="91"/>
                        </a:lnTo>
                        <a:lnTo>
                          <a:pt x="103" y="91"/>
                        </a:lnTo>
                        <a:lnTo>
                          <a:pt x="103" y="93"/>
                        </a:lnTo>
                        <a:lnTo>
                          <a:pt x="104" y="95"/>
                        </a:lnTo>
                        <a:lnTo>
                          <a:pt x="107" y="95"/>
                        </a:lnTo>
                        <a:lnTo>
                          <a:pt x="109" y="98"/>
                        </a:lnTo>
                        <a:lnTo>
                          <a:pt x="111" y="98"/>
                        </a:lnTo>
                        <a:lnTo>
                          <a:pt x="114" y="98"/>
                        </a:lnTo>
                        <a:lnTo>
                          <a:pt x="114" y="99"/>
                        </a:lnTo>
                        <a:lnTo>
                          <a:pt x="113" y="102"/>
                        </a:lnTo>
                        <a:lnTo>
                          <a:pt x="111" y="104"/>
                        </a:lnTo>
                        <a:lnTo>
                          <a:pt x="113" y="107"/>
                        </a:lnTo>
                        <a:lnTo>
                          <a:pt x="115" y="107"/>
                        </a:lnTo>
                        <a:lnTo>
                          <a:pt x="115" y="110"/>
                        </a:lnTo>
                        <a:lnTo>
                          <a:pt x="111" y="114"/>
                        </a:lnTo>
                        <a:lnTo>
                          <a:pt x="111" y="117"/>
                        </a:lnTo>
                        <a:lnTo>
                          <a:pt x="113" y="119"/>
                        </a:lnTo>
                        <a:lnTo>
                          <a:pt x="113" y="123"/>
                        </a:lnTo>
                        <a:lnTo>
                          <a:pt x="110" y="125"/>
                        </a:lnTo>
                        <a:lnTo>
                          <a:pt x="109" y="125"/>
                        </a:lnTo>
                        <a:lnTo>
                          <a:pt x="104" y="123"/>
                        </a:lnTo>
                        <a:lnTo>
                          <a:pt x="103" y="122"/>
                        </a:lnTo>
                        <a:lnTo>
                          <a:pt x="102" y="121"/>
                        </a:lnTo>
                        <a:lnTo>
                          <a:pt x="96" y="122"/>
                        </a:lnTo>
                        <a:lnTo>
                          <a:pt x="95" y="123"/>
                        </a:lnTo>
                        <a:lnTo>
                          <a:pt x="98" y="127"/>
                        </a:lnTo>
                        <a:lnTo>
                          <a:pt x="96" y="129"/>
                        </a:lnTo>
                        <a:lnTo>
                          <a:pt x="98" y="131"/>
                        </a:lnTo>
                        <a:lnTo>
                          <a:pt x="98" y="134"/>
                        </a:lnTo>
                        <a:lnTo>
                          <a:pt x="94" y="133"/>
                        </a:lnTo>
                        <a:lnTo>
                          <a:pt x="91" y="129"/>
                        </a:lnTo>
                        <a:lnTo>
                          <a:pt x="87" y="127"/>
                        </a:lnTo>
                        <a:lnTo>
                          <a:pt x="85" y="126"/>
                        </a:lnTo>
                        <a:lnTo>
                          <a:pt x="81" y="123"/>
                        </a:lnTo>
                        <a:lnTo>
                          <a:pt x="84" y="123"/>
                        </a:lnTo>
                        <a:lnTo>
                          <a:pt x="85" y="121"/>
                        </a:lnTo>
                        <a:lnTo>
                          <a:pt x="85" y="115"/>
                        </a:lnTo>
                        <a:lnTo>
                          <a:pt x="84" y="114"/>
                        </a:lnTo>
                        <a:lnTo>
                          <a:pt x="85" y="111"/>
                        </a:lnTo>
                        <a:lnTo>
                          <a:pt x="85" y="108"/>
                        </a:lnTo>
                        <a:lnTo>
                          <a:pt x="87" y="106"/>
                        </a:lnTo>
                        <a:lnTo>
                          <a:pt x="85" y="104"/>
                        </a:lnTo>
                        <a:lnTo>
                          <a:pt x="83" y="102"/>
                        </a:lnTo>
                        <a:lnTo>
                          <a:pt x="83" y="100"/>
                        </a:lnTo>
                        <a:lnTo>
                          <a:pt x="80" y="99"/>
                        </a:lnTo>
                        <a:lnTo>
                          <a:pt x="77" y="99"/>
                        </a:lnTo>
                        <a:lnTo>
                          <a:pt x="75" y="96"/>
                        </a:lnTo>
                        <a:lnTo>
                          <a:pt x="72" y="93"/>
                        </a:lnTo>
                        <a:lnTo>
                          <a:pt x="73" y="92"/>
                        </a:lnTo>
                        <a:lnTo>
                          <a:pt x="73" y="88"/>
                        </a:lnTo>
                        <a:lnTo>
                          <a:pt x="72" y="84"/>
                        </a:lnTo>
                        <a:lnTo>
                          <a:pt x="73" y="83"/>
                        </a:lnTo>
                        <a:lnTo>
                          <a:pt x="73" y="80"/>
                        </a:lnTo>
                        <a:lnTo>
                          <a:pt x="72" y="77"/>
                        </a:lnTo>
                        <a:lnTo>
                          <a:pt x="68" y="74"/>
                        </a:lnTo>
                        <a:lnTo>
                          <a:pt x="62" y="70"/>
                        </a:lnTo>
                        <a:lnTo>
                          <a:pt x="60" y="66"/>
                        </a:lnTo>
                        <a:lnTo>
                          <a:pt x="54" y="64"/>
                        </a:lnTo>
                        <a:lnTo>
                          <a:pt x="49" y="65"/>
                        </a:lnTo>
                        <a:lnTo>
                          <a:pt x="46" y="72"/>
                        </a:lnTo>
                        <a:lnTo>
                          <a:pt x="41" y="72"/>
                        </a:lnTo>
                        <a:lnTo>
                          <a:pt x="38" y="69"/>
                        </a:lnTo>
                        <a:lnTo>
                          <a:pt x="35" y="69"/>
                        </a:lnTo>
                        <a:lnTo>
                          <a:pt x="30" y="66"/>
                        </a:lnTo>
                        <a:lnTo>
                          <a:pt x="26" y="69"/>
                        </a:lnTo>
                        <a:lnTo>
                          <a:pt x="26" y="72"/>
                        </a:lnTo>
                        <a:lnTo>
                          <a:pt x="22" y="73"/>
                        </a:lnTo>
                        <a:lnTo>
                          <a:pt x="18" y="74"/>
                        </a:lnTo>
                        <a:lnTo>
                          <a:pt x="18" y="68"/>
                        </a:lnTo>
                        <a:lnTo>
                          <a:pt x="18" y="62"/>
                        </a:lnTo>
                        <a:lnTo>
                          <a:pt x="16" y="58"/>
                        </a:lnTo>
                        <a:lnTo>
                          <a:pt x="18" y="57"/>
                        </a:lnTo>
                        <a:lnTo>
                          <a:pt x="18" y="54"/>
                        </a:lnTo>
                        <a:lnTo>
                          <a:pt x="16" y="51"/>
                        </a:lnTo>
                        <a:lnTo>
                          <a:pt x="18" y="49"/>
                        </a:lnTo>
                        <a:lnTo>
                          <a:pt x="18" y="46"/>
                        </a:lnTo>
                        <a:lnTo>
                          <a:pt x="12" y="46"/>
                        </a:lnTo>
                        <a:lnTo>
                          <a:pt x="11" y="47"/>
                        </a:lnTo>
                        <a:lnTo>
                          <a:pt x="8" y="47"/>
                        </a:lnTo>
                        <a:lnTo>
                          <a:pt x="5" y="43"/>
                        </a:lnTo>
                        <a:lnTo>
                          <a:pt x="8" y="42"/>
                        </a:lnTo>
                        <a:lnTo>
                          <a:pt x="8" y="36"/>
                        </a:lnTo>
                        <a:lnTo>
                          <a:pt x="5" y="34"/>
                        </a:lnTo>
                        <a:lnTo>
                          <a:pt x="1" y="35"/>
                        </a:lnTo>
                        <a:lnTo>
                          <a:pt x="0" y="31"/>
                        </a:lnTo>
                        <a:lnTo>
                          <a:pt x="1" y="27"/>
                        </a:lnTo>
                        <a:lnTo>
                          <a:pt x="3" y="27"/>
                        </a:lnTo>
                        <a:lnTo>
                          <a:pt x="5" y="26"/>
                        </a:lnTo>
                        <a:lnTo>
                          <a:pt x="4" y="23"/>
                        </a:lnTo>
                        <a:lnTo>
                          <a:pt x="5" y="21"/>
                        </a:lnTo>
                        <a:lnTo>
                          <a:pt x="5" y="19"/>
                        </a:lnTo>
                        <a:lnTo>
                          <a:pt x="9" y="17"/>
                        </a:lnTo>
                        <a:lnTo>
                          <a:pt x="12" y="15"/>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10" name="Freeform 1047">
                    <a:extLst>
                      <a:ext uri="{FF2B5EF4-FFF2-40B4-BE49-F238E27FC236}">
                        <a16:creationId xmlns:a16="http://schemas.microsoft.com/office/drawing/2014/main" id="{F11C366C-1C1B-9F87-E7DD-2B603E8D7C5F}"/>
                      </a:ext>
                    </a:extLst>
                  </p:cNvPr>
                  <p:cNvSpPr>
                    <a:spLocks noEditPoints="1"/>
                  </p:cNvSpPr>
                  <p:nvPr/>
                </p:nvSpPr>
                <p:spPr bwMode="auto">
                  <a:xfrm>
                    <a:off x="10505943" y="2697805"/>
                    <a:ext cx="111229" cy="186171"/>
                  </a:xfrm>
                  <a:custGeom>
                    <a:avLst/>
                    <a:gdLst/>
                    <a:ahLst/>
                    <a:cxnLst>
                      <a:cxn ang="0">
                        <a:pos x="43" y="11"/>
                      </a:cxn>
                      <a:cxn ang="0">
                        <a:pos x="53" y="15"/>
                      </a:cxn>
                      <a:cxn ang="0">
                        <a:pos x="51" y="27"/>
                      </a:cxn>
                      <a:cxn ang="0">
                        <a:pos x="61" y="41"/>
                      </a:cxn>
                      <a:cxn ang="0">
                        <a:pos x="76" y="41"/>
                      </a:cxn>
                      <a:cxn ang="0">
                        <a:pos x="97" y="39"/>
                      </a:cxn>
                      <a:cxn ang="0">
                        <a:pos x="107" y="53"/>
                      </a:cxn>
                      <a:cxn ang="0">
                        <a:pos x="112" y="68"/>
                      </a:cxn>
                      <a:cxn ang="0">
                        <a:pos x="122" y="75"/>
                      </a:cxn>
                      <a:cxn ang="0">
                        <a:pos x="120" y="90"/>
                      </a:cxn>
                      <a:cxn ang="0">
                        <a:pos x="106" y="91"/>
                      </a:cxn>
                      <a:cxn ang="0">
                        <a:pos x="87" y="94"/>
                      </a:cxn>
                      <a:cxn ang="0">
                        <a:pos x="77" y="111"/>
                      </a:cxn>
                      <a:cxn ang="0">
                        <a:pos x="81" y="128"/>
                      </a:cxn>
                      <a:cxn ang="0">
                        <a:pos x="77" y="126"/>
                      </a:cxn>
                      <a:cxn ang="0">
                        <a:pos x="67" y="120"/>
                      </a:cxn>
                      <a:cxn ang="0">
                        <a:pos x="62" y="121"/>
                      </a:cxn>
                      <a:cxn ang="0">
                        <a:pos x="57" y="118"/>
                      </a:cxn>
                      <a:cxn ang="0">
                        <a:pos x="53" y="109"/>
                      </a:cxn>
                      <a:cxn ang="0">
                        <a:pos x="47" y="109"/>
                      </a:cxn>
                      <a:cxn ang="0">
                        <a:pos x="43" y="110"/>
                      </a:cxn>
                      <a:cxn ang="0">
                        <a:pos x="43" y="121"/>
                      </a:cxn>
                      <a:cxn ang="0">
                        <a:pos x="40" y="133"/>
                      </a:cxn>
                      <a:cxn ang="0">
                        <a:pos x="34" y="158"/>
                      </a:cxn>
                      <a:cxn ang="0">
                        <a:pos x="35" y="164"/>
                      </a:cxn>
                      <a:cxn ang="0">
                        <a:pos x="39" y="174"/>
                      </a:cxn>
                      <a:cxn ang="0">
                        <a:pos x="44" y="172"/>
                      </a:cxn>
                      <a:cxn ang="0">
                        <a:pos x="48" y="183"/>
                      </a:cxn>
                      <a:cxn ang="0">
                        <a:pos x="53" y="186"/>
                      </a:cxn>
                      <a:cxn ang="0">
                        <a:pos x="54" y="197"/>
                      </a:cxn>
                      <a:cxn ang="0">
                        <a:pos x="55" y="198"/>
                      </a:cxn>
                      <a:cxn ang="0">
                        <a:pos x="65" y="209"/>
                      </a:cxn>
                      <a:cxn ang="0">
                        <a:pos x="74" y="215"/>
                      </a:cxn>
                      <a:cxn ang="0">
                        <a:pos x="74" y="223"/>
                      </a:cxn>
                      <a:cxn ang="0">
                        <a:pos x="63" y="221"/>
                      </a:cxn>
                      <a:cxn ang="0">
                        <a:pos x="59" y="212"/>
                      </a:cxn>
                      <a:cxn ang="0">
                        <a:pos x="50" y="212"/>
                      </a:cxn>
                      <a:cxn ang="0">
                        <a:pos x="43" y="204"/>
                      </a:cxn>
                      <a:cxn ang="0">
                        <a:pos x="34" y="194"/>
                      </a:cxn>
                      <a:cxn ang="0">
                        <a:pos x="28" y="183"/>
                      </a:cxn>
                      <a:cxn ang="0">
                        <a:pos x="21" y="181"/>
                      </a:cxn>
                      <a:cxn ang="0">
                        <a:pos x="25" y="170"/>
                      </a:cxn>
                      <a:cxn ang="0">
                        <a:pos x="28" y="160"/>
                      </a:cxn>
                      <a:cxn ang="0">
                        <a:pos x="29" y="148"/>
                      </a:cxn>
                      <a:cxn ang="0">
                        <a:pos x="35" y="128"/>
                      </a:cxn>
                      <a:cxn ang="0">
                        <a:pos x="32" y="111"/>
                      </a:cxn>
                      <a:cxn ang="0">
                        <a:pos x="23" y="94"/>
                      </a:cxn>
                      <a:cxn ang="0">
                        <a:pos x="20" y="77"/>
                      </a:cxn>
                      <a:cxn ang="0">
                        <a:pos x="20" y="62"/>
                      </a:cxn>
                      <a:cxn ang="0">
                        <a:pos x="8" y="45"/>
                      </a:cxn>
                      <a:cxn ang="0">
                        <a:pos x="0" y="34"/>
                      </a:cxn>
                      <a:cxn ang="0">
                        <a:pos x="8" y="22"/>
                      </a:cxn>
                      <a:cxn ang="0">
                        <a:pos x="21" y="14"/>
                      </a:cxn>
                      <a:cxn ang="0">
                        <a:pos x="28" y="5"/>
                      </a:cxn>
                      <a:cxn ang="0">
                        <a:pos x="35" y="0"/>
                      </a:cxn>
                      <a:cxn ang="0">
                        <a:pos x="44" y="211"/>
                      </a:cxn>
                      <a:cxn ang="0">
                        <a:pos x="34" y="198"/>
                      </a:cxn>
                      <a:cxn ang="0">
                        <a:pos x="23" y="189"/>
                      </a:cxn>
                      <a:cxn ang="0">
                        <a:pos x="25" y="189"/>
                      </a:cxn>
                      <a:cxn ang="0">
                        <a:pos x="76" y="130"/>
                      </a:cxn>
                      <a:cxn ang="0">
                        <a:pos x="47" y="163"/>
                      </a:cxn>
                      <a:cxn ang="0">
                        <a:pos x="47" y="166"/>
                      </a:cxn>
                      <a:cxn ang="0">
                        <a:pos x="47" y="166"/>
                      </a:cxn>
                    </a:cxnLst>
                    <a:rect l="0" t="0" r="r" b="b"/>
                    <a:pathLst>
                      <a:path w="122" h="224">
                        <a:moveTo>
                          <a:pt x="35" y="0"/>
                        </a:moveTo>
                        <a:lnTo>
                          <a:pt x="36" y="4"/>
                        </a:lnTo>
                        <a:lnTo>
                          <a:pt x="40" y="3"/>
                        </a:lnTo>
                        <a:lnTo>
                          <a:pt x="43" y="5"/>
                        </a:lnTo>
                        <a:lnTo>
                          <a:pt x="43" y="11"/>
                        </a:lnTo>
                        <a:lnTo>
                          <a:pt x="40" y="12"/>
                        </a:lnTo>
                        <a:lnTo>
                          <a:pt x="43" y="16"/>
                        </a:lnTo>
                        <a:lnTo>
                          <a:pt x="46" y="16"/>
                        </a:lnTo>
                        <a:lnTo>
                          <a:pt x="47" y="15"/>
                        </a:lnTo>
                        <a:lnTo>
                          <a:pt x="53" y="15"/>
                        </a:lnTo>
                        <a:lnTo>
                          <a:pt x="53" y="18"/>
                        </a:lnTo>
                        <a:lnTo>
                          <a:pt x="51" y="20"/>
                        </a:lnTo>
                        <a:lnTo>
                          <a:pt x="53" y="23"/>
                        </a:lnTo>
                        <a:lnTo>
                          <a:pt x="53" y="26"/>
                        </a:lnTo>
                        <a:lnTo>
                          <a:pt x="51" y="27"/>
                        </a:lnTo>
                        <a:lnTo>
                          <a:pt x="53" y="31"/>
                        </a:lnTo>
                        <a:lnTo>
                          <a:pt x="53" y="37"/>
                        </a:lnTo>
                        <a:lnTo>
                          <a:pt x="53" y="43"/>
                        </a:lnTo>
                        <a:lnTo>
                          <a:pt x="57" y="42"/>
                        </a:lnTo>
                        <a:lnTo>
                          <a:pt x="61" y="41"/>
                        </a:lnTo>
                        <a:lnTo>
                          <a:pt x="61" y="38"/>
                        </a:lnTo>
                        <a:lnTo>
                          <a:pt x="65" y="35"/>
                        </a:lnTo>
                        <a:lnTo>
                          <a:pt x="70" y="38"/>
                        </a:lnTo>
                        <a:lnTo>
                          <a:pt x="73" y="38"/>
                        </a:lnTo>
                        <a:lnTo>
                          <a:pt x="76" y="41"/>
                        </a:lnTo>
                        <a:lnTo>
                          <a:pt x="81" y="41"/>
                        </a:lnTo>
                        <a:lnTo>
                          <a:pt x="84" y="34"/>
                        </a:lnTo>
                        <a:lnTo>
                          <a:pt x="89" y="33"/>
                        </a:lnTo>
                        <a:lnTo>
                          <a:pt x="95" y="35"/>
                        </a:lnTo>
                        <a:lnTo>
                          <a:pt x="97" y="39"/>
                        </a:lnTo>
                        <a:lnTo>
                          <a:pt x="103" y="43"/>
                        </a:lnTo>
                        <a:lnTo>
                          <a:pt x="107" y="46"/>
                        </a:lnTo>
                        <a:lnTo>
                          <a:pt x="108" y="49"/>
                        </a:lnTo>
                        <a:lnTo>
                          <a:pt x="108" y="52"/>
                        </a:lnTo>
                        <a:lnTo>
                          <a:pt x="107" y="53"/>
                        </a:lnTo>
                        <a:lnTo>
                          <a:pt x="108" y="57"/>
                        </a:lnTo>
                        <a:lnTo>
                          <a:pt x="108" y="61"/>
                        </a:lnTo>
                        <a:lnTo>
                          <a:pt x="107" y="62"/>
                        </a:lnTo>
                        <a:lnTo>
                          <a:pt x="110" y="65"/>
                        </a:lnTo>
                        <a:lnTo>
                          <a:pt x="112" y="68"/>
                        </a:lnTo>
                        <a:lnTo>
                          <a:pt x="115" y="68"/>
                        </a:lnTo>
                        <a:lnTo>
                          <a:pt x="118" y="69"/>
                        </a:lnTo>
                        <a:lnTo>
                          <a:pt x="118" y="71"/>
                        </a:lnTo>
                        <a:lnTo>
                          <a:pt x="120" y="73"/>
                        </a:lnTo>
                        <a:lnTo>
                          <a:pt x="122" y="75"/>
                        </a:lnTo>
                        <a:lnTo>
                          <a:pt x="120" y="77"/>
                        </a:lnTo>
                        <a:lnTo>
                          <a:pt x="120" y="80"/>
                        </a:lnTo>
                        <a:lnTo>
                          <a:pt x="119" y="83"/>
                        </a:lnTo>
                        <a:lnTo>
                          <a:pt x="120" y="84"/>
                        </a:lnTo>
                        <a:lnTo>
                          <a:pt x="120" y="90"/>
                        </a:lnTo>
                        <a:lnTo>
                          <a:pt x="119" y="92"/>
                        </a:lnTo>
                        <a:lnTo>
                          <a:pt x="115" y="94"/>
                        </a:lnTo>
                        <a:lnTo>
                          <a:pt x="112" y="91"/>
                        </a:lnTo>
                        <a:lnTo>
                          <a:pt x="108" y="92"/>
                        </a:lnTo>
                        <a:lnTo>
                          <a:pt x="106" y="91"/>
                        </a:lnTo>
                        <a:lnTo>
                          <a:pt x="103" y="91"/>
                        </a:lnTo>
                        <a:lnTo>
                          <a:pt x="99" y="92"/>
                        </a:lnTo>
                        <a:lnTo>
                          <a:pt x="97" y="91"/>
                        </a:lnTo>
                        <a:lnTo>
                          <a:pt x="93" y="91"/>
                        </a:lnTo>
                        <a:lnTo>
                          <a:pt x="87" y="94"/>
                        </a:lnTo>
                        <a:lnTo>
                          <a:pt x="84" y="94"/>
                        </a:lnTo>
                        <a:lnTo>
                          <a:pt x="81" y="98"/>
                        </a:lnTo>
                        <a:lnTo>
                          <a:pt x="80" y="102"/>
                        </a:lnTo>
                        <a:lnTo>
                          <a:pt x="77" y="105"/>
                        </a:lnTo>
                        <a:lnTo>
                          <a:pt x="77" y="111"/>
                        </a:lnTo>
                        <a:lnTo>
                          <a:pt x="78" y="117"/>
                        </a:lnTo>
                        <a:lnTo>
                          <a:pt x="81" y="118"/>
                        </a:lnTo>
                        <a:lnTo>
                          <a:pt x="82" y="121"/>
                        </a:lnTo>
                        <a:lnTo>
                          <a:pt x="82" y="126"/>
                        </a:lnTo>
                        <a:lnTo>
                          <a:pt x="81" y="128"/>
                        </a:lnTo>
                        <a:lnTo>
                          <a:pt x="81" y="128"/>
                        </a:lnTo>
                        <a:lnTo>
                          <a:pt x="80" y="129"/>
                        </a:lnTo>
                        <a:lnTo>
                          <a:pt x="80" y="130"/>
                        </a:lnTo>
                        <a:lnTo>
                          <a:pt x="80" y="129"/>
                        </a:lnTo>
                        <a:lnTo>
                          <a:pt x="77" y="126"/>
                        </a:lnTo>
                        <a:lnTo>
                          <a:pt x="76" y="126"/>
                        </a:lnTo>
                        <a:lnTo>
                          <a:pt x="76" y="125"/>
                        </a:lnTo>
                        <a:lnTo>
                          <a:pt x="73" y="125"/>
                        </a:lnTo>
                        <a:lnTo>
                          <a:pt x="70" y="121"/>
                        </a:lnTo>
                        <a:lnTo>
                          <a:pt x="67" y="120"/>
                        </a:lnTo>
                        <a:lnTo>
                          <a:pt x="66" y="121"/>
                        </a:lnTo>
                        <a:lnTo>
                          <a:pt x="66" y="122"/>
                        </a:lnTo>
                        <a:lnTo>
                          <a:pt x="66" y="122"/>
                        </a:lnTo>
                        <a:lnTo>
                          <a:pt x="65" y="122"/>
                        </a:lnTo>
                        <a:lnTo>
                          <a:pt x="62" y="121"/>
                        </a:lnTo>
                        <a:lnTo>
                          <a:pt x="59" y="122"/>
                        </a:lnTo>
                        <a:lnTo>
                          <a:pt x="57" y="121"/>
                        </a:lnTo>
                        <a:lnTo>
                          <a:pt x="55" y="121"/>
                        </a:lnTo>
                        <a:lnTo>
                          <a:pt x="55" y="120"/>
                        </a:lnTo>
                        <a:lnTo>
                          <a:pt x="57" y="118"/>
                        </a:lnTo>
                        <a:lnTo>
                          <a:pt x="55" y="115"/>
                        </a:lnTo>
                        <a:lnTo>
                          <a:pt x="55" y="111"/>
                        </a:lnTo>
                        <a:lnTo>
                          <a:pt x="57" y="111"/>
                        </a:lnTo>
                        <a:lnTo>
                          <a:pt x="55" y="109"/>
                        </a:lnTo>
                        <a:lnTo>
                          <a:pt x="53" y="109"/>
                        </a:lnTo>
                        <a:lnTo>
                          <a:pt x="53" y="109"/>
                        </a:lnTo>
                        <a:lnTo>
                          <a:pt x="51" y="109"/>
                        </a:lnTo>
                        <a:lnTo>
                          <a:pt x="51" y="107"/>
                        </a:lnTo>
                        <a:lnTo>
                          <a:pt x="48" y="109"/>
                        </a:lnTo>
                        <a:lnTo>
                          <a:pt x="47" y="109"/>
                        </a:lnTo>
                        <a:lnTo>
                          <a:pt x="46" y="109"/>
                        </a:lnTo>
                        <a:lnTo>
                          <a:pt x="44" y="110"/>
                        </a:lnTo>
                        <a:lnTo>
                          <a:pt x="43" y="110"/>
                        </a:lnTo>
                        <a:lnTo>
                          <a:pt x="43" y="109"/>
                        </a:lnTo>
                        <a:lnTo>
                          <a:pt x="43" y="110"/>
                        </a:lnTo>
                        <a:lnTo>
                          <a:pt x="42" y="111"/>
                        </a:lnTo>
                        <a:lnTo>
                          <a:pt x="44" y="113"/>
                        </a:lnTo>
                        <a:lnTo>
                          <a:pt x="44" y="115"/>
                        </a:lnTo>
                        <a:lnTo>
                          <a:pt x="43" y="118"/>
                        </a:lnTo>
                        <a:lnTo>
                          <a:pt x="43" y="121"/>
                        </a:lnTo>
                        <a:lnTo>
                          <a:pt x="43" y="122"/>
                        </a:lnTo>
                        <a:lnTo>
                          <a:pt x="43" y="124"/>
                        </a:lnTo>
                        <a:lnTo>
                          <a:pt x="43" y="128"/>
                        </a:lnTo>
                        <a:lnTo>
                          <a:pt x="42" y="130"/>
                        </a:lnTo>
                        <a:lnTo>
                          <a:pt x="40" y="133"/>
                        </a:lnTo>
                        <a:lnTo>
                          <a:pt x="39" y="136"/>
                        </a:lnTo>
                        <a:lnTo>
                          <a:pt x="38" y="147"/>
                        </a:lnTo>
                        <a:lnTo>
                          <a:pt x="35" y="151"/>
                        </a:lnTo>
                        <a:lnTo>
                          <a:pt x="35" y="153"/>
                        </a:lnTo>
                        <a:lnTo>
                          <a:pt x="34" y="158"/>
                        </a:lnTo>
                        <a:lnTo>
                          <a:pt x="35" y="158"/>
                        </a:lnTo>
                        <a:lnTo>
                          <a:pt x="35" y="158"/>
                        </a:lnTo>
                        <a:lnTo>
                          <a:pt x="34" y="160"/>
                        </a:lnTo>
                        <a:lnTo>
                          <a:pt x="34" y="160"/>
                        </a:lnTo>
                        <a:lnTo>
                          <a:pt x="35" y="164"/>
                        </a:lnTo>
                        <a:lnTo>
                          <a:pt x="35" y="166"/>
                        </a:lnTo>
                        <a:lnTo>
                          <a:pt x="38" y="170"/>
                        </a:lnTo>
                        <a:lnTo>
                          <a:pt x="36" y="172"/>
                        </a:lnTo>
                        <a:lnTo>
                          <a:pt x="38" y="174"/>
                        </a:lnTo>
                        <a:lnTo>
                          <a:pt x="39" y="174"/>
                        </a:lnTo>
                        <a:lnTo>
                          <a:pt x="39" y="172"/>
                        </a:lnTo>
                        <a:lnTo>
                          <a:pt x="40" y="170"/>
                        </a:lnTo>
                        <a:lnTo>
                          <a:pt x="40" y="171"/>
                        </a:lnTo>
                        <a:lnTo>
                          <a:pt x="43" y="171"/>
                        </a:lnTo>
                        <a:lnTo>
                          <a:pt x="44" y="172"/>
                        </a:lnTo>
                        <a:lnTo>
                          <a:pt x="44" y="175"/>
                        </a:lnTo>
                        <a:lnTo>
                          <a:pt x="46" y="177"/>
                        </a:lnTo>
                        <a:lnTo>
                          <a:pt x="46" y="181"/>
                        </a:lnTo>
                        <a:lnTo>
                          <a:pt x="47" y="181"/>
                        </a:lnTo>
                        <a:lnTo>
                          <a:pt x="48" y="183"/>
                        </a:lnTo>
                        <a:lnTo>
                          <a:pt x="50" y="183"/>
                        </a:lnTo>
                        <a:lnTo>
                          <a:pt x="50" y="182"/>
                        </a:lnTo>
                        <a:lnTo>
                          <a:pt x="50" y="181"/>
                        </a:lnTo>
                        <a:lnTo>
                          <a:pt x="51" y="183"/>
                        </a:lnTo>
                        <a:lnTo>
                          <a:pt x="53" y="186"/>
                        </a:lnTo>
                        <a:lnTo>
                          <a:pt x="53" y="187"/>
                        </a:lnTo>
                        <a:lnTo>
                          <a:pt x="54" y="189"/>
                        </a:lnTo>
                        <a:lnTo>
                          <a:pt x="55" y="194"/>
                        </a:lnTo>
                        <a:lnTo>
                          <a:pt x="55" y="196"/>
                        </a:lnTo>
                        <a:lnTo>
                          <a:pt x="54" y="197"/>
                        </a:lnTo>
                        <a:lnTo>
                          <a:pt x="54" y="196"/>
                        </a:lnTo>
                        <a:lnTo>
                          <a:pt x="51" y="197"/>
                        </a:lnTo>
                        <a:lnTo>
                          <a:pt x="51" y="200"/>
                        </a:lnTo>
                        <a:lnTo>
                          <a:pt x="55" y="201"/>
                        </a:lnTo>
                        <a:lnTo>
                          <a:pt x="55" y="198"/>
                        </a:lnTo>
                        <a:lnTo>
                          <a:pt x="57" y="200"/>
                        </a:lnTo>
                        <a:lnTo>
                          <a:pt x="57" y="201"/>
                        </a:lnTo>
                        <a:lnTo>
                          <a:pt x="58" y="204"/>
                        </a:lnTo>
                        <a:lnTo>
                          <a:pt x="62" y="208"/>
                        </a:lnTo>
                        <a:lnTo>
                          <a:pt x="65" y="209"/>
                        </a:lnTo>
                        <a:lnTo>
                          <a:pt x="65" y="208"/>
                        </a:lnTo>
                        <a:lnTo>
                          <a:pt x="69" y="208"/>
                        </a:lnTo>
                        <a:lnTo>
                          <a:pt x="72" y="209"/>
                        </a:lnTo>
                        <a:lnTo>
                          <a:pt x="73" y="213"/>
                        </a:lnTo>
                        <a:lnTo>
                          <a:pt x="74" y="215"/>
                        </a:lnTo>
                        <a:lnTo>
                          <a:pt x="77" y="217"/>
                        </a:lnTo>
                        <a:lnTo>
                          <a:pt x="77" y="219"/>
                        </a:lnTo>
                        <a:lnTo>
                          <a:pt x="77" y="219"/>
                        </a:lnTo>
                        <a:lnTo>
                          <a:pt x="77" y="221"/>
                        </a:lnTo>
                        <a:lnTo>
                          <a:pt x="74" y="223"/>
                        </a:lnTo>
                        <a:lnTo>
                          <a:pt x="73" y="221"/>
                        </a:lnTo>
                        <a:lnTo>
                          <a:pt x="70" y="221"/>
                        </a:lnTo>
                        <a:lnTo>
                          <a:pt x="67" y="224"/>
                        </a:lnTo>
                        <a:lnTo>
                          <a:pt x="63" y="223"/>
                        </a:lnTo>
                        <a:lnTo>
                          <a:pt x="63" y="221"/>
                        </a:lnTo>
                        <a:lnTo>
                          <a:pt x="65" y="219"/>
                        </a:lnTo>
                        <a:lnTo>
                          <a:pt x="65" y="215"/>
                        </a:lnTo>
                        <a:lnTo>
                          <a:pt x="63" y="213"/>
                        </a:lnTo>
                        <a:lnTo>
                          <a:pt x="61" y="213"/>
                        </a:lnTo>
                        <a:lnTo>
                          <a:pt x="59" y="212"/>
                        </a:lnTo>
                        <a:lnTo>
                          <a:pt x="55" y="211"/>
                        </a:lnTo>
                        <a:lnTo>
                          <a:pt x="53" y="208"/>
                        </a:lnTo>
                        <a:lnTo>
                          <a:pt x="51" y="211"/>
                        </a:lnTo>
                        <a:lnTo>
                          <a:pt x="50" y="213"/>
                        </a:lnTo>
                        <a:lnTo>
                          <a:pt x="50" y="212"/>
                        </a:lnTo>
                        <a:lnTo>
                          <a:pt x="43" y="208"/>
                        </a:lnTo>
                        <a:lnTo>
                          <a:pt x="43" y="206"/>
                        </a:lnTo>
                        <a:lnTo>
                          <a:pt x="44" y="205"/>
                        </a:lnTo>
                        <a:lnTo>
                          <a:pt x="44" y="204"/>
                        </a:lnTo>
                        <a:lnTo>
                          <a:pt x="43" y="204"/>
                        </a:lnTo>
                        <a:lnTo>
                          <a:pt x="42" y="201"/>
                        </a:lnTo>
                        <a:lnTo>
                          <a:pt x="39" y="201"/>
                        </a:lnTo>
                        <a:lnTo>
                          <a:pt x="39" y="198"/>
                        </a:lnTo>
                        <a:lnTo>
                          <a:pt x="36" y="194"/>
                        </a:lnTo>
                        <a:lnTo>
                          <a:pt x="34" y="194"/>
                        </a:lnTo>
                        <a:lnTo>
                          <a:pt x="32" y="189"/>
                        </a:lnTo>
                        <a:lnTo>
                          <a:pt x="29" y="189"/>
                        </a:lnTo>
                        <a:lnTo>
                          <a:pt x="29" y="186"/>
                        </a:lnTo>
                        <a:lnTo>
                          <a:pt x="28" y="185"/>
                        </a:lnTo>
                        <a:lnTo>
                          <a:pt x="28" y="183"/>
                        </a:lnTo>
                        <a:lnTo>
                          <a:pt x="25" y="185"/>
                        </a:lnTo>
                        <a:lnTo>
                          <a:pt x="25" y="187"/>
                        </a:lnTo>
                        <a:lnTo>
                          <a:pt x="24" y="187"/>
                        </a:lnTo>
                        <a:lnTo>
                          <a:pt x="23" y="186"/>
                        </a:lnTo>
                        <a:lnTo>
                          <a:pt x="21" y="181"/>
                        </a:lnTo>
                        <a:lnTo>
                          <a:pt x="23" y="179"/>
                        </a:lnTo>
                        <a:lnTo>
                          <a:pt x="21" y="175"/>
                        </a:lnTo>
                        <a:lnTo>
                          <a:pt x="24" y="175"/>
                        </a:lnTo>
                        <a:lnTo>
                          <a:pt x="24" y="170"/>
                        </a:lnTo>
                        <a:lnTo>
                          <a:pt x="25" y="170"/>
                        </a:lnTo>
                        <a:lnTo>
                          <a:pt x="25" y="167"/>
                        </a:lnTo>
                        <a:lnTo>
                          <a:pt x="24" y="167"/>
                        </a:lnTo>
                        <a:lnTo>
                          <a:pt x="27" y="164"/>
                        </a:lnTo>
                        <a:lnTo>
                          <a:pt x="25" y="163"/>
                        </a:lnTo>
                        <a:lnTo>
                          <a:pt x="28" y="160"/>
                        </a:lnTo>
                        <a:lnTo>
                          <a:pt x="25" y="160"/>
                        </a:lnTo>
                        <a:lnTo>
                          <a:pt x="27" y="155"/>
                        </a:lnTo>
                        <a:lnTo>
                          <a:pt x="27" y="153"/>
                        </a:lnTo>
                        <a:lnTo>
                          <a:pt x="28" y="151"/>
                        </a:lnTo>
                        <a:lnTo>
                          <a:pt x="29" y="148"/>
                        </a:lnTo>
                        <a:lnTo>
                          <a:pt x="32" y="145"/>
                        </a:lnTo>
                        <a:lnTo>
                          <a:pt x="35" y="136"/>
                        </a:lnTo>
                        <a:lnTo>
                          <a:pt x="38" y="134"/>
                        </a:lnTo>
                        <a:lnTo>
                          <a:pt x="38" y="130"/>
                        </a:lnTo>
                        <a:lnTo>
                          <a:pt x="35" y="128"/>
                        </a:lnTo>
                        <a:lnTo>
                          <a:pt x="36" y="124"/>
                        </a:lnTo>
                        <a:lnTo>
                          <a:pt x="35" y="121"/>
                        </a:lnTo>
                        <a:lnTo>
                          <a:pt x="34" y="117"/>
                        </a:lnTo>
                        <a:lnTo>
                          <a:pt x="32" y="114"/>
                        </a:lnTo>
                        <a:lnTo>
                          <a:pt x="32" y="111"/>
                        </a:lnTo>
                        <a:lnTo>
                          <a:pt x="32" y="109"/>
                        </a:lnTo>
                        <a:lnTo>
                          <a:pt x="34" y="106"/>
                        </a:lnTo>
                        <a:lnTo>
                          <a:pt x="31" y="100"/>
                        </a:lnTo>
                        <a:lnTo>
                          <a:pt x="27" y="96"/>
                        </a:lnTo>
                        <a:lnTo>
                          <a:pt x="23" y="94"/>
                        </a:lnTo>
                        <a:lnTo>
                          <a:pt x="19" y="88"/>
                        </a:lnTo>
                        <a:lnTo>
                          <a:pt x="19" y="86"/>
                        </a:lnTo>
                        <a:lnTo>
                          <a:pt x="17" y="81"/>
                        </a:lnTo>
                        <a:lnTo>
                          <a:pt x="20" y="79"/>
                        </a:lnTo>
                        <a:lnTo>
                          <a:pt x="20" y="77"/>
                        </a:lnTo>
                        <a:lnTo>
                          <a:pt x="19" y="71"/>
                        </a:lnTo>
                        <a:lnTo>
                          <a:pt x="20" y="68"/>
                        </a:lnTo>
                        <a:lnTo>
                          <a:pt x="23" y="67"/>
                        </a:lnTo>
                        <a:lnTo>
                          <a:pt x="23" y="64"/>
                        </a:lnTo>
                        <a:lnTo>
                          <a:pt x="20" y="62"/>
                        </a:lnTo>
                        <a:lnTo>
                          <a:pt x="19" y="60"/>
                        </a:lnTo>
                        <a:lnTo>
                          <a:pt x="17" y="56"/>
                        </a:lnTo>
                        <a:lnTo>
                          <a:pt x="15" y="54"/>
                        </a:lnTo>
                        <a:lnTo>
                          <a:pt x="12" y="48"/>
                        </a:lnTo>
                        <a:lnTo>
                          <a:pt x="8" y="45"/>
                        </a:lnTo>
                        <a:lnTo>
                          <a:pt x="8" y="42"/>
                        </a:lnTo>
                        <a:lnTo>
                          <a:pt x="5" y="41"/>
                        </a:lnTo>
                        <a:lnTo>
                          <a:pt x="2" y="37"/>
                        </a:lnTo>
                        <a:lnTo>
                          <a:pt x="1" y="35"/>
                        </a:lnTo>
                        <a:lnTo>
                          <a:pt x="0" y="34"/>
                        </a:lnTo>
                        <a:lnTo>
                          <a:pt x="4" y="33"/>
                        </a:lnTo>
                        <a:lnTo>
                          <a:pt x="6" y="30"/>
                        </a:lnTo>
                        <a:lnTo>
                          <a:pt x="5" y="27"/>
                        </a:lnTo>
                        <a:lnTo>
                          <a:pt x="5" y="23"/>
                        </a:lnTo>
                        <a:lnTo>
                          <a:pt x="8" y="22"/>
                        </a:lnTo>
                        <a:lnTo>
                          <a:pt x="6" y="16"/>
                        </a:lnTo>
                        <a:lnTo>
                          <a:pt x="9" y="14"/>
                        </a:lnTo>
                        <a:lnTo>
                          <a:pt x="15" y="16"/>
                        </a:lnTo>
                        <a:lnTo>
                          <a:pt x="17" y="14"/>
                        </a:lnTo>
                        <a:lnTo>
                          <a:pt x="21" y="14"/>
                        </a:lnTo>
                        <a:lnTo>
                          <a:pt x="21" y="12"/>
                        </a:lnTo>
                        <a:lnTo>
                          <a:pt x="21" y="8"/>
                        </a:lnTo>
                        <a:lnTo>
                          <a:pt x="24" y="7"/>
                        </a:lnTo>
                        <a:lnTo>
                          <a:pt x="27" y="7"/>
                        </a:lnTo>
                        <a:lnTo>
                          <a:pt x="28" y="5"/>
                        </a:lnTo>
                        <a:lnTo>
                          <a:pt x="27" y="3"/>
                        </a:lnTo>
                        <a:lnTo>
                          <a:pt x="27" y="1"/>
                        </a:lnTo>
                        <a:lnTo>
                          <a:pt x="29" y="0"/>
                        </a:lnTo>
                        <a:lnTo>
                          <a:pt x="34" y="0"/>
                        </a:lnTo>
                        <a:lnTo>
                          <a:pt x="35" y="0"/>
                        </a:lnTo>
                        <a:lnTo>
                          <a:pt x="35" y="0"/>
                        </a:lnTo>
                        <a:close/>
                        <a:moveTo>
                          <a:pt x="42" y="209"/>
                        </a:moveTo>
                        <a:lnTo>
                          <a:pt x="43" y="212"/>
                        </a:lnTo>
                        <a:lnTo>
                          <a:pt x="44" y="212"/>
                        </a:lnTo>
                        <a:lnTo>
                          <a:pt x="44" y="211"/>
                        </a:lnTo>
                        <a:lnTo>
                          <a:pt x="43" y="209"/>
                        </a:lnTo>
                        <a:lnTo>
                          <a:pt x="42" y="209"/>
                        </a:lnTo>
                        <a:lnTo>
                          <a:pt x="42" y="209"/>
                        </a:lnTo>
                        <a:close/>
                        <a:moveTo>
                          <a:pt x="34" y="196"/>
                        </a:moveTo>
                        <a:lnTo>
                          <a:pt x="34" y="198"/>
                        </a:lnTo>
                        <a:lnTo>
                          <a:pt x="34" y="197"/>
                        </a:lnTo>
                        <a:lnTo>
                          <a:pt x="34" y="196"/>
                        </a:lnTo>
                        <a:lnTo>
                          <a:pt x="34" y="196"/>
                        </a:lnTo>
                        <a:lnTo>
                          <a:pt x="34" y="196"/>
                        </a:lnTo>
                        <a:close/>
                        <a:moveTo>
                          <a:pt x="23" y="189"/>
                        </a:moveTo>
                        <a:lnTo>
                          <a:pt x="23" y="190"/>
                        </a:lnTo>
                        <a:lnTo>
                          <a:pt x="23" y="192"/>
                        </a:lnTo>
                        <a:lnTo>
                          <a:pt x="23" y="194"/>
                        </a:lnTo>
                        <a:lnTo>
                          <a:pt x="25" y="193"/>
                        </a:lnTo>
                        <a:lnTo>
                          <a:pt x="25" y="189"/>
                        </a:lnTo>
                        <a:lnTo>
                          <a:pt x="25" y="189"/>
                        </a:lnTo>
                        <a:lnTo>
                          <a:pt x="23" y="189"/>
                        </a:lnTo>
                        <a:lnTo>
                          <a:pt x="23" y="189"/>
                        </a:lnTo>
                        <a:close/>
                        <a:moveTo>
                          <a:pt x="74" y="128"/>
                        </a:moveTo>
                        <a:lnTo>
                          <a:pt x="76" y="130"/>
                        </a:lnTo>
                        <a:lnTo>
                          <a:pt x="77" y="132"/>
                        </a:lnTo>
                        <a:lnTo>
                          <a:pt x="78" y="132"/>
                        </a:lnTo>
                        <a:lnTo>
                          <a:pt x="74" y="128"/>
                        </a:lnTo>
                        <a:lnTo>
                          <a:pt x="74" y="128"/>
                        </a:lnTo>
                        <a:close/>
                        <a:moveTo>
                          <a:pt x="47" y="163"/>
                        </a:moveTo>
                        <a:lnTo>
                          <a:pt x="44" y="163"/>
                        </a:lnTo>
                        <a:lnTo>
                          <a:pt x="46" y="164"/>
                        </a:lnTo>
                        <a:lnTo>
                          <a:pt x="47" y="163"/>
                        </a:lnTo>
                        <a:lnTo>
                          <a:pt x="47" y="163"/>
                        </a:lnTo>
                        <a:close/>
                        <a:moveTo>
                          <a:pt x="47" y="166"/>
                        </a:moveTo>
                        <a:lnTo>
                          <a:pt x="46" y="167"/>
                        </a:lnTo>
                        <a:lnTo>
                          <a:pt x="46" y="168"/>
                        </a:lnTo>
                        <a:lnTo>
                          <a:pt x="47" y="171"/>
                        </a:lnTo>
                        <a:lnTo>
                          <a:pt x="48" y="167"/>
                        </a:lnTo>
                        <a:lnTo>
                          <a:pt x="47" y="166"/>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11" name="Freeform 1049">
                    <a:extLst>
                      <a:ext uri="{FF2B5EF4-FFF2-40B4-BE49-F238E27FC236}">
                        <a16:creationId xmlns:a16="http://schemas.microsoft.com/office/drawing/2014/main" id="{A91BF593-0D6F-90CB-FEB7-FD871B0A82DC}"/>
                      </a:ext>
                    </a:extLst>
                  </p:cNvPr>
                  <p:cNvSpPr>
                    <a:spLocks noEditPoints="1"/>
                  </p:cNvSpPr>
                  <p:nvPr/>
                </p:nvSpPr>
                <p:spPr bwMode="auto">
                  <a:xfrm>
                    <a:off x="10434829" y="2596408"/>
                    <a:ext cx="114875" cy="236038"/>
                  </a:xfrm>
                  <a:custGeom>
                    <a:avLst/>
                    <a:gdLst/>
                    <a:ahLst/>
                    <a:cxnLst>
                      <a:cxn ang="0">
                        <a:pos x="71" y="4"/>
                      </a:cxn>
                      <a:cxn ang="0">
                        <a:pos x="82" y="21"/>
                      </a:cxn>
                      <a:cxn ang="0">
                        <a:pos x="78" y="40"/>
                      </a:cxn>
                      <a:cxn ang="0">
                        <a:pos x="71" y="49"/>
                      </a:cxn>
                      <a:cxn ang="0">
                        <a:pos x="73" y="61"/>
                      </a:cxn>
                      <a:cxn ang="0">
                        <a:pos x="87" y="68"/>
                      </a:cxn>
                      <a:cxn ang="0">
                        <a:pos x="93" y="77"/>
                      </a:cxn>
                      <a:cxn ang="0">
                        <a:pos x="105" y="81"/>
                      </a:cxn>
                      <a:cxn ang="0">
                        <a:pos x="98" y="97"/>
                      </a:cxn>
                      <a:cxn ang="0">
                        <a:pos x="109" y="102"/>
                      </a:cxn>
                      <a:cxn ang="0">
                        <a:pos x="126" y="103"/>
                      </a:cxn>
                      <a:cxn ang="0">
                        <a:pos x="118" y="117"/>
                      </a:cxn>
                      <a:cxn ang="0">
                        <a:pos x="105" y="125"/>
                      </a:cxn>
                      <a:cxn ang="0">
                        <a:pos x="99" y="136"/>
                      </a:cxn>
                      <a:cxn ang="0">
                        <a:pos x="83" y="145"/>
                      </a:cxn>
                      <a:cxn ang="0">
                        <a:pos x="80" y="159"/>
                      </a:cxn>
                      <a:cxn ang="0">
                        <a:pos x="95" y="178"/>
                      </a:cxn>
                      <a:cxn ang="0">
                        <a:pos x="97" y="193"/>
                      </a:cxn>
                      <a:cxn ang="0">
                        <a:pos x="101" y="216"/>
                      </a:cxn>
                      <a:cxn ang="0">
                        <a:pos x="110" y="236"/>
                      </a:cxn>
                      <a:cxn ang="0">
                        <a:pos x="116" y="256"/>
                      </a:cxn>
                      <a:cxn ang="0">
                        <a:pos x="105" y="277"/>
                      </a:cxn>
                      <a:cxn ang="0">
                        <a:pos x="101" y="274"/>
                      </a:cxn>
                      <a:cxn ang="0">
                        <a:pos x="103" y="266"/>
                      </a:cxn>
                      <a:cxn ang="0">
                        <a:pos x="105" y="252"/>
                      </a:cxn>
                      <a:cxn ang="0">
                        <a:pos x="101" y="233"/>
                      </a:cxn>
                      <a:cxn ang="0">
                        <a:pos x="94" y="228"/>
                      </a:cxn>
                      <a:cxn ang="0">
                        <a:pos x="88" y="210"/>
                      </a:cxn>
                      <a:cxn ang="0">
                        <a:pos x="86" y="190"/>
                      </a:cxn>
                      <a:cxn ang="0">
                        <a:pos x="82" y="184"/>
                      </a:cxn>
                      <a:cxn ang="0">
                        <a:pos x="72" y="172"/>
                      </a:cxn>
                      <a:cxn ang="0">
                        <a:pos x="72" y="175"/>
                      </a:cxn>
                      <a:cxn ang="0">
                        <a:pos x="64" y="182"/>
                      </a:cxn>
                      <a:cxn ang="0">
                        <a:pos x="60" y="187"/>
                      </a:cxn>
                      <a:cxn ang="0">
                        <a:pos x="48" y="193"/>
                      </a:cxn>
                      <a:cxn ang="0">
                        <a:pos x="40" y="197"/>
                      </a:cxn>
                      <a:cxn ang="0">
                        <a:pos x="38" y="191"/>
                      </a:cxn>
                      <a:cxn ang="0">
                        <a:pos x="41" y="172"/>
                      </a:cxn>
                      <a:cxn ang="0">
                        <a:pos x="35" y="157"/>
                      </a:cxn>
                      <a:cxn ang="0">
                        <a:pos x="26" y="142"/>
                      </a:cxn>
                      <a:cxn ang="0">
                        <a:pos x="16" y="141"/>
                      </a:cxn>
                      <a:cxn ang="0">
                        <a:pos x="22" y="141"/>
                      </a:cxn>
                      <a:cxn ang="0">
                        <a:pos x="23" y="133"/>
                      </a:cxn>
                      <a:cxn ang="0">
                        <a:pos x="11" y="130"/>
                      </a:cxn>
                      <a:cxn ang="0">
                        <a:pos x="10" y="129"/>
                      </a:cxn>
                      <a:cxn ang="0">
                        <a:pos x="1" y="112"/>
                      </a:cxn>
                      <a:cxn ang="0">
                        <a:pos x="8" y="99"/>
                      </a:cxn>
                      <a:cxn ang="0">
                        <a:pos x="14" y="84"/>
                      </a:cxn>
                      <a:cxn ang="0">
                        <a:pos x="22" y="69"/>
                      </a:cxn>
                      <a:cxn ang="0">
                        <a:pos x="29" y="40"/>
                      </a:cxn>
                      <a:cxn ang="0">
                        <a:pos x="41" y="17"/>
                      </a:cxn>
                      <a:cxn ang="0">
                        <a:pos x="56" y="9"/>
                      </a:cxn>
                      <a:cxn ang="0">
                        <a:pos x="19" y="150"/>
                      </a:cxn>
                    </a:cxnLst>
                    <a:rect l="0" t="0" r="r" b="b"/>
                    <a:pathLst>
                      <a:path w="126" h="284">
                        <a:moveTo>
                          <a:pt x="57" y="1"/>
                        </a:moveTo>
                        <a:lnTo>
                          <a:pt x="60" y="0"/>
                        </a:lnTo>
                        <a:lnTo>
                          <a:pt x="63" y="1"/>
                        </a:lnTo>
                        <a:lnTo>
                          <a:pt x="65" y="0"/>
                        </a:lnTo>
                        <a:lnTo>
                          <a:pt x="68" y="0"/>
                        </a:lnTo>
                        <a:lnTo>
                          <a:pt x="71" y="4"/>
                        </a:lnTo>
                        <a:lnTo>
                          <a:pt x="73" y="5"/>
                        </a:lnTo>
                        <a:lnTo>
                          <a:pt x="73" y="11"/>
                        </a:lnTo>
                        <a:lnTo>
                          <a:pt x="76" y="11"/>
                        </a:lnTo>
                        <a:lnTo>
                          <a:pt x="79" y="13"/>
                        </a:lnTo>
                        <a:lnTo>
                          <a:pt x="79" y="17"/>
                        </a:lnTo>
                        <a:lnTo>
                          <a:pt x="82" y="21"/>
                        </a:lnTo>
                        <a:lnTo>
                          <a:pt x="82" y="27"/>
                        </a:lnTo>
                        <a:lnTo>
                          <a:pt x="80" y="32"/>
                        </a:lnTo>
                        <a:lnTo>
                          <a:pt x="80" y="35"/>
                        </a:lnTo>
                        <a:lnTo>
                          <a:pt x="80" y="36"/>
                        </a:lnTo>
                        <a:lnTo>
                          <a:pt x="78" y="38"/>
                        </a:lnTo>
                        <a:lnTo>
                          <a:pt x="78" y="40"/>
                        </a:lnTo>
                        <a:lnTo>
                          <a:pt x="76" y="42"/>
                        </a:lnTo>
                        <a:lnTo>
                          <a:pt x="75" y="43"/>
                        </a:lnTo>
                        <a:lnTo>
                          <a:pt x="76" y="46"/>
                        </a:lnTo>
                        <a:lnTo>
                          <a:pt x="75" y="47"/>
                        </a:lnTo>
                        <a:lnTo>
                          <a:pt x="73" y="47"/>
                        </a:lnTo>
                        <a:lnTo>
                          <a:pt x="71" y="49"/>
                        </a:lnTo>
                        <a:lnTo>
                          <a:pt x="71" y="51"/>
                        </a:lnTo>
                        <a:lnTo>
                          <a:pt x="72" y="53"/>
                        </a:lnTo>
                        <a:lnTo>
                          <a:pt x="71" y="55"/>
                        </a:lnTo>
                        <a:lnTo>
                          <a:pt x="71" y="58"/>
                        </a:lnTo>
                        <a:lnTo>
                          <a:pt x="72" y="58"/>
                        </a:lnTo>
                        <a:lnTo>
                          <a:pt x="73" y="61"/>
                        </a:lnTo>
                        <a:lnTo>
                          <a:pt x="76" y="62"/>
                        </a:lnTo>
                        <a:lnTo>
                          <a:pt x="75" y="66"/>
                        </a:lnTo>
                        <a:lnTo>
                          <a:pt x="76" y="69"/>
                        </a:lnTo>
                        <a:lnTo>
                          <a:pt x="80" y="66"/>
                        </a:lnTo>
                        <a:lnTo>
                          <a:pt x="86" y="65"/>
                        </a:lnTo>
                        <a:lnTo>
                          <a:pt x="87" y="68"/>
                        </a:lnTo>
                        <a:lnTo>
                          <a:pt x="86" y="69"/>
                        </a:lnTo>
                        <a:lnTo>
                          <a:pt x="88" y="70"/>
                        </a:lnTo>
                        <a:lnTo>
                          <a:pt x="91" y="70"/>
                        </a:lnTo>
                        <a:lnTo>
                          <a:pt x="93" y="72"/>
                        </a:lnTo>
                        <a:lnTo>
                          <a:pt x="91" y="74"/>
                        </a:lnTo>
                        <a:lnTo>
                          <a:pt x="93" y="77"/>
                        </a:lnTo>
                        <a:lnTo>
                          <a:pt x="97" y="77"/>
                        </a:lnTo>
                        <a:lnTo>
                          <a:pt x="97" y="78"/>
                        </a:lnTo>
                        <a:lnTo>
                          <a:pt x="97" y="81"/>
                        </a:lnTo>
                        <a:lnTo>
                          <a:pt x="98" y="80"/>
                        </a:lnTo>
                        <a:lnTo>
                          <a:pt x="102" y="80"/>
                        </a:lnTo>
                        <a:lnTo>
                          <a:pt x="105" y="81"/>
                        </a:lnTo>
                        <a:lnTo>
                          <a:pt x="105" y="84"/>
                        </a:lnTo>
                        <a:lnTo>
                          <a:pt x="103" y="85"/>
                        </a:lnTo>
                        <a:lnTo>
                          <a:pt x="103" y="88"/>
                        </a:lnTo>
                        <a:lnTo>
                          <a:pt x="101" y="92"/>
                        </a:lnTo>
                        <a:lnTo>
                          <a:pt x="98" y="95"/>
                        </a:lnTo>
                        <a:lnTo>
                          <a:pt x="98" y="97"/>
                        </a:lnTo>
                        <a:lnTo>
                          <a:pt x="101" y="96"/>
                        </a:lnTo>
                        <a:lnTo>
                          <a:pt x="105" y="96"/>
                        </a:lnTo>
                        <a:lnTo>
                          <a:pt x="105" y="97"/>
                        </a:lnTo>
                        <a:lnTo>
                          <a:pt x="107" y="95"/>
                        </a:lnTo>
                        <a:lnTo>
                          <a:pt x="109" y="97"/>
                        </a:lnTo>
                        <a:lnTo>
                          <a:pt x="109" y="102"/>
                        </a:lnTo>
                        <a:lnTo>
                          <a:pt x="109" y="104"/>
                        </a:lnTo>
                        <a:lnTo>
                          <a:pt x="113" y="106"/>
                        </a:lnTo>
                        <a:lnTo>
                          <a:pt x="114" y="104"/>
                        </a:lnTo>
                        <a:lnTo>
                          <a:pt x="118" y="104"/>
                        </a:lnTo>
                        <a:lnTo>
                          <a:pt x="124" y="102"/>
                        </a:lnTo>
                        <a:lnTo>
                          <a:pt x="126" y="103"/>
                        </a:lnTo>
                        <a:lnTo>
                          <a:pt x="126" y="106"/>
                        </a:lnTo>
                        <a:lnTo>
                          <a:pt x="122" y="108"/>
                        </a:lnTo>
                        <a:lnTo>
                          <a:pt x="118" y="110"/>
                        </a:lnTo>
                        <a:lnTo>
                          <a:pt x="118" y="112"/>
                        </a:lnTo>
                        <a:lnTo>
                          <a:pt x="117" y="114"/>
                        </a:lnTo>
                        <a:lnTo>
                          <a:pt x="118" y="117"/>
                        </a:lnTo>
                        <a:lnTo>
                          <a:pt x="116" y="118"/>
                        </a:lnTo>
                        <a:lnTo>
                          <a:pt x="114" y="118"/>
                        </a:lnTo>
                        <a:lnTo>
                          <a:pt x="112" y="122"/>
                        </a:lnTo>
                        <a:lnTo>
                          <a:pt x="107" y="122"/>
                        </a:lnTo>
                        <a:lnTo>
                          <a:pt x="105" y="123"/>
                        </a:lnTo>
                        <a:lnTo>
                          <a:pt x="105" y="125"/>
                        </a:lnTo>
                        <a:lnTo>
                          <a:pt x="106" y="127"/>
                        </a:lnTo>
                        <a:lnTo>
                          <a:pt x="105" y="129"/>
                        </a:lnTo>
                        <a:lnTo>
                          <a:pt x="102" y="129"/>
                        </a:lnTo>
                        <a:lnTo>
                          <a:pt x="99" y="130"/>
                        </a:lnTo>
                        <a:lnTo>
                          <a:pt x="99" y="134"/>
                        </a:lnTo>
                        <a:lnTo>
                          <a:pt x="99" y="136"/>
                        </a:lnTo>
                        <a:lnTo>
                          <a:pt x="95" y="136"/>
                        </a:lnTo>
                        <a:lnTo>
                          <a:pt x="93" y="138"/>
                        </a:lnTo>
                        <a:lnTo>
                          <a:pt x="87" y="136"/>
                        </a:lnTo>
                        <a:lnTo>
                          <a:pt x="84" y="138"/>
                        </a:lnTo>
                        <a:lnTo>
                          <a:pt x="86" y="144"/>
                        </a:lnTo>
                        <a:lnTo>
                          <a:pt x="83" y="145"/>
                        </a:lnTo>
                        <a:lnTo>
                          <a:pt x="83" y="149"/>
                        </a:lnTo>
                        <a:lnTo>
                          <a:pt x="84" y="152"/>
                        </a:lnTo>
                        <a:lnTo>
                          <a:pt x="82" y="155"/>
                        </a:lnTo>
                        <a:lnTo>
                          <a:pt x="78" y="156"/>
                        </a:lnTo>
                        <a:lnTo>
                          <a:pt x="79" y="157"/>
                        </a:lnTo>
                        <a:lnTo>
                          <a:pt x="80" y="159"/>
                        </a:lnTo>
                        <a:lnTo>
                          <a:pt x="83" y="163"/>
                        </a:lnTo>
                        <a:lnTo>
                          <a:pt x="86" y="164"/>
                        </a:lnTo>
                        <a:lnTo>
                          <a:pt x="86" y="167"/>
                        </a:lnTo>
                        <a:lnTo>
                          <a:pt x="90" y="170"/>
                        </a:lnTo>
                        <a:lnTo>
                          <a:pt x="93" y="176"/>
                        </a:lnTo>
                        <a:lnTo>
                          <a:pt x="95" y="178"/>
                        </a:lnTo>
                        <a:lnTo>
                          <a:pt x="97" y="182"/>
                        </a:lnTo>
                        <a:lnTo>
                          <a:pt x="98" y="184"/>
                        </a:lnTo>
                        <a:lnTo>
                          <a:pt x="101" y="186"/>
                        </a:lnTo>
                        <a:lnTo>
                          <a:pt x="101" y="189"/>
                        </a:lnTo>
                        <a:lnTo>
                          <a:pt x="98" y="190"/>
                        </a:lnTo>
                        <a:lnTo>
                          <a:pt x="97" y="193"/>
                        </a:lnTo>
                        <a:lnTo>
                          <a:pt x="98" y="199"/>
                        </a:lnTo>
                        <a:lnTo>
                          <a:pt x="98" y="201"/>
                        </a:lnTo>
                        <a:lnTo>
                          <a:pt x="95" y="203"/>
                        </a:lnTo>
                        <a:lnTo>
                          <a:pt x="97" y="208"/>
                        </a:lnTo>
                        <a:lnTo>
                          <a:pt x="97" y="210"/>
                        </a:lnTo>
                        <a:lnTo>
                          <a:pt x="101" y="216"/>
                        </a:lnTo>
                        <a:lnTo>
                          <a:pt x="105" y="218"/>
                        </a:lnTo>
                        <a:lnTo>
                          <a:pt x="109" y="222"/>
                        </a:lnTo>
                        <a:lnTo>
                          <a:pt x="112" y="228"/>
                        </a:lnTo>
                        <a:lnTo>
                          <a:pt x="110" y="231"/>
                        </a:lnTo>
                        <a:lnTo>
                          <a:pt x="110" y="233"/>
                        </a:lnTo>
                        <a:lnTo>
                          <a:pt x="110" y="236"/>
                        </a:lnTo>
                        <a:lnTo>
                          <a:pt x="112" y="239"/>
                        </a:lnTo>
                        <a:lnTo>
                          <a:pt x="113" y="243"/>
                        </a:lnTo>
                        <a:lnTo>
                          <a:pt x="114" y="246"/>
                        </a:lnTo>
                        <a:lnTo>
                          <a:pt x="113" y="250"/>
                        </a:lnTo>
                        <a:lnTo>
                          <a:pt x="116" y="252"/>
                        </a:lnTo>
                        <a:lnTo>
                          <a:pt x="116" y="256"/>
                        </a:lnTo>
                        <a:lnTo>
                          <a:pt x="113" y="258"/>
                        </a:lnTo>
                        <a:lnTo>
                          <a:pt x="110" y="267"/>
                        </a:lnTo>
                        <a:lnTo>
                          <a:pt x="107" y="270"/>
                        </a:lnTo>
                        <a:lnTo>
                          <a:pt x="106" y="273"/>
                        </a:lnTo>
                        <a:lnTo>
                          <a:pt x="105" y="275"/>
                        </a:lnTo>
                        <a:lnTo>
                          <a:pt x="105" y="277"/>
                        </a:lnTo>
                        <a:lnTo>
                          <a:pt x="105" y="277"/>
                        </a:lnTo>
                        <a:lnTo>
                          <a:pt x="103" y="280"/>
                        </a:lnTo>
                        <a:lnTo>
                          <a:pt x="103" y="284"/>
                        </a:lnTo>
                        <a:lnTo>
                          <a:pt x="102" y="280"/>
                        </a:lnTo>
                        <a:lnTo>
                          <a:pt x="102" y="275"/>
                        </a:lnTo>
                        <a:lnTo>
                          <a:pt x="101" y="274"/>
                        </a:lnTo>
                        <a:lnTo>
                          <a:pt x="101" y="273"/>
                        </a:lnTo>
                        <a:lnTo>
                          <a:pt x="102" y="273"/>
                        </a:lnTo>
                        <a:lnTo>
                          <a:pt x="102" y="271"/>
                        </a:lnTo>
                        <a:lnTo>
                          <a:pt x="105" y="269"/>
                        </a:lnTo>
                        <a:lnTo>
                          <a:pt x="105" y="267"/>
                        </a:lnTo>
                        <a:lnTo>
                          <a:pt x="103" y="266"/>
                        </a:lnTo>
                        <a:lnTo>
                          <a:pt x="103" y="262"/>
                        </a:lnTo>
                        <a:lnTo>
                          <a:pt x="105" y="262"/>
                        </a:lnTo>
                        <a:lnTo>
                          <a:pt x="106" y="261"/>
                        </a:lnTo>
                        <a:lnTo>
                          <a:pt x="105" y="256"/>
                        </a:lnTo>
                        <a:lnTo>
                          <a:pt x="106" y="255"/>
                        </a:lnTo>
                        <a:lnTo>
                          <a:pt x="105" y="252"/>
                        </a:lnTo>
                        <a:lnTo>
                          <a:pt x="103" y="250"/>
                        </a:lnTo>
                        <a:lnTo>
                          <a:pt x="102" y="247"/>
                        </a:lnTo>
                        <a:lnTo>
                          <a:pt x="103" y="246"/>
                        </a:lnTo>
                        <a:lnTo>
                          <a:pt x="103" y="243"/>
                        </a:lnTo>
                        <a:lnTo>
                          <a:pt x="101" y="242"/>
                        </a:lnTo>
                        <a:lnTo>
                          <a:pt x="101" y="233"/>
                        </a:lnTo>
                        <a:lnTo>
                          <a:pt x="98" y="231"/>
                        </a:lnTo>
                        <a:lnTo>
                          <a:pt x="98" y="228"/>
                        </a:lnTo>
                        <a:lnTo>
                          <a:pt x="95" y="225"/>
                        </a:lnTo>
                        <a:lnTo>
                          <a:pt x="95" y="229"/>
                        </a:lnTo>
                        <a:lnTo>
                          <a:pt x="94" y="229"/>
                        </a:lnTo>
                        <a:lnTo>
                          <a:pt x="94" y="228"/>
                        </a:lnTo>
                        <a:lnTo>
                          <a:pt x="93" y="225"/>
                        </a:lnTo>
                        <a:lnTo>
                          <a:pt x="94" y="218"/>
                        </a:lnTo>
                        <a:lnTo>
                          <a:pt x="91" y="216"/>
                        </a:lnTo>
                        <a:lnTo>
                          <a:pt x="91" y="213"/>
                        </a:lnTo>
                        <a:lnTo>
                          <a:pt x="93" y="212"/>
                        </a:lnTo>
                        <a:lnTo>
                          <a:pt x="88" y="210"/>
                        </a:lnTo>
                        <a:lnTo>
                          <a:pt x="88" y="205"/>
                        </a:lnTo>
                        <a:lnTo>
                          <a:pt x="87" y="205"/>
                        </a:lnTo>
                        <a:lnTo>
                          <a:pt x="86" y="194"/>
                        </a:lnTo>
                        <a:lnTo>
                          <a:pt x="84" y="194"/>
                        </a:lnTo>
                        <a:lnTo>
                          <a:pt x="84" y="191"/>
                        </a:lnTo>
                        <a:lnTo>
                          <a:pt x="86" y="190"/>
                        </a:lnTo>
                        <a:lnTo>
                          <a:pt x="86" y="189"/>
                        </a:lnTo>
                        <a:lnTo>
                          <a:pt x="83" y="186"/>
                        </a:lnTo>
                        <a:lnTo>
                          <a:pt x="84" y="184"/>
                        </a:lnTo>
                        <a:lnTo>
                          <a:pt x="84" y="182"/>
                        </a:lnTo>
                        <a:lnTo>
                          <a:pt x="83" y="184"/>
                        </a:lnTo>
                        <a:lnTo>
                          <a:pt x="82" y="184"/>
                        </a:lnTo>
                        <a:lnTo>
                          <a:pt x="79" y="184"/>
                        </a:lnTo>
                        <a:lnTo>
                          <a:pt x="78" y="182"/>
                        </a:lnTo>
                        <a:lnTo>
                          <a:pt x="78" y="180"/>
                        </a:lnTo>
                        <a:lnTo>
                          <a:pt x="75" y="175"/>
                        </a:lnTo>
                        <a:lnTo>
                          <a:pt x="73" y="172"/>
                        </a:lnTo>
                        <a:lnTo>
                          <a:pt x="72" y="172"/>
                        </a:lnTo>
                        <a:lnTo>
                          <a:pt x="72" y="171"/>
                        </a:lnTo>
                        <a:lnTo>
                          <a:pt x="69" y="170"/>
                        </a:lnTo>
                        <a:lnTo>
                          <a:pt x="71" y="171"/>
                        </a:lnTo>
                        <a:lnTo>
                          <a:pt x="71" y="172"/>
                        </a:lnTo>
                        <a:lnTo>
                          <a:pt x="71" y="174"/>
                        </a:lnTo>
                        <a:lnTo>
                          <a:pt x="72" y="175"/>
                        </a:lnTo>
                        <a:lnTo>
                          <a:pt x="72" y="178"/>
                        </a:lnTo>
                        <a:lnTo>
                          <a:pt x="71" y="179"/>
                        </a:lnTo>
                        <a:lnTo>
                          <a:pt x="71" y="182"/>
                        </a:lnTo>
                        <a:lnTo>
                          <a:pt x="68" y="184"/>
                        </a:lnTo>
                        <a:lnTo>
                          <a:pt x="65" y="183"/>
                        </a:lnTo>
                        <a:lnTo>
                          <a:pt x="64" y="182"/>
                        </a:lnTo>
                        <a:lnTo>
                          <a:pt x="63" y="182"/>
                        </a:lnTo>
                        <a:lnTo>
                          <a:pt x="64" y="184"/>
                        </a:lnTo>
                        <a:lnTo>
                          <a:pt x="64" y="184"/>
                        </a:lnTo>
                        <a:lnTo>
                          <a:pt x="65" y="186"/>
                        </a:lnTo>
                        <a:lnTo>
                          <a:pt x="63" y="187"/>
                        </a:lnTo>
                        <a:lnTo>
                          <a:pt x="60" y="187"/>
                        </a:lnTo>
                        <a:lnTo>
                          <a:pt x="59" y="186"/>
                        </a:lnTo>
                        <a:lnTo>
                          <a:pt x="59" y="189"/>
                        </a:lnTo>
                        <a:lnTo>
                          <a:pt x="53" y="193"/>
                        </a:lnTo>
                        <a:lnTo>
                          <a:pt x="50" y="193"/>
                        </a:lnTo>
                        <a:lnTo>
                          <a:pt x="49" y="193"/>
                        </a:lnTo>
                        <a:lnTo>
                          <a:pt x="48" y="193"/>
                        </a:lnTo>
                        <a:lnTo>
                          <a:pt x="48" y="193"/>
                        </a:lnTo>
                        <a:lnTo>
                          <a:pt x="48" y="194"/>
                        </a:lnTo>
                        <a:lnTo>
                          <a:pt x="46" y="194"/>
                        </a:lnTo>
                        <a:lnTo>
                          <a:pt x="45" y="193"/>
                        </a:lnTo>
                        <a:lnTo>
                          <a:pt x="41" y="194"/>
                        </a:lnTo>
                        <a:lnTo>
                          <a:pt x="40" y="197"/>
                        </a:lnTo>
                        <a:lnTo>
                          <a:pt x="38" y="197"/>
                        </a:lnTo>
                        <a:lnTo>
                          <a:pt x="38" y="193"/>
                        </a:lnTo>
                        <a:lnTo>
                          <a:pt x="42" y="189"/>
                        </a:lnTo>
                        <a:lnTo>
                          <a:pt x="42" y="184"/>
                        </a:lnTo>
                        <a:lnTo>
                          <a:pt x="41" y="189"/>
                        </a:lnTo>
                        <a:lnTo>
                          <a:pt x="38" y="191"/>
                        </a:lnTo>
                        <a:lnTo>
                          <a:pt x="35" y="194"/>
                        </a:lnTo>
                        <a:lnTo>
                          <a:pt x="35" y="193"/>
                        </a:lnTo>
                        <a:lnTo>
                          <a:pt x="35" y="193"/>
                        </a:lnTo>
                        <a:lnTo>
                          <a:pt x="35" y="189"/>
                        </a:lnTo>
                        <a:lnTo>
                          <a:pt x="37" y="175"/>
                        </a:lnTo>
                        <a:lnTo>
                          <a:pt x="41" y="172"/>
                        </a:lnTo>
                        <a:lnTo>
                          <a:pt x="40" y="171"/>
                        </a:lnTo>
                        <a:lnTo>
                          <a:pt x="37" y="165"/>
                        </a:lnTo>
                        <a:lnTo>
                          <a:pt x="37" y="160"/>
                        </a:lnTo>
                        <a:lnTo>
                          <a:pt x="35" y="159"/>
                        </a:lnTo>
                        <a:lnTo>
                          <a:pt x="34" y="157"/>
                        </a:lnTo>
                        <a:lnTo>
                          <a:pt x="35" y="157"/>
                        </a:lnTo>
                        <a:lnTo>
                          <a:pt x="33" y="156"/>
                        </a:lnTo>
                        <a:lnTo>
                          <a:pt x="31" y="152"/>
                        </a:lnTo>
                        <a:lnTo>
                          <a:pt x="30" y="149"/>
                        </a:lnTo>
                        <a:lnTo>
                          <a:pt x="29" y="146"/>
                        </a:lnTo>
                        <a:lnTo>
                          <a:pt x="29" y="145"/>
                        </a:lnTo>
                        <a:lnTo>
                          <a:pt x="26" y="142"/>
                        </a:lnTo>
                        <a:lnTo>
                          <a:pt x="27" y="145"/>
                        </a:lnTo>
                        <a:lnTo>
                          <a:pt x="27" y="149"/>
                        </a:lnTo>
                        <a:lnTo>
                          <a:pt x="22" y="148"/>
                        </a:lnTo>
                        <a:lnTo>
                          <a:pt x="19" y="145"/>
                        </a:lnTo>
                        <a:lnTo>
                          <a:pt x="19" y="144"/>
                        </a:lnTo>
                        <a:lnTo>
                          <a:pt x="16" y="141"/>
                        </a:lnTo>
                        <a:lnTo>
                          <a:pt x="16" y="140"/>
                        </a:lnTo>
                        <a:lnTo>
                          <a:pt x="19" y="140"/>
                        </a:lnTo>
                        <a:lnTo>
                          <a:pt x="21" y="142"/>
                        </a:lnTo>
                        <a:lnTo>
                          <a:pt x="22" y="142"/>
                        </a:lnTo>
                        <a:lnTo>
                          <a:pt x="23" y="142"/>
                        </a:lnTo>
                        <a:lnTo>
                          <a:pt x="22" y="141"/>
                        </a:lnTo>
                        <a:lnTo>
                          <a:pt x="21" y="140"/>
                        </a:lnTo>
                        <a:lnTo>
                          <a:pt x="22" y="138"/>
                        </a:lnTo>
                        <a:lnTo>
                          <a:pt x="23" y="140"/>
                        </a:lnTo>
                        <a:lnTo>
                          <a:pt x="26" y="140"/>
                        </a:lnTo>
                        <a:lnTo>
                          <a:pt x="26" y="137"/>
                        </a:lnTo>
                        <a:lnTo>
                          <a:pt x="23" y="133"/>
                        </a:lnTo>
                        <a:lnTo>
                          <a:pt x="18" y="131"/>
                        </a:lnTo>
                        <a:lnTo>
                          <a:pt x="18" y="130"/>
                        </a:lnTo>
                        <a:lnTo>
                          <a:pt x="15" y="130"/>
                        </a:lnTo>
                        <a:lnTo>
                          <a:pt x="14" y="127"/>
                        </a:lnTo>
                        <a:lnTo>
                          <a:pt x="14" y="130"/>
                        </a:lnTo>
                        <a:lnTo>
                          <a:pt x="11" y="130"/>
                        </a:lnTo>
                        <a:lnTo>
                          <a:pt x="11" y="129"/>
                        </a:lnTo>
                        <a:lnTo>
                          <a:pt x="12" y="126"/>
                        </a:lnTo>
                        <a:lnTo>
                          <a:pt x="11" y="126"/>
                        </a:lnTo>
                        <a:lnTo>
                          <a:pt x="8" y="125"/>
                        </a:lnTo>
                        <a:lnTo>
                          <a:pt x="8" y="126"/>
                        </a:lnTo>
                        <a:lnTo>
                          <a:pt x="10" y="129"/>
                        </a:lnTo>
                        <a:lnTo>
                          <a:pt x="3" y="123"/>
                        </a:lnTo>
                        <a:lnTo>
                          <a:pt x="1" y="119"/>
                        </a:lnTo>
                        <a:lnTo>
                          <a:pt x="0" y="117"/>
                        </a:lnTo>
                        <a:lnTo>
                          <a:pt x="0" y="117"/>
                        </a:lnTo>
                        <a:lnTo>
                          <a:pt x="0" y="115"/>
                        </a:lnTo>
                        <a:lnTo>
                          <a:pt x="1" y="112"/>
                        </a:lnTo>
                        <a:lnTo>
                          <a:pt x="4" y="110"/>
                        </a:lnTo>
                        <a:lnTo>
                          <a:pt x="4" y="110"/>
                        </a:lnTo>
                        <a:lnTo>
                          <a:pt x="7" y="107"/>
                        </a:lnTo>
                        <a:lnTo>
                          <a:pt x="7" y="102"/>
                        </a:lnTo>
                        <a:lnTo>
                          <a:pt x="7" y="99"/>
                        </a:lnTo>
                        <a:lnTo>
                          <a:pt x="8" y="99"/>
                        </a:lnTo>
                        <a:lnTo>
                          <a:pt x="10" y="99"/>
                        </a:lnTo>
                        <a:lnTo>
                          <a:pt x="11" y="93"/>
                        </a:lnTo>
                        <a:lnTo>
                          <a:pt x="11" y="91"/>
                        </a:lnTo>
                        <a:lnTo>
                          <a:pt x="11" y="88"/>
                        </a:lnTo>
                        <a:lnTo>
                          <a:pt x="11" y="84"/>
                        </a:lnTo>
                        <a:lnTo>
                          <a:pt x="14" y="84"/>
                        </a:lnTo>
                        <a:lnTo>
                          <a:pt x="14" y="78"/>
                        </a:lnTo>
                        <a:lnTo>
                          <a:pt x="14" y="76"/>
                        </a:lnTo>
                        <a:lnTo>
                          <a:pt x="12" y="69"/>
                        </a:lnTo>
                        <a:lnTo>
                          <a:pt x="15" y="69"/>
                        </a:lnTo>
                        <a:lnTo>
                          <a:pt x="18" y="69"/>
                        </a:lnTo>
                        <a:lnTo>
                          <a:pt x="22" y="69"/>
                        </a:lnTo>
                        <a:lnTo>
                          <a:pt x="23" y="64"/>
                        </a:lnTo>
                        <a:lnTo>
                          <a:pt x="25" y="58"/>
                        </a:lnTo>
                        <a:lnTo>
                          <a:pt x="29" y="50"/>
                        </a:lnTo>
                        <a:lnTo>
                          <a:pt x="25" y="49"/>
                        </a:lnTo>
                        <a:lnTo>
                          <a:pt x="25" y="47"/>
                        </a:lnTo>
                        <a:lnTo>
                          <a:pt x="29" y="40"/>
                        </a:lnTo>
                        <a:lnTo>
                          <a:pt x="30" y="35"/>
                        </a:lnTo>
                        <a:lnTo>
                          <a:pt x="29" y="32"/>
                        </a:lnTo>
                        <a:lnTo>
                          <a:pt x="30" y="30"/>
                        </a:lnTo>
                        <a:lnTo>
                          <a:pt x="34" y="21"/>
                        </a:lnTo>
                        <a:lnTo>
                          <a:pt x="38" y="21"/>
                        </a:lnTo>
                        <a:lnTo>
                          <a:pt x="41" y="17"/>
                        </a:lnTo>
                        <a:lnTo>
                          <a:pt x="42" y="13"/>
                        </a:lnTo>
                        <a:lnTo>
                          <a:pt x="48" y="12"/>
                        </a:lnTo>
                        <a:lnTo>
                          <a:pt x="52" y="9"/>
                        </a:lnTo>
                        <a:lnTo>
                          <a:pt x="53" y="11"/>
                        </a:lnTo>
                        <a:lnTo>
                          <a:pt x="56" y="12"/>
                        </a:lnTo>
                        <a:lnTo>
                          <a:pt x="56" y="9"/>
                        </a:lnTo>
                        <a:lnTo>
                          <a:pt x="56" y="6"/>
                        </a:lnTo>
                        <a:lnTo>
                          <a:pt x="59" y="4"/>
                        </a:lnTo>
                        <a:lnTo>
                          <a:pt x="59" y="1"/>
                        </a:lnTo>
                        <a:lnTo>
                          <a:pt x="57" y="1"/>
                        </a:lnTo>
                        <a:lnTo>
                          <a:pt x="57" y="1"/>
                        </a:lnTo>
                        <a:close/>
                        <a:moveTo>
                          <a:pt x="19" y="150"/>
                        </a:moveTo>
                        <a:lnTo>
                          <a:pt x="19" y="153"/>
                        </a:lnTo>
                        <a:lnTo>
                          <a:pt x="23" y="155"/>
                        </a:lnTo>
                        <a:lnTo>
                          <a:pt x="23" y="152"/>
                        </a:lnTo>
                        <a:lnTo>
                          <a:pt x="21" y="149"/>
                        </a:lnTo>
                        <a:lnTo>
                          <a:pt x="19" y="150"/>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12" name="Freeform 1051">
                    <a:extLst>
                      <a:ext uri="{FF2B5EF4-FFF2-40B4-BE49-F238E27FC236}">
                        <a16:creationId xmlns:a16="http://schemas.microsoft.com/office/drawing/2014/main" id="{A9F6B9F9-4F8C-F794-3070-41552B366253}"/>
                      </a:ext>
                    </a:extLst>
                  </p:cNvPr>
                  <p:cNvSpPr>
                    <a:spLocks noEditPoints="1"/>
                  </p:cNvSpPr>
                  <p:nvPr/>
                </p:nvSpPr>
                <p:spPr bwMode="auto">
                  <a:xfrm>
                    <a:off x="10243657" y="2843601"/>
                    <a:ext cx="28263" cy="49036"/>
                  </a:xfrm>
                  <a:custGeom>
                    <a:avLst/>
                    <a:gdLst/>
                    <a:ahLst/>
                    <a:cxnLst>
                      <a:cxn ang="0">
                        <a:pos x="0" y="25"/>
                      </a:cxn>
                      <a:cxn ang="0">
                        <a:pos x="1" y="22"/>
                      </a:cxn>
                      <a:cxn ang="0">
                        <a:pos x="0" y="22"/>
                      </a:cxn>
                      <a:cxn ang="0">
                        <a:pos x="0" y="28"/>
                      </a:cxn>
                      <a:cxn ang="0">
                        <a:pos x="5" y="4"/>
                      </a:cxn>
                      <a:cxn ang="0">
                        <a:pos x="1" y="0"/>
                      </a:cxn>
                      <a:cxn ang="0">
                        <a:pos x="7" y="0"/>
                      </a:cxn>
                      <a:cxn ang="0">
                        <a:pos x="4" y="3"/>
                      </a:cxn>
                      <a:cxn ang="0">
                        <a:pos x="5" y="4"/>
                      </a:cxn>
                      <a:cxn ang="0">
                        <a:pos x="9" y="2"/>
                      </a:cxn>
                      <a:cxn ang="0">
                        <a:pos x="13" y="6"/>
                      </a:cxn>
                      <a:cxn ang="0">
                        <a:pos x="13" y="6"/>
                      </a:cxn>
                      <a:cxn ang="0">
                        <a:pos x="9" y="4"/>
                      </a:cxn>
                      <a:cxn ang="0">
                        <a:pos x="7" y="3"/>
                      </a:cxn>
                      <a:cxn ang="0">
                        <a:pos x="8" y="2"/>
                      </a:cxn>
                      <a:cxn ang="0">
                        <a:pos x="8" y="0"/>
                      </a:cxn>
                      <a:cxn ang="0">
                        <a:pos x="5" y="6"/>
                      </a:cxn>
                      <a:cxn ang="0">
                        <a:pos x="5" y="7"/>
                      </a:cxn>
                      <a:cxn ang="0">
                        <a:pos x="5" y="8"/>
                      </a:cxn>
                      <a:cxn ang="0">
                        <a:pos x="4" y="13"/>
                      </a:cxn>
                      <a:cxn ang="0">
                        <a:pos x="1" y="11"/>
                      </a:cxn>
                      <a:cxn ang="0">
                        <a:pos x="0" y="11"/>
                      </a:cxn>
                      <a:cxn ang="0">
                        <a:pos x="1" y="14"/>
                      </a:cxn>
                      <a:cxn ang="0">
                        <a:pos x="2" y="17"/>
                      </a:cxn>
                      <a:cxn ang="0">
                        <a:pos x="1" y="22"/>
                      </a:cxn>
                      <a:cxn ang="0">
                        <a:pos x="1" y="30"/>
                      </a:cxn>
                      <a:cxn ang="0">
                        <a:pos x="1" y="37"/>
                      </a:cxn>
                      <a:cxn ang="0">
                        <a:pos x="2" y="45"/>
                      </a:cxn>
                      <a:cxn ang="0">
                        <a:pos x="7" y="56"/>
                      </a:cxn>
                      <a:cxn ang="0">
                        <a:pos x="13" y="57"/>
                      </a:cxn>
                      <a:cxn ang="0">
                        <a:pos x="23" y="56"/>
                      </a:cxn>
                      <a:cxn ang="0">
                        <a:pos x="30" y="47"/>
                      </a:cxn>
                      <a:cxn ang="0">
                        <a:pos x="30" y="41"/>
                      </a:cxn>
                      <a:cxn ang="0">
                        <a:pos x="31" y="37"/>
                      </a:cxn>
                      <a:cxn ang="0">
                        <a:pos x="30" y="33"/>
                      </a:cxn>
                      <a:cxn ang="0">
                        <a:pos x="26" y="25"/>
                      </a:cxn>
                      <a:cxn ang="0">
                        <a:pos x="21" y="21"/>
                      </a:cxn>
                      <a:cxn ang="0">
                        <a:pos x="19" y="21"/>
                      </a:cxn>
                      <a:cxn ang="0">
                        <a:pos x="21" y="18"/>
                      </a:cxn>
                      <a:cxn ang="0">
                        <a:pos x="19" y="14"/>
                      </a:cxn>
                      <a:cxn ang="0">
                        <a:pos x="16" y="11"/>
                      </a:cxn>
                      <a:cxn ang="0">
                        <a:pos x="15" y="8"/>
                      </a:cxn>
                      <a:cxn ang="0">
                        <a:pos x="11" y="7"/>
                      </a:cxn>
                      <a:cxn ang="0">
                        <a:pos x="9" y="6"/>
                      </a:cxn>
                    </a:cxnLst>
                    <a:rect l="0" t="0" r="r" b="b"/>
                    <a:pathLst>
                      <a:path w="31" h="59">
                        <a:moveTo>
                          <a:pt x="0" y="28"/>
                        </a:moveTo>
                        <a:lnTo>
                          <a:pt x="0" y="25"/>
                        </a:lnTo>
                        <a:lnTo>
                          <a:pt x="0" y="22"/>
                        </a:lnTo>
                        <a:lnTo>
                          <a:pt x="1" y="22"/>
                        </a:lnTo>
                        <a:lnTo>
                          <a:pt x="1" y="22"/>
                        </a:lnTo>
                        <a:lnTo>
                          <a:pt x="0" y="22"/>
                        </a:lnTo>
                        <a:lnTo>
                          <a:pt x="1" y="25"/>
                        </a:lnTo>
                        <a:lnTo>
                          <a:pt x="0" y="28"/>
                        </a:lnTo>
                        <a:lnTo>
                          <a:pt x="0" y="28"/>
                        </a:lnTo>
                        <a:close/>
                        <a:moveTo>
                          <a:pt x="5" y="4"/>
                        </a:moveTo>
                        <a:lnTo>
                          <a:pt x="1" y="2"/>
                        </a:lnTo>
                        <a:lnTo>
                          <a:pt x="1" y="0"/>
                        </a:lnTo>
                        <a:lnTo>
                          <a:pt x="5" y="0"/>
                        </a:lnTo>
                        <a:lnTo>
                          <a:pt x="7" y="0"/>
                        </a:lnTo>
                        <a:lnTo>
                          <a:pt x="5" y="3"/>
                        </a:lnTo>
                        <a:lnTo>
                          <a:pt x="4" y="3"/>
                        </a:lnTo>
                        <a:lnTo>
                          <a:pt x="5" y="4"/>
                        </a:lnTo>
                        <a:lnTo>
                          <a:pt x="5" y="4"/>
                        </a:lnTo>
                        <a:close/>
                        <a:moveTo>
                          <a:pt x="8" y="0"/>
                        </a:moveTo>
                        <a:lnTo>
                          <a:pt x="9" y="2"/>
                        </a:lnTo>
                        <a:lnTo>
                          <a:pt x="11" y="3"/>
                        </a:lnTo>
                        <a:lnTo>
                          <a:pt x="13" y="6"/>
                        </a:lnTo>
                        <a:lnTo>
                          <a:pt x="15" y="7"/>
                        </a:lnTo>
                        <a:lnTo>
                          <a:pt x="13" y="6"/>
                        </a:lnTo>
                        <a:lnTo>
                          <a:pt x="11" y="6"/>
                        </a:lnTo>
                        <a:lnTo>
                          <a:pt x="9" y="4"/>
                        </a:lnTo>
                        <a:lnTo>
                          <a:pt x="7" y="3"/>
                        </a:lnTo>
                        <a:lnTo>
                          <a:pt x="7" y="3"/>
                        </a:lnTo>
                        <a:lnTo>
                          <a:pt x="8" y="2"/>
                        </a:lnTo>
                        <a:lnTo>
                          <a:pt x="8" y="2"/>
                        </a:lnTo>
                        <a:lnTo>
                          <a:pt x="8" y="0"/>
                        </a:lnTo>
                        <a:lnTo>
                          <a:pt x="8" y="0"/>
                        </a:lnTo>
                        <a:close/>
                        <a:moveTo>
                          <a:pt x="5" y="4"/>
                        </a:moveTo>
                        <a:lnTo>
                          <a:pt x="5" y="6"/>
                        </a:lnTo>
                        <a:lnTo>
                          <a:pt x="7" y="7"/>
                        </a:lnTo>
                        <a:lnTo>
                          <a:pt x="5" y="7"/>
                        </a:lnTo>
                        <a:lnTo>
                          <a:pt x="5" y="7"/>
                        </a:lnTo>
                        <a:lnTo>
                          <a:pt x="5" y="8"/>
                        </a:lnTo>
                        <a:lnTo>
                          <a:pt x="5" y="10"/>
                        </a:lnTo>
                        <a:lnTo>
                          <a:pt x="4" y="13"/>
                        </a:lnTo>
                        <a:lnTo>
                          <a:pt x="2" y="13"/>
                        </a:lnTo>
                        <a:lnTo>
                          <a:pt x="1" y="11"/>
                        </a:lnTo>
                        <a:lnTo>
                          <a:pt x="0" y="11"/>
                        </a:lnTo>
                        <a:lnTo>
                          <a:pt x="0" y="11"/>
                        </a:lnTo>
                        <a:lnTo>
                          <a:pt x="1" y="13"/>
                        </a:lnTo>
                        <a:lnTo>
                          <a:pt x="1" y="14"/>
                        </a:lnTo>
                        <a:lnTo>
                          <a:pt x="1" y="14"/>
                        </a:lnTo>
                        <a:lnTo>
                          <a:pt x="2" y="17"/>
                        </a:lnTo>
                        <a:lnTo>
                          <a:pt x="2" y="21"/>
                        </a:lnTo>
                        <a:lnTo>
                          <a:pt x="1" y="22"/>
                        </a:lnTo>
                        <a:lnTo>
                          <a:pt x="1" y="29"/>
                        </a:lnTo>
                        <a:lnTo>
                          <a:pt x="1" y="30"/>
                        </a:lnTo>
                        <a:lnTo>
                          <a:pt x="0" y="32"/>
                        </a:lnTo>
                        <a:lnTo>
                          <a:pt x="1" y="37"/>
                        </a:lnTo>
                        <a:lnTo>
                          <a:pt x="1" y="38"/>
                        </a:lnTo>
                        <a:lnTo>
                          <a:pt x="2" y="45"/>
                        </a:lnTo>
                        <a:lnTo>
                          <a:pt x="5" y="53"/>
                        </a:lnTo>
                        <a:lnTo>
                          <a:pt x="7" y="56"/>
                        </a:lnTo>
                        <a:lnTo>
                          <a:pt x="11" y="59"/>
                        </a:lnTo>
                        <a:lnTo>
                          <a:pt x="13" y="57"/>
                        </a:lnTo>
                        <a:lnTo>
                          <a:pt x="17" y="57"/>
                        </a:lnTo>
                        <a:lnTo>
                          <a:pt x="23" y="56"/>
                        </a:lnTo>
                        <a:lnTo>
                          <a:pt x="27" y="51"/>
                        </a:lnTo>
                        <a:lnTo>
                          <a:pt x="30" y="47"/>
                        </a:lnTo>
                        <a:lnTo>
                          <a:pt x="30" y="44"/>
                        </a:lnTo>
                        <a:lnTo>
                          <a:pt x="30" y="41"/>
                        </a:lnTo>
                        <a:lnTo>
                          <a:pt x="31" y="41"/>
                        </a:lnTo>
                        <a:lnTo>
                          <a:pt x="31" y="37"/>
                        </a:lnTo>
                        <a:lnTo>
                          <a:pt x="30" y="36"/>
                        </a:lnTo>
                        <a:lnTo>
                          <a:pt x="30" y="33"/>
                        </a:lnTo>
                        <a:lnTo>
                          <a:pt x="28" y="32"/>
                        </a:lnTo>
                        <a:lnTo>
                          <a:pt x="26" y="25"/>
                        </a:lnTo>
                        <a:lnTo>
                          <a:pt x="24" y="21"/>
                        </a:lnTo>
                        <a:lnTo>
                          <a:pt x="21" y="21"/>
                        </a:lnTo>
                        <a:lnTo>
                          <a:pt x="21" y="21"/>
                        </a:lnTo>
                        <a:lnTo>
                          <a:pt x="19" y="21"/>
                        </a:lnTo>
                        <a:lnTo>
                          <a:pt x="21" y="18"/>
                        </a:lnTo>
                        <a:lnTo>
                          <a:pt x="21" y="18"/>
                        </a:lnTo>
                        <a:lnTo>
                          <a:pt x="20" y="17"/>
                        </a:lnTo>
                        <a:lnTo>
                          <a:pt x="19" y="14"/>
                        </a:lnTo>
                        <a:lnTo>
                          <a:pt x="17" y="14"/>
                        </a:lnTo>
                        <a:lnTo>
                          <a:pt x="16" y="11"/>
                        </a:lnTo>
                        <a:lnTo>
                          <a:pt x="15" y="10"/>
                        </a:lnTo>
                        <a:lnTo>
                          <a:pt x="15" y="8"/>
                        </a:lnTo>
                        <a:lnTo>
                          <a:pt x="11" y="7"/>
                        </a:lnTo>
                        <a:lnTo>
                          <a:pt x="11" y="7"/>
                        </a:lnTo>
                        <a:lnTo>
                          <a:pt x="8" y="7"/>
                        </a:lnTo>
                        <a:lnTo>
                          <a:pt x="9" y="6"/>
                        </a:lnTo>
                        <a:lnTo>
                          <a:pt x="5" y="4"/>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13" name="Freeform 1053">
                    <a:extLst>
                      <a:ext uri="{FF2B5EF4-FFF2-40B4-BE49-F238E27FC236}">
                        <a16:creationId xmlns:a16="http://schemas.microsoft.com/office/drawing/2014/main" id="{38A84710-85AE-9820-8B99-7AC1BB772227}"/>
                      </a:ext>
                    </a:extLst>
                  </p:cNvPr>
                  <p:cNvSpPr>
                    <a:spLocks noEditPoints="1"/>
                  </p:cNvSpPr>
                  <p:nvPr/>
                </p:nvSpPr>
                <p:spPr bwMode="auto">
                  <a:xfrm>
                    <a:off x="10350102" y="2614436"/>
                    <a:ext cx="69385" cy="83179"/>
                  </a:xfrm>
                  <a:custGeom>
                    <a:avLst/>
                    <a:gdLst/>
                    <a:ahLst/>
                    <a:cxnLst>
                      <a:cxn ang="0">
                        <a:pos x="70" y="85"/>
                      </a:cxn>
                      <a:cxn ang="0">
                        <a:pos x="66" y="90"/>
                      </a:cxn>
                      <a:cxn ang="0">
                        <a:pos x="67" y="96"/>
                      </a:cxn>
                      <a:cxn ang="0">
                        <a:pos x="62" y="86"/>
                      </a:cxn>
                      <a:cxn ang="0">
                        <a:pos x="62" y="81"/>
                      </a:cxn>
                      <a:cxn ang="0">
                        <a:pos x="59" y="83"/>
                      </a:cxn>
                      <a:cxn ang="0">
                        <a:pos x="59" y="75"/>
                      </a:cxn>
                      <a:cxn ang="0">
                        <a:pos x="53" y="62"/>
                      </a:cxn>
                      <a:cxn ang="0">
                        <a:pos x="51" y="63"/>
                      </a:cxn>
                      <a:cxn ang="0">
                        <a:pos x="43" y="60"/>
                      </a:cxn>
                      <a:cxn ang="0">
                        <a:pos x="38" y="55"/>
                      </a:cxn>
                      <a:cxn ang="0">
                        <a:pos x="39" y="63"/>
                      </a:cxn>
                      <a:cxn ang="0">
                        <a:pos x="40" y="68"/>
                      </a:cxn>
                      <a:cxn ang="0">
                        <a:pos x="35" y="78"/>
                      </a:cxn>
                      <a:cxn ang="0">
                        <a:pos x="35" y="74"/>
                      </a:cxn>
                      <a:cxn ang="0">
                        <a:pos x="32" y="75"/>
                      </a:cxn>
                      <a:cxn ang="0">
                        <a:pos x="32" y="67"/>
                      </a:cxn>
                      <a:cxn ang="0">
                        <a:pos x="31" y="70"/>
                      </a:cxn>
                      <a:cxn ang="0">
                        <a:pos x="31" y="75"/>
                      </a:cxn>
                      <a:cxn ang="0">
                        <a:pos x="29" y="78"/>
                      </a:cxn>
                      <a:cxn ang="0">
                        <a:pos x="25" y="79"/>
                      </a:cxn>
                      <a:cxn ang="0">
                        <a:pos x="21" y="75"/>
                      </a:cxn>
                      <a:cxn ang="0">
                        <a:pos x="19" y="70"/>
                      </a:cxn>
                      <a:cxn ang="0">
                        <a:pos x="14" y="55"/>
                      </a:cxn>
                      <a:cxn ang="0">
                        <a:pos x="13" y="44"/>
                      </a:cxn>
                      <a:cxn ang="0">
                        <a:pos x="4" y="34"/>
                      </a:cxn>
                      <a:cxn ang="0">
                        <a:pos x="6" y="25"/>
                      </a:cxn>
                      <a:cxn ang="0">
                        <a:pos x="13" y="22"/>
                      </a:cxn>
                      <a:cxn ang="0">
                        <a:pos x="9" y="17"/>
                      </a:cxn>
                      <a:cxn ang="0">
                        <a:pos x="0" y="13"/>
                      </a:cxn>
                      <a:cxn ang="0">
                        <a:pos x="2" y="5"/>
                      </a:cxn>
                      <a:cxn ang="0">
                        <a:pos x="5" y="0"/>
                      </a:cxn>
                      <a:cxn ang="0">
                        <a:pos x="8" y="6"/>
                      </a:cxn>
                      <a:cxn ang="0">
                        <a:pos x="14" y="7"/>
                      </a:cxn>
                      <a:cxn ang="0">
                        <a:pos x="13" y="5"/>
                      </a:cxn>
                      <a:cxn ang="0">
                        <a:pos x="20" y="9"/>
                      </a:cxn>
                      <a:cxn ang="0">
                        <a:pos x="24" y="11"/>
                      </a:cxn>
                      <a:cxn ang="0">
                        <a:pos x="25" y="20"/>
                      </a:cxn>
                      <a:cxn ang="0">
                        <a:pos x="31" y="22"/>
                      </a:cxn>
                      <a:cxn ang="0">
                        <a:pos x="43" y="24"/>
                      </a:cxn>
                      <a:cxn ang="0">
                        <a:pos x="55" y="24"/>
                      </a:cxn>
                      <a:cxn ang="0">
                        <a:pos x="59" y="26"/>
                      </a:cxn>
                      <a:cxn ang="0">
                        <a:pos x="59" y="33"/>
                      </a:cxn>
                      <a:cxn ang="0">
                        <a:pos x="55" y="41"/>
                      </a:cxn>
                      <a:cxn ang="0">
                        <a:pos x="53" y="41"/>
                      </a:cxn>
                      <a:cxn ang="0">
                        <a:pos x="47" y="45"/>
                      </a:cxn>
                      <a:cxn ang="0">
                        <a:pos x="51" y="52"/>
                      </a:cxn>
                      <a:cxn ang="0">
                        <a:pos x="55" y="59"/>
                      </a:cxn>
                      <a:cxn ang="0">
                        <a:pos x="57" y="56"/>
                      </a:cxn>
                      <a:cxn ang="0">
                        <a:pos x="59" y="51"/>
                      </a:cxn>
                      <a:cxn ang="0">
                        <a:pos x="61" y="49"/>
                      </a:cxn>
                      <a:cxn ang="0">
                        <a:pos x="65" y="53"/>
                      </a:cxn>
                      <a:cxn ang="0">
                        <a:pos x="67" y="62"/>
                      </a:cxn>
                      <a:cxn ang="0">
                        <a:pos x="70" y="74"/>
                      </a:cxn>
                      <a:cxn ang="0">
                        <a:pos x="72" y="78"/>
                      </a:cxn>
                      <a:cxn ang="0">
                        <a:pos x="53" y="67"/>
                      </a:cxn>
                      <a:cxn ang="0">
                        <a:pos x="51" y="70"/>
                      </a:cxn>
                      <a:cxn ang="0">
                        <a:pos x="53" y="67"/>
                      </a:cxn>
                      <a:cxn ang="0">
                        <a:pos x="47" y="71"/>
                      </a:cxn>
                      <a:cxn ang="0">
                        <a:pos x="50" y="67"/>
                      </a:cxn>
                      <a:cxn ang="0">
                        <a:pos x="46" y="66"/>
                      </a:cxn>
                      <a:cxn ang="0">
                        <a:pos x="40" y="66"/>
                      </a:cxn>
                      <a:cxn ang="0">
                        <a:pos x="44" y="71"/>
                      </a:cxn>
                    </a:cxnLst>
                    <a:rect l="0" t="0" r="r" b="b"/>
                    <a:pathLst>
                      <a:path w="73" h="96">
                        <a:moveTo>
                          <a:pt x="73" y="78"/>
                        </a:moveTo>
                        <a:lnTo>
                          <a:pt x="73" y="82"/>
                        </a:lnTo>
                        <a:lnTo>
                          <a:pt x="70" y="85"/>
                        </a:lnTo>
                        <a:lnTo>
                          <a:pt x="70" y="85"/>
                        </a:lnTo>
                        <a:lnTo>
                          <a:pt x="67" y="87"/>
                        </a:lnTo>
                        <a:lnTo>
                          <a:pt x="66" y="90"/>
                        </a:lnTo>
                        <a:lnTo>
                          <a:pt x="66" y="92"/>
                        </a:lnTo>
                        <a:lnTo>
                          <a:pt x="66" y="92"/>
                        </a:lnTo>
                        <a:lnTo>
                          <a:pt x="67" y="96"/>
                        </a:lnTo>
                        <a:lnTo>
                          <a:pt x="66" y="96"/>
                        </a:lnTo>
                        <a:lnTo>
                          <a:pt x="65" y="90"/>
                        </a:lnTo>
                        <a:lnTo>
                          <a:pt x="62" y="86"/>
                        </a:lnTo>
                        <a:lnTo>
                          <a:pt x="61" y="85"/>
                        </a:lnTo>
                        <a:lnTo>
                          <a:pt x="62" y="83"/>
                        </a:lnTo>
                        <a:lnTo>
                          <a:pt x="62" y="81"/>
                        </a:lnTo>
                        <a:lnTo>
                          <a:pt x="61" y="82"/>
                        </a:lnTo>
                        <a:lnTo>
                          <a:pt x="59" y="83"/>
                        </a:lnTo>
                        <a:lnTo>
                          <a:pt x="59" y="83"/>
                        </a:lnTo>
                        <a:lnTo>
                          <a:pt x="59" y="79"/>
                        </a:lnTo>
                        <a:lnTo>
                          <a:pt x="59" y="78"/>
                        </a:lnTo>
                        <a:lnTo>
                          <a:pt x="59" y="75"/>
                        </a:lnTo>
                        <a:lnTo>
                          <a:pt x="59" y="72"/>
                        </a:lnTo>
                        <a:lnTo>
                          <a:pt x="58" y="71"/>
                        </a:lnTo>
                        <a:lnTo>
                          <a:pt x="53" y="62"/>
                        </a:lnTo>
                        <a:lnTo>
                          <a:pt x="53" y="62"/>
                        </a:lnTo>
                        <a:lnTo>
                          <a:pt x="53" y="63"/>
                        </a:lnTo>
                        <a:lnTo>
                          <a:pt x="51" y="63"/>
                        </a:lnTo>
                        <a:lnTo>
                          <a:pt x="48" y="64"/>
                        </a:lnTo>
                        <a:lnTo>
                          <a:pt x="43" y="62"/>
                        </a:lnTo>
                        <a:lnTo>
                          <a:pt x="43" y="60"/>
                        </a:lnTo>
                        <a:lnTo>
                          <a:pt x="42" y="60"/>
                        </a:lnTo>
                        <a:lnTo>
                          <a:pt x="39" y="59"/>
                        </a:lnTo>
                        <a:lnTo>
                          <a:pt x="38" y="55"/>
                        </a:lnTo>
                        <a:lnTo>
                          <a:pt x="38" y="59"/>
                        </a:lnTo>
                        <a:lnTo>
                          <a:pt x="40" y="62"/>
                        </a:lnTo>
                        <a:lnTo>
                          <a:pt x="39" y="63"/>
                        </a:lnTo>
                        <a:lnTo>
                          <a:pt x="36" y="64"/>
                        </a:lnTo>
                        <a:lnTo>
                          <a:pt x="39" y="66"/>
                        </a:lnTo>
                        <a:lnTo>
                          <a:pt x="40" y="68"/>
                        </a:lnTo>
                        <a:lnTo>
                          <a:pt x="40" y="72"/>
                        </a:lnTo>
                        <a:lnTo>
                          <a:pt x="38" y="74"/>
                        </a:lnTo>
                        <a:lnTo>
                          <a:pt x="35" y="78"/>
                        </a:lnTo>
                        <a:lnTo>
                          <a:pt x="34" y="77"/>
                        </a:lnTo>
                        <a:lnTo>
                          <a:pt x="35" y="74"/>
                        </a:lnTo>
                        <a:lnTo>
                          <a:pt x="35" y="74"/>
                        </a:lnTo>
                        <a:lnTo>
                          <a:pt x="36" y="72"/>
                        </a:lnTo>
                        <a:lnTo>
                          <a:pt x="34" y="72"/>
                        </a:lnTo>
                        <a:lnTo>
                          <a:pt x="32" y="75"/>
                        </a:lnTo>
                        <a:lnTo>
                          <a:pt x="31" y="72"/>
                        </a:lnTo>
                        <a:lnTo>
                          <a:pt x="32" y="68"/>
                        </a:lnTo>
                        <a:lnTo>
                          <a:pt x="32" y="67"/>
                        </a:lnTo>
                        <a:lnTo>
                          <a:pt x="31" y="66"/>
                        </a:lnTo>
                        <a:lnTo>
                          <a:pt x="31" y="67"/>
                        </a:lnTo>
                        <a:lnTo>
                          <a:pt x="31" y="70"/>
                        </a:lnTo>
                        <a:lnTo>
                          <a:pt x="29" y="72"/>
                        </a:lnTo>
                        <a:lnTo>
                          <a:pt x="29" y="72"/>
                        </a:lnTo>
                        <a:lnTo>
                          <a:pt x="31" y="75"/>
                        </a:lnTo>
                        <a:lnTo>
                          <a:pt x="31" y="78"/>
                        </a:lnTo>
                        <a:lnTo>
                          <a:pt x="29" y="79"/>
                        </a:lnTo>
                        <a:lnTo>
                          <a:pt x="29" y="78"/>
                        </a:lnTo>
                        <a:lnTo>
                          <a:pt x="27" y="78"/>
                        </a:lnTo>
                        <a:lnTo>
                          <a:pt x="25" y="78"/>
                        </a:lnTo>
                        <a:lnTo>
                          <a:pt x="25" y="79"/>
                        </a:lnTo>
                        <a:lnTo>
                          <a:pt x="24" y="79"/>
                        </a:lnTo>
                        <a:lnTo>
                          <a:pt x="23" y="78"/>
                        </a:lnTo>
                        <a:lnTo>
                          <a:pt x="21" y="75"/>
                        </a:lnTo>
                        <a:lnTo>
                          <a:pt x="20" y="77"/>
                        </a:lnTo>
                        <a:lnTo>
                          <a:pt x="20" y="72"/>
                        </a:lnTo>
                        <a:lnTo>
                          <a:pt x="19" y="70"/>
                        </a:lnTo>
                        <a:lnTo>
                          <a:pt x="19" y="66"/>
                        </a:lnTo>
                        <a:lnTo>
                          <a:pt x="14" y="60"/>
                        </a:lnTo>
                        <a:lnTo>
                          <a:pt x="14" y="55"/>
                        </a:lnTo>
                        <a:lnTo>
                          <a:pt x="14" y="53"/>
                        </a:lnTo>
                        <a:lnTo>
                          <a:pt x="13" y="49"/>
                        </a:lnTo>
                        <a:lnTo>
                          <a:pt x="13" y="44"/>
                        </a:lnTo>
                        <a:lnTo>
                          <a:pt x="10" y="40"/>
                        </a:lnTo>
                        <a:lnTo>
                          <a:pt x="6" y="39"/>
                        </a:lnTo>
                        <a:lnTo>
                          <a:pt x="4" y="34"/>
                        </a:lnTo>
                        <a:lnTo>
                          <a:pt x="4" y="29"/>
                        </a:lnTo>
                        <a:lnTo>
                          <a:pt x="6" y="29"/>
                        </a:lnTo>
                        <a:lnTo>
                          <a:pt x="6" y="25"/>
                        </a:lnTo>
                        <a:lnTo>
                          <a:pt x="9" y="24"/>
                        </a:lnTo>
                        <a:lnTo>
                          <a:pt x="10" y="25"/>
                        </a:lnTo>
                        <a:lnTo>
                          <a:pt x="13" y="22"/>
                        </a:lnTo>
                        <a:lnTo>
                          <a:pt x="12" y="20"/>
                        </a:lnTo>
                        <a:lnTo>
                          <a:pt x="12" y="17"/>
                        </a:lnTo>
                        <a:lnTo>
                          <a:pt x="9" y="17"/>
                        </a:lnTo>
                        <a:lnTo>
                          <a:pt x="6" y="18"/>
                        </a:lnTo>
                        <a:lnTo>
                          <a:pt x="0" y="15"/>
                        </a:lnTo>
                        <a:lnTo>
                          <a:pt x="0" y="13"/>
                        </a:lnTo>
                        <a:lnTo>
                          <a:pt x="2" y="9"/>
                        </a:lnTo>
                        <a:lnTo>
                          <a:pt x="4" y="6"/>
                        </a:lnTo>
                        <a:lnTo>
                          <a:pt x="2" y="5"/>
                        </a:lnTo>
                        <a:lnTo>
                          <a:pt x="2" y="2"/>
                        </a:lnTo>
                        <a:lnTo>
                          <a:pt x="4" y="2"/>
                        </a:lnTo>
                        <a:lnTo>
                          <a:pt x="5" y="0"/>
                        </a:lnTo>
                        <a:lnTo>
                          <a:pt x="5" y="2"/>
                        </a:lnTo>
                        <a:lnTo>
                          <a:pt x="8" y="5"/>
                        </a:lnTo>
                        <a:lnTo>
                          <a:pt x="8" y="6"/>
                        </a:lnTo>
                        <a:lnTo>
                          <a:pt x="9" y="9"/>
                        </a:lnTo>
                        <a:lnTo>
                          <a:pt x="13" y="9"/>
                        </a:lnTo>
                        <a:lnTo>
                          <a:pt x="14" y="7"/>
                        </a:lnTo>
                        <a:lnTo>
                          <a:pt x="12" y="7"/>
                        </a:lnTo>
                        <a:lnTo>
                          <a:pt x="13" y="5"/>
                        </a:lnTo>
                        <a:lnTo>
                          <a:pt x="13" y="5"/>
                        </a:lnTo>
                        <a:lnTo>
                          <a:pt x="16" y="7"/>
                        </a:lnTo>
                        <a:lnTo>
                          <a:pt x="17" y="9"/>
                        </a:lnTo>
                        <a:lnTo>
                          <a:pt x="20" y="9"/>
                        </a:lnTo>
                        <a:lnTo>
                          <a:pt x="20" y="9"/>
                        </a:lnTo>
                        <a:lnTo>
                          <a:pt x="21" y="7"/>
                        </a:lnTo>
                        <a:lnTo>
                          <a:pt x="24" y="11"/>
                        </a:lnTo>
                        <a:lnTo>
                          <a:pt x="24" y="15"/>
                        </a:lnTo>
                        <a:lnTo>
                          <a:pt x="24" y="17"/>
                        </a:lnTo>
                        <a:lnTo>
                          <a:pt x="25" y="20"/>
                        </a:lnTo>
                        <a:lnTo>
                          <a:pt x="25" y="22"/>
                        </a:lnTo>
                        <a:lnTo>
                          <a:pt x="28" y="22"/>
                        </a:lnTo>
                        <a:lnTo>
                          <a:pt x="31" y="22"/>
                        </a:lnTo>
                        <a:lnTo>
                          <a:pt x="34" y="24"/>
                        </a:lnTo>
                        <a:lnTo>
                          <a:pt x="38" y="24"/>
                        </a:lnTo>
                        <a:lnTo>
                          <a:pt x="43" y="24"/>
                        </a:lnTo>
                        <a:lnTo>
                          <a:pt x="47" y="24"/>
                        </a:lnTo>
                        <a:lnTo>
                          <a:pt x="53" y="24"/>
                        </a:lnTo>
                        <a:lnTo>
                          <a:pt x="55" y="24"/>
                        </a:lnTo>
                        <a:lnTo>
                          <a:pt x="55" y="24"/>
                        </a:lnTo>
                        <a:lnTo>
                          <a:pt x="58" y="24"/>
                        </a:lnTo>
                        <a:lnTo>
                          <a:pt x="59" y="26"/>
                        </a:lnTo>
                        <a:lnTo>
                          <a:pt x="62" y="26"/>
                        </a:lnTo>
                        <a:lnTo>
                          <a:pt x="59" y="30"/>
                        </a:lnTo>
                        <a:lnTo>
                          <a:pt x="59" y="33"/>
                        </a:lnTo>
                        <a:lnTo>
                          <a:pt x="58" y="39"/>
                        </a:lnTo>
                        <a:lnTo>
                          <a:pt x="55" y="39"/>
                        </a:lnTo>
                        <a:lnTo>
                          <a:pt x="55" y="41"/>
                        </a:lnTo>
                        <a:lnTo>
                          <a:pt x="55" y="43"/>
                        </a:lnTo>
                        <a:lnTo>
                          <a:pt x="53" y="43"/>
                        </a:lnTo>
                        <a:lnTo>
                          <a:pt x="53" y="41"/>
                        </a:lnTo>
                        <a:lnTo>
                          <a:pt x="50" y="43"/>
                        </a:lnTo>
                        <a:lnTo>
                          <a:pt x="48" y="45"/>
                        </a:lnTo>
                        <a:lnTo>
                          <a:pt x="47" y="45"/>
                        </a:lnTo>
                        <a:lnTo>
                          <a:pt x="47" y="48"/>
                        </a:lnTo>
                        <a:lnTo>
                          <a:pt x="50" y="51"/>
                        </a:lnTo>
                        <a:lnTo>
                          <a:pt x="51" y="52"/>
                        </a:lnTo>
                        <a:lnTo>
                          <a:pt x="51" y="53"/>
                        </a:lnTo>
                        <a:lnTo>
                          <a:pt x="54" y="56"/>
                        </a:lnTo>
                        <a:lnTo>
                          <a:pt x="55" y="59"/>
                        </a:lnTo>
                        <a:lnTo>
                          <a:pt x="57" y="59"/>
                        </a:lnTo>
                        <a:lnTo>
                          <a:pt x="58" y="56"/>
                        </a:lnTo>
                        <a:lnTo>
                          <a:pt x="57" y="56"/>
                        </a:lnTo>
                        <a:lnTo>
                          <a:pt x="58" y="53"/>
                        </a:lnTo>
                        <a:lnTo>
                          <a:pt x="58" y="52"/>
                        </a:lnTo>
                        <a:lnTo>
                          <a:pt x="59" y="51"/>
                        </a:lnTo>
                        <a:lnTo>
                          <a:pt x="58" y="49"/>
                        </a:lnTo>
                        <a:lnTo>
                          <a:pt x="59" y="49"/>
                        </a:lnTo>
                        <a:lnTo>
                          <a:pt x="61" y="49"/>
                        </a:lnTo>
                        <a:lnTo>
                          <a:pt x="63" y="49"/>
                        </a:lnTo>
                        <a:lnTo>
                          <a:pt x="65" y="51"/>
                        </a:lnTo>
                        <a:lnTo>
                          <a:pt x="65" y="53"/>
                        </a:lnTo>
                        <a:lnTo>
                          <a:pt x="66" y="58"/>
                        </a:lnTo>
                        <a:lnTo>
                          <a:pt x="66" y="60"/>
                        </a:lnTo>
                        <a:lnTo>
                          <a:pt x="67" y="62"/>
                        </a:lnTo>
                        <a:lnTo>
                          <a:pt x="69" y="68"/>
                        </a:lnTo>
                        <a:lnTo>
                          <a:pt x="69" y="71"/>
                        </a:lnTo>
                        <a:lnTo>
                          <a:pt x="70" y="74"/>
                        </a:lnTo>
                        <a:lnTo>
                          <a:pt x="72" y="75"/>
                        </a:lnTo>
                        <a:lnTo>
                          <a:pt x="72" y="77"/>
                        </a:lnTo>
                        <a:lnTo>
                          <a:pt x="72" y="78"/>
                        </a:lnTo>
                        <a:lnTo>
                          <a:pt x="73" y="78"/>
                        </a:lnTo>
                        <a:lnTo>
                          <a:pt x="73" y="78"/>
                        </a:lnTo>
                        <a:close/>
                        <a:moveTo>
                          <a:pt x="53" y="67"/>
                        </a:moveTo>
                        <a:lnTo>
                          <a:pt x="53" y="66"/>
                        </a:lnTo>
                        <a:lnTo>
                          <a:pt x="51" y="67"/>
                        </a:lnTo>
                        <a:lnTo>
                          <a:pt x="51" y="70"/>
                        </a:lnTo>
                        <a:lnTo>
                          <a:pt x="53" y="68"/>
                        </a:lnTo>
                        <a:lnTo>
                          <a:pt x="53" y="67"/>
                        </a:lnTo>
                        <a:lnTo>
                          <a:pt x="53" y="67"/>
                        </a:lnTo>
                        <a:close/>
                        <a:moveTo>
                          <a:pt x="46" y="66"/>
                        </a:moveTo>
                        <a:lnTo>
                          <a:pt x="47" y="68"/>
                        </a:lnTo>
                        <a:lnTo>
                          <a:pt x="47" y="71"/>
                        </a:lnTo>
                        <a:lnTo>
                          <a:pt x="48" y="72"/>
                        </a:lnTo>
                        <a:lnTo>
                          <a:pt x="50" y="70"/>
                        </a:lnTo>
                        <a:lnTo>
                          <a:pt x="50" y="67"/>
                        </a:lnTo>
                        <a:lnTo>
                          <a:pt x="46" y="64"/>
                        </a:lnTo>
                        <a:lnTo>
                          <a:pt x="46" y="64"/>
                        </a:lnTo>
                        <a:lnTo>
                          <a:pt x="46" y="66"/>
                        </a:lnTo>
                        <a:lnTo>
                          <a:pt x="46" y="66"/>
                        </a:lnTo>
                        <a:close/>
                        <a:moveTo>
                          <a:pt x="43" y="64"/>
                        </a:moveTo>
                        <a:lnTo>
                          <a:pt x="40" y="66"/>
                        </a:lnTo>
                        <a:lnTo>
                          <a:pt x="40" y="66"/>
                        </a:lnTo>
                        <a:lnTo>
                          <a:pt x="42" y="71"/>
                        </a:lnTo>
                        <a:lnTo>
                          <a:pt x="44" y="71"/>
                        </a:lnTo>
                        <a:lnTo>
                          <a:pt x="44" y="67"/>
                        </a:lnTo>
                        <a:lnTo>
                          <a:pt x="43" y="64"/>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14" name="Freeform 1055">
                    <a:extLst>
                      <a:ext uri="{FF2B5EF4-FFF2-40B4-BE49-F238E27FC236}">
                        <a16:creationId xmlns:a16="http://schemas.microsoft.com/office/drawing/2014/main" id="{5359971D-EF59-2F5B-4AB6-CFB36C311B4E}"/>
                      </a:ext>
                    </a:extLst>
                  </p:cNvPr>
                  <p:cNvSpPr>
                    <a:spLocks/>
                  </p:cNvSpPr>
                  <p:nvPr/>
                </p:nvSpPr>
                <p:spPr bwMode="auto">
                  <a:xfrm>
                    <a:off x="10362773" y="2599572"/>
                    <a:ext cx="40116" cy="22441"/>
                  </a:xfrm>
                  <a:custGeom>
                    <a:avLst/>
                    <a:gdLst/>
                    <a:ahLst/>
                    <a:cxnLst>
                      <a:cxn ang="0">
                        <a:pos x="2" y="12"/>
                      </a:cxn>
                      <a:cxn ang="0">
                        <a:pos x="4" y="11"/>
                      </a:cxn>
                      <a:cxn ang="0">
                        <a:pos x="7" y="5"/>
                      </a:cxn>
                      <a:cxn ang="0">
                        <a:pos x="15" y="1"/>
                      </a:cxn>
                      <a:cxn ang="0">
                        <a:pos x="19" y="0"/>
                      </a:cxn>
                      <a:cxn ang="0">
                        <a:pos x="21" y="2"/>
                      </a:cxn>
                      <a:cxn ang="0">
                        <a:pos x="28" y="4"/>
                      </a:cxn>
                      <a:cxn ang="0">
                        <a:pos x="30" y="5"/>
                      </a:cxn>
                      <a:cxn ang="0">
                        <a:pos x="34" y="2"/>
                      </a:cxn>
                      <a:cxn ang="0">
                        <a:pos x="37" y="4"/>
                      </a:cxn>
                      <a:cxn ang="0">
                        <a:pos x="40" y="6"/>
                      </a:cxn>
                      <a:cxn ang="0">
                        <a:pos x="41" y="6"/>
                      </a:cxn>
                      <a:cxn ang="0">
                        <a:pos x="40" y="9"/>
                      </a:cxn>
                      <a:cxn ang="0">
                        <a:pos x="40" y="12"/>
                      </a:cxn>
                      <a:cxn ang="0">
                        <a:pos x="44" y="15"/>
                      </a:cxn>
                      <a:cxn ang="0">
                        <a:pos x="44" y="19"/>
                      </a:cxn>
                      <a:cxn ang="0">
                        <a:pos x="44" y="20"/>
                      </a:cxn>
                      <a:cxn ang="0">
                        <a:pos x="38" y="23"/>
                      </a:cxn>
                      <a:cxn ang="0">
                        <a:pos x="34" y="23"/>
                      </a:cxn>
                      <a:cxn ang="0">
                        <a:pos x="30" y="24"/>
                      </a:cxn>
                      <a:cxn ang="0">
                        <a:pos x="26" y="23"/>
                      </a:cxn>
                      <a:cxn ang="0">
                        <a:pos x="23" y="23"/>
                      </a:cxn>
                      <a:cxn ang="0">
                        <a:pos x="21" y="27"/>
                      </a:cxn>
                      <a:cxn ang="0">
                        <a:pos x="17" y="27"/>
                      </a:cxn>
                      <a:cxn ang="0">
                        <a:pos x="10" y="23"/>
                      </a:cxn>
                      <a:cxn ang="0">
                        <a:pos x="8" y="24"/>
                      </a:cxn>
                      <a:cxn ang="0">
                        <a:pos x="3" y="23"/>
                      </a:cxn>
                      <a:cxn ang="0">
                        <a:pos x="0" y="19"/>
                      </a:cxn>
                      <a:cxn ang="0">
                        <a:pos x="2" y="16"/>
                      </a:cxn>
                      <a:cxn ang="0">
                        <a:pos x="2" y="12"/>
                      </a:cxn>
                    </a:cxnLst>
                    <a:rect l="0" t="0" r="r" b="b"/>
                    <a:pathLst>
                      <a:path w="44" h="27">
                        <a:moveTo>
                          <a:pt x="2" y="12"/>
                        </a:moveTo>
                        <a:lnTo>
                          <a:pt x="4" y="11"/>
                        </a:lnTo>
                        <a:lnTo>
                          <a:pt x="7" y="5"/>
                        </a:lnTo>
                        <a:lnTo>
                          <a:pt x="15" y="1"/>
                        </a:lnTo>
                        <a:lnTo>
                          <a:pt x="19" y="0"/>
                        </a:lnTo>
                        <a:lnTo>
                          <a:pt x="21" y="2"/>
                        </a:lnTo>
                        <a:lnTo>
                          <a:pt x="28" y="4"/>
                        </a:lnTo>
                        <a:lnTo>
                          <a:pt x="30" y="5"/>
                        </a:lnTo>
                        <a:lnTo>
                          <a:pt x="34" y="2"/>
                        </a:lnTo>
                        <a:lnTo>
                          <a:pt x="37" y="4"/>
                        </a:lnTo>
                        <a:lnTo>
                          <a:pt x="40" y="6"/>
                        </a:lnTo>
                        <a:lnTo>
                          <a:pt x="41" y="6"/>
                        </a:lnTo>
                        <a:lnTo>
                          <a:pt x="40" y="9"/>
                        </a:lnTo>
                        <a:lnTo>
                          <a:pt x="40" y="12"/>
                        </a:lnTo>
                        <a:lnTo>
                          <a:pt x="44" y="15"/>
                        </a:lnTo>
                        <a:lnTo>
                          <a:pt x="44" y="19"/>
                        </a:lnTo>
                        <a:lnTo>
                          <a:pt x="44" y="20"/>
                        </a:lnTo>
                        <a:lnTo>
                          <a:pt x="38" y="23"/>
                        </a:lnTo>
                        <a:lnTo>
                          <a:pt x="34" y="23"/>
                        </a:lnTo>
                        <a:lnTo>
                          <a:pt x="30" y="24"/>
                        </a:lnTo>
                        <a:lnTo>
                          <a:pt x="26" y="23"/>
                        </a:lnTo>
                        <a:lnTo>
                          <a:pt x="23" y="23"/>
                        </a:lnTo>
                        <a:lnTo>
                          <a:pt x="21" y="27"/>
                        </a:lnTo>
                        <a:lnTo>
                          <a:pt x="17" y="27"/>
                        </a:lnTo>
                        <a:lnTo>
                          <a:pt x="10" y="23"/>
                        </a:lnTo>
                        <a:lnTo>
                          <a:pt x="8" y="24"/>
                        </a:lnTo>
                        <a:lnTo>
                          <a:pt x="3" y="23"/>
                        </a:lnTo>
                        <a:lnTo>
                          <a:pt x="0" y="19"/>
                        </a:lnTo>
                        <a:lnTo>
                          <a:pt x="2" y="16"/>
                        </a:lnTo>
                        <a:lnTo>
                          <a:pt x="2" y="12"/>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15" name="Freeform 1057">
                    <a:extLst>
                      <a:ext uri="{FF2B5EF4-FFF2-40B4-BE49-F238E27FC236}">
                        <a16:creationId xmlns:a16="http://schemas.microsoft.com/office/drawing/2014/main" id="{B8AF5789-4002-12F4-88B8-A9815E83DE37}"/>
                      </a:ext>
                    </a:extLst>
                  </p:cNvPr>
                  <p:cNvSpPr>
                    <a:spLocks/>
                  </p:cNvSpPr>
                  <p:nvPr/>
                </p:nvSpPr>
                <p:spPr bwMode="auto">
                  <a:xfrm>
                    <a:off x="10248808" y="2572977"/>
                    <a:ext cx="108493" cy="52361"/>
                  </a:xfrm>
                  <a:custGeom>
                    <a:avLst/>
                    <a:gdLst/>
                    <a:ahLst/>
                    <a:cxnLst>
                      <a:cxn ang="0">
                        <a:pos x="6" y="0"/>
                      </a:cxn>
                      <a:cxn ang="0">
                        <a:pos x="11" y="3"/>
                      </a:cxn>
                      <a:cxn ang="0">
                        <a:pos x="15" y="5"/>
                      </a:cxn>
                      <a:cxn ang="0">
                        <a:pos x="21" y="2"/>
                      </a:cxn>
                      <a:cxn ang="0">
                        <a:pos x="28" y="5"/>
                      </a:cxn>
                      <a:cxn ang="0">
                        <a:pos x="33" y="6"/>
                      </a:cxn>
                      <a:cxn ang="0">
                        <a:pos x="40" y="11"/>
                      </a:cxn>
                      <a:cxn ang="0">
                        <a:pos x="44" y="14"/>
                      </a:cxn>
                      <a:cxn ang="0">
                        <a:pos x="48" y="21"/>
                      </a:cxn>
                      <a:cxn ang="0">
                        <a:pos x="51" y="15"/>
                      </a:cxn>
                      <a:cxn ang="0">
                        <a:pos x="52" y="15"/>
                      </a:cxn>
                      <a:cxn ang="0">
                        <a:pos x="59" y="17"/>
                      </a:cxn>
                      <a:cxn ang="0">
                        <a:pos x="63" y="24"/>
                      </a:cxn>
                      <a:cxn ang="0">
                        <a:pos x="71" y="24"/>
                      </a:cxn>
                      <a:cxn ang="0">
                        <a:pos x="71" y="33"/>
                      </a:cxn>
                      <a:cxn ang="0">
                        <a:pos x="78" y="34"/>
                      </a:cxn>
                      <a:cxn ang="0">
                        <a:pos x="83" y="32"/>
                      </a:cxn>
                      <a:cxn ang="0">
                        <a:pos x="90" y="29"/>
                      </a:cxn>
                      <a:cxn ang="0">
                        <a:pos x="94" y="34"/>
                      </a:cxn>
                      <a:cxn ang="0">
                        <a:pos x="102" y="40"/>
                      </a:cxn>
                      <a:cxn ang="0">
                        <a:pos x="108" y="38"/>
                      </a:cxn>
                      <a:cxn ang="0">
                        <a:pos x="113" y="38"/>
                      </a:cxn>
                      <a:cxn ang="0">
                        <a:pos x="117" y="41"/>
                      </a:cxn>
                      <a:cxn ang="0">
                        <a:pos x="119" y="53"/>
                      </a:cxn>
                      <a:cxn ang="0">
                        <a:pos x="108" y="63"/>
                      </a:cxn>
                      <a:cxn ang="0">
                        <a:pos x="100" y="62"/>
                      </a:cxn>
                      <a:cxn ang="0">
                        <a:pos x="83" y="56"/>
                      </a:cxn>
                      <a:cxn ang="0">
                        <a:pos x="72" y="56"/>
                      </a:cxn>
                      <a:cxn ang="0">
                        <a:pos x="68" y="49"/>
                      </a:cxn>
                      <a:cxn ang="0">
                        <a:pos x="53" y="49"/>
                      </a:cxn>
                      <a:cxn ang="0">
                        <a:pos x="44" y="48"/>
                      </a:cxn>
                      <a:cxn ang="0">
                        <a:pos x="36" y="45"/>
                      </a:cxn>
                      <a:cxn ang="0">
                        <a:pos x="28" y="41"/>
                      </a:cxn>
                      <a:cxn ang="0">
                        <a:pos x="17" y="32"/>
                      </a:cxn>
                      <a:cxn ang="0">
                        <a:pos x="9" y="29"/>
                      </a:cxn>
                      <a:cxn ang="0">
                        <a:pos x="4" y="26"/>
                      </a:cxn>
                      <a:cxn ang="0">
                        <a:pos x="0" y="24"/>
                      </a:cxn>
                      <a:cxn ang="0">
                        <a:pos x="3" y="13"/>
                      </a:cxn>
                      <a:cxn ang="0">
                        <a:pos x="6" y="0"/>
                      </a:cxn>
                    </a:cxnLst>
                    <a:rect l="0" t="0" r="r" b="b"/>
                    <a:pathLst>
                      <a:path w="119" h="63">
                        <a:moveTo>
                          <a:pt x="6" y="0"/>
                        </a:moveTo>
                        <a:lnTo>
                          <a:pt x="6" y="0"/>
                        </a:lnTo>
                        <a:lnTo>
                          <a:pt x="10" y="2"/>
                        </a:lnTo>
                        <a:lnTo>
                          <a:pt x="11" y="3"/>
                        </a:lnTo>
                        <a:lnTo>
                          <a:pt x="14" y="3"/>
                        </a:lnTo>
                        <a:lnTo>
                          <a:pt x="15" y="5"/>
                        </a:lnTo>
                        <a:lnTo>
                          <a:pt x="17" y="2"/>
                        </a:lnTo>
                        <a:lnTo>
                          <a:pt x="21" y="2"/>
                        </a:lnTo>
                        <a:lnTo>
                          <a:pt x="26" y="3"/>
                        </a:lnTo>
                        <a:lnTo>
                          <a:pt x="28" y="5"/>
                        </a:lnTo>
                        <a:lnTo>
                          <a:pt x="30" y="5"/>
                        </a:lnTo>
                        <a:lnTo>
                          <a:pt x="33" y="6"/>
                        </a:lnTo>
                        <a:lnTo>
                          <a:pt x="37" y="11"/>
                        </a:lnTo>
                        <a:lnTo>
                          <a:pt x="40" y="11"/>
                        </a:lnTo>
                        <a:lnTo>
                          <a:pt x="44" y="13"/>
                        </a:lnTo>
                        <a:lnTo>
                          <a:pt x="44" y="14"/>
                        </a:lnTo>
                        <a:lnTo>
                          <a:pt x="47" y="17"/>
                        </a:lnTo>
                        <a:lnTo>
                          <a:pt x="48" y="21"/>
                        </a:lnTo>
                        <a:lnTo>
                          <a:pt x="49" y="19"/>
                        </a:lnTo>
                        <a:lnTo>
                          <a:pt x="51" y="15"/>
                        </a:lnTo>
                        <a:lnTo>
                          <a:pt x="52" y="14"/>
                        </a:lnTo>
                        <a:lnTo>
                          <a:pt x="52" y="15"/>
                        </a:lnTo>
                        <a:lnTo>
                          <a:pt x="56" y="15"/>
                        </a:lnTo>
                        <a:lnTo>
                          <a:pt x="59" y="17"/>
                        </a:lnTo>
                        <a:lnTo>
                          <a:pt x="59" y="21"/>
                        </a:lnTo>
                        <a:lnTo>
                          <a:pt x="63" y="24"/>
                        </a:lnTo>
                        <a:lnTo>
                          <a:pt x="67" y="24"/>
                        </a:lnTo>
                        <a:lnTo>
                          <a:pt x="71" y="24"/>
                        </a:lnTo>
                        <a:lnTo>
                          <a:pt x="70" y="29"/>
                        </a:lnTo>
                        <a:lnTo>
                          <a:pt x="71" y="33"/>
                        </a:lnTo>
                        <a:lnTo>
                          <a:pt x="74" y="32"/>
                        </a:lnTo>
                        <a:lnTo>
                          <a:pt x="78" y="34"/>
                        </a:lnTo>
                        <a:lnTo>
                          <a:pt x="79" y="33"/>
                        </a:lnTo>
                        <a:lnTo>
                          <a:pt x="83" y="32"/>
                        </a:lnTo>
                        <a:lnTo>
                          <a:pt x="85" y="29"/>
                        </a:lnTo>
                        <a:lnTo>
                          <a:pt x="90" y="29"/>
                        </a:lnTo>
                        <a:lnTo>
                          <a:pt x="94" y="32"/>
                        </a:lnTo>
                        <a:lnTo>
                          <a:pt x="94" y="34"/>
                        </a:lnTo>
                        <a:lnTo>
                          <a:pt x="100" y="36"/>
                        </a:lnTo>
                        <a:lnTo>
                          <a:pt x="102" y="40"/>
                        </a:lnTo>
                        <a:lnTo>
                          <a:pt x="104" y="41"/>
                        </a:lnTo>
                        <a:lnTo>
                          <a:pt x="108" y="38"/>
                        </a:lnTo>
                        <a:lnTo>
                          <a:pt x="109" y="40"/>
                        </a:lnTo>
                        <a:lnTo>
                          <a:pt x="113" y="38"/>
                        </a:lnTo>
                        <a:lnTo>
                          <a:pt x="116" y="38"/>
                        </a:lnTo>
                        <a:lnTo>
                          <a:pt x="117" y="41"/>
                        </a:lnTo>
                        <a:lnTo>
                          <a:pt x="116" y="48"/>
                        </a:lnTo>
                        <a:lnTo>
                          <a:pt x="119" y="53"/>
                        </a:lnTo>
                        <a:lnTo>
                          <a:pt x="117" y="60"/>
                        </a:lnTo>
                        <a:lnTo>
                          <a:pt x="108" y="63"/>
                        </a:lnTo>
                        <a:lnTo>
                          <a:pt x="104" y="59"/>
                        </a:lnTo>
                        <a:lnTo>
                          <a:pt x="100" y="62"/>
                        </a:lnTo>
                        <a:lnTo>
                          <a:pt x="87" y="56"/>
                        </a:lnTo>
                        <a:lnTo>
                          <a:pt x="83" y="56"/>
                        </a:lnTo>
                        <a:lnTo>
                          <a:pt x="81" y="59"/>
                        </a:lnTo>
                        <a:lnTo>
                          <a:pt x="72" y="56"/>
                        </a:lnTo>
                        <a:lnTo>
                          <a:pt x="68" y="53"/>
                        </a:lnTo>
                        <a:lnTo>
                          <a:pt x="68" y="49"/>
                        </a:lnTo>
                        <a:lnTo>
                          <a:pt x="61" y="48"/>
                        </a:lnTo>
                        <a:lnTo>
                          <a:pt x="53" y="49"/>
                        </a:lnTo>
                        <a:lnTo>
                          <a:pt x="51" y="48"/>
                        </a:lnTo>
                        <a:lnTo>
                          <a:pt x="44" y="48"/>
                        </a:lnTo>
                        <a:lnTo>
                          <a:pt x="40" y="45"/>
                        </a:lnTo>
                        <a:lnTo>
                          <a:pt x="36" y="45"/>
                        </a:lnTo>
                        <a:lnTo>
                          <a:pt x="33" y="43"/>
                        </a:lnTo>
                        <a:lnTo>
                          <a:pt x="28" y="41"/>
                        </a:lnTo>
                        <a:lnTo>
                          <a:pt x="23" y="37"/>
                        </a:lnTo>
                        <a:lnTo>
                          <a:pt x="17" y="32"/>
                        </a:lnTo>
                        <a:lnTo>
                          <a:pt x="11" y="30"/>
                        </a:lnTo>
                        <a:lnTo>
                          <a:pt x="9" y="29"/>
                        </a:lnTo>
                        <a:lnTo>
                          <a:pt x="6" y="29"/>
                        </a:lnTo>
                        <a:lnTo>
                          <a:pt x="4" y="26"/>
                        </a:lnTo>
                        <a:lnTo>
                          <a:pt x="0" y="26"/>
                        </a:lnTo>
                        <a:lnTo>
                          <a:pt x="0" y="24"/>
                        </a:lnTo>
                        <a:lnTo>
                          <a:pt x="3" y="18"/>
                        </a:lnTo>
                        <a:lnTo>
                          <a:pt x="3" y="13"/>
                        </a:lnTo>
                        <a:lnTo>
                          <a:pt x="6" y="6"/>
                        </a:lnTo>
                        <a:lnTo>
                          <a:pt x="6" y="0"/>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16" name="Freeform 1059">
                    <a:extLst>
                      <a:ext uri="{FF2B5EF4-FFF2-40B4-BE49-F238E27FC236}">
                        <a16:creationId xmlns:a16="http://schemas.microsoft.com/office/drawing/2014/main" id="{0E4A50CD-13DA-4579-33AE-D54608ED171E}"/>
                      </a:ext>
                    </a:extLst>
                  </p:cNvPr>
                  <p:cNvSpPr>
                    <a:spLocks noEditPoints="1"/>
                  </p:cNvSpPr>
                  <p:nvPr/>
                </p:nvSpPr>
                <p:spPr bwMode="auto">
                  <a:xfrm>
                    <a:off x="11407619" y="3140792"/>
                    <a:ext cx="29175" cy="69815"/>
                  </a:xfrm>
                  <a:custGeom>
                    <a:avLst/>
                    <a:gdLst/>
                    <a:ahLst/>
                    <a:cxnLst>
                      <a:cxn ang="0">
                        <a:pos x="32" y="81"/>
                      </a:cxn>
                      <a:cxn ang="0">
                        <a:pos x="31" y="81"/>
                      </a:cxn>
                      <a:cxn ang="0">
                        <a:pos x="31" y="78"/>
                      </a:cxn>
                      <a:cxn ang="0">
                        <a:pos x="31" y="67"/>
                      </a:cxn>
                      <a:cxn ang="0">
                        <a:pos x="28" y="70"/>
                      </a:cxn>
                      <a:cxn ang="0">
                        <a:pos x="30" y="66"/>
                      </a:cxn>
                      <a:cxn ang="0">
                        <a:pos x="20" y="48"/>
                      </a:cxn>
                      <a:cxn ang="0">
                        <a:pos x="24" y="48"/>
                      </a:cxn>
                      <a:cxn ang="0">
                        <a:pos x="23" y="52"/>
                      </a:cxn>
                      <a:cxn ang="0">
                        <a:pos x="20" y="48"/>
                      </a:cxn>
                      <a:cxn ang="0">
                        <a:pos x="23" y="2"/>
                      </a:cxn>
                      <a:cxn ang="0">
                        <a:pos x="23" y="10"/>
                      </a:cxn>
                      <a:cxn ang="0">
                        <a:pos x="23" y="2"/>
                      </a:cxn>
                      <a:cxn ang="0">
                        <a:pos x="16" y="12"/>
                      </a:cxn>
                      <a:cxn ang="0">
                        <a:pos x="20" y="10"/>
                      </a:cxn>
                      <a:cxn ang="0">
                        <a:pos x="17" y="10"/>
                      </a:cxn>
                      <a:cxn ang="0">
                        <a:pos x="16" y="12"/>
                      </a:cxn>
                      <a:cxn ang="0">
                        <a:pos x="23" y="14"/>
                      </a:cxn>
                      <a:cxn ang="0">
                        <a:pos x="24" y="19"/>
                      </a:cxn>
                      <a:cxn ang="0">
                        <a:pos x="23" y="21"/>
                      </a:cxn>
                      <a:cxn ang="0">
                        <a:pos x="23" y="17"/>
                      </a:cxn>
                      <a:cxn ang="0">
                        <a:pos x="23" y="14"/>
                      </a:cxn>
                      <a:cxn ang="0">
                        <a:pos x="21" y="33"/>
                      </a:cxn>
                      <a:cxn ang="0">
                        <a:pos x="25" y="36"/>
                      </a:cxn>
                      <a:cxn ang="0">
                        <a:pos x="20" y="36"/>
                      </a:cxn>
                      <a:cxn ang="0">
                        <a:pos x="19" y="27"/>
                      </a:cxn>
                      <a:cxn ang="0">
                        <a:pos x="23" y="27"/>
                      </a:cxn>
                      <a:cxn ang="0">
                        <a:pos x="24" y="29"/>
                      </a:cxn>
                      <a:cxn ang="0">
                        <a:pos x="21" y="31"/>
                      </a:cxn>
                      <a:cxn ang="0">
                        <a:pos x="17" y="29"/>
                      </a:cxn>
                      <a:cxn ang="0">
                        <a:pos x="19" y="27"/>
                      </a:cxn>
                      <a:cxn ang="0">
                        <a:pos x="10" y="20"/>
                      </a:cxn>
                      <a:cxn ang="0">
                        <a:pos x="13" y="25"/>
                      </a:cxn>
                      <a:cxn ang="0">
                        <a:pos x="16" y="31"/>
                      </a:cxn>
                      <a:cxn ang="0">
                        <a:pos x="10" y="33"/>
                      </a:cxn>
                      <a:cxn ang="0">
                        <a:pos x="10" y="27"/>
                      </a:cxn>
                      <a:cxn ang="0">
                        <a:pos x="10" y="24"/>
                      </a:cxn>
                      <a:cxn ang="0">
                        <a:pos x="8" y="21"/>
                      </a:cxn>
                      <a:cxn ang="0">
                        <a:pos x="8" y="20"/>
                      </a:cxn>
                      <a:cxn ang="0">
                        <a:pos x="0" y="5"/>
                      </a:cxn>
                      <a:cxn ang="0">
                        <a:pos x="1" y="12"/>
                      </a:cxn>
                      <a:cxn ang="0">
                        <a:pos x="5" y="16"/>
                      </a:cxn>
                      <a:cxn ang="0">
                        <a:pos x="8" y="14"/>
                      </a:cxn>
                      <a:cxn ang="0">
                        <a:pos x="9" y="10"/>
                      </a:cxn>
                      <a:cxn ang="0">
                        <a:pos x="9" y="5"/>
                      </a:cxn>
                      <a:cxn ang="0">
                        <a:pos x="6" y="5"/>
                      </a:cxn>
                      <a:cxn ang="0">
                        <a:pos x="5" y="8"/>
                      </a:cxn>
                      <a:cxn ang="0">
                        <a:pos x="4" y="1"/>
                      </a:cxn>
                      <a:cxn ang="0">
                        <a:pos x="1" y="0"/>
                      </a:cxn>
                    </a:cxnLst>
                    <a:rect l="0" t="0" r="r" b="b"/>
                    <a:pathLst>
                      <a:path w="32" h="84">
                        <a:moveTo>
                          <a:pt x="31" y="78"/>
                        </a:moveTo>
                        <a:lnTo>
                          <a:pt x="32" y="81"/>
                        </a:lnTo>
                        <a:lnTo>
                          <a:pt x="32" y="84"/>
                        </a:lnTo>
                        <a:lnTo>
                          <a:pt x="31" y="81"/>
                        </a:lnTo>
                        <a:lnTo>
                          <a:pt x="31" y="78"/>
                        </a:lnTo>
                        <a:lnTo>
                          <a:pt x="31" y="78"/>
                        </a:lnTo>
                        <a:close/>
                        <a:moveTo>
                          <a:pt x="30" y="66"/>
                        </a:moveTo>
                        <a:lnTo>
                          <a:pt x="31" y="67"/>
                        </a:lnTo>
                        <a:lnTo>
                          <a:pt x="31" y="73"/>
                        </a:lnTo>
                        <a:lnTo>
                          <a:pt x="28" y="70"/>
                        </a:lnTo>
                        <a:lnTo>
                          <a:pt x="28" y="67"/>
                        </a:lnTo>
                        <a:lnTo>
                          <a:pt x="30" y="66"/>
                        </a:lnTo>
                        <a:lnTo>
                          <a:pt x="30" y="66"/>
                        </a:lnTo>
                        <a:close/>
                        <a:moveTo>
                          <a:pt x="20" y="48"/>
                        </a:moveTo>
                        <a:lnTo>
                          <a:pt x="23" y="47"/>
                        </a:lnTo>
                        <a:lnTo>
                          <a:pt x="24" y="48"/>
                        </a:lnTo>
                        <a:lnTo>
                          <a:pt x="24" y="51"/>
                        </a:lnTo>
                        <a:lnTo>
                          <a:pt x="23" y="52"/>
                        </a:lnTo>
                        <a:lnTo>
                          <a:pt x="20" y="51"/>
                        </a:lnTo>
                        <a:lnTo>
                          <a:pt x="20" y="48"/>
                        </a:lnTo>
                        <a:lnTo>
                          <a:pt x="20" y="48"/>
                        </a:lnTo>
                        <a:close/>
                        <a:moveTo>
                          <a:pt x="23" y="2"/>
                        </a:moveTo>
                        <a:lnTo>
                          <a:pt x="25" y="8"/>
                        </a:lnTo>
                        <a:lnTo>
                          <a:pt x="23" y="10"/>
                        </a:lnTo>
                        <a:lnTo>
                          <a:pt x="24" y="8"/>
                        </a:lnTo>
                        <a:lnTo>
                          <a:pt x="23" y="2"/>
                        </a:lnTo>
                        <a:lnTo>
                          <a:pt x="23" y="2"/>
                        </a:lnTo>
                        <a:close/>
                        <a:moveTo>
                          <a:pt x="16" y="12"/>
                        </a:moveTo>
                        <a:lnTo>
                          <a:pt x="19" y="13"/>
                        </a:lnTo>
                        <a:lnTo>
                          <a:pt x="20" y="10"/>
                        </a:lnTo>
                        <a:lnTo>
                          <a:pt x="21" y="9"/>
                        </a:lnTo>
                        <a:lnTo>
                          <a:pt x="17" y="10"/>
                        </a:lnTo>
                        <a:lnTo>
                          <a:pt x="17" y="10"/>
                        </a:lnTo>
                        <a:lnTo>
                          <a:pt x="16" y="12"/>
                        </a:lnTo>
                        <a:lnTo>
                          <a:pt x="16" y="12"/>
                        </a:lnTo>
                        <a:close/>
                        <a:moveTo>
                          <a:pt x="23" y="14"/>
                        </a:moveTo>
                        <a:lnTo>
                          <a:pt x="24" y="16"/>
                        </a:lnTo>
                        <a:lnTo>
                          <a:pt x="24" y="19"/>
                        </a:lnTo>
                        <a:lnTo>
                          <a:pt x="24" y="21"/>
                        </a:lnTo>
                        <a:lnTo>
                          <a:pt x="23" y="21"/>
                        </a:lnTo>
                        <a:lnTo>
                          <a:pt x="23" y="17"/>
                        </a:lnTo>
                        <a:lnTo>
                          <a:pt x="23" y="17"/>
                        </a:lnTo>
                        <a:lnTo>
                          <a:pt x="23" y="14"/>
                        </a:lnTo>
                        <a:lnTo>
                          <a:pt x="23" y="14"/>
                        </a:lnTo>
                        <a:close/>
                        <a:moveTo>
                          <a:pt x="20" y="36"/>
                        </a:moveTo>
                        <a:lnTo>
                          <a:pt x="21" y="33"/>
                        </a:lnTo>
                        <a:lnTo>
                          <a:pt x="24" y="35"/>
                        </a:lnTo>
                        <a:lnTo>
                          <a:pt x="25" y="36"/>
                        </a:lnTo>
                        <a:lnTo>
                          <a:pt x="21" y="36"/>
                        </a:lnTo>
                        <a:lnTo>
                          <a:pt x="20" y="36"/>
                        </a:lnTo>
                        <a:lnTo>
                          <a:pt x="20" y="36"/>
                        </a:lnTo>
                        <a:close/>
                        <a:moveTo>
                          <a:pt x="19" y="27"/>
                        </a:moveTo>
                        <a:lnTo>
                          <a:pt x="21" y="25"/>
                        </a:lnTo>
                        <a:lnTo>
                          <a:pt x="23" y="27"/>
                        </a:lnTo>
                        <a:lnTo>
                          <a:pt x="24" y="27"/>
                        </a:lnTo>
                        <a:lnTo>
                          <a:pt x="24" y="29"/>
                        </a:lnTo>
                        <a:lnTo>
                          <a:pt x="23" y="29"/>
                        </a:lnTo>
                        <a:lnTo>
                          <a:pt x="21" y="31"/>
                        </a:lnTo>
                        <a:lnTo>
                          <a:pt x="20" y="31"/>
                        </a:lnTo>
                        <a:lnTo>
                          <a:pt x="17" y="29"/>
                        </a:lnTo>
                        <a:lnTo>
                          <a:pt x="19" y="27"/>
                        </a:lnTo>
                        <a:lnTo>
                          <a:pt x="19" y="27"/>
                        </a:lnTo>
                        <a:close/>
                        <a:moveTo>
                          <a:pt x="8" y="20"/>
                        </a:moveTo>
                        <a:lnTo>
                          <a:pt x="10" y="20"/>
                        </a:lnTo>
                        <a:lnTo>
                          <a:pt x="13" y="23"/>
                        </a:lnTo>
                        <a:lnTo>
                          <a:pt x="13" y="25"/>
                        </a:lnTo>
                        <a:lnTo>
                          <a:pt x="15" y="28"/>
                        </a:lnTo>
                        <a:lnTo>
                          <a:pt x="16" y="31"/>
                        </a:lnTo>
                        <a:lnTo>
                          <a:pt x="13" y="31"/>
                        </a:lnTo>
                        <a:lnTo>
                          <a:pt x="10" y="33"/>
                        </a:lnTo>
                        <a:lnTo>
                          <a:pt x="9" y="31"/>
                        </a:lnTo>
                        <a:lnTo>
                          <a:pt x="10" y="27"/>
                        </a:lnTo>
                        <a:lnTo>
                          <a:pt x="12" y="25"/>
                        </a:lnTo>
                        <a:lnTo>
                          <a:pt x="10" y="24"/>
                        </a:lnTo>
                        <a:lnTo>
                          <a:pt x="8" y="24"/>
                        </a:lnTo>
                        <a:lnTo>
                          <a:pt x="8" y="21"/>
                        </a:lnTo>
                        <a:lnTo>
                          <a:pt x="8" y="20"/>
                        </a:lnTo>
                        <a:lnTo>
                          <a:pt x="8" y="20"/>
                        </a:lnTo>
                        <a:close/>
                        <a:moveTo>
                          <a:pt x="1" y="0"/>
                        </a:moveTo>
                        <a:lnTo>
                          <a:pt x="0" y="5"/>
                        </a:lnTo>
                        <a:lnTo>
                          <a:pt x="1" y="9"/>
                        </a:lnTo>
                        <a:lnTo>
                          <a:pt x="1" y="12"/>
                        </a:lnTo>
                        <a:lnTo>
                          <a:pt x="2" y="16"/>
                        </a:lnTo>
                        <a:lnTo>
                          <a:pt x="5" y="16"/>
                        </a:lnTo>
                        <a:lnTo>
                          <a:pt x="6" y="13"/>
                        </a:lnTo>
                        <a:lnTo>
                          <a:pt x="8" y="14"/>
                        </a:lnTo>
                        <a:lnTo>
                          <a:pt x="9" y="13"/>
                        </a:lnTo>
                        <a:lnTo>
                          <a:pt x="9" y="10"/>
                        </a:lnTo>
                        <a:lnTo>
                          <a:pt x="8" y="8"/>
                        </a:lnTo>
                        <a:lnTo>
                          <a:pt x="9" y="5"/>
                        </a:lnTo>
                        <a:lnTo>
                          <a:pt x="8" y="4"/>
                        </a:lnTo>
                        <a:lnTo>
                          <a:pt x="6" y="5"/>
                        </a:lnTo>
                        <a:lnTo>
                          <a:pt x="6" y="8"/>
                        </a:lnTo>
                        <a:lnTo>
                          <a:pt x="5" y="8"/>
                        </a:lnTo>
                        <a:lnTo>
                          <a:pt x="4" y="6"/>
                        </a:lnTo>
                        <a:lnTo>
                          <a:pt x="4" y="1"/>
                        </a:lnTo>
                        <a:lnTo>
                          <a:pt x="4" y="1"/>
                        </a:lnTo>
                        <a:lnTo>
                          <a:pt x="1" y="0"/>
                        </a:lnTo>
                        <a:lnTo>
                          <a:pt x="1" y="0"/>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17" name="Freeform 1060">
                    <a:extLst>
                      <a:ext uri="{FF2B5EF4-FFF2-40B4-BE49-F238E27FC236}">
                        <a16:creationId xmlns:a16="http://schemas.microsoft.com/office/drawing/2014/main" id="{51B15871-4AB1-EC8E-3EB8-2A99C0E5B108}"/>
                      </a:ext>
                    </a:extLst>
                  </p:cNvPr>
                  <p:cNvSpPr>
                    <a:spLocks noEditPoints="1"/>
                  </p:cNvSpPr>
                  <p:nvPr/>
                </p:nvSpPr>
                <p:spPr bwMode="auto">
                  <a:xfrm>
                    <a:off x="11407618" y="3140792"/>
                    <a:ext cx="29175" cy="69815"/>
                  </a:xfrm>
                  <a:custGeom>
                    <a:avLst/>
                    <a:gdLst/>
                    <a:ahLst/>
                    <a:cxnLst>
                      <a:cxn ang="0">
                        <a:pos x="32" y="81"/>
                      </a:cxn>
                      <a:cxn ang="0">
                        <a:pos x="31" y="81"/>
                      </a:cxn>
                      <a:cxn ang="0">
                        <a:pos x="31" y="78"/>
                      </a:cxn>
                      <a:cxn ang="0">
                        <a:pos x="31" y="67"/>
                      </a:cxn>
                      <a:cxn ang="0">
                        <a:pos x="28" y="70"/>
                      </a:cxn>
                      <a:cxn ang="0">
                        <a:pos x="30" y="66"/>
                      </a:cxn>
                      <a:cxn ang="0">
                        <a:pos x="20" y="48"/>
                      </a:cxn>
                      <a:cxn ang="0">
                        <a:pos x="24" y="48"/>
                      </a:cxn>
                      <a:cxn ang="0">
                        <a:pos x="23" y="52"/>
                      </a:cxn>
                      <a:cxn ang="0">
                        <a:pos x="20" y="48"/>
                      </a:cxn>
                      <a:cxn ang="0">
                        <a:pos x="23" y="2"/>
                      </a:cxn>
                      <a:cxn ang="0">
                        <a:pos x="23" y="10"/>
                      </a:cxn>
                      <a:cxn ang="0">
                        <a:pos x="23" y="2"/>
                      </a:cxn>
                      <a:cxn ang="0">
                        <a:pos x="16" y="12"/>
                      </a:cxn>
                      <a:cxn ang="0">
                        <a:pos x="20" y="10"/>
                      </a:cxn>
                      <a:cxn ang="0">
                        <a:pos x="17" y="10"/>
                      </a:cxn>
                      <a:cxn ang="0">
                        <a:pos x="16" y="12"/>
                      </a:cxn>
                      <a:cxn ang="0">
                        <a:pos x="23" y="14"/>
                      </a:cxn>
                      <a:cxn ang="0">
                        <a:pos x="24" y="19"/>
                      </a:cxn>
                      <a:cxn ang="0">
                        <a:pos x="23" y="21"/>
                      </a:cxn>
                      <a:cxn ang="0">
                        <a:pos x="23" y="17"/>
                      </a:cxn>
                      <a:cxn ang="0">
                        <a:pos x="23" y="14"/>
                      </a:cxn>
                      <a:cxn ang="0">
                        <a:pos x="21" y="33"/>
                      </a:cxn>
                      <a:cxn ang="0">
                        <a:pos x="25" y="36"/>
                      </a:cxn>
                      <a:cxn ang="0">
                        <a:pos x="20" y="36"/>
                      </a:cxn>
                      <a:cxn ang="0">
                        <a:pos x="19" y="27"/>
                      </a:cxn>
                      <a:cxn ang="0">
                        <a:pos x="23" y="27"/>
                      </a:cxn>
                      <a:cxn ang="0">
                        <a:pos x="24" y="29"/>
                      </a:cxn>
                      <a:cxn ang="0">
                        <a:pos x="21" y="31"/>
                      </a:cxn>
                      <a:cxn ang="0">
                        <a:pos x="17" y="29"/>
                      </a:cxn>
                      <a:cxn ang="0">
                        <a:pos x="19" y="27"/>
                      </a:cxn>
                      <a:cxn ang="0">
                        <a:pos x="10" y="20"/>
                      </a:cxn>
                      <a:cxn ang="0">
                        <a:pos x="13" y="25"/>
                      </a:cxn>
                      <a:cxn ang="0">
                        <a:pos x="16" y="31"/>
                      </a:cxn>
                      <a:cxn ang="0">
                        <a:pos x="10" y="33"/>
                      </a:cxn>
                      <a:cxn ang="0">
                        <a:pos x="10" y="27"/>
                      </a:cxn>
                      <a:cxn ang="0">
                        <a:pos x="10" y="24"/>
                      </a:cxn>
                      <a:cxn ang="0">
                        <a:pos x="8" y="21"/>
                      </a:cxn>
                      <a:cxn ang="0">
                        <a:pos x="8" y="20"/>
                      </a:cxn>
                      <a:cxn ang="0">
                        <a:pos x="0" y="5"/>
                      </a:cxn>
                      <a:cxn ang="0">
                        <a:pos x="1" y="12"/>
                      </a:cxn>
                      <a:cxn ang="0">
                        <a:pos x="5" y="16"/>
                      </a:cxn>
                      <a:cxn ang="0">
                        <a:pos x="8" y="14"/>
                      </a:cxn>
                      <a:cxn ang="0">
                        <a:pos x="9" y="10"/>
                      </a:cxn>
                      <a:cxn ang="0">
                        <a:pos x="9" y="5"/>
                      </a:cxn>
                      <a:cxn ang="0">
                        <a:pos x="6" y="5"/>
                      </a:cxn>
                      <a:cxn ang="0">
                        <a:pos x="5" y="8"/>
                      </a:cxn>
                      <a:cxn ang="0">
                        <a:pos x="4" y="1"/>
                      </a:cxn>
                      <a:cxn ang="0">
                        <a:pos x="1" y="0"/>
                      </a:cxn>
                    </a:cxnLst>
                    <a:rect l="0" t="0" r="r" b="b"/>
                    <a:pathLst>
                      <a:path w="32" h="84">
                        <a:moveTo>
                          <a:pt x="31" y="78"/>
                        </a:moveTo>
                        <a:lnTo>
                          <a:pt x="32" y="81"/>
                        </a:lnTo>
                        <a:lnTo>
                          <a:pt x="32" y="84"/>
                        </a:lnTo>
                        <a:lnTo>
                          <a:pt x="31" y="81"/>
                        </a:lnTo>
                        <a:lnTo>
                          <a:pt x="31" y="78"/>
                        </a:lnTo>
                        <a:lnTo>
                          <a:pt x="31" y="78"/>
                        </a:lnTo>
                        <a:close/>
                        <a:moveTo>
                          <a:pt x="30" y="66"/>
                        </a:moveTo>
                        <a:lnTo>
                          <a:pt x="31" y="67"/>
                        </a:lnTo>
                        <a:lnTo>
                          <a:pt x="31" y="73"/>
                        </a:lnTo>
                        <a:lnTo>
                          <a:pt x="28" y="70"/>
                        </a:lnTo>
                        <a:lnTo>
                          <a:pt x="28" y="67"/>
                        </a:lnTo>
                        <a:lnTo>
                          <a:pt x="30" y="66"/>
                        </a:lnTo>
                        <a:lnTo>
                          <a:pt x="30" y="66"/>
                        </a:lnTo>
                        <a:close/>
                        <a:moveTo>
                          <a:pt x="20" y="48"/>
                        </a:moveTo>
                        <a:lnTo>
                          <a:pt x="23" y="47"/>
                        </a:lnTo>
                        <a:lnTo>
                          <a:pt x="24" y="48"/>
                        </a:lnTo>
                        <a:lnTo>
                          <a:pt x="24" y="51"/>
                        </a:lnTo>
                        <a:lnTo>
                          <a:pt x="23" y="52"/>
                        </a:lnTo>
                        <a:lnTo>
                          <a:pt x="20" y="51"/>
                        </a:lnTo>
                        <a:lnTo>
                          <a:pt x="20" y="48"/>
                        </a:lnTo>
                        <a:lnTo>
                          <a:pt x="20" y="48"/>
                        </a:lnTo>
                        <a:close/>
                        <a:moveTo>
                          <a:pt x="23" y="2"/>
                        </a:moveTo>
                        <a:lnTo>
                          <a:pt x="25" y="8"/>
                        </a:lnTo>
                        <a:lnTo>
                          <a:pt x="23" y="10"/>
                        </a:lnTo>
                        <a:lnTo>
                          <a:pt x="24" y="8"/>
                        </a:lnTo>
                        <a:lnTo>
                          <a:pt x="23" y="2"/>
                        </a:lnTo>
                        <a:lnTo>
                          <a:pt x="23" y="2"/>
                        </a:lnTo>
                        <a:close/>
                        <a:moveTo>
                          <a:pt x="16" y="12"/>
                        </a:moveTo>
                        <a:lnTo>
                          <a:pt x="19" y="13"/>
                        </a:lnTo>
                        <a:lnTo>
                          <a:pt x="20" y="10"/>
                        </a:lnTo>
                        <a:lnTo>
                          <a:pt x="21" y="9"/>
                        </a:lnTo>
                        <a:lnTo>
                          <a:pt x="17" y="10"/>
                        </a:lnTo>
                        <a:lnTo>
                          <a:pt x="17" y="10"/>
                        </a:lnTo>
                        <a:lnTo>
                          <a:pt x="16" y="12"/>
                        </a:lnTo>
                        <a:lnTo>
                          <a:pt x="16" y="12"/>
                        </a:lnTo>
                        <a:close/>
                        <a:moveTo>
                          <a:pt x="23" y="14"/>
                        </a:moveTo>
                        <a:lnTo>
                          <a:pt x="24" y="16"/>
                        </a:lnTo>
                        <a:lnTo>
                          <a:pt x="24" y="19"/>
                        </a:lnTo>
                        <a:lnTo>
                          <a:pt x="24" y="21"/>
                        </a:lnTo>
                        <a:lnTo>
                          <a:pt x="23" y="21"/>
                        </a:lnTo>
                        <a:lnTo>
                          <a:pt x="23" y="17"/>
                        </a:lnTo>
                        <a:lnTo>
                          <a:pt x="23" y="17"/>
                        </a:lnTo>
                        <a:lnTo>
                          <a:pt x="23" y="14"/>
                        </a:lnTo>
                        <a:lnTo>
                          <a:pt x="23" y="14"/>
                        </a:lnTo>
                        <a:close/>
                        <a:moveTo>
                          <a:pt x="20" y="36"/>
                        </a:moveTo>
                        <a:lnTo>
                          <a:pt x="21" y="33"/>
                        </a:lnTo>
                        <a:lnTo>
                          <a:pt x="24" y="35"/>
                        </a:lnTo>
                        <a:lnTo>
                          <a:pt x="25" y="36"/>
                        </a:lnTo>
                        <a:lnTo>
                          <a:pt x="21" y="36"/>
                        </a:lnTo>
                        <a:lnTo>
                          <a:pt x="20" y="36"/>
                        </a:lnTo>
                        <a:lnTo>
                          <a:pt x="20" y="36"/>
                        </a:lnTo>
                        <a:close/>
                        <a:moveTo>
                          <a:pt x="19" y="27"/>
                        </a:moveTo>
                        <a:lnTo>
                          <a:pt x="21" y="25"/>
                        </a:lnTo>
                        <a:lnTo>
                          <a:pt x="23" y="27"/>
                        </a:lnTo>
                        <a:lnTo>
                          <a:pt x="24" y="27"/>
                        </a:lnTo>
                        <a:lnTo>
                          <a:pt x="24" y="29"/>
                        </a:lnTo>
                        <a:lnTo>
                          <a:pt x="23" y="29"/>
                        </a:lnTo>
                        <a:lnTo>
                          <a:pt x="21" y="31"/>
                        </a:lnTo>
                        <a:lnTo>
                          <a:pt x="20" y="31"/>
                        </a:lnTo>
                        <a:lnTo>
                          <a:pt x="17" y="29"/>
                        </a:lnTo>
                        <a:lnTo>
                          <a:pt x="19" y="27"/>
                        </a:lnTo>
                        <a:lnTo>
                          <a:pt x="19" y="27"/>
                        </a:lnTo>
                        <a:close/>
                        <a:moveTo>
                          <a:pt x="8" y="20"/>
                        </a:moveTo>
                        <a:lnTo>
                          <a:pt x="10" y="20"/>
                        </a:lnTo>
                        <a:lnTo>
                          <a:pt x="13" y="23"/>
                        </a:lnTo>
                        <a:lnTo>
                          <a:pt x="13" y="25"/>
                        </a:lnTo>
                        <a:lnTo>
                          <a:pt x="15" y="28"/>
                        </a:lnTo>
                        <a:lnTo>
                          <a:pt x="16" y="31"/>
                        </a:lnTo>
                        <a:lnTo>
                          <a:pt x="13" y="31"/>
                        </a:lnTo>
                        <a:lnTo>
                          <a:pt x="10" y="33"/>
                        </a:lnTo>
                        <a:lnTo>
                          <a:pt x="9" y="31"/>
                        </a:lnTo>
                        <a:lnTo>
                          <a:pt x="10" y="27"/>
                        </a:lnTo>
                        <a:lnTo>
                          <a:pt x="12" y="25"/>
                        </a:lnTo>
                        <a:lnTo>
                          <a:pt x="10" y="24"/>
                        </a:lnTo>
                        <a:lnTo>
                          <a:pt x="8" y="24"/>
                        </a:lnTo>
                        <a:lnTo>
                          <a:pt x="8" y="21"/>
                        </a:lnTo>
                        <a:lnTo>
                          <a:pt x="8" y="20"/>
                        </a:lnTo>
                        <a:lnTo>
                          <a:pt x="8" y="20"/>
                        </a:lnTo>
                        <a:close/>
                        <a:moveTo>
                          <a:pt x="1" y="0"/>
                        </a:moveTo>
                        <a:lnTo>
                          <a:pt x="0" y="5"/>
                        </a:lnTo>
                        <a:lnTo>
                          <a:pt x="1" y="9"/>
                        </a:lnTo>
                        <a:lnTo>
                          <a:pt x="1" y="12"/>
                        </a:lnTo>
                        <a:lnTo>
                          <a:pt x="2" y="16"/>
                        </a:lnTo>
                        <a:lnTo>
                          <a:pt x="5" y="16"/>
                        </a:lnTo>
                        <a:lnTo>
                          <a:pt x="6" y="13"/>
                        </a:lnTo>
                        <a:lnTo>
                          <a:pt x="8" y="14"/>
                        </a:lnTo>
                        <a:lnTo>
                          <a:pt x="9" y="13"/>
                        </a:lnTo>
                        <a:lnTo>
                          <a:pt x="9" y="10"/>
                        </a:lnTo>
                        <a:lnTo>
                          <a:pt x="8" y="8"/>
                        </a:lnTo>
                        <a:lnTo>
                          <a:pt x="9" y="5"/>
                        </a:lnTo>
                        <a:lnTo>
                          <a:pt x="8" y="4"/>
                        </a:lnTo>
                        <a:lnTo>
                          <a:pt x="6" y="5"/>
                        </a:lnTo>
                        <a:lnTo>
                          <a:pt x="6" y="8"/>
                        </a:lnTo>
                        <a:lnTo>
                          <a:pt x="5" y="8"/>
                        </a:lnTo>
                        <a:lnTo>
                          <a:pt x="4" y="6"/>
                        </a:lnTo>
                        <a:lnTo>
                          <a:pt x="4" y="1"/>
                        </a:lnTo>
                        <a:lnTo>
                          <a:pt x="4" y="1"/>
                        </a:lnTo>
                        <a:lnTo>
                          <a:pt x="1" y="0"/>
                        </a:lnTo>
                        <a:lnTo>
                          <a:pt x="1" y="0"/>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18" name="Freeform 1061">
                    <a:extLst>
                      <a:ext uri="{FF2B5EF4-FFF2-40B4-BE49-F238E27FC236}">
                        <a16:creationId xmlns:a16="http://schemas.microsoft.com/office/drawing/2014/main" id="{DB4698A3-A79E-1032-E08A-DE4FE2A439B5}"/>
                      </a:ext>
                    </a:extLst>
                  </p:cNvPr>
                  <p:cNvSpPr>
                    <a:spLocks noEditPoints="1"/>
                  </p:cNvSpPr>
                  <p:nvPr/>
                </p:nvSpPr>
                <p:spPr bwMode="auto">
                  <a:xfrm>
                    <a:off x="11280891" y="3031085"/>
                    <a:ext cx="126727" cy="68984"/>
                  </a:xfrm>
                  <a:custGeom>
                    <a:avLst/>
                    <a:gdLst/>
                    <a:ahLst/>
                    <a:cxnLst>
                      <a:cxn ang="0">
                        <a:pos x="137" y="68"/>
                      </a:cxn>
                      <a:cxn ang="0">
                        <a:pos x="133" y="70"/>
                      </a:cxn>
                      <a:cxn ang="0">
                        <a:pos x="52" y="80"/>
                      </a:cxn>
                      <a:cxn ang="0">
                        <a:pos x="60" y="83"/>
                      </a:cxn>
                      <a:cxn ang="0">
                        <a:pos x="53" y="83"/>
                      </a:cxn>
                      <a:cxn ang="0">
                        <a:pos x="52" y="80"/>
                      </a:cxn>
                      <a:cxn ang="0">
                        <a:pos x="77" y="64"/>
                      </a:cxn>
                      <a:cxn ang="0">
                        <a:pos x="84" y="69"/>
                      </a:cxn>
                      <a:cxn ang="0">
                        <a:pos x="77" y="69"/>
                      </a:cxn>
                      <a:cxn ang="0">
                        <a:pos x="72" y="61"/>
                      </a:cxn>
                      <a:cxn ang="0">
                        <a:pos x="53" y="47"/>
                      </a:cxn>
                      <a:cxn ang="0">
                        <a:pos x="64" y="51"/>
                      </a:cxn>
                      <a:cxn ang="0">
                        <a:pos x="64" y="55"/>
                      </a:cxn>
                      <a:cxn ang="0">
                        <a:pos x="56" y="54"/>
                      </a:cxn>
                      <a:cxn ang="0">
                        <a:pos x="50" y="45"/>
                      </a:cxn>
                      <a:cxn ang="0">
                        <a:pos x="61" y="42"/>
                      </a:cxn>
                      <a:cxn ang="0">
                        <a:pos x="61" y="43"/>
                      </a:cxn>
                      <a:cxn ang="0">
                        <a:pos x="63" y="31"/>
                      </a:cxn>
                      <a:cxn ang="0">
                        <a:pos x="64" y="35"/>
                      </a:cxn>
                      <a:cxn ang="0">
                        <a:pos x="72" y="47"/>
                      </a:cxn>
                      <a:cxn ang="0">
                        <a:pos x="77" y="51"/>
                      </a:cxn>
                      <a:cxn ang="0">
                        <a:pos x="72" y="45"/>
                      </a:cxn>
                      <a:cxn ang="0">
                        <a:pos x="68" y="35"/>
                      </a:cxn>
                      <a:cxn ang="0">
                        <a:pos x="63" y="31"/>
                      </a:cxn>
                      <a:cxn ang="0">
                        <a:pos x="42" y="23"/>
                      </a:cxn>
                      <a:cxn ang="0">
                        <a:pos x="50" y="31"/>
                      </a:cxn>
                      <a:cxn ang="0">
                        <a:pos x="48" y="34"/>
                      </a:cxn>
                      <a:cxn ang="0">
                        <a:pos x="44" y="28"/>
                      </a:cxn>
                      <a:cxn ang="0">
                        <a:pos x="34" y="19"/>
                      </a:cxn>
                      <a:cxn ang="0">
                        <a:pos x="29" y="35"/>
                      </a:cxn>
                      <a:cxn ang="0">
                        <a:pos x="24" y="35"/>
                      </a:cxn>
                      <a:cxn ang="0">
                        <a:pos x="16" y="34"/>
                      </a:cxn>
                      <a:cxn ang="0">
                        <a:pos x="18" y="34"/>
                      </a:cxn>
                      <a:cxn ang="0">
                        <a:pos x="16" y="30"/>
                      </a:cxn>
                      <a:cxn ang="0">
                        <a:pos x="20" y="32"/>
                      </a:cxn>
                      <a:cxn ang="0">
                        <a:pos x="24" y="31"/>
                      </a:cxn>
                      <a:cxn ang="0">
                        <a:pos x="20" y="26"/>
                      </a:cxn>
                      <a:cxn ang="0">
                        <a:pos x="16" y="30"/>
                      </a:cxn>
                      <a:cxn ang="0">
                        <a:pos x="14" y="23"/>
                      </a:cxn>
                      <a:cxn ang="0">
                        <a:pos x="14" y="27"/>
                      </a:cxn>
                      <a:cxn ang="0">
                        <a:pos x="12" y="24"/>
                      </a:cxn>
                      <a:cxn ang="0">
                        <a:pos x="11" y="23"/>
                      </a:cxn>
                      <a:cxn ang="0">
                        <a:pos x="8" y="24"/>
                      </a:cxn>
                      <a:cxn ang="0">
                        <a:pos x="7" y="20"/>
                      </a:cxn>
                      <a:cxn ang="0">
                        <a:pos x="7" y="2"/>
                      </a:cxn>
                      <a:cxn ang="0">
                        <a:pos x="7" y="4"/>
                      </a:cxn>
                      <a:cxn ang="0">
                        <a:pos x="12" y="12"/>
                      </a:cxn>
                      <a:cxn ang="0">
                        <a:pos x="22" y="16"/>
                      </a:cxn>
                      <a:cxn ang="0">
                        <a:pos x="16" y="11"/>
                      </a:cxn>
                      <a:cxn ang="0">
                        <a:pos x="10" y="7"/>
                      </a:cxn>
                      <a:cxn ang="0">
                        <a:pos x="7" y="4"/>
                      </a:cxn>
                      <a:cxn ang="0">
                        <a:pos x="1" y="9"/>
                      </a:cxn>
                    </a:cxnLst>
                    <a:rect l="0" t="0" r="r" b="b"/>
                    <a:pathLst>
                      <a:path w="139" h="83">
                        <a:moveTo>
                          <a:pt x="133" y="69"/>
                        </a:moveTo>
                        <a:lnTo>
                          <a:pt x="135" y="68"/>
                        </a:lnTo>
                        <a:lnTo>
                          <a:pt x="137" y="68"/>
                        </a:lnTo>
                        <a:lnTo>
                          <a:pt x="139" y="69"/>
                        </a:lnTo>
                        <a:lnTo>
                          <a:pt x="136" y="72"/>
                        </a:lnTo>
                        <a:lnTo>
                          <a:pt x="133" y="70"/>
                        </a:lnTo>
                        <a:lnTo>
                          <a:pt x="133" y="69"/>
                        </a:lnTo>
                        <a:lnTo>
                          <a:pt x="133" y="69"/>
                        </a:lnTo>
                        <a:close/>
                        <a:moveTo>
                          <a:pt x="52" y="80"/>
                        </a:moveTo>
                        <a:lnTo>
                          <a:pt x="54" y="80"/>
                        </a:lnTo>
                        <a:lnTo>
                          <a:pt x="57" y="81"/>
                        </a:lnTo>
                        <a:lnTo>
                          <a:pt x="60" y="83"/>
                        </a:lnTo>
                        <a:lnTo>
                          <a:pt x="58" y="83"/>
                        </a:lnTo>
                        <a:lnTo>
                          <a:pt x="56" y="83"/>
                        </a:lnTo>
                        <a:lnTo>
                          <a:pt x="53" y="83"/>
                        </a:lnTo>
                        <a:lnTo>
                          <a:pt x="52" y="81"/>
                        </a:lnTo>
                        <a:lnTo>
                          <a:pt x="52" y="80"/>
                        </a:lnTo>
                        <a:lnTo>
                          <a:pt x="52" y="80"/>
                        </a:lnTo>
                        <a:close/>
                        <a:moveTo>
                          <a:pt x="72" y="61"/>
                        </a:moveTo>
                        <a:lnTo>
                          <a:pt x="75" y="61"/>
                        </a:lnTo>
                        <a:lnTo>
                          <a:pt x="77" y="64"/>
                        </a:lnTo>
                        <a:lnTo>
                          <a:pt x="83" y="65"/>
                        </a:lnTo>
                        <a:lnTo>
                          <a:pt x="84" y="68"/>
                        </a:lnTo>
                        <a:lnTo>
                          <a:pt x="84" y="69"/>
                        </a:lnTo>
                        <a:lnTo>
                          <a:pt x="86" y="70"/>
                        </a:lnTo>
                        <a:lnTo>
                          <a:pt x="82" y="70"/>
                        </a:lnTo>
                        <a:lnTo>
                          <a:pt x="77" y="69"/>
                        </a:lnTo>
                        <a:lnTo>
                          <a:pt x="73" y="65"/>
                        </a:lnTo>
                        <a:lnTo>
                          <a:pt x="73" y="64"/>
                        </a:lnTo>
                        <a:lnTo>
                          <a:pt x="72" y="61"/>
                        </a:lnTo>
                        <a:lnTo>
                          <a:pt x="72" y="61"/>
                        </a:lnTo>
                        <a:close/>
                        <a:moveTo>
                          <a:pt x="52" y="45"/>
                        </a:moveTo>
                        <a:lnTo>
                          <a:pt x="53" y="47"/>
                        </a:lnTo>
                        <a:lnTo>
                          <a:pt x="57" y="47"/>
                        </a:lnTo>
                        <a:lnTo>
                          <a:pt x="61" y="49"/>
                        </a:lnTo>
                        <a:lnTo>
                          <a:pt x="64" y="51"/>
                        </a:lnTo>
                        <a:lnTo>
                          <a:pt x="65" y="51"/>
                        </a:lnTo>
                        <a:lnTo>
                          <a:pt x="65" y="53"/>
                        </a:lnTo>
                        <a:lnTo>
                          <a:pt x="64" y="55"/>
                        </a:lnTo>
                        <a:lnTo>
                          <a:pt x="61" y="55"/>
                        </a:lnTo>
                        <a:lnTo>
                          <a:pt x="60" y="53"/>
                        </a:lnTo>
                        <a:lnTo>
                          <a:pt x="56" y="54"/>
                        </a:lnTo>
                        <a:lnTo>
                          <a:pt x="53" y="53"/>
                        </a:lnTo>
                        <a:lnTo>
                          <a:pt x="49" y="49"/>
                        </a:lnTo>
                        <a:lnTo>
                          <a:pt x="50" y="45"/>
                        </a:lnTo>
                        <a:lnTo>
                          <a:pt x="52" y="45"/>
                        </a:lnTo>
                        <a:lnTo>
                          <a:pt x="52" y="45"/>
                        </a:lnTo>
                        <a:close/>
                        <a:moveTo>
                          <a:pt x="61" y="42"/>
                        </a:moveTo>
                        <a:lnTo>
                          <a:pt x="57" y="40"/>
                        </a:lnTo>
                        <a:lnTo>
                          <a:pt x="58" y="43"/>
                        </a:lnTo>
                        <a:lnTo>
                          <a:pt x="61" y="43"/>
                        </a:lnTo>
                        <a:lnTo>
                          <a:pt x="61" y="42"/>
                        </a:lnTo>
                        <a:lnTo>
                          <a:pt x="61" y="42"/>
                        </a:lnTo>
                        <a:close/>
                        <a:moveTo>
                          <a:pt x="63" y="31"/>
                        </a:moveTo>
                        <a:lnTo>
                          <a:pt x="63" y="32"/>
                        </a:lnTo>
                        <a:lnTo>
                          <a:pt x="64" y="34"/>
                        </a:lnTo>
                        <a:lnTo>
                          <a:pt x="64" y="35"/>
                        </a:lnTo>
                        <a:lnTo>
                          <a:pt x="65" y="38"/>
                        </a:lnTo>
                        <a:lnTo>
                          <a:pt x="67" y="42"/>
                        </a:lnTo>
                        <a:lnTo>
                          <a:pt x="72" y="47"/>
                        </a:lnTo>
                        <a:lnTo>
                          <a:pt x="75" y="49"/>
                        </a:lnTo>
                        <a:lnTo>
                          <a:pt x="75" y="51"/>
                        </a:lnTo>
                        <a:lnTo>
                          <a:pt x="77" y="51"/>
                        </a:lnTo>
                        <a:lnTo>
                          <a:pt x="77" y="49"/>
                        </a:lnTo>
                        <a:lnTo>
                          <a:pt x="75" y="46"/>
                        </a:lnTo>
                        <a:lnTo>
                          <a:pt x="72" y="45"/>
                        </a:lnTo>
                        <a:lnTo>
                          <a:pt x="71" y="42"/>
                        </a:lnTo>
                        <a:lnTo>
                          <a:pt x="68" y="38"/>
                        </a:lnTo>
                        <a:lnTo>
                          <a:pt x="68" y="35"/>
                        </a:lnTo>
                        <a:lnTo>
                          <a:pt x="65" y="31"/>
                        </a:lnTo>
                        <a:lnTo>
                          <a:pt x="63" y="31"/>
                        </a:lnTo>
                        <a:lnTo>
                          <a:pt x="63" y="31"/>
                        </a:lnTo>
                        <a:close/>
                        <a:moveTo>
                          <a:pt x="34" y="19"/>
                        </a:moveTo>
                        <a:lnTo>
                          <a:pt x="38" y="19"/>
                        </a:lnTo>
                        <a:lnTo>
                          <a:pt x="42" y="23"/>
                        </a:lnTo>
                        <a:lnTo>
                          <a:pt x="46" y="24"/>
                        </a:lnTo>
                        <a:lnTo>
                          <a:pt x="52" y="30"/>
                        </a:lnTo>
                        <a:lnTo>
                          <a:pt x="50" y="31"/>
                        </a:lnTo>
                        <a:lnTo>
                          <a:pt x="52" y="34"/>
                        </a:lnTo>
                        <a:lnTo>
                          <a:pt x="50" y="32"/>
                        </a:lnTo>
                        <a:lnTo>
                          <a:pt x="48" y="34"/>
                        </a:lnTo>
                        <a:lnTo>
                          <a:pt x="48" y="32"/>
                        </a:lnTo>
                        <a:lnTo>
                          <a:pt x="46" y="30"/>
                        </a:lnTo>
                        <a:lnTo>
                          <a:pt x="44" y="28"/>
                        </a:lnTo>
                        <a:lnTo>
                          <a:pt x="37" y="21"/>
                        </a:lnTo>
                        <a:lnTo>
                          <a:pt x="37" y="21"/>
                        </a:lnTo>
                        <a:lnTo>
                          <a:pt x="34" y="19"/>
                        </a:lnTo>
                        <a:lnTo>
                          <a:pt x="34" y="19"/>
                        </a:lnTo>
                        <a:close/>
                        <a:moveTo>
                          <a:pt x="24" y="34"/>
                        </a:moveTo>
                        <a:lnTo>
                          <a:pt x="29" y="35"/>
                        </a:lnTo>
                        <a:lnTo>
                          <a:pt x="27" y="36"/>
                        </a:lnTo>
                        <a:lnTo>
                          <a:pt x="26" y="38"/>
                        </a:lnTo>
                        <a:lnTo>
                          <a:pt x="24" y="35"/>
                        </a:lnTo>
                        <a:lnTo>
                          <a:pt x="24" y="34"/>
                        </a:lnTo>
                        <a:lnTo>
                          <a:pt x="24" y="34"/>
                        </a:lnTo>
                        <a:close/>
                        <a:moveTo>
                          <a:pt x="16" y="34"/>
                        </a:moveTo>
                        <a:lnTo>
                          <a:pt x="18" y="32"/>
                        </a:lnTo>
                        <a:lnTo>
                          <a:pt x="19" y="34"/>
                        </a:lnTo>
                        <a:lnTo>
                          <a:pt x="18" y="34"/>
                        </a:lnTo>
                        <a:lnTo>
                          <a:pt x="16" y="34"/>
                        </a:lnTo>
                        <a:lnTo>
                          <a:pt x="16" y="34"/>
                        </a:lnTo>
                        <a:close/>
                        <a:moveTo>
                          <a:pt x="16" y="30"/>
                        </a:moveTo>
                        <a:lnTo>
                          <a:pt x="18" y="30"/>
                        </a:lnTo>
                        <a:lnTo>
                          <a:pt x="20" y="30"/>
                        </a:lnTo>
                        <a:lnTo>
                          <a:pt x="20" y="32"/>
                        </a:lnTo>
                        <a:lnTo>
                          <a:pt x="23" y="34"/>
                        </a:lnTo>
                        <a:lnTo>
                          <a:pt x="24" y="34"/>
                        </a:lnTo>
                        <a:lnTo>
                          <a:pt x="24" y="31"/>
                        </a:lnTo>
                        <a:lnTo>
                          <a:pt x="23" y="28"/>
                        </a:lnTo>
                        <a:lnTo>
                          <a:pt x="22" y="27"/>
                        </a:lnTo>
                        <a:lnTo>
                          <a:pt x="20" y="26"/>
                        </a:lnTo>
                        <a:lnTo>
                          <a:pt x="19" y="26"/>
                        </a:lnTo>
                        <a:lnTo>
                          <a:pt x="18" y="27"/>
                        </a:lnTo>
                        <a:lnTo>
                          <a:pt x="16" y="30"/>
                        </a:lnTo>
                        <a:lnTo>
                          <a:pt x="16" y="30"/>
                        </a:lnTo>
                        <a:close/>
                        <a:moveTo>
                          <a:pt x="12" y="24"/>
                        </a:moveTo>
                        <a:lnTo>
                          <a:pt x="14" y="23"/>
                        </a:lnTo>
                        <a:lnTo>
                          <a:pt x="16" y="26"/>
                        </a:lnTo>
                        <a:lnTo>
                          <a:pt x="16" y="27"/>
                        </a:lnTo>
                        <a:lnTo>
                          <a:pt x="14" y="27"/>
                        </a:lnTo>
                        <a:lnTo>
                          <a:pt x="12" y="26"/>
                        </a:lnTo>
                        <a:lnTo>
                          <a:pt x="12" y="26"/>
                        </a:lnTo>
                        <a:lnTo>
                          <a:pt x="12" y="24"/>
                        </a:lnTo>
                        <a:lnTo>
                          <a:pt x="12" y="24"/>
                        </a:lnTo>
                        <a:close/>
                        <a:moveTo>
                          <a:pt x="7" y="20"/>
                        </a:moveTo>
                        <a:lnTo>
                          <a:pt x="11" y="23"/>
                        </a:lnTo>
                        <a:lnTo>
                          <a:pt x="10" y="24"/>
                        </a:lnTo>
                        <a:lnTo>
                          <a:pt x="8" y="24"/>
                        </a:lnTo>
                        <a:lnTo>
                          <a:pt x="8" y="24"/>
                        </a:lnTo>
                        <a:lnTo>
                          <a:pt x="7" y="21"/>
                        </a:lnTo>
                        <a:lnTo>
                          <a:pt x="7" y="20"/>
                        </a:lnTo>
                        <a:lnTo>
                          <a:pt x="7" y="20"/>
                        </a:lnTo>
                        <a:close/>
                        <a:moveTo>
                          <a:pt x="7" y="0"/>
                        </a:moveTo>
                        <a:lnTo>
                          <a:pt x="4" y="4"/>
                        </a:lnTo>
                        <a:lnTo>
                          <a:pt x="7" y="2"/>
                        </a:lnTo>
                        <a:lnTo>
                          <a:pt x="7" y="0"/>
                        </a:lnTo>
                        <a:lnTo>
                          <a:pt x="7" y="0"/>
                        </a:lnTo>
                        <a:close/>
                        <a:moveTo>
                          <a:pt x="7" y="4"/>
                        </a:moveTo>
                        <a:lnTo>
                          <a:pt x="5" y="5"/>
                        </a:lnTo>
                        <a:lnTo>
                          <a:pt x="8" y="9"/>
                        </a:lnTo>
                        <a:lnTo>
                          <a:pt x="12" y="12"/>
                        </a:lnTo>
                        <a:lnTo>
                          <a:pt x="15" y="16"/>
                        </a:lnTo>
                        <a:lnTo>
                          <a:pt x="19" y="16"/>
                        </a:lnTo>
                        <a:lnTo>
                          <a:pt x="22" y="16"/>
                        </a:lnTo>
                        <a:lnTo>
                          <a:pt x="20" y="15"/>
                        </a:lnTo>
                        <a:lnTo>
                          <a:pt x="18" y="12"/>
                        </a:lnTo>
                        <a:lnTo>
                          <a:pt x="16" y="11"/>
                        </a:lnTo>
                        <a:lnTo>
                          <a:pt x="15" y="9"/>
                        </a:lnTo>
                        <a:lnTo>
                          <a:pt x="14" y="8"/>
                        </a:lnTo>
                        <a:lnTo>
                          <a:pt x="10" y="7"/>
                        </a:lnTo>
                        <a:lnTo>
                          <a:pt x="8" y="5"/>
                        </a:lnTo>
                        <a:lnTo>
                          <a:pt x="7" y="4"/>
                        </a:lnTo>
                        <a:lnTo>
                          <a:pt x="7" y="4"/>
                        </a:lnTo>
                        <a:close/>
                        <a:moveTo>
                          <a:pt x="1" y="8"/>
                        </a:moveTo>
                        <a:lnTo>
                          <a:pt x="0" y="8"/>
                        </a:lnTo>
                        <a:lnTo>
                          <a:pt x="1" y="9"/>
                        </a:lnTo>
                        <a:lnTo>
                          <a:pt x="1" y="8"/>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19" name="Freeform 1062">
                    <a:extLst>
                      <a:ext uri="{FF2B5EF4-FFF2-40B4-BE49-F238E27FC236}">
                        <a16:creationId xmlns:a16="http://schemas.microsoft.com/office/drawing/2014/main" id="{CBFAE619-06D2-FE7E-C2D9-5A8A47B2C4C0}"/>
                      </a:ext>
                    </a:extLst>
                  </p:cNvPr>
                  <p:cNvSpPr>
                    <a:spLocks noEditPoints="1"/>
                  </p:cNvSpPr>
                  <p:nvPr/>
                </p:nvSpPr>
                <p:spPr bwMode="auto">
                  <a:xfrm>
                    <a:off x="11280891" y="3031085"/>
                    <a:ext cx="126727" cy="68984"/>
                  </a:xfrm>
                  <a:custGeom>
                    <a:avLst/>
                    <a:gdLst/>
                    <a:ahLst/>
                    <a:cxnLst>
                      <a:cxn ang="0">
                        <a:pos x="137" y="68"/>
                      </a:cxn>
                      <a:cxn ang="0">
                        <a:pos x="133" y="70"/>
                      </a:cxn>
                      <a:cxn ang="0">
                        <a:pos x="52" y="80"/>
                      </a:cxn>
                      <a:cxn ang="0">
                        <a:pos x="60" y="83"/>
                      </a:cxn>
                      <a:cxn ang="0">
                        <a:pos x="53" y="83"/>
                      </a:cxn>
                      <a:cxn ang="0">
                        <a:pos x="52" y="80"/>
                      </a:cxn>
                      <a:cxn ang="0">
                        <a:pos x="77" y="64"/>
                      </a:cxn>
                      <a:cxn ang="0">
                        <a:pos x="84" y="69"/>
                      </a:cxn>
                      <a:cxn ang="0">
                        <a:pos x="77" y="69"/>
                      </a:cxn>
                      <a:cxn ang="0">
                        <a:pos x="72" y="61"/>
                      </a:cxn>
                      <a:cxn ang="0">
                        <a:pos x="53" y="47"/>
                      </a:cxn>
                      <a:cxn ang="0">
                        <a:pos x="64" y="51"/>
                      </a:cxn>
                      <a:cxn ang="0">
                        <a:pos x="64" y="55"/>
                      </a:cxn>
                      <a:cxn ang="0">
                        <a:pos x="56" y="54"/>
                      </a:cxn>
                      <a:cxn ang="0">
                        <a:pos x="50" y="45"/>
                      </a:cxn>
                      <a:cxn ang="0">
                        <a:pos x="61" y="42"/>
                      </a:cxn>
                      <a:cxn ang="0">
                        <a:pos x="61" y="43"/>
                      </a:cxn>
                      <a:cxn ang="0">
                        <a:pos x="63" y="31"/>
                      </a:cxn>
                      <a:cxn ang="0">
                        <a:pos x="64" y="35"/>
                      </a:cxn>
                      <a:cxn ang="0">
                        <a:pos x="72" y="47"/>
                      </a:cxn>
                      <a:cxn ang="0">
                        <a:pos x="77" y="51"/>
                      </a:cxn>
                      <a:cxn ang="0">
                        <a:pos x="72" y="45"/>
                      </a:cxn>
                      <a:cxn ang="0">
                        <a:pos x="68" y="35"/>
                      </a:cxn>
                      <a:cxn ang="0">
                        <a:pos x="63" y="31"/>
                      </a:cxn>
                      <a:cxn ang="0">
                        <a:pos x="42" y="23"/>
                      </a:cxn>
                      <a:cxn ang="0">
                        <a:pos x="50" y="31"/>
                      </a:cxn>
                      <a:cxn ang="0">
                        <a:pos x="48" y="34"/>
                      </a:cxn>
                      <a:cxn ang="0">
                        <a:pos x="44" y="28"/>
                      </a:cxn>
                      <a:cxn ang="0">
                        <a:pos x="34" y="19"/>
                      </a:cxn>
                      <a:cxn ang="0">
                        <a:pos x="29" y="35"/>
                      </a:cxn>
                      <a:cxn ang="0">
                        <a:pos x="24" y="35"/>
                      </a:cxn>
                      <a:cxn ang="0">
                        <a:pos x="16" y="34"/>
                      </a:cxn>
                      <a:cxn ang="0">
                        <a:pos x="18" y="34"/>
                      </a:cxn>
                      <a:cxn ang="0">
                        <a:pos x="16" y="30"/>
                      </a:cxn>
                      <a:cxn ang="0">
                        <a:pos x="20" y="32"/>
                      </a:cxn>
                      <a:cxn ang="0">
                        <a:pos x="24" y="31"/>
                      </a:cxn>
                      <a:cxn ang="0">
                        <a:pos x="20" y="26"/>
                      </a:cxn>
                      <a:cxn ang="0">
                        <a:pos x="16" y="30"/>
                      </a:cxn>
                      <a:cxn ang="0">
                        <a:pos x="14" y="23"/>
                      </a:cxn>
                      <a:cxn ang="0">
                        <a:pos x="14" y="27"/>
                      </a:cxn>
                      <a:cxn ang="0">
                        <a:pos x="12" y="24"/>
                      </a:cxn>
                      <a:cxn ang="0">
                        <a:pos x="11" y="23"/>
                      </a:cxn>
                      <a:cxn ang="0">
                        <a:pos x="8" y="24"/>
                      </a:cxn>
                      <a:cxn ang="0">
                        <a:pos x="7" y="20"/>
                      </a:cxn>
                      <a:cxn ang="0">
                        <a:pos x="7" y="2"/>
                      </a:cxn>
                      <a:cxn ang="0">
                        <a:pos x="7" y="4"/>
                      </a:cxn>
                      <a:cxn ang="0">
                        <a:pos x="12" y="12"/>
                      </a:cxn>
                      <a:cxn ang="0">
                        <a:pos x="22" y="16"/>
                      </a:cxn>
                      <a:cxn ang="0">
                        <a:pos x="16" y="11"/>
                      </a:cxn>
                      <a:cxn ang="0">
                        <a:pos x="10" y="7"/>
                      </a:cxn>
                      <a:cxn ang="0">
                        <a:pos x="7" y="4"/>
                      </a:cxn>
                      <a:cxn ang="0">
                        <a:pos x="1" y="9"/>
                      </a:cxn>
                    </a:cxnLst>
                    <a:rect l="0" t="0" r="r" b="b"/>
                    <a:pathLst>
                      <a:path w="139" h="83">
                        <a:moveTo>
                          <a:pt x="133" y="69"/>
                        </a:moveTo>
                        <a:lnTo>
                          <a:pt x="135" y="68"/>
                        </a:lnTo>
                        <a:lnTo>
                          <a:pt x="137" y="68"/>
                        </a:lnTo>
                        <a:lnTo>
                          <a:pt x="139" y="69"/>
                        </a:lnTo>
                        <a:lnTo>
                          <a:pt x="136" y="72"/>
                        </a:lnTo>
                        <a:lnTo>
                          <a:pt x="133" y="70"/>
                        </a:lnTo>
                        <a:lnTo>
                          <a:pt x="133" y="69"/>
                        </a:lnTo>
                        <a:lnTo>
                          <a:pt x="133" y="69"/>
                        </a:lnTo>
                        <a:close/>
                        <a:moveTo>
                          <a:pt x="52" y="80"/>
                        </a:moveTo>
                        <a:lnTo>
                          <a:pt x="54" y="80"/>
                        </a:lnTo>
                        <a:lnTo>
                          <a:pt x="57" y="81"/>
                        </a:lnTo>
                        <a:lnTo>
                          <a:pt x="60" y="83"/>
                        </a:lnTo>
                        <a:lnTo>
                          <a:pt x="58" y="83"/>
                        </a:lnTo>
                        <a:lnTo>
                          <a:pt x="56" y="83"/>
                        </a:lnTo>
                        <a:lnTo>
                          <a:pt x="53" y="83"/>
                        </a:lnTo>
                        <a:lnTo>
                          <a:pt x="52" y="81"/>
                        </a:lnTo>
                        <a:lnTo>
                          <a:pt x="52" y="80"/>
                        </a:lnTo>
                        <a:lnTo>
                          <a:pt x="52" y="80"/>
                        </a:lnTo>
                        <a:close/>
                        <a:moveTo>
                          <a:pt x="72" y="61"/>
                        </a:moveTo>
                        <a:lnTo>
                          <a:pt x="75" y="61"/>
                        </a:lnTo>
                        <a:lnTo>
                          <a:pt x="77" y="64"/>
                        </a:lnTo>
                        <a:lnTo>
                          <a:pt x="83" y="65"/>
                        </a:lnTo>
                        <a:lnTo>
                          <a:pt x="84" y="68"/>
                        </a:lnTo>
                        <a:lnTo>
                          <a:pt x="84" y="69"/>
                        </a:lnTo>
                        <a:lnTo>
                          <a:pt x="86" y="70"/>
                        </a:lnTo>
                        <a:lnTo>
                          <a:pt x="82" y="70"/>
                        </a:lnTo>
                        <a:lnTo>
                          <a:pt x="77" y="69"/>
                        </a:lnTo>
                        <a:lnTo>
                          <a:pt x="73" y="65"/>
                        </a:lnTo>
                        <a:lnTo>
                          <a:pt x="73" y="64"/>
                        </a:lnTo>
                        <a:lnTo>
                          <a:pt x="72" y="61"/>
                        </a:lnTo>
                        <a:lnTo>
                          <a:pt x="72" y="61"/>
                        </a:lnTo>
                        <a:close/>
                        <a:moveTo>
                          <a:pt x="52" y="45"/>
                        </a:moveTo>
                        <a:lnTo>
                          <a:pt x="53" y="47"/>
                        </a:lnTo>
                        <a:lnTo>
                          <a:pt x="57" y="47"/>
                        </a:lnTo>
                        <a:lnTo>
                          <a:pt x="61" y="49"/>
                        </a:lnTo>
                        <a:lnTo>
                          <a:pt x="64" y="51"/>
                        </a:lnTo>
                        <a:lnTo>
                          <a:pt x="65" y="51"/>
                        </a:lnTo>
                        <a:lnTo>
                          <a:pt x="65" y="53"/>
                        </a:lnTo>
                        <a:lnTo>
                          <a:pt x="64" y="55"/>
                        </a:lnTo>
                        <a:lnTo>
                          <a:pt x="61" y="55"/>
                        </a:lnTo>
                        <a:lnTo>
                          <a:pt x="60" y="53"/>
                        </a:lnTo>
                        <a:lnTo>
                          <a:pt x="56" y="54"/>
                        </a:lnTo>
                        <a:lnTo>
                          <a:pt x="53" y="53"/>
                        </a:lnTo>
                        <a:lnTo>
                          <a:pt x="49" y="49"/>
                        </a:lnTo>
                        <a:lnTo>
                          <a:pt x="50" y="45"/>
                        </a:lnTo>
                        <a:lnTo>
                          <a:pt x="52" y="45"/>
                        </a:lnTo>
                        <a:lnTo>
                          <a:pt x="52" y="45"/>
                        </a:lnTo>
                        <a:close/>
                        <a:moveTo>
                          <a:pt x="61" y="42"/>
                        </a:moveTo>
                        <a:lnTo>
                          <a:pt x="57" y="40"/>
                        </a:lnTo>
                        <a:lnTo>
                          <a:pt x="58" y="43"/>
                        </a:lnTo>
                        <a:lnTo>
                          <a:pt x="61" y="43"/>
                        </a:lnTo>
                        <a:lnTo>
                          <a:pt x="61" y="42"/>
                        </a:lnTo>
                        <a:lnTo>
                          <a:pt x="61" y="42"/>
                        </a:lnTo>
                        <a:close/>
                        <a:moveTo>
                          <a:pt x="63" y="31"/>
                        </a:moveTo>
                        <a:lnTo>
                          <a:pt x="63" y="32"/>
                        </a:lnTo>
                        <a:lnTo>
                          <a:pt x="64" y="34"/>
                        </a:lnTo>
                        <a:lnTo>
                          <a:pt x="64" y="35"/>
                        </a:lnTo>
                        <a:lnTo>
                          <a:pt x="65" y="38"/>
                        </a:lnTo>
                        <a:lnTo>
                          <a:pt x="67" y="42"/>
                        </a:lnTo>
                        <a:lnTo>
                          <a:pt x="72" y="47"/>
                        </a:lnTo>
                        <a:lnTo>
                          <a:pt x="75" y="49"/>
                        </a:lnTo>
                        <a:lnTo>
                          <a:pt x="75" y="51"/>
                        </a:lnTo>
                        <a:lnTo>
                          <a:pt x="77" y="51"/>
                        </a:lnTo>
                        <a:lnTo>
                          <a:pt x="77" y="49"/>
                        </a:lnTo>
                        <a:lnTo>
                          <a:pt x="75" y="46"/>
                        </a:lnTo>
                        <a:lnTo>
                          <a:pt x="72" y="45"/>
                        </a:lnTo>
                        <a:lnTo>
                          <a:pt x="71" y="42"/>
                        </a:lnTo>
                        <a:lnTo>
                          <a:pt x="68" y="38"/>
                        </a:lnTo>
                        <a:lnTo>
                          <a:pt x="68" y="35"/>
                        </a:lnTo>
                        <a:lnTo>
                          <a:pt x="65" y="31"/>
                        </a:lnTo>
                        <a:lnTo>
                          <a:pt x="63" y="31"/>
                        </a:lnTo>
                        <a:lnTo>
                          <a:pt x="63" y="31"/>
                        </a:lnTo>
                        <a:close/>
                        <a:moveTo>
                          <a:pt x="34" y="19"/>
                        </a:moveTo>
                        <a:lnTo>
                          <a:pt x="38" y="19"/>
                        </a:lnTo>
                        <a:lnTo>
                          <a:pt x="42" y="23"/>
                        </a:lnTo>
                        <a:lnTo>
                          <a:pt x="46" y="24"/>
                        </a:lnTo>
                        <a:lnTo>
                          <a:pt x="52" y="30"/>
                        </a:lnTo>
                        <a:lnTo>
                          <a:pt x="50" y="31"/>
                        </a:lnTo>
                        <a:lnTo>
                          <a:pt x="52" y="34"/>
                        </a:lnTo>
                        <a:lnTo>
                          <a:pt x="50" y="32"/>
                        </a:lnTo>
                        <a:lnTo>
                          <a:pt x="48" y="34"/>
                        </a:lnTo>
                        <a:lnTo>
                          <a:pt x="48" y="32"/>
                        </a:lnTo>
                        <a:lnTo>
                          <a:pt x="46" y="30"/>
                        </a:lnTo>
                        <a:lnTo>
                          <a:pt x="44" y="28"/>
                        </a:lnTo>
                        <a:lnTo>
                          <a:pt x="37" y="21"/>
                        </a:lnTo>
                        <a:lnTo>
                          <a:pt x="37" y="21"/>
                        </a:lnTo>
                        <a:lnTo>
                          <a:pt x="34" y="19"/>
                        </a:lnTo>
                        <a:lnTo>
                          <a:pt x="34" y="19"/>
                        </a:lnTo>
                        <a:close/>
                        <a:moveTo>
                          <a:pt x="24" y="34"/>
                        </a:moveTo>
                        <a:lnTo>
                          <a:pt x="29" y="35"/>
                        </a:lnTo>
                        <a:lnTo>
                          <a:pt x="27" y="36"/>
                        </a:lnTo>
                        <a:lnTo>
                          <a:pt x="26" y="38"/>
                        </a:lnTo>
                        <a:lnTo>
                          <a:pt x="24" y="35"/>
                        </a:lnTo>
                        <a:lnTo>
                          <a:pt x="24" y="34"/>
                        </a:lnTo>
                        <a:lnTo>
                          <a:pt x="24" y="34"/>
                        </a:lnTo>
                        <a:close/>
                        <a:moveTo>
                          <a:pt x="16" y="34"/>
                        </a:moveTo>
                        <a:lnTo>
                          <a:pt x="18" y="32"/>
                        </a:lnTo>
                        <a:lnTo>
                          <a:pt x="19" y="34"/>
                        </a:lnTo>
                        <a:lnTo>
                          <a:pt x="18" y="34"/>
                        </a:lnTo>
                        <a:lnTo>
                          <a:pt x="16" y="34"/>
                        </a:lnTo>
                        <a:lnTo>
                          <a:pt x="16" y="34"/>
                        </a:lnTo>
                        <a:close/>
                        <a:moveTo>
                          <a:pt x="16" y="30"/>
                        </a:moveTo>
                        <a:lnTo>
                          <a:pt x="18" y="30"/>
                        </a:lnTo>
                        <a:lnTo>
                          <a:pt x="20" y="30"/>
                        </a:lnTo>
                        <a:lnTo>
                          <a:pt x="20" y="32"/>
                        </a:lnTo>
                        <a:lnTo>
                          <a:pt x="23" y="34"/>
                        </a:lnTo>
                        <a:lnTo>
                          <a:pt x="24" y="34"/>
                        </a:lnTo>
                        <a:lnTo>
                          <a:pt x="24" y="31"/>
                        </a:lnTo>
                        <a:lnTo>
                          <a:pt x="23" y="28"/>
                        </a:lnTo>
                        <a:lnTo>
                          <a:pt x="22" y="27"/>
                        </a:lnTo>
                        <a:lnTo>
                          <a:pt x="20" y="26"/>
                        </a:lnTo>
                        <a:lnTo>
                          <a:pt x="19" y="26"/>
                        </a:lnTo>
                        <a:lnTo>
                          <a:pt x="18" y="27"/>
                        </a:lnTo>
                        <a:lnTo>
                          <a:pt x="16" y="30"/>
                        </a:lnTo>
                        <a:lnTo>
                          <a:pt x="16" y="30"/>
                        </a:lnTo>
                        <a:close/>
                        <a:moveTo>
                          <a:pt x="12" y="24"/>
                        </a:moveTo>
                        <a:lnTo>
                          <a:pt x="14" y="23"/>
                        </a:lnTo>
                        <a:lnTo>
                          <a:pt x="16" y="26"/>
                        </a:lnTo>
                        <a:lnTo>
                          <a:pt x="16" y="27"/>
                        </a:lnTo>
                        <a:lnTo>
                          <a:pt x="14" y="27"/>
                        </a:lnTo>
                        <a:lnTo>
                          <a:pt x="12" y="26"/>
                        </a:lnTo>
                        <a:lnTo>
                          <a:pt x="12" y="26"/>
                        </a:lnTo>
                        <a:lnTo>
                          <a:pt x="12" y="24"/>
                        </a:lnTo>
                        <a:lnTo>
                          <a:pt x="12" y="24"/>
                        </a:lnTo>
                        <a:close/>
                        <a:moveTo>
                          <a:pt x="7" y="20"/>
                        </a:moveTo>
                        <a:lnTo>
                          <a:pt x="11" y="23"/>
                        </a:lnTo>
                        <a:lnTo>
                          <a:pt x="10" y="24"/>
                        </a:lnTo>
                        <a:lnTo>
                          <a:pt x="8" y="24"/>
                        </a:lnTo>
                        <a:lnTo>
                          <a:pt x="8" y="24"/>
                        </a:lnTo>
                        <a:lnTo>
                          <a:pt x="7" y="21"/>
                        </a:lnTo>
                        <a:lnTo>
                          <a:pt x="7" y="20"/>
                        </a:lnTo>
                        <a:lnTo>
                          <a:pt x="7" y="20"/>
                        </a:lnTo>
                        <a:close/>
                        <a:moveTo>
                          <a:pt x="7" y="0"/>
                        </a:moveTo>
                        <a:lnTo>
                          <a:pt x="4" y="4"/>
                        </a:lnTo>
                        <a:lnTo>
                          <a:pt x="7" y="2"/>
                        </a:lnTo>
                        <a:lnTo>
                          <a:pt x="7" y="0"/>
                        </a:lnTo>
                        <a:lnTo>
                          <a:pt x="7" y="0"/>
                        </a:lnTo>
                        <a:close/>
                        <a:moveTo>
                          <a:pt x="7" y="4"/>
                        </a:moveTo>
                        <a:lnTo>
                          <a:pt x="5" y="5"/>
                        </a:lnTo>
                        <a:lnTo>
                          <a:pt x="8" y="9"/>
                        </a:lnTo>
                        <a:lnTo>
                          <a:pt x="12" y="12"/>
                        </a:lnTo>
                        <a:lnTo>
                          <a:pt x="15" y="16"/>
                        </a:lnTo>
                        <a:lnTo>
                          <a:pt x="19" y="16"/>
                        </a:lnTo>
                        <a:lnTo>
                          <a:pt x="22" y="16"/>
                        </a:lnTo>
                        <a:lnTo>
                          <a:pt x="20" y="15"/>
                        </a:lnTo>
                        <a:lnTo>
                          <a:pt x="18" y="12"/>
                        </a:lnTo>
                        <a:lnTo>
                          <a:pt x="16" y="11"/>
                        </a:lnTo>
                        <a:lnTo>
                          <a:pt x="15" y="9"/>
                        </a:lnTo>
                        <a:lnTo>
                          <a:pt x="14" y="8"/>
                        </a:lnTo>
                        <a:lnTo>
                          <a:pt x="10" y="7"/>
                        </a:lnTo>
                        <a:lnTo>
                          <a:pt x="8" y="5"/>
                        </a:lnTo>
                        <a:lnTo>
                          <a:pt x="7" y="4"/>
                        </a:lnTo>
                        <a:lnTo>
                          <a:pt x="7" y="4"/>
                        </a:lnTo>
                        <a:close/>
                        <a:moveTo>
                          <a:pt x="1" y="8"/>
                        </a:moveTo>
                        <a:lnTo>
                          <a:pt x="0" y="8"/>
                        </a:lnTo>
                        <a:lnTo>
                          <a:pt x="1" y="9"/>
                        </a:lnTo>
                        <a:lnTo>
                          <a:pt x="1" y="8"/>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grpSp>
                <p:nvGrpSpPr>
                  <p:cNvPr id="320" name="Groupe 1541">
                    <a:extLst>
                      <a:ext uri="{FF2B5EF4-FFF2-40B4-BE49-F238E27FC236}">
                        <a16:creationId xmlns:a16="http://schemas.microsoft.com/office/drawing/2014/main" id="{60D8552A-72AD-F41A-E9E0-0C2CA05C5330}"/>
                      </a:ext>
                    </a:extLst>
                  </p:cNvPr>
                  <p:cNvGrpSpPr/>
                  <p:nvPr/>
                </p:nvGrpSpPr>
                <p:grpSpPr>
                  <a:xfrm>
                    <a:off x="10488623" y="2873991"/>
                    <a:ext cx="791363" cy="224401"/>
                    <a:chOff x="7343775" y="4365625"/>
                    <a:chExt cx="1377950" cy="428625"/>
                  </a:xfrm>
                  <a:solidFill>
                    <a:srgbClr val="ECECEC">
                      <a:lumMod val="90000"/>
                    </a:srgbClr>
                  </a:solidFill>
                </p:grpSpPr>
                <p:sp>
                  <p:nvSpPr>
                    <p:cNvPr id="325" name="Freeform 1063">
                      <a:extLst>
                        <a:ext uri="{FF2B5EF4-FFF2-40B4-BE49-F238E27FC236}">
                          <a16:creationId xmlns:a16="http://schemas.microsoft.com/office/drawing/2014/main" id="{C04A8491-58D0-5443-FF2A-6DA4CE22E356}"/>
                        </a:ext>
                      </a:extLst>
                    </p:cNvPr>
                    <p:cNvSpPr>
                      <a:spLocks noEditPoints="1"/>
                    </p:cNvSpPr>
                    <p:nvPr/>
                  </p:nvSpPr>
                  <p:spPr bwMode="auto">
                    <a:xfrm>
                      <a:off x="8378825" y="4546600"/>
                      <a:ext cx="342900" cy="247650"/>
                    </a:xfrm>
                    <a:custGeom>
                      <a:avLst/>
                      <a:gdLst/>
                      <a:ahLst/>
                      <a:cxnLst>
                        <a:cxn ang="0">
                          <a:pos x="172" y="152"/>
                        </a:cxn>
                        <a:cxn ang="0">
                          <a:pos x="172" y="152"/>
                        </a:cxn>
                        <a:cxn ang="0">
                          <a:pos x="88" y="15"/>
                        </a:cxn>
                        <a:cxn ang="0">
                          <a:pos x="205" y="69"/>
                        </a:cxn>
                        <a:cxn ang="0">
                          <a:pos x="205" y="83"/>
                        </a:cxn>
                        <a:cxn ang="0">
                          <a:pos x="195" y="56"/>
                        </a:cxn>
                        <a:cxn ang="0">
                          <a:pos x="193" y="49"/>
                        </a:cxn>
                        <a:cxn ang="0">
                          <a:pos x="155" y="26"/>
                        </a:cxn>
                        <a:cxn ang="0">
                          <a:pos x="176" y="48"/>
                        </a:cxn>
                        <a:cxn ang="0">
                          <a:pos x="156" y="30"/>
                        </a:cxn>
                        <a:cxn ang="0">
                          <a:pos x="125" y="1"/>
                        </a:cxn>
                        <a:cxn ang="0">
                          <a:pos x="133" y="20"/>
                        </a:cxn>
                        <a:cxn ang="0">
                          <a:pos x="108" y="63"/>
                        </a:cxn>
                        <a:cxn ang="0">
                          <a:pos x="127" y="76"/>
                        </a:cxn>
                        <a:cxn ang="0">
                          <a:pos x="153" y="67"/>
                        </a:cxn>
                        <a:cxn ang="0">
                          <a:pos x="163" y="56"/>
                        </a:cxn>
                        <a:cxn ang="0">
                          <a:pos x="155" y="53"/>
                        </a:cxn>
                        <a:cxn ang="0">
                          <a:pos x="138" y="63"/>
                        </a:cxn>
                        <a:cxn ang="0">
                          <a:pos x="127" y="63"/>
                        </a:cxn>
                        <a:cxn ang="0">
                          <a:pos x="97" y="65"/>
                        </a:cxn>
                        <a:cxn ang="0">
                          <a:pos x="88" y="61"/>
                        </a:cxn>
                        <a:cxn ang="0">
                          <a:pos x="76" y="52"/>
                        </a:cxn>
                        <a:cxn ang="0">
                          <a:pos x="165" y="115"/>
                        </a:cxn>
                        <a:cxn ang="0">
                          <a:pos x="146" y="110"/>
                        </a:cxn>
                        <a:cxn ang="0">
                          <a:pos x="144" y="130"/>
                        </a:cxn>
                        <a:cxn ang="0">
                          <a:pos x="141" y="130"/>
                        </a:cxn>
                        <a:cxn ang="0">
                          <a:pos x="141" y="126"/>
                        </a:cxn>
                        <a:cxn ang="0">
                          <a:pos x="136" y="122"/>
                        </a:cxn>
                        <a:cxn ang="0">
                          <a:pos x="130" y="121"/>
                        </a:cxn>
                        <a:cxn ang="0">
                          <a:pos x="53" y="96"/>
                        </a:cxn>
                        <a:cxn ang="0">
                          <a:pos x="49" y="96"/>
                        </a:cxn>
                        <a:cxn ang="0">
                          <a:pos x="43" y="99"/>
                        </a:cxn>
                        <a:cxn ang="0">
                          <a:pos x="40" y="109"/>
                        </a:cxn>
                        <a:cxn ang="0">
                          <a:pos x="35" y="110"/>
                        </a:cxn>
                        <a:cxn ang="0">
                          <a:pos x="32" y="110"/>
                        </a:cxn>
                        <a:cxn ang="0">
                          <a:pos x="39" y="99"/>
                        </a:cxn>
                        <a:cxn ang="0">
                          <a:pos x="0" y="80"/>
                        </a:cxn>
                        <a:cxn ang="0">
                          <a:pos x="19" y="120"/>
                        </a:cxn>
                        <a:cxn ang="0">
                          <a:pos x="30" y="110"/>
                        </a:cxn>
                        <a:cxn ang="0">
                          <a:pos x="11" y="96"/>
                        </a:cxn>
                        <a:cxn ang="0">
                          <a:pos x="17" y="105"/>
                        </a:cxn>
                        <a:cxn ang="0">
                          <a:pos x="35" y="103"/>
                        </a:cxn>
                        <a:cxn ang="0">
                          <a:pos x="39" y="99"/>
                        </a:cxn>
                        <a:cxn ang="0">
                          <a:pos x="46" y="98"/>
                        </a:cxn>
                        <a:cxn ang="0">
                          <a:pos x="50" y="92"/>
                        </a:cxn>
                        <a:cxn ang="0">
                          <a:pos x="61" y="99"/>
                        </a:cxn>
                        <a:cxn ang="0">
                          <a:pos x="85" y="120"/>
                        </a:cxn>
                        <a:cxn ang="0">
                          <a:pos x="108" y="133"/>
                        </a:cxn>
                        <a:cxn ang="0">
                          <a:pos x="126" y="140"/>
                        </a:cxn>
                        <a:cxn ang="0">
                          <a:pos x="137" y="136"/>
                        </a:cxn>
                        <a:cxn ang="0">
                          <a:pos x="127" y="126"/>
                        </a:cxn>
                        <a:cxn ang="0">
                          <a:pos x="114" y="117"/>
                        </a:cxn>
                        <a:cxn ang="0">
                          <a:pos x="97" y="99"/>
                        </a:cxn>
                        <a:cxn ang="0">
                          <a:pos x="97" y="82"/>
                        </a:cxn>
                        <a:cxn ang="0">
                          <a:pos x="77" y="65"/>
                        </a:cxn>
                        <a:cxn ang="0">
                          <a:pos x="61" y="46"/>
                        </a:cxn>
                        <a:cxn ang="0">
                          <a:pos x="39" y="35"/>
                        </a:cxn>
                        <a:cxn ang="0">
                          <a:pos x="11" y="24"/>
                        </a:cxn>
                      </a:cxnLst>
                      <a:rect l="0" t="0" r="r" b="b"/>
                      <a:pathLst>
                        <a:path w="216" h="156">
                          <a:moveTo>
                            <a:pt x="184" y="152"/>
                          </a:moveTo>
                          <a:lnTo>
                            <a:pt x="186" y="151"/>
                          </a:lnTo>
                          <a:lnTo>
                            <a:pt x="189" y="151"/>
                          </a:lnTo>
                          <a:lnTo>
                            <a:pt x="189" y="154"/>
                          </a:lnTo>
                          <a:lnTo>
                            <a:pt x="186" y="154"/>
                          </a:lnTo>
                          <a:lnTo>
                            <a:pt x="184" y="154"/>
                          </a:lnTo>
                          <a:lnTo>
                            <a:pt x="184" y="152"/>
                          </a:lnTo>
                          <a:lnTo>
                            <a:pt x="184" y="152"/>
                          </a:lnTo>
                          <a:close/>
                          <a:moveTo>
                            <a:pt x="172" y="152"/>
                          </a:moveTo>
                          <a:lnTo>
                            <a:pt x="176" y="156"/>
                          </a:lnTo>
                          <a:lnTo>
                            <a:pt x="178" y="156"/>
                          </a:lnTo>
                          <a:lnTo>
                            <a:pt x="179" y="156"/>
                          </a:lnTo>
                          <a:lnTo>
                            <a:pt x="180" y="156"/>
                          </a:lnTo>
                          <a:lnTo>
                            <a:pt x="180" y="155"/>
                          </a:lnTo>
                          <a:lnTo>
                            <a:pt x="178" y="155"/>
                          </a:lnTo>
                          <a:lnTo>
                            <a:pt x="175" y="152"/>
                          </a:lnTo>
                          <a:lnTo>
                            <a:pt x="172" y="152"/>
                          </a:lnTo>
                          <a:lnTo>
                            <a:pt x="172" y="152"/>
                          </a:lnTo>
                          <a:close/>
                          <a:moveTo>
                            <a:pt x="84" y="12"/>
                          </a:moveTo>
                          <a:lnTo>
                            <a:pt x="84" y="11"/>
                          </a:lnTo>
                          <a:lnTo>
                            <a:pt x="87" y="11"/>
                          </a:lnTo>
                          <a:lnTo>
                            <a:pt x="89" y="11"/>
                          </a:lnTo>
                          <a:lnTo>
                            <a:pt x="91" y="12"/>
                          </a:lnTo>
                          <a:lnTo>
                            <a:pt x="92" y="11"/>
                          </a:lnTo>
                          <a:lnTo>
                            <a:pt x="95" y="12"/>
                          </a:lnTo>
                          <a:lnTo>
                            <a:pt x="91" y="15"/>
                          </a:lnTo>
                          <a:lnTo>
                            <a:pt x="88" y="15"/>
                          </a:lnTo>
                          <a:lnTo>
                            <a:pt x="87" y="14"/>
                          </a:lnTo>
                          <a:lnTo>
                            <a:pt x="84" y="14"/>
                          </a:lnTo>
                          <a:lnTo>
                            <a:pt x="84" y="14"/>
                          </a:lnTo>
                          <a:lnTo>
                            <a:pt x="84" y="12"/>
                          </a:lnTo>
                          <a:lnTo>
                            <a:pt x="84" y="12"/>
                          </a:lnTo>
                          <a:close/>
                          <a:moveTo>
                            <a:pt x="199" y="63"/>
                          </a:moveTo>
                          <a:lnTo>
                            <a:pt x="202" y="63"/>
                          </a:lnTo>
                          <a:lnTo>
                            <a:pt x="203" y="65"/>
                          </a:lnTo>
                          <a:lnTo>
                            <a:pt x="205" y="69"/>
                          </a:lnTo>
                          <a:lnTo>
                            <a:pt x="208" y="69"/>
                          </a:lnTo>
                          <a:lnTo>
                            <a:pt x="213" y="73"/>
                          </a:lnTo>
                          <a:lnTo>
                            <a:pt x="216" y="77"/>
                          </a:lnTo>
                          <a:lnTo>
                            <a:pt x="216" y="82"/>
                          </a:lnTo>
                          <a:lnTo>
                            <a:pt x="213" y="82"/>
                          </a:lnTo>
                          <a:lnTo>
                            <a:pt x="213" y="83"/>
                          </a:lnTo>
                          <a:lnTo>
                            <a:pt x="209" y="83"/>
                          </a:lnTo>
                          <a:lnTo>
                            <a:pt x="208" y="83"/>
                          </a:lnTo>
                          <a:lnTo>
                            <a:pt x="205" y="83"/>
                          </a:lnTo>
                          <a:lnTo>
                            <a:pt x="203" y="80"/>
                          </a:lnTo>
                          <a:lnTo>
                            <a:pt x="205" y="79"/>
                          </a:lnTo>
                          <a:lnTo>
                            <a:pt x="202" y="73"/>
                          </a:lnTo>
                          <a:lnTo>
                            <a:pt x="199" y="72"/>
                          </a:lnTo>
                          <a:lnTo>
                            <a:pt x="199" y="68"/>
                          </a:lnTo>
                          <a:lnTo>
                            <a:pt x="198" y="65"/>
                          </a:lnTo>
                          <a:lnTo>
                            <a:pt x="199" y="63"/>
                          </a:lnTo>
                          <a:lnTo>
                            <a:pt x="199" y="63"/>
                          </a:lnTo>
                          <a:close/>
                          <a:moveTo>
                            <a:pt x="195" y="56"/>
                          </a:moveTo>
                          <a:lnTo>
                            <a:pt x="195" y="57"/>
                          </a:lnTo>
                          <a:lnTo>
                            <a:pt x="197" y="60"/>
                          </a:lnTo>
                          <a:lnTo>
                            <a:pt x="197" y="63"/>
                          </a:lnTo>
                          <a:lnTo>
                            <a:pt x="198" y="60"/>
                          </a:lnTo>
                          <a:lnTo>
                            <a:pt x="198" y="57"/>
                          </a:lnTo>
                          <a:lnTo>
                            <a:pt x="195" y="56"/>
                          </a:lnTo>
                          <a:lnTo>
                            <a:pt x="195" y="56"/>
                          </a:lnTo>
                          <a:close/>
                          <a:moveTo>
                            <a:pt x="191" y="50"/>
                          </a:moveTo>
                          <a:lnTo>
                            <a:pt x="193" y="49"/>
                          </a:lnTo>
                          <a:lnTo>
                            <a:pt x="194" y="48"/>
                          </a:lnTo>
                          <a:lnTo>
                            <a:pt x="195" y="49"/>
                          </a:lnTo>
                          <a:lnTo>
                            <a:pt x="194" y="52"/>
                          </a:lnTo>
                          <a:lnTo>
                            <a:pt x="191" y="52"/>
                          </a:lnTo>
                          <a:lnTo>
                            <a:pt x="191" y="50"/>
                          </a:lnTo>
                          <a:lnTo>
                            <a:pt x="191" y="50"/>
                          </a:lnTo>
                          <a:close/>
                          <a:moveTo>
                            <a:pt x="144" y="20"/>
                          </a:moveTo>
                          <a:lnTo>
                            <a:pt x="149" y="24"/>
                          </a:lnTo>
                          <a:lnTo>
                            <a:pt x="155" y="26"/>
                          </a:lnTo>
                          <a:lnTo>
                            <a:pt x="160" y="30"/>
                          </a:lnTo>
                          <a:lnTo>
                            <a:pt x="164" y="31"/>
                          </a:lnTo>
                          <a:lnTo>
                            <a:pt x="165" y="34"/>
                          </a:lnTo>
                          <a:lnTo>
                            <a:pt x="169" y="35"/>
                          </a:lnTo>
                          <a:lnTo>
                            <a:pt x="171" y="39"/>
                          </a:lnTo>
                          <a:lnTo>
                            <a:pt x="174" y="39"/>
                          </a:lnTo>
                          <a:lnTo>
                            <a:pt x="175" y="45"/>
                          </a:lnTo>
                          <a:lnTo>
                            <a:pt x="176" y="46"/>
                          </a:lnTo>
                          <a:lnTo>
                            <a:pt x="176" y="48"/>
                          </a:lnTo>
                          <a:lnTo>
                            <a:pt x="175" y="50"/>
                          </a:lnTo>
                          <a:lnTo>
                            <a:pt x="174" y="54"/>
                          </a:lnTo>
                          <a:lnTo>
                            <a:pt x="171" y="52"/>
                          </a:lnTo>
                          <a:lnTo>
                            <a:pt x="169" y="48"/>
                          </a:lnTo>
                          <a:lnTo>
                            <a:pt x="171" y="46"/>
                          </a:lnTo>
                          <a:lnTo>
                            <a:pt x="169" y="38"/>
                          </a:lnTo>
                          <a:lnTo>
                            <a:pt x="164" y="34"/>
                          </a:lnTo>
                          <a:lnTo>
                            <a:pt x="160" y="33"/>
                          </a:lnTo>
                          <a:lnTo>
                            <a:pt x="156" y="30"/>
                          </a:lnTo>
                          <a:lnTo>
                            <a:pt x="145" y="24"/>
                          </a:lnTo>
                          <a:lnTo>
                            <a:pt x="144" y="23"/>
                          </a:lnTo>
                          <a:lnTo>
                            <a:pt x="144" y="20"/>
                          </a:lnTo>
                          <a:lnTo>
                            <a:pt x="144" y="20"/>
                          </a:lnTo>
                          <a:close/>
                          <a:moveTo>
                            <a:pt x="123" y="0"/>
                          </a:moveTo>
                          <a:lnTo>
                            <a:pt x="126" y="0"/>
                          </a:lnTo>
                          <a:lnTo>
                            <a:pt x="129" y="3"/>
                          </a:lnTo>
                          <a:lnTo>
                            <a:pt x="127" y="4"/>
                          </a:lnTo>
                          <a:lnTo>
                            <a:pt x="125" y="1"/>
                          </a:lnTo>
                          <a:lnTo>
                            <a:pt x="123" y="0"/>
                          </a:lnTo>
                          <a:lnTo>
                            <a:pt x="123" y="0"/>
                          </a:lnTo>
                          <a:close/>
                          <a:moveTo>
                            <a:pt x="133" y="20"/>
                          </a:moveTo>
                          <a:lnTo>
                            <a:pt x="136" y="19"/>
                          </a:lnTo>
                          <a:lnTo>
                            <a:pt x="137" y="20"/>
                          </a:lnTo>
                          <a:lnTo>
                            <a:pt x="137" y="23"/>
                          </a:lnTo>
                          <a:lnTo>
                            <a:pt x="134" y="24"/>
                          </a:lnTo>
                          <a:lnTo>
                            <a:pt x="133" y="23"/>
                          </a:lnTo>
                          <a:lnTo>
                            <a:pt x="133" y="20"/>
                          </a:lnTo>
                          <a:lnTo>
                            <a:pt x="133" y="20"/>
                          </a:lnTo>
                          <a:close/>
                          <a:moveTo>
                            <a:pt x="131" y="56"/>
                          </a:moveTo>
                          <a:lnTo>
                            <a:pt x="134" y="58"/>
                          </a:lnTo>
                          <a:lnTo>
                            <a:pt x="136" y="56"/>
                          </a:lnTo>
                          <a:lnTo>
                            <a:pt x="133" y="53"/>
                          </a:lnTo>
                          <a:lnTo>
                            <a:pt x="131" y="54"/>
                          </a:lnTo>
                          <a:lnTo>
                            <a:pt x="131" y="56"/>
                          </a:lnTo>
                          <a:lnTo>
                            <a:pt x="131" y="56"/>
                          </a:lnTo>
                          <a:close/>
                          <a:moveTo>
                            <a:pt x="108" y="63"/>
                          </a:moveTo>
                          <a:lnTo>
                            <a:pt x="106" y="65"/>
                          </a:lnTo>
                          <a:lnTo>
                            <a:pt x="108" y="69"/>
                          </a:lnTo>
                          <a:lnTo>
                            <a:pt x="111" y="69"/>
                          </a:lnTo>
                          <a:lnTo>
                            <a:pt x="117" y="73"/>
                          </a:lnTo>
                          <a:lnTo>
                            <a:pt x="117" y="75"/>
                          </a:lnTo>
                          <a:lnTo>
                            <a:pt x="118" y="73"/>
                          </a:lnTo>
                          <a:lnTo>
                            <a:pt x="123" y="73"/>
                          </a:lnTo>
                          <a:lnTo>
                            <a:pt x="125" y="76"/>
                          </a:lnTo>
                          <a:lnTo>
                            <a:pt x="127" y="76"/>
                          </a:lnTo>
                          <a:lnTo>
                            <a:pt x="130" y="76"/>
                          </a:lnTo>
                          <a:lnTo>
                            <a:pt x="136" y="75"/>
                          </a:lnTo>
                          <a:lnTo>
                            <a:pt x="138" y="76"/>
                          </a:lnTo>
                          <a:lnTo>
                            <a:pt x="141" y="75"/>
                          </a:lnTo>
                          <a:lnTo>
                            <a:pt x="144" y="76"/>
                          </a:lnTo>
                          <a:lnTo>
                            <a:pt x="145" y="75"/>
                          </a:lnTo>
                          <a:lnTo>
                            <a:pt x="145" y="72"/>
                          </a:lnTo>
                          <a:lnTo>
                            <a:pt x="149" y="72"/>
                          </a:lnTo>
                          <a:lnTo>
                            <a:pt x="153" y="67"/>
                          </a:lnTo>
                          <a:lnTo>
                            <a:pt x="153" y="64"/>
                          </a:lnTo>
                          <a:lnTo>
                            <a:pt x="156" y="64"/>
                          </a:lnTo>
                          <a:lnTo>
                            <a:pt x="157" y="65"/>
                          </a:lnTo>
                          <a:lnTo>
                            <a:pt x="161" y="64"/>
                          </a:lnTo>
                          <a:lnTo>
                            <a:pt x="163" y="61"/>
                          </a:lnTo>
                          <a:lnTo>
                            <a:pt x="160" y="58"/>
                          </a:lnTo>
                          <a:lnTo>
                            <a:pt x="160" y="57"/>
                          </a:lnTo>
                          <a:lnTo>
                            <a:pt x="161" y="56"/>
                          </a:lnTo>
                          <a:lnTo>
                            <a:pt x="163" y="56"/>
                          </a:lnTo>
                          <a:lnTo>
                            <a:pt x="167" y="53"/>
                          </a:lnTo>
                          <a:lnTo>
                            <a:pt x="167" y="46"/>
                          </a:lnTo>
                          <a:lnTo>
                            <a:pt x="163" y="43"/>
                          </a:lnTo>
                          <a:lnTo>
                            <a:pt x="161" y="45"/>
                          </a:lnTo>
                          <a:lnTo>
                            <a:pt x="160" y="46"/>
                          </a:lnTo>
                          <a:lnTo>
                            <a:pt x="159" y="45"/>
                          </a:lnTo>
                          <a:lnTo>
                            <a:pt x="155" y="45"/>
                          </a:lnTo>
                          <a:lnTo>
                            <a:pt x="153" y="48"/>
                          </a:lnTo>
                          <a:lnTo>
                            <a:pt x="155" y="53"/>
                          </a:lnTo>
                          <a:lnTo>
                            <a:pt x="156" y="54"/>
                          </a:lnTo>
                          <a:lnTo>
                            <a:pt x="155" y="56"/>
                          </a:lnTo>
                          <a:lnTo>
                            <a:pt x="152" y="56"/>
                          </a:lnTo>
                          <a:lnTo>
                            <a:pt x="146" y="60"/>
                          </a:lnTo>
                          <a:lnTo>
                            <a:pt x="145" y="63"/>
                          </a:lnTo>
                          <a:lnTo>
                            <a:pt x="144" y="64"/>
                          </a:lnTo>
                          <a:lnTo>
                            <a:pt x="142" y="64"/>
                          </a:lnTo>
                          <a:lnTo>
                            <a:pt x="140" y="65"/>
                          </a:lnTo>
                          <a:lnTo>
                            <a:pt x="138" y="63"/>
                          </a:lnTo>
                          <a:lnTo>
                            <a:pt x="137" y="63"/>
                          </a:lnTo>
                          <a:lnTo>
                            <a:pt x="134" y="65"/>
                          </a:lnTo>
                          <a:lnTo>
                            <a:pt x="133" y="65"/>
                          </a:lnTo>
                          <a:lnTo>
                            <a:pt x="131" y="61"/>
                          </a:lnTo>
                          <a:lnTo>
                            <a:pt x="133" y="60"/>
                          </a:lnTo>
                          <a:lnTo>
                            <a:pt x="130" y="58"/>
                          </a:lnTo>
                          <a:lnTo>
                            <a:pt x="129" y="60"/>
                          </a:lnTo>
                          <a:lnTo>
                            <a:pt x="129" y="61"/>
                          </a:lnTo>
                          <a:lnTo>
                            <a:pt x="127" y="63"/>
                          </a:lnTo>
                          <a:lnTo>
                            <a:pt x="125" y="63"/>
                          </a:lnTo>
                          <a:lnTo>
                            <a:pt x="121" y="64"/>
                          </a:lnTo>
                          <a:lnTo>
                            <a:pt x="119" y="64"/>
                          </a:lnTo>
                          <a:lnTo>
                            <a:pt x="117" y="63"/>
                          </a:lnTo>
                          <a:lnTo>
                            <a:pt x="114" y="63"/>
                          </a:lnTo>
                          <a:lnTo>
                            <a:pt x="111" y="64"/>
                          </a:lnTo>
                          <a:lnTo>
                            <a:pt x="108" y="63"/>
                          </a:lnTo>
                          <a:lnTo>
                            <a:pt x="108" y="63"/>
                          </a:lnTo>
                          <a:close/>
                          <a:moveTo>
                            <a:pt x="97" y="65"/>
                          </a:moveTo>
                          <a:lnTo>
                            <a:pt x="99" y="63"/>
                          </a:lnTo>
                          <a:lnTo>
                            <a:pt x="102" y="65"/>
                          </a:lnTo>
                          <a:lnTo>
                            <a:pt x="103" y="68"/>
                          </a:lnTo>
                          <a:lnTo>
                            <a:pt x="102" y="69"/>
                          </a:lnTo>
                          <a:lnTo>
                            <a:pt x="99" y="67"/>
                          </a:lnTo>
                          <a:lnTo>
                            <a:pt x="97" y="65"/>
                          </a:lnTo>
                          <a:lnTo>
                            <a:pt x="97" y="65"/>
                          </a:lnTo>
                          <a:close/>
                          <a:moveTo>
                            <a:pt x="89" y="60"/>
                          </a:moveTo>
                          <a:lnTo>
                            <a:pt x="88" y="61"/>
                          </a:lnTo>
                          <a:lnTo>
                            <a:pt x="89" y="64"/>
                          </a:lnTo>
                          <a:lnTo>
                            <a:pt x="92" y="63"/>
                          </a:lnTo>
                          <a:lnTo>
                            <a:pt x="92" y="61"/>
                          </a:lnTo>
                          <a:lnTo>
                            <a:pt x="89" y="60"/>
                          </a:lnTo>
                          <a:lnTo>
                            <a:pt x="89" y="60"/>
                          </a:lnTo>
                          <a:close/>
                          <a:moveTo>
                            <a:pt x="76" y="50"/>
                          </a:moveTo>
                          <a:lnTo>
                            <a:pt x="73" y="52"/>
                          </a:lnTo>
                          <a:lnTo>
                            <a:pt x="73" y="53"/>
                          </a:lnTo>
                          <a:lnTo>
                            <a:pt x="76" y="52"/>
                          </a:lnTo>
                          <a:lnTo>
                            <a:pt x="76" y="50"/>
                          </a:lnTo>
                          <a:lnTo>
                            <a:pt x="76" y="50"/>
                          </a:lnTo>
                          <a:close/>
                          <a:moveTo>
                            <a:pt x="165" y="115"/>
                          </a:moveTo>
                          <a:lnTo>
                            <a:pt x="165" y="117"/>
                          </a:lnTo>
                          <a:lnTo>
                            <a:pt x="165" y="120"/>
                          </a:lnTo>
                          <a:lnTo>
                            <a:pt x="167" y="118"/>
                          </a:lnTo>
                          <a:lnTo>
                            <a:pt x="171" y="121"/>
                          </a:lnTo>
                          <a:lnTo>
                            <a:pt x="169" y="120"/>
                          </a:lnTo>
                          <a:lnTo>
                            <a:pt x="165" y="115"/>
                          </a:lnTo>
                          <a:lnTo>
                            <a:pt x="165" y="115"/>
                          </a:lnTo>
                          <a:close/>
                          <a:moveTo>
                            <a:pt x="145" y="107"/>
                          </a:moveTo>
                          <a:lnTo>
                            <a:pt x="144" y="107"/>
                          </a:lnTo>
                          <a:lnTo>
                            <a:pt x="145" y="110"/>
                          </a:lnTo>
                          <a:lnTo>
                            <a:pt x="146" y="110"/>
                          </a:lnTo>
                          <a:lnTo>
                            <a:pt x="146" y="111"/>
                          </a:lnTo>
                          <a:lnTo>
                            <a:pt x="146" y="113"/>
                          </a:lnTo>
                          <a:lnTo>
                            <a:pt x="146" y="113"/>
                          </a:lnTo>
                          <a:lnTo>
                            <a:pt x="146" y="110"/>
                          </a:lnTo>
                          <a:lnTo>
                            <a:pt x="146" y="106"/>
                          </a:lnTo>
                          <a:lnTo>
                            <a:pt x="145" y="107"/>
                          </a:lnTo>
                          <a:lnTo>
                            <a:pt x="145" y="107"/>
                          </a:lnTo>
                          <a:close/>
                          <a:moveTo>
                            <a:pt x="138" y="128"/>
                          </a:moveTo>
                          <a:lnTo>
                            <a:pt x="141" y="128"/>
                          </a:lnTo>
                          <a:lnTo>
                            <a:pt x="142" y="129"/>
                          </a:lnTo>
                          <a:lnTo>
                            <a:pt x="142" y="129"/>
                          </a:lnTo>
                          <a:lnTo>
                            <a:pt x="144" y="130"/>
                          </a:lnTo>
                          <a:lnTo>
                            <a:pt x="144" y="130"/>
                          </a:lnTo>
                          <a:lnTo>
                            <a:pt x="145" y="129"/>
                          </a:lnTo>
                          <a:lnTo>
                            <a:pt x="146" y="129"/>
                          </a:lnTo>
                          <a:lnTo>
                            <a:pt x="146" y="130"/>
                          </a:lnTo>
                          <a:lnTo>
                            <a:pt x="145" y="132"/>
                          </a:lnTo>
                          <a:lnTo>
                            <a:pt x="145" y="133"/>
                          </a:lnTo>
                          <a:lnTo>
                            <a:pt x="144" y="133"/>
                          </a:lnTo>
                          <a:lnTo>
                            <a:pt x="142" y="133"/>
                          </a:lnTo>
                          <a:lnTo>
                            <a:pt x="142" y="132"/>
                          </a:lnTo>
                          <a:lnTo>
                            <a:pt x="141" y="130"/>
                          </a:lnTo>
                          <a:lnTo>
                            <a:pt x="140" y="129"/>
                          </a:lnTo>
                          <a:lnTo>
                            <a:pt x="138" y="128"/>
                          </a:lnTo>
                          <a:lnTo>
                            <a:pt x="138" y="128"/>
                          </a:lnTo>
                          <a:lnTo>
                            <a:pt x="138" y="128"/>
                          </a:lnTo>
                          <a:close/>
                          <a:moveTo>
                            <a:pt x="136" y="122"/>
                          </a:moveTo>
                          <a:lnTo>
                            <a:pt x="137" y="125"/>
                          </a:lnTo>
                          <a:lnTo>
                            <a:pt x="138" y="126"/>
                          </a:lnTo>
                          <a:lnTo>
                            <a:pt x="140" y="126"/>
                          </a:lnTo>
                          <a:lnTo>
                            <a:pt x="141" y="126"/>
                          </a:lnTo>
                          <a:lnTo>
                            <a:pt x="141" y="126"/>
                          </a:lnTo>
                          <a:lnTo>
                            <a:pt x="141" y="125"/>
                          </a:lnTo>
                          <a:lnTo>
                            <a:pt x="140" y="125"/>
                          </a:lnTo>
                          <a:lnTo>
                            <a:pt x="140" y="124"/>
                          </a:lnTo>
                          <a:lnTo>
                            <a:pt x="140" y="122"/>
                          </a:lnTo>
                          <a:lnTo>
                            <a:pt x="138" y="122"/>
                          </a:lnTo>
                          <a:lnTo>
                            <a:pt x="137" y="122"/>
                          </a:lnTo>
                          <a:lnTo>
                            <a:pt x="136" y="122"/>
                          </a:lnTo>
                          <a:lnTo>
                            <a:pt x="136" y="122"/>
                          </a:lnTo>
                          <a:close/>
                          <a:moveTo>
                            <a:pt x="130" y="121"/>
                          </a:moveTo>
                          <a:lnTo>
                            <a:pt x="131" y="122"/>
                          </a:lnTo>
                          <a:lnTo>
                            <a:pt x="133" y="122"/>
                          </a:lnTo>
                          <a:lnTo>
                            <a:pt x="134" y="124"/>
                          </a:lnTo>
                          <a:lnTo>
                            <a:pt x="134" y="125"/>
                          </a:lnTo>
                          <a:lnTo>
                            <a:pt x="134" y="122"/>
                          </a:lnTo>
                          <a:lnTo>
                            <a:pt x="133" y="121"/>
                          </a:lnTo>
                          <a:lnTo>
                            <a:pt x="131" y="120"/>
                          </a:lnTo>
                          <a:lnTo>
                            <a:pt x="130" y="121"/>
                          </a:lnTo>
                          <a:lnTo>
                            <a:pt x="130" y="121"/>
                          </a:lnTo>
                          <a:close/>
                          <a:moveTo>
                            <a:pt x="59" y="96"/>
                          </a:moveTo>
                          <a:lnTo>
                            <a:pt x="58" y="98"/>
                          </a:lnTo>
                          <a:lnTo>
                            <a:pt x="59" y="99"/>
                          </a:lnTo>
                          <a:lnTo>
                            <a:pt x="59" y="99"/>
                          </a:lnTo>
                          <a:lnTo>
                            <a:pt x="59" y="96"/>
                          </a:lnTo>
                          <a:lnTo>
                            <a:pt x="59" y="96"/>
                          </a:lnTo>
                          <a:close/>
                          <a:moveTo>
                            <a:pt x="53" y="98"/>
                          </a:moveTo>
                          <a:lnTo>
                            <a:pt x="53" y="96"/>
                          </a:lnTo>
                          <a:lnTo>
                            <a:pt x="54" y="96"/>
                          </a:lnTo>
                          <a:lnTo>
                            <a:pt x="53" y="98"/>
                          </a:lnTo>
                          <a:lnTo>
                            <a:pt x="53" y="98"/>
                          </a:lnTo>
                          <a:close/>
                          <a:moveTo>
                            <a:pt x="49" y="96"/>
                          </a:moveTo>
                          <a:lnTo>
                            <a:pt x="49" y="98"/>
                          </a:lnTo>
                          <a:lnTo>
                            <a:pt x="50" y="98"/>
                          </a:lnTo>
                          <a:lnTo>
                            <a:pt x="50" y="98"/>
                          </a:lnTo>
                          <a:lnTo>
                            <a:pt x="49" y="96"/>
                          </a:lnTo>
                          <a:lnTo>
                            <a:pt x="49" y="96"/>
                          </a:lnTo>
                          <a:close/>
                          <a:moveTo>
                            <a:pt x="53" y="98"/>
                          </a:moveTo>
                          <a:lnTo>
                            <a:pt x="50" y="95"/>
                          </a:lnTo>
                          <a:lnTo>
                            <a:pt x="51" y="94"/>
                          </a:lnTo>
                          <a:lnTo>
                            <a:pt x="53" y="94"/>
                          </a:lnTo>
                          <a:lnTo>
                            <a:pt x="53" y="96"/>
                          </a:lnTo>
                          <a:lnTo>
                            <a:pt x="53" y="98"/>
                          </a:lnTo>
                          <a:lnTo>
                            <a:pt x="53" y="98"/>
                          </a:lnTo>
                          <a:close/>
                          <a:moveTo>
                            <a:pt x="42" y="98"/>
                          </a:moveTo>
                          <a:lnTo>
                            <a:pt x="43" y="99"/>
                          </a:lnTo>
                          <a:lnTo>
                            <a:pt x="44" y="99"/>
                          </a:lnTo>
                          <a:lnTo>
                            <a:pt x="43" y="98"/>
                          </a:lnTo>
                          <a:lnTo>
                            <a:pt x="42" y="98"/>
                          </a:lnTo>
                          <a:lnTo>
                            <a:pt x="42" y="98"/>
                          </a:lnTo>
                          <a:close/>
                          <a:moveTo>
                            <a:pt x="38" y="109"/>
                          </a:moveTo>
                          <a:lnTo>
                            <a:pt x="39" y="107"/>
                          </a:lnTo>
                          <a:lnTo>
                            <a:pt x="40" y="107"/>
                          </a:lnTo>
                          <a:lnTo>
                            <a:pt x="40" y="109"/>
                          </a:lnTo>
                          <a:lnTo>
                            <a:pt x="40" y="109"/>
                          </a:lnTo>
                          <a:lnTo>
                            <a:pt x="38" y="109"/>
                          </a:lnTo>
                          <a:lnTo>
                            <a:pt x="38" y="109"/>
                          </a:lnTo>
                          <a:close/>
                          <a:moveTo>
                            <a:pt x="36" y="110"/>
                          </a:moveTo>
                          <a:lnTo>
                            <a:pt x="38" y="111"/>
                          </a:lnTo>
                          <a:lnTo>
                            <a:pt x="38" y="110"/>
                          </a:lnTo>
                          <a:lnTo>
                            <a:pt x="36" y="110"/>
                          </a:lnTo>
                          <a:lnTo>
                            <a:pt x="36" y="110"/>
                          </a:lnTo>
                          <a:close/>
                          <a:moveTo>
                            <a:pt x="34" y="109"/>
                          </a:moveTo>
                          <a:lnTo>
                            <a:pt x="35" y="110"/>
                          </a:lnTo>
                          <a:lnTo>
                            <a:pt x="36" y="109"/>
                          </a:lnTo>
                          <a:lnTo>
                            <a:pt x="34" y="109"/>
                          </a:lnTo>
                          <a:lnTo>
                            <a:pt x="34" y="109"/>
                          </a:lnTo>
                          <a:close/>
                          <a:moveTo>
                            <a:pt x="32" y="110"/>
                          </a:moveTo>
                          <a:lnTo>
                            <a:pt x="32" y="110"/>
                          </a:lnTo>
                          <a:lnTo>
                            <a:pt x="36" y="111"/>
                          </a:lnTo>
                          <a:lnTo>
                            <a:pt x="39" y="114"/>
                          </a:lnTo>
                          <a:lnTo>
                            <a:pt x="32" y="110"/>
                          </a:lnTo>
                          <a:lnTo>
                            <a:pt x="32" y="110"/>
                          </a:lnTo>
                          <a:close/>
                          <a:moveTo>
                            <a:pt x="36" y="103"/>
                          </a:moveTo>
                          <a:lnTo>
                            <a:pt x="39" y="103"/>
                          </a:lnTo>
                          <a:lnTo>
                            <a:pt x="39" y="105"/>
                          </a:lnTo>
                          <a:lnTo>
                            <a:pt x="38" y="103"/>
                          </a:lnTo>
                          <a:lnTo>
                            <a:pt x="36" y="103"/>
                          </a:lnTo>
                          <a:lnTo>
                            <a:pt x="36" y="103"/>
                          </a:lnTo>
                          <a:close/>
                          <a:moveTo>
                            <a:pt x="40" y="102"/>
                          </a:moveTo>
                          <a:lnTo>
                            <a:pt x="39" y="101"/>
                          </a:lnTo>
                          <a:lnTo>
                            <a:pt x="39" y="99"/>
                          </a:lnTo>
                          <a:lnTo>
                            <a:pt x="40" y="98"/>
                          </a:lnTo>
                          <a:lnTo>
                            <a:pt x="42" y="101"/>
                          </a:lnTo>
                          <a:lnTo>
                            <a:pt x="42" y="102"/>
                          </a:lnTo>
                          <a:lnTo>
                            <a:pt x="42" y="102"/>
                          </a:lnTo>
                          <a:lnTo>
                            <a:pt x="40" y="102"/>
                          </a:lnTo>
                          <a:lnTo>
                            <a:pt x="40" y="102"/>
                          </a:lnTo>
                          <a:close/>
                          <a:moveTo>
                            <a:pt x="2" y="22"/>
                          </a:moveTo>
                          <a:lnTo>
                            <a:pt x="1" y="76"/>
                          </a:lnTo>
                          <a:lnTo>
                            <a:pt x="0" y="80"/>
                          </a:lnTo>
                          <a:lnTo>
                            <a:pt x="0" y="82"/>
                          </a:lnTo>
                          <a:lnTo>
                            <a:pt x="1" y="83"/>
                          </a:lnTo>
                          <a:lnTo>
                            <a:pt x="0" y="118"/>
                          </a:lnTo>
                          <a:lnTo>
                            <a:pt x="5" y="118"/>
                          </a:lnTo>
                          <a:lnTo>
                            <a:pt x="6" y="118"/>
                          </a:lnTo>
                          <a:lnTo>
                            <a:pt x="9" y="118"/>
                          </a:lnTo>
                          <a:lnTo>
                            <a:pt x="16" y="118"/>
                          </a:lnTo>
                          <a:lnTo>
                            <a:pt x="19" y="118"/>
                          </a:lnTo>
                          <a:lnTo>
                            <a:pt x="19" y="120"/>
                          </a:lnTo>
                          <a:lnTo>
                            <a:pt x="20" y="121"/>
                          </a:lnTo>
                          <a:lnTo>
                            <a:pt x="23" y="122"/>
                          </a:lnTo>
                          <a:lnTo>
                            <a:pt x="25" y="120"/>
                          </a:lnTo>
                          <a:lnTo>
                            <a:pt x="31" y="118"/>
                          </a:lnTo>
                          <a:lnTo>
                            <a:pt x="31" y="117"/>
                          </a:lnTo>
                          <a:lnTo>
                            <a:pt x="32" y="118"/>
                          </a:lnTo>
                          <a:lnTo>
                            <a:pt x="34" y="117"/>
                          </a:lnTo>
                          <a:lnTo>
                            <a:pt x="34" y="113"/>
                          </a:lnTo>
                          <a:lnTo>
                            <a:pt x="30" y="110"/>
                          </a:lnTo>
                          <a:lnTo>
                            <a:pt x="25" y="109"/>
                          </a:lnTo>
                          <a:lnTo>
                            <a:pt x="23" y="107"/>
                          </a:lnTo>
                          <a:lnTo>
                            <a:pt x="21" y="106"/>
                          </a:lnTo>
                          <a:lnTo>
                            <a:pt x="19" y="106"/>
                          </a:lnTo>
                          <a:lnTo>
                            <a:pt x="17" y="106"/>
                          </a:lnTo>
                          <a:lnTo>
                            <a:pt x="16" y="105"/>
                          </a:lnTo>
                          <a:lnTo>
                            <a:pt x="16" y="101"/>
                          </a:lnTo>
                          <a:lnTo>
                            <a:pt x="13" y="98"/>
                          </a:lnTo>
                          <a:lnTo>
                            <a:pt x="11" y="96"/>
                          </a:lnTo>
                          <a:lnTo>
                            <a:pt x="11" y="95"/>
                          </a:lnTo>
                          <a:lnTo>
                            <a:pt x="8" y="94"/>
                          </a:lnTo>
                          <a:lnTo>
                            <a:pt x="11" y="95"/>
                          </a:lnTo>
                          <a:lnTo>
                            <a:pt x="11" y="96"/>
                          </a:lnTo>
                          <a:lnTo>
                            <a:pt x="13" y="96"/>
                          </a:lnTo>
                          <a:lnTo>
                            <a:pt x="16" y="99"/>
                          </a:lnTo>
                          <a:lnTo>
                            <a:pt x="16" y="102"/>
                          </a:lnTo>
                          <a:lnTo>
                            <a:pt x="17" y="105"/>
                          </a:lnTo>
                          <a:lnTo>
                            <a:pt x="17" y="105"/>
                          </a:lnTo>
                          <a:lnTo>
                            <a:pt x="21" y="106"/>
                          </a:lnTo>
                          <a:lnTo>
                            <a:pt x="23" y="107"/>
                          </a:lnTo>
                          <a:lnTo>
                            <a:pt x="25" y="107"/>
                          </a:lnTo>
                          <a:lnTo>
                            <a:pt x="28" y="107"/>
                          </a:lnTo>
                          <a:lnTo>
                            <a:pt x="32" y="106"/>
                          </a:lnTo>
                          <a:lnTo>
                            <a:pt x="35" y="106"/>
                          </a:lnTo>
                          <a:lnTo>
                            <a:pt x="38" y="106"/>
                          </a:lnTo>
                          <a:lnTo>
                            <a:pt x="36" y="105"/>
                          </a:lnTo>
                          <a:lnTo>
                            <a:pt x="35" y="103"/>
                          </a:lnTo>
                          <a:lnTo>
                            <a:pt x="34" y="101"/>
                          </a:lnTo>
                          <a:lnTo>
                            <a:pt x="32" y="101"/>
                          </a:lnTo>
                          <a:lnTo>
                            <a:pt x="31" y="99"/>
                          </a:lnTo>
                          <a:lnTo>
                            <a:pt x="32" y="101"/>
                          </a:lnTo>
                          <a:lnTo>
                            <a:pt x="35" y="101"/>
                          </a:lnTo>
                          <a:lnTo>
                            <a:pt x="38" y="102"/>
                          </a:lnTo>
                          <a:lnTo>
                            <a:pt x="40" y="103"/>
                          </a:lnTo>
                          <a:lnTo>
                            <a:pt x="39" y="102"/>
                          </a:lnTo>
                          <a:lnTo>
                            <a:pt x="39" y="99"/>
                          </a:lnTo>
                          <a:lnTo>
                            <a:pt x="40" y="98"/>
                          </a:lnTo>
                          <a:lnTo>
                            <a:pt x="40" y="96"/>
                          </a:lnTo>
                          <a:lnTo>
                            <a:pt x="40" y="95"/>
                          </a:lnTo>
                          <a:lnTo>
                            <a:pt x="38" y="92"/>
                          </a:lnTo>
                          <a:lnTo>
                            <a:pt x="38" y="91"/>
                          </a:lnTo>
                          <a:lnTo>
                            <a:pt x="40" y="92"/>
                          </a:lnTo>
                          <a:lnTo>
                            <a:pt x="42" y="95"/>
                          </a:lnTo>
                          <a:lnTo>
                            <a:pt x="44" y="96"/>
                          </a:lnTo>
                          <a:lnTo>
                            <a:pt x="46" y="98"/>
                          </a:lnTo>
                          <a:lnTo>
                            <a:pt x="46" y="96"/>
                          </a:lnTo>
                          <a:lnTo>
                            <a:pt x="46" y="94"/>
                          </a:lnTo>
                          <a:lnTo>
                            <a:pt x="46" y="95"/>
                          </a:lnTo>
                          <a:lnTo>
                            <a:pt x="47" y="98"/>
                          </a:lnTo>
                          <a:lnTo>
                            <a:pt x="49" y="98"/>
                          </a:lnTo>
                          <a:lnTo>
                            <a:pt x="49" y="95"/>
                          </a:lnTo>
                          <a:lnTo>
                            <a:pt x="47" y="94"/>
                          </a:lnTo>
                          <a:lnTo>
                            <a:pt x="49" y="91"/>
                          </a:lnTo>
                          <a:lnTo>
                            <a:pt x="50" y="92"/>
                          </a:lnTo>
                          <a:lnTo>
                            <a:pt x="53" y="94"/>
                          </a:lnTo>
                          <a:lnTo>
                            <a:pt x="54" y="95"/>
                          </a:lnTo>
                          <a:lnTo>
                            <a:pt x="55" y="96"/>
                          </a:lnTo>
                          <a:lnTo>
                            <a:pt x="58" y="95"/>
                          </a:lnTo>
                          <a:lnTo>
                            <a:pt x="58" y="96"/>
                          </a:lnTo>
                          <a:lnTo>
                            <a:pt x="59" y="95"/>
                          </a:lnTo>
                          <a:lnTo>
                            <a:pt x="59" y="96"/>
                          </a:lnTo>
                          <a:lnTo>
                            <a:pt x="59" y="98"/>
                          </a:lnTo>
                          <a:lnTo>
                            <a:pt x="61" y="99"/>
                          </a:lnTo>
                          <a:lnTo>
                            <a:pt x="64" y="101"/>
                          </a:lnTo>
                          <a:lnTo>
                            <a:pt x="70" y="102"/>
                          </a:lnTo>
                          <a:lnTo>
                            <a:pt x="73" y="103"/>
                          </a:lnTo>
                          <a:lnTo>
                            <a:pt x="76" y="106"/>
                          </a:lnTo>
                          <a:lnTo>
                            <a:pt x="76" y="110"/>
                          </a:lnTo>
                          <a:lnTo>
                            <a:pt x="80" y="115"/>
                          </a:lnTo>
                          <a:lnTo>
                            <a:pt x="81" y="117"/>
                          </a:lnTo>
                          <a:lnTo>
                            <a:pt x="84" y="118"/>
                          </a:lnTo>
                          <a:lnTo>
                            <a:pt x="85" y="120"/>
                          </a:lnTo>
                          <a:lnTo>
                            <a:pt x="85" y="122"/>
                          </a:lnTo>
                          <a:lnTo>
                            <a:pt x="92" y="129"/>
                          </a:lnTo>
                          <a:lnTo>
                            <a:pt x="92" y="130"/>
                          </a:lnTo>
                          <a:lnTo>
                            <a:pt x="95" y="132"/>
                          </a:lnTo>
                          <a:lnTo>
                            <a:pt x="99" y="133"/>
                          </a:lnTo>
                          <a:lnTo>
                            <a:pt x="100" y="133"/>
                          </a:lnTo>
                          <a:lnTo>
                            <a:pt x="102" y="133"/>
                          </a:lnTo>
                          <a:lnTo>
                            <a:pt x="104" y="135"/>
                          </a:lnTo>
                          <a:lnTo>
                            <a:pt x="108" y="133"/>
                          </a:lnTo>
                          <a:lnTo>
                            <a:pt x="111" y="135"/>
                          </a:lnTo>
                          <a:lnTo>
                            <a:pt x="114" y="135"/>
                          </a:lnTo>
                          <a:lnTo>
                            <a:pt x="118" y="135"/>
                          </a:lnTo>
                          <a:lnTo>
                            <a:pt x="121" y="136"/>
                          </a:lnTo>
                          <a:lnTo>
                            <a:pt x="123" y="136"/>
                          </a:lnTo>
                          <a:lnTo>
                            <a:pt x="125" y="137"/>
                          </a:lnTo>
                          <a:lnTo>
                            <a:pt x="127" y="137"/>
                          </a:lnTo>
                          <a:lnTo>
                            <a:pt x="129" y="139"/>
                          </a:lnTo>
                          <a:lnTo>
                            <a:pt x="126" y="140"/>
                          </a:lnTo>
                          <a:lnTo>
                            <a:pt x="129" y="140"/>
                          </a:lnTo>
                          <a:lnTo>
                            <a:pt x="133" y="143"/>
                          </a:lnTo>
                          <a:lnTo>
                            <a:pt x="136" y="141"/>
                          </a:lnTo>
                          <a:lnTo>
                            <a:pt x="137" y="140"/>
                          </a:lnTo>
                          <a:lnTo>
                            <a:pt x="133" y="137"/>
                          </a:lnTo>
                          <a:lnTo>
                            <a:pt x="131" y="137"/>
                          </a:lnTo>
                          <a:lnTo>
                            <a:pt x="131" y="136"/>
                          </a:lnTo>
                          <a:lnTo>
                            <a:pt x="134" y="136"/>
                          </a:lnTo>
                          <a:lnTo>
                            <a:pt x="137" y="136"/>
                          </a:lnTo>
                          <a:lnTo>
                            <a:pt x="140" y="135"/>
                          </a:lnTo>
                          <a:lnTo>
                            <a:pt x="134" y="133"/>
                          </a:lnTo>
                          <a:lnTo>
                            <a:pt x="127" y="133"/>
                          </a:lnTo>
                          <a:lnTo>
                            <a:pt x="125" y="130"/>
                          </a:lnTo>
                          <a:lnTo>
                            <a:pt x="123" y="129"/>
                          </a:lnTo>
                          <a:lnTo>
                            <a:pt x="126" y="128"/>
                          </a:lnTo>
                          <a:lnTo>
                            <a:pt x="129" y="128"/>
                          </a:lnTo>
                          <a:lnTo>
                            <a:pt x="130" y="126"/>
                          </a:lnTo>
                          <a:lnTo>
                            <a:pt x="127" y="126"/>
                          </a:lnTo>
                          <a:lnTo>
                            <a:pt x="123" y="126"/>
                          </a:lnTo>
                          <a:lnTo>
                            <a:pt x="118" y="125"/>
                          </a:lnTo>
                          <a:lnTo>
                            <a:pt x="117" y="124"/>
                          </a:lnTo>
                          <a:lnTo>
                            <a:pt x="117" y="121"/>
                          </a:lnTo>
                          <a:lnTo>
                            <a:pt x="118" y="120"/>
                          </a:lnTo>
                          <a:lnTo>
                            <a:pt x="119" y="118"/>
                          </a:lnTo>
                          <a:lnTo>
                            <a:pt x="117" y="115"/>
                          </a:lnTo>
                          <a:lnTo>
                            <a:pt x="115" y="115"/>
                          </a:lnTo>
                          <a:lnTo>
                            <a:pt x="114" y="117"/>
                          </a:lnTo>
                          <a:lnTo>
                            <a:pt x="112" y="117"/>
                          </a:lnTo>
                          <a:lnTo>
                            <a:pt x="111" y="117"/>
                          </a:lnTo>
                          <a:lnTo>
                            <a:pt x="108" y="114"/>
                          </a:lnTo>
                          <a:lnTo>
                            <a:pt x="107" y="110"/>
                          </a:lnTo>
                          <a:lnTo>
                            <a:pt x="106" y="109"/>
                          </a:lnTo>
                          <a:lnTo>
                            <a:pt x="103" y="102"/>
                          </a:lnTo>
                          <a:lnTo>
                            <a:pt x="102" y="102"/>
                          </a:lnTo>
                          <a:lnTo>
                            <a:pt x="100" y="99"/>
                          </a:lnTo>
                          <a:lnTo>
                            <a:pt x="97" y="99"/>
                          </a:lnTo>
                          <a:lnTo>
                            <a:pt x="95" y="99"/>
                          </a:lnTo>
                          <a:lnTo>
                            <a:pt x="93" y="95"/>
                          </a:lnTo>
                          <a:lnTo>
                            <a:pt x="91" y="92"/>
                          </a:lnTo>
                          <a:lnTo>
                            <a:pt x="91" y="90"/>
                          </a:lnTo>
                          <a:lnTo>
                            <a:pt x="88" y="87"/>
                          </a:lnTo>
                          <a:lnTo>
                            <a:pt x="87" y="84"/>
                          </a:lnTo>
                          <a:lnTo>
                            <a:pt x="87" y="83"/>
                          </a:lnTo>
                          <a:lnTo>
                            <a:pt x="92" y="84"/>
                          </a:lnTo>
                          <a:lnTo>
                            <a:pt x="97" y="82"/>
                          </a:lnTo>
                          <a:lnTo>
                            <a:pt x="99" y="79"/>
                          </a:lnTo>
                          <a:lnTo>
                            <a:pt x="99" y="76"/>
                          </a:lnTo>
                          <a:lnTo>
                            <a:pt x="95" y="72"/>
                          </a:lnTo>
                          <a:lnTo>
                            <a:pt x="92" y="71"/>
                          </a:lnTo>
                          <a:lnTo>
                            <a:pt x="91" y="72"/>
                          </a:lnTo>
                          <a:lnTo>
                            <a:pt x="87" y="71"/>
                          </a:lnTo>
                          <a:lnTo>
                            <a:pt x="83" y="68"/>
                          </a:lnTo>
                          <a:lnTo>
                            <a:pt x="80" y="65"/>
                          </a:lnTo>
                          <a:lnTo>
                            <a:pt x="77" y="65"/>
                          </a:lnTo>
                          <a:lnTo>
                            <a:pt x="70" y="64"/>
                          </a:lnTo>
                          <a:lnTo>
                            <a:pt x="69" y="61"/>
                          </a:lnTo>
                          <a:lnTo>
                            <a:pt x="72" y="58"/>
                          </a:lnTo>
                          <a:lnTo>
                            <a:pt x="72" y="56"/>
                          </a:lnTo>
                          <a:lnTo>
                            <a:pt x="69" y="53"/>
                          </a:lnTo>
                          <a:lnTo>
                            <a:pt x="65" y="48"/>
                          </a:lnTo>
                          <a:lnTo>
                            <a:pt x="64" y="48"/>
                          </a:lnTo>
                          <a:lnTo>
                            <a:pt x="62" y="49"/>
                          </a:lnTo>
                          <a:lnTo>
                            <a:pt x="61" y="46"/>
                          </a:lnTo>
                          <a:lnTo>
                            <a:pt x="58" y="45"/>
                          </a:lnTo>
                          <a:lnTo>
                            <a:pt x="57" y="42"/>
                          </a:lnTo>
                          <a:lnTo>
                            <a:pt x="54" y="42"/>
                          </a:lnTo>
                          <a:lnTo>
                            <a:pt x="53" y="39"/>
                          </a:lnTo>
                          <a:lnTo>
                            <a:pt x="51" y="41"/>
                          </a:lnTo>
                          <a:lnTo>
                            <a:pt x="49" y="39"/>
                          </a:lnTo>
                          <a:lnTo>
                            <a:pt x="46" y="38"/>
                          </a:lnTo>
                          <a:lnTo>
                            <a:pt x="43" y="37"/>
                          </a:lnTo>
                          <a:lnTo>
                            <a:pt x="39" y="35"/>
                          </a:lnTo>
                          <a:lnTo>
                            <a:pt x="34" y="33"/>
                          </a:lnTo>
                          <a:lnTo>
                            <a:pt x="27" y="31"/>
                          </a:lnTo>
                          <a:lnTo>
                            <a:pt x="24" y="30"/>
                          </a:lnTo>
                          <a:lnTo>
                            <a:pt x="21" y="29"/>
                          </a:lnTo>
                          <a:lnTo>
                            <a:pt x="20" y="29"/>
                          </a:lnTo>
                          <a:lnTo>
                            <a:pt x="20" y="29"/>
                          </a:lnTo>
                          <a:lnTo>
                            <a:pt x="15" y="27"/>
                          </a:lnTo>
                          <a:lnTo>
                            <a:pt x="13" y="26"/>
                          </a:lnTo>
                          <a:lnTo>
                            <a:pt x="11" y="24"/>
                          </a:lnTo>
                          <a:lnTo>
                            <a:pt x="5" y="23"/>
                          </a:lnTo>
                          <a:lnTo>
                            <a:pt x="2" y="22"/>
                          </a:ln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26" name="Freeform 1065">
                      <a:extLst>
                        <a:ext uri="{FF2B5EF4-FFF2-40B4-BE49-F238E27FC236}">
                          <a16:creationId xmlns:a16="http://schemas.microsoft.com/office/drawing/2014/main" id="{55FCADB2-762A-D7D8-EEFD-953E79C9AF7B}"/>
                        </a:ext>
                      </a:extLst>
                    </p:cNvPr>
                    <p:cNvSpPr>
                      <a:spLocks noEditPoints="1"/>
                    </p:cNvSpPr>
                    <p:nvPr/>
                  </p:nvSpPr>
                  <p:spPr bwMode="auto">
                    <a:xfrm>
                      <a:off x="7343775" y="4365625"/>
                      <a:ext cx="1038225" cy="411163"/>
                    </a:xfrm>
                    <a:custGeom>
                      <a:avLst/>
                      <a:gdLst/>
                      <a:ahLst/>
                      <a:cxnLst>
                        <a:cxn ang="0">
                          <a:pos x="629" y="202"/>
                        </a:cxn>
                        <a:cxn ang="0">
                          <a:pos x="567" y="162"/>
                        </a:cxn>
                        <a:cxn ang="0">
                          <a:pos x="538" y="149"/>
                        </a:cxn>
                        <a:cxn ang="0">
                          <a:pos x="525" y="124"/>
                        </a:cxn>
                        <a:cxn ang="0">
                          <a:pos x="563" y="134"/>
                        </a:cxn>
                        <a:cxn ang="0">
                          <a:pos x="641" y="132"/>
                        </a:cxn>
                        <a:cxn ang="0">
                          <a:pos x="514" y="103"/>
                        </a:cxn>
                        <a:cxn ang="0">
                          <a:pos x="451" y="31"/>
                        </a:cxn>
                        <a:cxn ang="0">
                          <a:pos x="461" y="90"/>
                        </a:cxn>
                        <a:cxn ang="0">
                          <a:pos x="479" y="94"/>
                        </a:cxn>
                        <a:cxn ang="0">
                          <a:pos x="460" y="104"/>
                        </a:cxn>
                        <a:cxn ang="0">
                          <a:pos x="470" y="151"/>
                        </a:cxn>
                        <a:cxn ang="0">
                          <a:pos x="508" y="147"/>
                        </a:cxn>
                        <a:cxn ang="0">
                          <a:pos x="362" y="202"/>
                        </a:cxn>
                        <a:cxn ang="0">
                          <a:pos x="430" y="125"/>
                        </a:cxn>
                        <a:cxn ang="0">
                          <a:pos x="398" y="177"/>
                        </a:cxn>
                        <a:cxn ang="0">
                          <a:pos x="396" y="126"/>
                        </a:cxn>
                        <a:cxn ang="0">
                          <a:pos x="381" y="103"/>
                        </a:cxn>
                        <a:cxn ang="0">
                          <a:pos x="427" y="75"/>
                        </a:cxn>
                        <a:cxn ang="0">
                          <a:pos x="350" y="104"/>
                        </a:cxn>
                        <a:cxn ang="0">
                          <a:pos x="347" y="181"/>
                        </a:cxn>
                        <a:cxn ang="0">
                          <a:pos x="375" y="168"/>
                        </a:cxn>
                        <a:cxn ang="0">
                          <a:pos x="385" y="143"/>
                        </a:cxn>
                        <a:cxn ang="0">
                          <a:pos x="372" y="114"/>
                        </a:cxn>
                        <a:cxn ang="0">
                          <a:pos x="349" y="22"/>
                        </a:cxn>
                        <a:cxn ang="0">
                          <a:pos x="300" y="149"/>
                        </a:cxn>
                        <a:cxn ang="0">
                          <a:pos x="206" y="119"/>
                        </a:cxn>
                        <a:cxn ang="0">
                          <a:pos x="292" y="39"/>
                        </a:cxn>
                        <a:cxn ang="0">
                          <a:pos x="332" y="79"/>
                        </a:cxn>
                        <a:cxn ang="0">
                          <a:pos x="303" y="130"/>
                        </a:cxn>
                        <a:cxn ang="0">
                          <a:pos x="260" y="144"/>
                        </a:cxn>
                        <a:cxn ang="0">
                          <a:pos x="214" y="118"/>
                        </a:cxn>
                        <a:cxn ang="0">
                          <a:pos x="572" y="121"/>
                        </a:cxn>
                        <a:cxn ang="0">
                          <a:pos x="535" y="182"/>
                        </a:cxn>
                        <a:cxn ang="0">
                          <a:pos x="555" y="190"/>
                        </a:cxn>
                        <a:cxn ang="0">
                          <a:pos x="555" y="182"/>
                        </a:cxn>
                        <a:cxn ang="0">
                          <a:pos x="520" y="202"/>
                        </a:cxn>
                        <a:cxn ang="0">
                          <a:pos x="519" y="202"/>
                        </a:cxn>
                        <a:cxn ang="0">
                          <a:pos x="479" y="219"/>
                        </a:cxn>
                        <a:cxn ang="0">
                          <a:pos x="411" y="249"/>
                        </a:cxn>
                        <a:cxn ang="0">
                          <a:pos x="388" y="259"/>
                        </a:cxn>
                        <a:cxn ang="0">
                          <a:pos x="334" y="238"/>
                        </a:cxn>
                        <a:cxn ang="0">
                          <a:pos x="430" y="219"/>
                        </a:cxn>
                        <a:cxn ang="0">
                          <a:pos x="403" y="225"/>
                        </a:cxn>
                        <a:cxn ang="0">
                          <a:pos x="395" y="220"/>
                        </a:cxn>
                        <a:cxn ang="0">
                          <a:pos x="343" y="224"/>
                        </a:cxn>
                        <a:cxn ang="0">
                          <a:pos x="326" y="225"/>
                        </a:cxn>
                        <a:cxn ang="0">
                          <a:pos x="277" y="223"/>
                        </a:cxn>
                        <a:cxn ang="0">
                          <a:pos x="623" y="209"/>
                        </a:cxn>
                        <a:cxn ang="0">
                          <a:pos x="153" y="190"/>
                        </a:cxn>
                        <a:cxn ang="0">
                          <a:pos x="251" y="210"/>
                        </a:cxn>
                        <a:cxn ang="0">
                          <a:pos x="194" y="212"/>
                        </a:cxn>
                        <a:cxn ang="0">
                          <a:pos x="158" y="56"/>
                        </a:cxn>
                        <a:cxn ang="0">
                          <a:pos x="135" y="79"/>
                        </a:cxn>
                        <a:cxn ang="0">
                          <a:pos x="168" y="141"/>
                        </a:cxn>
                        <a:cxn ang="0">
                          <a:pos x="134" y="106"/>
                        </a:cxn>
                        <a:cxn ang="0">
                          <a:pos x="89" y="69"/>
                        </a:cxn>
                        <a:cxn ang="0">
                          <a:pos x="48" y="115"/>
                        </a:cxn>
                        <a:cxn ang="0">
                          <a:pos x="8" y="56"/>
                        </a:cxn>
                        <a:cxn ang="0">
                          <a:pos x="59" y="95"/>
                        </a:cxn>
                        <a:cxn ang="0">
                          <a:pos x="146" y="178"/>
                        </a:cxn>
                        <a:cxn ang="0">
                          <a:pos x="119" y="104"/>
                        </a:cxn>
                        <a:cxn ang="0">
                          <a:pos x="69" y="53"/>
                        </a:cxn>
                      </a:cxnLst>
                      <a:rect l="0" t="0" r="r" b="b"/>
                      <a:pathLst>
                        <a:path w="654" h="259">
                          <a:moveTo>
                            <a:pt x="654" y="136"/>
                          </a:moveTo>
                          <a:lnTo>
                            <a:pt x="653" y="190"/>
                          </a:lnTo>
                          <a:lnTo>
                            <a:pt x="652" y="194"/>
                          </a:lnTo>
                          <a:lnTo>
                            <a:pt x="652" y="196"/>
                          </a:lnTo>
                          <a:lnTo>
                            <a:pt x="653" y="197"/>
                          </a:lnTo>
                          <a:lnTo>
                            <a:pt x="652" y="232"/>
                          </a:lnTo>
                          <a:lnTo>
                            <a:pt x="650" y="232"/>
                          </a:lnTo>
                          <a:lnTo>
                            <a:pt x="648" y="231"/>
                          </a:lnTo>
                          <a:lnTo>
                            <a:pt x="644" y="227"/>
                          </a:lnTo>
                          <a:lnTo>
                            <a:pt x="642" y="224"/>
                          </a:lnTo>
                          <a:lnTo>
                            <a:pt x="642" y="223"/>
                          </a:lnTo>
                          <a:lnTo>
                            <a:pt x="639" y="221"/>
                          </a:lnTo>
                          <a:lnTo>
                            <a:pt x="638" y="220"/>
                          </a:lnTo>
                          <a:lnTo>
                            <a:pt x="638" y="217"/>
                          </a:lnTo>
                          <a:lnTo>
                            <a:pt x="639" y="216"/>
                          </a:lnTo>
                          <a:lnTo>
                            <a:pt x="639" y="212"/>
                          </a:lnTo>
                          <a:lnTo>
                            <a:pt x="638" y="216"/>
                          </a:lnTo>
                          <a:lnTo>
                            <a:pt x="637" y="217"/>
                          </a:lnTo>
                          <a:lnTo>
                            <a:pt x="633" y="216"/>
                          </a:lnTo>
                          <a:lnTo>
                            <a:pt x="630" y="217"/>
                          </a:lnTo>
                          <a:lnTo>
                            <a:pt x="627" y="217"/>
                          </a:lnTo>
                          <a:lnTo>
                            <a:pt x="627" y="216"/>
                          </a:lnTo>
                          <a:lnTo>
                            <a:pt x="623" y="219"/>
                          </a:lnTo>
                          <a:lnTo>
                            <a:pt x="622" y="216"/>
                          </a:lnTo>
                          <a:lnTo>
                            <a:pt x="623" y="216"/>
                          </a:lnTo>
                          <a:lnTo>
                            <a:pt x="623" y="213"/>
                          </a:lnTo>
                          <a:lnTo>
                            <a:pt x="623" y="212"/>
                          </a:lnTo>
                          <a:lnTo>
                            <a:pt x="624" y="210"/>
                          </a:lnTo>
                          <a:lnTo>
                            <a:pt x="624" y="206"/>
                          </a:lnTo>
                          <a:lnTo>
                            <a:pt x="623" y="206"/>
                          </a:lnTo>
                          <a:lnTo>
                            <a:pt x="622" y="204"/>
                          </a:lnTo>
                          <a:lnTo>
                            <a:pt x="623" y="204"/>
                          </a:lnTo>
                          <a:lnTo>
                            <a:pt x="624" y="204"/>
                          </a:lnTo>
                          <a:lnTo>
                            <a:pt x="627" y="204"/>
                          </a:lnTo>
                          <a:lnTo>
                            <a:pt x="629" y="202"/>
                          </a:lnTo>
                          <a:lnTo>
                            <a:pt x="627" y="202"/>
                          </a:lnTo>
                          <a:lnTo>
                            <a:pt x="623" y="202"/>
                          </a:lnTo>
                          <a:lnTo>
                            <a:pt x="622" y="201"/>
                          </a:lnTo>
                          <a:lnTo>
                            <a:pt x="619" y="200"/>
                          </a:lnTo>
                          <a:lnTo>
                            <a:pt x="619" y="198"/>
                          </a:lnTo>
                          <a:lnTo>
                            <a:pt x="620" y="198"/>
                          </a:lnTo>
                          <a:lnTo>
                            <a:pt x="623" y="198"/>
                          </a:lnTo>
                          <a:lnTo>
                            <a:pt x="622" y="197"/>
                          </a:lnTo>
                          <a:lnTo>
                            <a:pt x="618" y="194"/>
                          </a:lnTo>
                          <a:lnTo>
                            <a:pt x="616" y="193"/>
                          </a:lnTo>
                          <a:lnTo>
                            <a:pt x="615" y="190"/>
                          </a:lnTo>
                          <a:lnTo>
                            <a:pt x="615" y="187"/>
                          </a:lnTo>
                          <a:lnTo>
                            <a:pt x="612" y="185"/>
                          </a:lnTo>
                          <a:lnTo>
                            <a:pt x="612" y="183"/>
                          </a:lnTo>
                          <a:lnTo>
                            <a:pt x="615" y="181"/>
                          </a:lnTo>
                          <a:lnTo>
                            <a:pt x="612" y="181"/>
                          </a:lnTo>
                          <a:lnTo>
                            <a:pt x="611" y="179"/>
                          </a:lnTo>
                          <a:lnTo>
                            <a:pt x="612" y="179"/>
                          </a:lnTo>
                          <a:lnTo>
                            <a:pt x="611" y="178"/>
                          </a:lnTo>
                          <a:lnTo>
                            <a:pt x="612" y="175"/>
                          </a:lnTo>
                          <a:lnTo>
                            <a:pt x="610" y="177"/>
                          </a:lnTo>
                          <a:lnTo>
                            <a:pt x="608" y="175"/>
                          </a:lnTo>
                          <a:lnTo>
                            <a:pt x="607" y="175"/>
                          </a:lnTo>
                          <a:lnTo>
                            <a:pt x="605" y="175"/>
                          </a:lnTo>
                          <a:lnTo>
                            <a:pt x="608" y="172"/>
                          </a:lnTo>
                          <a:lnTo>
                            <a:pt x="605" y="174"/>
                          </a:lnTo>
                          <a:lnTo>
                            <a:pt x="604" y="174"/>
                          </a:lnTo>
                          <a:lnTo>
                            <a:pt x="600" y="172"/>
                          </a:lnTo>
                          <a:lnTo>
                            <a:pt x="599" y="170"/>
                          </a:lnTo>
                          <a:lnTo>
                            <a:pt x="595" y="168"/>
                          </a:lnTo>
                          <a:lnTo>
                            <a:pt x="592" y="168"/>
                          </a:lnTo>
                          <a:lnTo>
                            <a:pt x="584" y="166"/>
                          </a:lnTo>
                          <a:lnTo>
                            <a:pt x="576" y="163"/>
                          </a:lnTo>
                          <a:lnTo>
                            <a:pt x="572" y="163"/>
                          </a:lnTo>
                          <a:lnTo>
                            <a:pt x="567" y="162"/>
                          </a:lnTo>
                          <a:lnTo>
                            <a:pt x="567" y="160"/>
                          </a:lnTo>
                          <a:lnTo>
                            <a:pt x="566" y="159"/>
                          </a:lnTo>
                          <a:lnTo>
                            <a:pt x="563" y="159"/>
                          </a:lnTo>
                          <a:lnTo>
                            <a:pt x="563" y="156"/>
                          </a:lnTo>
                          <a:lnTo>
                            <a:pt x="566" y="156"/>
                          </a:lnTo>
                          <a:lnTo>
                            <a:pt x="567" y="156"/>
                          </a:lnTo>
                          <a:lnTo>
                            <a:pt x="566" y="156"/>
                          </a:lnTo>
                          <a:lnTo>
                            <a:pt x="565" y="155"/>
                          </a:lnTo>
                          <a:lnTo>
                            <a:pt x="562" y="156"/>
                          </a:lnTo>
                          <a:lnTo>
                            <a:pt x="561" y="155"/>
                          </a:lnTo>
                          <a:lnTo>
                            <a:pt x="559" y="155"/>
                          </a:lnTo>
                          <a:lnTo>
                            <a:pt x="558" y="153"/>
                          </a:lnTo>
                          <a:lnTo>
                            <a:pt x="557" y="155"/>
                          </a:lnTo>
                          <a:lnTo>
                            <a:pt x="557" y="152"/>
                          </a:lnTo>
                          <a:lnTo>
                            <a:pt x="555" y="152"/>
                          </a:lnTo>
                          <a:lnTo>
                            <a:pt x="554" y="152"/>
                          </a:lnTo>
                          <a:lnTo>
                            <a:pt x="554" y="153"/>
                          </a:lnTo>
                          <a:lnTo>
                            <a:pt x="552" y="152"/>
                          </a:lnTo>
                          <a:lnTo>
                            <a:pt x="551" y="148"/>
                          </a:lnTo>
                          <a:lnTo>
                            <a:pt x="550" y="145"/>
                          </a:lnTo>
                          <a:lnTo>
                            <a:pt x="551" y="143"/>
                          </a:lnTo>
                          <a:lnTo>
                            <a:pt x="551" y="140"/>
                          </a:lnTo>
                          <a:lnTo>
                            <a:pt x="550" y="143"/>
                          </a:lnTo>
                          <a:lnTo>
                            <a:pt x="550" y="145"/>
                          </a:lnTo>
                          <a:lnTo>
                            <a:pt x="548" y="148"/>
                          </a:lnTo>
                          <a:lnTo>
                            <a:pt x="547" y="148"/>
                          </a:lnTo>
                          <a:lnTo>
                            <a:pt x="546" y="152"/>
                          </a:lnTo>
                          <a:lnTo>
                            <a:pt x="546" y="155"/>
                          </a:lnTo>
                          <a:lnTo>
                            <a:pt x="543" y="157"/>
                          </a:lnTo>
                          <a:lnTo>
                            <a:pt x="540" y="159"/>
                          </a:lnTo>
                          <a:lnTo>
                            <a:pt x="538" y="157"/>
                          </a:lnTo>
                          <a:lnTo>
                            <a:pt x="535" y="153"/>
                          </a:lnTo>
                          <a:lnTo>
                            <a:pt x="535" y="151"/>
                          </a:lnTo>
                          <a:lnTo>
                            <a:pt x="536" y="151"/>
                          </a:lnTo>
                          <a:lnTo>
                            <a:pt x="538" y="149"/>
                          </a:lnTo>
                          <a:lnTo>
                            <a:pt x="536" y="147"/>
                          </a:lnTo>
                          <a:lnTo>
                            <a:pt x="535" y="148"/>
                          </a:lnTo>
                          <a:lnTo>
                            <a:pt x="533" y="147"/>
                          </a:lnTo>
                          <a:lnTo>
                            <a:pt x="532" y="143"/>
                          </a:lnTo>
                          <a:lnTo>
                            <a:pt x="529" y="141"/>
                          </a:lnTo>
                          <a:lnTo>
                            <a:pt x="527" y="141"/>
                          </a:lnTo>
                          <a:lnTo>
                            <a:pt x="525" y="140"/>
                          </a:lnTo>
                          <a:lnTo>
                            <a:pt x="527" y="137"/>
                          </a:lnTo>
                          <a:lnTo>
                            <a:pt x="531" y="137"/>
                          </a:lnTo>
                          <a:lnTo>
                            <a:pt x="532" y="138"/>
                          </a:lnTo>
                          <a:lnTo>
                            <a:pt x="535" y="138"/>
                          </a:lnTo>
                          <a:lnTo>
                            <a:pt x="536" y="140"/>
                          </a:lnTo>
                          <a:lnTo>
                            <a:pt x="540" y="138"/>
                          </a:lnTo>
                          <a:lnTo>
                            <a:pt x="540" y="134"/>
                          </a:lnTo>
                          <a:lnTo>
                            <a:pt x="543" y="134"/>
                          </a:lnTo>
                          <a:lnTo>
                            <a:pt x="547" y="136"/>
                          </a:lnTo>
                          <a:lnTo>
                            <a:pt x="548" y="138"/>
                          </a:lnTo>
                          <a:lnTo>
                            <a:pt x="550" y="136"/>
                          </a:lnTo>
                          <a:lnTo>
                            <a:pt x="551" y="134"/>
                          </a:lnTo>
                          <a:lnTo>
                            <a:pt x="552" y="134"/>
                          </a:lnTo>
                          <a:lnTo>
                            <a:pt x="554" y="132"/>
                          </a:lnTo>
                          <a:lnTo>
                            <a:pt x="552" y="129"/>
                          </a:lnTo>
                          <a:lnTo>
                            <a:pt x="546" y="129"/>
                          </a:lnTo>
                          <a:lnTo>
                            <a:pt x="547" y="130"/>
                          </a:lnTo>
                          <a:lnTo>
                            <a:pt x="544" y="130"/>
                          </a:lnTo>
                          <a:lnTo>
                            <a:pt x="543" y="130"/>
                          </a:lnTo>
                          <a:lnTo>
                            <a:pt x="539" y="132"/>
                          </a:lnTo>
                          <a:lnTo>
                            <a:pt x="538" y="130"/>
                          </a:lnTo>
                          <a:lnTo>
                            <a:pt x="536" y="132"/>
                          </a:lnTo>
                          <a:lnTo>
                            <a:pt x="533" y="130"/>
                          </a:lnTo>
                          <a:lnTo>
                            <a:pt x="531" y="130"/>
                          </a:lnTo>
                          <a:lnTo>
                            <a:pt x="528" y="130"/>
                          </a:lnTo>
                          <a:lnTo>
                            <a:pt x="525" y="128"/>
                          </a:lnTo>
                          <a:lnTo>
                            <a:pt x="525" y="125"/>
                          </a:lnTo>
                          <a:lnTo>
                            <a:pt x="525" y="124"/>
                          </a:lnTo>
                          <a:lnTo>
                            <a:pt x="524" y="121"/>
                          </a:lnTo>
                          <a:lnTo>
                            <a:pt x="520" y="119"/>
                          </a:lnTo>
                          <a:lnTo>
                            <a:pt x="519" y="117"/>
                          </a:lnTo>
                          <a:lnTo>
                            <a:pt x="517" y="118"/>
                          </a:lnTo>
                          <a:lnTo>
                            <a:pt x="516" y="119"/>
                          </a:lnTo>
                          <a:lnTo>
                            <a:pt x="512" y="119"/>
                          </a:lnTo>
                          <a:lnTo>
                            <a:pt x="513" y="118"/>
                          </a:lnTo>
                          <a:lnTo>
                            <a:pt x="516" y="115"/>
                          </a:lnTo>
                          <a:lnTo>
                            <a:pt x="516" y="113"/>
                          </a:lnTo>
                          <a:lnTo>
                            <a:pt x="516" y="111"/>
                          </a:lnTo>
                          <a:lnTo>
                            <a:pt x="517" y="110"/>
                          </a:lnTo>
                          <a:lnTo>
                            <a:pt x="521" y="110"/>
                          </a:lnTo>
                          <a:lnTo>
                            <a:pt x="523" y="107"/>
                          </a:lnTo>
                          <a:lnTo>
                            <a:pt x="525" y="107"/>
                          </a:lnTo>
                          <a:lnTo>
                            <a:pt x="529" y="104"/>
                          </a:lnTo>
                          <a:lnTo>
                            <a:pt x="531" y="103"/>
                          </a:lnTo>
                          <a:lnTo>
                            <a:pt x="535" y="102"/>
                          </a:lnTo>
                          <a:lnTo>
                            <a:pt x="542" y="104"/>
                          </a:lnTo>
                          <a:lnTo>
                            <a:pt x="547" y="109"/>
                          </a:lnTo>
                          <a:lnTo>
                            <a:pt x="551" y="107"/>
                          </a:lnTo>
                          <a:lnTo>
                            <a:pt x="555" y="109"/>
                          </a:lnTo>
                          <a:lnTo>
                            <a:pt x="557" y="110"/>
                          </a:lnTo>
                          <a:lnTo>
                            <a:pt x="557" y="111"/>
                          </a:lnTo>
                          <a:lnTo>
                            <a:pt x="557" y="114"/>
                          </a:lnTo>
                          <a:lnTo>
                            <a:pt x="558" y="117"/>
                          </a:lnTo>
                          <a:lnTo>
                            <a:pt x="559" y="119"/>
                          </a:lnTo>
                          <a:lnTo>
                            <a:pt x="558" y="122"/>
                          </a:lnTo>
                          <a:lnTo>
                            <a:pt x="557" y="125"/>
                          </a:lnTo>
                          <a:lnTo>
                            <a:pt x="557" y="128"/>
                          </a:lnTo>
                          <a:lnTo>
                            <a:pt x="558" y="134"/>
                          </a:lnTo>
                          <a:lnTo>
                            <a:pt x="559" y="138"/>
                          </a:lnTo>
                          <a:lnTo>
                            <a:pt x="561" y="140"/>
                          </a:lnTo>
                          <a:lnTo>
                            <a:pt x="562" y="140"/>
                          </a:lnTo>
                          <a:lnTo>
                            <a:pt x="562" y="136"/>
                          </a:lnTo>
                          <a:lnTo>
                            <a:pt x="563" y="134"/>
                          </a:lnTo>
                          <a:lnTo>
                            <a:pt x="565" y="136"/>
                          </a:lnTo>
                          <a:lnTo>
                            <a:pt x="565" y="138"/>
                          </a:lnTo>
                          <a:lnTo>
                            <a:pt x="566" y="141"/>
                          </a:lnTo>
                          <a:lnTo>
                            <a:pt x="566" y="141"/>
                          </a:lnTo>
                          <a:lnTo>
                            <a:pt x="567" y="144"/>
                          </a:lnTo>
                          <a:lnTo>
                            <a:pt x="570" y="147"/>
                          </a:lnTo>
                          <a:lnTo>
                            <a:pt x="572" y="148"/>
                          </a:lnTo>
                          <a:lnTo>
                            <a:pt x="574" y="148"/>
                          </a:lnTo>
                          <a:lnTo>
                            <a:pt x="577" y="147"/>
                          </a:lnTo>
                          <a:lnTo>
                            <a:pt x="578" y="144"/>
                          </a:lnTo>
                          <a:lnTo>
                            <a:pt x="580" y="143"/>
                          </a:lnTo>
                          <a:lnTo>
                            <a:pt x="581" y="143"/>
                          </a:lnTo>
                          <a:lnTo>
                            <a:pt x="581" y="138"/>
                          </a:lnTo>
                          <a:lnTo>
                            <a:pt x="582" y="136"/>
                          </a:lnTo>
                          <a:lnTo>
                            <a:pt x="585" y="136"/>
                          </a:lnTo>
                          <a:lnTo>
                            <a:pt x="588" y="134"/>
                          </a:lnTo>
                          <a:lnTo>
                            <a:pt x="589" y="132"/>
                          </a:lnTo>
                          <a:lnTo>
                            <a:pt x="589" y="130"/>
                          </a:lnTo>
                          <a:lnTo>
                            <a:pt x="591" y="130"/>
                          </a:lnTo>
                          <a:lnTo>
                            <a:pt x="593" y="130"/>
                          </a:lnTo>
                          <a:lnTo>
                            <a:pt x="596" y="129"/>
                          </a:lnTo>
                          <a:lnTo>
                            <a:pt x="600" y="129"/>
                          </a:lnTo>
                          <a:lnTo>
                            <a:pt x="600" y="126"/>
                          </a:lnTo>
                          <a:lnTo>
                            <a:pt x="599" y="124"/>
                          </a:lnTo>
                          <a:lnTo>
                            <a:pt x="599" y="122"/>
                          </a:lnTo>
                          <a:lnTo>
                            <a:pt x="607" y="118"/>
                          </a:lnTo>
                          <a:lnTo>
                            <a:pt x="610" y="119"/>
                          </a:lnTo>
                          <a:lnTo>
                            <a:pt x="612" y="121"/>
                          </a:lnTo>
                          <a:lnTo>
                            <a:pt x="616" y="124"/>
                          </a:lnTo>
                          <a:lnTo>
                            <a:pt x="622" y="124"/>
                          </a:lnTo>
                          <a:lnTo>
                            <a:pt x="624" y="126"/>
                          </a:lnTo>
                          <a:lnTo>
                            <a:pt x="627" y="126"/>
                          </a:lnTo>
                          <a:lnTo>
                            <a:pt x="630" y="128"/>
                          </a:lnTo>
                          <a:lnTo>
                            <a:pt x="638" y="132"/>
                          </a:lnTo>
                          <a:lnTo>
                            <a:pt x="641" y="132"/>
                          </a:lnTo>
                          <a:lnTo>
                            <a:pt x="642" y="132"/>
                          </a:lnTo>
                          <a:lnTo>
                            <a:pt x="646" y="132"/>
                          </a:lnTo>
                          <a:lnTo>
                            <a:pt x="649" y="132"/>
                          </a:lnTo>
                          <a:lnTo>
                            <a:pt x="650" y="133"/>
                          </a:lnTo>
                          <a:lnTo>
                            <a:pt x="650" y="134"/>
                          </a:lnTo>
                          <a:lnTo>
                            <a:pt x="650" y="136"/>
                          </a:lnTo>
                          <a:lnTo>
                            <a:pt x="653" y="137"/>
                          </a:lnTo>
                          <a:lnTo>
                            <a:pt x="654" y="136"/>
                          </a:lnTo>
                          <a:lnTo>
                            <a:pt x="654" y="136"/>
                          </a:lnTo>
                          <a:lnTo>
                            <a:pt x="654" y="136"/>
                          </a:lnTo>
                          <a:close/>
                          <a:moveTo>
                            <a:pt x="486" y="96"/>
                          </a:moveTo>
                          <a:lnTo>
                            <a:pt x="491" y="99"/>
                          </a:lnTo>
                          <a:lnTo>
                            <a:pt x="491" y="100"/>
                          </a:lnTo>
                          <a:lnTo>
                            <a:pt x="487" y="99"/>
                          </a:lnTo>
                          <a:lnTo>
                            <a:pt x="486" y="96"/>
                          </a:lnTo>
                          <a:lnTo>
                            <a:pt x="486" y="96"/>
                          </a:lnTo>
                          <a:close/>
                          <a:moveTo>
                            <a:pt x="514" y="103"/>
                          </a:moveTo>
                          <a:lnTo>
                            <a:pt x="516" y="103"/>
                          </a:lnTo>
                          <a:lnTo>
                            <a:pt x="519" y="102"/>
                          </a:lnTo>
                          <a:lnTo>
                            <a:pt x="517" y="100"/>
                          </a:lnTo>
                          <a:lnTo>
                            <a:pt x="514" y="98"/>
                          </a:lnTo>
                          <a:lnTo>
                            <a:pt x="509" y="98"/>
                          </a:lnTo>
                          <a:lnTo>
                            <a:pt x="508" y="100"/>
                          </a:lnTo>
                          <a:lnTo>
                            <a:pt x="505" y="100"/>
                          </a:lnTo>
                          <a:lnTo>
                            <a:pt x="504" y="100"/>
                          </a:lnTo>
                          <a:lnTo>
                            <a:pt x="505" y="102"/>
                          </a:lnTo>
                          <a:lnTo>
                            <a:pt x="502" y="102"/>
                          </a:lnTo>
                          <a:lnTo>
                            <a:pt x="506" y="103"/>
                          </a:lnTo>
                          <a:lnTo>
                            <a:pt x="509" y="104"/>
                          </a:lnTo>
                          <a:lnTo>
                            <a:pt x="512" y="103"/>
                          </a:lnTo>
                          <a:lnTo>
                            <a:pt x="512" y="102"/>
                          </a:lnTo>
                          <a:lnTo>
                            <a:pt x="509" y="102"/>
                          </a:lnTo>
                          <a:lnTo>
                            <a:pt x="509" y="100"/>
                          </a:lnTo>
                          <a:lnTo>
                            <a:pt x="510" y="100"/>
                          </a:lnTo>
                          <a:lnTo>
                            <a:pt x="514" y="103"/>
                          </a:lnTo>
                          <a:lnTo>
                            <a:pt x="514" y="103"/>
                          </a:lnTo>
                          <a:close/>
                          <a:moveTo>
                            <a:pt x="509" y="111"/>
                          </a:moveTo>
                          <a:lnTo>
                            <a:pt x="506" y="110"/>
                          </a:lnTo>
                          <a:lnTo>
                            <a:pt x="504" y="110"/>
                          </a:lnTo>
                          <a:lnTo>
                            <a:pt x="506" y="111"/>
                          </a:lnTo>
                          <a:lnTo>
                            <a:pt x="509" y="111"/>
                          </a:lnTo>
                          <a:lnTo>
                            <a:pt x="509" y="111"/>
                          </a:lnTo>
                          <a:close/>
                          <a:moveTo>
                            <a:pt x="512" y="109"/>
                          </a:moveTo>
                          <a:lnTo>
                            <a:pt x="510" y="111"/>
                          </a:lnTo>
                          <a:lnTo>
                            <a:pt x="509" y="110"/>
                          </a:lnTo>
                          <a:lnTo>
                            <a:pt x="512" y="109"/>
                          </a:lnTo>
                          <a:lnTo>
                            <a:pt x="512" y="109"/>
                          </a:lnTo>
                          <a:close/>
                          <a:moveTo>
                            <a:pt x="510" y="111"/>
                          </a:moveTo>
                          <a:lnTo>
                            <a:pt x="508" y="113"/>
                          </a:lnTo>
                          <a:lnTo>
                            <a:pt x="508" y="117"/>
                          </a:lnTo>
                          <a:lnTo>
                            <a:pt x="510" y="118"/>
                          </a:lnTo>
                          <a:lnTo>
                            <a:pt x="512" y="117"/>
                          </a:lnTo>
                          <a:lnTo>
                            <a:pt x="513" y="111"/>
                          </a:lnTo>
                          <a:lnTo>
                            <a:pt x="510" y="111"/>
                          </a:lnTo>
                          <a:lnTo>
                            <a:pt x="510" y="111"/>
                          </a:lnTo>
                          <a:close/>
                          <a:moveTo>
                            <a:pt x="432" y="42"/>
                          </a:moveTo>
                          <a:lnTo>
                            <a:pt x="434" y="45"/>
                          </a:lnTo>
                          <a:lnTo>
                            <a:pt x="436" y="47"/>
                          </a:lnTo>
                          <a:lnTo>
                            <a:pt x="434" y="49"/>
                          </a:lnTo>
                          <a:lnTo>
                            <a:pt x="432" y="47"/>
                          </a:lnTo>
                          <a:lnTo>
                            <a:pt x="432" y="43"/>
                          </a:lnTo>
                          <a:lnTo>
                            <a:pt x="432" y="42"/>
                          </a:lnTo>
                          <a:lnTo>
                            <a:pt x="432" y="42"/>
                          </a:lnTo>
                          <a:close/>
                          <a:moveTo>
                            <a:pt x="449" y="31"/>
                          </a:moveTo>
                          <a:lnTo>
                            <a:pt x="449" y="35"/>
                          </a:lnTo>
                          <a:lnTo>
                            <a:pt x="451" y="38"/>
                          </a:lnTo>
                          <a:lnTo>
                            <a:pt x="452" y="37"/>
                          </a:lnTo>
                          <a:lnTo>
                            <a:pt x="453" y="34"/>
                          </a:lnTo>
                          <a:lnTo>
                            <a:pt x="452" y="31"/>
                          </a:lnTo>
                          <a:lnTo>
                            <a:pt x="451" y="31"/>
                          </a:lnTo>
                          <a:lnTo>
                            <a:pt x="449" y="31"/>
                          </a:lnTo>
                          <a:lnTo>
                            <a:pt x="449" y="31"/>
                          </a:lnTo>
                          <a:close/>
                          <a:moveTo>
                            <a:pt x="449" y="38"/>
                          </a:moveTo>
                          <a:lnTo>
                            <a:pt x="451" y="39"/>
                          </a:lnTo>
                          <a:lnTo>
                            <a:pt x="452" y="42"/>
                          </a:lnTo>
                          <a:lnTo>
                            <a:pt x="451" y="42"/>
                          </a:lnTo>
                          <a:lnTo>
                            <a:pt x="451" y="42"/>
                          </a:lnTo>
                          <a:lnTo>
                            <a:pt x="449" y="38"/>
                          </a:lnTo>
                          <a:lnTo>
                            <a:pt x="449" y="38"/>
                          </a:lnTo>
                          <a:close/>
                          <a:moveTo>
                            <a:pt x="472" y="65"/>
                          </a:moveTo>
                          <a:lnTo>
                            <a:pt x="472" y="69"/>
                          </a:lnTo>
                          <a:lnTo>
                            <a:pt x="474" y="68"/>
                          </a:lnTo>
                          <a:lnTo>
                            <a:pt x="476" y="68"/>
                          </a:lnTo>
                          <a:lnTo>
                            <a:pt x="478" y="66"/>
                          </a:lnTo>
                          <a:lnTo>
                            <a:pt x="478" y="64"/>
                          </a:lnTo>
                          <a:lnTo>
                            <a:pt x="475" y="62"/>
                          </a:lnTo>
                          <a:lnTo>
                            <a:pt x="474" y="64"/>
                          </a:lnTo>
                          <a:lnTo>
                            <a:pt x="472" y="65"/>
                          </a:lnTo>
                          <a:lnTo>
                            <a:pt x="472" y="65"/>
                          </a:lnTo>
                          <a:close/>
                          <a:moveTo>
                            <a:pt x="470" y="103"/>
                          </a:moveTo>
                          <a:lnTo>
                            <a:pt x="470" y="107"/>
                          </a:lnTo>
                          <a:lnTo>
                            <a:pt x="474" y="110"/>
                          </a:lnTo>
                          <a:lnTo>
                            <a:pt x="475" y="111"/>
                          </a:lnTo>
                          <a:lnTo>
                            <a:pt x="474" y="111"/>
                          </a:lnTo>
                          <a:lnTo>
                            <a:pt x="474" y="114"/>
                          </a:lnTo>
                          <a:lnTo>
                            <a:pt x="472" y="111"/>
                          </a:lnTo>
                          <a:lnTo>
                            <a:pt x="470" y="110"/>
                          </a:lnTo>
                          <a:lnTo>
                            <a:pt x="468" y="106"/>
                          </a:lnTo>
                          <a:lnTo>
                            <a:pt x="466" y="103"/>
                          </a:lnTo>
                          <a:lnTo>
                            <a:pt x="463" y="100"/>
                          </a:lnTo>
                          <a:lnTo>
                            <a:pt x="464" y="98"/>
                          </a:lnTo>
                          <a:lnTo>
                            <a:pt x="464" y="96"/>
                          </a:lnTo>
                          <a:lnTo>
                            <a:pt x="464" y="94"/>
                          </a:lnTo>
                          <a:lnTo>
                            <a:pt x="461" y="92"/>
                          </a:lnTo>
                          <a:lnTo>
                            <a:pt x="461" y="90"/>
                          </a:lnTo>
                          <a:lnTo>
                            <a:pt x="463" y="87"/>
                          </a:lnTo>
                          <a:lnTo>
                            <a:pt x="461" y="84"/>
                          </a:lnTo>
                          <a:lnTo>
                            <a:pt x="460" y="83"/>
                          </a:lnTo>
                          <a:lnTo>
                            <a:pt x="461" y="79"/>
                          </a:lnTo>
                          <a:lnTo>
                            <a:pt x="463" y="77"/>
                          </a:lnTo>
                          <a:lnTo>
                            <a:pt x="463" y="75"/>
                          </a:lnTo>
                          <a:lnTo>
                            <a:pt x="463" y="71"/>
                          </a:lnTo>
                          <a:lnTo>
                            <a:pt x="468" y="65"/>
                          </a:lnTo>
                          <a:lnTo>
                            <a:pt x="470" y="65"/>
                          </a:lnTo>
                          <a:lnTo>
                            <a:pt x="468" y="68"/>
                          </a:lnTo>
                          <a:lnTo>
                            <a:pt x="467" y="71"/>
                          </a:lnTo>
                          <a:lnTo>
                            <a:pt x="467" y="72"/>
                          </a:lnTo>
                          <a:lnTo>
                            <a:pt x="470" y="72"/>
                          </a:lnTo>
                          <a:lnTo>
                            <a:pt x="470" y="77"/>
                          </a:lnTo>
                          <a:lnTo>
                            <a:pt x="468" y="80"/>
                          </a:lnTo>
                          <a:lnTo>
                            <a:pt x="466" y="80"/>
                          </a:lnTo>
                          <a:lnTo>
                            <a:pt x="464" y="83"/>
                          </a:lnTo>
                          <a:lnTo>
                            <a:pt x="466" y="85"/>
                          </a:lnTo>
                          <a:lnTo>
                            <a:pt x="467" y="84"/>
                          </a:lnTo>
                          <a:lnTo>
                            <a:pt x="468" y="83"/>
                          </a:lnTo>
                          <a:lnTo>
                            <a:pt x="471" y="81"/>
                          </a:lnTo>
                          <a:lnTo>
                            <a:pt x="471" y="80"/>
                          </a:lnTo>
                          <a:lnTo>
                            <a:pt x="470" y="80"/>
                          </a:lnTo>
                          <a:lnTo>
                            <a:pt x="471" y="77"/>
                          </a:lnTo>
                          <a:lnTo>
                            <a:pt x="475" y="76"/>
                          </a:lnTo>
                          <a:lnTo>
                            <a:pt x="479" y="75"/>
                          </a:lnTo>
                          <a:lnTo>
                            <a:pt x="480" y="76"/>
                          </a:lnTo>
                          <a:lnTo>
                            <a:pt x="480" y="77"/>
                          </a:lnTo>
                          <a:lnTo>
                            <a:pt x="479" y="83"/>
                          </a:lnTo>
                          <a:lnTo>
                            <a:pt x="474" y="84"/>
                          </a:lnTo>
                          <a:lnTo>
                            <a:pt x="472" y="87"/>
                          </a:lnTo>
                          <a:lnTo>
                            <a:pt x="474" y="88"/>
                          </a:lnTo>
                          <a:lnTo>
                            <a:pt x="475" y="88"/>
                          </a:lnTo>
                          <a:lnTo>
                            <a:pt x="479" y="91"/>
                          </a:lnTo>
                          <a:lnTo>
                            <a:pt x="479" y="94"/>
                          </a:lnTo>
                          <a:lnTo>
                            <a:pt x="480" y="95"/>
                          </a:lnTo>
                          <a:lnTo>
                            <a:pt x="478" y="95"/>
                          </a:lnTo>
                          <a:lnTo>
                            <a:pt x="475" y="94"/>
                          </a:lnTo>
                          <a:lnTo>
                            <a:pt x="472" y="94"/>
                          </a:lnTo>
                          <a:lnTo>
                            <a:pt x="468" y="92"/>
                          </a:lnTo>
                          <a:lnTo>
                            <a:pt x="467" y="92"/>
                          </a:lnTo>
                          <a:lnTo>
                            <a:pt x="467" y="98"/>
                          </a:lnTo>
                          <a:lnTo>
                            <a:pt x="470" y="103"/>
                          </a:lnTo>
                          <a:lnTo>
                            <a:pt x="470" y="103"/>
                          </a:lnTo>
                          <a:close/>
                          <a:moveTo>
                            <a:pt x="457" y="109"/>
                          </a:moveTo>
                          <a:lnTo>
                            <a:pt x="459" y="111"/>
                          </a:lnTo>
                          <a:lnTo>
                            <a:pt x="456" y="110"/>
                          </a:lnTo>
                          <a:lnTo>
                            <a:pt x="457" y="109"/>
                          </a:lnTo>
                          <a:lnTo>
                            <a:pt x="457" y="109"/>
                          </a:lnTo>
                          <a:lnTo>
                            <a:pt x="457" y="109"/>
                          </a:lnTo>
                          <a:close/>
                          <a:moveTo>
                            <a:pt x="457" y="103"/>
                          </a:moveTo>
                          <a:lnTo>
                            <a:pt x="456" y="103"/>
                          </a:lnTo>
                          <a:lnTo>
                            <a:pt x="455" y="106"/>
                          </a:lnTo>
                          <a:lnTo>
                            <a:pt x="457" y="107"/>
                          </a:lnTo>
                          <a:lnTo>
                            <a:pt x="457" y="104"/>
                          </a:lnTo>
                          <a:lnTo>
                            <a:pt x="457" y="103"/>
                          </a:lnTo>
                          <a:lnTo>
                            <a:pt x="457" y="103"/>
                          </a:lnTo>
                          <a:close/>
                          <a:moveTo>
                            <a:pt x="460" y="104"/>
                          </a:moveTo>
                          <a:lnTo>
                            <a:pt x="459" y="106"/>
                          </a:lnTo>
                          <a:lnTo>
                            <a:pt x="459" y="107"/>
                          </a:lnTo>
                          <a:lnTo>
                            <a:pt x="460" y="110"/>
                          </a:lnTo>
                          <a:lnTo>
                            <a:pt x="463" y="110"/>
                          </a:lnTo>
                          <a:lnTo>
                            <a:pt x="464" y="111"/>
                          </a:lnTo>
                          <a:lnTo>
                            <a:pt x="466" y="110"/>
                          </a:lnTo>
                          <a:lnTo>
                            <a:pt x="466" y="109"/>
                          </a:lnTo>
                          <a:lnTo>
                            <a:pt x="463" y="109"/>
                          </a:lnTo>
                          <a:lnTo>
                            <a:pt x="463" y="106"/>
                          </a:lnTo>
                          <a:lnTo>
                            <a:pt x="461" y="104"/>
                          </a:lnTo>
                          <a:lnTo>
                            <a:pt x="460" y="104"/>
                          </a:lnTo>
                          <a:lnTo>
                            <a:pt x="460" y="104"/>
                          </a:lnTo>
                          <a:close/>
                          <a:moveTo>
                            <a:pt x="459" y="122"/>
                          </a:moveTo>
                          <a:lnTo>
                            <a:pt x="463" y="118"/>
                          </a:lnTo>
                          <a:lnTo>
                            <a:pt x="467" y="118"/>
                          </a:lnTo>
                          <a:lnTo>
                            <a:pt x="471" y="122"/>
                          </a:lnTo>
                          <a:lnTo>
                            <a:pt x="470" y="124"/>
                          </a:lnTo>
                          <a:lnTo>
                            <a:pt x="468" y="124"/>
                          </a:lnTo>
                          <a:lnTo>
                            <a:pt x="466" y="124"/>
                          </a:lnTo>
                          <a:lnTo>
                            <a:pt x="463" y="125"/>
                          </a:lnTo>
                          <a:lnTo>
                            <a:pt x="461" y="124"/>
                          </a:lnTo>
                          <a:lnTo>
                            <a:pt x="459" y="122"/>
                          </a:lnTo>
                          <a:lnTo>
                            <a:pt x="459" y="122"/>
                          </a:lnTo>
                          <a:close/>
                          <a:moveTo>
                            <a:pt x="501" y="124"/>
                          </a:moveTo>
                          <a:lnTo>
                            <a:pt x="495" y="124"/>
                          </a:lnTo>
                          <a:lnTo>
                            <a:pt x="493" y="125"/>
                          </a:lnTo>
                          <a:lnTo>
                            <a:pt x="494" y="126"/>
                          </a:lnTo>
                          <a:lnTo>
                            <a:pt x="500" y="128"/>
                          </a:lnTo>
                          <a:lnTo>
                            <a:pt x="504" y="126"/>
                          </a:lnTo>
                          <a:lnTo>
                            <a:pt x="502" y="126"/>
                          </a:lnTo>
                          <a:lnTo>
                            <a:pt x="502" y="124"/>
                          </a:lnTo>
                          <a:lnTo>
                            <a:pt x="501" y="124"/>
                          </a:lnTo>
                          <a:lnTo>
                            <a:pt x="501" y="124"/>
                          </a:lnTo>
                          <a:close/>
                          <a:moveTo>
                            <a:pt x="476" y="151"/>
                          </a:moveTo>
                          <a:lnTo>
                            <a:pt x="478" y="151"/>
                          </a:lnTo>
                          <a:lnTo>
                            <a:pt x="478" y="152"/>
                          </a:lnTo>
                          <a:lnTo>
                            <a:pt x="476" y="152"/>
                          </a:lnTo>
                          <a:lnTo>
                            <a:pt x="476" y="151"/>
                          </a:lnTo>
                          <a:lnTo>
                            <a:pt x="476" y="151"/>
                          </a:lnTo>
                          <a:close/>
                          <a:moveTo>
                            <a:pt x="474" y="151"/>
                          </a:moveTo>
                          <a:lnTo>
                            <a:pt x="475" y="151"/>
                          </a:lnTo>
                          <a:lnTo>
                            <a:pt x="475" y="152"/>
                          </a:lnTo>
                          <a:lnTo>
                            <a:pt x="474" y="152"/>
                          </a:lnTo>
                          <a:lnTo>
                            <a:pt x="474" y="151"/>
                          </a:lnTo>
                          <a:lnTo>
                            <a:pt x="474" y="151"/>
                          </a:lnTo>
                          <a:close/>
                          <a:moveTo>
                            <a:pt x="466" y="152"/>
                          </a:moveTo>
                          <a:lnTo>
                            <a:pt x="470" y="151"/>
                          </a:lnTo>
                          <a:lnTo>
                            <a:pt x="471" y="151"/>
                          </a:lnTo>
                          <a:lnTo>
                            <a:pt x="472" y="151"/>
                          </a:lnTo>
                          <a:lnTo>
                            <a:pt x="471" y="153"/>
                          </a:lnTo>
                          <a:lnTo>
                            <a:pt x="470" y="152"/>
                          </a:lnTo>
                          <a:lnTo>
                            <a:pt x="468" y="153"/>
                          </a:lnTo>
                          <a:lnTo>
                            <a:pt x="466" y="152"/>
                          </a:lnTo>
                          <a:lnTo>
                            <a:pt x="466" y="152"/>
                          </a:lnTo>
                          <a:close/>
                          <a:moveTo>
                            <a:pt x="466" y="144"/>
                          </a:moveTo>
                          <a:lnTo>
                            <a:pt x="463" y="145"/>
                          </a:lnTo>
                          <a:lnTo>
                            <a:pt x="466" y="145"/>
                          </a:lnTo>
                          <a:lnTo>
                            <a:pt x="466" y="144"/>
                          </a:lnTo>
                          <a:lnTo>
                            <a:pt x="466" y="144"/>
                          </a:lnTo>
                          <a:close/>
                          <a:moveTo>
                            <a:pt x="468" y="141"/>
                          </a:moveTo>
                          <a:lnTo>
                            <a:pt x="466" y="141"/>
                          </a:lnTo>
                          <a:lnTo>
                            <a:pt x="466" y="143"/>
                          </a:lnTo>
                          <a:lnTo>
                            <a:pt x="467" y="143"/>
                          </a:lnTo>
                          <a:lnTo>
                            <a:pt x="468" y="141"/>
                          </a:lnTo>
                          <a:lnTo>
                            <a:pt x="468" y="141"/>
                          </a:lnTo>
                          <a:close/>
                          <a:moveTo>
                            <a:pt x="468" y="149"/>
                          </a:moveTo>
                          <a:lnTo>
                            <a:pt x="471" y="144"/>
                          </a:lnTo>
                          <a:lnTo>
                            <a:pt x="474" y="147"/>
                          </a:lnTo>
                          <a:lnTo>
                            <a:pt x="475" y="149"/>
                          </a:lnTo>
                          <a:lnTo>
                            <a:pt x="478" y="148"/>
                          </a:lnTo>
                          <a:lnTo>
                            <a:pt x="480" y="145"/>
                          </a:lnTo>
                          <a:lnTo>
                            <a:pt x="482" y="145"/>
                          </a:lnTo>
                          <a:lnTo>
                            <a:pt x="483" y="148"/>
                          </a:lnTo>
                          <a:lnTo>
                            <a:pt x="490" y="149"/>
                          </a:lnTo>
                          <a:lnTo>
                            <a:pt x="490" y="148"/>
                          </a:lnTo>
                          <a:lnTo>
                            <a:pt x="494" y="148"/>
                          </a:lnTo>
                          <a:lnTo>
                            <a:pt x="500" y="151"/>
                          </a:lnTo>
                          <a:lnTo>
                            <a:pt x="502" y="151"/>
                          </a:lnTo>
                          <a:lnTo>
                            <a:pt x="505" y="155"/>
                          </a:lnTo>
                          <a:lnTo>
                            <a:pt x="508" y="155"/>
                          </a:lnTo>
                          <a:lnTo>
                            <a:pt x="509" y="152"/>
                          </a:lnTo>
                          <a:lnTo>
                            <a:pt x="508" y="147"/>
                          </a:lnTo>
                          <a:lnTo>
                            <a:pt x="501" y="143"/>
                          </a:lnTo>
                          <a:lnTo>
                            <a:pt x="494" y="141"/>
                          </a:lnTo>
                          <a:lnTo>
                            <a:pt x="491" y="140"/>
                          </a:lnTo>
                          <a:lnTo>
                            <a:pt x="489" y="138"/>
                          </a:lnTo>
                          <a:lnTo>
                            <a:pt x="486" y="141"/>
                          </a:lnTo>
                          <a:lnTo>
                            <a:pt x="483" y="141"/>
                          </a:lnTo>
                          <a:lnTo>
                            <a:pt x="480" y="140"/>
                          </a:lnTo>
                          <a:lnTo>
                            <a:pt x="476" y="140"/>
                          </a:lnTo>
                          <a:lnTo>
                            <a:pt x="471" y="140"/>
                          </a:lnTo>
                          <a:lnTo>
                            <a:pt x="470" y="143"/>
                          </a:lnTo>
                          <a:lnTo>
                            <a:pt x="470" y="144"/>
                          </a:lnTo>
                          <a:lnTo>
                            <a:pt x="467" y="144"/>
                          </a:lnTo>
                          <a:lnTo>
                            <a:pt x="467" y="147"/>
                          </a:lnTo>
                          <a:lnTo>
                            <a:pt x="467" y="149"/>
                          </a:lnTo>
                          <a:lnTo>
                            <a:pt x="468" y="149"/>
                          </a:lnTo>
                          <a:lnTo>
                            <a:pt x="468" y="149"/>
                          </a:lnTo>
                          <a:close/>
                          <a:moveTo>
                            <a:pt x="441" y="144"/>
                          </a:moveTo>
                          <a:lnTo>
                            <a:pt x="444" y="145"/>
                          </a:lnTo>
                          <a:lnTo>
                            <a:pt x="445" y="144"/>
                          </a:lnTo>
                          <a:lnTo>
                            <a:pt x="451" y="144"/>
                          </a:lnTo>
                          <a:lnTo>
                            <a:pt x="455" y="145"/>
                          </a:lnTo>
                          <a:lnTo>
                            <a:pt x="455" y="147"/>
                          </a:lnTo>
                          <a:lnTo>
                            <a:pt x="457" y="149"/>
                          </a:lnTo>
                          <a:lnTo>
                            <a:pt x="457" y="152"/>
                          </a:lnTo>
                          <a:lnTo>
                            <a:pt x="455" y="152"/>
                          </a:lnTo>
                          <a:lnTo>
                            <a:pt x="452" y="155"/>
                          </a:lnTo>
                          <a:lnTo>
                            <a:pt x="449" y="155"/>
                          </a:lnTo>
                          <a:lnTo>
                            <a:pt x="445" y="155"/>
                          </a:lnTo>
                          <a:lnTo>
                            <a:pt x="444" y="153"/>
                          </a:lnTo>
                          <a:lnTo>
                            <a:pt x="440" y="152"/>
                          </a:lnTo>
                          <a:lnTo>
                            <a:pt x="438" y="149"/>
                          </a:lnTo>
                          <a:lnTo>
                            <a:pt x="438" y="145"/>
                          </a:lnTo>
                          <a:lnTo>
                            <a:pt x="441" y="144"/>
                          </a:lnTo>
                          <a:lnTo>
                            <a:pt x="441" y="144"/>
                          </a:lnTo>
                          <a:close/>
                          <a:moveTo>
                            <a:pt x="362" y="202"/>
                          </a:moveTo>
                          <a:lnTo>
                            <a:pt x="360" y="202"/>
                          </a:lnTo>
                          <a:lnTo>
                            <a:pt x="360" y="202"/>
                          </a:lnTo>
                          <a:lnTo>
                            <a:pt x="361" y="204"/>
                          </a:lnTo>
                          <a:lnTo>
                            <a:pt x="362" y="202"/>
                          </a:lnTo>
                          <a:lnTo>
                            <a:pt x="362" y="202"/>
                          </a:lnTo>
                          <a:close/>
                          <a:moveTo>
                            <a:pt x="360" y="183"/>
                          </a:moveTo>
                          <a:lnTo>
                            <a:pt x="361" y="187"/>
                          </a:lnTo>
                          <a:lnTo>
                            <a:pt x="360" y="190"/>
                          </a:lnTo>
                          <a:lnTo>
                            <a:pt x="360" y="193"/>
                          </a:lnTo>
                          <a:lnTo>
                            <a:pt x="358" y="190"/>
                          </a:lnTo>
                          <a:lnTo>
                            <a:pt x="357" y="189"/>
                          </a:lnTo>
                          <a:lnTo>
                            <a:pt x="358" y="187"/>
                          </a:lnTo>
                          <a:lnTo>
                            <a:pt x="358" y="185"/>
                          </a:lnTo>
                          <a:lnTo>
                            <a:pt x="360" y="183"/>
                          </a:lnTo>
                          <a:lnTo>
                            <a:pt x="360" y="183"/>
                          </a:lnTo>
                          <a:close/>
                          <a:moveTo>
                            <a:pt x="438" y="128"/>
                          </a:moveTo>
                          <a:lnTo>
                            <a:pt x="438" y="130"/>
                          </a:lnTo>
                          <a:lnTo>
                            <a:pt x="440" y="133"/>
                          </a:lnTo>
                          <a:lnTo>
                            <a:pt x="440" y="134"/>
                          </a:lnTo>
                          <a:lnTo>
                            <a:pt x="438" y="134"/>
                          </a:lnTo>
                          <a:lnTo>
                            <a:pt x="437" y="132"/>
                          </a:lnTo>
                          <a:lnTo>
                            <a:pt x="437" y="129"/>
                          </a:lnTo>
                          <a:lnTo>
                            <a:pt x="438" y="128"/>
                          </a:lnTo>
                          <a:lnTo>
                            <a:pt x="438" y="128"/>
                          </a:lnTo>
                          <a:close/>
                          <a:moveTo>
                            <a:pt x="430" y="125"/>
                          </a:moveTo>
                          <a:lnTo>
                            <a:pt x="432" y="124"/>
                          </a:lnTo>
                          <a:lnTo>
                            <a:pt x="434" y="125"/>
                          </a:lnTo>
                          <a:lnTo>
                            <a:pt x="436" y="124"/>
                          </a:lnTo>
                          <a:lnTo>
                            <a:pt x="441" y="125"/>
                          </a:lnTo>
                          <a:lnTo>
                            <a:pt x="444" y="125"/>
                          </a:lnTo>
                          <a:lnTo>
                            <a:pt x="441" y="126"/>
                          </a:lnTo>
                          <a:lnTo>
                            <a:pt x="434" y="128"/>
                          </a:lnTo>
                          <a:lnTo>
                            <a:pt x="432" y="126"/>
                          </a:lnTo>
                          <a:lnTo>
                            <a:pt x="432" y="125"/>
                          </a:lnTo>
                          <a:lnTo>
                            <a:pt x="430" y="125"/>
                          </a:lnTo>
                          <a:lnTo>
                            <a:pt x="430" y="125"/>
                          </a:lnTo>
                          <a:close/>
                          <a:moveTo>
                            <a:pt x="417" y="125"/>
                          </a:moveTo>
                          <a:lnTo>
                            <a:pt x="418" y="124"/>
                          </a:lnTo>
                          <a:lnTo>
                            <a:pt x="419" y="124"/>
                          </a:lnTo>
                          <a:lnTo>
                            <a:pt x="421" y="122"/>
                          </a:lnTo>
                          <a:lnTo>
                            <a:pt x="423" y="124"/>
                          </a:lnTo>
                          <a:lnTo>
                            <a:pt x="426" y="125"/>
                          </a:lnTo>
                          <a:lnTo>
                            <a:pt x="427" y="124"/>
                          </a:lnTo>
                          <a:lnTo>
                            <a:pt x="429" y="124"/>
                          </a:lnTo>
                          <a:lnTo>
                            <a:pt x="429" y="126"/>
                          </a:lnTo>
                          <a:lnTo>
                            <a:pt x="427" y="126"/>
                          </a:lnTo>
                          <a:lnTo>
                            <a:pt x="425" y="128"/>
                          </a:lnTo>
                          <a:lnTo>
                            <a:pt x="422" y="126"/>
                          </a:lnTo>
                          <a:lnTo>
                            <a:pt x="419" y="129"/>
                          </a:lnTo>
                          <a:lnTo>
                            <a:pt x="417" y="128"/>
                          </a:lnTo>
                          <a:lnTo>
                            <a:pt x="415" y="126"/>
                          </a:lnTo>
                          <a:lnTo>
                            <a:pt x="417" y="125"/>
                          </a:lnTo>
                          <a:lnTo>
                            <a:pt x="417" y="125"/>
                          </a:lnTo>
                          <a:close/>
                          <a:moveTo>
                            <a:pt x="391" y="178"/>
                          </a:moveTo>
                          <a:lnTo>
                            <a:pt x="394" y="174"/>
                          </a:lnTo>
                          <a:lnTo>
                            <a:pt x="395" y="168"/>
                          </a:lnTo>
                          <a:lnTo>
                            <a:pt x="395" y="164"/>
                          </a:lnTo>
                          <a:lnTo>
                            <a:pt x="396" y="163"/>
                          </a:lnTo>
                          <a:lnTo>
                            <a:pt x="398" y="164"/>
                          </a:lnTo>
                          <a:lnTo>
                            <a:pt x="398" y="166"/>
                          </a:lnTo>
                          <a:lnTo>
                            <a:pt x="399" y="167"/>
                          </a:lnTo>
                          <a:lnTo>
                            <a:pt x="399" y="168"/>
                          </a:lnTo>
                          <a:lnTo>
                            <a:pt x="398" y="167"/>
                          </a:lnTo>
                          <a:lnTo>
                            <a:pt x="398" y="168"/>
                          </a:lnTo>
                          <a:lnTo>
                            <a:pt x="396" y="170"/>
                          </a:lnTo>
                          <a:lnTo>
                            <a:pt x="395" y="171"/>
                          </a:lnTo>
                          <a:lnTo>
                            <a:pt x="396" y="174"/>
                          </a:lnTo>
                          <a:lnTo>
                            <a:pt x="398" y="174"/>
                          </a:lnTo>
                          <a:lnTo>
                            <a:pt x="399" y="175"/>
                          </a:lnTo>
                          <a:lnTo>
                            <a:pt x="398" y="177"/>
                          </a:lnTo>
                          <a:lnTo>
                            <a:pt x="396" y="177"/>
                          </a:lnTo>
                          <a:lnTo>
                            <a:pt x="395" y="179"/>
                          </a:lnTo>
                          <a:lnTo>
                            <a:pt x="392" y="181"/>
                          </a:lnTo>
                          <a:lnTo>
                            <a:pt x="391" y="179"/>
                          </a:lnTo>
                          <a:lnTo>
                            <a:pt x="391" y="178"/>
                          </a:lnTo>
                          <a:lnTo>
                            <a:pt x="391" y="178"/>
                          </a:lnTo>
                          <a:close/>
                          <a:moveTo>
                            <a:pt x="384" y="175"/>
                          </a:moveTo>
                          <a:lnTo>
                            <a:pt x="384" y="175"/>
                          </a:lnTo>
                          <a:lnTo>
                            <a:pt x="384" y="175"/>
                          </a:lnTo>
                          <a:lnTo>
                            <a:pt x="385" y="177"/>
                          </a:lnTo>
                          <a:lnTo>
                            <a:pt x="388" y="177"/>
                          </a:lnTo>
                          <a:lnTo>
                            <a:pt x="388" y="175"/>
                          </a:lnTo>
                          <a:lnTo>
                            <a:pt x="389" y="175"/>
                          </a:lnTo>
                          <a:lnTo>
                            <a:pt x="389" y="172"/>
                          </a:lnTo>
                          <a:lnTo>
                            <a:pt x="392" y="171"/>
                          </a:lnTo>
                          <a:lnTo>
                            <a:pt x="392" y="170"/>
                          </a:lnTo>
                          <a:lnTo>
                            <a:pt x="391" y="167"/>
                          </a:lnTo>
                          <a:lnTo>
                            <a:pt x="388" y="168"/>
                          </a:lnTo>
                          <a:lnTo>
                            <a:pt x="387" y="170"/>
                          </a:lnTo>
                          <a:lnTo>
                            <a:pt x="387" y="171"/>
                          </a:lnTo>
                          <a:lnTo>
                            <a:pt x="384" y="175"/>
                          </a:lnTo>
                          <a:lnTo>
                            <a:pt x="384" y="175"/>
                          </a:lnTo>
                          <a:close/>
                          <a:moveTo>
                            <a:pt x="379" y="172"/>
                          </a:moveTo>
                          <a:lnTo>
                            <a:pt x="379" y="174"/>
                          </a:lnTo>
                          <a:lnTo>
                            <a:pt x="377" y="175"/>
                          </a:lnTo>
                          <a:lnTo>
                            <a:pt x="379" y="178"/>
                          </a:lnTo>
                          <a:lnTo>
                            <a:pt x="380" y="179"/>
                          </a:lnTo>
                          <a:lnTo>
                            <a:pt x="381" y="178"/>
                          </a:lnTo>
                          <a:lnTo>
                            <a:pt x="381" y="175"/>
                          </a:lnTo>
                          <a:lnTo>
                            <a:pt x="380" y="172"/>
                          </a:lnTo>
                          <a:lnTo>
                            <a:pt x="380" y="172"/>
                          </a:lnTo>
                          <a:lnTo>
                            <a:pt x="379" y="172"/>
                          </a:lnTo>
                          <a:lnTo>
                            <a:pt x="379" y="172"/>
                          </a:lnTo>
                          <a:close/>
                          <a:moveTo>
                            <a:pt x="399" y="126"/>
                          </a:moveTo>
                          <a:lnTo>
                            <a:pt x="396" y="126"/>
                          </a:lnTo>
                          <a:lnTo>
                            <a:pt x="399" y="128"/>
                          </a:lnTo>
                          <a:lnTo>
                            <a:pt x="399" y="128"/>
                          </a:lnTo>
                          <a:lnTo>
                            <a:pt x="399" y="126"/>
                          </a:lnTo>
                          <a:lnTo>
                            <a:pt x="399" y="126"/>
                          </a:lnTo>
                          <a:close/>
                          <a:moveTo>
                            <a:pt x="402" y="124"/>
                          </a:moveTo>
                          <a:lnTo>
                            <a:pt x="400" y="125"/>
                          </a:lnTo>
                          <a:lnTo>
                            <a:pt x="403" y="126"/>
                          </a:lnTo>
                          <a:lnTo>
                            <a:pt x="402" y="124"/>
                          </a:lnTo>
                          <a:lnTo>
                            <a:pt x="402" y="124"/>
                          </a:lnTo>
                          <a:close/>
                          <a:moveTo>
                            <a:pt x="406" y="121"/>
                          </a:moveTo>
                          <a:lnTo>
                            <a:pt x="404" y="122"/>
                          </a:lnTo>
                          <a:lnTo>
                            <a:pt x="406" y="124"/>
                          </a:lnTo>
                          <a:lnTo>
                            <a:pt x="406" y="121"/>
                          </a:lnTo>
                          <a:lnTo>
                            <a:pt x="406" y="121"/>
                          </a:lnTo>
                          <a:close/>
                          <a:moveTo>
                            <a:pt x="394" y="118"/>
                          </a:moveTo>
                          <a:lnTo>
                            <a:pt x="398" y="117"/>
                          </a:lnTo>
                          <a:lnTo>
                            <a:pt x="400" y="117"/>
                          </a:lnTo>
                          <a:lnTo>
                            <a:pt x="402" y="118"/>
                          </a:lnTo>
                          <a:lnTo>
                            <a:pt x="400" y="119"/>
                          </a:lnTo>
                          <a:lnTo>
                            <a:pt x="403" y="118"/>
                          </a:lnTo>
                          <a:lnTo>
                            <a:pt x="403" y="117"/>
                          </a:lnTo>
                          <a:lnTo>
                            <a:pt x="406" y="118"/>
                          </a:lnTo>
                          <a:lnTo>
                            <a:pt x="404" y="121"/>
                          </a:lnTo>
                          <a:lnTo>
                            <a:pt x="403" y="121"/>
                          </a:lnTo>
                          <a:lnTo>
                            <a:pt x="402" y="121"/>
                          </a:lnTo>
                          <a:lnTo>
                            <a:pt x="400" y="122"/>
                          </a:lnTo>
                          <a:lnTo>
                            <a:pt x="398" y="121"/>
                          </a:lnTo>
                          <a:lnTo>
                            <a:pt x="396" y="122"/>
                          </a:lnTo>
                          <a:lnTo>
                            <a:pt x="394" y="121"/>
                          </a:lnTo>
                          <a:lnTo>
                            <a:pt x="394" y="118"/>
                          </a:lnTo>
                          <a:lnTo>
                            <a:pt x="394" y="118"/>
                          </a:lnTo>
                          <a:close/>
                          <a:moveTo>
                            <a:pt x="379" y="104"/>
                          </a:moveTo>
                          <a:lnTo>
                            <a:pt x="381" y="104"/>
                          </a:lnTo>
                          <a:lnTo>
                            <a:pt x="381" y="103"/>
                          </a:lnTo>
                          <a:lnTo>
                            <a:pt x="381" y="103"/>
                          </a:lnTo>
                          <a:lnTo>
                            <a:pt x="379" y="104"/>
                          </a:lnTo>
                          <a:lnTo>
                            <a:pt x="379" y="104"/>
                          </a:lnTo>
                          <a:close/>
                          <a:moveTo>
                            <a:pt x="377" y="104"/>
                          </a:moveTo>
                          <a:lnTo>
                            <a:pt x="379" y="104"/>
                          </a:lnTo>
                          <a:lnTo>
                            <a:pt x="380" y="106"/>
                          </a:lnTo>
                          <a:lnTo>
                            <a:pt x="379" y="106"/>
                          </a:lnTo>
                          <a:lnTo>
                            <a:pt x="377" y="104"/>
                          </a:lnTo>
                          <a:lnTo>
                            <a:pt x="377" y="104"/>
                          </a:lnTo>
                          <a:close/>
                          <a:moveTo>
                            <a:pt x="360" y="92"/>
                          </a:moveTo>
                          <a:lnTo>
                            <a:pt x="362" y="91"/>
                          </a:lnTo>
                          <a:lnTo>
                            <a:pt x="366" y="92"/>
                          </a:lnTo>
                          <a:lnTo>
                            <a:pt x="370" y="94"/>
                          </a:lnTo>
                          <a:lnTo>
                            <a:pt x="376" y="91"/>
                          </a:lnTo>
                          <a:lnTo>
                            <a:pt x="380" y="91"/>
                          </a:lnTo>
                          <a:lnTo>
                            <a:pt x="380" y="92"/>
                          </a:lnTo>
                          <a:lnTo>
                            <a:pt x="384" y="92"/>
                          </a:lnTo>
                          <a:lnTo>
                            <a:pt x="385" y="92"/>
                          </a:lnTo>
                          <a:lnTo>
                            <a:pt x="391" y="92"/>
                          </a:lnTo>
                          <a:lnTo>
                            <a:pt x="395" y="92"/>
                          </a:lnTo>
                          <a:lnTo>
                            <a:pt x="395" y="91"/>
                          </a:lnTo>
                          <a:lnTo>
                            <a:pt x="399" y="91"/>
                          </a:lnTo>
                          <a:lnTo>
                            <a:pt x="400" y="92"/>
                          </a:lnTo>
                          <a:lnTo>
                            <a:pt x="402" y="94"/>
                          </a:lnTo>
                          <a:lnTo>
                            <a:pt x="404" y="95"/>
                          </a:lnTo>
                          <a:lnTo>
                            <a:pt x="415" y="92"/>
                          </a:lnTo>
                          <a:lnTo>
                            <a:pt x="419" y="90"/>
                          </a:lnTo>
                          <a:lnTo>
                            <a:pt x="421" y="87"/>
                          </a:lnTo>
                          <a:lnTo>
                            <a:pt x="422" y="87"/>
                          </a:lnTo>
                          <a:lnTo>
                            <a:pt x="425" y="85"/>
                          </a:lnTo>
                          <a:lnTo>
                            <a:pt x="426" y="84"/>
                          </a:lnTo>
                          <a:lnTo>
                            <a:pt x="427" y="81"/>
                          </a:lnTo>
                          <a:lnTo>
                            <a:pt x="429" y="79"/>
                          </a:lnTo>
                          <a:lnTo>
                            <a:pt x="430" y="79"/>
                          </a:lnTo>
                          <a:lnTo>
                            <a:pt x="429" y="77"/>
                          </a:lnTo>
                          <a:lnTo>
                            <a:pt x="427" y="75"/>
                          </a:lnTo>
                          <a:lnTo>
                            <a:pt x="423" y="75"/>
                          </a:lnTo>
                          <a:lnTo>
                            <a:pt x="421" y="75"/>
                          </a:lnTo>
                          <a:lnTo>
                            <a:pt x="421" y="77"/>
                          </a:lnTo>
                          <a:lnTo>
                            <a:pt x="418" y="80"/>
                          </a:lnTo>
                          <a:lnTo>
                            <a:pt x="418" y="81"/>
                          </a:lnTo>
                          <a:lnTo>
                            <a:pt x="415" y="83"/>
                          </a:lnTo>
                          <a:lnTo>
                            <a:pt x="413" y="83"/>
                          </a:lnTo>
                          <a:lnTo>
                            <a:pt x="411" y="85"/>
                          </a:lnTo>
                          <a:lnTo>
                            <a:pt x="408" y="87"/>
                          </a:lnTo>
                          <a:lnTo>
                            <a:pt x="402" y="85"/>
                          </a:lnTo>
                          <a:lnTo>
                            <a:pt x="396" y="84"/>
                          </a:lnTo>
                          <a:lnTo>
                            <a:pt x="395" y="85"/>
                          </a:lnTo>
                          <a:lnTo>
                            <a:pt x="394" y="87"/>
                          </a:lnTo>
                          <a:lnTo>
                            <a:pt x="391" y="84"/>
                          </a:lnTo>
                          <a:lnTo>
                            <a:pt x="388" y="84"/>
                          </a:lnTo>
                          <a:lnTo>
                            <a:pt x="385" y="84"/>
                          </a:lnTo>
                          <a:lnTo>
                            <a:pt x="384" y="83"/>
                          </a:lnTo>
                          <a:lnTo>
                            <a:pt x="380" y="83"/>
                          </a:lnTo>
                          <a:lnTo>
                            <a:pt x="377" y="84"/>
                          </a:lnTo>
                          <a:lnTo>
                            <a:pt x="376" y="83"/>
                          </a:lnTo>
                          <a:lnTo>
                            <a:pt x="373" y="80"/>
                          </a:lnTo>
                          <a:lnTo>
                            <a:pt x="369" y="79"/>
                          </a:lnTo>
                          <a:lnTo>
                            <a:pt x="366" y="79"/>
                          </a:lnTo>
                          <a:lnTo>
                            <a:pt x="366" y="83"/>
                          </a:lnTo>
                          <a:lnTo>
                            <a:pt x="364" y="84"/>
                          </a:lnTo>
                          <a:lnTo>
                            <a:pt x="362" y="87"/>
                          </a:lnTo>
                          <a:lnTo>
                            <a:pt x="361" y="88"/>
                          </a:lnTo>
                          <a:lnTo>
                            <a:pt x="357" y="87"/>
                          </a:lnTo>
                          <a:lnTo>
                            <a:pt x="354" y="87"/>
                          </a:lnTo>
                          <a:lnTo>
                            <a:pt x="353" y="90"/>
                          </a:lnTo>
                          <a:lnTo>
                            <a:pt x="353" y="90"/>
                          </a:lnTo>
                          <a:lnTo>
                            <a:pt x="349" y="94"/>
                          </a:lnTo>
                          <a:lnTo>
                            <a:pt x="349" y="98"/>
                          </a:lnTo>
                          <a:lnTo>
                            <a:pt x="350" y="100"/>
                          </a:lnTo>
                          <a:lnTo>
                            <a:pt x="350" y="104"/>
                          </a:lnTo>
                          <a:lnTo>
                            <a:pt x="349" y="106"/>
                          </a:lnTo>
                          <a:lnTo>
                            <a:pt x="350" y="110"/>
                          </a:lnTo>
                          <a:lnTo>
                            <a:pt x="351" y="113"/>
                          </a:lnTo>
                          <a:lnTo>
                            <a:pt x="350" y="111"/>
                          </a:lnTo>
                          <a:lnTo>
                            <a:pt x="349" y="109"/>
                          </a:lnTo>
                          <a:lnTo>
                            <a:pt x="347" y="109"/>
                          </a:lnTo>
                          <a:lnTo>
                            <a:pt x="345" y="111"/>
                          </a:lnTo>
                          <a:lnTo>
                            <a:pt x="343" y="113"/>
                          </a:lnTo>
                          <a:lnTo>
                            <a:pt x="342" y="115"/>
                          </a:lnTo>
                          <a:lnTo>
                            <a:pt x="343" y="118"/>
                          </a:lnTo>
                          <a:lnTo>
                            <a:pt x="342" y="121"/>
                          </a:lnTo>
                          <a:lnTo>
                            <a:pt x="342" y="126"/>
                          </a:lnTo>
                          <a:lnTo>
                            <a:pt x="342" y="128"/>
                          </a:lnTo>
                          <a:lnTo>
                            <a:pt x="342" y="130"/>
                          </a:lnTo>
                          <a:lnTo>
                            <a:pt x="339" y="132"/>
                          </a:lnTo>
                          <a:lnTo>
                            <a:pt x="339" y="134"/>
                          </a:lnTo>
                          <a:lnTo>
                            <a:pt x="336" y="137"/>
                          </a:lnTo>
                          <a:lnTo>
                            <a:pt x="335" y="141"/>
                          </a:lnTo>
                          <a:lnTo>
                            <a:pt x="336" y="143"/>
                          </a:lnTo>
                          <a:lnTo>
                            <a:pt x="335" y="144"/>
                          </a:lnTo>
                          <a:lnTo>
                            <a:pt x="336" y="149"/>
                          </a:lnTo>
                          <a:lnTo>
                            <a:pt x="338" y="151"/>
                          </a:lnTo>
                          <a:lnTo>
                            <a:pt x="339" y="151"/>
                          </a:lnTo>
                          <a:lnTo>
                            <a:pt x="341" y="151"/>
                          </a:lnTo>
                          <a:lnTo>
                            <a:pt x="342" y="149"/>
                          </a:lnTo>
                          <a:lnTo>
                            <a:pt x="343" y="151"/>
                          </a:lnTo>
                          <a:lnTo>
                            <a:pt x="345" y="153"/>
                          </a:lnTo>
                          <a:lnTo>
                            <a:pt x="347" y="160"/>
                          </a:lnTo>
                          <a:lnTo>
                            <a:pt x="346" y="162"/>
                          </a:lnTo>
                          <a:lnTo>
                            <a:pt x="346" y="166"/>
                          </a:lnTo>
                          <a:lnTo>
                            <a:pt x="343" y="168"/>
                          </a:lnTo>
                          <a:lnTo>
                            <a:pt x="343" y="175"/>
                          </a:lnTo>
                          <a:lnTo>
                            <a:pt x="343" y="179"/>
                          </a:lnTo>
                          <a:lnTo>
                            <a:pt x="345" y="179"/>
                          </a:lnTo>
                          <a:lnTo>
                            <a:pt x="347" y="181"/>
                          </a:lnTo>
                          <a:lnTo>
                            <a:pt x="350" y="181"/>
                          </a:lnTo>
                          <a:lnTo>
                            <a:pt x="351" y="179"/>
                          </a:lnTo>
                          <a:lnTo>
                            <a:pt x="354" y="179"/>
                          </a:lnTo>
                          <a:lnTo>
                            <a:pt x="357" y="179"/>
                          </a:lnTo>
                          <a:lnTo>
                            <a:pt x="358" y="181"/>
                          </a:lnTo>
                          <a:lnTo>
                            <a:pt x="358" y="178"/>
                          </a:lnTo>
                          <a:lnTo>
                            <a:pt x="358" y="175"/>
                          </a:lnTo>
                          <a:lnTo>
                            <a:pt x="357" y="174"/>
                          </a:lnTo>
                          <a:lnTo>
                            <a:pt x="355" y="171"/>
                          </a:lnTo>
                          <a:lnTo>
                            <a:pt x="357" y="168"/>
                          </a:lnTo>
                          <a:lnTo>
                            <a:pt x="358" y="163"/>
                          </a:lnTo>
                          <a:lnTo>
                            <a:pt x="358" y="159"/>
                          </a:lnTo>
                          <a:lnTo>
                            <a:pt x="357" y="157"/>
                          </a:lnTo>
                          <a:lnTo>
                            <a:pt x="360" y="153"/>
                          </a:lnTo>
                          <a:lnTo>
                            <a:pt x="360" y="149"/>
                          </a:lnTo>
                          <a:lnTo>
                            <a:pt x="360" y="145"/>
                          </a:lnTo>
                          <a:lnTo>
                            <a:pt x="357" y="144"/>
                          </a:lnTo>
                          <a:lnTo>
                            <a:pt x="357" y="143"/>
                          </a:lnTo>
                          <a:lnTo>
                            <a:pt x="361" y="140"/>
                          </a:lnTo>
                          <a:lnTo>
                            <a:pt x="362" y="138"/>
                          </a:lnTo>
                          <a:lnTo>
                            <a:pt x="365" y="138"/>
                          </a:lnTo>
                          <a:lnTo>
                            <a:pt x="368" y="138"/>
                          </a:lnTo>
                          <a:lnTo>
                            <a:pt x="368" y="140"/>
                          </a:lnTo>
                          <a:lnTo>
                            <a:pt x="369" y="143"/>
                          </a:lnTo>
                          <a:lnTo>
                            <a:pt x="369" y="145"/>
                          </a:lnTo>
                          <a:lnTo>
                            <a:pt x="366" y="148"/>
                          </a:lnTo>
                          <a:lnTo>
                            <a:pt x="365" y="151"/>
                          </a:lnTo>
                          <a:lnTo>
                            <a:pt x="368" y="153"/>
                          </a:lnTo>
                          <a:lnTo>
                            <a:pt x="369" y="153"/>
                          </a:lnTo>
                          <a:lnTo>
                            <a:pt x="370" y="156"/>
                          </a:lnTo>
                          <a:lnTo>
                            <a:pt x="375" y="157"/>
                          </a:lnTo>
                          <a:lnTo>
                            <a:pt x="375" y="160"/>
                          </a:lnTo>
                          <a:lnTo>
                            <a:pt x="373" y="160"/>
                          </a:lnTo>
                          <a:lnTo>
                            <a:pt x="373" y="166"/>
                          </a:lnTo>
                          <a:lnTo>
                            <a:pt x="375" y="168"/>
                          </a:lnTo>
                          <a:lnTo>
                            <a:pt x="376" y="170"/>
                          </a:lnTo>
                          <a:lnTo>
                            <a:pt x="377" y="168"/>
                          </a:lnTo>
                          <a:lnTo>
                            <a:pt x="380" y="170"/>
                          </a:lnTo>
                          <a:lnTo>
                            <a:pt x="383" y="170"/>
                          </a:lnTo>
                          <a:lnTo>
                            <a:pt x="383" y="168"/>
                          </a:lnTo>
                          <a:lnTo>
                            <a:pt x="381" y="167"/>
                          </a:lnTo>
                          <a:lnTo>
                            <a:pt x="384" y="164"/>
                          </a:lnTo>
                          <a:lnTo>
                            <a:pt x="387" y="164"/>
                          </a:lnTo>
                          <a:lnTo>
                            <a:pt x="391" y="162"/>
                          </a:lnTo>
                          <a:lnTo>
                            <a:pt x="395" y="162"/>
                          </a:lnTo>
                          <a:lnTo>
                            <a:pt x="396" y="160"/>
                          </a:lnTo>
                          <a:lnTo>
                            <a:pt x="398" y="162"/>
                          </a:lnTo>
                          <a:lnTo>
                            <a:pt x="399" y="162"/>
                          </a:lnTo>
                          <a:lnTo>
                            <a:pt x="400" y="159"/>
                          </a:lnTo>
                          <a:lnTo>
                            <a:pt x="400" y="157"/>
                          </a:lnTo>
                          <a:lnTo>
                            <a:pt x="396" y="157"/>
                          </a:lnTo>
                          <a:lnTo>
                            <a:pt x="395" y="157"/>
                          </a:lnTo>
                          <a:lnTo>
                            <a:pt x="394" y="157"/>
                          </a:lnTo>
                          <a:lnTo>
                            <a:pt x="391" y="157"/>
                          </a:lnTo>
                          <a:lnTo>
                            <a:pt x="391" y="156"/>
                          </a:lnTo>
                          <a:lnTo>
                            <a:pt x="389" y="156"/>
                          </a:lnTo>
                          <a:lnTo>
                            <a:pt x="389" y="155"/>
                          </a:lnTo>
                          <a:lnTo>
                            <a:pt x="388" y="153"/>
                          </a:lnTo>
                          <a:lnTo>
                            <a:pt x="387" y="155"/>
                          </a:lnTo>
                          <a:lnTo>
                            <a:pt x="387" y="153"/>
                          </a:lnTo>
                          <a:lnTo>
                            <a:pt x="385" y="152"/>
                          </a:lnTo>
                          <a:lnTo>
                            <a:pt x="384" y="151"/>
                          </a:lnTo>
                          <a:lnTo>
                            <a:pt x="385" y="149"/>
                          </a:lnTo>
                          <a:lnTo>
                            <a:pt x="387" y="148"/>
                          </a:lnTo>
                          <a:lnTo>
                            <a:pt x="387" y="148"/>
                          </a:lnTo>
                          <a:lnTo>
                            <a:pt x="387" y="147"/>
                          </a:lnTo>
                          <a:lnTo>
                            <a:pt x="388" y="147"/>
                          </a:lnTo>
                          <a:lnTo>
                            <a:pt x="388" y="145"/>
                          </a:lnTo>
                          <a:lnTo>
                            <a:pt x="387" y="144"/>
                          </a:lnTo>
                          <a:lnTo>
                            <a:pt x="385" y="143"/>
                          </a:lnTo>
                          <a:lnTo>
                            <a:pt x="385" y="141"/>
                          </a:lnTo>
                          <a:lnTo>
                            <a:pt x="385" y="140"/>
                          </a:lnTo>
                          <a:lnTo>
                            <a:pt x="383" y="138"/>
                          </a:lnTo>
                          <a:lnTo>
                            <a:pt x="381" y="138"/>
                          </a:lnTo>
                          <a:lnTo>
                            <a:pt x="381" y="136"/>
                          </a:lnTo>
                          <a:lnTo>
                            <a:pt x="377" y="132"/>
                          </a:lnTo>
                          <a:lnTo>
                            <a:pt x="375" y="129"/>
                          </a:lnTo>
                          <a:lnTo>
                            <a:pt x="373" y="128"/>
                          </a:lnTo>
                          <a:lnTo>
                            <a:pt x="373" y="126"/>
                          </a:lnTo>
                          <a:lnTo>
                            <a:pt x="375" y="126"/>
                          </a:lnTo>
                          <a:lnTo>
                            <a:pt x="375" y="128"/>
                          </a:lnTo>
                          <a:lnTo>
                            <a:pt x="377" y="128"/>
                          </a:lnTo>
                          <a:lnTo>
                            <a:pt x="380" y="126"/>
                          </a:lnTo>
                          <a:lnTo>
                            <a:pt x="380" y="124"/>
                          </a:lnTo>
                          <a:lnTo>
                            <a:pt x="387" y="122"/>
                          </a:lnTo>
                          <a:lnTo>
                            <a:pt x="391" y="118"/>
                          </a:lnTo>
                          <a:lnTo>
                            <a:pt x="392" y="115"/>
                          </a:lnTo>
                          <a:lnTo>
                            <a:pt x="395" y="114"/>
                          </a:lnTo>
                          <a:lnTo>
                            <a:pt x="395" y="113"/>
                          </a:lnTo>
                          <a:lnTo>
                            <a:pt x="398" y="111"/>
                          </a:lnTo>
                          <a:lnTo>
                            <a:pt x="400" y="113"/>
                          </a:lnTo>
                          <a:lnTo>
                            <a:pt x="403" y="113"/>
                          </a:lnTo>
                          <a:lnTo>
                            <a:pt x="404" y="110"/>
                          </a:lnTo>
                          <a:lnTo>
                            <a:pt x="404" y="107"/>
                          </a:lnTo>
                          <a:lnTo>
                            <a:pt x="402" y="106"/>
                          </a:lnTo>
                          <a:lnTo>
                            <a:pt x="396" y="107"/>
                          </a:lnTo>
                          <a:lnTo>
                            <a:pt x="394" y="109"/>
                          </a:lnTo>
                          <a:lnTo>
                            <a:pt x="388" y="109"/>
                          </a:lnTo>
                          <a:lnTo>
                            <a:pt x="387" y="110"/>
                          </a:lnTo>
                          <a:lnTo>
                            <a:pt x="384" y="113"/>
                          </a:lnTo>
                          <a:lnTo>
                            <a:pt x="381" y="111"/>
                          </a:lnTo>
                          <a:lnTo>
                            <a:pt x="380" y="113"/>
                          </a:lnTo>
                          <a:lnTo>
                            <a:pt x="377" y="111"/>
                          </a:lnTo>
                          <a:lnTo>
                            <a:pt x="375" y="110"/>
                          </a:lnTo>
                          <a:lnTo>
                            <a:pt x="372" y="114"/>
                          </a:lnTo>
                          <a:lnTo>
                            <a:pt x="369" y="118"/>
                          </a:lnTo>
                          <a:lnTo>
                            <a:pt x="366" y="119"/>
                          </a:lnTo>
                          <a:lnTo>
                            <a:pt x="364" y="119"/>
                          </a:lnTo>
                          <a:lnTo>
                            <a:pt x="364" y="118"/>
                          </a:lnTo>
                          <a:lnTo>
                            <a:pt x="360" y="114"/>
                          </a:lnTo>
                          <a:lnTo>
                            <a:pt x="355" y="111"/>
                          </a:lnTo>
                          <a:lnTo>
                            <a:pt x="354" y="106"/>
                          </a:lnTo>
                          <a:lnTo>
                            <a:pt x="354" y="100"/>
                          </a:lnTo>
                          <a:lnTo>
                            <a:pt x="357" y="95"/>
                          </a:lnTo>
                          <a:lnTo>
                            <a:pt x="360" y="92"/>
                          </a:lnTo>
                          <a:lnTo>
                            <a:pt x="360" y="92"/>
                          </a:lnTo>
                          <a:close/>
                          <a:moveTo>
                            <a:pt x="362" y="0"/>
                          </a:moveTo>
                          <a:lnTo>
                            <a:pt x="360" y="3"/>
                          </a:lnTo>
                          <a:lnTo>
                            <a:pt x="362" y="3"/>
                          </a:lnTo>
                          <a:lnTo>
                            <a:pt x="362" y="1"/>
                          </a:lnTo>
                          <a:lnTo>
                            <a:pt x="362" y="0"/>
                          </a:lnTo>
                          <a:lnTo>
                            <a:pt x="362" y="0"/>
                          </a:lnTo>
                          <a:close/>
                          <a:moveTo>
                            <a:pt x="365" y="9"/>
                          </a:moveTo>
                          <a:lnTo>
                            <a:pt x="368" y="9"/>
                          </a:lnTo>
                          <a:lnTo>
                            <a:pt x="369" y="9"/>
                          </a:lnTo>
                          <a:lnTo>
                            <a:pt x="370" y="9"/>
                          </a:lnTo>
                          <a:lnTo>
                            <a:pt x="372" y="8"/>
                          </a:lnTo>
                          <a:lnTo>
                            <a:pt x="372" y="8"/>
                          </a:lnTo>
                          <a:lnTo>
                            <a:pt x="369" y="7"/>
                          </a:lnTo>
                          <a:lnTo>
                            <a:pt x="365" y="8"/>
                          </a:lnTo>
                          <a:lnTo>
                            <a:pt x="365" y="9"/>
                          </a:lnTo>
                          <a:lnTo>
                            <a:pt x="365" y="9"/>
                          </a:lnTo>
                          <a:lnTo>
                            <a:pt x="365" y="9"/>
                          </a:lnTo>
                          <a:close/>
                          <a:moveTo>
                            <a:pt x="343" y="24"/>
                          </a:moveTo>
                          <a:lnTo>
                            <a:pt x="343" y="26"/>
                          </a:lnTo>
                          <a:lnTo>
                            <a:pt x="345" y="28"/>
                          </a:lnTo>
                          <a:lnTo>
                            <a:pt x="345" y="27"/>
                          </a:lnTo>
                          <a:lnTo>
                            <a:pt x="343" y="24"/>
                          </a:lnTo>
                          <a:lnTo>
                            <a:pt x="343" y="24"/>
                          </a:lnTo>
                          <a:close/>
                          <a:moveTo>
                            <a:pt x="349" y="22"/>
                          </a:moveTo>
                          <a:lnTo>
                            <a:pt x="353" y="18"/>
                          </a:lnTo>
                          <a:lnTo>
                            <a:pt x="355" y="18"/>
                          </a:lnTo>
                          <a:lnTo>
                            <a:pt x="355" y="19"/>
                          </a:lnTo>
                          <a:lnTo>
                            <a:pt x="353" y="22"/>
                          </a:lnTo>
                          <a:lnTo>
                            <a:pt x="350" y="22"/>
                          </a:lnTo>
                          <a:lnTo>
                            <a:pt x="349" y="22"/>
                          </a:lnTo>
                          <a:lnTo>
                            <a:pt x="349" y="22"/>
                          </a:lnTo>
                          <a:close/>
                          <a:moveTo>
                            <a:pt x="319" y="37"/>
                          </a:moveTo>
                          <a:lnTo>
                            <a:pt x="320" y="38"/>
                          </a:lnTo>
                          <a:lnTo>
                            <a:pt x="319" y="38"/>
                          </a:lnTo>
                          <a:lnTo>
                            <a:pt x="319" y="37"/>
                          </a:lnTo>
                          <a:lnTo>
                            <a:pt x="319" y="37"/>
                          </a:lnTo>
                          <a:close/>
                          <a:moveTo>
                            <a:pt x="320" y="35"/>
                          </a:moveTo>
                          <a:lnTo>
                            <a:pt x="319" y="37"/>
                          </a:lnTo>
                          <a:lnTo>
                            <a:pt x="320" y="38"/>
                          </a:lnTo>
                          <a:lnTo>
                            <a:pt x="323" y="38"/>
                          </a:lnTo>
                          <a:lnTo>
                            <a:pt x="323" y="37"/>
                          </a:lnTo>
                          <a:lnTo>
                            <a:pt x="320" y="35"/>
                          </a:lnTo>
                          <a:lnTo>
                            <a:pt x="320" y="35"/>
                          </a:lnTo>
                          <a:close/>
                          <a:moveTo>
                            <a:pt x="322" y="43"/>
                          </a:moveTo>
                          <a:lnTo>
                            <a:pt x="319" y="43"/>
                          </a:lnTo>
                          <a:lnTo>
                            <a:pt x="320" y="45"/>
                          </a:lnTo>
                          <a:lnTo>
                            <a:pt x="322" y="43"/>
                          </a:lnTo>
                          <a:lnTo>
                            <a:pt x="322" y="43"/>
                          </a:lnTo>
                          <a:close/>
                          <a:moveTo>
                            <a:pt x="317" y="46"/>
                          </a:moveTo>
                          <a:lnTo>
                            <a:pt x="319" y="47"/>
                          </a:lnTo>
                          <a:lnTo>
                            <a:pt x="319" y="49"/>
                          </a:lnTo>
                          <a:lnTo>
                            <a:pt x="319" y="49"/>
                          </a:lnTo>
                          <a:lnTo>
                            <a:pt x="317" y="46"/>
                          </a:lnTo>
                          <a:lnTo>
                            <a:pt x="317" y="46"/>
                          </a:lnTo>
                          <a:close/>
                          <a:moveTo>
                            <a:pt x="300" y="149"/>
                          </a:moveTo>
                          <a:lnTo>
                            <a:pt x="301" y="149"/>
                          </a:lnTo>
                          <a:lnTo>
                            <a:pt x="301" y="153"/>
                          </a:lnTo>
                          <a:lnTo>
                            <a:pt x="300" y="153"/>
                          </a:lnTo>
                          <a:lnTo>
                            <a:pt x="300" y="149"/>
                          </a:lnTo>
                          <a:lnTo>
                            <a:pt x="300" y="149"/>
                          </a:lnTo>
                          <a:lnTo>
                            <a:pt x="300" y="149"/>
                          </a:lnTo>
                          <a:close/>
                          <a:moveTo>
                            <a:pt x="298" y="149"/>
                          </a:moveTo>
                          <a:lnTo>
                            <a:pt x="300" y="153"/>
                          </a:lnTo>
                          <a:lnTo>
                            <a:pt x="298" y="156"/>
                          </a:lnTo>
                          <a:lnTo>
                            <a:pt x="296" y="159"/>
                          </a:lnTo>
                          <a:lnTo>
                            <a:pt x="296" y="157"/>
                          </a:lnTo>
                          <a:lnTo>
                            <a:pt x="296" y="153"/>
                          </a:lnTo>
                          <a:lnTo>
                            <a:pt x="297" y="148"/>
                          </a:lnTo>
                          <a:lnTo>
                            <a:pt x="298" y="148"/>
                          </a:lnTo>
                          <a:lnTo>
                            <a:pt x="298" y="149"/>
                          </a:lnTo>
                          <a:lnTo>
                            <a:pt x="298" y="149"/>
                          </a:lnTo>
                          <a:close/>
                          <a:moveTo>
                            <a:pt x="201" y="104"/>
                          </a:moveTo>
                          <a:lnTo>
                            <a:pt x="205" y="104"/>
                          </a:lnTo>
                          <a:lnTo>
                            <a:pt x="205" y="106"/>
                          </a:lnTo>
                          <a:lnTo>
                            <a:pt x="203" y="107"/>
                          </a:lnTo>
                          <a:lnTo>
                            <a:pt x="201" y="106"/>
                          </a:lnTo>
                          <a:lnTo>
                            <a:pt x="201" y="104"/>
                          </a:lnTo>
                          <a:lnTo>
                            <a:pt x="201" y="104"/>
                          </a:lnTo>
                          <a:lnTo>
                            <a:pt x="201" y="104"/>
                          </a:lnTo>
                          <a:close/>
                          <a:moveTo>
                            <a:pt x="202" y="110"/>
                          </a:moveTo>
                          <a:lnTo>
                            <a:pt x="206" y="111"/>
                          </a:lnTo>
                          <a:lnTo>
                            <a:pt x="207" y="113"/>
                          </a:lnTo>
                          <a:lnTo>
                            <a:pt x="209" y="113"/>
                          </a:lnTo>
                          <a:lnTo>
                            <a:pt x="209" y="114"/>
                          </a:lnTo>
                          <a:lnTo>
                            <a:pt x="205" y="114"/>
                          </a:lnTo>
                          <a:lnTo>
                            <a:pt x="203" y="114"/>
                          </a:lnTo>
                          <a:lnTo>
                            <a:pt x="202" y="111"/>
                          </a:lnTo>
                          <a:lnTo>
                            <a:pt x="202" y="110"/>
                          </a:lnTo>
                          <a:lnTo>
                            <a:pt x="202" y="110"/>
                          </a:lnTo>
                          <a:close/>
                          <a:moveTo>
                            <a:pt x="205" y="114"/>
                          </a:moveTo>
                          <a:lnTo>
                            <a:pt x="209" y="115"/>
                          </a:lnTo>
                          <a:lnTo>
                            <a:pt x="210" y="117"/>
                          </a:lnTo>
                          <a:lnTo>
                            <a:pt x="207" y="119"/>
                          </a:lnTo>
                          <a:lnTo>
                            <a:pt x="206" y="119"/>
                          </a:lnTo>
                          <a:lnTo>
                            <a:pt x="205" y="118"/>
                          </a:lnTo>
                          <a:lnTo>
                            <a:pt x="205" y="117"/>
                          </a:lnTo>
                          <a:lnTo>
                            <a:pt x="205" y="117"/>
                          </a:lnTo>
                          <a:lnTo>
                            <a:pt x="205" y="114"/>
                          </a:lnTo>
                          <a:lnTo>
                            <a:pt x="205" y="114"/>
                          </a:lnTo>
                          <a:close/>
                          <a:moveTo>
                            <a:pt x="198" y="80"/>
                          </a:moveTo>
                          <a:lnTo>
                            <a:pt x="201" y="77"/>
                          </a:lnTo>
                          <a:lnTo>
                            <a:pt x="203" y="72"/>
                          </a:lnTo>
                          <a:lnTo>
                            <a:pt x="205" y="71"/>
                          </a:lnTo>
                          <a:lnTo>
                            <a:pt x="207" y="69"/>
                          </a:lnTo>
                          <a:lnTo>
                            <a:pt x="210" y="75"/>
                          </a:lnTo>
                          <a:lnTo>
                            <a:pt x="216" y="77"/>
                          </a:lnTo>
                          <a:lnTo>
                            <a:pt x="216" y="79"/>
                          </a:lnTo>
                          <a:lnTo>
                            <a:pt x="218" y="81"/>
                          </a:lnTo>
                          <a:lnTo>
                            <a:pt x="220" y="84"/>
                          </a:lnTo>
                          <a:lnTo>
                            <a:pt x="222" y="84"/>
                          </a:lnTo>
                          <a:lnTo>
                            <a:pt x="226" y="84"/>
                          </a:lnTo>
                          <a:lnTo>
                            <a:pt x="226" y="81"/>
                          </a:lnTo>
                          <a:lnTo>
                            <a:pt x="231" y="83"/>
                          </a:lnTo>
                          <a:lnTo>
                            <a:pt x="232" y="81"/>
                          </a:lnTo>
                          <a:lnTo>
                            <a:pt x="240" y="81"/>
                          </a:lnTo>
                          <a:lnTo>
                            <a:pt x="248" y="79"/>
                          </a:lnTo>
                          <a:lnTo>
                            <a:pt x="250" y="76"/>
                          </a:lnTo>
                          <a:lnTo>
                            <a:pt x="256" y="76"/>
                          </a:lnTo>
                          <a:lnTo>
                            <a:pt x="260" y="79"/>
                          </a:lnTo>
                          <a:lnTo>
                            <a:pt x="262" y="80"/>
                          </a:lnTo>
                          <a:lnTo>
                            <a:pt x="264" y="80"/>
                          </a:lnTo>
                          <a:lnTo>
                            <a:pt x="271" y="76"/>
                          </a:lnTo>
                          <a:lnTo>
                            <a:pt x="278" y="76"/>
                          </a:lnTo>
                          <a:lnTo>
                            <a:pt x="277" y="73"/>
                          </a:lnTo>
                          <a:lnTo>
                            <a:pt x="282" y="65"/>
                          </a:lnTo>
                          <a:lnTo>
                            <a:pt x="285" y="58"/>
                          </a:lnTo>
                          <a:lnTo>
                            <a:pt x="289" y="53"/>
                          </a:lnTo>
                          <a:lnTo>
                            <a:pt x="292" y="41"/>
                          </a:lnTo>
                          <a:lnTo>
                            <a:pt x="292" y="39"/>
                          </a:lnTo>
                          <a:lnTo>
                            <a:pt x="293" y="37"/>
                          </a:lnTo>
                          <a:lnTo>
                            <a:pt x="293" y="35"/>
                          </a:lnTo>
                          <a:lnTo>
                            <a:pt x="297" y="31"/>
                          </a:lnTo>
                          <a:lnTo>
                            <a:pt x="298" y="32"/>
                          </a:lnTo>
                          <a:lnTo>
                            <a:pt x="304" y="32"/>
                          </a:lnTo>
                          <a:lnTo>
                            <a:pt x="309" y="32"/>
                          </a:lnTo>
                          <a:lnTo>
                            <a:pt x="311" y="32"/>
                          </a:lnTo>
                          <a:lnTo>
                            <a:pt x="315" y="32"/>
                          </a:lnTo>
                          <a:lnTo>
                            <a:pt x="319" y="34"/>
                          </a:lnTo>
                          <a:lnTo>
                            <a:pt x="317" y="35"/>
                          </a:lnTo>
                          <a:lnTo>
                            <a:pt x="316" y="35"/>
                          </a:lnTo>
                          <a:lnTo>
                            <a:pt x="317" y="37"/>
                          </a:lnTo>
                          <a:lnTo>
                            <a:pt x="316" y="38"/>
                          </a:lnTo>
                          <a:lnTo>
                            <a:pt x="319" y="39"/>
                          </a:lnTo>
                          <a:lnTo>
                            <a:pt x="322" y="42"/>
                          </a:lnTo>
                          <a:lnTo>
                            <a:pt x="319" y="43"/>
                          </a:lnTo>
                          <a:lnTo>
                            <a:pt x="315" y="42"/>
                          </a:lnTo>
                          <a:lnTo>
                            <a:pt x="313" y="43"/>
                          </a:lnTo>
                          <a:lnTo>
                            <a:pt x="316" y="46"/>
                          </a:lnTo>
                          <a:lnTo>
                            <a:pt x="317" y="46"/>
                          </a:lnTo>
                          <a:lnTo>
                            <a:pt x="317" y="49"/>
                          </a:lnTo>
                          <a:lnTo>
                            <a:pt x="316" y="49"/>
                          </a:lnTo>
                          <a:lnTo>
                            <a:pt x="316" y="50"/>
                          </a:lnTo>
                          <a:lnTo>
                            <a:pt x="317" y="53"/>
                          </a:lnTo>
                          <a:lnTo>
                            <a:pt x="319" y="56"/>
                          </a:lnTo>
                          <a:lnTo>
                            <a:pt x="323" y="61"/>
                          </a:lnTo>
                          <a:lnTo>
                            <a:pt x="326" y="62"/>
                          </a:lnTo>
                          <a:lnTo>
                            <a:pt x="324" y="65"/>
                          </a:lnTo>
                          <a:lnTo>
                            <a:pt x="320" y="66"/>
                          </a:lnTo>
                          <a:lnTo>
                            <a:pt x="320" y="68"/>
                          </a:lnTo>
                          <a:lnTo>
                            <a:pt x="322" y="69"/>
                          </a:lnTo>
                          <a:lnTo>
                            <a:pt x="322" y="72"/>
                          </a:lnTo>
                          <a:lnTo>
                            <a:pt x="324" y="72"/>
                          </a:lnTo>
                          <a:lnTo>
                            <a:pt x="330" y="79"/>
                          </a:lnTo>
                          <a:lnTo>
                            <a:pt x="332" y="79"/>
                          </a:lnTo>
                          <a:lnTo>
                            <a:pt x="334" y="81"/>
                          </a:lnTo>
                          <a:lnTo>
                            <a:pt x="335" y="83"/>
                          </a:lnTo>
                          <a:lnTo>
                            <a:pt x="338" y="83"/>
                          </a:lnTo>
                          <a:lnTo>
                            <a:pt x="336" y="85"/>
                          </a:lnTo>
                          <a:lnTo>
                            <a:pt x="335" y="87"/>
                          </a:lnTo>
                          <a:lnTo>
                            <a:pt x="334" y="85"/>
                          </a:lnTo>
                          <a:lnTo>
                            <a:pt x="331" y="87"/>
                          </a:lnTo>
                          <a:lnTo>
                            <a:pt x="328" y="87"/>
                          </a:lnTo>
                          <a:lnTo>
                            <a:pt x="323" y="83"/>
                          </a:lnTo>
                          <a:lnTo>
                            <a:pt x="324" y="85"/>
                          </a:lnTo>
                          <a:lnTo>
                            <a:pt x="323" y="87"/>
                          </a:lnTo>
                          <a:lnTo>
                            <a:pt x="322" y="85"/>
                          </a:lnTo>
                          <a:lnTo>
                            <a:pt x="319" y="88"/>
                          </a:lnTo>
                          <a:lnTo>
                            <a:pt x="319" y="91"/>
                          </a:lnTo>
                          <a:lnTo>
                            <a:pt x="317" y="92"/>
                          </a:lnTo>
                          <a:lnTo>
                            <a:pt x="317" y="98"/>
                          </a:lnTo>
                          <a:lnTo>
                            <a:pt x="316" y="99"/>
                          </a:lnTo>
                          <a:lnTo>
                            <a:pt x="315" y="104"/>
                          </a:lnTo>
                          <a:lnTo>
                            <a:pt x="311" y="107"/>
                          </a:lnTo>
                          <a:lnTo>
                            <a:pt x="312" y="111"/>
                          </a:lnTo>
                          <a:lnTo>
                            <a:pt x="311" y="114"/>
                          </a:lnTo>
                          <a:lnTo>
                            <a:pt x="308" y="117"/>
                          </a:lnTo>
                          <a:lnTo>
                            <a:pt x="307" y="114"/>
                          </a:lnTo>
                          <a:lnTo>
                            <a:pt x="305" y="113"/>
                          </a:lnTo>
                          <a:lnTo>
                            <a:pt x="307" y="115"/>
                          </a:lnTo>
                          <a:lnTo>
                            <a:pt x="307" y="118"/>
                          </a:lnTo>
                          <a:lnTo>
                            <a:pt x="304" y="121"/>
                          </a:lnTo>
                          <a:lnTo>
                            <a:pt x="304" y="124"/>
                          </a:lnTo>
                          <a:lnTo>
                            <a:pt x="301" y="124"/>
                          </a:lnTo>
                          <a:lnTo>
                            <a:pt x="298" y="124"/>
                          </a:lnTo>
                          <a:lnTo>
                            <a:pt x="300" y="125"/>
                          </a:lnTo>
                          <a:lnTo>
                            <a:pt x="298" y="126"/>
                          </a:lnTo>
                          <a:lnTo>
                            <a:pt x="301" y="126"/>
                          </a:lnTo>
                          <a:lnTo>
                            <a:pt x="303" y="128"/>
                          </a:lnTo>
                          <a:lnTo>
                            <a:pt x="303" y="130"/>
                          </a:lnTo>
                          <a:lnTo>
                            <a:pt x="300" y="130"/>
                          </a:lnTo>
                          <a:lnTo>
                            <a:pt x="301" y="132"/>
                          </a:lnTo>
                          <a:lnTo>
                            <a:pt x="303" y="132"/>
                          </a:lnTo>
                          <a:lnTo>
                            <a:pt x="303" y="133"/>
                          </a:lnTo>
                          <a:lnTo>
                            <a:pt x="303" y="136"/>
                          </a:lnTo>
                          <a:lnTo>
                            <a:pt x="300" y="134"/>
                          </a:lnTo>
                          <a:lnTo>
                            <a:pt x="300" y="134"/>
                          </a:lnTo>
                          <a:lnTo>
                            <a:pt x="300" y="136"/>
                          </a:lnTo>
                          <a:lnTo>
                            <a:pt x="301" y="137"/>
                          </a:lnTo>
                          <a:lnTo>
                            <a:pt x="301" y="137"/>
                          </a:lnTo>
                          <a:lnTo>
                            <a:pt x="300" y="143"/>
                          </a:lnTo>
                          <a:lnTo>
                            <a:pt x="298" y="143"/>
                          </a:lnTo>
                          <a:lnTo>
                            <a:pt x="297" y="141"/>
                          </a:lnTo>
                          <a:lnTo>
                            <a:pt x="297" y="144"/>
                          </a:lnTo>
                          <a:lnTo>
                            <a:pt x="297" y="147"/>
                          </a:lnTo>
                          <a:lnTo>
                            <a:pt x="293" y="152"/>
                          </a:lnTo>
                          <a:lnTo>
                            <a:pt x="289" y="155"/>
                          </a:lnTo>
                          <a:lnTo>
                            <a:pt x="285" y="156"/>
                          </a:lnTo>
                          <a:lnTo>
                            <a:pt x="279" y="159"/>
                          </a:lnTo>
                          <a:lnTo>
                            <a:pt x="275" y="159"/>
                          </a:lnTo>
                          <a:lnTo>
                            <a:pt x="275" y="155"/>
                          </a:lnTo>
                          <a:lnTo>
                            <a:pt x="275" y="153"/>
                          </a:lnTo>
                          <a:lnTo>
                            <a:pt x="274" y="151"/>
                          </a:lnTo>
                          <a:lnTo>
                            <a:pt x="274" y="149"/>
                          </a:lnTo>
                          <a:lnTo>
                            <a:pt x="273" y="151"/>
                          </a:lnTo>
                          <a:lnTo>
                            <a:pt x="271" y="148"/>
                          </a:lnTo>
                          <a:lnTo>
                            <a:pt x="270" y="149"/>
                          </a:lnTo>
                          <a:lnTo>
                            <a:pt x="267" y="148"/>
                          </a:lnTo>
                          <a:lnTo>
                            <a:pt x="266" y="147"/>
                          </a:lnTo>
                          <a:lnTo>
                            <a:pt x="264" y="148"/>
                          </a:lnTo>
                          <a:lnTo>
                            <a:pt x="266" y="151"/>
                          </a:lnTo>
                          <a:lnTo>
                            <a:pt x="263" y="149"/>
                          </a:lnTo>
                          <a:lnTo>
                            <a:pt x="262" y="148"/>
                          </a:lnTo>
                          <a:lnTo>
                            <a:pt x="262" y="145"/>
                          </a:lnTo>
                          <a:lnTo>
                            <a:pt x="260" y="144"/>
                          </a:lnTo>
                          <a:lnTo>
                            <a:pt x="259" y="145"/>
                          </a:lnTo>
                          <a:lnTo>
                            <a:pt x="256" y="144"/>
                          </a:lnTo>
                          <a:lnTo>
                            <a:pt x="255" y="144"/>
                          </a:lnTo>
                          <a:lnTo>
                            <a:pt x="252" y="147"/>
                          </a:lnTo>
                          <a:lnTo>
                            <a:pt x="250" y="147"/>
                          </a:lnTo>
                          <a:lnTo>
                            <a:pt x="248" y="148"/>
                          </a:lnTo>
                          <a:lnTo>
                            <a:pt x="247" y="149"/>
                          </a:lnTo>
                          <a:lnTo>
                            <a:pt x="245" y="148"/>
                          </a:lnTo>
                          <a:lnTo>
                            <a:pt x="244" y="148"/>
                          </a:lnTo>
                          <a:lnTo>
                            <a:pt x="240" y="152"/>
                          </a:lnTo>
                          <a:lnTo>
                            <a:pt x="239" y="152"/>
                          </a:lnTo>
                          <a:lnTo>
                            <a:pt x="239" y="149"/>
                          </a:lnTo>
                          <a:lnTo>
                            <a:pt x="239" y="145"/>
                          </a:lnTo>
                          <a:lnTo>
                            <a:pt x="237" y="141"/>
                          </a:lnTo>
                          <a:lnTo>
                            <a:pt x="237" y="138"/>
                          </a:lnTo>
                          <a:lnTo>
                            <a:pt x="236" y="137"/>
                          </a:lnTo>
                          <a:lnTo>
                            <a:pt x="237" y="138"/>
                          </a:lnTo>
                          <a:lnTo>
                            <a:pt x="236" y="141"/>
                          </a:lnTo>
                          <a:lnTo>
                            <a:pt x="233" y="143"/>
                          </a:lnTo>
                          <a:lnTo>
                            <a:pt x="232" y="141"/>
                          </a:lnTo>
                          <a:lnTo>
                            <a:pt x="229" y="143"/>
                          </a:lnTo>
                          <a:lnTo>
                            <a:pt x="226" y="144"/>
                          </a:lnTo>
                          <a:lnTo>
                            <a:pt x="224" y="143"/>
                          </a:lnTo>
                          <a:lnTo>
                            <a:pt x="221" y="143"/>
                          </a:lnTo>
                          <a:lnTo>
                            <a:pt x="220" y="140"/>
                          </a:lnTo>
                          <a:lnTo>
                            <a:pt x="218" y="143"/>
                          </a:lnTo>
                          <a:lnTo>
                            <a:pt x="216" y="143"/>
                          </a:lnTo>
                          <a:lnTo>
                            <a:pt x="214" y="138"/>
                          </a:lnTo>
                          <a:lnTo>
                            <a:pt x="214" y="134"/>
                          </a:lnTo>
                          <a:lnTo>
                            <a:pt x="214" y="129"/>
                          </a:lnTo>
                          <a:lnTo>
                            <a:pt x="211" y="128"/>
                          </a:lnTo>
                          <a:lnTo>
                            <a:pt x="210" y="125"/>
                          </a:lnTo>
                          <a:lnTo>
                            <a:pt x="211" y="124"/>
                          </a:lnTo>
                          <a:lnTo>
                            <a:pt x="214" y="121"/>
                          </a:lnTo>
                          <a:lnTo>
                            <a:pt x="214" y="118"/>
                          </a:lnTo>
                          <a:lnTo>
                            <a:pt x="213" y="115"/>
                          </a:lnTo>
                          <a:lnTo>
                            <a:pt x="209" y="111"/>
                          </a:lnTo>
                          <a:lnTo>
                            <a:pt x="205" y="110"/>
                          </a:lnTo>
                          <a:lnTo>
                            <a:pt x="202" y="109"/>
                          </a:lnTo>
                          <a:lnTo>
                            <a:pt x="202" y="107"/>
                          </a:lnTo>
                          <a:lnTo>
                            <a:pt x="203" y="107"/>
                          </a:lnTo>
                          <a:lnTo>
                            <a:pt x="206" y="106"/>
                          </a:lnTo>
                          <a:lnTo>
                            <a:pt x="211" y="104"/>
                          </a:lnTo>
                          <a:lnTo>
                            <a:pt x="214" y="102"/>
                          </a:lnTo>
                          <a:lnTo>
                            <a:pt x="217" y="102"/>
                          </a:lnTo>
                          <a:lnTo>
                            <a:pt x="214" y="100"/>
                          </a:lnTo>
                          <a:lnTo>
                            <a:pt x="210" y="103"/>
                          </a:lnTo>
                          <a:lnTo>
                            <a:pt x="206" y="104"/>
                          </a:lnTo>
                          <a:lnTo>
                            <a:pt x="205" y="104"/>
                          </a:lnTo>
                          <a:lnTo>
                            <a:pt x="202" y="103"/>
                          </a:lnTo>
                          <a:lnTo>
                            <a:pt x="199" y="100"/>
                          </a:lnTo>
                          <a:lnTo>
                            <a:pt x="201" y="99"/>
                          </a:lnTo>
                          <a:lnTo>
                            <a:pt x="202" y="100"/>
                          </a:lnTo>
                          <a:lnTo>
                            <a:pt x="201" y="98"/>
                          </a:lnTo>
                          <a:lnTo>
                            <a:pt x="197" y="92"/>
                          </a:lnTo>
                          <a:lnTo>
                            <a:pt x="197" y="87"/>
                          </a:lnTo>
                          <a:lnTo>
                            <a:pt x="198" y="87"/>
                          </a:lnTo>
                          <a:lnTo>
                            <a:pt x="199" y="84"/>
                          </a:lnTo>
                          <a:lnTo>
                            <a:pt x="198" y="83"/>
                          </a:lnTo>
                          <a:lnTo>
                            <a:pt x="198" y="80"/>
                          </a:lnTo>
                          <a:lnTo>
                            <a:pt x="198" y="80"/>
                          </a:lnTo>
                          <a:close/>
                          <a:moveTo>
                            <a:pt x="566" y="111"/>
                          </a:moveTo>
                          <a:lnTo>
                            <a:pt x="565" y="111"/>
                          </a:lnTo>
                          <a:lnTo>
                            <a:pt x="566" y="114"/>
                          </a:lnTo>
                          <a:lnTo>
                            <a:pt x="569" y="113"/>
                          </a:lnTo>
                          <a:lnTo>
                            <a:pt x="566" y="111"/>
                          </a:lnTo>
                          <a:lnTo>
                            <a:pt x="566" y="111"/>
                          </a:lnTo>
                          <a:close/>
                          <a:moveTo>
                            <a:pt x="573" y="121"/>
                          </a:moveTo>
                          <a:lnTo>
                            <a:pt x="569" y="121"/>
                          </a:lnTo>
                          <a:lnTo>
                            <a:pt x="572" y="121"/>
                          </a:lnTo>
                          <a:lnTo>
                            <a:pt x="573" y="121"/>
                          </a:lnTo>
                          <a:lnTo>
                            <a:pt x="573" y="121"/>
                          </a:lnTo>
                          <a:close/>
                          <a:moveTo>
                            <a:pt x="574" y="121"/>
                          </a:moveTo>
                          <a:lnTo>
                            <a:pt x="574" y="121"/>
                          </a:lnTo>
                          <a:lnTo>
                            <a:pt x="576" y="122"/>
                          </a:lnTo>
                          <a:lnTo>
                            <a:pt x="580" y="124"/>
                          </a:lnTo>
                          <a:lnTo>
                            <a:pt x="586" y="125"/>
                          </a:lnTo>
                          <a:lnTo>
                            <a:pt x="593" y="124"/>
                          </a:lnTo>
                          <a:lnTo>
                            <a:pt x="595" y="124"/>
                          </a:lnTo>
                          <a:lnTo>
                            <a:pt x="589" y="122"/>
                          </a:lnTo>
                          <a:lnTo>
                            <a:pt x="588" y="122"/>
                          </a:lnTo>
                          <a:lnTo>
                            <a:pt x="582" y="122"/>
                          </a:lnTo>
                          <a:lnTo>
                            <a:pt x="580" y="124"/>
                          </a:lnTo>
                          <a:lnTo>
                            <a:pt x="574" y="121"/>
                          </a:lnTo>
                          <a:lnTo>
                            <a:pt x="574" y="121"/>
                          </a:lnTo>
                          <a:close/>
                          <a:moveTo>
                            <a:pt x="574" y="107"/>
                          </a:moveTo>
                          <a:lnTo>
                            <a:pt x="577" y="110"/>
                          </a:lnTo>
                          <a:lnTo>
                            <a:pt x="577" y="109"/>
                          </a:lnTo>
                          <a:lnTo>
                            <a:pt x="578" y="109"/>
                          </a:lnTo>
                          <a:lnTo>
                            <a:pt x="581" y="111"/>
                          </a:lnTo>
                          <a:lnTo>
                            <a:pt x="581" y="114"/>
                          </a:lnTo>
                          <a:lnTo>
                            <a:pt x="582" y="114"/>
                          </a:lnTo>
                          <a:lnTo>
                            <a:pt x="584" y="114"/>
                          </a:lnTo>
                          <a:lnTo>
                            <a:pt x="585" y="114"/>
                          </a:lnTo>
                          <a:lnTo>
                            <a:pt x="588" y="114"/>
                          </a:lnTo>
                          <a:lnTo>
                            <a:pt x="586" y="113"/>
                          </a:lnTo>
                          <a:lnTo>
                            <a:pt x="585" y="111"/>
                          </a:lnTo>
                          <a:lnTo>
                            <a:pt x="582" y="109"/>
                          </a:lnTo>
                          <a:lnTo>
                            <a:pt x="581" y="107"/>
                          </a:lnTo>
                          <a:lnTo>
                            <a:pt x="578" y="107"/>
                          </a:lnTo>
                          <a:lnTo>
                            <a:pt x="574" y="106"/>
                          </a:lnTo>
                          <a:lnTo>
                            <a:pt x="574" y="107"/>
                          </a:lnTo>
                          <a:lnTo>
                            <a:pt x="574" y="107"/>
                          </a:lnTo>
                          <a:close/>
                          <a:moveTo>
                            <a:pt x="533" y="179"/>
                          </a:moveTo>
                          <a:lnTo>
                            <a:pt x="535" y="182"/>
                          </a:lnTo>
                          <a:lnTo>
                            <a:pt x="535" y="183"/>
                          </a:lnTo>
                          <a:lnTo>
                            <a:pt x="535" y="185"/>
                          </a:lnTo>
                          <a:lnTo>
                            <a:pt x="536" y="182"/>
                          </a:lnTo>
                          <a:lnTo>
                            <a:pt x="533" y="179"/>
                          </a:lnTo>
                          <a:lnTo>
                            <a:pt x="533" y="179"/>
                          </a:lnTo>
                          <a:close/>
                          <a:moveTo>
                            <a:pt x="542" y="177"/>
                          </a:moveTo>
                          <a:lnTo>
                            <a:pt x="539" y="178"/>
                          </a:lnTo>
                          <a:lnTo>
                            <a:pt x="538" y="183"/>
                          </a:lnTo>
                          <a:lnTo>
                            <a:pt x="536" y="185"/>
                          </a:lnTo>
                          <a:lnTo>
                            <a:pt x="538" y="185"/>
                          </a:lnTo>
                          <a:lnTo>
                            <a:pt x="540" y="178"/>
                          </a:lnTo>
                          <a:lnTo>
                            <a:pt x="542" y="177"/>
                          </a:lnTo>
                          <a:lnTo>
                            <a:pt x="542" y="177"/>
                          </a:lnTo>
                          <a:close/>
                          <a:moveTo>
                            <a:pt x="563" y="196"/>
                          </a:moveTo>
                          <a:lnTo>
                            <a:pt x="562" y="197"/>
                          </a:lnTo>
                          <a:lnTo>
                            <a:pt x="563" y="197"/>
                          </a:lnTo>
                          <a:lnTo>
                            <a:pt x="563" y="196"/>
                          </a:lnTo>
                          <a:lnTo>
                            <a:pt x="563" y="196"/>
                          </a:lnTo>
                          <a:lnTo>
                            <a:pt x="563" y="196"/>
                          </a:lnTo>
                          <a:close/>
                          <a:moveTo>
                            <a:pt x="555" y="190"/>
                          </a:moveTo>
                          <a:lnTo>
                            <a:pt x="554" y="189"/>
                          </a:lnTo>
                          <a:lnTo>
                            <a:pt x="554" y="190"/>
                          </a:lnTo>
                          <a:lnTo>
                            <a:pt x="554" y="193"/>
                          </a:lnTo>
                          <a:lnTo>
                            <a:pt x="555" y="194"/>
                          </a:lnTo>
                          <a:lnTo>
                            <a:pt x="557" y="196"/>
                          </a:lnTo>
                          <a:lnTo>
                            <a:pt x="555" y="196"/>
                          </a:lnTo>
                          <a:lnTo>
                            <a:pt x="554" y="194"/>
                          </a:lnTo>
                          <a:lnTo>
                            <a:pt x="554" y="197"/>
                          </a:lnTo>
                          <a:lnTo>
                            <a:pt x="555" y="198"/>
                          </a:lnTo>
                          <a:lnTo>
                            <a:pt x="557" y="198"/>
                          </a:lnTo>
                          <a:lnTo>
                            <a:pt x="559" y="196"/>
                          </a:lnTo>
                          <a:lnTo>
                            <a:pt x="561" y="196"/>
                          </a:lnTo>
                          <a:lnTo>
                            <a:pt x="559" y="194"/>
                          </a:lnTo>
                          <a:lnTo>
                            <a:pt x="558" y="191"/>
                          </a:lnTo>
                          <a:lnTo>
                            <a:pt x="555" y="190"/>
                          </a:lnTo>
                          <a:lnTo>
                            <a:pt x="555" y="190"/>
                          </a:lnTo>
                          <a:close/>
                          <a:moveTo>
                            <a:pt x="561" y="191"/>
                          </a:moveTo>
                          <a:lnTo>
                            <a:pt x="561" y="191"/>
                          </a:lnTo>
                          <a:lnTo>
                            <a:pt x="559" y="191"/>
                          </a:lnTo>
                          <a:lnTo>
                            <a:pt x="559" y="193"/>
                          </a:lnTo>
                          <a:lnTo>
                            <a:pt x="561" y="194"/>
                          </a:lnTo>
                          <a:lnTo>
                            <a:pt x="562" y="194"/>
                          </a:lnTo>
                          <a:lnTo>
                            <a:pt x="562" y="191"/>
                          </a:lnTo>
                          <a:lnTo>
                            <a:pt x="561" y="191"/>
                          </a:lnTo>
                          <a:lnTo>
                            <a:pt x="561" y="191"/>
                          </a:lnTo>
                          <a:close/>
                          <a:moveTo>
                            <a:pt x="557" y="186"/>
                          </a:moveTo>
                          <a:lnTo>
                            <a:pt x="555" y="186"/>
                          </a:lnTo>
                          <a:lnTo>
                            <a:pt x="555" y="187"/>
                          </a:lnTo>
                          <a:lnTo>
                            <a:pt x="557" y="190"/>
                          </a:lnTo>
                          <a:lnTo>
                            <a:pt x="558" y="191"/>
                          </a:lnTo>
                          <a:lnTo>
                            <a:pt x="559" y="190"/>
                          </a:lnTo>
                          <a:lnTo>
                            <a:pt x="557" y="189"/>
                          </a:lnTo>
                          <a:lnTo>
                            <a:pt x="557" y="186"/>
                          </a:lnTo>
                          <a:lnTo>
                            <a:pt x="557" y="186"/>
                          </a:lnTo>
                          <a:close/>
                          <a:moveTo>
                            <a:pt x="562" y="185"/>
                          </a:moveTo>
                          <a:lnTo>
                            <a:pt x="559" y="186"/>
                          </a:lnTo>
                          <a:lnTo>
                            <a:pt x="558" y="187"/>
                          </a:lnTo>
                          <a:lnTo>
                            <a:pt x="558" y="187"/>
                          </a:lnTo>
                          <a:lnTo>
                            <a:pt x="561" y="190"/>
                          </a:lnTo>
                          <a:lnTo>
                            <a:pt x="562" y="190"/>
                          </a:lnTo>
                          <a:lnTo>
                            <a:pt x="563" y="189"/>
                          </a:lnTo>
                          <a:lnTo>
                            <a:pt x="563" y="187"/>
                          </a:lnTo>
                          <a:lnTo>
                            <a:pt x="563" y="187"/>
                          </a:lnTo>
                          <a:lnTo>
                            <a:pt x="563" y="186"/>
                          </a:lnTo>
                          <a:lnTo>
                            <a:pt x="562" y="185"/>
                          </a:lnTo>
                          <a:lnTo>
                            <a:pt x="562" y="185"/>
                          </a:lnTo>
                          <a:lnTo>
                            <a:pt x="562" y="185"/>
                          </a:lnTo>
                          <a:close/>
                          <a:moveTo>
                            <a:pt x="557" y="182"/>
                          </a:moveTo>
                          <a:lnTo>
                            <a:pt x="555" y="182"/>
                          </a:lnTo>
                          <a:lnTo>
                            <a:pt x="555" y="182"/>
                          </a:lnTo>
                          <a:lnTo>
                            <a:pt x="557" y="182"/>
                          </a:lnTo>
                          <a:lnTo>
                            <a:pt x="557" y="182"/>
                          </a:lnTo>
                          <a:lnTo>
                            <a:pt x="557" y="182"/>
                          </a:lnTo>
                          <a:close/>
                          <a:moveTo>
                            <a:pt x="561" y="178"/>
                          </a:moveTo>
                          <a:lnTo>
                            <a:pt x="562" y="179"/>
                          </a:lnTo>
                          <a:lnTo>
                            <a:pt x="563" y="179"/>
                          </a:lnTo>
                          <a:lnTo>
                            <a:pt x="562" y="178"/>
                          </a:lnTo>
                          <a:lnTo>
                            <a:pt x="561" y="178"/>
                          </a:lnTo>
                          <a:lnTo>
                            <a:pt x="561" y="178"/>
                          </a:lnTo>
                          <a:close/>
                          <a:moveTo>
                            <a:pt x="561" y="178"/>
                          </a:moveTo>
                          <a:lnTo>
                            <a:pt x="559" y="178"/>
                          </a:lnTo>
                          <a:lnTo>
                            <a:pt x="558" y="181"/>
                          </a:lnTo>
                          <a:lnTo>
                            <a:pt x="557" y="181"/>
                          </a:lnTo>
                          <a:lnTo>
                            <a:pt x="558" y="181"/>
                          </a:lnTo>
                          <a:lnTo>
                            <a:pt x="558" y="182"/>
                          </a:lnTo>
                          <a:lnTo>
                            <a:pt x="559" y="182"/>
                          </a:lnTo>
                          <a:lnTo>
                            <a:pt x="558" y="183"/>
                          </a:lnTo>
                          <a:lnTo>
                            <a:pt x="558" y="185"/>
                          </a:lnTo>
                          <a:lnTo>
                            <a:pt x="559" y="185"/>
                          </a:lnTo>
                          <a:lnTo>
                            <a:pt x="561" y="183"/>
                          </a:lnTo>
                          <a:lnTo>
                            <a:pt x="562" y="183"/>
                          </a:lnTo>
                          <a:lnTo>
                            <a:pt x="563" y="182"/>
                          </a:lnTo>
                          <a:lnTo>
                            <a:pt x="563" y="179"/>
                          </a:lnTo>
                          <a:lnTo>
                            <a:pt x="562" y="179"/>
                          </a:lnTo>
                          <a:lnTo>
                            <a:pt x="561" y="178"/>
                          </a:lnTo>
                          <a:lnTo>
                            <a:pt x="561" y="178"/>
                          </a:lnTo>
                          <a:close/>
                          <a:moveTo>
                            <a:pt x="523" y="201"/>
                          </a:moveTo>
                          <a:lnTo>
                            <a:pt x="525" y="200"/>
                          </a:lnTo>
                          <a:lnTo>
                            <a:pt x="524" y="200"/>
                          </a:lnTo>
                          <a:lnTo>
                            <a:pt x="523" y="201"/>
                          </a:lnTo>
                          <a:lnTo>
                            <a:pt x="523" y="201"/>
                          </a:lnTo>
                          <a:close/>
                          <a:moveTo>
                            <a:pt x="520" y="202"/>
                          </a:moveTo>
                          <a:lnTo>
                            <a:pt x="524" y="204"/>
                          </a:lnTo>
                          <a:lnTo>
                            <a:pt x="523" y="202"/>
                          </a:lnTo>
                          <a:lnTo>
                            <a:pt x="520" y="202"/>
                          </a:lnTo>
                          <a:lnTo>
                            <a:pt x="520" y="202"/>
                          </a:lnTo>
                          <a:close/>
                          <a:moveTo>
                            <a:pt x="508" y="208"/>
                          </a:moveTo>
                          <a:lnTo>
                            <a:pt x="506" y="209"/>
                          </a:lnTo>
                          <a:lnTo>
                            <a:pt x="508" y="209"/>
                          </a:lnTo>
                          <a:lnTo>
                            <a:pt x="508" y="209"/>
                          </a:lnTo>
                          <a:lnTo>
                            <a:pt x="508" y="208"/>
                          </a:lnTo>
                          <a:lnTo>
                            <a:pt x="508" y="208"/>
                          </a:lnTo>
                          <a:close/>
                          <a:moveTo>
                            <a:pt x="512" y="206"/>
                          </a:moveTo>
                          <a:lnTo>
                            <a:pt x="508" y="206"/>
                          </a:lnTo>
                          <a:lnTo>
                            <a:pt x="510" y="208"/>
                          </a:lnTo>
                          <a:lnTo>
                            <a:pt x="512" y="206"/>
                          </a:lnTo>
                          <a:lnTo>
                            <a:pt x="512" y="206"/>
                          </a:lnTo>
                          <a:lnTo>
                            <a:pt x="512" y="206"/>
                          </a:lnTo>
                          <a:close/>
                          <a:moveTo>
                            <a:pt x="512" y="216"/>
                          </a:moveTo>
                          <a:lnTo>
                            <a:pt x="510" y="216"/>
                          </a:lnTo>
                          <a:lnTo>
                            <a:pt x="508" y="219"/>
                          </a:lnTo>
                          <a:lnTo>
                            <a:pt x="508" y="219"/>
                          </a:lnTo>
                          <a:lnTo>
                            <a:pt x="509" y="219"/>
                          </a:lnTo>
                          <a:lnTo>
                            <a:pt x="512" y="217"/>
                          </a:lnTo>
                          <a:lnTo>
                            <a:pt x="512" y="216"/>
                          </a:lnTo>
                          <a:lnTo>
                            <a:pt x="512" y="216"/>
                          </a:lnTo>
                          <a:close/>
                          <a:moveTo>
                            <a:pt x="517" y="205"/>
                          </a:moveTo>
                          <a:lnTo>
                            <a:pt x="513" y="208"/>
                          </a:lnTo>
                          <a:lnTo>
                            <a:pt x="513" y="209"/>
                          </a:lnTo>
                          <a:lnTo>
                            <a:pt x="513" y="210"/>
                          </a:lnTo>
                          <a:lnTo>
                            <a:pt x="512" y="212"/>
                          </a:lnTo>
                          <a:lnTo>
                            <a:pt x="512" y="215"/>
                          </a:lnTo>
                          <a:lnTo>
                            <a:pt x="513" y="216"/>
                          </a:lnTo>
                          <a:lnTo>
                            <a:pt x="516" y="216"/>
                          </a:lnTo>
                          <a:lnTo>
                            <a:pt x="519" y="212"/>
                          </a:lnTo>
                          <a:lnTo>
                            <a:pt x="520" y="208"/>
                          </a:lnTo>
                          <a:lnTo>
                            <a:pt x="519" y="205"/>
                          </a:lnTo>
                          <a:lnTo>
                            <a:pt x="520" y="204"/>
                          </a:lnTo>
                          <a:lnTo>
                            <a:pt x="520" y="204"/>
                          </a:lnTo>
                          <a:lnTo>
                            <a:pt x="519" y="202"/>
                          </a:lnTo>
                          <a:lnTo>
                            <a:pt x="517" y="204"/>
                          </a:lnTo>
                          <a:lnTo>
                            <a:pt x="517" y="205"/>
                          </a:lnTo>
                          <a:lnTo>
                            <a:pt x="517" y="205"/>
                          </a:lnTo>
                          <a:close/>
                          <a:moveTo>
                            <a:pt x="495" y="191"/>
                          </a:moveTo>
                          <a:lnTo>
                            <a:pt x="497" y="190"/>
                          </a:lnTo>
                          <a:lnTo>
                            <a:pt x="495" y="189"/>
                          </a:lnTo>
                          <a:lnTo>
                            <a:pt x="495" y="191"/>
                          </a:lnTo>
                          <a:lnTo>
                            <a:pt x="495" y="191"/>
                          </a:lnTo>
                          <a:close/>
                          <a:moveTo>
                            <a:pt x="489" y="196"/>
                          </a:moveTo>
                          <a:lnTo>
                            <a:pt x="487" y="197"/>
                          </a:lnTo>
                          <a:lnTo>
                            <a:pt x="489" y="197"/>
                          </a:lnTo>
                          <a:lnTo>
                            <a:pt x="489" y="196"/>
                          </a:lnTo>
                          <a:lnTo>
                            <a:pt x="489" y="196"/>
                          </a:lnTo>
                          <a:close/>
                          <a:moveTo>
                            <a:pt x="494" y="217"/>
                          </a:moveTo>
                          <a:lnTo>
                            <a:pt x="491" y="219"/>
                          </a:lnTo>
                          <a:lnTo>
                            <a:pt x="493" y="219"/>
                          </a:lnTo>
                          <a:lnTo>
                            <a:pt x="494" y="217"/>
                          </a:lnTo>
                          <a:lnTo>
                            <a:pt x="494" y="217"/>
                          </a:lnTo>
                          <a:close/>
                          <a:moveTo>
                            <a:pt x="489" y="213"/>
                          </a:moveTo>
                          <a:lnTo>
                            <a:pt x="490" y="212"/>
                          </a:lnTo>
                          <a:lnTo>
                            <a:pt x="493" y="213"/>
                          </a:lnTo>
                          <a:lnTo>
                            <a:pt x="493" y="215"/>
                          </a:lnTo>
                          <a:lnTo>
                            <a:pt x="491" y="216"/>
                          </a:lnTo>
                          <a:lnTo>
                            <a:pt x="489" y="215"/>
                          </a:lnTo>
                          <a:lnTo>
                            <a:pt x="489" y="213"/>
                          </a:lnTo>
                          <a:lnTo>
                            <a:pt x="489" y="213"/>
                          </a:lnTo>
                          <a:close/>
                          <a:moveTo>
                            <a:pt x="474" y="202"/>
                          </a:moveTo>
                          <a:lnTo>
                            <a:pt x="475" y="202"/>
                          </a:lnTo>
                          <a:lnTo>
                            <a:pt x="476" y="202"/>
                          </a:lnTo>
                          <a:lnTo>
                            <a:pt x="475" y="204"/>
                          </a:lnTo>
                          <a:lnTo>
                            <a:pt x="474" y="204"/>
                          </a:lnTo>
                          <a:lnTo>
                            <a:pt x="474" y="202"/>
                          </a:lnTo>
                          <a:lnTo>
                            <a:pt x="474" y="202"/>
                          </a:lnTo>
                          <a:close/>
                          <a:moveTo>
                            <a:pt x="476" y="220"/>
                          </a:moveTo>
                          <a:lnTo>
                            <a:pt x="479" y="219"/>
                          </a:lnTo>
                          <a:lnTo>
                            <a:pt x="480" y="220"/>
                          </a:lnTo>
                          <a:lnTo>
                            <a:pt x="478" y="220"/>
                          </a:lnTo>
                          <a:lnTo>
                            <a:pt x="476" y="220"/>
                          </a:lnTo>
                          <a:lnTo>
                            <a:pt x="476" y="220"/>
                          </a:lnTo>
                          <a:close/>
                          <a:moveTo>
                            <a:pt x="455" y="209"/>
                          </a:moveTo>
                          <a:lnTo>
                            <a:pt x="457" y="208"/>
                          </a:lnTo>
                          <a:lnTo>
                            <a:pt x="456" y="206"/>
                          </a:lnTo>
                          <a:lnTo>
                            <a:pt x="455" y="208"/>
                          </a:lnTo>
                          <a:lnTo>
                            <a:pt x="455" y="209"/>
                          </a:lnTo>
                          <a:lnTo>
                            <a:pt x="455" y="209"/>
                          </a:lnTo>
                          <a:close/>
                          <a:moveTo>
                            <a:pt x="463" y="217"/>
                          </a:moveTo>
                          <a:lnTo>
                            <a:pt x="467" y="219"/>
                          </a:lnTo>
                          <a:lnTo>
                            <a:pt x="470" y="217"/>
                          </a:lnTo>
                          <a:lnTo>
                            <a:pt x="470" y="219"/>
                          </a:lnTo>
                          <a:lnTo>
                            <a:pt x="466" y="220"/>
                          </a:lnTo>
                          <a:lnTo>
                            <a:pt x="463" y="219"/>
                          </a:lnTo>
                          <a:lnTo>
                            <a:pt x="463" y="217"/>
                          </a:lnTo>
                          <a:lnTo>
                            <a:pt x="463" y="217"/>
                          </a:lnTo>
                          <a:close/>
                          <a:moveTo>
                            <a:pt x="459" y="219"/>
                          </a:moveTo>
                          <a:lnTo>
                            <a:pt x="460" y="219"/>
                          </a:lnTo>
                          <a:lnTo>
                            <a:pt x="460" y="220"/>
                          </a:lnTo>
                          <a:lnTo>
                            <a:pt x="459" y="219"/>
                          </a:lnTo>
                          <a:lnTo>
                            <a:pt x="459" y="219"/>
                          </a:lnTo>
                          <a:close/>
                          <a:moveTo>
                            <a:pt x="452" y="219"/>
                          </a:moveTo>
                          <a:lnTo>
                            <a:pt x="453" y="217"/>
                          </a:lnTo>
                          <a:lnTo>
                            <a:pt x="455" y="219"/>
                          </a:lnTo>
                          <a:lnTo>
                            <a:pt x="453" y="219"/>
                          </a:lnTo>
                          <a:lnTo>
                            <a:pt x="452" y="219"/>
                          </a:lnTo>
                          <a:lnTo>
                            <a:pt x="452" y="219"/>
                          </a:lnTo>
                          <a:close/>
                          <a:moveTo>
                            <a:pt x="399" y="249"/>
                          </a:moveTo>
                          <a:lnTo>
                            <a:pt x="398" y="251"/>
                          </a:lnTo>
                          <a:lnTo>
                            <a:pt x="399" y="253"/>
                          </a:lnTo>
                          <a:lnTo>
                            <a:pt x="404" y="251"/>
                          </a:lnTo>
                          <a:lnTo>
                            <a:pt x="408" y="249"/>
                          </a:lnTo>
                          <a:lnTo>
                            <a:pt x="411" y="249"/>
                          </a:lnTo>
                          <a:lnTo>
                            <a:pt x="413" y="249"/>
                          </a:lnTo>
                          <a:lnTo>
                            <a:pt x="415" y="247"/>
                          </a:lnTo>
                          <a:lnTo>
                            <a:pt x="418" y="244"/>
                          </a:lnTo>
                          <a:lnTo>
                            <a:pt x="423" y="240"/>
                          </a:lnTo>
                          <a:lnTo>
                            <a:pt x="425" y="238"/>
                          </a:lnTo>
                          <a:lnTo>
                            <a:pt x="426" y="238"/>
                          </a:lnTo>
                          <a:lnTo>
                            <a:pt x="422" y="235"/>
                          </a:lnTo>
                          <a:lnTo>
                            <a:pt x="419" y="231"/>
                          </a:lnTo>
                          <a:lnTo>
                            <a:pt x="418" y="232"/>
                          </a:lnTo>
                          <a:lnTo>
                            <a:pt x="415" y="232"/>
                          </a:lnTo>
                          <a:lnTo>
                            <a:pt x="415" y="236"/>
                          </a:lnTo>
                          <a:lnTo>
                            <a:pt x="413" y="236"/>
                          </a:lnTo>
                          <a:lnTo>
                            <a:pt x="410" y="238"/>
                          </a:lnTo>
                          <a:lnTo>
                            <a:pt x="407" y="235"/>
                          </a:lnTo>
                          <a:lnTo>
                            <a:pt x="407" y="236"/>
                          </a:lnTo>
                          <a:lnTo>
                            <a:pt x="404" y="238"/>
                          </a:lnTo>
                          <a:lnTo>
                            <a:pt x="403" y="240"/>
                          </a:lnTo>
                          <a:lnTo>
                            <a:pt x="400" y="246"/>
                          </a:lnTo>
                          <a:lnTo>
                            <a:pt x="400" y="246"/>
                          </a:lnTo>
                          <a:lnTo>
                            <a:pt x="402" y="247"/>
                          </a:lnTo>
                          <a:lnTo>
                            <a:pt x="402" y="249"/>
                          </a:lnTo>
                          <a:lnTo>
                            <a:pt x="400" y="249"/>
                          </a:lnTo>
                          <a:lnTo>
                            <a:pt x="399" y="249"/>
                          </a:lnTo>
                          <a:lnTo>
                            <a:pt x="399" y="249"/>
                          </a:lnTo>
                          <a:close/>
                          <a:moveTo>
                            <a:pt x="396" y="251"/>
                          </a:moveTo>
                          <a:lnTo>
                            <a:pt x="398" y="249"/>
                          </a:lnTo>
                          <a:lnTo>
                            <a:pt x="396" y="249"/>
                          </a:lnTo>
                          <a:lnTo>
                            <a:pt x="395" y="250"/>
                          </a:lnTo>
                          <a:lnTo>
                            <a:pt x="396" y="251"/>
                          </a:lnTo>
                          <a:lnTo>
                            <a:pt x="396" y="251"/>
                          </a:lnTo>
                          <a:close/>
                          <a:moveTo>
                            <a:pt x="396" y="253"/>
                          </a:moveTo>
                          <a:lnTo>
                            <a:pt x="394" y="254"/>
                          </a:lnTo>
                          <a:lnTo>
                            <a:pt x="395" y="255"/>
                          </a:lnTo>
                          <a:lnTo>
                            <a:pt x="389" y="257"/>
                          </a:lnTo>
                          <a:lnTo>
                            <a:pt x="388" y="259"/>
                          </a:lnTo>
                          <a:lnTo>
                            <a:pt x="389" y="259"/>
                          </a:lnTo>
                          <a:lnTo>
                            <a:pt x="396" y="257"/>
                          </a:lnTo>
                          <a:lnTo>
                            <a:pt x="398" y="255"/>
                          </a:lnTo>
                          <a:lnTo>
                            <a:pt x="396" y="253"/>
                          </a:lnTo>
                          <a:lnTo>
                            <a:pt x="396" y="253"/>
                          </a:lnTo>
                          <a:close/>
                          <a:moveTo>
                            <a:pt x="376" y="253"/>
                          </a:moveTo>
                          <a:lnTo>
                            <a:pt x="377" y="254"/>
                          </a:lnTo>
                          <a:lnTo>
                            <a:pt x="377" y="255"/>
                          </a:lnTo>
                          <a:lnTo>
                            <a:pt x="376" y="255"/>
                          </a:lnTo>
                          <a:lnTo>
                            <a:pt x="373" y="255"/>
                          </a:lnTo>
                          <a:lnTo>
                            <a:pt x="375" y="254"/>
                          </a:lnTo>
                          <a:lnTo>
                            <a:pt x="376" y="253"/>
                          </a:lnTo>
                          <a:lnTo>
                            <a:pt x="376" y="253"/>
                          </a:lnTo>
                          <a:close/>
                          <a:moveTo>
                            <a:pt x="334" y="238"/>
                          </a:moveTo>
                          <a:lnTo>
                            <a:pt x="341" y="234"/>
                          </a:lnTo>
                          <a:lnTo>
                            <a:pt x="345" y="238"/>
                          </a:lnTo>
                          <a:lnTo>
                            <a:pt x="347" y="238"/>
                          </a:lnTo>
                          <a:lnTo>
                            <a:pt x="349" y="236"/>
                          </a:lnTo>
                          <a:lnTo>
                            <a:pt x="353" y="238"/>
                          </a:lnTo>
                          <a:lnTo>
                            <a:pt x="354" y="240"/>
                          </a:lnTo>
                          <a:lnTo>
                            <a:pt x="357" y="240"/>
                          </a:lnTo>
                          <a:lnTo>
                            <a:pt x="358" y="243"/>
                          </a:lnTo>
                          <a:lnTo>
                            <a:pt x="361" y="246"/>
                          </a:lnTo>
                          <a:lnTo>
                            <a:pt x="361" y="247"/>
                          </a:lnTo>
                          <a:lnTo>
                            <a:pt x="358" y="250"/>
                          </a:lnTo>
                          <a:lnTo>
                            <a:pt x="354" y="250"/>
                          </a:lnTo>
                          <a:lnTo>
                            <a:pt x="350" y="249"/>
                          </a:lnTo>
                          <a:lnTo>
                            <a:pt x="347" y="244"/>
                          </a:lnTo>
                          <a:lnTo>
                            <a:pt x="346" y="244"/>
                          </a:lnTo>
                          <a:lnTo>
                            <a:pt x="343" y="242"/>
                          </a:lnTo>
                          <a:lnTo>
                            <a:pt x="341" y="242"/>
                          </a:lnTo>
                          <a:lnTo>
                            <a:pt x="336" y="242"/>
                          </a:lnTo>
                          <a:lnTo>
                            <a:pt x="334" y="239"/>
                          </a:lnTo>
                          <a:lnTo>
                            <a:pt x="334" y="238"/>
                          </a:lnTo>
                          <a:lnTo>
                            <a:pt x="334" y="238"/>
                          </a:lnTo>
                          <a:close/>
                          <a:moveTo>
                            <a:pt x="290" y="205"/>
                          </a:moveTo>
                          <a:lnTo>
                            <a:pt x="292" y="205"/>
                          </a:lnTo>
                          <a:lnTo>
                            <a:pt x="293" y="205"/>
                          </a:lnTo>
                          <a:lnTo>
                            <a:pt x="293" y="205"/>
                          </a:lnTo>
                          <a:lnTo>
                            <a:pt x="290" y="205"/>
                          </a:lnTo>
                          <a:lnTo>
                            <a:pt x="290" y="205"/>
                          </a:lnTo>
                          <a:lnTo>
                            <a:pt x="290" y="205"/>
                          </a:lnTo>
                          <a:close/>
                          <a:moveTo>
                            <a:pt x="282" y="201"/>
                          </a:moveTo>
                          <a:lnTo>
                            <a:pt x="283" y="202"/>
                          </a:lnTo>
                          <a:lnTo>
                            <a:pt x="286" y="200"/>
                          </a:lnTo>
                          <a:lnTo>
                            <a:pt x="288" y="201"/>
                          </a:lnTo>
                          <a:lnTo>
                            <a:pt x="288" y="201"/>
                          </a:lnTo>
                          <a:lnTo>
                            <a:pt x="288" y="200"/>
                          </a:lnTo>
                          <a:lnTo>
                            <a:pt x="286" y="198"/>
                          </a:lnTo>
                          <a:lnTo>
                            <a:pt x="283" y="198"/>
                          </a:lnTo>
                          <a:lnTo>
                            <a:pt x="282" y="200"/>
                          </a:lnTo>
                          <a:lnTo>
                            <a:pt x="282" y="201"/>
                          </a:lnTo>
                          <a:lnTo>
                            <a:pt x="282" y="201"/>
                          </a:lnTo>
                          <a:close/>
                          <a:moveTo>
                            <a:pt x="434" y="215"/>
                          </a:moveTo>
                          <a:lnTo>
                            <a:pt x="438" y="213"/>
                          </a:lnTo>
                          <a:lnTo>
                            <a:pt x="442" y="215"/>
                          </a:lnTo>
                          <a:lnTo>
                            <a:pt x="444" y="215"/>
                          </a:lnTo>
                          <a:lnTo>
                            <a:pt x="445" y="213"/>
                          </a:lnTo>
                          <a:lnTo>
                            <a:pt x="447" y="212"/>
                          </a:lnTo>
                          <a:lnTo>
                            <a:pt x="449" y="210"/>
                          </a:lnTo>
                          <a:lnTo>
                            <a:pt x="448" y="209"/>
                          </a:lnTo>
                          <a:lnTo>
                            <a:pt x="447" y="209"/>
                          </a:lnTo>
                          <a:lnTo>
                            <a:pt x="444" y="210"/>
                          </a:lnTo>
                          <a:lnTo>
                            <a:pt x="438" y="210"/>
                          </a:lnTo>
                          <a:lnTo>
                            <a:pt x="437" y="209"/>
                          </a:lnTo>
                          <a:lnTo>
                            <a:pt x="436" y="210"/>
                          </a:lnTo>
                          <a:lnTo>
                            <a:pt x="434" y="213"/>
                          </a:lnTo>
                          <a:lnTo>
                            <a:pt x="434" y="215"/>
                          </a:lnTo>
                          <a:lnTo>
                            <a:pt x="434" y="215"/>
                          </a:lnTo>
                          <a:close/>
                          <a:moveTo>
                            <a:pt x="430" y="219"/>
                          </a:moveTo>
                          <a:lnTo>
                            <a:pt x="429" y="220"/>
                          </a:lnTo>
                          <a:lnTo>
                            <a:pt x="430" y="220"/>
                          </a:lnTo>
                          <a:lnTo>
                            <a:pt x="432" y="220"/>
                          </a:lnTo>
                          <a:lnTo>
                            <a:pt x="430" y="219"/>
                          </a:lnTo>
                          <a:lnTo>
                            <a:pt x="430" y="219"/>
                          </a:lnTo>
                          <a:close/>
                          <a:moveTo>
                            <a:pt x="417" y="219"/>
                          </a:moveTo>
                          <a:lnTo>
                            <a:pt x="414" y="220"/>
                          </a:lnTo>
                          <a:lnTo>
                            <a:pt x="415" y="220"/>
                          </a:lnTo>
                          <a:lnTo>
                            <a:pt x="415" y="221"/>
                          </a:lnTo>
                          <a:lnTo>
                            <a:pt x="415" y="223"/>
                          </a:lnTo>
                          <a:lnTo>
                            <a:pt x="418" y="223"/>
                          </a:lnTo>
                          <a:lnTo>
                            <a:pt x="422" y="221"/>
                          </a:lnTo>
                          <a:lnTo>
                            <a:pt x="423" y="220"/>
                          </a:lnTo>
                          <a:lnTo>
                            <a:pt x="422" y="219"/>
                          </a:lnTo>
                          <a:lnTo>
                            <a:pt x="418" y="219"/>
                          </a:lnTo>
                          <a:lnTo>
                            <a:pt x="417" y="219"/>
                          </a:lnTo>
                          <a:lnTo>
                            <a:pt x="417" y="219"/>
                          </a:lnTo>
                          <a:close/>
                          <a:moveTo>
                            <a:pt x="407" y="224"/>
                          </a:moveTo>
                          <a:lnTo>
                            <a:pt x="408" y="224"/>
                          </a:lnTo>
                          <a:lnTo>
                            <a:pt x="410" y="225"/>
                          </a:lnTo>
                          <a:lnTo>
                            <a:pt x="413" y="223"/>
                          </a:lnTo>
                          <a:lnTo>
                            <a:pt x="413" y="221"/>
                          </a:lnTo>
                          <a:lnTo>
                            <a:pt x="411" y="223"/>
                          </a:lnTo>
                          <a:lnTo>
                            <a:pt x="408" y="223"/>
                          </a:lnTo>
                          <a:lnTo>
                            <a:pt x="407" y="224"/>
                          </a:lnTo>
                          <a:lnTo>
                            <a:pt x="407" y="224"/>
                          </a:lnTo>
                          <a:close/>
                          <a:moveTo>
                            <a:pt x="398" y="224"/>
                          </a:moveTo>
                          <a:lnTo>
                            <a:pt x="402" y="223"/>
                          </a:lnTo>
                          <a:lnTo>
                            <a:pt x="400" y="221"/>
                          </a:lnTo>
                          <a:lnTo>
                            <a:pt x="402" y="220"/>
                          </a:lnTo>
                          <a:lnTo>
                            <a:pt x="403" y="221"/>
                          </a:lnTo>
                          <a:lnTo>
                            <a:pt x="406" y="220"/>
                          </a:lnTo>
                          <a:lnTo>
                            <a:pt x="407" y="220"/>
                          </a:lnTo>
                          <a:lnTo>
                            <a:pt x="404" y="223"/>
                          </a:lnTo>
                          <a:lnTo>
                            <a:pt x="403" y="225"/>
                          </a:lnTo>
                          <a:lnTo>
                            <a:pt x="399" y="225"/>
                          </a:lnTo>
                          <a:lnTo>
                            <a:pt x="398" y="224"/>
                          </a:lnTo>
                          <a:lnTo>
                            <a:pt x="398" y="224"/>
                          </a:lnTo>
                          <a:close/>
                          <a:moveTo>
                            <a:pt x="396" y="224"/>
                          </a:moveTo>
                          <a:lnTo>
                            <a:pt x="394" y="224"/>
                          </a:lnTo>
                          <a:lnTo>
                            <a:pt x="392" y="227"/>
                          </a:lnTo>
                          <a:lnTo>
                            <a:pt x="394" y="224"/>
                          </a:lnTo>
                          <a:lnTo>
                            <a:pt x="396" y="224"/>
                          </a:lnTo>
                          <a:lnTo>
                            <a:pt x="396" y="224"/>
                          </a:lnTo>
                          <a:close/>
                          <a:moveTo>
                            <a:pt x="398" y="220"/>
                          </a:moveTo>
                          <a:lnTo>
                            <a:pt x="395" y="221"/>
                          </a:lnTo>
                          <a:lnTo>
                            <a:pt x="396" y="221"/>
                          </a:lnTo>
                          <a:lnTo>
                            <a:pt x="398" y="220"/>
                          </a:lnTo>
                          <a:lnTo>
                            <a:pt x="398" y="220"/>
                          </a:lnTo>
                          <a:lnTo>
                            <a:pt x="398" y="220"/>
                          </a:lnTo>
                          <a:close/>
                          <a:moveTo>
                            <a:pt x="347" y="225"/>
                          </a:moveTo>
                          <a:lnTo>
                            <a:pt x="347" y="225"/>
                          </a:lnTo>
                          <a:lnTo>
                            <a:pt x="347" y="223"/>
                          </a:lnTo>
                          <a:lnTo>
                            <a:pt x="351" y="220"/>
                          </a:lnTo>
                          <a:lnTo>
                            <a:pt x="358" y="219"/>
                          </a:lnTo>
                          <a:lnTo>
                            <a:pt x="362" y="220"/>
                          </a:lnTo>
                          <a:lnTo>
                            <a:pt x="364" y="220"/>
                          </a:lnTo>
                          <a:lnTo>
                            <a:pt x="368" y="221"/>
                          </a:lnTo>
                          <a:lnTo>
                            <a:pt x="372" y="224"/>
                          </a:lnTo>
                          <a:lnTo>
                            <a:pt x="375" y="223"/>
                          </a:lnTo>
                          <a:lnTo>
                            <a:pt x="379" y="223"/>
                          </a:lnTo>
                          <a:lnTo>
                            <a:pt x="381" y="224"/>
                          </a:lnTo>
                          <a:lnTo>
                            <a:pt x="384" y="224"/>
                          </a:lnTo>
                          <a:lnTo>
                            <a:pt x="385" y="221"/>
                          </a:lnTo>
                          <a:lnTo>
                            <a:pt x="388" y="221"/>
                          </a:lnTo>
                          <a:lnTo>
                            <a:pt x="389" y="219"/>
                          </a:lnTo>
                          <a:lnTo>
                            <a:pt x="388" y="217"/>
                          </a:lnTo>
                          <a:lnTo>
                            <a:pt x="391" y="216"/>
                          </a:lnTo>
                          <a:lnTo>
                            <a:pt x="394" y="217"/>
                          </a:lnTo>
                          <a:lnTo>
                            <a:pt x="395" y="220"/>
                          </a:lnTo>
                          <a:lnTo>
                            <a:pt x="394" y="223"/>
                          </a:lnTo>
                          <a:lnTo>
                            <a:pt x="391" y="223"/>
                          </a:lnTo>
                          <a:lnTo>
                            <a:pt x="389" y="225"/>
                          </a:lnTo>
                          <a:lnTo>
                            <a:pt x="385" y="227"/>
                          </a:lnTo>
                          <a:lnTo>
                            <a:pt x="385" y="228"/>
                          </a:lnTo>
                          <a:lnTo>
                            <a:pt x="383" y="227"/>
                          </a:lnTo>
                          <a:lnTo>
                            <a:pt x="379" y="227"/>
                          </a:lnTo>
                          <a:lnTo>
                            <a:pt x="375" y="228"/>
                          </a:lnTo>
                          <a:lnTo>
                            <a:pt x="370" y="228"/>
                          </a:lnTo>
                          <a:lnTo>
                            <a:pt x="366" y="229"/>
                          </a:lnTo>
                          <a:lnTo>
                            <a:pt x="366" y="229"/>
                          </a:lnTo>
                          <a:lnTo>
                            <a:pt x="364" y="229"/>
                          </a:lnTo>
                          <a:lnTo>
                            <a:pt x="362" y="229"/>
                          </a:lnTo>
                          <a:lnTo>
                            <a:pt x="360" y="229"/>
                          </a:lnTo>
                          <a:lnTo>
                            <a:pt x="358" y="228"/>
                          </a:lnTo>
                          <a:lnTo>
                            <a:pt x="355" y="228"/>
                          </a:lnTo>
                          <a:lnTo>
                            <a:pt x="354" y="228"/>
                          </a:lnTo>
                          <a:lnTo>
                            <a:pt x="351" y="228"/>
                          </a:lnTo>
                          <a:lnTo>
                            <a:pt x="350" y="228"/>
                          </a:lnTo>
                          <a:lnTo>
                            <a:pt x="347" y="228"/>
                          </a:lnTo>
                          <a:lnTo>
                            <a:pt x="347" y="225"/>
                          </a:lnTo>
                          <a:lnTo>
                            <a:pt x="347" y="225"/>
                          </a:lnTo>
                          <a:close/>
                          <a:moveTo>
                            <a:pt x="345" y="225"/>
                          </a:moveTo>
                          <a:lnTo>
                            <a:pt x="343" y="228"/>
                          </a:lnTo>
                          <a:lnTo>
                            <a:pt x="346" y="228"/>
                          </a:lnTo>
                          <a:lnTo>
                            <a:pt x="346" y="225"/>
                          </a:lnTo>
                          <a:lnTo>
                            <a:pt x="345" y="225"/>
                          </a:lnTo>
                          <a:lnTo>
                            <a:pt x="345" y="225"/>
                          </a:lnTo>
                          <a:close/>
                          <a:moveTo>
                            <a:pt x="343" y="224"/>
                          </a:moveTo>
                          <a:lnTo>
                            <a:pt x="341" y="223"/>
                          </a:lnTo>
                          <a:lnTo>
                            <a:pt x="341" y="225"/>
                          </a:lnTo>
                          <a:lnTo>
                            <a:pt x="342" y="228"/>
                          </a:lnTo>
                          <a:lnTo>
                            <a:pt x="342" y="224"/>
                          </a:lnTo>
                          <a:lnTo>
                            <a:pt x="343" y="224"/>
                          </a:lnTo>
                          <a:lnTo>
                            <a:pt x="343" y="224"/>
                          </a:lnTo>
                          <a:close/>
                          <a:moveTo>
                            <a:pt x="303" y="225"/>
                          </a:moveTo>
                          <a:lnTo>
                            <a:pt x="303" y="227"/>
                          </a:lnTo>
                          <a:lnTo>
                            <a:pt x="304" y="228"/>
                          </a:lnTo>
                          <a:lnTo>
                            <a:pt x="303" y="229"/>
                          </a:lnTo>
                          <a:lnTo>
                            <a:pt x="304" y="231"/>
                          </a:lnTo>
                          <a:lnTo>
                            <a:pt x="307" y="232"/>
                          </a:lnTo>
                          <a:lnTo>
                            <a:pt x="311" y="231"/>
                          </a:lnTo>
                          <a:lnTo>
                            <a:pt x="312" y="232"/>
                          </a:lnTo>
                          <a:lnTo>
                            <a:pt x="315" y="231"/>
                          </a:lnTo>
                          <a:lnTo>
                            <a:pt x="316" y="229"/>
                          </a:lnTo>
                          <a:lnTo>
                            <a:pt x="319" y="231"/>
                          </a:lnTo>
                          <a:lnTo>
                            <a:pt x="323" y="229"/>
                          </a:lnTo>
                          <a:lnTo>
                            <a:pt x="326" y="229"/>
                          </a:lnTo>
                          <a:lnTo>
                            <a:pt x="328" y="227"/>
                          </a:lnTo>
                          <a:lnTo>
                            <a:pt x="330" y="229"/>
                          </a:lnTo>
                          <a:lnTo>
                            <a:pt x="332" y="228"/>
                          </a:lnTo>
                          <a:lnTo>
                            <a:pt x="335" y="229"/>
                          </a:lnTo>
                          <a:lnTo>
                            <a:pt x="334" y="227"/>
                          </a:lnTo>
                          <a:lnTo>
                            <a:pt x="338" y="227"/>
                          </a:lnTo>
                          <a:lnTo>
                            <a:pt x="338" y="224"/>
                          </a:lnTo>
                          <a:lnTo>
                            <a:pt x="336" y="225"/>
                          </a:lnTo>
                          <a:lnTo>
                            <a:pt x="336" y="223"/>
                          </a:lnTo>
                          <a:lnTo>
                            <a:pt x="336" y="221"/>
                          </a:lnTo>
                          <a:lnTo>
                            <a:pt x="334" y="220"/>
                          </a:lnTo>
                          <a:lnTo>
                            <a:pt x="334" y="223"/>
                          </a:lnTo>
                          <a:lnTo>
                            <a:pt x="332" y="223"/>
                          </a:lnTo>
                          <a:lnTo>
                            <a:pt x="332" y="220"/>
                          </a:lnTo>
                          <a:lnTo>
                            <a:pt x="330" y="219"/>
                          </a:lnTo>
                          <a:lnTo>
                            <a:pt x="327" y="220"/>
                          </a:lnTo>
                          <a:lnTo>
                            <a:pt x="324" y="219"/>
                          </a:lnTo>
                          <a:lnTo>
                            <a:pt x="322" y="217"/>
                          </a:lnTo>
                          <a:lnTo>
                            <a:pt x="317" y="219"/>
                          </a:lnTo>
                          <a:lnTo>
                            <a:pt x="317" y="221"/>
                          </a:lnTo>
                          <a:lnTo>
                            <a:pt x="324" y="223"/>
                          </a:lnTo>
                          <a:lnTo>
                            <a:pt x="326" y="225"/>
                          </a:lnTo>
                          <a:lnTo>
                            <a:pt x="322" y="225"/>
                          </a:lnTo>
                          <a:lnTo>
                            <a:pt x="320" y="227"/>
                          </a:lnTo>
                          <a:lnTo>
                            <a:pt x="316" y="224"/>
                          </a:lnTo>
                          <a:lnTo>
                            <a:pt x="316" y="223"/>
                          </a:lnTo>
                          <a:lnTo>
                            <a:pt x="313" y="221"/>
                          </a:lnTo>
                          <a:lnTo>
                            <a:pt x="312" y="223"/>
                          </a:lnTo>
                          <a:lnTo>
                            <a:pt x="309" y="221"/>
                          </a:lnTo>
                          <a:lnTo>
                            <a:pt x="305" y="223"/>
                          </a:lnTo>
                          <a:lnTo>
                            <a:pt x="305" y="223"/>
                          </a:lnTo>
                          <a:lnTo>
                            <a:pt x="303" y="225"/>
                          </a:lnTo>
                          <a:lnTo>
                            <a:pt x="303" y="225"/>
                          </a:lnTo>
                          <a:close/>
                          <a:moveTo>
                            <a:pt x="294" y="221"/>
                          </a:moveTo>
                          <a:lnTo>
                            <a:pt x="297" y="220"/>
                          </a:lnTo>
                          <a:lnTo>
                            <a:pt x="303" y="221"/>
                          </a:lnTo>
                          <a:lnTo>
                            <a:pt x="301" y="224"/>
                          </a:lnTo>
                          <a:lnTo>
                            <a:pt x="300" y="227"/>
                          </a:lnTo>
                          <a:lnTo>
                            <a:pt x="300" y="229"/>
                          </a:lnTo>
                          <a:lnTo>
                            <a:pt x="298" y="228"/>
                          </a:lnTo>
                          <a:lnTo>
                            <a:pt x="296" y="229"/>
                          </a:lnTo>
                          <a:lnTo>
                            <a:pt x="292" y="228"/>
                          </a:lnTo>
                          <a:lnTo>
                            <a:pt x="290" y="227"/>
                          </a:lnTo>
                          <a:lnTo>
                            <a:pt x="292" y="225"/>
                          </a:lnTo>
                          <a:lnTo>
                            <a:pt x="294" y="225"/>
                          </a:lnTo>
                          <a:lnTo>
                            <a:pt x="294" y="221"/>
                          </a:lnTo>
                          <a:lnTo>
                            <a:pt x="294" y="221"/>
                          </a:lnTo>
                          <a:close/>
                          <a:moveTo>
                            <a:pt x="285" y="227"/>
                          </a:moveTo>
                          <a:lnTo>
                            <a:pt x="286" y="225"/>
                          </a:lnTo>
                          <a:lnTo>
                            <a:pt x="288" y="227"/>
                          </a:lnTo>
                          <a:lnTo>
                            <a:pt x="286" y="227"/>
                          </a:lnTo>
                          <a:lnTo>
                            <a:pt x="285" y="227"/>
                          </a:lnTo>
                          <a:lnTo>
                            <a:pt x="285" y="227"/>
                          </a:lnTo>
                          <a:close/>
                          <a:moveTo>
                            <a:pt x="271" y="217"/>
                          </a:moveTo>
                          <a:lnTo>
                            <a:pt x="271" y="220"/>
                          </a:lnTo>
                          <a:lnTo>
                            <a:pt x="273" y="221"/>
                          </a:lnTo>
                          <a:lnTo>
                            <a:pt x="277" y="223"/>
                          </a:lnTo>
                          <a:lnTo>
                            <a:pt x="281" y="225"/>
                          </a:lnTo>
                          <a:lnTo>
                            <a:pt x="281" y="227"/>
                          </a:lnTo>
                          <a:lnTo>
                            <a:pt x="282" y="225"/>
                          </a:lnTo>
                          <a:lnTo>
                            <a:pt x="285" y="224"/>
                          </a:lnTo>
                          <a:lnTo>
                            <a:pt x="286" y="223"/>
                          </a:lnTo>
                          <a:lnTo>
                            <a:pt x="289" y="223"/>
                          </a:lnTo>
                          <a:lnTo>
                            <a:pt x="289" y="221"/>
                          </a:lnTo>
                          <a:lnTo>
                            <a:pt x="286" y="217"/>
                          </a:lnTo>
                          <a:lnTo>
                            <a:pt x="282" y="216"/>
                          </a:lnTo>
                          <a:lnTo>
                            <a:pt x="278" y="217"/>
                          </a:lnTo>
                          <a:lnTo>
                            <a:pt x="275" y="217"/>
                          </a:lnTo>
                          <a:lnTo>
                            <a:pt x="271" y="217"/>
                          </a:lnTo>
                          <a:lnTo>
                            <a:pt x="271" y="217"/>
                          </a:lnTo>
                          <a:close/>
                          <a:moveTo>
                            <a:pt x="618" y="220"/>
                          </a:moveTo>
                          <a:lnTo>
                            <a:pt x="619" y="220"/>
                          </a:lnTo>
                          <a:lnTo>
                            <a:pt x="622" y="221"/>
                          </a:lnTo>
                          <a:lnTo>
                            <a:pt x="622" y="220"/>
                          </a:lnTo>
                          <a:lnTo>
                            <a:pt x="620" y="217"/>
                          </a:lnTo>
                          <a:lnTo>
                            <a:pt x="620" y="217"/>
                          </a:lnTo>
                          <a:lnTo>
                            <a:pt x="619" y="217"/>
                          </a:lnTo>
                          <a:lnTo>
                            <a:pt x="618" y="220"/>
                          </a:lnTo>
                          <a:lnTo>
                            <a:pt x="618" y="220"/>
                          </a:lnTo>
                          <a:close/>
                          <a:moveTo>
                            <a:pt x="603" y="220"/>
                          </a:moveTo>
                          <a:lnTo>
                            <a:pt x="603" y="220"/>
                          </a:lnTo>
                          <a:lnTo>
                            <a:pt x="608" y="220"/>
                          </a:lnTo>
                          <a:lnTo>
                            <a:pt x="610" y="220"/>
                          </a:lnTo>
                          <a:lnTo>
                            <a:pt x="614" y="220"/>
                          </a:lnTo>
                          <a:lnTo>
                            <a:pt x="616" y="219"/>
                          </a:lnTo>
                          <a:lnTo>
                            <a:pt x="618" y="216"/>
                          </a:lnTo>
                          <a:lnTo>
                            <a:pt x="620" y="216"/>
                          </a:lnTo>
                          <a:lnTo>
                            <a:pt x="622" y="215"/>
                          </a:lnTo>
                          <a:lnTo>
                            <a:pt x="622" y="213"/>
                          </a:lnTo>
                          <a:lnTo>
                            <a:pt x="622" y="212"/>
                          </a:lnTo>
                          <a:lnTo>
                            <a:pt x="623" y="210"/>
                          </a:lnTo>
                          <a:lnTo>
                            <a:pt x="623" y="209"/>
                          </a:lnTo>
                          <a:lnTo>
                            <a:pt x="622" y="208"/>
                          </a:lnTo>
                          <a:lnTo>
                            <a:pt x="620" y="206"/>
                          </a:lnTo>
                          <a:lnTo>
                            <a:pt x="615" y="206"/>
                          </a:lnTo>
                          <a:lnTo>
                            <a:pt x="612" y="208"/>
                          </a:lnTo>
                          <a:lnTo>
                            <a:pt x="611" y="212"/>
                          </a:lnTo>
                          <a:lnTo>
                            <a:pt x="610" y="215"/>
                          </a:lnTo>
                          <a:lnTo>
                            <a:pt x="603" y="220"/>
                          </a:lnTo>
                          <a:lnTo>
                            <a:pt x="603" y="220"/>
                          </a:lnTo>
                          <a:close/>
                          <a:moveTo>
                            <a:pt x="251" y="198"/>
                          </a:moveTo>
                          <a:lnTo>
                            <a:pt x="248" y="202"/>
                          </a:lnTo>
                          <a:lnTo>
                            <a:pt x="251" y="205"/>
                          </a:lnTo>
                          <a:lnTo>
                            <a:pt x="254" y="205"/>
                          </a:lnTo>
                          <a:lnTo>
                            <a:pt x="255" y="204"/>
                          </a:lnTo>
                          <a:lnTo>
                            <a:pt x="260" y="204"/>
                          </a:lnTo>
                          <a:lnTo>
                            <a:pt x="262" y="202"/>
                          </a:lnTo>
                          <a:lnTo>
                            <a:pt x="266" y="202"/>
                          </a:lnTo>
                          <a:lnTo>
                            <a:pt x="267" y="201"/>
                          </a:lnTo>
                          <a:lnTo>
                            <a:pt x="266" y="200"/>
                          </a:lnTo>
                          <a:lnTo>
                            <a:pt x="262" y="201"/>
                          </a:lnTo>
                          <a:lnTo>
                            <a:pt x="259" y="200"/>
                          </a:lnTo>
                          <a:lnTo>
                            <a:pt x="252" y="200"/>
                          </a:lnTo>
                          <a:lnTo>
                            <a:pt x="251" y="198"/>
                          </a:lnTo>
                          <a:lnTo>
                            <a:pt x="251" y="198"/>
                          </a:lnTo>
                          <a:close/>
                          <a:moveTo>
                            <a:pt x="144" y="194"/>
                          </a:moveTo>
                          <a:lnTo>
                            <a:pt x="144" y="196"/>
                          </a:lnTo>
                          <a:lnTo>
                            <a:pt x="145" y="196"/>
                          </a:lnTo>
                          <a:lnTo>
                            <a:pt x="145" y="194"/>
                          </a:lnTo>
                          <a:lnTo>
                            <a:pt x="144" y="194"/>
                          </a:lnTo>
                          <a:lnTo>
                            <a:pt x="144" y="194"/>
                          </a:lnTo>
                          <a:close/>
                          <a:moveTo>
                            <a:pt x="145" y="196"/>
                          </a:moveTo>
                          <a:lnTo>
                            <a:pt x="146" y="197"/>
                          </a:lnTo>
                          <a:lnTo>
                            <a:pt x="149" y="197"/>
                          </a:lnTo>
                          <a:lnTo>
                            <a:pt x="149" y="194"/>
                          </a:lnTo>
                          <a:lnTo>
                            <a:pt x="152" y="193"/>
                          </a:lnTo>
                          <a:lnTo>
                            <a:pt x="153" y="190"/>
                          </a:lnTo>
                          <a:lnTo>
                            <a:pt x="153" y="187"/>
                          </a:lnTo>
                          <a:lnTo>
                            <a:pt x="156" y="183"/>
                          </a:lnTo>
                          <a:lnTo>
                            <a:pt x="157" y="185"/>
                          </a:lnTo>
                          <a:lnTo>
                            <a:pt x="160" y="185"/>
                          </a:lnTo>
                          <a:lnTo>
                            <a:pt x="165" y="186"/>
                          </a:lnTo>
                          <a:lnTo>
                            <a:pt x="167" y="187"/>
                          </a:lnTo>
                          <a:lnTo>
                            <a:pt x="168" y="186"/>
                          </a:lnTo>
                          <a:lnTo>
                            <a:pt x="169" y="185"/>
                          </a:lnTo>
                          <a:lnTo>
                            <a:pt x="173" y="186"/>
                          </a:lnTo>
                          <a:lnTo>
                            <a:pt x="176" y="187"/>
                          </a:lnTo>
                          <a:lnTo>
                            <a:pt x="182" y="189"/>
                          </a:lnTo>
                          <a:lnTo>
                            <a:pt x="188" y="190"/>
                          </a:lnTo>
                          <a:lnTo>
                            <a:pt x="190" y="193"/>
                          </a:lnTo>
                          <a:lnTo>
                            <a:pt x="190" y="196"/>
                          </a:lnTo>
                          <a:lnTo>
                            <a:pt x="190" y="197"/>
                          </a:lnTo>
                          <a:lnTo>
                            <a:pt x="195" y="198"/>
                          </a:lnTo>
                          <a:lnTo>
                            <a:pt x="203" y="198"/>
                          </a:lnTo>
                          <a:lnTo>
                            <a:pt x="211" y="200"/>
                          </a:lnTo>
                          <a:lnTo>
                            <a:pt x="218" y="198"/>
                          </a:lnTo>
                          <a:lnTo>
                            <a:pt x="220" y="197"/>
                          </a:lnTo>
                          <a:lnTo>
                            <a:pt x="220" y="190"/>
                          </a:lnTo>
                          <a:lnTo>
                            <a:pt x="222" y="190"/>
                          </a:lnTo>
                          <a:lnTo>
                            <a:pt x="226" y="194"/>
                          </a:lnTo>
                          <a:lnTo>
                            <a:pt x="229" y="194"/>
                          </a:lnTo>
                          <a:lnTo>
                            <a:pt x="232" y="194"/>
                          </a:lnTo>
                          <a:lnTo>
                            <a:pt x="233" y="196"/>
                          </a:lnTo>
                          <a:lnTo>
                            <a:pt x="236" y="198"/>
                          </a:lnTo>
                          <a:lnTo>
                            <a:pt x="239" y="197"/>
                          </a:lnTo>
                          <a:lnTo>
                            <a:pt x="240" y="200"/>
                          </a:lnTo>
                          <a:lnTo>
                            <a:pt x="243" y="198"/>
                          </a:lnTo>
                          <a:lnTo>
                            <a:pt x="247" y="198"/>
                          </a:lnTo>
                          <a:lnTo>
                            <a:pt x="247" y="202"/>
                          </a:lnTo>
                          <a:lnTo>
                            <a:pt x="250" y="206"/>
                          </a:lnTo>
                          <a:lnTo>
                            <a:pt x="250" y="208"/>
                          </a:lnTo>
                          <a:lnTo>
                            <a:pt x="251" y="210"/>
                          </a:lnTo>
                          <a:lnTo>
                            <a:pt x="255" y="212"/>
                          </a:lnTo>
                          <a:lnTo>
                            <a:pt x="258" y="210"/>
                          </a:lnTo>
                          <a:lnTo>
                            <a:pt x="260" y="212"/>
                          </a:lnTo>
                          <a:lnTo>
                            <a:pt x="262" y="212"/>
                          </a:lnTo>
                          <a:lnTo>
                            <a:pt x="264" y="210"/>
                          </a:lnTo>
                          <a:lnTo>
                            <a:pt x="266" y="210"/>
                          </a:lnTo>
                          <a:lnTo>
                            <a:pt x="267" y="212"/>
                          </a:lnTo>
                          <a:lnTo>
                            <a:pt x="270" y="212"/>
                          </a:lnTo>
                          <a:lnTo>
                            <a:pt x="271" y="215"/>
                          </a:lnTo>
                          <a:lnTo>
                            <a:pt x="270" y="220"/>
                          </a:lnTo>
                          <a:lnTo>
                            <a:pt x="269" y="221"/>
                          </a:lnTo>
                          <a:lnTo>
                            <a:pt x="270" y="223"/>
                          </a:lnTo>
                          <a:lnTo>
                            <a:pt x="271" y="227"/>
                          </a:lnTo>
                          <a:lnTo>
                            <a:pt x="270" y="228"/>
                          </a:lnTo>
                          <a:lnTo>
                            <a:pt x="267" y="225"/>
                          </a:lnTo>
                          <a:lnTo>
                            <a:pt x="264" y="225"/>
                          </a:lnTo>
                          <a:lnTo>
                            <a:pt x="260" y="223"/>
                          </a:lnTo>
                          <a:lnTo>
                            <a:pt x="258" y="223"/>
                          </a:lnTo>
                          <a:lnTo>
                            <a:pt x="255" y="220"/>
                          </a:lnTo>
                          <a:lnTo>
                            <a:pt x="252" y="219"/>
                          </a:lnTo>
                          <a:lnTo>
                            <a:pt x="248" y="221"/>
                          </a:lnTo>
                          <a:lnTo>
                            <a:pt x="244" y="221"/>
                          </a:lnTo>
                          <a:lnTo>
                            <a:pt x="241" y="220"/>
                          </a:lnTo>
                          <a:lnTo>
                            <a:pt x="237" y="219"/>
                          </a:lnTo>
                          <a:lnTo>
                            <a:pt x="233" y="221"/>
                          </a:lnTo>
                          <a:lnTo>
                            <a:pt x="231" y="219"/>
                          </a:lnTo>
                          <a:lnTo>
                            <a:pt x="225" y="219"/>
                          </a:lnTo>
                          <a:lnTo>
                            <a:pt x="222" y="220"/>
                          </a:lnTo>
                          <a:lnTo>
                            <a:pt x="214" y="217"/>
                          </a:lnTo>
                          <a:lnTo>
                            <a:pt x="207" y="213"/>
                          </a:lnTo>
                          <a:lnTo>
                            <a:pt x="203" y="213"/>
                          </a:lnTo>
                          <a:lnTo>
                            <a:pt x="199" y="210"/>
                          </a:lnTo>
                          <a:lnTo>
                            <a:pt x="198" y="210"/>
                          </a:lnTo>
                          <a:lnTo>
                            <a:pt x="197" y="213"/>
                          </a:lnTo>
                          <a:lnTo>
                            <a:pt x="194" y="212"/>
                          </a:lnTo>
                          <a:lnTo>
                            <a:pt x="191" y="210"/>
                          </a:lnTo>
                          <a:lnTo>
                            <a:pt x="190" y="210"/>
                          </a:lnTo>
                          <a:lnTo>
                            <a:pt x="187" y="213"/>
                          </a:lnTo>
                          <a:lnTo>
                            <a:pt x="180" y="212"/>
                          </a:lnTo>
                          <a:lnTo>
                            <a:pt x="176" y="208"/>
                          </a:lnTo>
                          <a:lnTo>
                            <a:pt x="172" y="208"/>
                          </a:lnTo>
                          <a:lnTo>
                            <a:pt x="169" y="206"/>
                          </a:lnTo>
                          <a:lnTo>
                            <a:pt x="167" y="208"/>
                          </a:lnTo>
                          <a:lnTo>
                            <a:pt x="164" y="208"/>
                          </a:lnTo>
                          <a:lnTo>
                            <a:pt x="160" y="206"/>
                          </a:lnTo>
                          <a:lnTo>
                            <a:pt x="158" y="205"/>
                          </a:lnTo>
                          <a:lnTo>
                            <a:pt x="161" y="202"/>
                          </a:lnTo>
                          <a:lnTo>
                            <a:pt x="161" y="201"/>
                          </a:lnTo>
                          <a:lnTo>
                            <a:pt x="160" y="201"/>
                          </a:lnTo>
                          <a:lnTo>
                            <a:pt x="158" y="201"/>
                          </a:lnTo>
                          <a:lnTo>
                            <a:pt x="156" y="200"/>
                          </a:lnTo>
                          <a:lnTo>
                            <a:pt x="154" y="198"/>
                          </a:lnTo>
                          <a:lnTo>
                            <a:pt x="152" y="200"/>
                          </a:lnTo>
                          <a:lnTo>
                            <a:pt x="146" y="198"/>
                          </a:lnTo>
                          <a:lnTo>
                            <a:pt x="145" y="198"/>
                          </a:lnTo>
                          <a:lnTo>
                            <a:pt x="144" y="196"/>
                          </a:lnTo>
                          <a:lnTo>
                            <a:pt x="145" y="196"/>
                          </a:lnTo>
                          <a:lnTo>
                            <a:pt x="145" y="196"/>
                          </a:lnTo>
                          <a:close/>
                          <a:moveTo>
                            <a:pt x="182" y="37"/>
                          </a:moveTo>
                          <a:lnTo>
                            <a:pt x="184" y="39"/>
                          </a:lnTo>
                          <a:lnTo>
                            <a:pt x="187" y="39"/>
                          </a:lnTo>
                          <a:lnTo>
                            <a:pt x="186" y="41"/>
                          </a:lnTo>
                          <a:lnTo>
                            <a:pt x="188" y="41"/>
                          </a:lnTo>
                          <a:lnTo>
                            <a:pt x="190" y="37"/>
                          </a:lnTo>
                          <a:lnTo>
                            <a:pt x="186" y="32"/>
                          </a:lnTo>
                          <a:lnTo>
                            <a:pt x="183" y="34"/>
                          </a:lnTo>
                          <a:lnTo>
                            <a:pt x="182" y="37"/>
                          </a:lnTo>
                          <a:lnTo>
                            <a:pt x="182" y="37"/>
                          </a:lnTo>
                          <a:close/>
                          <a:moveTo>
                            <a:pt x="158" y="53"/>
                          </a:moveTo>
                          <a:lnTo>
                            <a:pt x="158" y="56"/>
                          </a:lnTo>
                          <a:lnTo>
                            <a:pt x="160" y="56"/>
                          </a:lnTo>
                          <a:lnTo>
                            <a:pt x="158" y="53"/>
                          </a:lnTo>
                          <a:lnTo>
                            <a:pt x="158" y="53"/>
                          </a:lnTo>
                          <a:close/>
                          <a:moveTo>
                            <a:pt x="158" y="47"/>
                          </a:moveTo>
                          <a:lnTo>
                            <a:pt x="160" y="46"/>
                          </a:lnTo>
                          <a:lnTo>
                            <a:pt x="158" y="45"/>
                          </a:lnTo>
                          <a:lnTo>
                            <a:pt x="158" y="47"/>
                          </a:lnTo>
                          <a:lnTo>
                            <a:pt x="158" y="47"/>
                          </a:lnTo>
                          <a:close/>
                          <a:moveTo>
                            <a:pt x="158" y="49"/>
                          </a:moveTo>
                          <a:lnTo>
                            <a:pt x="158" y="50"/>
                          </a:lnTo>
                          <a:lnTo>
                            <a:pt x="160" y="50"/>
                          </a:lnTo>
                          <a:lnTo>
                            <a:pt x="158" y="49"/>
                          </a:lnTo>
                          <a:lnTo>
                            <a:pt x="158" y="49"/>
                          </a:lnTo>
                          <a:close/>
                          <a:moveTo>
                            <a:pt x="150" y="52"/>
                          </a:moveTo>
                          <a:lnTo>
                            <a:pt x="149" y="54"/>
                          </a:lnTo>
                          <a:lnTo>
                            <a:pt x="152" y="56"/>
                          </a:lnTo>
                          <a:lnTo>
                            <a:pt x="154" y="52"/>
                          </a:lnTo>
                          <a:lnTo>
                            <a:pt x="152" y="52"/>
                          </a:lnTo>
                          <a:lnTo>
                            <a:pt x="150" y="52"/>
                          </a:lnTo>
                          <a:lnTo>
                            <a:pt x="150" y="52"/>
                          </a:lnTo>
                          <a:close/>
                          <a:moveTo>
                            <a:pt x="126" y="83"/>
                          </a:moveTo>
                          <a:lnTo>
                            <a:pt x="129" y="84"/>
                          </a:lnTo>
                          <a:lnTo>
                            <a:pt x="130" y="81"/>
                          </a:lnTo>
                          <a:lnTo>
                            <a:pt x="130" y="79"/>
                          </a:lnTo>
                          <a:lnTo>
                            <a:pt x="126" y="83"/>
                          </a:lnTo>
                          <a:lnTo>
                            <a:pt x="126" y="83"/>
                          </a:lnTo>
                          <a:close/>
                          <a:moveTo>
                            <a:pt x="133" y="80"/>
                          </a:moveTo>
                          <a:lnTo>
                            <a:pt x="131" y="83"/>
                          </a:lnTo>
                          <a:lnTo>
                            <a:pt x="134" y="84"/>
                          </a:lnTo>
                          <a:lnTo>
                            <a:pt x="135" y="87"/>
                          </a:lnTo>
                          <a:lnTo>
                            <a:pt x="137" y="87"/>
                          </a:lnTo>
                          <a:lnTo>
                            <a:pt x="138" y="83"/>
                          </a:lnTo>
                          <a:lnTo>
                            <a:pt x="137" y="81"/>
                          </a:lnTo>
                          <a:lnTo>
                            <a:pt x="138" y="79"/>
                          </a:lnTo>
                          <a:lnTo>
                            <a:pt x="135" y="79"/>
                          </a:lnTo>
                          <a:lnTo>
                            <a:pt x="134" y="80"/>
                          </a:lnTo>
                          <a:lnTo>
                            <a:pt x="133" y="80"/>
                          </a:lnTo>
                          <a:lnTo>
                            <a:pt x="133" y="80"/>
                          </a:lnTo>
                          <a:close/>
                          <a:moveTo>
                            <a:pt x="195" y="122"/>
                          </a:moveTo>
                          <a:lnTo>
                            <a:pt x="195" y="124"/>
                          </a:lnTo>
                          <a:lnTo>
                            <a:pt x="198" y="125"/>
                          </a:lnTo>
                          <a:lnTo>
                            <a:pt x="199" y="124"/>
                          </a:lnTo>
                          <a:lnTo>
                            <a:pt x="198" y="122"/>
                          </a:lnTo>
                          <a:lnTo>
                            <a:pt x="195" y="122"/>
                          </a:lnTo>
                          <a:lnTo>
                            <a:pt x="195" y="122"/>
                          </a:lnTo>
                          <a:close/>
                          <a:moveTo>
                            <a:pt x="176" y="136"/>
                          </a:moveTo>
                          <a:lnTo>
                            <a:pt x="178" y="138"/>
                          </a:lnTo>
                          <a:lnTo>
                            <a:pt x="178" y="140"/>
                          </a:lnTo>
                          <a:lnTo>
                            <a:pt x="175" y="141"/>
                          </a:lnTo>
                          <a:lnTo>
                            <a:pt x="173" y="143"/>
                          </a:lnTo>
                          <a:lnTo>
                            <a:pt x="176" y="143"/>
                          </a:lnTo>
                          <a:lnTo>
                            <a:pt x="176" y="141"/>
                          </a:lnTo>
                          <a:lnTo>
                            <a:pt x="178" y="140"/>
                          </a:lnTo>
                          <a:lnTo>
                            <a:pt x="178" y="144"/>
                          </a:lnTo>
                          <a:lnTo>
                            <a:pt x="180" y="147"/>
                          </a:lnTo>
                          <a:lnTo>
                            <a:pt x="183" y="143"/>
                          </a:lnTo>
                          <a:lnTo>
                            <a:pt x="184" y="145"/>
                          </a:lnTo>
                          <a:lnTo>
                            <a:pt x="186" y="145"/>
                          </a:lnTo>
                          <a:lnTo>
                            <a:pt x="187" y="144"/>
                          </a:lnTo>
                          <a:lnTo>
                            <a:pt x="190" y="143"/>
                          </a:lnTo>
                          <a:lnTo>
                            <a:pt x="188" y="140"/>
                          </a:lnTo>
                          <a:lnTo>
                            <a:pt x="183" y="137"/>
                          </a:lnTo>
                          <a:lnTo>
                            <a:pt x="179" y="136"/>
                          </a:lnTo>
                          <a:lnTo>
                            <a:pt x="176" y="136"/>
                          </a:lnTo>
                          <a:lnTo>
                            <a:pt x="176" y="136"/>
                          </a:lnTo>
                          <a:close/>
                          <a:moveTo>
                            <a:pt x="168" y="141"/>
                          </a:moveTo>
                          <a:lnTo>
                            <a:pt x="167" y="144"/>
                          </a:lnTo>
                          <a:lnTo>
                            <a:pt x="169" y="143"/>
                          </a:lnTo>
                          <a:lnTo>
                            <a:pt x="168" y="141"/>
                          </a:lnTo>
                          <a:lnTo>
                            <a:pt x="168" y="141"/>
                          </a:lnTo>
                          <a:close/>
                          <a:moveTo>
                            <a:pt x="148" y="124"/>
                          </a:moveTo>
                          <a:lnTo>
                            <a:pt x="148" y="125"/>
                          </a:lnTo>
                          <a:lnTo>
                            <a:pt x="145" y="128"/>
                          </a:lnTo>
                          <a:lnTo>
                            <a:pt x="146" y="130"/>
                          </a:lnTo>
                          <a:lnTo>
                            <a:pt x="152" y="130"/>
                          </a:lnTo>
                          <a:lnTo>
                            <a:pt x="153" y="132"/>
                          </a:lnTo>
                          <a:lnTo>
                            <a:pt x="153" y="134"/>
                          </a:lnTo>
                          <a:lnTo>
                            <a:pt x="154" y="136"/>
                          </a:lnTo>
                          <a:lnTo>
                            <a:pt x="156" y="140"/>
                          </a:lnTo>
                          <a:lnTo>
                            <a:pt x="158" y="141"/>
                          </a:lnTo>
                          <a:lnTo>
                            <a:pt x="161" y="141"/>
                          </a:lnTo>
                          <a:lnTo>
                            <a:pt x="163" y="144"/>
                          </a:lnTo>
                          <a:lnTo>
                            <a:pt x="164" y="145"/>
                          </a:lnTo>
                          <a:lnTo>
                            <a:pt x="165" y="143"/>
                          </a:lnTo>
                          <a:lnTo>
                            <a:pt x="164" y="140"/>
                          </a:lnTo>
                          <a:lnTo>
                            <a:pt x="165" y="136"/>
                          </a:lnTo>
                          <a:lnTo>
                            <a:pt x="161" y="136"/>
                          </a:lnTo>
                          <a:lnTo>
                            <a:pt x="158" y="132"/>
                          </a:lnTo>
                          <a:lnTo>
                            <a:pt x="157" y="126"/>
                          </a:lnTo>
                          <a:lnTo>
                            <a:pt x="156" y="125"/>
                          </a:lnTo>
                          <a:lnTo>
                            <a:pt x="156" y="122"/>
                          </a:lnTo>
                          <a:lnTo>
                            <a:pt x="153" y="121"/>
                          </a:lnTo>
                          <a:lnTo>
                            <a:pt x="152" y="121"/>
                          </a:lnTo>
                          <a:lnTo>
                            <a:pt x="152" y="124"/>
                          </a:lnTo>
                          <a:lnTo>
                            <a:pt x="153" y="125"/>
                          </a:lnTo>
                          <a:lnTo>
                            <a:pt x="150" y="125"/>
                          </a:lnTo>
                          <a:lnTo>
                            <a:pt x="148" y="122"/>
                          </a:lnTo>
                          <a:lnTo>
                            <a:pt x="148" y="124"/>
                          </a:lnTo>
                          <a:lnTo>
                            <a:pt x="148" y="124"/>
                          </a:lnTo>
                          <a:close/>
                          <a:moveTo>
                            <a:pt x="134" y="106"/>
                          </a:moveTo>
                          <a:lnTo>
                            <a:pt x="133" y="107"/>
                          </a:lnTo>
                          <a:lnTo>
                            <a:pt x="134" y="110"/>
                          </a:lnTo>
                          <a:lnTo>
                            <a:pt x="137" y="109"/>
                          </a:lnTo>
                          <a:lnTo>
                            <a:pt x="135" y="106"/>
                          </a:lnTo>
                          <a:lnTo>
                            <a:pt x="134" y="106"/>
                          </a:lnTo>
                          <a:lnTo>
                            <a:pt x="134" y="106"/>
                          </a:lnTo>
                          <a:close/>
                          <a:moveTo>
                            <a:pt x="135" y="99"/>
                          </a:moveTo>
                          <a:lnTo>
                            <a:pt x="134" y="102"/>
                          </a:lnTo>
                          <a:lnTo>
                            <a:pt x="135" y="104"/>
                          </a:lnTo>
                          <a:lnTo>
                            <a:pt x="138" y="103"/>
                          </a:lnTo>
                          <a:lnTo>
                            <a:pt x="141" y="104"/>
                          </a:lnTo>
                          <a:lnTo>
                            <a:pt x="142" y="104"/>
                          </a:lnTo>
                          <a:lnTo>
                            <a:pt x="138" y="100"/>
                          </a:lnTo>
                          <a:lnTo>
                            <a:pt x="135" y="99"/>
                          </a:lnTo>
                          <a:lnTo>
                            <a:pt x="135" y="99"/>
                          </a:lnTo>
                          <a:close/>
                          <a:moveTo>
                            <a:pt x="107" y="80"/>
                          </a:moveTo>
                          <a:lnTo>
                            <a:pt x="106" y="84"/>
                          </a:lnTo>
                          <a:lnTo>
                            <a:pt x="106" y="87"/>
                          </a:lnTo>
                          <a:lnTo>
                            <a:pt x="111" y="87"/>
                          </a:lnTo>
                          <a:lnTo>
                            <a:pt x="114" y="90"/>
                          </a:lnTo>
                          <a:lnTo>
                            <a:pt x="115" y="88"/>
                          </a:lnTo>
                          <a:lnTo>
                            <a:pt x="114" y="84"/>
                          </a:lnTo>
                          <a:lnTo>
                            <a:pt x="111" y="81"/>
                          </a:lnTo>
                          <a:lnTo>
                            <a:pt x="107" y="80"/>
                          </a:lnTo>
                          <a:lnTo>
                            <a:pt x="107" y="80"/>
                          </a:lnTo>
                          <a:close/>
                          <a:moveTo>
                            <a:pt x="99" y="76"/>
                          </a:moveTo>
                          <a:lnTo>
                            <a:pt x="101" y="76"/>
                          </a:lnTo>
                          <a:lnTo>
                            <a:pt x="104" y="77"/>
                          </a:lnTo>
                          <a:lnTo>
                            <a:pt x="106" y="80"/>
                          </a:lnTo>
                          <a:lnTo>
                            <a:pt x="104" y="83"/>
                          </a:lnTo>
                          <a:lnTo>
                            <a:pt x="103" y="81"/>
                          </a:lnTo>
                          <a:lnTo>
                            <a:pt x="99" y="76"/>
                          </a:lnTo>
                          <a:lnTo>
                            <a:pt x="99" y="76"/>
                          </a:lnTo>
                          <a:close/>
                          <a:moveTo>
                            <a:pt x="89" y="69"/>
                          </a:moveTo>
                          <a:lnTo>
                            <a:pt x="91" y="73"/>
                          </a:lnTo>
                          <a:lnTo>
                            <a:pt x="93" y="73"/>
                          </a:lnTo>
                          <a:lnTo>
                            <a:pt x="96" y="71"/>
                          </a:lnTo>
                          <a:lnTo>
                            <a:pt x="93" y="68"/>
                          </a:lnTo>
                          <a:lnTo>
                            <a:pt x="92" y="69"/>
                          </a:lnTo>
                          <a:lnTo>
                            <a:pt x="89" y="69"/>
                          </a:lnTo>
                          <a:lnTo>
                            <a:pt x="89" y="69"/>
                          </a:lnTo>
                          <a:close/>
                          <a:moveTo>
                            <a:pt x="99" y="175"/>
                          </a:moveTo>
                          <a:lnTo>
                            <a:pt x="103" y="178"/>
                          </a:lnTo>
                          <a:lnTo>
                            <a:pt x="103" y="177"/>
                          </a:lnTo>
                          <a:lnTo>
                            <a:pt x="101" y="175"/>
                          </a:lnTo>
                          <a:lnTo>
                            <a:pt x="99" y="175"/>
                          </a:lnTo>
                          <a:lnTo>
                            <a:pt x="99" y="175"/>
                          </a:lnTo>
                          <a:close/>
                          <a:moveTo>
                            <a:pt x="73" y="140"/>
                          </a:moveTo>
                          <a:lnTo>
                            <a:pt x="72" y="143"/>
                          </a:lnTo>
                          <a:lnTo>
                            <a:pt x="77" y="147"/>
                          </a:lnTo>
                          <a:lnTo>
                            <a:pt x="76" y="144"/>
                          </a:lnTo>
                          <a:lnTo>
                            <a:pt x="76" y="143"/>
                          </a:lnTo>
                          <a:lnTo>
                            <a:pt x="73" y="140"/>
                          </a:lnTo>
                          <a:lnTo>
                            <a:pt x="73" y="140"/>
                          </a:lnTo>
                          <a:close/>
                          <a:moveTo>
                            <a:pt x="69" y="137"/>
                          </a:moveTo>
                          <a:lnTo>
                            <a:pt x="72" y="138"/>
                          </a:lnTo>
                          <a:lnTo>
                            <a:pt x="69" y="140"/>
                          </a:lnTo>
                          <a:lnTo>
                            <a:pt x="69" y="137"/>
                          </a:lnTo>
                          <a:lnTo>
                            <a:pt x="69" y="137"/>
                          </a:lnTo>
                          <a:close/>
                          <a:moveTo>
                            <a:pt x="63" y="128"/>
                          </a:moveTo>
                          <a:lnTo>
                            <a:pt x="62" y="130"/>
                          </a:lnTo>
                          <a:lnTo>
                            <a:pt x="63" y="132"/>
                          </a:lnTo>
                          <a:lnTo>
                            <a:pt x="67" y="133"/>
                          </a:lnTo>
                          <a:lnTo>
                            <a:pt x="63" y="128"/>
                          </a:lnTo>
                          <a:lnTo>
                            <a:pt x="63" y="128"/>
                          </a:lnTo>
                          <a:close/>
                          <a:moveTo>
                            <a:pt x="48" y="115"/>
                          </a:moveTo>
                          <a:lnTo>
                            <a:pt x="48" y="118"/>
                          </a:lnTo>
                          <a:lnTo>
                            <a:pt x="51" y="118"/>
                          </a:lnTo>
                          <a:lnTo>
                            <a:pt x="55" y="124"/>
                          </a:lnTo>
                          <a:lnTo>
                            <a:pt x="58" y="125"/>
                          </a:lnTo>
                          <a:lnTo>
                            <a:pt x="58" y="119"/>
                          </a:lnTo>
                          <a:lnTo>
                            <a:pt x="54" y="114"/>
                          </a:lnTo>
                          <a:lnTo>
                            <a:pt x="51" y="113"/>
                          </a:lnTo>
                          <a:lnTo>
                            <a:pt x="48" y="115"/>
                          </a:lnTo>
                          <a:lnTo>
                            <a:pt x="48" y="115"/>
                          </a:lnTo>
                          <a:close/>
                          <a:moveTo>
                            <a:pt x="46" y="104"/>
                          </a:moveTo>
                          <a:lnTo>
                            <a:pt x="44" y="107"/>
                          </a:lnTo>
                          <a:lnTo>
                            <a:pt x="47" y="110"/>
                          </a:lnTo>
                          <a:lnTo>
                            <a:pt x="48" y="107"/>
                          </a:lnTo>
                          <a:lnTo>
                            <a:pt x="48" y="106"/>
                          </a:lnTo>
                          <a:lnTo>
                            <a:pt x="46" y="104"/>
                          </a:lnTo>
                          <a:lnTo>
                            <a:pt x="46" y="104"/>
                          </a:lnTo>
                          <a:close/>
                          <a:moveTo>
                            <a:pt x="48" y="96"/>
                          </a:moveTo>
                          <a:lnTo>
                            <a:pt x="51" y="96"/>
                          </a:lnTo>
                          <a:lnTo>
                            <a:pt x="53" y="98"/>
                          </a:lnTo>
                          <a:lnTo>
                            <a:pt x="53" y="96"/>
                          </a:lnTo>
                          <a:lnTo>
                            <a:pt x="50" y="95"/>
                          </a:lnTo>
                          <a:lnTo>
                            <a:pt x="48" y="96"/>
                          </a:lnTo>
                          <a:lnTo>
                            <a:pt x="48" y="96"/>
                          </a:lnTo>
                          <a:close/>
                          <a:moveTo>
                            <a:pt x="28" y="77"/>
                          </a:moveTo>
                          <a:lnTo>
                            <a:pt x="31" y="77"/>
                          </a:lnTo>
                          <a:lnTo>
                            <a:pt x="32" y="76"/>
                          </a:lnTo>
                          <a:lnTo>
                            <a:pt x="34" y="77"/>
                          </a:lnTo>
                          <a:lnTo>
                            <a:pt x="36" y="81"/>
                          </a:lnTo>
                          <a:lnTo>
                            <a:pt x="39" y="83"/>
                          </a:lnTo>
                          <a:lnTo>
                            <a:pt x="39" y="85"/>
                          </a:lnTo>
                          <a:lnTo>
                            <a:pt x="38" y="90"/>
                          </a:lnTo>
                          <a:lnTo>
                            <a:pt x="36" y="90"/>
                          </a:lnTo>
                          <a:lnTo>
                            <a:pt x="34" y="84"/>
                          </a:lnTo>
                          <a:lnTo>
                            <a:pt x="32" y="84"/>
                          </a:lnTo>
                          <a:lnTo>
                            <a:pt x="31" y="81"/>
                          </a:lnTo>
                          <a:lnTo>
                            <a:pt x="28" y="77"/>
                          </a:lnTo>
                          <a:lnTo>
                            <a:pt x="28" y="77"/>
                          </a:lnTo>
                          <a:close/>
                          <a:moveTo>
                            <a:pt x="28" y="66"/>
                          </a:moveTo>
                          <a:lnTo>
                            <a:pt x="31" y="68"/>
                          </a:lnTo>
                          <a:lnTo>
                            <a:pt x="29" y="66"/>
                          </a:lnTo>
                          <a:lnTo>
                            <a:pt x="28" y="66"/>
                          </a:lnTo>
                          <a:lnTo>
                            <a:pt x="28" y="66"/>
                          </a:lnTo>
                          <a:close/>
                          <a:moveTo>
                            <a:pt x="8" y="54"/>
                          </a:moveTo>
                          <a:lnTo>
                            <a:pt x="8" y="56"/>
                          </a:lnTo>
                          <a:lnTo>
                            <a:pt x="6" y="57"/>
                          </a:lnTo>
                          <a:lnTo>
                            <a:pt x="9" y="60"/>
                          </a:lnTo>
                          <a:lnTo>
                            <a:pt x="13" y="58"/>
                          </a:lnTo>
                          <a:lnTo>
                            <a:pt x="10" y="56"/>
                          </a:lnTo>
                          <a:lnTo>
                            <a:pt x="8" y="54"/>
                          </a:lnTo>
                          <a:lnTo>
                            <a:pt x="8" y="54"/>
                          </a:lnTo>
                          <a:close/>
                          <a:moveTo>
                            <a:pt x="1" y="15"/>
                          </a:moveTo>
                          <a:lnTo>
                            <a:pt x="0" y="16"/>
                          </a:lnTo>
                          <a:lnTo>
                            <a:pt x="1" y="20"/>
                          </a:lnTo>
                          <a:lnTo>
                            <a:pt x="4" y="28"/>
                          </a:lnTo>
                          <a:lnTo>
                            <a:pt x="6" y="28"/>
                          </a:lnTo>
                          <a:lnTo>
                            <a:pt x="12" y="35"/>
                          </a:lnTo>
                          <a:lnTo>
                            <a:pt x="14" y="35"/>
                          </a:lnTo>
                          <a:lnTo>
                            <a:pt x="19" y="41"/>
                          </a:lnTo>
                          <a:lnTo>
                            <a:pt x="20" y="41"/>
                          </a:lnTo>
                          <a:lnTo>
                            <a:pt x="21" y="41"/>
                          </a:lnTo>
                          <a:lnTo>
                            <a:pt x="27" y="45"/>
                          </a:lnTo>
                          <a:lnTo>
                            <a:pt x="32" y="53"/>
                          </a:lnTo>
                          <a:lnTo>
                            <a:pt x="36" y="57"/>
                          </a:lnTo>
                          <a:lnTo>
                            <a:pt x="38" y="57"/>
                          </a:lnTo>
                          <a:lnTo>
                            <a:pt x="38" y="61"/>
                          </a:lnTo>
                          <a:lnTo>
                            <a:pt x="39" y="62"/>
                          </a:lnTo>
                          <a:lnTo>
                            <a:pt x="40" y="65"/>
                          </a:lnTo>
                          <a:lnTo>
                            <a:pt x="42" y="68"/>
                          </a:lnTo>
                          <a:lnTo>
                            <a:pt x="44" y="68"/>
                          </a:lnTo>
                          <a:lnTo>
                            <a:pt x="48" y="72"/>
                          </a:lnTo>
                          <a:lnTo>
                            <a:pt x="50" y="73"/>
                          </a:lnTo>
                          <a:lnTo>
                            <a:pt x="53" y="73"/>
                          </a:lnTo>
                          <a:lnTo>
                            <a:pt x="53" y="75"/>
                          </a:lnTo>
                          <a:lnTo>
                            <a:pt x="51" y="76"/>
                          </a:lnTo>
                          <a:lnTo>
                            <a:pt x="54" y="79"/>
                          </a:lnTo>
                          <a:lnTo>
                            <a:pt x="55" y="81"/>
                          </a:lnTo>
                          <a:lnTo>
                            <a:pt x="54" y="83"/>
                          </a:lnTo>
                          <a:lnTo>
                            <a:pt x="58" y="91"/>
                          </a:lnTo>
                          <a:lnTo>
                            <a:pt x="59" y="95"/>
                          </a:lnTo>
                          <a:lnTo>
                            <a:pt x="62" y="96"/>
                          </a:lnTo>
                          <a:lnTo>
                            <a:pt x="66" y="99"/>
                          </a:lnTo>
                          <a:lnTo>
                            <a:pt x="66" y="100"/>
                          </a:lnTo>
                          <a:lnTo>
                            <a:pt x="70" y="107"/>
                          </a:lnTo>
                          <a:lnTo>
                            <a:pt x="73" y="110"/>
                          </a:lnTo>
                          <a:lnTo>
                            <a:pt x="74" y="117"/>
                          </a:lnTo>
                          <a:lnTo>
                            <a:pt x="80" y="126"/>
                          </a:lnTo>
                          <a:lnTo>
                            <a:pt x="78" y="130"/>
                          </a:lnTo>
                          <a:lnTo>
                            <a:pt x="80" y="134"/>
                          </a:lnTo>
                          <a:lnTo>
                            <a:pt x="85" y="138"/>
                          </a:lnTo>
                          <a:lnTo>
                            <a:pt x="91" y="144"/>
                          </a:lnTo>
                          <a:lnTo>
                            <a:pt x="92" y="148"/>
                          </a:lnTo>
                          <a:lnTo>
                            <a:pt x="96" y="149"/>
                          </a:lnTo>
                          <a:lnTo>
                            <a:pt x="97" y="151"/>
                          </a:lnTo>
                          <a:lnTo>
                            <a:pt x="101" y="152"/>
                          </a:lnTo>
                          <a:lnTo>
                            <a:pt x="101" y="156"/>
                          </a:lnTo>
                          <a:lnTo>
                            <a:pt x="104" y="159"/>
                          </a:lnTo>
                          <a:lnTo>
                            <a:pt x="108" y="163"/>
                          </a:lnTo>
                          <a:lnTo>
                            <a:pt x="115" y="167"/>
                          </a:lnTo>
                          <a:lnTo>
                            <a:pt x="116" y="170"/>
                          </a:lnTo>
                          <a:lnTo>
                            <a:pt x="120" y="171"/>
                          </a:lnTo>
                          <a:lnTo>
                            <a:pt x="129" y="178"/>
                          </a:lnTo>
                          <a:lnTo>
                            <a:pt x="130" y="182"/>
                          </a:lnTo>
                          <a:lnTo>
                            <a:pt x="131" y="182"/>
                          </a:lnTo>
                          <a:lnTo>
                            <a:pt x="133" y="186"/>
                          </a:lnTo>
                          <a:lnTo>
                            <a:pt x="134" y="185"/>
                          </a:lnTo>
                          <a:lnTo>
                            <a:pt x="134" y="182"/>
                          </a:lnTo>
                          <a:lnTo>
                            <a:pt x="133" y="181"/>
                          </a:lnTo>
                          <a:lnTo>
                            <a:pt x="133" y="178"/>
                          </a:lnTo>
                          <a:lnTo>
                            <a:pt x="135" y="179"/>
                          </a:lnTo>
                          <a:lnTo>
                            <a:pt x="141" y="185"/>
                          </a:lnTo>
                          <a:lnTo>
                            <a:pt x="142" y="183"/>
                          </a:lnTo>
                          <a:lnTo>
                            <a:pt x="142" y="179"/>
                          </a:lnTo>
                          <a:lnTo>
                            <a:pt x="144" y="178"/>
                          </a:lnTo>
                          <a:lnTo>
                            <a:pt x="146" y="178"/>
                          </a:lnTo>
                          <a:lnTo>
                            <a:pt x="149" y="182"/>
                          </a:lnTo>
                          <a:lnTo>
                            <a:pt x="150" y="183"/>
                          </a:lnTo>
                          <a:lnTo>
                            <a:pt x="152" y="181"/>
                          </a:lnTo>
                          <a:lnTo>
                            <a:pt x="152" y="174"/>
                          </a:lnTo>
                          <a:lnTo>
                            <a:pt x="153" y="167"/>
                          </a:lnTo>
                          <a:lnTo>
                            <a:pt x="152" y="162"/>
                          </a:lnTo>
                          <a:lnTo>
                            <a:pt x="154" y="156"/>
                          </a:lnTo>
                          <a:lnTo>
                            <a:pt x="153" y="153"/>
                          </a:lnTo>
                          <a:lnTo>
                            <a:pt x="153" y="149"/>
                          </a:lnTo>
                          <a:lnTo>
                            <a:pt x="156" y="148"/>
                          </a:lnTo>
                          <a:lnTo>
                            <a:pt x="157" y="147"/>
                          </a:lnTo>
                          <a:lnTo>
                            <a:pt x="157" y="144"/>
                          </a:lnTo>
                          <a:lnTo>
                            <a:pt x="154" y="143"/>
                          </a:lnTo>
                          <a:lnTo>
                            <a:pt x="152" y="140"/>
                          </a:lnTo>
                          <a:lnTo>
                            <a:pt x="150" y="137"/>
                          </a:lnTo>
                          <a:lnTo>
                            <a:pt x="149" y="136"/>
                          </a:lnTo>
                          <a:lnTo>
                            <a:pt x="148" y="134"/>
                          </a:lnTo>
                          <a:lnTo>
                            <a:pt x="145" y="133"/>
                          </a:lnTo>
                          <a:lnTo>
                            <a:pt x="141" y="133"/>
                          </a:lnTo>
                          <a:lnTo>
                            <a:pt x="138" y="133"/>
                          </a:lnTo>
                          <a:lnTo>
                            <a:pt x="138" y="129"/>
                          </a:lnTo>
                          <a:lnTo>
                            <a:pt x="135" y="126"/>
                          </a:lnTo>
                          <a:lnTo>
                            <a:pt x="134" y="126"/>
                          </a:lnTo>
                          <a:lnTo>
                            <a:pt x="135" y="124"/>
                          </a:lnTo>
                          <a:lnTo>
                            <a:pt x="134" y="121"/>
                          </a:lnTo>
                          <a:lnTo>
                            <a:pt x="134" y="114"/>
                          </a:lnTo>
                          <a:lnTo>
                            <a:pt x="130" y="115"/>
                          </a:lnTo>
                          <a:lnTo>
                            <a:pt x="129" y="114"/>
                          </a:lnTo>
                          <a:lnTo>
                            <a:pt x="123" y="114"/>
                          </a:lnTo>
                          <a:lnTo>
                            <a:pt x="119" y="111"/>
                          </a:lnTo>
                          <a:lnTo>
                            <a:pt x="119" y="109"/>
                          </a:lnTo>
                          <a:lnTo>
                            <a:pt x="122" y="107"/>
                          </a:lnTo>
                          <a:lnTo>
                            <a:pt x="125" y="104"/>
                          </a:lnTo>
                          <a:lnTo>
                            <a:pt x="123" y="104"/>
                          </a:lnTo>
                          <a:lnTo>
                            <a:pt x="119" y="104"/>
                          </a:lnTo>
                          <a:lnTo>
                            <a:pt x="118" y="103"/>
                          </a:lnTo>
                          <a:lnTo>
                            <a:pt x="115" y="104"/>
                          </a:lnTo>
                          <a:lnTo>
                            <a:pt x="118" y="103"/>
                          </a:lnTo>
                          <a:lnTo>
                            <a:pt x="120" y="100"/>
                          </a:lnTo>
                          <a:lnTo>
                            <a:pt x="125" y="100"/>
                          </a:lnTo>
                          <a:lnTo>
                            <a:pt x="125" y="96"/>
                          </a:lnTo>
                          <a:lnTo>
                            <a:pt x="119" y="92"/>
                          </a:lnTo>
                          <a:lnTo>
                            <a:pt x="116" y="92"/>
                          </a:lnTo>
                          <a:lnTo>
                            <a:pt x="114" y="94"/>
                          </a:lnTo>
                          <a:lnTo>
                            <a:pt x="111" y="96"/>
                          </a:lnTo>
                          <a:lnTo>
                            <a:pt x="107" y="96"/>
                          </a:lnTo>
                          <a:lnTo>
                            <a:pt x="110" y="95"/>
                          </a:lnTo>
                          <a:lnTo>
                            <a:pt x="111" y="94"/>
                          </a:lnTo>
                          <a:lnTo>
                            <a:pt x="112" y="94"/>
                          </a:lnTo>
                          <a:lnTo>
                            <a:pt x="114" y="92"/>
                          </a:lnTo>
                          <a:lnTo>
                            <a:pt x="112" y="90"/>
                          </a:lnTo>
                          <a:lnTo>
                            <a:pt x="110" y="88"/>
                          </a:lnTo>
                          <a:lnTo>
                            <a:pt x="104" y="88"/>
                          </a:lnTo>
                          <a:lnTo>
                            <a:pt x="101" y="85"/>
                          </a:lnTo>
                          <a:lnTo>
                            <a:pt x="101" y="84"/>
                          </a:lnTo>
                          <a:lnTo>
                            <a:pt x="100" y="80"/>
                          </a:lnTo>
                          <a:lnTo>
                            <a:pt x="95" y="75"/>
                          </a:lnTo>
                          <a:lnTo>
                            <a:pt x="92" y="75"/>
                          </a:lnTo>
                          <a:lnTo>
                            <a:pt x="91" y="75"/>
                          </a:lnTo>
                          <a:lnTo>
                            <a:pt x="88" y="73"/>
                          </a:lnTo>
                          <a:lnTo>
                            <a:pt x="88" y="68"/>
                          </a:lnTo>
                          <a:lnTo>
                            <a:pt x="84" y="64"/>
                          </a:lnTo>
                          <a:lnTo>
                            <a:pt x="78" y="61"/>
                          </a:lnTo>
                          <a:lnTo>
                            <a:pt x="74" y="60"/>
                          </a:lnTo>
                          <a:lnTo>
                            <a:pt x="74" y="61"/>
                          </a:lnTo>
                          <a:lnTo>
                            <a:pt x="73" y="61"/>
                          </a:lnTo>
                          <a:lnTo>
                            <a:pt x="72" y="57"/>
                          </a:lnTo>
                          <a:lnTo>
                            <a:pt x="70" y="58"/>
                          </a:lnTo>
                          <a:lnTo>
                            <a:pt x="69" y="57"/>
                          </a:lnTo>
                          <a:lnTo>
                            <a:pt x="69" y="53"/>
                          </a:lnTo>
                          <a:lnTo>
                            <a:pt x="66" y="49"/>
                          </a:lnTo>
                          <a:lnTo>
                            <a:pt x="62" y="49"/>
                          </a:lnTo>
                          <a:lnTo>
                            <a:pt x="62" y="46"/>
                          </a:lnTo>
                          <a:lnTo>
                            <a:pt x="53" y="41"/>
                          </a:lnTo>
                          <a:lnTo>
                            <a:pt x="50" y="41"/>
                          </a:lnTo>
                          <a:lnTo>
                            <a:pt x="47" y="37"/>
                          </a:lnTo>
                          <a:lnTo>
                            <a:pt x="43" y="37"/>
                          </a:lnTo>
                          <a:lnTo>
                            <a:pt x="43" y="34"/>
                          </a:lnTo>
                          <a:lnTo>
                            <a:pt x="42" y="30"/>
                          </a:lnTo>
                          <a:lnTo>
                            <a:pt x="39" y="28"/>
                          </a:lnTo>
                          <a:lnTo>
                            <a:pt x="38" y="24"/>
                          </a:lnTo>
                          <a:lnTo>
                            <a:pt x="36" y="24"/>
                          </a:lnTo>
                          <a:lnTo>
                            <a:pt x="35" y="20"/>
                          </a:lnTo>
                          <a:lnTo>
                            <a:pt x="31" y="19"/>
                          </a:lnTo>
                          <a:lnTo>
                            <a:pt x="28" y="19"/>
                          </a:lnTo>
                          <a:lnTo>
                            <a:pt x="27" y="20"/>
                          </a:lnTo>
                          <a:lnTo>
                            <a:pt x="24" y="19"/>
                          </a:lnTo>
                          <a:lnTo>
                            <a:pt x="21" y="19"/>
                          </a:lnTo>
                          <a:lnTo>
                            <a:pt x="17" y="20"/>
                          </a:lnTo>
                          <a:lnTo>
                            <a:pt x="14" y="19"/>
                          </a:lnTo>
                          <a:lnTo>
                            <a:pt x="8" y="15"/>
                          </a:lnTo>
                          <a:lnTo>
                            <a:pt x="2" y="13"/>
                          </a:lnTo>
                          <a:lnTo>
                            <a:pt x="1" y="15"/>
                          </a:ln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grpSp>
              <p:sp>
                <p:nvSpPr>
                  <p:cNvPr id="321" name="Freeform 1067">
                    <a:extLst>
                      <a:ext uri="{FF2B5EF4-FFF2-40B4-BE49-F238E27FC236}">
                        <a16:creationId xmlns:a16="http://schemas.microsoft.com/office/drawing/2014/main" id="{80FCCB01-846E-6377-9C1C-FFF6754AC8FD}"/>
                      </a:ext>
                    </a:extLst>
                  </p:cNvPr>
                  <p:cNvSpPr>
                    <a:spLocks noEditPoints="1"/>
                  </p:cNvSpPr>
                  <p:nvPr/>
                </p:nvSpPr>
                <p:spPr bwMode="auto">
                  <a:xfrm>
                    <a:off x="11367504" y="3216422"/>
                    <a:ext cx="51056" cy="33245"/>
                  </a:xfrm>
                  <a:custGeom>
                    <a:avLst/>
                    <a:gdLst/>
                    <a:ahLst/>
                    <a:cxnLst>
                      <a:cxn ang="0">
                        <a:pos x="4" y="5"/>
                      </a:cxn>
                      <a:cxn ang="0">
                        <a:pos x="7" y="5"/>
                      </a:cxn>
                      <a:cxn ang="0">
                        <a:pos x="11" y="9"/>
                      </a:cxn>
                      <a:cxn ang="0">
                        <a:pos x="15" y="12"/>
                      </a:cxn>
                      <a:cxn ang="0">
                        <a:pos x="22" y="25"/>
                      </a:cxn>
                      <a:cxn ang="0">
                        <a:pos x="27" y="25"/>
                      </a:cxn>
                      <a:cxn ang="0">
                        <a:pos x="35" y="36"/>
                      </a:cxn>
                      <a:cxn ang="0">
                        <a:pos x="38" y="40"/>
                      </a:cxn>
                      <a:cxn ang="0">
                        <a:pos x="34" y="40"/>
                      </a:cxn>
                      <a:cxn ang="0">
                        <a:pos x="29" y="39"/>
                      </a:cxn>
                      <a:cxn ang="0">
                        <a:pos x="26" y="34"/>
                      </a:cxn>
                      <a:cxn ang="0">
                        <a:pos x="21" y="29"/>
                      </a:cxn>
                      <a:cxn ang="0">
                        <a:pos x="18" y="29"/>
                      </a:cxn>
                      <a:cxn ang="0">
                        <a:pos x="12" y="23"/>
                      </a:cxn>
                      <a:cxn ang="0">
                        <a:pos x="10" y="21"/>
                      </a:cxn>
                      <a:cxn ang="0">
                        <a:pos x="8" y="16"/>
                      </a:cxn>
                      <a:cxn ang="0">
                        <a:pos x="1" y="6"/>
                      </a:cxn>
                      <a:cxn ang="0">
                        <a:pos x="0" y="2"/>
                      </a:cxn>
                      <a:cxn ang="0">
                        <a:pos x="0" y="0"/>
                      </a:cxn>
                      <a:cxn ang="0">
                        <a:pos x="54" y="24"/>
                      </a:cxn>
                      <a:cxn ang="0">
                        <a:pos x="56" y="28"/>
                      </a:cxn>
                      <a:cxn ang="0">
                        <a:pos x="53" y="29"/>
                      </a:cxn>
                      <a:cxn ang="0">
                        <a:pos x="50" y="24"/>
                      </a:cxn>
                      <a:cxn ang="0">
                        <a:pos x="45" y="10"/>
                      </a:cxn>
                      <a:cxn ang="0">
                        <a:pos x="42" y="13"/>
                      </a:cxn>
                      <a:cxn ang="0">
                        <a:pos x="44" y="17"/>
                      </a:cxn>
                      <a:cxn ang="0">
                        <a:pos x="48" y="17"/>
                      </a:cxn>
                      <a:cxn ang="0">
                        <a:pos x="46" y="13"/>
                      </a:cxn>
                      <a:cxn ang="0">
                        <a:pos x="45" y="10"/>
                      </a:cxn>
                      <a:cxn ang="0">
                        <a:pos x="35" y="6"/>
                      </a:cxn>
                      <a:cxn ang="0">
                        <a:pos x="34" y="10"/>
                      </a:cxn>
                      <a:cxn ang="0">
                        <a:pos x="38" y="8"/>
                      </a:cxn>
                      <a:cxn ang="0">
                        <a:pos x="35" y="6"/>
                      </a:cxn>
                    </a:cxnLst>
                    <a:rect l="0" t="0" r="r" b="b"/>
                    <a:pathLst>
                      <a:path w="56" h="40">
                        <a:moveTo>
                          <a:pt x="0" y="0"/>
                        </a:moveTo>
                        <a:lnTo>
                          <a:pt x="4" y="5"/>
                        </a:lnTo>
                        <a:lnTo>
                          <a:pt x="6" y="2"/>
                        </a:lnTo>
                        <a:lnTo>
                          <a:pt x="7" y="5"/>
                        </a:lnTo>
                        <a:lnTo>
                          <a:pt x="8" y="6"/>
                        </a:lnTo>
                        <a:lnTo>
                          <a:pt x="11" y="9"/>
                        </a:lnTo>
                        <a:lnTo>
                          <a:pt x="12" y="12"/>
                        </a:lnTo>
                        <a:lnTo>
                          <a:pt x="15" y="12"/>
                        </a:lnTo>
                        <a:lnTo>
                          <a:pt x="21" y="20"/>
                        </a:lnTo>
                        <a:lnTo>
                          <a:pt x="22" y="25"/>
                        </a:lnTo>
                        <a:lnTo>
                          <a:pt x="25" y="24"/>
                        </a:lnTo>
                        <a:lnTo>
                          <a:pt x="27" y="25"/>
                        </a:lnTo>
                        <a:lnTo>
                          <a:pt x="30" y="32"/>
                        </a:lnTo>
                        <a:lnTo>
                          <a:pt x="35" y="36"/>
                        </a:lnTo>
                        <a:lnTo>
                          <a:pt x="37" y="36"/>
                        </a:lnTo>
                        <a:lnTo>
                          <a:pt x="38" y="40"/>
                        </a:lnTo>
                        <a:lnTo>
                          <a:pt x="35" y="39"/>
                        </a:lnTo>
                        <a:lnTo>
                          <a:pt x="34" y="40"/>
                        </a:lnTo>
                        <a:lnTo>
                          <a:pt x="31" y="38"/>
                        </a:lnTo>
                        <a:lnTo>
                          <a:pt x="29" y="39"/>
                        </a:lnTo>
                        <a:lnTo>
                          <a:pt x="26" y="36"/>
                        </a:lnTo>
                        <a:lnTo>
                          <a:pt x="26" y="34"/>
                        </a:lnTo>
                        <a:lnTo>
                          <a:pt x="22" y="34"/>
                        </a:lnTo>
                        <a:lnTo>
                          <a:pt x="21" y="29"/>
                        </a:lnTo>
                        <a:lnTo>
                          <a:pt x="19" y="29"/>
                        </a:lnTo>
                        <a:lnTo>
                          <a:pt x="18" y="29"/>
                        </a:lnTo>
                        <a:lnTo>
                          <a:pt x="16" y="25"/>
                        </a:lnTo>
                        <a:lnTo>
                          <a:pt x="12" y="23"/>
                        </a:lnTo>
                        <a:lnTo>
                          <a:pt x="12" y="21"/>
                        </a:lnTo>
                        <a:lnTo>
                          <a:pt x="10" y="21"/>
                        </a:lnTo>
                        <a:lnTo>
                          <a:pt x="8" y="19"/>
                        </a:lnTo>
                        <a:lnTo>
                          <a:pt x="8" y="16"/>
                        </a:lnTo>
                        <a:lnTo>
                          <a:pt x="6" y="14"/>
                        </a:lnTo>
                        <a:lnTo>
                          <a:pt x="1" y="6"/>
                        </a:lnTo>
                        <a:lnTo>
                          <a:pt x="1" y="4"/>
                        </a:lnTo>
                        <a:lnTo>
                          <a:pt x="0" y="2"/>
                        </a:lnTo>
                        <a:lnTo>
                          <a:pt x="0" y="0"/>
                        </a:lnTo>
                        <a:lnTo>
                          <a:pt x="0" y="0"/>
                        </a:lnTo>
                        <a:close/>
                        <a:moveTo>
                          <a:pt x="50" y="24"/>
                        </a:moveTo>
                        <a:lnTo>
                          <a:pt x="54" y="24"/>
                        </a:lnTo>
                        <a:lnTo>
                          <a:pt x="56" y="25"/>
                        </a:lnTo>
                        <a:lnTo>
                          <a:pt x="56" y="28"/>
                        </a:lnTo>
                        <a:lnTo>
                          <a:pt x="54" y="28"/>
                        </a:lnTo>
                        <a:lnTo>
                          <a:pt x="53" y="29"/>
                        </a:lnTo>
                        <a:lnTo>
                          <a:pt x="50" y="27"/>
                        </a:lnTo>
                        <a:lnTo>
                          <a:pt x="50" y="24"/>
                        </a:lnTo>
                        <a:lnTo>
                          <a:pt x="50" y="24"/>
                        </a:lnTo>
                        <a:close/>
                        <a:moveTo>
                          <a:pt x="45" y="10"/>
                        </a:moveTo>
                        <a:lnTo>
                          <a:pt x="42" y="12"/>
                        </a:lnTo>
                        <a:lnTo>
                          <a:pt x="42" y="13"/>
                        </a:lnTo>
                        <a:lnTo>
                          <a:pt x="42" y="14"/>
                        </a:lnTo>
                        <a:lnTo>
                          <a:pt x="44" y="17"/>
                        </a:lnTo>
                        <a:lnTo>
                          <a:pt x="46" y="19"/>
                        </a:lnTo>
                        <a:lnTo>
                          <a:pt x="48" y="17"/>
                        </a:lnTo>
                        <a:lnTo>
                          <a:pt x="45" y="16"/>
                        </a:lnTo>
                        <a:lnTo>
                          <a:pt x="46" y="13"/>
                        </a:lnTo>
                        <a:lnTo>
                          <a:pt x="46" y="10"/>
                        </a:lnTo>
                        <a:lnTo>
                          <a:pt x="45" y="10"/>
                        </a:lnTo>
                        <a:lnTo>
                          <a:pt x="45" y="10"/>
                        </a:lnTo>
                        <a:close/>
                        <a:moveTo>
                          <a:pt x="35" y="6"/>
                        </a:moveTo>
                        <a:lnTo>
                          <a:pt x="35" y="9"/>
                        </a:lnTo>
                        <a:lnTo>
                          <a:pt x="34" y="10"/>
                        </a:lnTo>
                        <a:lnTo>
                          <a:pt x="37" y="10"/>
                        </a:lnTo>
                        <a:lnTo>
                          <a:pt x="38" y="8"/>
                        </a:lnTo>
                        <a:lnTo>
                          <a:pt x="37" y="6"/>
                        </a:lnTo>
                        <a:lnTo>
                          <a:pt x="35" y="6"/>
                        </a:lnTo>
                        <a:close/>
                      </a:path>
                    </a:pathLst>
                  </a:custGeom>
                  <a:solidFill>
                    <a:srgbClr val="ECECEC">
                      <a:lumMod val="90000"/>
                    </a:srgbClr>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22" name="Freeform 1068">
                    <a:extLst>
                      <a:ext uri="{FF2B5EF4-FFF2-40B4-BE49-F238E27FC236}">
                        <a16:creationId xmlns:a16="http://schemas.microsoft.com/office/drawing/2014/main" id="{1967F44F-DDE7-A63F-25CF-32AB0E3E807B}"/>
                      </a:ext>
                    </a:extLst>
                  </p:cNvPr>
                  <p:cNvSpPr>
                    <a:spLocks noEditPoints="1"/>
                  </p:cNvSpPr>
                  <p:nvPr/>
                </p:nvSpPr>
                <p:spPr bwMode="auto">
                  <a:xfrm>
                    <a:off x="11367504" y="3216421"/>
                    <a:ext cx="51056" cy="33245"/>
                  </a:xfrm>
                  <a:custGeom>
                    <a:avLst/>
                    <a:gdLst/>
                    <a:ahLst/>
                    <a:cxnLst>
                      <a:cxn ang="0">
                        <a:pos x="4" y="5"/>
                      </a:cxn>
                      <a:cxn ang="0">
                        <a:pos x="7" y="5"/>
                      </a:cxn>
                      <a:cxn ang="0">
                        <a:pos x="11" y="9"/>
                      </a:cxn>
                      <a:cxn ang="0">
                        <a:pos x="15" y="12"/>
                      </a:cxn>
                      <a:cxn ang="0">
                        <a:pos x="22" y="25"/>
                      </a:cxn>
                      <a:cxn ang="0">
                        <a:pos x="27" y="25"/>
                      </a:cxn>
                      <a:cxn ang="0">
                        <a:pos x="35" y="36"/>
                      </a:cxn>
                      <a:cxn ang="0">
                        <a:pos x="38" y="40"/>
                      </a:cxn>
                      <a:cxn ang="0">
                        <a:pos x="34" y="40"/>
                      </a:cxn>
                      <a:cxn ang="0">
                        <a:pos x="29" y="39"/>
                      </a:cxn>
                      <a:cxn ang="0">
                        <a:pos x="26" y="34"/>
                      </a:cxn>
                      <a:cxn ang="0">
                        <a:pos x="21" y="29"/>
                      </a:cxn>
                      <a:cxn ang="0">
                        <a:pos x="18" y="29"/>
                      </a:cxn>
                      <a:cxn ang="0">
                        <a:pos x="12" y="23"/>
                      </a:cxn>
                      <a:cxn ang="0">
                        <a:pos x="10" y="21"/>
                      </a:cxn>
                      <a:cxn ang="0">
                        <a:pos x="8" y="16"/>
                      </a:cxn>
                      <a:cxn ang="0">
                        <a:pos x="1" y="6"/>
                      </a:cxn>
                      <a:cxn ang="0">
                        <a:pos x="0" y="2"/>
                      </a:cxn>
                      <a:cxn ang="0">
                        <a:pos x="0" y="0"/>
                      </a:cxn>
                      <a:cxn ang="0">
                        <a:pos x="54" y="24"/>
                      </a:cxn>
                      <a:cxn ang="0">
                        <a:pos x="56" y="28"/>
                      </a:cxn>
                      <a:cxn ang="0">
                        <a:pos x="53" y="29"/>
                      </a:cxn>
                      <a:cxn ang="0">
                        <a:pos x="50" y="24"/>
                      </a:cxn>
                      <a:cxn ang="0">
                        <a:pos x="45" y="10"/>
                      </a:cxn>
                      <a:cxn ang="0">
                        <a:pos x="42" y="13"/>
                      </a:cxn>
                      <a:cxn ang="0">
                        <a:pos x="44" y="17"/>
                      </a:cxn>
                      <a:cxn ang="0">
                        <a:pos x="48" y="17"/>
                      </a:cxn>
                      <a:cxn ang="0">
                        <a:pos x="46" y="13"/>
                      </a:cxn>
                      <a:cxn ang="0">
                        <a:pos x="45" y="10"/>
                      </a:cxn>
                      <a:cxn ang="0">
                        <a:pos x="35" y="6"/>
                      </a:cxn>
                      <a:cxn ang="0">
                        <a:pos x="34" y="10"/>
                      </a:cxn>
                      <a:cxn ang="0">
                        <a:pos x="38" y="8"/>
                      </a:cxn>
                      <a:cxn ang="0">
                        <a:pos x="35" y="6"/>
                      </a:cxn>
                    </a:cxnLst>
                    <a:rect l="0" t="0" r="r" b="b"/>
                    <a:pathLst>
                      <a:path w="56" h="40">
                        <a:moveTo>
                          <a:pt x="0" y="0"/>
                        </a:moveTo>
                        <a:lnTo>
                          <a:pt x="4" y="5"/>
                        </a:lnTo>
                        <a:lnTo>
                          <a:pt x="6" y="2"/>
                        </a:lnTo>
                        <a:lnTo>
                          <a:pt x="7" y="5"/>
                        </a:lnTo>
                        <a:lnTo>
                          <a:pt x="8" y="6"/>
                        </a:lnTo>
                        <a:lnTo>
                          <a:pt x="11" y="9"/>
                        </a:lnTo>
                        <a:lnTo>
                          <a:pt x="12" y="12"/>
                        </a:lnTo>
                        <a:lnTo>
                          <a:pt x="15" y="12"/>
                        </a:lnTo>
                        <a:lnTo>
                          <a:pt x="21" y="20"/>
                        </a:lnTo>
                        <a:lnTo>
                          <a:pt x="22" y="25"/>
                        </a:lnTo>
                        <a:lnTo>
                          <a:pt x="25" y="24"/>
                        </a:lnTo>
                        <a:lnTo>
                          <a:pt x="27" y="25"/>
                        </a:lnTo>
                        <a:lnTo>
                          <a:pt x="30" y="32"/>
                        </a:lnTo>
                        <a:lnTo>
                          <a:pt x="35" y="36"/>
                        </a:lnTo>
                        <a:lnTo>
                          <a:pt x="37" y="36"/>
                        </a:lnTo>
                        <a:lnTo>
                          <a:pt x="38" y="40"/>
                        </a:lnTo>
                        <a:lnTo>
                          <a:pt x="35" y="39"/>
                        </a:lnTo>
                        <a:lnTo>
                          <a:pt x="34" y="40"/>
                        </a:lnTo>
                        <a:lnTo>
                          <a:pt x="31" y="38"/>
                        </a:lnTo>
                        <a:lnTo>
                          <a:pt x="29" y="39"/>
                        </a:lnTo>
                        <a:lnTo>
                          <a:pt x="26" y="36"/>
                        </a:lnTo>
                        <a:lnTo>
                          <a:pt x="26" y="34"/>
                        </a:lnTo>
                        <a:lnTo>
                          <a:pt x="22" y="34"/>
                        </a:lnTo>
                        <a:lnTo>
                          <a:pt x="21" y="29"/>
                        </a:lnTo>
                        <a:lnTo>
                          <a:pt x="19" y="29"/>
                        </a:lnTo>
                        <a:lnTo>
                          <a:pt x="18" y="29"/>
                        </a:lnTo>
                        <a:lnTo>
                          <a:pt x="16" y="25"/>
                        </a:lnTo>
                        <a:lnTo>
                          <a:pt x="12" y="23"/>
                        </a:lnTo>
                        <a:lnTo>
                          <a:pt x="12" y="21"/>
                        </a:lnTo>
                        <a:lnTo>
                          <a:pt x="10" y="21"/>
                        </a:lnTo>
                        <a:lnTo>
                          <a:pt x="8" y="19"/>
                        </a:lnTo>
                        <a:lnTo>
                          <a:pt x="8" y="16"/>
                        </a:lnTo>
                        <a:lnTo>
                          <a:pt x="6" y="14"/>
                        </a:lnTo>
                        <a:lnTo>
                          <a:pt x="1" y="6"/>
                        </a:lnTo>
                        <a:lnTo>
                          <a:pt x="1" y="4"/>
                        </a:lnTo>
                        <a:lnTo>
                          <a:pt x="0" y="2"/>
                        </a:lnTo>
                        <a:lnTo>
                          <a:pt x="0" y="0"/>
                        </a:lnTo>
                        <a:lnTo>
                          <a:pt x="0" y="0"/>
                        </a:lnTo>
                        <a:close/>
                        <a:moveTo>
                          <a:pt x="50" y="24"/>
                        </a:moveTo>
                        <a:lnTo>
                          <a:pt x="54" y="24"/>
                        </a:lnTo>
                        <a:lnTo>
                          <a:pt x="56" y="25"/>
                        </a:lnTo>
                        <a:lnTo>
                          <a:pt x="56" y="28"/>
                        </a:lnTo>
                        <a:lnTo>
                          <a:pt x="54" y="28"/>
                        </a:lnTo>
                        <a:lnTo>
                          <a:pt x="53" y="29"/>
                        </a:lnTo>
                        <a:lnTo>
                          <a:pt x="50" y="27"/>
                        </a:lnTo>
                        <a:lnTo>
                          <a:pt x="50" y="24"/>
                        </a:lnTo>
                        <a:lnTo>
                          <a:pt x="50" y="24"/>
                        </a:lnTo>
                        <a:close/>
                        <a:moveTo>
                          <a:pt x="45" y="10"/>
                        </a:moveTo>
                        <a:lnTo>
                          <a:pt x="42" y="12"/>
                        </a:lnTo>
                        <a:lnTo>
                          <a:pt x="42" y="13"/>
                        </a:lnTo>
                        <a:lnTo>
                          <a:pt x="42" y="14"/>
                        </a:lnTo>
                        <a:lnTo>
                          <a:pt x="44" y="17"/>
                        </a:lnTo>
                        <a:lnTo>
                          <a:pt x="46" y="19"/>
                        </a:lnTo>
                        <a:lnTo>
                          <a:pt x="48" y="17"/>
                        </a:lnTo>
                        <a:lnTo>
                          <a:pt x="45" y="16"/>
                        </a:lnTo>
                        <a:lnTo>
                          <a:pt x="46" y="13"/>
                        </a:lnTo>
                        <a:lnTo>
                          <a:pt x="46" y="10"/>
                        </a:lnTo>
                        <a:lnTo>
                          <a:pt x="45" y="10"/>
                        </a:lnTo>
                        <a:lnTo>
                          <a:pt x="45" y="10"/>
                        </a:lnTo>
                        <a:close/>
                        <a:moveTo>
                          <a:pt x="35" y="6"/>
                        </a:moveTo>
                        <a:lnTo>
                          <a:pt x="35" y="9"/>
                        </a:lnTo>
                        <a:lnTo>
                          <a:pt x="34" y="10"/>
                        </a:lnTo>
                        <a:lnTo>
                          <a:pt x="37" y="10"/>
                        </a:lnTo>
                        <a:lnTo>
                          <a:pt x="38" y="8"/>
                        </a:lnTo>
                        <a:lnTo>
                          <a:pt x="37" y="6"/>
                        </a:lnTo>
                        <a:lnTo>
                          <a:pt x="35" y="6"/>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23" name="Freeform 1069">
                    <a:extLst>
                      <a:ext uri="{FF2B5EF4-FFF2-40B4-BE49-F238E27FC236}">
                        <a16:creationId xmlns:a16="http://schemas.microsoft.com/office/drawing/2014/main" id="{E6AADADD-F52E-1D8E-1557-7B12E37A9BF7}"/>
                      </a:ext>
                    </a:extLst>
                  </p:cNvPr>
                  <p:cNvSpPr>
                    <a:spLocks noEditPoints="1"/>
                  </p:cNvSpPr>
                  <p:nvPr/>
                </p:nvSpPr>
                <p:spPr bwMode="auto">
                  <a:xfrm>
                    <a:off x="10733923" y="2894098"/>
                    <a:ext cx="9117" cy="1662"/>
                  </a:xfrm>
                  <a:custGeom>
                    <a:avLst/>
                    <a:gdLst/>
                    <a:ahLst/>
                    <a:cxnLst>
                      <a:cxn ang="0">
                        <a:pos x="1" y="0"/>
                      </a:cxn>
                      <a:cxn ang="0">
                        <a:pos x="1" y="0"/>
                      </a:cxn>
                      <a:cxn ang="0">
                        <a:pos x="1" y="0"/>
                      </a:cxn>
                      <a:cxn ang="0">
                        <a:pos x="1" y="0"/>
                      </a:cxn>
                      <a:cxn ang="0">
                        <a:pos x="1" y="0"/>
                      </a:cxn>
                      <a:cxn ang="0">
                        <a:pos x="1" y="2"/>
                      </a:cxn>
                      <a:cxn ang="0">
                        <a:pos x="1" y="2"/>
                      </a:cxn>
                      <a:cxn ang="0">
                        <a:pos x="1" y="2"/>
                      </a:cxn>
                      <a:cxn ang="0">
                        <a:pos x="0" y="2"/>
                      </a:cxn>
                      <a:cxn ang="0">
                        <a:pos x="1" y="0"/>
                      </a:cxn>
                      <a:cxn ang="0">
                        <a:pos x="1" y="0"/>
                      </a:cxn>
                      <a:cxn ang="0">
                        <a:pos x="1" y="0"/>
                      </a:cxn>
                      <a:cxn ang="0">
                        <a:pos x="1" y="0"/>
                      </a:cxn>
                      <a:cxn ang="0">
                        <a:pos x="1" y="0"/>
                      </a:cxn>
                      <a:cxn ang="0">
                        <a:pos x="1" y="2"/>
                      </a:cxn>
                      <a:cxn ang="0">
                        <a:pos x="1" y="2"/>
                      </a:cxn>
                      <a:cxn ang="0">
                        <a:pos x="1" y="2"/>
                      </a:cxn>
                      <a:cxn ang="0">
                        <a:pos x="1" y="2"/>
                      </a:cxn>
                      <a:cxn ang="0">
                        <a:pos x="1" y="0"/>
                      </a:cxn>
                      <a:cxn ang="0">
                        <a:pos x="1" y="0"/>
                      </a:cxn>
                      <a:cxn ang="0">
                        <a:pos x="1" y="2"/>
                      </a:cxn>
                      <a:cxn ang="0">
                        <a:pos x="2" y="0"/>
                      </a:cxn>
                      <a:cxn ang="0">
                        <a:pos x="4" y="0"/>
                      </a:cxn>
                      <a:cxn ang="0">
                        <a:pos x="4" y="0"/>
                      </a:cxn>
                      <a:cxn ang="0">
                        <a:pos x="4" y="0"/>
                      </a:cxn>
                      <a:cxn ang="0">
                        <a:pos x="4" y="0"/>
                      </a:cxn>
                      <a:cxn ang="0">
                        <a:pos x="4" y="2"/>
                      </a:cxn>
                      <a:cxn ang="0">
                        <a:pos x="4" y="2"/>
                      </a:cxn>
                      <a:cxn ang="0">
                        <a:pos x="2" y="0"/>
                      </a:cxn>
                      <a:cxn ang="0">
                        <a:pos x="2" y="0"/>
                      </a:cxn>
                      <a:cxn ang="0">
                        <a:pos x="2" y="2"/>
                      </a:cxn>
                      <a:cxn ang="0">
                        <a:pos x="2" y="0"/>
                      </a:cxn>
                      <a:cxn ang="0">
                        <a:pos x="4" y="0"/>
                      </a:cxn>
                      <a:cxn ang="0">
                        <a:pos x="4" y="0"/>
                      </a:cxn>
                      <a:cxn ang="0">
                        <a:pos x="4" y="0"/>
                      </a:cxn>
                      <a:cxn ang="0">
                        <a:pos x="2" y="0"/>
                      </a:cxn>
                      <a:cxn ang="0">
                        <a:pos x="5" y="0"/>
                      </a:cxn>
                      <a:cxn ang="0">
                        <a:pos x="5" y="0"/>
                      </a:cxn>
                      <a:cxn ang="0">
                        <a:pos x="5" y="2"/>
                      </a:cxn>
                      <a:cxn ang="0">
                        <a:pos x="5" y="2"/>
                      </a:cxn>
                      <a:cxn ang="0">
                        <a:pos x="4" y="2"/>
                      </a:cxn>
                      <a:cxn ang="0">
                        <a:pos x="4" y="0"/>
                      </a:cxn>
                      <a:cxn ang="0">
                        <a:pos x="4" y="0"/>
                      </a:cxn>
                      <a:cxn ang="0">
                        <a:pos x="5" y="2"/>
                      </a:cxn>
                      <a:cxn ang="0">
                        <a:pos x="5" y="2"/>
                      </a:cxn>
                      <a:cxn ang="0">
                        <a:pos x="5" y="0"/>
                      </a:cxn>
                      <a:cxn ang="0">
                        <a:pos x="6" y="2"/>
                      </a:cxn>
                      <a:cxn ang="0">
                        <a:pos x="8" y="2"/>
                      </a:cxn>
                      <a:cxn ang="0">
                        <a:pos x="8" y="2"/>
                      </a:cxn>
                      <a:cxn ang="0">
                        <a:pos x="6" y="2"/>
                      </a:cxn>
                      <a:cxn ang="0">
                        <a:pos x="8" y="2"/>
                      </a:cxn>
                      <a:cxn ang="0">
                        <a:pos x="9" y="0"/>
                      </a:cxn>
                      <a:cxn ang="0">
                        <a:pos x="9" y="0"/>
                      </a:cxn>
                      <a:cxn ang="0">
                        <a:pos x="8" y="2"/>
                      </a:cxn>
                      <a:cxn ang="0">
                        <a:pos x="8" y="2"/>
                      </a:cxn>
                      <a:cxn ang="0">
                        <a:pos x="10" y="0"/>
                      </a:cxn>
                      <a:cxn ang="0">
                        <a:pos x="10" y="2"/>
                      </a:cxn>
                    </a:cxnLst>
                    <a:rect l="0" t="0" r="r" b="b"/>
                    <a:pathLst>
                      <a:path w="10" h="2">
                        <a:moveTo>
                          <a:pt x="0" y="2"/>
                        </a:moveTo>
                        <a:lnTo>
                          <a:pt x="0"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2"/>
                        </a:lnTo>
                        <a:lnTo>
                          <a:pt x="1" y="2"/>
                        </a:lnTo>
                        <a:lnTo>
                          <a:pt x="1" y="2"/>
                        </a:lnTo>
                        <a:lnTo>
                          <a:pt x="1" y="2"/>
                        </a:lnTo>
                        <a:lnTo>
                          <a:pt x="1" y="2"/>
                        </a:lnTo>
                        <a:lnTo>
                          <a:pt x="1" y="2"/>
                        </a:lnTo>
                        <a:lnTo>
                          <a:pt x="1" y="2"/>
                        </a:lnTo>
                        <a:lnTo>
                          <a:pt x="1" y="2"/>
                        </a:lnTo>
                        <a:lnTo>
                          <a:pt x="1" y="2"/>
                        </a:lnTo>
                        <a:lnTo>
                          <a:pt x="0" y="2"/>
                        </a:lnTo>
                        <a:lnTo>
                          <a:pt x="0" y="2"/>
                        </a:lnTo>
                        <a:close/>
                        <a:moveTo>
                          <a:pt x="1" y="0"/>
                        </a:move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close/>
                        <a:moveTo>
                          <a:pt x="1" y="2"/>
                        </a:moveTo>
                        <a:lnTo>
                          <a:pt x="1" y="2"/>
                        </a:lnTo>
                        <a:lnTo>
                          <a:pt x="1" y="2"/>
                        </a:lnTo>
                        <a:lnTo>
                          <a:pt x="1" y="2"/>
                        </a:lnTo>
                        <a:lnTo>
                          <a:pt x="1" y="2"/>
                        </a:lnTo>
                        <a:lnTo>
                          <a:pt x="1" y="2"/>
                        </a:lnTo>
                        <a:lnTo>
                          <a:pt x="1" y="2"/>
                        </a:lnTo>
                        <a:lnTo>
                          <a:pt x="1" y="2"/>
                        </a:lnTo>
                        <a:lnTo>
                          <a:pt x="1" y="2"/>
                        </a:lnTo>
                        <a:lnTo>
                          <a:pt x="1" y="2"/>
                        </a:lnTo>
                        <a:lnTo>
                          <a:pt x="1" y="2"/>
                        </a:lnTo>
                        <a:lnTo>
                          <a:pt x="1" y="0"/>
                        </a:lnTo>
                        <a:lnTo>
                          <a:pt x="1" y="0"/>
                        </a:lnTo>
                        <a:lnTo>
                          <a:pt x="1" y="0"/>
                        </a:lnTo>
                        <a:lnTo>
                          <a:pt x="1" y="0"/>
                        </a:lnTo>
                        <a:lnTo>
                          <a:pt x="1" y="0"/>
                        </a:lnTo>
                        <a:lnTo>
                          <a:pt x="1" y="0"/>
                        </a:lnTo>
                        <a:lnTo>
                          <a:pt x="1" y="2"/>
                        </a:lnTo>
                        <a:lnTo>
                          <a:pt x="1" y="2"/>
                        </a:lnTo>
                        <a:close/>
                        <a:moveTo>
                          <a:pt x="2" y="2"/>
                        </a:moveTo>
                        <a:lnTo>
                          <a:pt x="2" y="0"/>
                        </a:lnTo>
                        <a:lnTo>
                          <a:pt x="2" y="0"/>
                        </a:lnTo>
                        <a:lnTo>
                          <a:pt x="2"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2"/>
                        </a:lnTo>
                        <a:lnTo>
                          <a:pt x="4" y="2"/>
                        </a:lnTo>
                        <a:lnTo>
                          <a:pt x="4" y="2"/>
                        </a:lnTo>
                        <a:lnTo>
                          <a:pt x="4" y="2"/>
                        </a:lnTo>
                        <a:lnTo>
                          <a:pt x="4" y="2"/>
                        </a:lnTo>
                        <a:lnTo>
                          <a:pt x="2" y="0"/>
                        </a:lnTo>
                        <a:lnTo>
                          <a:pt x="2" y="0"/>
                        </a:lnTo>
                        <a:lnTo>
                          <a:pt x="2" y="0"/>
                        </a:lnTo>
                        <a:lnTo>
                          <a:pt x="2" y="0"/>
                        </a:lnTo>
                        <a:lnTo>
                          <a:pt x="2" y="0"/>
                        </a:lnTo>
                        <a:lnTo>
                          <a:pt x="2" y="0"/>
                        </a:lnTo>
                        <a:lnTo>
                          <a:pt x="2" y="0"/>
                        </a:lnTo>
                        <a:lnTo>
                          <a:pt x="2" y="0"/>
                        </a:lnTo>
                        <a:lnTo>
                          <a:pt x="2" y="2"/>
                        </a:lnTo>
                        <a:lnTo>
                          <a:pt x="2" y="2"/>
                        </a:lnTo>
                        <a:lnTo>
                          <a:pt x="2" y="2"/>
                        </a:lnTo>
                        <a:close/>
                        <a:moveTo>
                          <a:pt x="2" y="0"/>
                        </a:moveTo>
                        <a:lnTo>
                          <a:pt x="2" y="0"/>
                        </a:lnTo>
                        <a:lnTo>
                          <a:pt x="2" y="0"/>
                        </a:lnTo>
                        <a:lnTo>
                          <a:pt x="4" y="0"/>
                        </a:lnTo>
                        <a:lnTo>
                          <a:pt x="4" y="0"/>
                        </a:lnTo>
                        <a:lnTo>
                          <a:pt x="4" y="0"/>
                        </a:lnTo>
                        <a:lnTo>
                          <a:pt x="4" y="0"/>
                        </a:lnTo>
                        <a:lnTo>
                          <a:pt x="4" y="0"/>
                        </a:lnTo>
                        <a:lnTo>
                          <a:pt x="4" y="0"/>
                        </a:lnTo>
                        <a:lnTo>
                          <a:pt x="4" y="0"/>
                        </a:lnTo>
                        <a:lnTo>
                          <a:pt x="4" y="0"/>
                        </a:lnTo>
                        <a:lnTo>
                          <a:pt x="2" y="0"/>
                        </a:lnTo>
                        <a:lnTo>
                          <a:pt x="2" y="0"/>
                        </a:lnTo>
                        <a:lnTo>
                          <a:pt x="2" y="0"/>
                        </a:lnTo>
                        <a:lnTo>
                          <a:pt x="2" y="0"/>
                        </a:lnTo>
                        <a:close/>
                        <a:moveTo>
                          <a:pt x="5" y="0"/>
                        </a:moveTo>
                        <a:lnTo>
                          <a:pt x="5" y="0"/>
                        </a:lnTo>
                        <a:lnTo>
                          <a:pt x="5" y="0"/>
                        </a:lnTo>
                        <a:lnTo>
                          <a:pt x="5" y="0"/>
                        </a:lnTo>
                        <a:lnTo>
                          <a:pt x="5" y="2"/>
                        </a:lnTo>
                        <a:lnTo>
                          <a:pt x="5" y="2"/>
                        </a:lnTo>
                        <a:lnTo>
                          <a:pt x="5" y="2"/>
                        </a:lnTo>
                        <a:lnTo>
                          <a:pt x="5" y="2"/>
                        </a:lnTo>
                        <a:lnTo>
                          <a:pt x="5" y="2"/>
                        </a:lnTo>
                        <a:lnTo>
                          <a:pt x="5" y="2"/>
                        </a:lnTo>
                        <a:lnTo>
                          <a:pt x="4" y="2"/>
                        </a:lnTo>
                        <a:lnTo>
                          <a:pt x="4" y="2"/>
                        </a:lnTo>
                        <a:lnTo>
                          <a:pt x="4" y="2"/>
                        </a:lnTo>
                        <a:lnTo>
                          <a:pt x="4" y="2"/>
                        </a:lnTo>
                        <a:lnTo>
                          <a:pt x="4" y="0"/>
                        </a:lnTo>
                        <a:lnTo>
                          <a:pt x="4" y="0"/>
                        </a:lnTo>
                        <a:lnTo>
                          <a:pt x="4" y="0"/>
                        </a:lnTo>
                        <a:lnTo>
                          <a:pt x="4" y="0"/>
                        </a:lnTo>
                        <a:lnTo>
                          <a:pt x="4" y="0"/>
                        </a:lnTo>
                        <a:lnTo>
                          <a:pt x="4" y="2"/>
                        </a:lnTo>
                        <a:lnTo>
                          <a:pt x="4" y="2"/>
                        </a:lnTo>
                        <a:lnTo>
                          <a:pt x="5" y="2"/>
                        </a:lnTo>
                        <a:lnTo>
                          <a:pt x="5" y="2"/>
                        </a:lnTo>
                        <a:lnTo>
                          <a:pt x="5" y="2"/>
                        </a:lnTo>
                        <a:lnTo>
                          <a:pt x="5" y="2"/>
                        </a:lnTo>
                        <a:lnTo>
                          <a:pt x="5" y="2"/>
                        </a:lnTo>
                        <a:lnTo>
                          <a:pt x="5" y="2"/>
                        </a:lnTo>
                        <a:lnTo>
                          <a:pt x="5" y="0"/>
                        </a:lnTo>
                        <a:lnTo>
                          <a:pt x="5" y="0"/>
                        </a:lnTo>
                        <a:lnTo>
                          <a:pt x="5" y="0"/>
                        </a:lnTo>
                        <a:close/>
                        <a:moveTo>
                          <a:pt x="6" y="2"/>
                        </a:moveTo>
                        <a:lnTo>
                          <a:pt x="6" y="0"/>
                        </a:lnTo>
                        <a:lnTo>
                          <a:pt x="6" y="0"/>
                        </a:lnTo>
                        <a:lnTo>
                          <a:pt x="8" y="2"/>
                        </a:lnTo>
                        <a:lnTo>
                          <a:pt x="8" y="0"/>
                        </a:lnTo>
                        <a:lnTo>
                          <a:pt x="8" y="0"/>
                        </a:lnTo>
                        <a:lnTo>
                          <a:pt x="8" y="2"/>
                        </a:lnTo>
                        <a:lnTo>
                          <a:pt x="8" y="2"/>
                        </a:lnTo>
                        <a:lnTo>
                          <a:pt x="6" y="0"/>
                        </a:lnTo>
                        <a:lnTo>
                          <a:pt x="6" y="2"/>
                        </a:lnTo>
                        <a:lnTo>
                          <a:pt x="6" y="2"/>
                        </a:lnTo>
                        <a:lnTo>
                          <a:pt x="6" y="2"/>
                        </a:lnTo>
                        <a:close/>
                        <a:moveTo>
                          <a:pt x="8" y="2"/>
                        </a:moveTo>
                        <a:lnTo>
                          <a:pt x="8" y="0"/>
                        </a:lnTo>
                        <a:lnTo>
                          <a:pt x="9" y="0"/>
                        </a:lnTo>
                        <a:lnTo>
                          <a:pt x="9" y="0"/>
                        </a:lnTo>
                        <a:lnTo>
                          <a:pt x="8" y="0"/>
                        </a:lnTo>
                        <a:lnTo>
                          <a:pt x="8" y="0"/>
                        </a:lnTo>
                        <a:lnTo>
                          <a:pt x="9" y="0"/>
                        </a:lnTo>
                        <a:lnTo>
                          <a:pt x="9" y="0"/>
                        </a:lnTo>
                        <a:lnTo>
                          <a:pt x="8" y="0"/>
                        </a:lnTo>
                        <a:lnTo>
                          <a:pt x="8" y="2"/>
                        </a:lnTo>
                        <a:lnTo>
                          <a:pt x="9" y="2"/>
                        </a:lnTo>
                        <a:lnTo>
                          <a:pt x="9" y="2"/>
                        </a:lnTo>
                        <a:lnTo>
                          <a:pt x="8" y="2"/>
                        </a:lnTo>
                        <a:lnTo>
                          <a:pt x="8" y="2"/>
                        </a:lnTo>
                        <a:close/>
                        <a:moveTo>
                          <a:pt x="10" y="2"/>
                        </a:moveTo>
                        <a:lnTo>
                          <a:pt x="10" y="0"/>
                        </a:lnTo>
                        <a:lnTo>
                          <a:pt x="10" y="0"/>
                        </a:lnTo>
                        <a:lnTo>
                          <a:pt x="10" y="2"/>
                        </a:lnTo>
                        <a:lnTo>
                          <a:pt x="10" y="2"/>
                        </a:lnTo>
                        <a:close/>
                      </a:path>
                    </a:pathLst>
                  </a:custGeom>
                  <a:solidFill>
                    <a:srgbClr val="ECECEC">
                      <a:lumMod val="90000"/>
                    </a:srgbClr>
                  </a:solidFill>
                  <a:ln w="3175">
                    <a:noFill/>
                    <a:prstDash val="solid"/>
                    <a:round/>
                    <a:headEnd/>
                    <a:tailEnd/>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324" name="Freeform 8">
                    <a:extLst>
                      <a:ext uri="{FF2B5EF4-FFF2-40B4-BE49-F238E27FC236}">
                        <a16:creationId xmlns:a16="http://schemas.microsoft.com/office/drawing/2014/main" id="{7FD0EBC5-D178-55F7-A9F2-B954A56CA9D8}"/>
                      </a:ext>
                    </a:extLst>
                  </p:cNvPr>
                  <p:cNvSpPr>
                    <a:spLocks/>
                  </p:cNvSpPr>
                  <p:nvPr/>
                </p:nvSpPr>
                <p:spPr bwMode="auto">
                  <a:xfrm>
                    <a:off x="10085473" y="2477870"/>
                    <a:ext cx="379908" cy="387598"/>
                  </a:xfrm>
                  <a:custGeom>
                    <a:avLst/>
                    <a:gdLst/>
                    <a:ahLst/>
                    <a:cxnLst>
                      <a:cxn ang="0">
                        <a:pos x="1348" y="816"/>
                      </a:cxn>
                      <a:cxn ang="0">
                        <a:pos x="1388" y="840"/>
                      </a:cxn>
                      <a:cxn ang="0">
                        <a:pos x="1461" y="880"/>
                      </a:cxn>
                      <a:cxn ang="0">
                        <a:pos x="1497" y="816"/>
                      </a:cxn>
                      <a:cxn ang="0">
                        <a:pos x="1537" y="640"/>
                      </a:cxn>
                      <a:cxn ang="0">
                        <a:pos x="1645" y="536"/>
                      </a:cxn>
                      <a:cxn ang="0">
                        <a:pos x="1593" y="520"/>
                      </a:cxn>
                      <a:cxn ang="0">
                        <a:pos x="1577" y="480"/>
                      </a:cxn>
                      <a:cxn ang="0">
                        <a:pos x="1573" y="448"/>
                      </a:cxn>
                      <a:cxn ang="0">
                        <a:pos x="1397" y="564"/>
                      </a:cxn>
                      <a:cxn ang="0">
                        <a:pos x="1368" y="608"/>
                      </a:cxn>
                      <a:cxn ang="0">
                        <a:pos x="1192" y="584"/>
                      </a:cxn>
                      <a:cxn ang="0">
                        <a:pos x="1152" y="584"/>
                      </a:cxn>
                      <a:cxn ang="0">
                        <a:pos x="1096" y="680"/>
                      </a:cxn>
                      <a:cxn ang="0">
                        <a:pos x="1016" y="664"/>
                      </a:cxn>
                      <a:cxn ang="0">
                        <a:pos x="932" y="624"/>
                      </a:cxn>
                      <a:cxn ang="0">
                        <a:pos x="856" y="616"/>
                      </a:cxn>
                      <a:cxn ang="0">
                        <a:pos x="704" y="544"/>
                      </a:cxn>
                      <a:cxn ang="0">
                        <a:pos x="656" y="380"/>
                      </a:cxn>
                      <a:cxn ang="0">
                        <a:pos x="616" y="300"/>
                      </a:cxn>
                      <a:cxn ang="0">
                        <a:pos x="640" y="316"/>
                      </a:cxn>
                      <a:cxn ang="0">
                        <a:pos x="652" y="200"/>
                      </a:cxn>
                      <a:cxn ang="0">
                        <a:pos x="708" y="156"/>
                      </a:cxn>
                      <a:cxn ang="0">
                        <a:pos x="564" y="112"/>
                      </a:cxn>
                      <a:cxn ang="0">
                        <a:pos x="452" y="4"/>
                      </a:cxn>
                      <a:cxn ang="0">
                        <a:pos x="372" y="24"/>
                      </a:cxn>
                      <a:cxn ang="0">
                        <a:pos x="300" y="76"/>
                      </a:cxn>
                      <a:cxn ang="0">
                        <a:pos x="380" y="124"/>
                      </a:cxn>
                      <a:cxn ang="0">
                        <a:pos x="400" y="284"/>
                      </a:cxn>
                      <a:cxn ang="0">
                        <a:pos x="396" y="356"/>
                      </a:cxn>
                      <a:cxn ang="0">
                        <a:pos x="324" y="476"/>
                      </a:cxn>
                      <a:cxn ang="0">
                        <a:pos x="160" y="584"/>
                      </a:cxn>
                      <a:cxn ang="0">
                        <a:pos x="132" y="676"/>
                      </a:cxn>
                      <a:cxn ang="0">
                        <a:pos x="152" y="732"/>
                      </a:cxn>
                      <a:cxn ang="0">
                        <a:pos x="36" y="840"/>
                      </a:cxn>
                      <a:cxn ang="0">
                        <a:pos x="4" y="864"/>
                      </a:cxn>
                      <a:cxn ang="0">
                        <a:pos x="16" y="868"/>
                      </a:cxn>
                      <a:cxn ang="0">
                        <a:pos x="40" y="944"/>
                      </a:cxn>
                      <a:cxn ang="0">
                        <a:pos x="244" y="960"/>
                      </a:cxn>
                      <a:cxn ang="0">
                        <a:pos x="272" y="1000"/>
                      </a:cxn>
                      <a:cxn ang="0">
                        <a:pos x="260" y="1164"/>
                      </a:cxn>
                      <a:cxn ang="0">
                        <a:pos x="264" y="1188"/>
                      </a:cxn>
                      <a:cxn ang="0">
                        <a:pos x="368" y="1500"/>
                      </a:cxn>
                      <a:cxn ang="0">
                        <a:pos x="428" y="1628"/>
                      </a:cxn>
                      <a:cxn ang="0">
                        <a:pos x="592" y="1792"/>
                      </a:cxn>
                      <a:cxn ang="0">
                        <a:pos x="664" y="1708"/>
                      </a:cxn>
                      <a:cxn ang="0">
                        <a:pos x="700" y="1604"/>
                      </a:cxn>
                      <a:cxn ang="0">
                        <a:pos x="716" y="1504"/>
                      </a:cxn>
                      <a:cxn ang="0">
                        <a:pos x="772" y="1372"/>
                      </a:cxn>
                      <a:cxn ang="0">
                        <a:pos x="908" y="1256"/>
                      </a:cxn>
                      <a:cxn ang="0">
                        <a:pos x="984" y="1176"/>
                      </a:cxn>
                      <a:cxn ang="0">
                        <a:pos x="1116" y="1052"/>
                      </a:cxn>
                      <a:cxn ang="0">
                        <a:pos x="1172" y="972"/>
                      </a:cxn>
                      <a:cxn ang="0">
                        <a:pos x="1216" y="896"/>
                      </a:cxn>
                      <a:cxn ang="0">
                        <a:pos x="1188" y="856"/>
                      </a:cxn>
                      <a:cxn ang="0">
                        <a:pos x="1160" y="796"/>
                      </a:cxn>
                      <a:cxn ang="0">
                        <a:pos x="1156" y="716"/>
                      </a:cxn>
                      <a:cxn ang="0">
                        <a:pos x="1208" y="684"/>
                      </a:cxn>
                      <a:cxn ang="0">
                        <a:pos x="1240" y="692"/>
                      </a:cxn>
                      <a:cxn ang="0">
                        <a:pos x="1397" y="756"/>
                      </a:cxn>
                    </a:cxnLst>
                    <a:rect l="0" t="0" r="r" b="b"/>
                    <a:pathLst>
                      <a:path w="1645" h="1841">
                        <a:moveTo>
                          <a:pt x="1397" y="756"/>
                        </a:moveTo>
                        <a:cubicBezTo>
                          <a:pt x="1390" y="783"/>
                          <a:pt x="1387" y="808"/>
                          <a:pt x="1348" y="816"/>
                        </a:cubicBezTo>
                        <a:cubicBezTo>
                          <a:pt x="1326" y="844"/>
                          <a:pt x="1342" y="872"/>
                          <a:pt x="1364" y="892"/>
                        </a:cubicBezTo>
                        <a:cubicBezTo>
                          <a:pt x="1380" y="883"/>
                          <a:pt x="1374" y="851"/>
                          <a:pt x="1388" y="840"/>
                        </a:cubicBezTo>
                        <a:cubicBezTo>
                          <a:pt x="1430" y="878"/>
                          <a:pt x="1396" y="933"/>
                          <a:pt x="1445" y="960"/>
                        </a:cubicBezTo>
                        <a:cubicBezTo>
                          <a:pt x="1464" y="931"/>
                          <a:pt x="1433" y="895"/>
                          <a:pt x="1461" y="880"/>
                        </a:cubicBezTo>
                        <a:cubicBezTo>
                          <a:pt x="1453" y="857"/>
                          <a:pt x="1468" y="838"/>
                          <a:pt x="1449" y="812"/>
                        </a:cubicBezTo>
                        <a:cubicBezTo>
                          <a:pt x="1470" y="816"/>
                          <a:pt x="1473" y="814"/>
                          <a:pt x="1497" y="816"/>
                        </a:cubicBezTo>
                        <a:cubicBezTo>
                          <a:pt x="1504" y="788"/>
                          <a:pt x="1528" y="764"/>
                          <a:pt x="1513" y="736"/>
                        </a:cubicBezTo>
                        <a:cubicBezTo>
                          <a:pt x="1532" y="714"/>
                          <a:pt x="1540" y="674"/>
                          <a:pt x="1537" y="640"/>
                        </a:cubicBezTo>
                        <a:cubicBezTo>
                          <a:pt x="1568" y="624"/>
                          <a:pt x="1604" y="554"/>
                          <a:pt x="1633" y="596"/>
                        </a:cubicBezTo>
                        <a:cubicBezTo>
                          <a:pt x="1637" y="580"/>
                          <a:pt x="1614" y="559"/>
                          <a:pt x="1645" y="536"/>
                        </a:cubicBezTo>
                        <a:cubicBezTo>
                          <a:pt x="1645" y="529"/>
                          <a:pt x="1640" y="527"/>
                          <a:pt x="1641" y="520"/>
                        </a:cubicBezTo>
                        <a:cubicBezTo>
                          <a:pt x="1619" y="521"/>
                          <a:pt x="1616" y="509"/>
                          <a:pt x="1593" y="520"/>
                        </a:cubicBezTo>
                        <a:cubicBezTo>
                          <a:pt x="1587" y="513"/>
                          <a:pt x="1595" y="496"/>
                          <a:pt x="1601" y="488"/>
                        </a:cubicBezTo>
                        <a:cubicBezTo>
                          <a:pt x="1595" y="475"/>
                          <a:pt x="1592" y="478"/>
                          <a:pt x="1577" y="480"/>
                        </a:cubicBezTo>
                        <a:cubicBezTo>
                          <a:pt x="1578" y="472"/>
                          <a:pt x="1585" y="470"/>
                          <a:pt x="1585" y="460"/>
                        </a:cubicBezTo>
                        <a:cubicBezTo>
                          <a:pt x="1577" y="468"/>
                          <a:pt x="1574" y="457"/>
                          <a:pt x="1573" y="448"/>
                        </a:cubicBezTo>
                        <a:cubicBezTo>
                          <a:pt x="1541" y="471"/>
                          <a:pt x="1523" y="494"/>
                          <a:pt x="1493" y="464"/>
                        </a:cubicBezTo>
                        <a:cubicBezTo>
                          <a:pt x="1472" y="506"/>
                          <a:pt x="1407" y="525"/>
                          <a:pt x="1397" y="564"/>
                        </a:cubicBezTo>
                        <a:cubicBezTo>
                          <a:pt x="1383" y="568"/>
                          <a:pt x="1366" y="584"/>
                          <a:pt x="1340" y="580"/>
                        </a:cubicBezTo>
                        <a:cubicBezTo>
                          <a:pt x="1335" y="604"/>
                          <a:pt x="1361" y="597"/>
                          <a:pt x="1368" y="608"/>
                        </a:cubicBezTo>
                        <a:cubicBezTo>
                          <a:pt x="1362" y="619"/>
                          <a:pt x="1370" y="628"/>
                          <a:pt x="1372" y="636"/>
                        </a:cubicBezTo>
                        <a:cubicBezTo>
                          <a:pt x="1300" y="649"/>
                          <a:pt x="1169" y="688"/>
                          <a:pt x="1192" y="584"/>
                        </a:cubicBezTo>
                        <a:cubicBezTo>
                          <a:pt x="1189" y="582"/>
                          <a:pt x="1185" y="580"/>
                          <a:pt x="1184" y="576"/>
                        </a:cubicBezTo>
                        <a:cubicBezTo>
                          <a:pt x="1166" y="571"/>
                          <a:pt x="1169" y="587"/>
                          <a:pt x="1152" y="584"/>
                        </a:cubicBezTo>
                        <a:cubicBezTo>
                          <a:pt x="1154" y="612"/>
                          <a:pt x="1147" y="653"/>
                          <a:pt x="1156" y="676"/>
                        </a:cubicBezTo>
                        <a:cubicBezTo>
                          <a:pt x="1154" y="693"/>
                          <a:pt x="1104" y="693"/>
                          <a:pt x="1096" y="680"/>
                        </a:cubicBezTo>
                        <a:cubicBezTo>
                          <a:pt x="1073" y="699"/>
                          <a:pt x="1048" y="668"/>
                          <a:pt x="1028" y="680"/>
                        </a:cubicBezTo>
                        <a:cubicBezTo>
                          <a:pt x="1027" y="674"/>
                          <a:pt x="1023" y="673"/>
                          <a:pt x="1016" y="664"/>
                        </a:cubicBezTo>
                        <a:cubicBezTo>
                          <a:pt x="1010" y="664"/>
                          <a:pt x="1006" y="667"/>
                          <a:pt x="1004" y="672"/>
                        </a:cubicBezTo>
                        <a:cubicBezTo>
                          <a:pt x="978" y="661"/>
                          <a:pt x="961" y="628"/>
                          <a:pt x="932" y="624"/>
                        </a:cubicBezTo>
                        <a:cubicBezTo>
                          <a:pt x="906" y="620"/>
                          <a:pt x="889" y="645"/>
                          <a:pt x="868" y="632"/>
                        </a:cubicBezTo>
                        <a:cubicBezTo>
                          <a:pt x="864" y="629"/>
                          <a:pt x="862" y="618"/>
                          <a:pt x="856" y="616"/>
                        </a:cubicBezTo>
                        <a:cubicBezTo>
                          <a:pt x="843" y="610"/>
                          <a:pt x="823" y="612"/>
                          <a:pt x="812" y="608"/>
                        </a:cubicBezTo>
                        <a:cubicBezTo>
                          <a:pt x="776" y="592"/>
                          <a:pt x="753" y="561"/>
                          <a:pt x="704" y="544"/>
                        </a:cubicBezTo>
                        <a:cubicBezTo>
                          <a:pt x="725" y="503"/>
                          <a:pt x="718" y="473"/>
                          <a:pt x="760" y="456"/>
                        </a:cubicBezTo>
                        <a:cubicBezTo>
                          <a:pt x="721" y="430"/>
                          <a:pt x="691" y="420"/>
                          <a:pt x="656" y="380"/>
                        </a:cubicBezTo>
                        <a:cubicBezTo>
                          <a:pt x="647" y="378"/>
                          <a:pt x="648" y="387"/>
                          <a:pt x="636" y="384"/>
                        </a:cubicBezTo>
                        <a:cubicBezTo>
                          <a:pt x="638" y="367"/>
                          <a:pt x="618" y="315"/>
                          <a:pt x="616" y="300"/>
                        </a:cubicBezTo>
                        <a:cubicBezTo>
                          <a:pt x="622" y="300"/>
                          <a:pt x="628" y="301"/>
                          <a:pt x="628" y="296"/>
                        </a:cubicBezTo>
                        <a:cubicBezTo>
                          <a:pt x="639" y="296"/>
                          <a:pt x="635" y="311"/>
                          <a:pt x="640" y="316"/>
                        </a:cubicBezTo>
                        <a:cubicBezTo>
                          <a:pt x="659" y="317"/>
                          <a:pt x="657" y="298"/>
                          <a:pt x="676" y="300"/>
                        </a:cubicBezTo>
                        <a:cubicBezTo>
                          <a:pt x="674" y="249"/>
                          <a:pt x="622" y="243"/>
                          <a:pt x="652" y="200"/>
                        </a:cubicBezTo>
                        <a:cubicBezTo>
                          <a:pt x="657" y="203"/>
                          <a:pt x="663" y="205"/>
                          <a:pt x="672" y="204"/>
                        </a:cubicBezTo>
                        <a:cubicBezTo>
                          <a:pt x="670" y="174"/>
                          <a:pt x="695" y="175"/>
                          <a:pt x="708" y="156"/>
                        </a:cubicBezTo>
                        <a:cubicBezTo>
                          <a:pt x="727" y="129"/>
                          <a:pt x="724" y="86"/>
                          <a:pt x="668" y="80"/>
                        </a:cubicBezTo>
                        <a:cubicBezTo>
                          <a:pt x="641" y="77"/>
                          <a:pt x="594" y="113"/>
                          <a:pt x="564" y="112"/>
                        </a:cubicBezTo>
                        <a:cubicBezTo>
                          <a:pt x="567" y="105"/>
                          <a:pt x="552" y="83"/>
                          <a:pt x="536" y="96"/>
                        </a:cubicBezTo>
                        <a:cubicBezTo>
                          <a:pt x="529" y="61"/>
                          <a:pt x="470" y="43"/>
                          <a:pt x="452" y="4"/>
                        </a:cubicBezTo>
                        <a:cubicBezTo>
                          <a:pt x="419" y="0"/>
                          <a:pt x="395" y="15"/>
                          <a:pt x="368" y="12"/>
                        </a:cubicBezTo>
                        <a:cubicBezTo>
                          <a:pt x="370" y="15"/>
                          <a:pt x="372" y="18"/>
                          <a:pt x="372" y="24"/>
                        </a:cubicBezTo>
                        <a:cubicBezTo>
                          <a:pt x="357" y="27"/>
                          <a:pt x="353" y="19"/>
                          <a:pt x="340" y="20"/>
                        </a:cubicBezTo>
                        <a:cubicBezTo>
                          <a:pt x="330" y="41"/>
                          <a:pt x="299" y="42"/>
                          <a:pt x="300" y="76"/>
                        </a:cubicBezTo>
                        <a:cubicBezTo>
                          <a:pt x="326" y="79"/>
                          <a:pt x="333" y="102"/>
                          <a:pt x="360" y="104"/>
                        </a:cubicBezTo>
                        <a:cubicBezTo>
                          <a:pt x="360" y="113"/>
                          <a:pt x="365" y="133"/>
                          <a:pt x="380" y="124"/>
                        </a:cubicBezTo>
                        <a:cubicBezTo>
                          <a:pt x="384" y="143"/>
                          <a:pt x="366" y="155"/>
                          <a:pt x="344" y="168"/>
                        </a:cubicBezTo>
                        <a:cubicBezTo>
                          <a:pt x="350" y="210"/>
                          <a:pt x="328" y="270"/>
                          <a:pt x="400" y="284"/>
                        </a:cubicBezTo>
                        <a:cubicBezTo>
                          <a:pt x="411" y="298"/>
                          <a:pt x="420" y="315"/>
                          <a:pt x="444" y="316"/>
                        </a:cubicBezTo>
                        <a:cubicBezTo>
                          <a:pt x="448" y="343"/>
                          <a:pt x="407" y="328"/>
                          <a:pt x="396" y="356"/>
                        </a:cubicBezTo>
                        <a:cubicBezTo>
                          <a:pt x="407" y="376"/>
                          <a:pt x="393" y="377"/>
                          <a:pt x="400" y="396"/>
                        </a:cubicBezTo>
                        <a:cubicBezTo>
                          <a:pt x="371" y="419"/>
                          <a:pt x="362" y="461"/>
                          <a:pt x="324" y="476"/>
                        </a:cubicBezTo>
                        <a:cubicBezTo>
                          <a:pt x="328" y="497"/>
                          <a:pt x="311" y="497"/>
                          <a:pt x="316" y="512"/>
                        </a:cubicBezTo>
                        <a:cubicBezTo>
                          <a:pt x="275" y="534"/>
                          <a:pt x="211" y="651"/>
                          <a:pt x="160" y="584"/>
                        </a:cubicBezTo>
                        <a:cubicBezTo>
                          <a:pt x="130" y="601"/>
                          <a:pt x="100" y="620"/>
                          <a:pt x="96" y="664"/>
                        </a:cubicBezTo>
                        <a:cubicBezTo>
                          <a:pt x="108" y="668"/>
                          <a:pt x="114" y="678"/>
                          <a:pt x="132" y="676"/>
                        </a:cubicBezTo>
                        <a:cubicBezTo>
                          <a:pt x="130" y="700"/>
                          <a:pt x="130" y="694"/>
                          <a:pt x="128" y="724"/>
                        </a:cubicBezTo>
                        <a:cubicBezTo>
                          <a:pt x="135" y="726"/>
                          <a:pt x="146" y="743"/>
                          <a:pt x="152" y="732"/>
                        </a:cubicBezTo>
                        <a:cubicBezTo>
                          <a:pt x="160" y="749"/>
                          <a:pt x="178" y="797"/>
                          <a:pt x="180" y="820"/>
                        </a:cubicBezTo>
                        <a:cubicBezTo>
                          <a:pt x="148" y="847"/>
                          <a:pt x="49" y="806"/>
                          <a:pt x="36" y="840"/>
                        </a:cubicBezTo>
                        <a:cubicBezTo>
                          <a:pt x="20" y="839"/>
                          <a:pt x="7" y="840"/>
                          <a:pt x="0" y="848"/>
                        </a:cubicBezTo>
                        <a:cubicBezTo>
                          <a:pt x="3" y="852"/>
                          <a:pt x="4" y="857"/>
                          <a:pt x="4" y="864"/>
                        </a:cubicBezTo>
                        <a:cubicBezTo>
                          <a:pt x="11" y="858"/>
                          <a:pt x="20" y="853"/>
                          <a:pt x="28" y="848"/>
                        </a:cubicBezTo>
                        <a:cubicBezTo>
                          <a:pt x="38" y="853"/>
                          <a:pt x="16" y="860"/>
                          <a:pt x="16" y="868"/>
                        </a:cubicBezTo>
                        <a:cubicBezTo>
                          <a:pt x="34" y="918"/>
                          <a:pt x="100" y="933"/>
                          <a:pt x="132" y="908"/>
                        </a:cubicBezTo>
                        <a:cubicBezTo>
                          <a:pt x="119" y="950"/>
                          <a:pt x="67" y="947"/>
                          <a:pt x="40" y="944"/>
                        </a:cubicBezTo>
                        <a:cubicBezTo>
                          <a:pt x="69" y="990"/>
                          <a:pt x="104" y="1033"/>
                          <a:pt x="136" y="1056"/>
                        </a:cubicBezTo>
                        <a:cubicBezTo>
                          <a:pt x="194" y="1068"/>
                          <a:pt x="256" y="1017"/>
                          <a:pt x="244" y="960"/>
                        </a:cubicBezTo>
                        <a:cubicBezTo>
                          <a:pt x="258" y="968"/>
                          <a:pt x="256" y="985"/>
                          <a:pt x="256" y="1000"/>
                        </a:cubicBezTo>
                        <a:cubicBezTo>
                          <a:pt x="267" y="1000"/>
                          <a:pt x="264" y="1007"/>
                          <a:pt x="272" y="1000"/>
                        </a:cubicBezTo>
                        <a:cubicBezTo>
                          <a:pt x="248" y="1029"/>
                          <a:pt x="263" y="1038"/>
                          <a:pt x="272" y="1068"/>
                        </a:cubicBezTo>
                        <a:cubicBezTo>
                          <a:pt x="253" y="1103"/>
                          <a:pt x="261" y="1141"/>
                          <a:pt x="260" y="1164"/>
                        </a:cubicBezTo>
                        <a:cubicBezTo>
                          <a:pt x="261" y="1169"/>
                          <a:pt x="268" y="1167"/>
                          <a:pt x="272" y="1168"/>
                        </a:cubicBezTo>
                        <a:cubicBezTo>
                          <a:pt x="276" y="1181"/>
                          <a:pt x="266" y="1180"/>
                          <a:pt x="264" y="1188"/>
                        </a:cubicBezTo>
                        <a:cubicBezTo>
                          <a:pt x="288" y="1257"/>
                          <a:pt x="288" y="1338"/>
                          <a:pt x="320" y="1400"/>
                        </a:cubicBezTo>
                        <a:cubicBezTo>
                          <a:pt x="336" y="1430"/>
                          <a:pt x="360" y="1461"/>
                          <a:pt x="368" y="1500"/>
                        </a:cubicBezTo>
                        <a:cubicBezTo>
                          <a:pt x="370" y="1508"/>
                          <a:pt x="366" y="1517"/>
                          <a:pt x="368" y="1524"/>
                        </a:cubicBezTo>
                        <a:cubicBezTo>
                          <a:pt x="378" y="1560"/>
                          <a:pt x="408" y="1590"/>
                          <a:pt x="428" y="1628"/>
                        </a:cubicBezTo>
                        <a:cubicBezTo>
                          <a:pt x="460" y="1686"/>
                          <a:pt x="465" y="1836"/>
                          <a:pt x="544" y="1840"/>
                        </a:cubicBezTo>
                        <a:cubicBezTo>
                          <a:pt x="566" y="1841"/>
                          <a:pt x="595" y="1825"/>
                          <a:pt x="592" y="1792"/>
                        </a:cubicBezTo>
                        <a:cubicBezTo>
                          <a:pt x="609" y="1779"/>
                          <a:pt x="625" y="1774"/>
                          <a:pt x="644" y="1772"/>
                        </a:cubicBezTo>
                        <a:cubicBezTo>
                          <a:pt x="632" y="1753"/>
                          <a:pt x="669" y="1729"/>
                          <a:pt x="664" y="1708"/>
                        </a:cubicBezTo>
                        <a:cubicBezTo>
                          <a:pt x="687" y="1705"/>
                          <a:pt x="681" y="1708"/>
                          <a:pt x="704" y="1704"/>
                        </a:cubicBezTo>
                        <a:cubicBezTo>
                          <a:pt x="705" y="1662"/>
                          <a:pt x="690" y="1634"/>
                          <a:pt x="700" y="1604"/>
                        </a:cubicBezTo>
                        <a:cubicBezTo>
                          <a:pt x="703" y="1595"/>
                          <a:pt x="729" y="1572"/>
                          <a:pt x="712" y="1568"/>
                        </a:cubicBezTo>
                        <a:cubicBezTo>
                          <a:pt x="730" y="1563"/>
                          <a:pt x="745" y="1507"/>
                          <a:pt x="716" y="1504"/>
                        </a:cubicBezTo>
                        <a:cubicBezTo>
                          <a:pt x="717" y="1499"/>
                          <a:pt x="724" y="1501"/>
                          <a:pt x="728" y="1500"/>
                        </a:cubicBezTo>
                        <a:cubicBezTo>
                          <a:pt x="712" y="1458"/>
                          <a:pt x="705" y="1347"/>
                          <a:pt x="772" y="1372"/>
                        </a:cubicBezTo>
                        <a:cubicBezTo>
                          <a:pt x="784" y="1327"/>
                          <a:pt x="827" y="1337"/>
                          <a:pt x="860" y="1316"/>
                        </a:cubicBezTo>
                        <a:cubicBezTo>
                          <a:pt x="841" y="1283"/>
                          <a:pt x="884" y="1280"/>
                          <a:pt x="908" y="1256"/>
                        </a:cubicBezTo>
                        <a:cubicBezTo>
                          <a:pt x="919" y="1246"/>
                          <a:pt x="924" y="1229"/>
                          <a:pt x="928" y="1224"/>
                        </a:cubicBezTo>
                        <a:cubicBezTo>
                          <a:pt x="947" y="1206"/>
                          <a:pt x="968" y="1197"/>
                          <a:pt x="984" y="1176"/>
                        </a:cubicBezTo>
                        <a:cubicBezTo>
                          <a:pt x="1015" y="1138"/>
                          <a:pt x="1017" y="1115"/>
                          <a:pt x="1032" y="1112"/>
                        </a:cubicBezTo>
                        <a:cubicBezTo>
                          <a:pt x="1060" y="1106"/>
                          <a:pt x="1113" y="1100"/>
                          <a:pt x="1116" y="1052"/>
                        </a:cubicBezTo>
                        <a:cubicBezTo>
                          <a:pt x="1117" y="1042"/>
                          <a:pt x="1106" y="1033"/>
                          <a:pt x="1108" y="1020"/>
                        </a:cubicBezTo>
                        <a:cubicBezTo>
                          <a:pt x="1132" y="993"/>
                          <a:pt x="1158" y="1009"/>
                          <a:pt x="1172" y="972"/>
                        </a:cubicBezTo>
                        <a:cubicBezTo>
                          <a:pt x="1189" y="992"/>
                          <a:pt x="1206" y="972"/>
                          <a:pt x="1224" y="972"/>
                        </a:cubicBezTo>
                        <a:cubicBezTo>
                          <a:pt x="1224" y="937"/>
                          <a:pt x="1204" y="918"/>
                          <a:pt x="1216" y="896"/>
                        </a:cubicBezTo>
                        <a:cubicBezTo>
                          <a:pt x="1215" y="889"/>
                          <a:pt x="1210" y="887"/>
                          <a:pt x="1200" y="888"/>
                        </a:cubicBezTo>
                        <a:cubicBezTo>
                          <a:pt x="1205" y="869"/>
                          <a:pt x="1194" y="865"/>
                          <a:pt x="1188" y="856"/>
                        </a:cubicBezTo>
                        <a:cubicBezTo>
                          <a:pt x="1190" y="843"/>
                          <a:pt x="1200" y="838"/>
                          <a:pt x="1196" y="820"/>
                        </a:cubicBezTo>
                        <a:cubicBezTo>
                          <a:pt x="1181" y="816"/>
                          <a:pt x="1167" y="810"/>
                          <a:pt x="1160" y="796"/>
                        </a:cubicBezTo>
                        <a:cubicBezTo>
                          <a:pt x="1168" y="775"/>
                          <a:pt x="1185" y="765"/>
                          <a:pt x="1204" y="756"/>
                        </a:cubicBezTo>
                        <a:cubicBezTo>
                          <a:pt x="1190" y="735"/>
                          <a:pt x="1174" y="737"/>
                          <a:pt x="1156" y="716"/>
                        </a:cubicBezTo>
                        <a:cubicBezTo>
                          <a:pt x="1157" y="700"/>
                          <a:pt x="1181" y="692"/>
                          <a:pt x="1168" y="676"/>
                        </a:cubicBezTo>
                        <a:cubicBezTo>
                          <a:pt x="1185" y="681"/>
                          <a:pt x="1189" y="696"/>
                          <a:pt x="1208" y="684"/>
                        </a:cubicBezTo>
                        <a:cubicBezTo>
                          <a:pt x="1214" y="692"/>
                          <a:pt x="1221" y="698"/>
                          <a:pt x="1228" y="704"/>
                        </a:cubicBezTo>
                        <a:cubicBezTo>
                          <a:pt x="1237" y="705"/>
                          <a:pt x="1241" y="701"/>
                          <a:pt x="1240" y="692"/>
                        </a:cubicBezTo>
                        <a:cubicBezTo>
                          <a:pt x="1257" y="701"/>
                          <a:pt x="1253" y="728"/>
                          <a:pt x="1252" y="740"/>
                        </a:cubicBezTo>
                        <a:cubicBezTo>
                          <a:pt x="1316" y="772"/>
                          <a:pt x="1339" y="740"/>
                          <a:pt x="1397" y="756"/>
                        </a:cubicBezTo>
                        <a:close/>
                      </a:path>
                    </a:pathLst>
                  </a:custGeom>
                  <a:solidFill>
                    <a:srgbClr val="D4D4D4"/>
                  </a:solidFill>
                  <a:ln w="3175">
                    <a:noFill/>
                    <a:round/>
                    <a:headEnd/>
                    <a:tailEnd/>
                  </a:ln>
                </p:spPr>
                <p:txBody>
                  <a:bodyPr vert="horz" wrap="square" lIns="74295" tIns="37148" rIns="74295" bIns="37148" numCol="1" anchor="t" anchorCtr="0" compatLnSpc="1">
                    <a:prstTxWarp prst="textNoShape">
                      <a:avLst/>
                    </a:prstTxWarp>
                  </a:bodyPr>
                  <a:lstStyle/>
                  <a:p>
                    <a:pPr marL="0" marR="0" lvl="0" indent="0" defTabSz="778177"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grpSp>
            <p:sp>
              <p:nvSpPr>
                <p:cNvPr id="89" name="Oval 333">
                  <a:extLst>
                    <a:ext uri="{FF2B5EF4-FFF2-40B4-BE49-F238E27FC236}">
                      <a16:creationId xmlns:a16="http://schemas.microsoft.com/office/drawing/2014/main" id="{B0711929-A2E0-D18A-8295-179FA70583D3}"/>
                    </a:ext>
                  </a:extLst>
                </p:cNvPr>
                <p:cNvSpPr>
                  <a:spLocks noChangeAspect="1"/>
                </p:cNvSpPr>
                <p:nvPr/>
              </p:nvSpPr>
              <p:spPr bwMode="auto">
                <a:xfrm>
                  <a:off x="6771904" y="3070089"/>
                  <a:ext cx="832342" cy="832159"/>
                </a:xfrm>
                <a:prstGeom prst="ellipse">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Canada</a:t>
                  </a:r>
                </a:p>
                <a:p>
                  <a:pPr marL="0" marR="0" lvl="0" indent="0" algn="ctr" defTabSz="778177"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90" name="Oval 334">
                  <a:extLst>
                    <a:ext uri="{FF2B5EF4-FFF2-40B4-BE49-F238E27FC236}">
                      <a16:creationId xmlns:a16="http://schemas.microsoft.com/office/drawing/2014/main" id="{8CA2DA39-4DF0-17F0-F35C-1F328E267D19}"/>
                    </a:ext>
                  </a:extLst>
                </p:cNvPr>
                <p:cNvSpPr>
                  <a:spLocks noChangeAspect="1"/>
                </p:cNvSpPr>
                <p:nvPr/>
              </p:nvSpPr>
              <p:spPr bwMode="auto">
                <a:xfrm>
                  <a:off x="10605907" y="3602308"/>
                  <a:ext cx="832342" cy="832159"/>
                </a:xfrm>
                <a:prstGeom prst="ellipse">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China</a:t>
                  </a:r>
                </a:p>
              </p:txBody>
            </p:sp>
            <p:sp>
              <p:nvSpPr>
                <p:cNvPr id="91" name="Oval 335">
                  <a:extLst>
                    <a:ext uri="{FF2B5EF4-FFF2-40B4-BE49-F238E27FC236}">
                      <a16:creationId xmlns:a16="http://schemas.microsoft.com/office/drawing/2014/main" id="{F640B2DA-C695-68A4-53F9-7ABF8641B512}"/>
                    </a:ext>
                  </a:extLst>
                </p:cNvPr>
                <p:cNvSpPr>
                  <a:spLocks noChangeAspect="1"/>
                </p:cNvSpPr>
                <p:nvPr/>
              </p:nvSpPr>
              <p:spPr bwMode="auto">
                <a:xfrm>
                  <a:off x="10790914" y="3918830"/>
                  <a:ext cx="832342" cy="832159"/>
                </a:xfrm>
                <a:prstGeom prst="ellipse">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The </a:t>
                  </a:r>
                  <a:br>
                    <a:rPr kumimoji="0" lang="en-AU" sz="1100" b="1" i="0" u="none" strike="noStrike" kern="0" cap="none" spc="0" normalizeH="0" baseline="0" noProof="0">
                      <a:ln>
                        <a:noFill/>
                      </a:ln>
                      <a:solidFill>
                        <a:schemeClr val="bg1"/>
                      </a:solidFill>
                      <a:effectLst/>
                      <a:uLnTx/>
                      <a:uFillTx/>
                      <a:latin typeface="+mj-lt"/>
                    </a:rPr>
                  </a:br>
                  <a:r>
                    <a:rPr kumimoji="0" lang="en-AU" sz="1100" b="1" i="0" u="none" strike="noStrike" kern="0" cap="none" spc="0" normalizeH="0" baseline="0" noProof="0">
                      <a:ln>
                        <a:noFill/>
                      </a:ln>
                      <a:solidFill>
                        <a:schemeClr val="bg1"/>
                      </a:solidFill>
                      <a:effectLst/>
                      <a:uLnTx/>
                      <a:uFillTx/>
                      <a:latin typeface="+mj-lt"/>
                    </a:rPr>
                    <a:t>Philippines</a:t>
                  </a:r>
                </a:p>
              </p:txBody>
            </p:sp>
            <p:sp>
              <p:nvSpPr>
                <p:cNvPr id="92" name="Oval 336">
                  <a:extLst>
                    <a:ext uri="{FF2B5EF4-FFF2-40B4-BE49-F238E27FC236}">
                      <a16:creationId xmlns:a16="http://schemas.microsoft.com/office/drawing/2014/main" id="{EA905A0C-A42E-2E18-55F1-6F6B80A1BCC6}"/>
                    </a:ext>
                  </a:extLst>
                </p:cNvPr>
                <p:cNvSpPr>
                  <a:spLocks noChangeAspect="1"/>
                </p:cNvSpPr>
                <p:nvPr/>
              </p:nvSpPr>
              <p:spPr bwMode="auto">
                <a:xfrm>
                  <a:off x="7304682" y="4402333"/>
                  <a:ext cx="832342" cy="832159"/>
                </a:xfrm>
                <a:prstGeom prst="ellipse">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Brazil</a:t>
                  </a:r>
                </a:p>
              </p:txBody>
            </p:sp>
            <p:cxnSp>
              <p:nvCxnSpPr>
                <p:cNvPr id="93" name="Straight Connector 339">
                  <a:extLst>
                    <a:ext uri="{FF2B5EF4-FFF2-40B4-BE49-F238E27FC236}">
                      <a16:creationId xmlns:a16="http://schemas.microsoft.com/office/drawing/2014/main" id="{E7CC224B-AEA3-DAD3-387A-275CF28D214B}"/>
                    </a:ext>
                  </a:extLst>
                </p:cNvPr>
                <p:cNvCxnSpPr/>
                <p:nvPr/>
              </p:nvCxnSpPr>
              <p:spPr>
                <a:xfrm>
                  <a:off x="8936679" y="3073655"/>
                  <a:ext cx="0" cy="299026"/>
                </a:xfrm>
                <a:prstGeom prst="line">
                  <a:avLst/>
                </a:prstGeom>
                <a:solidFill>
                  <a:sysClr val="window" lastClr="FFFFFF">
                    <a:lumMod val="95000"/>
                  </a:sysClr>
                </a:solidFill>
                <a:ln w="0">
                  <a:noFill/>
                  <a:prstDash val="solid"/>
                  <a:round/>
                  <a:headEnd/>
                  <a:tailEnd/>
                </a:ln>
              </p:spPr>
            </p:cxnSp>
            <p:sp>
              <p:nvSpPr>
                <p:cNvPr id="94" name="Oval 342">
                  <a:extLst>
                    <a:ext uri="{FF2B5EF4-FFF2-40B4-BE49-F238E27FC236}">
                      <a16:creationId xmlns:a16="http://schemas.microsoft.com/office/drawing/2014/main" id="{F13C5AD7-E55C-DBE4-7153-0B92F2C99557}"/>
                    </a:ext>
                  </a:extLst>
                </p:cNvPr>
                <p:cNvSpPr>
                  <a:spLocks noChangeAspect="1"/>
                </p:cNvSpPr>
                <p:nvPr/>
              </p:nvSpPr>
              <p:spPr bwMode="auto">
                <a:xfrm>
                  <a:off x="6417879" y="4021286"/>
                  <a:ext cx="832342" cy="832159"/>
                </a:xfrm>
                <a:prstGeom prst="ellipse">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Guatemala</a:t>
                  </a:r>
                </a:p>
              </p:txBody>
            </p:sp>
            <p:sp>
              <p:nvSpPr>
                <p:cNvPr id="95" name="Oval 343">
                  <a:extLst>
                    <a:ext uri="{FF2B5EF4-FFF2-40B4-BE49-F238E27FC236}">
                      <a16:creationId xmlns:a16="http://schemas.microsoft.com/office/drawing/2014/main" id="{8E3C3B47-1D8D-12E9-F543-ED7B34E74E47}"/>
                    </a:ext>
                  </a:extLst>
                </p:cNvPr>
                <p:cNvSpPr>
                  <a:spLocks noChangeAspect="1"/>
                </p:cNvSpPr>
                <p:nvPr/>
              </p:nvSpPr>
              <p:spPr bwMode="auto">
                <a:xfrm>
                  <a:off x="9810773" y="3913845"/>
                  <a:ext cx="915137" cy="914936"/>
                </a:xfrm>
                <a:prstGeom prst="ellipse">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India</a:t>
                  </a:r>
                </a:p>
                <a:p>
                  <a:pPr marL="0" marR="0" lvl="0" indent="0" algn="ctr" defTabSz="778177"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96" name="Oval 346">
                  <a:extLst>
                    <a:ext uri="{FF2B5EF4-FFF2-40B4-BE49-F238E27FC236}">
                      <a16:creationId xmlns:a16="http://schemas.microsoft.com/office/drawing/2014/main" id="{8B8F7FE2-7829-43D1-2791-5926EF6B75C2}"/>
                    </a:ext>
                  </a:extLst>
                </p:cNvPr>
                <p:cNvSpPr>
                  <a:spLocks noChangeAspect="1"/>
                </p:cNvSpPr>
                <p:nvPr/>
              </p:nvSpPr>
              <p:spPr bwMode="auto">
                <a:xfrm>
                  <a:off x="6508072" y="3259195"/>
                  <a:ext cx="832342" cy="832159"/>
                </a:xfrm>
                <a:prstGeom prst="ellipse">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US</a:t>
                  </a:r>
                </a:p>
              </p:txBody>
            </p:sp>
            <p:sp>
              <p:nvSpPr>
                <p:cNvPr id="97" name="Oval 350">
                  <a:extLst>
                    <a:ext uri="{FF2B5EF4-FFF2-40B4-BE49-F238E27FC236}">
                      <a16:creationId xmlns:a16="http://schemas.microsoft.com/office/drawing/2014/main" id="{38F33509-9E5B-E743-7808-D4FEA4FAAB4C}"/>
                    </a:ext>
                  </a:extLst>
                </p:cNvPr>
                <p:cNvSpPr>
                  <a:spLocks noChangeAspect="1"/>
                </p:cNvSpPr>
                <p:nvPr/>
              </p:nvSpPr>
              <p:spPr bwMode="auto">
                <a:xfrm>
                  <a:off x="8902389" y="3077510"/>
                  <a:ext cx="832342" cy="832159"/>
                </a:xfrm>
                <a:prstGeom prst="ellipse">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Poland</a:t>
                  </a:r>
                </a:p>
              </p:txBody>
            </p:sp>
            <p:sp>
              <p:nvSpPr>
                <p:cNvPr id="98" name="Oval 571">
                  <a:extLst>
                    <a:ext uri="{FF2B5EF4-FFF2-40B4-BE49-F238E27FC236}">
                      <a16:creationId xmlns:a16="http://schemas.microsoft.com/office/drawing/2014/main" id="{CB2332E2-65E9-63DA-74C8-57D65E22E638}"/>
                    </a:ext>
                  </a:extLst>
                </p:cNvPr>
                <p:cNvSpPr>
                  <a:spLocks noChangeAspect="1"/>
                </p:cNvSpPr>
                <p:nvPr/>
              </p:nvSpPr>
              <p:spPr bwMode="auto">
                <a:xfrm>
                  <a:off x="6136419" y="3721616"/>
                  <a:ext cx="832342" cy="832159"/>
                </a:xfrm>
                <a:prstGeom prst="ellipse">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Mexico</a:t>
                  </a:r>
                </a:p>
              </p:txBody>
            </p:sp>
            <p:sp>
              <p:nvSpPr>
                <p:cNvPr id="99" name="Oval 534">
                  <a:extLst>
                    <a:ext uri="{FF2B5EF4-FFF2-40B4-BE49-F238E27FC236}">
                      <a16:creationId xmlns:a16="http://schemas.microsoft.com/office/drawing/2014/main" id="{93B65664-C776-548D-727C-1DCD3E880301}"/>
                    </a:ext>
                  </a:extLst>
                </p:cNvPr>
                <p:cNvSpPr>
                  <a:spLocks noChangeAspect="1"/>
                </p:cNvSpPr>
                <p:nvPr/>
              </p:nvSpPr>
              <p:spPr bwMode="auto">
                <a:xfrm>
                  <a:off x="9245341" y="2744862"/>
                  <a:ext cx="832342" cy="832159"/>
                </a:xfrm>
                <a:prstGeom prst="ellipse">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Russia</a:t>
                  </a:r>
                </a:p>
              </p:txBody>
            </p:sp>
            <p:sp>
              <p:nvSpPr>
                <p:cNvPr id="100" name="Oval 350">
                  <a:extLst>
                    <a:ext uri="{FF2B5EF4-FFF2-40B4-BE49-F238E27FC236}">
                      <a16:creationId xmlns:a16="http://schemas.microsoft.com/office/drawing/2014/main" id="{73883AAF-89CF-7E85-170C-871B6F040CFD}"/>
                    </a:ext>
                  </a:extLst>
                </p:cNvPr>
                <p:cNvSpPr>
                  <a:spLocks noChangeAspect="1"/>
                </p:cNvSpPr>
                <p:nvPr/>
              </p:nvSpPr>
              <p:spPr bwMode="auto">
                <a:xfrm>
                  <a:off x="7903673" y="3517488"/>
                  <a:ext cx="832342" cy="832159"/>
                </a:xfrm>
                <a:prstGeom prst="ellipse">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Morocco</a:t>
                  </a:r>
                </a:p>
              </p:txBody>
            </p:sp>
            <p:sp>
              <p:nvSpPr>
                <p:cNvPr id="101" name="TextBox 346">
                  <a:extLst>
                    <a:ext uri="{FF2B5EF4-FFF2-40B4-BE49-F238E27FC236}">
                      <a16:creationId xmlns:a16="http://schemas.microsoft.com/office/drawing/2014/main" id="{F2D5CBA4-DE79-7AEB-D2D6-87B94A31BF3E}"/>
                    </a:ext>
                  </a:extLst>
                </p:cNvPr>
                <p:cNvSpPr txBox="1"/>
                <p:nvPr/>
              </p:nvSpPr>
              <p:spPr>
                <a:xfrm>
                  <a:off x="5989902" y="3153142"/>
                  <a:ext cx="1253548" cy="143742"/>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highlight>
                        <a:srgbClr val="35B8FF"/>
                      </a:highlight>
                      <a:uLnTx/>
                      <a:uFillTx/>
                      <a:latin typeface="+mj-lt"/>
                    </a:rPr>
                    <a:t>America: 1,200 people</a:t>
                  </a:r>
                </a:p>
              </p:txBody>
            </p:sp>
            <p:sp>
              <p:nvSpPr>
                <p:cNvPr id="102" name="TextBox 355">
                  <a:extLst>
                    <a:ext uri="{FF2B5EF4-FFF2-40B4-BE49-F238E27FC236}">
                      <a16:creationId xmlns:a16="http://schemas.microsoft.com/office/drawing/2014/main" id="{36E3E676-EFB9-7145-E3EF-CEC8D90BC111}"/>
                    </a:ext>
                  </a:extLst>
                </p:cNvPr>
                <p:cNvSpPr txBox="1"/>
                <p:nvPr/>
              </p:nvSpPr>
              <p:spPr>
                <a:xfrm>
                  <a:off x="8202484" y="2524155"/>
                  <a:ext cx="1743945" cy="143742"/>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highlight>
                        <a:srgbClr val="35B8FF"/>
                      </a:highlight>
                      <a:uLnTx/>
                      <a:uFillTx/>
                      <a:latin typeface="+mj-lt"/>
                    </a:rPr>
                    <a:t>Europe and Africa: 4,800 people</a:t>
                  </a:r>
                </a:p>
              </p:txBody>
            </p:sp>
            <p:sp>
              <p:nvSpPr>
                <p:cNvPr id="103" name="TextBox 358">
                  <a:extLst>
                    <a:ext uri="{FF2B5EF4-FFF2-40B4-BE49-F238E27FC236}">
                      <a16:creationId xmlns:a16="http://schemas.microsoft.com/office/drawing/2014/main" id="{63F73969-8CA8-ED81-F033-533E9473AF40}"/>
                    </a:ext>
                  </a:extLst>
                </p:cNvPr>
                <p:cNvSpPr txBox="1"/>
                <p:nvPr/>
              </p:nvSpPr>
              <p:spPr>
                <a:xfrm>
                  <a:off x="9977369" y="3445241"/>
                  <a:ext cx="2319579" cy="143742"/>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highlight>
                        <a:srgbClr val="35B8FF"/>
                      </a:highlight>
                      <a:uLnTx/>
                      <a:uFillTx/>
                      <a:latin typeface="+mj-lt"/>
                    </a:rPr>
                    <a:t>APAC, India and Oceania: 6,000 people</a:t>
                  </a:r>
                </a:p>
              </p:txBody>
            </p:sp>
            <p:cxnSp>
              <p:nvCxnSpPr>
                <p:cNvPr id="104" name="Straight Connector 348">
                  <a:extLst>
                    <a:ext uri="{FF2B5EF4-FFF2-40B4-BE49-F238E27FC236}">
                      <a16:creationId xmlns:a16="http://schemas.microsoft.com/office/drawing/2014/main" id="{FA853757-2CF5-C6CB-0EBB-14986D18402A}"/>
                    </a:ext>
                  </a:extLst>
                </p:cNvPr>
                <p:cNvCxnSpPr/>
                <p:nvPr/>
              </p:nvCxnSpPr>
              <p:spPr>
                <a:xfrm>
                  <a:off x="5967772" y="3352523"/>
                  <a:ext cx="0" cy="180000"/>
                </a:xfrm>
                <a:prstGeom prst="line">
                  <a:avLst/>
                </a:prstGeom>
                <a:solidFill>
                  <a:srgbClr val="12ABDB"/>
                </a:solidFill>
                <a:ln w="6350" cap="flat" cmpd="sng" algn="ctr">
                  <a:solidFill>
                    <a:sysClr val="windowText" lastClr="000000"/>
                  </a:solidFill>
                  <a:prstDash val="solid"/>
                  <a:miter lim="800000"/>
                  <a:tailEnd type="none"/>
                </a:ln>
                <a:effectLst/>
              </p:spPr>
            </p:cxnSp>
            <p:pic>
              <p:nvPicPr>
                <p:cNvPr id="105" name="Image 633">
                  <a:extLst>
                    <a:ext uri="{FF2B5EF4-FFF2-40B4-BE49-F238E27FC236}">
                      <a16:creationId xmlns:a16="http://schemas.microsoft.com/office/drawing/2014/main" id="{88E8D7D0-D416-4348-5BB5-4E51FCB6ED0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861258" y="4914354"/>
                  <a:ext cx="128439" cy="128438"/>
                </a:xfrm>
                <a:prstGeom prst="rect">
                  <a:avLst/>
                </a:prstGeom>
              </p:spPr>
            </p:pic>
            <p:pic>
              <p:nvPicPr>
                <p:cNvPr id="106" name="Image 634">
                  <a:extLst>
                    <a:ext uri="{FF2B5EF4-FFF2-40B4-BE49-F238E27FC236}">
                      <a16:creationId xmlns:a16="http://schemas.microsoft.com/office/drawing/2014/main" id="{953676C1-7292-61A0-168F-32A53B9A7DC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344822" y="3534209"/>
                  <a:ext cx="113436" cy="113436"/>
                </a:xfrm>
                <a:prstGeom prst="rect">
                  <a:avLst/>
                </a:prstGeom>
              </p:spPr>
            </p:pic>
            <p:pic>
              <p:nvPicPr>
                <p:cNvPr id="107" name="Image 636">
                  <a:extLst>
                    <a:ext uri="{FF2B5EF4-FFF2-40B4-BE49-F238E27FC236}">
                      <a16:creationId xmlns:a16="http://schemas.microsoft.com/office/drawing/2014/main" id="{A7FE29B7-312F-F33B-82F8-2360F69B668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877336" y="4094255"/>
                  <a:ext cx="113436" cy="113436"/>
                </a:xfrm>
                <a:prstGeom prst="rect">
                  <a:avLst/>
                </a:prstGeom>
              </p:spPr>
            </p:pic>
            <p:pic>
              <p:nvPicPr>
                <p:cNvPr id="108" name="Image 637">
                  <a:extLst>
                    <a:ext uri="{FF2B5EF4-FFF2-40B4-BE49-F238E27FC236}">
                      <a16:creationId xmlns:a16="http://schemas.microsoft.com/office/drawing/2014/main" id="{FC5021D1-75AF-A164-126C-2A4800F2FE2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017057" y="4199753"/>
                  <a:ext cx="113436" cy="113436"/>
                </a:xfrm>
                <a:prstGeom prst="rect">
                  <a:avLst/>
                </a:prstGeom>
              </p:spPr>
            </p:pic>
            <p:pic>
              <p:nvPicPr>
                <p:cNvPr id="109" name="Image 638">
                  <a:extLst>
                    <a:ext uri="{FF2B5EF4-FFF2-40B4-BE49-F238E27FC236}">
                      <a16:creationId xmlns:a16="http://schemas.microsoft.com/office/drawing/2014/main" id="{455AF1FB-34BD-B801-181C-5D8E9D20A8E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480460" y="3889189"/>
                  <a:ext cx="113436" cy="113436"/>
                </a:xfrm>
                <a:prstGeom prst="rect">
                  <a:avLst/>
                </a:prstGeom>
              </p:spPr>
            </p:pic>
            <p:pic>
              <p:nvPicPr>
                <p:cNvPr id="110" name="Image 639">
                  <a:extLst>
                    <a:ext uri="{FF2B5EF4-FFF2-40B4-BE49-F238E27FC236}">
                      <a16:creationId xmlns:a16="http://schemas.microsoft.com/office/drawing/2014/main" id="{EE6DF160-EB19-9513-A06F-9DF17FF2E80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930091" y="3444031"/>
                  <a:ext cx="108381" cy="108381"/>
                </a:xfrm>
                <a:prstGeom prst="rect">
                  <a:avLst/>
                </a:prstGeom>
              </p:spPr>
            </p:pic>
            <p:pic>
              <p:nvPicPr>
                <p:cNvPr id="111" name="Image 640">
                  <a:extLst>
                    <a:ext uri="{FF2B5EF4-FFF2-40B4-BE49-F238E27FC236}">
                      <a16:creationId xmlns:a16="http://schemas.microsoft.com/office/drawing/2014/main" id="{505EA55A-F312-B2C6-C956-151F4605DDA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644403" y="3301771"/>
                  <a:ext cx="113436" cy="113436"/>
                </a:xfrm>
                <a:prstGeom prst="rect">
                  <a:avLst/>
                </a:prstGeom>
              </p:spPr>
            </p:pic>
            <p:pic>
              <p:nvPicPr>
                <p:cNvPr id="112" name="Image 642">
                  <a:extLst>
                    <a:ext uri="{FF2B5EF4-FFF2-40B4-BE49-F238E27FC236}">
                      <a16:creationId xmlns:a16="http://schemas.microsoft.com/office/drawing/2014/main" id="{31B57FB5-6A3C-5970-B5CD-B9B47707E3E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629916" y="3976058"/>
                  <a:ext cx="113436" cy="113436"/>
                </a:xfrm>
                <a:prstGeom prst="rect">
                  <a:avLst/>
                </a:prstGeom>
              </p:spPr>
            </p:pic>
            <p:pic>
              <p:nvPicPr>
                <p:cNvPr id="113" name="Image 643">
                  <a:extLst>
                    <a:ext uri="{FF2B5EF4-FFF2-40B4-BE49-F238E27FC236}">
                      <a16:creationId xmlns:a16="http://schemas.microsoft.com/office/drawing/2014/main" id="{E9B20B36-D2DF-61AC-E27A-79039F52FB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784400" y="4235104"/>
                  <a:ext cx="113436" cy="113436"/>
                </a:xfrm>
                <a:prstGeom prst="rect">
                  <a:avLst/>
                </a:prstGeom>
              </p:spPr>
            </p:pic>
            <p:sp>
              <p:nvSpPr>
                <p:cNvPr id="114" name="Rectangle 113">
                  <a:extLst>
                    <a:ext uri="{FF2B5EF4-FFF2-40B4-BE49-F238E27FC236}">
                      <a16:creationId xmlns:a16="http://schemas.microsoft.com/office/drawing/2014/main" id="{8F74DEE7-8FDB-5104-B973-333E2A0FB5C4}"/>
                    </a:ext>
                  </a:extLst>
                </p:cNvPr>
                <p:cNvSpPr/>
                <p:nvPr/>
              </p:nvSpPr>
              <p:spPr>
                <a:xfrm>
                  <a:off x="5915390" y="3134889"/>
                  <a:ext cx="2165174" cy="2107206"/>
                </a:xfrm>
                <a:prstGeom prst="rect">
                  <a:avLst/>
                </a:prstGeom>
                <a:noFill/>
                <a:ln w="12700" cap="flat" cmpd="sng" algn="ctr">
                  <a:solidFill>
                    <a:schemeClr val="bg1">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a typeface="+mn-ea"/>
                    <a:cs typeface="+mn-cs"/>
                  </a:endParaRPr>
                </a:p>
              </p:txBody>
            </p:sp>
            <p:sp>
              <p:nvSpPr>
                <p:cNvPr id="115" name="Rectangle 114">
                  <a:extLst>
                    <a:ext uri="{FF2B5EF4-FFF2-40B4-BE49-F238E27FC236}">
                      <a16:creationId xmlns:a16="http://schemas.microsoft.com/office/drawing/2014/main" id="{D174D5C7-1999-5BEF-6C3F-D56232119E56}"/>
                    </a:ext>
                  </a:extLst>
                </p:cNvPr>
                <p:cNvSpPr/>
                <p:nvPr/>
              </p:nvSpPr>
              <p:spPr>
                <a:xfrm>
                  <a:off x="9886549" y="3446080"/>
                  <a:ext cx="2221878" cy="2155035"/>
                </a:xfrm>
                <a:prstGeom prst="rect">
                  <a:avLst/>
                </a:prstGeom>
                <a:noFill/>
                <a:ln w="12700" cap="flat" cmpd="sng" algn="ctr">
                  <a:solidFill>
                    <a:schemeClr val="bg1">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a typeface="+mn-ea"/>
                    <a:cs typeface="+mn-cs"/>
                  </a:endParaRPr>
                </a:p>
              </p:txBody>
            </p:sp>
            <p:sp>
              <p:nvSpPr>
                <p:cNvPr id="116" name="Rectangle 115">
                  <a:extLst>
                    <a:ext uri="{FF2B5EF4-FFF2-40B4-BE49-F238E27FC236}">
                      <a16:creationId xmlns:a16="http://schemas.microsoft.com/office/drawing/2014/main" id="{9FA89881-68E6-ABEC-EB1E-4B6615D4C88D}"/>
                    </a:ext>
                  </a:extLst>
                </p:cNvPr>
                <p:cNvSpPr/>
                <p:nvPr/>
              </p:nvSpPr>
              <p:spPr>
                <a:xfrm>
                  <a:off x="8128314" y="2512172"/>
                  <a:ext cx="1709237" cy="2852467"/>
                </a:xfrm>
                <a:prstGeom prst="rect">
                  <a:avLst/>
                </a:prstGeom>
                <a:noFill/>
                <a:ln w="12700" cap="flat" cmpd="sng" algn="ctr">
                  <a:solidFill>
                    <a:schemeClr val="bg1">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a typeface="+mn-ea"/>
                    <a:cs typeface="+mn-cs"/>
                  </a:endParaRPr>
                </a:p>
              </p:txBody>
            </p:sp>
            <p:pic>
              <p:nvPicPr>
                <p:cNvPr id="117" name="Image 654">
                  <a:extLst>
                    <a:ext uri="{FF2B5EF4-FFF2-40B4-BE49-F238E27FC236}">
                      <a16:creationId xmlns:a16="http://schemas.microsoft.com/office/drawing/2014/main" id="{FD2BBF35-D217-BE69-9B4D-5C7EB0BB98AA}"/>
                    </a:ext>
                  </a:extLst>
                </p:cNvPr>
                <p:cNvPicPr>
                  <a:picLocks noChangeAspect="1"/>
                </p:cNvPicPr>
                <p:nvPr/>
              </p:nvPicPr>
              <p:blipFill>
                <a:blip r:embed="rId4" cstate="screen">
                  <a:duotone>
                    <a:srgbClr val="2B0A3D">
                      <a:shade val="45000"/>
                      <a:satMod val="135000"/>
                    </a:srgbClr>
                    <a:prstClr val="white"/>
                  </a:duotone>
                  <a:extLst>
                    <a:ext uri="{28A0092B-C50C-407E-A947-70E740481C1C}">
                      <a14:useLocalDpi xmlns:a14="http://schemas.microsoft.com/office/drawing/2010/main"/>
                    </a:ext>
                  </a:extLst>
                </a:blip>
                <a:stretch>
                  <a:fillRect/>
                </a:stretch>
              </p:blipFill>
              <p:spPr>
                <a:xfrm>
                  <a:off x="8764247" y="3434649"/>
                  <a:ext cx="111944" cy="111943"/>
                </a:xfrm>
                <a:prstGeom prst="rect">
                  <a:avLst/>
                </a:prstGeom>
              </p:spPr>
            </p:pic>
            <p:sp>
              <p:nvSpPr>
                <p:cNvPr id="118" name="Oval 350">
                  <a:extLst>
                    <a:ext uri="{FF2B5EF4-FFF2-40B4-BE49-F238E27FC236}">
                      <a16:creationId xmlns:a16="http://schemas.microsoft.com/office/drawing/2014/main" id="{476C8EEA-3103-B20A-6F47-3B79BC9882D6}"/>
                    </a:ext>
                  </a:extLst>
                </p:cNvPr>
                <p:cNvSpPr>
                  <a:spLocks noChangeAspect="1"/>
                </p:cNvSpPr>
                <p:nvPr/>
              </p:nvSpPr>
              <p:spPr bwMode="auto">
                <a:xfrm>
                  <a:off x="8266744" y="3171307"/>
                  <a:ext cx="389154" cy="389068"/>
                </a:xfrm>
                <a:prstGeom prst="rect">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UK</a:t>
                  </a:r>
                </a:p>
              </p:txBody>
            </p:sp>
            <p:sp>
              <p:nvSpPr>
                <p:cNvPr id="119" name="Rectangle 118">
                  <a:extLst>
                    <a:ext uri="{FF2B5EF4-FFF2-40B4-BE49-F238E27FC236}">
                      <a16:creationId xmlns:a16="http://schemas.microsoft.com/office/drawing/2014/main" id="{8F062FEC-D470-5932-ECEE-087697D7E342}"/>
                    </a:ext>
                  </a:extLst>
                </p:cNvPr>
                <p:cNvSpPr/>
                <p:nvPr/>
              </p:nvSpPr>
              <p:spPr>
                <a:xfrm>
                  <a:off x="8790825" y="3533053"/>
                  <a:ext cx="715493" cy="184666"/>
                </a:xfrm>
                <a:prstGeom prst="rect">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Germany</a:t>
                  </a:r>
                </a:p>
              </p:txBody>
            </p:sp>
            <p:sp>
              <p:nvSpPr>
                <p:cNvPr id="120" name="Rectangle 119">
                  <a:extLst>
                    <a:ext uri="{FF2B5EF4-FFF2-40B4-BE49-F238E27FC236}">
                      <a16:creationId xmlns:a16="http://schemas.microsoft.com/office/drawing/2014/main" id="{8C9DE621-C917-54FA-518A-3FBB4F3642F5}"/>
                    </a:ext>
                  </a:extLst>
                </p:cNvPr>
                <p:cNvSpPr/>
                <p:nvPr/>
              </p:nvSpPr>
              <p:spPr>
                <a:xfrm>
                  <a:off x="8082509" y="3441726"/>
                  <a:ext cx="713404" cy="184666"/>
                </a:xfrm>
                <a:prstGeom prst="rect">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France</a:t>
                  </a:r>
                </a:p>
              </p:txBody>
            </p:sp>
            <p:sp>
              <p:nvSpPr>
                <p:cNvPr id="121" name="Rectangle 120">
                  <a:extLst>
                    <a:ext uri="{FF2B5EF4-FFF2-40B4-BE49-F238E27FC236}">
                      <a16:creationId xmlns:a16="http://schemas.microsoft.com/office/drawing/2014/main" id="{AAF434F6-D81E-FA5C-2CA8-CCE7A7745FF6}"/>
                    </a:ext>
                  </a:extLst>
                </p:cNvPr>
                <p:cNvSpPr/>
                <p:nvPr/>
              </p:nvSpPr>
              <p:spPr>
                <a:xfrm>
                  <a:off x="8172700" y="3592793"/>
                  <a:ext cx="425116" cy="184666"/>
                </a:xfrm>
                <a:prstGeom prst="rect">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Spain</a:t>
                  </a:r>
                </a:p>
              </p:txBody>
            </p:sp>
            <p:pic>
              <p:nvPicPr>
                <p:cNvPr id="122" name="Image 665">
                  <a:extLst>
                    <a:ext uri="{FF2B5EF4-FFF2-40B4-BE49-F238E27FC236}">
                      <a16:creationId xmlns:a16="http://schemas.microsoft.com/office/drawing/2014/main" id="{91C124AA-EEDA-A899-B02B-9B0003688556}"/>
                    </a:ext>
                  </a:extLst>
                </p:cNvPr>
                <p:cNvPicPr>
                  <a:picLocks noChangeAspect="1"/>
                </p:cNvPicPr>
                <p:nvPr/>
              </p:nvPicPr>
              <p:blipFill>
                <a:blip r:embed="rId4" cstate="screen">
                  <a:duotone>
                    <a:srgbClr val="12ABDB">
                      <a:shade val="45000"/>
                      <a:satMod val="135000"/>
                    </a:srgbClr>
                    <a:prstClr val="white"/>
                  </a:duotone>
                  <a:extLst>
                    <a:ext uri="{28A0092B-C50C-407E-A947-70E740481C1C}">
                      <a14:useLocalDpi xmlns:a14="http://schemas.microsoft.com/office/drawing/2010/main"/>
                    </a:ext>
                  </a:extLst>
                </a:blip>
                <a:stretch>
                  <a:fillRect/>
                </a:stretch>
              </p:blipFill>
              <p:spPr>
                <a:xfrm>
                  <a:off x="8955568" y="3443551"/>
                  <a:ext cx="113436" cy="113436"/>
                </a:xfrm>
                <a:prstGeom prst="rect">
                  <a:avLst/>
                </a:prstGeom>
              </p:spPr>
            </p:pic>
            <p:sp>
              <p:nvSpPr>
                <p:cNvPr id="123" name="Rectangle 122">
                  <a:extLst>
                    <a:ext uri="{FF2B5EF4-FFF2-40B4-BE49-F238E27FC236}">
                      <a16:creationId xmlns:a16="http://schemas.microsoft.com/office/drawing/2014/main" id="{8FD27866-60B8-BE6E-CD50-4531366E9616}"/>
                    </a:ext>
                  </a:extLst>
                </p:cNvPr>
                <p:cNvSpPr/>
                <p:nvPr/>
              </p:nvSpPr>
              <p:spPr>
                <a:xfrm>
                  <a:off x="8761078" y="3296618"/>
                  <a:ext cx="715493" cy="184666"/>
                </a:xfrm>
                <a:prstGeom prst="rect">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Luxembourg</a:t>
                  </a:r>
                </a:p>
              </p:txBody>
            </p:sp>
            <p:pic>
              <p:nvPicPr>
                <p:cNvPr id="124" name="Image 668">
                  <a:extLst>
                    <a:ext uri="{FF2B5EF4-FFF2-40B4-BE49-F238E27FC236}">
                      <a16:creationId xmlns:a16="http://schemas.microsoft.com/office/drawing/2014/main" id="{129DB4D0-8623-EF9C-5C0E-79B4005AA8E2}"/>
                    </a:ext>
                  </a:extLst>
                </p:cNvPr>
                <p:cNvPicPr>
                  <a:picLocks noChangeAspect="1"/>
                </p:cNvPicPr>
                <p:nvPr/>
              </p:nvPicPr>
              <p:blipFill>
                <a:blip r:embed="rId4" cstate="screen">
                  <a:duotone>
                    <a:srgbClr val="12ABDB">
                      <a:shade val="45000"/>
                      <a:satMod val="135000"/>
                    </a:srgbClr>
                    <a:prstClr val="white"/>
                  </a:duotone>
                  <a:extLst>
                    <a:ext uri="{28A0092B-C50C-407E-A947-70E740481C1C}">
                      <a14:useLocalDpi xmlns:a14="http://schemas.microsoft.com/office/drawing/2010/main"/>
                    </a:ext>
                  </a:extLst>
                </a:blip>
                <a:stretch>
                  <a:fillRect/>
                </a:stretch>
              </p:blipFill>
              <p:spPr>
                <a:xfrm>
                  <a:off x="8738530" y="3168105"/>
                  <a:ext cx="113436" cy="113436"/>
                </a:xfrm>
                <a:prstGeom prst="rect">
                  <a:avLst/>
                </a:prstGeom>
              </p:spPr>
            </p:pic>
            <p:pic>
              <p:nvPicPr>
                <p:cNvPr id="125" name="Image 669">
                  <a:extLst>
                    <a:ext uri="{FF2B5EF4-FFF2-40B4-BE49-F238E27FC236}">
                      <a16:creationId xmlns:a16="http://schemas.microsoft.com/office/drawing/2014/main" id="{1C7D2230-1BAA-C4BF-BD02-C8F0FA225509}"/>
                    </a:ext>
                  </a:extLst>
                </p:cNvPr>
                <p:cNvPicPr>
                  <a:picLocks noChangeAspect="1"/>
                </p:cNvPicPr>
                <p:nvPr/>
              </p:nvPicPr>
              <p:blipFill>
                <a:blip r:embed="rId4" cstate="screen">
                  <a:duotone>
                    <a:srgbClr val="12ABDB">
                      <a:shade val="45000"/>
                      <a:satMod val="135000"/>
                    </a:srgbClr>
                    <a:prstClr val="white"/>
                  </a:duotone>
                  <a:extLst>
                    <a:ext uri="{28A0092B-C50C-407E-A947-70E740481C1C}">
                      <a14:useLocalDpi xmlns:a14="http://schemas.microsoft.com/office/drawing/2010/main"/>
                    </a:ext>
                  </a:extLst>
                </a:blip>
                <a:stretch>
                  <a:fillRect/>
                </a:stretch>
              </p:blipFill>
              <p:spPr>
                <a:xfrm>
                  <a:off x="10466421" y="4452502"/>
                  <a:ext cx="113436" cy="113436"/>
                </a:xfrm>
                <a:prstGeom prst="rect">
                  <a:avLst/>
                </a:prstGeom>
              </p:spPr>
            </p:pic>
            <p:sp>
              <p:nvSpPr>
                <p:cNvPr id="126" name="Oval 343">
                  <a:extLst>
                    <a:ext uri="{FF2B5EF4-FFF2-40B4-BE49-F238E27FC236}">
                      <a16:creationId xmlns:a16="http://schemas.microsoft.com/office/drawing/2014/main" id="{9C1799CA-DD8C-B43F-99C4-C9244435F93E}"/>
                    </a:ext>
                  </a:extLst>
                </p:cNvPr>
                <p:cNvSpPr>
                  <a:spLocks noChangeAspect="1"/>
                </p:cNvSpPr>
                <p:nvPr/>
              </p:nvSpPr>
              <p:spPr bwMode="auto">
                <a:xfrm>
                  <a:off x="10063059" y="4209009"/>
                  <a:ext cx="915137" cy="914936"/>
                </a:xfrm>
                <a:prstGeom prst="ellipse">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Singapore</a:t>
                  </a:r>
                </a:p>
                <a:p>
                  <a:pPr marL="0" marR="0" lvl="0" indent="0" algn="ctr" defTabSz="778177"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ndParaRPr>
                </a:p>
              </p:txBody>
            </p:sp>
            <p:sp>
              <p:nvSpPr>
                <p:cNvPr id="127" name="Rectangle 126">
                  <a:extLst>
                    <a:ext uri="{FF2B5EF4-FFF2-40B4-BE49-F238E27FC236}">
                      <a16:creationId xmlns:a16="http://schemas.microsoft.com/office/drawing/2014/main" id="{7ABD9F6F-8994-80FD-FE62-77837A925CFB}"/>
                    </a:ext>
                  </a:extLst>
                </p:cNvPr>
                <p:cNvSpPr/>
                <p:nvPr/>
              </p:nvSpPr>
              <p:spPr>
                <a:xfrm>
                  <a:off x="8340847" y="3001772"/>
                  <a:ext cx="715493" cy="184666"/>
                </a:xfrm>
                <a:prstGeom prst="rect">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Norway</a:t>
                  </a:r>
                </a:p>
              </p:txBody>
            </p:sp>
            <p:pic>
              <p:nvPicPr>
                <p:cNvPr id="128" name="Image 680">
                  <a:extLst>
                    <a:ext uri="{FF2B5EF4-FFF2-40B4-BE49-F238E27FC236}">
                      <a16:creationId xmlns:a16="http://schemas.microsoft.com/office/drawing/2014/main" id="{EEE55275-81E8-14D0-0B9B-E2777E832F92}"/>
                    </a:ext>
                  </a:extLst>
                </p:cNvPr>
                <p:cNvPicPr>
                  <a:picLocks noChangeAspect="1"/>
                </p:cNvPicPr>
                <p:nvPr/>
              </p:nvPicPr>
              <p:blipFill>
                <a:blip r:embed="rId5" cstate="screen">
                  <a:duotone>
                    <a:prstClr val="black"/>
                    <a:srgbClr val="95E616">
                      <a:tint val="45000"/>
                      <a:satMod val="400000"/>
                    </a:srgbClr>
                  </a:duotone>
                  <a:extLst>
                    <a:ext uri="{BEBA8EAE-BF5A-486C-A8C5-ECC9F3942E4B}">
                      <a14:imgProps xmlns:a14="http://schemas.microsoft.com/office/drawing/2010/main">
                        <a14:imgLayer r:embed="rId6">
                          <a14:imgEffect>
                            <a14:saturation sat="0"/>
                          </a14:imgEffect>
                          <a14:imgEffect>
                            <a14:brightnessContrast bright="40000" contrast="-13000"/>
                          </a14:imgEffect>
                        </a14:imgLayer>
                      </a14:imgProps>
                    </a:ext>
                    <a:ext uri="{28A0092B-C50C-407E-A947-70E740481C1C}">
                      <a14:useLocalDpi xmlns:a14="http://schemas.microsoft.com/office/drawing/2010/main"/>
                    </a:ext>
                  </a:extLst>
                </a:blip>
                <a:stretch>
                  <a:fillRect/>
                </a:stretch>
              </p:blipFill>
              <p:spPr>
                <a:xfrm>
                  <a:off x="11120274" y="5316257"/>
                  <a:ext cx="117613" cy="117613"/>
                </a:xfrm>
                <a:prstGeom prst="rect">
                  <a:avLst/>
                </a:prstGeom>
              </p:spPr>
            </p:pic>
            <p:sp>
              <p:nvSpPr>
                <p:cNvPr id="129" name="Oval 335">
                  <a:extLst>
                    <a:ext uri="{FF2B5EF4-FFF2-40B4-BE49-F238E27FC236}">
                      <a16:creationId xmlns:a16="http://schemas.microsoft.com/office/drawing/2014/main" id="{8F03C29C-044A-6851-308B-515D51FB8BE2}"/>
                    </a:ext>
                  </a:extLst>
                </p:cNvPr>
                <p:cNvSpPr>
                  <a:spLocks noChangeAspect="1"/>
                </p:cNvSpPr>
                <p:nvPr/>
              </p:nvSpPr>
              <p:spPr bwMode="auto">
                <a:xfrm>
                  <a:off x="11135810" y="4973847"/>
                  <a:ext cx="832342" cy="832159"/>
                </a:xfrm>
                <a:prstGeom prst="ellipse">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Australia</a:t>
                  </a:r>
                </a:p>
              </p:txBody>
            </p:sp>
            <p:pic>
              <p:nvPicPr>
                <p:cNvPr id="130" name="Image 309">
                  <a:extLst>
                    <a:ext uri="{FF2B5EF4-FFF2-40B4-BE49-F238E27FC236}">
                      <a16:creationId xmlns:a16="http://schemas.microsoft.com/office/drawing/2014/main" id="{02127BC2-9A30-FEC0-3096-B25C0293A7E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45760" y="3581577"/>
                  <a:ext cx="113436" cy="113436"/>
                </a:xfrm>
                <a:prstGeom prst="rect">
                  <a:avLst/>
                </a:prstGeom>
              </p:spPr>
            </p:pic>
            <p:pic>
              <p:nvPicPr>
                <p:cNvPr id="131" name="Image 315">
                  <a:extLst>
                    <a:ext uri="{FF2B5EF4-FFF2-40B4-BE49-F238E27FC236}">
                      <a16:creationId xmlns:a16="http://schemas.microsoft.com/office/drawing/2014/main" id="{BC22091A-7D5B-2335-7765-8A1513E9A8BF}"/>
                    </a:ext>
                  </a:extLst>
                </p:cNvPr>
                <p:cNvPicPr>
                  <a:picLocks noChangeAspect="1"/>
                </p:cNvPicPr>
                <p:nvPr/>
              </p:nvPicPr>
              <p:blipFill>
                <a:blip r:embed="rId5" cstate="screen">
                  <a:duotone>
                    <a:prstClr val="black"/>
                    <a:srgbClr val="95E616">
                      <a:tint val="45000"/>
                      <a:satMod val="400000"/>
                    </a:srgbClr>
                  </a:duotone>
                  <a:extLst>
                    <a:ext uri="{BEBA8EAE-BF5A-486C-A8C5-ECC9F3942E4B}">
                      <a14:imgProps xmlns:a14="http://schemas.microsoft.com/office/drawing/2010/main">
                        <a14:imgLayer r:embed="rId6">
                          <a14:imgEffect>
                            <a14:saturation sat="0"/>
                          </a14:imgEffect>
                          <a14:imgEffect>
                            <a14:brightnessContrast bright="40000" contrast="-13000"/>
                          </a14:imgEffect>
                        </a14:imgLayer>
                      </a14:imgProps>
                    </a:ext>
                    <a:ext uri="{28A0092B-C50C-407E-A947-70E740481C1C}">
                      <a14:useLocalDpi xmlns:a14="http://schemas.microsoft.com/office/drawing/2010/main"/>
                    </a:ext>
                  </a:extLst>
                </a:blip>
                <a:stretch>
                  <a:fillRect/>
                </a:stretch>
              </p:blipFill>
              <p:spPr>
                <a:xfrm>
                  <a:off x="8859479" y="3691131"/>
                  <a:ext cx="113436" cy="113436"/>
                </a:xfrm>
                <a:prstGeom prst="rect">
                  <a:avLst/>
                </a:prstGeom>
              </p:spPr>
            </p:pic>
            <p:sp>
              <p:nvSpPr>
                <p:cNvPr id="132" name="Rectangle 131">
                  <a:extLst>
                    <a:ext uri="{FF2B5EF4-FFF2-40B4-BE49-F238E27FC236}">
                      <a16:creationId xmlns:a16="http://schemas.microsoft.com/office/drawing/2014/main" id="{F0CE142C-79B6-ABBA-5E42-402971179698}"/>
                    </a:ext>
                  </a:extLst>
                </p:cNvPr>
                <p:cNvSpPr/>
                <p:nvPr/>
              </p:nvSpPr>
              <p:spPr>
                <a:xfrm>
                  <a:off x="8711717" y="3769768"/>
                  <a:ext cx="715493" cy="184666"/>
                </a:xfrm>
                <a:prstGeom prst="rect">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Italy</a:t>
                  </a:r>
                </a:p>
              </p:txBody>
            </p:sp>
            <p:pic>
              <p:nvPicPr>
                <p:cNvPr id="133" name="Image 317">
                  <a:extLst>
                    <a:ext uri="{FF2B5EF4-FFF2-40B4-BE49-F238E27FC236}">
                      <a16:creationId xmlns:a16="http://schemas.microsoft.com/office/drawing/2014/main" id="{0A5D7DCA-D7CB-BFA0-CD08-99611F2ECEE1}"/>
                    </a:ext>
                  </a:extLst>
                </p:cNvPr>
                <p:cNvPicPr>
                  <a:picLocks noChangeAspect="1"/>
                </p:cNvPicPr>
                <p:nvPr/>
              </p:nvPicPr>
              <p:blipFill>
                <a:blip r:embed="rId5" cstate="screen">
                  <a:duotone>
                    <a:prstClr val="black"/>
                    <a:srgbClr val="95E616">
                      <a:tint val="45000"/>
                      <a:satMod val="400000"/>
                    </a:srgbClr>
                  </a:duotone>
                  <a:extLst>
                    <a:ext uri="{BEBA8EAE-BF5A-486C-A8C5-ECC9F3942E4B}">
                      <a14:imgProps xmlns:a14="http://schemas.microsoft.com/office/drawing/2010/main">
                        <a14:imgLayer r:embed="rId6">
                          <a14:imgEffect>
                            <a14:saturation sat="0"/>
                          </a14:imgEffect>
                          <a14:imgEffect>
                            <a14:brightnessContrast bright="40000" contrast="-13000"/>
                          </a14:imgEffect>
                        </a14:imgLayer>
                      </a14:imgProps>
                    </a:ext>
                    <a:ext uri="{28A0092B-C50C-407E-A947-70E740481C1C}">
                      <a14:useLocalDpi xmlns:a14="http://schemas.microsoft.com/office/drawing/2010/main"/>
                    </a:ext>
                  </a:extLst>
                </a:blip>
                <a:stretch>
                  <a:fillRect/>
                </a:stretch>
              </p:blipFill>
              <p:spPr>
                <a:xfrm>
                  <a:off x="8740311" y="3320467"/>
                  <a:ext cx="113436" cy="113436"/>
                </a:xfrm>
                <a:prstGeom prst="rect">
                  <a:avLst/>
                </a:prstGeom>
              </p:spPr>
            </p:pic>
            <p:sp>
              <p:nvSpPr>
                <p:cNvPr id="134" name="Rectangle 133">
                  <a:extLst>
                    <a:ext uri="{FF2B5EF4-FFF2-40B4-BE49-F238E27FC236}">
                      <a16:creationId xmlns:a16="http://schemas.microsoft.com/office/drawing/2014/main" id="{203ED1FA-64AF-C70B-94B0-1697DE6426C9}"/>
                    </a:ext>
                  </a:extLst>
                </p:cNvPr>
                <p:cNvSpPr/>
                <p:nvPr/>
              </p:nvSpPr>
              <p:spPr>
                <a:xfrm>
                  <a:off x="8704662" y="2907405"/>
                  <a:ext cx="715493" cy="184666"/>
                </a:xfrm>
                <a:prstGeom prst="rect">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Sweden</a:t>
                  </a:r>
                </a:p>
              </p:txBody>
            </p:sp>
            <p:pic>
              <p:nvPicPr>
                <p:cNvPr id="135" name="Image 652">
                  <a:extLst>
                    <a:ext uri="{FF2B5EF4-FFF2-40B4-BE49-F238E27FC236}">
                      <a16:creationId xmlns:a16="http://schemas.microsoft.com/office/drawing/2014/main" id="{8F2B024B-0525-36F8-96F4-EBE0F7EDE6A1}"/>
                    </a:ext>
                  </a:extLst>
                </p:cNvPr>
                <p:cNvPicPr>
                  <a:picLocks noChangeAspect="1"/>
                </p:cNvPicPr>
                <p:nvPr/>
              </p:nvPicPr>
              <p:blipFill>
                <a:blip r:embed="rId4" cstate="screen">
                  <a:duotone>
                    <a:srgbClr val="2B0A3D">
                      <a:shade val="45000"/>
                      <a:satMod val="135000"/>
                    </a:srgbClr>
                    <a:prstClr val="white"/>
                  </a:duotone>
                  <a:extLst>
                    <a:ext uri="{28A0092B-C50C-407E-A947-70E740481C1C}">
                      <a14:useLocalDpi xmlns:a14="http://schemas.microsoft.com/office/drawing/2010/main"/>
                    </a:ext>
                  </a:extLst>
                </a:blip>
                <a:stretch>
                  <a:fillRect/>
                </a:stretch>
              </p:blipFill>
              <p:spPr>
                <a:xfrm>
                  <a:off x="8671590" y="3579113"/>
                  <a:ext cx="118363" cy="118363"/>
                </a:xfrm>
                <a:prstGeom prst="rect">
                  <a:avLst/>
                </a:prstGeom>
              </p:spPr>
            </p:pic>
            <p:pic>
              <p:nvPicPr>
                <p:cNvPr id="136" name="Image 663">
                  <a:extLst>
                    <a:ext uri="{FF2B5EF4-FFF2-40B4-BE49-F238E27FC236}">
                      <a16:creationId xmlns:a16="http://schemas.microsoft.com/office/drawing/2014/main" id="{8A401658-CA3D-0A58-3D4F-BF6B21C4E489}"/>
                    </a:ext>
                  </a:extLst>
                </p:cNvPr>
                <p:cNvPicPr>
                  <a:picLocks noChangeAspect="1"/>
                </p:cNvPicPr>
                <p:nvPr/>
              </p:nvPicPr>
              <p:blipFill>
                <a:blip r:embed="rId4" cstate="screen">
                  <a:duotone>
                    <a:srgbClr val="12ABDB">
                      <a:shade val="45000"/>
                      <a:satMod val="135000"/>
                    </a:srgbClr>
                    <a:prstClr val="white"/>
                  </a:duotone>
                  <a:extLst>
                    <a:ext uri="{28A0092B-C50C-407E-A947-70E740481C1C}">
                      <a14:useLocalDpi xmlns:a14="http://schemas.microsoft.com/office/drawing/2010/main"/>
                    </a:ext>
                  </a:extLst>
                </a:blip>
                <a:stretch>
                  <a:fillRect/>
                </a:stretch>
              </p:blipFill>
              <p:spPr>
                <a:xfrm>
                  <a:off x="8699711" y="3578813"/>
                  <a:ext cx="118963" cy="118963"/>
                </a:xfrm>
                <a:prstGeom prst="rect">
                  <a:avLst/>
                </a:prstGeom>
              </p:spPr>
            </p:pic>
            <p:pic>
              <p:nvPicPr>
                <p:cNvPr id="137" name="Image 676">
                  <a:extLst>
                    <a:ext uri="{FF2B5EF4-FFF2-40B4-BE49-F238E27FC236}">
                      <a16:creationId xmlns:a16="http://schemas.microsoft.com/office/drawing/2014/main" id="{B25C39D5-CB55-A5C2-B648-50804DC99F91}"/>
                    </a:ext>
                  </a:extLst>
                </p:cNvPr>
                <p:cNvPicPr>
                  <a:picLocks noChangeAspect="1"/>
                </p:cNvPicPr>
                <p:nvPr/>
              </p:nvPicPr>
              <p:blipFill>
                <a:blip r:embed="rId5" cstate="screen">
                  <a:duotone>
                    <a:prstClr val="black"/>
                    <a:srgbClr val="95E616">
                      <a:tint val="45000"/>
                      <a:satMod val="400000"/>
                    </a:srgbClr>
                  </a:duotone>
                  <a:extLst>
                    <a:ext uri="{BEBA8EAE-BF5A-486C-A8C5-ECC9F3942E4B}">
                      <a14:imgProps xmlns:a14="http://schemas.microsoft.com/office/drawing/2010/main">
                        <a14:imgLayer r:embed="rId6">
                          <a14:imgEffect>
                            <a14:saturation sat="0"/>
                          </a14:imgEffect>
                          <a14:imgEffect>
                            <a14:brightnessContrast bright="40000" contrast="-13000"/>
                          </a14:imgEffect>
                        </a14:imgLayer>
                      </a14:imgProps>
                    </a:ext>
                    <a:ext uri="{28A0092B-C50C-407E-A947-70E740481C1C}">
                      <a14:useLocalDpi xmlns:a14="http://schemas.microsoft.com/office/drawing/2010/main"/>
                    </a:ext>
                  </a:extLst>
                </a:blip>
                <a:stretch>
                  <a:fillRect/>
                </a:stretch>
              </p:blipFill>
              <p:spPr>
                <a:xfrm>
                  <a:off x="8726876" y="3580587"/>
                  <a:ext cx="115416" cy="115416"/>
                </a:xfrm>
                <a:prstGeom prst="rect">
                  <a:avLst/>
                </a:prstGeom>
              </p:spPr>
            </p:pic>
            <p:sp>
              <p:nvSpPr>
                <p:cNvPr id="138" name="Oval 350">
                  <a:extLst>
                    <a:ext uri="{FF2B5EF4-FFF2-40B4-BE49-F238E27FC236}">
                      <a16:creationId xmlns:a16="http://schemas.microsoft.com/office/drawing/2014/main" id="{E725787F-9233-0F51-FE82-4B6B54ECDAB7}"/>
                    </a:ext>
                  </a:extLst>
                </p:cNvPr>
                <p:cNvSpPr>
                  <a:spLocks noChangeAspect="1"/>
                </p:cNvSpPr>
                <p:nvPr/>
              </p:nvSpPr>
              <p:spPr bwMode="auto">
                <a:xfrm>
                  <a:off x="8267359" y="3045458"/>
                  <a:ext cx="389154" cy="389068"/>
                </a:xfrm>
                <a:prstGeom prst="rect">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Netherlands</a:t>
                  </a:r>
                </a:p>
              </p:txBody>
            </p:sp>
            <p:pic>
              <p:nvPicPr>
                <p:cNvPr id="139" name="Image 359">
                  <a:extLst>
                    <a:ext uri="{FF2B5EF4-FFF2-40B4-BE49-F238E27FC236}">
                      <a16:creationId xmlns:a16="http://schemas.microsoft.com/office/drawing/2014/main" id="{13A08C05-4C11-A869-050D-9E29BD59D979}"/>
                    </a:ext>
                  </a:extLst>
                </p:cNvPr>
                <p:cNvPicPr>
                  <a:picLocks noChangeAspect="1"/>
                </p:cNvPicPr>
                <p:nvPr/>
              </p:nvPicPr>
              <p:blipFill>
                <a:blip r:embed="rId5" cstate="screen">
                  <a:duotone>
                    <a:prstClr val="black"/>
                    <a:srgbClr val="95E616">
                      <a:tint val="45000"/>
                      <a:satMod val="400000"/>
                    </a:srgbClr>
                  </a:duotone>
                  <a:extLst>
                    <a:ext uri="{BEBA8EAE-BF5A-486C-A8C5-ECC9F3942E4B}">
                      <a14:imgProps xmlns:a14="http://schemas.microsoft.com/office/drawing/2010/main">
                        <a14:imgLayer r:embed="rId6">
                          <a14:imgEffect>
                            <a14:saturation sat="0"/>
                          </a14:imgEffect>
                          <a14:imgEffect>
                            <a14:brightnessContrast bright="40000" contrast="-13000"/>
                          </a14:imgEffect>
                        </a14:imgLayer>
                      </a14:imgProps>
                    </a:ext>
                    <a:ext uri="{28A0092B-C50C-407E-A947-70E740481C1C}">
                      <a14:useLocalDpi xmlns:a14="http://schemas.microsoft.com/office/drawing/2010/main"/>
                    </a:ext>
                  </a:extLst>
                </a:blip>
                <a:stretch>
                  <a:fillRect/>
                </a:stretch>
              </p:blipFill>
              <p:spPr>
                <a:xfrm>
                  <a:off x="8862717" y="3186917"/>
                  <a:ext cx="113436" cy="113436"/>
                </a:xfrm>
                <a:prstGeom prst="rect">
                  <a:avLst/>
                </a:prstGeom>
              </p:spPr>
            </p:pic>
            <p:pic>
              <p:nvPicPr>
                <p:cNvPr id="140" name="Image 360">
                  <a:extLst>
                    <a:ext uri="{FF2B5EF4-FFF2-40B4-BE49-F238E27FC236}">
                      <a16:creationId xmlns:a16="http://schemas.microsoft.com/office/drawing/2014/main" id="{B00CC0DB-10AF-3162-3E56-0C12F7C5E7D1}"/>
                    </a:ext>
                  </a:extLst>
                </p:cNvPr>
                <p:cNvPicPr>
                  <a:picLocks noChangeAspect="1"/>
                </p:cNvPicPr>
                <p:nvPr/>
              </p:nvPicPr>
              <p:blipFill>
                <a:blip r:embed="rId5" cstate="screen">
                  <a:duotone>
                    <a:prstClr val="black"/>
                    <a:srgbClr val="95E616">
                      <a:tint val="45000"/>
                      <a:satMod val="400000"/>
                    </a:srgbClr>
                  </a:duotone>
                  <a:extLst>
                    <a:ext uri="{BEBA8EAE-BF5A-486C-A8C5-ECC9F3942E4B}">
                      <a14:imgProps xmlns:a14="http://schemas.microsoft.com/office/drawing/2010/main">
                        <a14:imgLayer r:embed="rId6">
                          <a14:imgEffect>
                            <a14:saturation sat="0"/>
                          </a14:imgEffect>
                          <a14:imgEffect>
                            <a14:brightnessContrast bright="40000" contrast="-13000"/>
                          </a14:imgEffect>
                        </a14:imgLayer>
                      </a14:imgProps>
                    </a:ext>
                    <a:ext uri="{28A0092B-C50C-407E-A947-70E740481C1C}">
                      <a14:useLocalDpi xmlns:a14="http://schemas.microsoft.com/office/drawing/2010/main"/>
                    </a:ext>
                  </a:extLst>
                </a:blip>
                <a:stretch>
                  <a:fillRect/>
                </a:stretch>
              </p:blipFill>
              <p:spPr>
                <a:xfrm>
                  <a:off x="10718445" y="3980321"/>
                  <a:ext cx="117613" cy="117613"/>
                </a:xfrm>
                <a:prstGeom prst="rect">
                  <a:avLst/>
                </a:prstGeom>
              </p:spPr>
            </p:pic>
            <p:sp>
              <p:nvSpPr>
                <p:cNvPr id="141" name="Rectangle 140">
                  <a:extLst>
                    <a:ext uri="{FF2B5EF4-FFF2-40B4-BE49-F238E27FC236}">
                      <a16:creationId xmlns:a16="http://schemas.microsoft.com/office/drawing/2014/main" id="{04147D2C-A021-BC38-76EE-ED437667F0C9}"/>
                    </a:ext>
                  </a:extLst>
                </p:cNvPr>
                <p:cNvSpPr/>
                <p:nvPr/>
              </p:nvSpPr>
              <p:spPr>
                <a:xfrm>
                  <a:off x="8097143" y="3702302"/>
                  <a:ext cx="425116" cy="184666"/>
                </a:xfrm>
                <a:prstGeom prst="rect">
                  <a:avLst/>
                </a:prstGeom>
                <a:noFill/>
                <a:ln w="12700" cap="flat" cmpd="sng" algn="ctr">
                  <a:noFill/>
                  <a:prstDash val="solid"/>
                  <a:round/>
                  <a:headEnd type="none" w="med" len="med"/>
                  <a:tailEnd type="none" w="med" len="med"/>
                </a:ln>
                <a:effectLst/>
              </p:spPr>
              <p:txBody>
                <a:bodyPr wrap="none" anchor="ctr"/>
                <a:lstStyle/>
                <a:p>
                  <a:pPr marL="0" marR="0" lvl="0" indent="0" algn="ctr"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Portugal</a:t>
                  </a:r>
                </a:p>
              </p:txBody>
            </p:sp>
          </p:grpSp>
          <p:sp>
            <p:nvSpPr>
              <p:cNvPr id="56" name="Oval 336">
                <a:extLst>
                  <a:ext uri="{FF2B5EF4-FFF2-40B4-BE49-F238E27FC236}">
                    <a16:creationId xmlns:a16="http://schemas.microsoft.com/office/drawing/2014/main" id="{822F0F3B-3237-9EA4-DACB-3CB84E9A9C9E}"/>
                  </a:ext>
                </a:extLst>
              </p:cNvPr>
              <p:cNvSpPr>
                <a:spLocks noChangeAspect="1"/>
              </p:cNvSpPr>
              <p:nvPr/>
            </p:nvSpPr>
            <p:spPr bwMode="auto">
              <a:xfrm>
                <a:off x="4983593" y="5532380"/>
                <a:ext cx="1578128" cy="135752"/>
              </a:xfrm>
              <a:prstGeom prst="rect">
                <a:avLst/>
              </a:prstGeom>
              <a:noFill/>
              <a:ln w="12700" cap="flat" cmpd="sng" algn="ctr">
                <a:noFill/>
                <a:prstDash val="solid"/>
                <a:round/>
                <a:headEnd type="none" w="med" len="med"/>
                <a:tailEnd type="none" w="med" len="med"/>
              </a:ln>
              <a:effectLst/>
            </p:spPr>
            <p:txBody>
              <a:bodyPr wrap="none" anchor="ctr"/>
              <a:lstStyle/>
              <a:p>
                <a:pPr marL="0" marR="0" lvl="0" indent="0"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Business Consulting Capabilities</a:t>
                </a:r>
              </a:p>
            </p:txBody>
          </p:sp>
          <p:sp>
            <p:nvSpPr>
              <p:cNvPr id="57" name="Oval 336">
                <a:extLst>
                  <a:ext uri="{FF2B5EF4-FFF2-40B4-BE49-F238E27FC236}">
                    <a16:creationId xmlns:a16="http://schemas.microsoft.com/office/drawing/2014/main" id="{CC87900C-EA0F-A2C2-0A93-EBB4BF5C63C1}"/>
                  </a:ext>
                </a:extLst>
              </p:cNvPr>
              <p:cNvSpPr>
                <a:spLocks noChangeAspect="1"/>
              </p:cNvSpPr>
              <p:nvPr/>
            </p:nvSpPr>
            <p:spPr bwMode="auto">
              <a:xfrm>
                <a:off x="4983593" y="5753151"/>
                <a:ext cx="1578128" cy="125430"/>
              </a:xfrm>
              <a:prstGeom prst="rect">
                <a:avLst/>
              </a:prstGeom>
              <a:noFill/>
              <a:ln w="12700" cap="flat" cmpd="sng" algn="ctr">
                <a:noFill/>
                <a:prstDash val="solid"/>
                <a:round/>
                <a:headEnd type="none" w="med" len="med"/>
                <a:tailEnd type="none" w="med" len="med"/>
              </a:ln>
              <a:effectLst/>
            </p:spPr>
            <p:txBody>
              <a:bodyPr wrap="none" anchor="ctr"/>
              <a:lstStyle/>
              <a:p>
                <a:pPr marL="0" marR="0" lvl="0" indent="0"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AI </a:t>
                </a:r>
                <a:r>
                  <a:rPr kumimoji="0" lang="en-AU" sz="1100" b="1" i="0" u="none" strike="noStrike" kern="0" cap="none" spc="0" normalizeH="0" baseline="0" noProof="0" err="1">
                    <a:ln>
                      <a:noFill/>
                    </a:ln>
                    <a:solidFill>
                      <a:schemeClr val="bg1"/>
                    </a:solidFill>
                    <a:effectLst/>
                    <a:uLnTx/>
                    <a:uFillTx/>
                    <a:latin typeface="+mj-lt"/>
                  </a:rPr>
                  <a:t>Center</a:t>
                </a:r>
                <a:r>
                  <a:rPr kumimoji="0" lang="en-AU" sz="1100" b="1" i="0" u="none" strike="noStrike" kern="0" cap="none" spc="0" normalizeH="0" baseline="0" noProof="0">
                    <a:ln>
                      <a:noFill/>
                    </a:ln>
                    <a:solidFill>
                      <a:schemeClr val="bg1"/>
                    </a:solidFill>
                    <a:effectLst/>
                    <a:uLnTx/>
                    <a:uFillTx/>
                    <a:latin typeface="+mj-lt"/>
                  </a:rPr>
                  <a:t> of Excellence with Supply Chain Expertise</a:t>
                </a:r>
              </a:p>
            </p:txBody>
          </p:sp>
          <p:pic>
            <p:nvPicPr>
              <p:cNvPr id="58" name="Image 649">
                <a:extLst>
                  <a:ext uri="{FF2B5EF4-FFF2-40B4-BE49-F238E27FC236}">
                    <a16:creationId xmlns:a16="http://schemas.microsoft.com/office/drawing/2014/main" id="{4620177B-A87E-25A4-E7A8-B1D1EDCA9C6A}"/>
                  </a:ext>
                </a:extLst>
              </p:cNvPr>
              <p:cNvPicPr>
                <a:picLocks noChangeAspect="1"/>
              </p:cNvPicPr>
              <p:nvPr/>
            </p:nvPicPr>
            <p:blipFill>
              <a:blip r:embed="rId4" cstate="screen">
                <a:duotone>
                  <a:srgbClr val="12ABDB">
                    <a:shade val="45000"/>
                    <a:satMod val="135000"/>
                  </a:srgbClr>
                  <a:prstClr val="white"/>
                </a:duotone>
                <a:extLst>
                  <a:ext uri="{28A0092B-C50C-407E-A947-70E740481C1C}">
                    <a14:useLocalDpi xmlns:a14="http://schemas.microsoft.com/office/drawing/2010/main"/>
                  </a:ext>
                </a:extLst>
              </a:blip>
              <a:stretch>
                <a:fillRect/>
              </a:stretch>
            </p:blipFill>
            <p:spPr>
              <a:xfrm>
                <a:off x="4783904" y="5717646"/>
                <a:ext cx="173623" cy="173623"/>
              </a:xfrm>
              <a:prstGeom prst="rect">
                <a:avLst/>
              </a:prstGeom>
            </p:spPr>
          </p:pic>
          <p:sp>
            <p:nvSpPr>
              <p:cNvPr id="59" name="Oval 336">
                <a:extLst>
                  <a:ext uri="{FF2B5EF4-FFF2-40B4-BE49-F238E27FC236}">
                    <a16:creationId xmlns:a16="http://schemas.microsoft.com/office/drawing/2014/main" id="{28741EA1-8D6E-BA53-8942-CDC495597396}"/>
                  </a:ext>
                </a:extLst>
              </p:cNvPr>
              <p:cNvSpPr>
                <a:spLocks noChangeAspect="1"/>
              </p:cNvSpPr>
              <p:nvPr/>
            </p:nvSpPr>
            <p:spPr bwMode="auto">
              <a:xfrm>
                <a:off x="4983593" y="5963600"/>
                <a:ext cx="1408053" cy="125430"/>
              </a:xfrm>
              <a:prstGeom prst="rect">
                <a:avLst/>
              </a:prstGeom>
              <a:noFill/>
              <a:ln w="12700" cap="flat" cmpd="sng" algn="ctr">
                <a:noFill/>
                <a:prstDash val="solid"/>
                <a:round/>
                <a:headEnd type="none" w="med" len="med"/>
                <a:tailEnd type="none" w="med" len="med"/>
              </a:ln>
              <a:effectLst/>
            </p:spPr>
            <p:txBody>
              <a:bodyPr wrap="none" anchor="ctr"/>
              <a:lstStyle/>
              <a:p>
                <a:pPr marL="0" marR="0" lvl="0" indent="0"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Cybersecurity </a:t>
                </a:r>
                <a:r>
                  <a:rPr kumimoji="0" lang="en-AU" sz="1100" b="1" i="0" u="none" strike="noStrike" kern="0" cap="none" spc="0" normalizeH="0" baseline="0" noProof="0" err="1">
                    <a:ln>
                      <a:noFill/>
                    </a:ln>
                    <a:solidFill>
                      <a:schemeClr val="bg1"/>
                    </a:solidFill>
                    <a:effectLst/>
                    <a:uLnTx/>
                    <a:uFillTx/>
                    <a:latin typeface="+mj-lt"/>
                  </a:rPr>
                  <a:t>Center</a:t>
                </a:r>
                <a:endParaRPr kumimoji="0" lang="en-AU" sz="1100" b="1" i="0" u="none" strike="noStrike" kern="0" cap="none" spc="0" normalizeH="0" baseline="0" noProof="0">
                  <a:ln>
                    <a:noFill/>
                  </a:ln>
                  <a:solidFill>
                    <a:schemeClr val="bg1"/>
                  </a:solidFill>
                  <a:effectLst/>
                  <a:uLnTx/>
                  <a:uFillTx/>
                  <a:latin typeface="+mj-lt"/>
                </a:endParaRPr>
              </a:p>
            </p:txBody>
          </p:sp>
          <p:pic>
            <p:nvPicPr>
              <p:cNvPr id="60" name="Image 651">
                <a:extLst>
                  <a:ext uri="{FF2B5EF4-FFF2-40B4-BE49-F238E27FC236}">
                    <a16:creationId xmlns:a16="http://schemas.microsoft.com/office/drawing/2014/main" id="{2EB99164-E11F-12A4-63A2-2C1FE1123A25}"/>
                  </a:ext>
                </a:extLst>
              </p:cNvPr>
              <p:cNvPicPr>
                <a:picLocks noChangeAspect="1"/>
              </p:cNvPicPr>
              <p:nvPr/>
            </p:nvPicPr>
            <p:blipFill>
              <a:blip r:embed="rId4" cstate="screen">
                <a:duotone>
                  <a:srgbClr val="2B0A3D">
                    <a:shade val="45000"/>
                    <a:satMod val="135000"/>
                  </a:srgbClr>
                  <a:prstClr val="white"/>
                </a:duotone>
                <a:extLst>
                  <a:ext uri="{28A0092B-C50C-407E-A947-70E740481C1C}">
                    <a14:useLocalDpi xmlns:a14="http://schemas.microsoft.com/office/drawing/2010/main"/>
                  </a:ext>
                </a:extLst>
              </a:blip>
              <a:stretch>
                <a:fillRect/>
              </a:stretch>
            </p:blipFill>
            <p:spPr>
              <a:xfrm>
                <a:off x="4783904" y="5927646"/>
                <a:ext cx="173623" cy="173623"/>
              </a:xfrm>
              <a:prstGeom prst="rect">
                <a:avLst/>
              </a:prstGeom>
            </p:spPr>
          </p:pic>
          <p:sp>
            <p:nvSpPr>
              <p:cNvPr id="61" name="Oval 336">
                <a:extLst>
                  <a:ext uri="{FF2B5EF4-FFF2-40B4-BE49-F238E27FC236}">
                    <a16:creationId xmlns:a16="http://schemas.microsoft.com/office/drawing/2014/main" id="{B32A3811-35EE-5FA0-68BB-79572DFAD09E}"/>
                  </a:ext>
                </a:extLst>
              </p:cNvPr>
              <p:cNvSpPr>
                <a:spLocks noChangeAspect="1"/>
              </p:cNvSpPr>
              <p:nvPr/>
            </p:nvSpPr>
            <p:spPr bwMode="auto">
              <a:xfrm>
                <a:off x="4983593" y="6174049"/>
                <a:ext cx="1408053" cy="121406"/>
              </a:xfrm>
              <a:prstGeom prst="rect">
                <a:avLst/>
              </a:prstGeom>
              <a:noFill/>
              <a:ln w="12700" cap="flat" cmpd="sng" algn="ctr">
                <a:noFill/>
                <a:prstDash val="solid"/>
                <a:round/>
                <a:headEnd type="none" w="med" len="med"/>
                <a:tailEnd type="none" w="med" len="med"/>
              </a:ln>
              <a:effectLst/>
            </p:spPr>
            <p:txBody>
              <a:bodyPr wrap="none" anchor="ctr"/>
              <a:lstStyle/>
              <a:p>
                <a:pPr marL="0" marR="0" lvl="0" indent="0"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Digital Supply Chain Delivery and Execution </a:t>
                </a:r>
                <a:r>
                  <a:rPr kumimoji="0" lang="en-AU" sz="1100" b="1" i="0" u="none" strike="noStrike" kern="0" cap="none" spc="0" normalizeH="0" baseline="0" noProof="0" err="1">
                    <a:ln>
                      <a:noFill/>
                    </a:ln>
                    <a:solidFill>
                      <a:schemeClr val="bg1"/>
                    </a:solidFill>
                    <a:effectLst/>
                    <a:uLnTx/>
                    <a:uFillTx/>
                    <a:latin typeface="+mj-lt"/>
                  </a:rPr>
                  <a:t>Center</a:t>
                </a:r>
                <a:endParaRPr kumimoji="0" lang="en-AU" sz="1100" b="1" i="0" u="none" strike="noStrike" kern="0" cap="none" spc="0" normalizeH="0" baseline="0" noProof="0">
                  <a:ln>
                    <a:noFill/>
                  </a:ln>
                  <a:solidFill>
                    <a:schemeClr val="bg1"/>
                  </a:solidFill>
                  <a:effectLst/>
                  <a:uLnTx/>
                  <a:uFillTx/>
                  <a:latin typeface="+mj-lt"/>
                </a:endParaRPr>
              </a:p>
            </p:txBody>
          </p:sp>
          <p:pic>
            <p:nvPicPr>
              <p:cNvPr id="62" name="Image 313">
                <a:extLst>
                  <a:ext uri="{FF2B5EF4-FFF2-40B4-BE49-F238E27FC236}">
                    <a16:creationId xmlns:a16="http://schemas.microsoft.com/office/drawing/2014/main" id="{506328FB-56CF-F13E-DD7A-AF5CBA5D762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818851" y="3288075"/>
                <a:ext cx="128826" cy="133587"/>
              </a:xfrm>
              <a:prstGeom prst="rect">
                <a:avLst/>
              </a:prstGeom>
            </p:spPr>
          </p:pic>
          <p:pic>
            <p:nvPicPr>
              <p:cNvPr id="63" name="Image 314">
                <a:extLst>
                  <a:ext uri="{FF2B5EF4-FFF2-40B4-BE49-F238E27FC236}">
                    <a16:creationId xmlns:a16="http://schemas.microsoft.com/office/drawing/2014/main" id="{6E55E112-134C-50DE-0CC6-15D24C70EBC4}"/>
                  </a:ext>
                </a:extLst>
              </p:cNvPr>
              <p:cNvPicPr>
                <a:picLocks noChangeAspect="1"/>
              </p:cNvPicPr>
              <p:nvPr/>
            </p:nvPicPr>
            <p:blipFill>
              <a:blip r:embed="rId4" cstate="screen">
                <a:duotone>
                  <a:srgbClr val="2B0A3D">
                    <a:shade val="45000"/>
                    <a:satMod val="135000"/>
                  </a:srgbClr>
                  <a:prstClr val="white"/>
                </a:duotone>
                <a:extLst>
                  <a:ext uri="{28A0092B-C50C-407E-A947-70E740481C1C}">
                    <a14:useLocalDpi xmlns:a14="http://schemas.microsoft.com/office/drawing/2010/main"/>
                  </a:ext>
                </a:extLst>
              </a:blip>
              <a:stretch>
                <a:fillRect/>
              </a:stretch>
            </p:blipFill>
            <p:spPr>
              <a:xfrm>
                <a:off x="7848186" y="3285173"/>
                <a:ext cx="134421" cy="139390"/>
              </a:xfrm>
              <a:prstGeom prst="rect">
                <a:avLst/>
              </a:prstGeom>
            </p:spPr>
          </p:pic>
          <p:pic>
            <p:nvPicPr>
              <p:cNvPr id="64" name="Image 328">
                <a:extLst>
                  <a:ext uri="{FF2B5EF4-FFF2-40B4-BE49-F238E27FC236}">
                    <a16:creationId xmlns:a16="http://schemas.microsoft.com/office/drawing/2014/main" id="{E8712E00-CF75-6F04-6371-350496A49802}"/>
                  </a:ext>
                </a:extLst>
              </p:cNvPr>
              <p:cNvPicPr>
                <a:picLocks noChangeAspect="1"/>
              </p:cNvPicPr>
              <p:nvPr/>
            </p:nvPicPr>
            <p:blipFill>
              <a:blip r:embed="rId4" cstate="screen">
                <a:duotone>
                  <a:srgbClr val="12ABDB">
                    <a:shade val="45000"/>
                    <a:satMod val="135000"/>
                  </a:srgbClr>
                  <a:prstClr val="white"/>
                </a:duotone>
                <a:extLst>
                  <a:ext uri="{28A0092B-C50C-407E-A947-70E740481C1C}">
                    <a14:useLocalDpi xmlns:a14="http://schemas.microsoft.com/office/drawing/2010/main"/>
                  </a:ext>
                </a:extLst>
              </a:blip>
              <a:stretch>
                <a:fillRect/>
              </a:stretch>
            </p:blipFill>
            <p:spPr>
              <a:xfrm>
                <a:off x="7880122" y="3284820"/>
                <a:ext cx="135103" cy="140096"/>
              </a:xfrm>
              <a:prstGeom prst="rect">
                <a:avLst/>
              </a:prstGeom>
            </p:spPr>
          </p:pic>
          <p:pic>
            <p:nvPicPr>
              <p:cNvPr id="65" name="Image 329">
                <a:extLst>
                  <a:ext uri="{FF2B5EF4-FFF2-40B4-BE49-F238E27FC236}">
                    <a16:creationId xmlns:a16="http://schemas.microsoft.com/office/drawing/2014/main" id="{73FDA6F0-97D2-A0D5-1B41-12F5E027C3A0}"/>
                  </a:ext>
                </a:extLst>
              </p:cNvPr>
              <p:cNvPicPr>
                <a:picLocks noChangeAspect="1"/>
              </p:cNvPicPr>
              <p:nvPr/>
            </p:nvPicPr>
            <p:blipFill>
              <a:blip r:embed="rId5" cstate="screen">
                <a:duotone>
                  <a:prstClr val="black"/>
                  <a:srgbClr val="95E616">
                    <a:tint val="45000"/>
                    <a:satMod val="400000"/>
                  </a:srgbClr>
                </a:duotone>
                <a:extLst>
                  <a:ext uri="{BEBA8EAE-BF5A-486C-A8C5-ECC9F3942E4B}">
                    <a14:imgProps xmlns:a14="http://schemas.microsoft.com/office/drawing/2010/main">
                      <a14:imgLayer r:embed="rId6">
                        <a14:imgEffect>
                          <a14:saturation sat="0"/>
                        </a14:imgEffect>
                        <a14:imgEffect>
                          <a14:brightnessContrast bright="40000" contrast="-13000"/>
                        </a14:imgEffect>
                      </a14:imgLayer>
                    </a14:imgProps>
                  </a:ext>
                  <a:ext uri="{28A0092B-C50C-407E-A947-70E740481C1C}">
                    <a14:useLocalDpi xmlns:a14="http://schemas.microsoft.com/office/drawing/2010/main"/>
                  </a:ext>
                </a:extLst>
              </a:blip>
              <a:stretch>
                <a:fillRect/>
              </a:stretch>
            </p:blipFill>
            <p:spPr>
              <a:xfrm>
                <a:off x="7910972" y="3286909"/>
                <a:ext cx="131075" cy="135919"/>
              </a:xfrm>
              <a:prstGeom prst="rect">
                <a:avLst/>
              </a:prstGeom>
            </p:spPr>
          </p:pic>
          <p:pic>
            <p:nvPicPr>
              <p:cNvPr id="66" name="Image 330">
                <a:extLst>
                  <a:ext uri="{FF2B5EF4-FFF2-40B4-BE49-F238E27FC236}">
                    <a16:creationId xmlns:a16="http://schemas.microsoft.com/office/drawing/2014/main" id="{41910CBD-35FF-02BB-53D2-0E3B5A39F3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110803" y="3427577"/>
                <a:ext cx="128826" cy="133587"/>
              </a:xfrm>
              <a:prstGeom prst="rect">
                <a:avLst/>
              </a:prstGeom>
            </p:spPr>
          </p:pic>
          <p:pic>
            <p:nvPicPr>
              <p:cNvPr id="67" name="Image 332">
                <a:extLst>
                  <a:ext uri="{FF2B5EF4-FFF2-40B4-BE49-F238E27FC236}">
                    <a16:creationId xmlns:a16="http://schemas.microsoft.com/office/drawing/2014/main" id="{C44DACA2-12FB-D4E1-4C2B-7C3B8B2755CE}"/>
                  </a:ext>
                </a:extLst>
              </p:cNvPr>
              <p:cNvPicPr>
                <a:picLocks noChangeAspect="1"/>
              </p:cNvPicPr>
              <p:nvPr/>
            </p:nvPicPr>
            <p:blipFill>
              <a:blip r:embed="rId4" cstate="screen">
                <a:duotone>
                  <a:srgbClr val="12ABDB">
                    <a:shade val="45000"/>
                    <a:satMod val="135000"/>
                  </a:srgbClr>
                  <a:prstClr val="white"/>
                </a:duotone>
                <a:extLst>
                  <a:ext uri="{28A0092B-C50C-407E-A947-70E740481C1C}">
                    <a14:useLocalDpi xmlns:a14="http://schemas.microsoft.com/office/drawing/2010/main"/>
                  </a:ext>
                </a:extLst>
              </a:blip>
              <a:stretch>
                <a:fillRect/>
              </a:stretch>
            </p:blipFill>
            <p:spPr>
              <a:xfrm>
                <a:off x="8140684" y="3426293"/>
                <a:ext cx="135103" cy="140096"/>
              </a:xfrm>
              <a:prstGeom prst="rect">
                <a:avLst/>
              </a:prstGeom>
            </p:spPr>
          </p:pic>
          <p:pic>
            <p:nvPicPr>
              <p:cNvPr id="68" name="Image 333">
                <a:extLst>
                  <a:ext uri="{FF2B5EF4-FFF2-40B4-BE49-F238E27FC236}">
                    <a16:creationId xmlns:a16="http://schemas.microsoft.com/office/drawing/2014/main" id="{EE69B102-0E8B-F16B-2B84-366F7972EEEF}"/>
                  </a:ext>
                </a:extLst>
              </p:cNvPr>
              <p:cNvPicPr>
                <a:picLocks noChangeAspect="1"/>
              </p:cNvPicPr>
              <p:nvPr/>
            </p:nvPicPr>
            <p:blipFill>
              <a:blip r:embed="rId5" cstate="screen">
                <a:duotone>
                  <a:prstClr val="black"/>
                  <a:srgbClr val="95E616">
                    <a:tint val="45000"/>
                    <a:satMod val="400000"/>
                  </a:srgbClr>
                </a:duotone>
                <a:extLst>
                  <a:ext uri="{BEBA8EAE-BF5A-486C-A8C5-ECC9F3942E4B}">
                    <a14:imgProps xmlns:a14="http://schemas.microsoft.com/office/drawing/2010/main">
                      <a14:imgLayer r:embed="rId6">
                        <a14:imgEffect>
                          <a14:saturation sat="0"/>
                        </a14:imgEffect>
                        <a14:imgEffect>
                          <a14:brightnessContrast bright="40000" contrast="-13000"/>
                        </a14:imgEffect>
                      </a14:imgLayer>
                    </a14:imgProps>
                  </a:ext>
                  <a:ext uri="{28A0092B-C50C-407E-A947-70E740481C1C}">
                    <a14:useLocalDpi xmlns:a14="http://schemas.microsoft.com/office/drawing/2010/main"/>
                  </a:ext>
                </a:extLst>
              </a:blip>
              <a:stretch>
                <a:fillRect/>
              </a:stretch>
            </p:blipFill>
            <p:spPr>
              <a:xfrm>
                <a:off x="8172884" y="3432360"/>
                <a:ext cx="131075" cy="135919"/>
              </a:xfrm>
              <a:prstGeom prst="rect">
                <a:avLst/>
              </a:prstGeom>
            </p:spPr>
          </p:pic>
          <p:pic>
            <p:nvPicPr>
              <p:cNvPr id="69" name="Image 338">
                <a:extLst>
                  <a:ext uri="{FF2B5EF4-FFF2-40B4-BE49-F238E27FC236}">
                    <a16:creationId xmlns:a16="http://schemas.microsoft.com/office/drawing/2014/main" id="{90E00E2F-BF5A-8BE0-DD8F-A1D28299E45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858170" y="3641082"/>
                <a:ext cx="128826" cy="133587"/>
              </a:xfrm>
              <a:prstGeom prst="rect">
                <a:avLst/>
              </a:prstGeom>
            </p:spPr>
          </p:pic>
          <p:pic>
            <p:nvPicPr>
              <p:cNvPr id="70" name="Image 339">
                <a:extLst>
                  <a:ext uri="{FF2B5EF4-FFF2-40B4-BE49-F238E27FC236}">
                    <a16:creationId xmlns:a16="http://schemas.microsoft.com/office/drawing/2014/main" id="{1822D15A-F350-B712-8905-85F115FFF9A1}"/>
                  </a:ext>
                </a:extLst>
              </p:cNvPr>
              <p:cNvPicPr>
                <a:picLocks noChangeAspect="1"/>
              </p:cNvPicPr>
              <p:nvPr/>
            </p:nvPicPr>
            <p:blipFill>
              <a:blip r:embed="rId4" cstate="screen">
                <a:duotone>
                  <a:srgbClr val="2B0A3D">
                    <a:shade val="45000"/>
                    <a:satMod val="135000"/>
                  </a:srgbClr>
                  <a:prstClr val="white"/>
                </a:duotone>
                <a:extLst>
                  <a:ext uri="{28A0092B-C50C-407E-A947-70E740481C1C}">
                    <a14:useLocalDpi xmlns:a14="http://schemas.microsoft.com/office/drawing/2010/main"/>
                  </a:ext>
                </a:extLst>
              </a:blip>
              <a:stretch>
                <a:fillRect/>
              </a:stretch>
            </p:blipFill>
            <p:spPr>
              <a:xfrm>
                <a:off x="7884239" y="3638999"/>
                <a:ext cx="134421" cy="139390"/>
              </a:xfrm>
              <a:prstGeom prst="rect">
                <a:avLst/>
              </a:prstGeom>
            </p:spPr>
          </p:pic>
          <p:pic>
            <p:nvPicPr>
              <p:cNvPr id="71" name="Image 341">
                <a:extLst>
                  <a:ext uri="{FF2B5EF4-FFF2-40B4-BE49-F238E27FC236}">
                    <a16:creationId xmlns:a16="http://schemas.microsoft.com/office/drawing/2014/main" id="{E6241AB3-CCD3-0388-15ED-AAE2C1EF63BA}"/>
                  </a:ext>
                </a:extLst>
              </p:cNvPr>
              <p:cNvPicPr>
                <a:picLocks noChangeAspect="1"/>
              </p:cNvPicPr>
              <p:nvPr/>
            </p:nvPicPr>
            <p:blipFill>
              <a:blip r:embed="rId5" cstate="screen">
                <a:duotone>
                  <a:prstClr val="black"/>
                  <a:srgbClr val="95E616">
                    <a:tint val="45000"/>
                    <a:satMod val="400000"/>
                  </a:srgbClr>
                </a:duotone>
                <a:extLst>
                  <a:ext uri="{BEBA8EAE-BF5A-486C-A8C5-ECC9F3942E4B}">
                    <a14:imgProps xmlns:a14="http://schemas.microsoft.com/office/drawing/2010/main">
                      <a14:imgLayer r:embed="rId6">
                        <a14:imgEffect>
                          <a14:saturation sat="0"/>
                        </a14:imgEffect>
                        <a14:imgEffect>
                          <a14:brightnessContrast bright="40000" contrast="-13000"/>
                        </a14:imgEffect>
                      </a14:imgLayer>
                    </a14:imgProps>
                  </a:ext>
                  <a:ext uri="{28A0092B-C50C-407E-A947-70E740481C1C}">
                    <a14:useLocalDpi xmlns:a14="http://schemas.microsoft.com/office/drawing/2010/main"/>
                  </a:ext>
                </a:extLst>
              </a:blip>
              <a:stretch>
                <a:fillRect/>
              </a:stretch>
            </p:blipFill>
            <p:spPr>
              <a:xfrm>
                <a:off x="7912318" y="3639916"/>
                <a:ext cx="131075" cy="135919"/>
              </a:xfrm>
              <a:prstGeom prst="rect">
                <a:avLst/>
              </a:prstGeom>
            </p:spPr>
          </p:pic>
          <p:pic>
            <p:nvPicPr>
              <p:cNvPr id="72" name="Image 350">
                <a:extLst>
                  <a:ext uri="{FF2B5EF4-FFF2-40B4-BE49-F238E27FC236}">
                    <a16:creationId xmlns:a16="http://schemas.microsoft.com/office/drawing/2014/main" id="{BF08443C-BD19-901C-2807-02B33C4FBC5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313766" y="4136192"/>
                <a:ext cx="128826" cy="133587"/>
              </a:xfrm>
              <a:prstGeom prst="rect">
                <a:avLst/>
              </a:prstGeom>
            </p:spPr>
          </p:pic>
          <p:pic>
            <p:nvPicPr>
              <p:cNvPr id="73" name="Image 351">
                <a:extLst>
                  <a:ext uri="{FF2B5EF4-FFF2-40B4-BE49-F238E27FC236}">
                    <a16:creationId xmlns:a16="http://schemas.microsoft.com/office/drawing/2014/main" id="{86EE3562-0DBA-6330-E611-220783B21D43}"/>
                  </a:ext>
                </a:extLst>
              </p:cNvPr>
              <p:cNvPicPr>
                <a:picLocks noChangeAspect="1"/>
              </p:cNvPicPr>
              <p:nvPr/>
            </p:nvPicPr>
            <p:blipFill>
              <a:blip r:embed="rId4" cstate="screen">
                <a:duotone>
                  <a:srgbClr val="2B0A3D">
                    <a:shade val="45000"/>
                    <a:satMod val="135000"/>
                  </a:srgbClr>
                  <a:prstClr val="white"/>
                </a:duotone>
                <a:extLst>
                  <a:ext uri="{28A0092B-C50C-407E-A947-70E740481C1C}">
                    <a14:useLocalDpi xmlns:a14="http://schemas.microsoft.com/office/drawing/2010/main"/>
                  </a:ext>
                </a:extLst>
              </a:blip>
              <a:stretch>
                <a:fillRect/>
              </a:stretch>
            </p:blipFill>
            <p:spPr>
              <a:xfrm>
                <a:off x="9386817" y="4133290"/>
                <a:ext cx="134421" cy="139390"/>
              </a:xfrm>
              <a:prstGeom prst="rect">
                <a:avLst/>
              </a:prstGeom>
            </p:spPr>
          </p:pic>
          <p:pic>
            <p:nvPicPr>
              <p:cNvPr id="74" name="Image 352">
                <a:extLst>
                  <a:ext uri="{FF2B5EF4-FFF2-40B4-BE49-F238E27FC236}">
                    <a16:creationId xmlns:a16="http://schemas.microsoft.com/office/drawing/2014/main" id="{E3A2511D-4B16-1C14-D88D-F12DC7BE0537}"/>
                  </a:ext>
                </a:extLst>
              </p:cNvPr>
              <p:cNvPicPr>
                <a:picLocks noChangeAspect="1"/>
              </p:cNvPicPr>
              <p:nvPr/>
            </p:nvPicPr>
            <p:blipFill>
              <a:blip r:embed="rId4" cstate="screen">
                <a:duotone>
                  <a:srgbClr val="12ABDB">
                    <a:shade val="45000"/>
                    <a:satMod val="135000"/>
                  </a:srgbClr>
                  <a:prstClr val="white"/>
                </a:duotone>
                <a:extLst>
                  <a:ext uri="{28A0092B-C50C-407E-A947-70E740481C1C}">
                    <a14:useLocalDpi xmlns:a14="http://schemas.microsoft.com/office/drawing/2010/main"/>
                  </a:ext>
                </a:extLst>
              </a:blip>
              <a:stretch>
                <a:fillRect/>
              </a:stretch>
            </p:blipFill>
            <p:spPr>
              <a:xfrm>
                <a:off x="9465463" y="4132937"/>
                <a:ext cx="135103" cy="140096"/>
              </a:xfrm>
              <a:prstGeom prst="rect">
                <a:avLst/>
              </a:prstGeom>
            </p:spPr>
          </p:pic>
          <p:pic>
            <p:nvPicPr>
              <p:cNvPr id="75" name="Image 353">
                <a:extLst>
                  <a:ext uri="{FF2B5EF4-FFF2-40B4-BE49-F238E27FC236}">
                    <a16:creationId xmlns:a16="http://schemas.microsoft.com/office/drawing/2014/main" id="{92771911-0AC0-6656-63A1-62AF3B5F65DC}"/>
                  </a:ext>
                </a:extLst>
              </p:cNvPr>
              <p:cNvPicPr>
                <a:picLocks noChangeAspect="1"/>
              </p:cNvPicPr>
              <p:nvPr/>
            </p:nvPicPr>
            <p:blipFill>
              <a:blip r:embed="rId5" cstate="screen">
                <a:duotone>
                  <a:prstClr val="black"/>
                  <a:srgbClr val="95E616">
                    <a:tint val="45000"/>
                    <a:satMod val="400000"/>
                  </a:srgbClr>
                </a:duotone>
                <a:extLst>
                  <a:ext uri="{BEBA8EAE-BF5A-486C-A8C5-ECC9F3942E4B}">
                    <a14:imgProps xmlns:a14="http://schemas.microsoft.com/office/drawing/2010/main">
                      <a14:imgLayer r:embed="rId6">
                        <a14:imgEffect>
                          <a14:saturation sat="0"/>
                        </a14:imgEffect>
                        <a14:imgEffect>
                          <a14:brightnessContrast bright="40000" contrast="-13000"/>
                        </a14:imgEffect>
                      </a14:imgLayer>
                    </a14:imgProps>
                  </a:ext>
                  <a:ext uri="{28A0092B-C50C-407E-A947-70E740481C1C}">
                    <a14:useLocalDpi xmlns:a14="http://schemas.microsoft.com/office/drawing/2010/main"/>
                  </a:ext>
                </a:extLst>
              </a:blip>
              <a:stretch>
                <a:fillRect/>
              </a:stretch>
            </p:blipFill>
            <p:spPr>
              <a:xfrm>
                <a:off x="9544791" y="4135026"/>
                <a:ext cx="131075" cy="135919"/>
              </a:xfrm>
              <a:prstGeom prst="rect">
                <a:avLst/>
              </a:prstGeom>
            </p:spPr>
          </p:pic>
          <p:pic>
            <p:nvPicPr>
              <p:cNvPr id="76" name="Image 354">
                <a:extLst>
                  <a:ext uri="{FF2B5EF4-FFF2-40B4-BE49-F238E27FC236}">
                    <a16:creationId xmlns:a16="http://schemas.microsoft.com/office/drawing/2014/main" id="{2B6D86EF-3313-652A-E240-2A62713CF16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25228" y="3603927"/>
                <a:ext cx="128826" cy="133587"/>
              </a:xfrm>
              <a:prstGeom prst="rect">
                <a:avLst/>
              </a:prstGeom>
            </p:spPr>
          </p:pic>
          <p:pic>
            <p:nvPicPr>
              <p:cNvPr id="77" name="Image 355">
                <a:extLst>
                  <a:ext uri="{FF2B5EF4-FFF2-40B4-BE49-F238E27FC236}">
                    <a16:creationId xmlns:a16="http://schemas.microsoft.com/office/drawing/2014/main" id="{1B31F0CC-F569-8EA7-EB87-013512E0269B}"/>
                  </a:ext>
                </a:extLst>
              </p:cNvPr>
              <p:cNvPicPr>
                <a:picLocks noChangeAspect="1"/>
              </p:cNvPicPr>
              <p:nvPr/>
            </p:nvPicPr>
            <p:blipFill>
              <a:blip r:embed="rId4" cstate="screen">
                <a:duotone>
                  <a:srgbClr val="2B0A3D">
                    <a:shade val="45000"/>
                    <a:satMod val="135000"/>
                  </a:srgbClr>
                  <a:prstClr val="white"/>
                </a:duotone>
                <a:extLst>
                  <a:ext uri="{28A0092B-C50C-407E-A947-70E740481C1C}">
                    <a14:useLocalDpi xmlns:a14="http://schemas.microsoft.com/office/drawing/2010/main"/>
                  </a:ext>
                </a:extLst>
              </a:blip>
              <a:stretch>
                <a:fillRect/>
              </a:stretch>
            </p:blipFill>
            <p:spPr>
              <a:xfrm>
                <a:off x="6122838" y="3601025"/>
                <a:ext cx="134421" cy="139390"/>
              </a:xfrm>
              <a:prstGeom prst="rect">
                <a:avLst/>
              </a:prstGeom>
            </p:spPr>
          </p:pic>
          <p:pic>
            <p:nvPicPr>
              <p:cNvPr id="78" name="Image 356">
                <a:extLst>
                  <a:ext uri="{FF2B5EF4-FFF2-40B4-BE49-F238E27FC236}">
                    <a16:creationId xmlns:a16="http://schemas.microsoft.com/office/drawing/2014/main" id="{FD690209-9F6D-3795-0BDC-8AC6B8532575}"/>
                  </a:ext>
                </a:extLst>
              </p:cNvPr>
              <p:cNvPicPr>
                <a:picLocks noChangeAspect="1"/>
              </p:cNvPicPr>
              <p:nvPr/>
            </p:nvPicPr>
            <p:blipFill>
              <a:blip r:embed="rId4" cstate="screen">
                <a:duotone>
                  <a:srgbClr val="12ABDB">
                    <a:shade val="45000"/>
                    <a:satMod val="135000"/>
                  </a:srgbClr>
                  <a:prstClr val="white"/>
                </a:duotone>
                <a:extLst>
                  <a:ext uri="{28A0092B-C50C-407E-A947-70E740481C1C}">
                    <a14:useLocalDpi xmlns:a14="http://schemas.microsoft.com/office/drawing/2010/main"/>
                  </a:ext>
                </a:extLst>
              </a:blip>
              <a:stretch>
                <a:fillRect/>
              </a:stretch>
            </p:blipFill>
            <p:spPr>
              <a:xfrm>
                <a:off x="6226043" y="3600672"/>
                <a:ext cx="135103" cy="140096"/>
              </a:xfrm>
              <a:prstGeom prst="rect">
                <a:avLst/>
              </a:prstGeom>
            </p:spPr>
          </p:pic>
          <p:pic>
            <p:nvPicPr>
              <p:cNvPr id="79" name="Image 357">
                <a:extLst>
                  <a:ext uri="{FF2B5EF4-FFF2-40B4-BE49-F238E27FC236}">
                    <a16:creationId xmlns:a16="http://schemas.microsoft.com/office/drawing/2014/main" id="{A921EA7D-17E8-6114-8566-DD880AC02CBD}"/>
                  </a:ext>
                </a:extLst>
              </p:cNvPr>
              <p:cNvPicPr>
                <a:picLocks noChangeAspect="1"/>
              </p:cNvPicPr>
              <p:nvPr/>
            </p:nvPicPr>
            <p:blipFill>
              <a:blip r:embed="rId5" cstate="screen">
                <a:duotone>
                  <a:prstClr val="black"/>
                  <a:srgbClr val="95E616">
                    <a:tint val="45000"/>
                    <a:satMod val="400000"/>
                  </a:srgbClr>
                </a:duotone>
                <a:extLst>
                  <a:ext uri="{BEBA8EAE-BF5A-486C-A8C5-ECC9F3942E4B}">
                    <a14:imgProps xmlns:a14="http://schemas.microsoft.com/office/drawing/2010/main">
                      <a14:imgLayer r:embed="rId6">
                        <a14:imgEffect>
                          <a14:saturation sat="0"/>
                        </a14:imgEffect>
                        <a14:imgEffect>
                          <a14:brightnessContrast bright="40000" contrast="-13000"/>
                        </a14:imgEffect>
                      </a14:imgLayer>
                    </a14:imgProps>
                  </a:ext>
                  <a:ext uri="{28A0092B-C50C-407E-A947-70E740481C1C}">
                    <a14:useLocalDpi xmlns:a14="http://schemas.microsoft.com/office/drawing/2010/main"/>
                  </a:ext>
                </a:extLst>
              </a:blip>
              <a:stretch>
                <a:fillRect/>
              </a:stretch>
            </p:blipFill>
            <p:spPr>
              <a:xfrm>
                <a:off x="6329930" y="3602761"/>
                <a:ext cx="131075" cy="135919"/>
              </a:xfrm>
              <a:prstGeom prst="rect">
                <a:avLst/>
              </a:prstGeom>
            </p:spPr>
          </p:pic>
          <p:pic>
            <p:nvPicPr>
              <p:cNvPr id="80" name="Image 319">
                <a:extLst>
                  <a:ext uri="{FF2B5EF4-FFF2-40B4-BE49-F238E27FC236}">
                    <a16:creationId xmlns:a16="http://schemas.microsoft.com/office/drawing/2014/main" id="{B7ECBEDC-9E5A-94C8-FC60-57AACF888AA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783904" y="6137646"/>
                <a:ext cx="173623" cy="173623"/>
              </a:xfrm>
              <a:prstGeom prst="rect">
                <a:avLst/>
              </a:prstGeom>
            </p:spPr>
          </p:pic>
          <p:pic>
            <p:nvPicPr>
              <p:cNvPr id="81" name="Image 331">
                <a:extLst>
                  <a:ext uri="{FF2B5EF4-FFF2-40B4-BE49-F238E27FC236}">
                    <a16:creationId xmlns:a16="http://schemas.microsoft.com/office/drawing/2014/main" id="{299B9DF7-7BD0-DE32-302F-B8D225E056FB}"/>
                  </a:ext>
                </a:extLst>
              </p:cNvPr>
              <p:cNvPicPr>
                <a:picLocks noChangeAspect="1"/>
              </p:cNvPicPr>
              <p:nvPr/>
            </p:nvPicPr>
            <p:blipFill>
              <a:blip r:embed="rId5" cstate="screen">
                <a:duotone>
                  <a:prstClr val="black"/>
                  <a:srgbClr val="95E616">
                    <a:tint val="45000"/>
                    <a:satMod val="400000"/>
                  </a:srgbClr>
                </a:duotone>
                <a:extLst>
                  <a:ext uri="{BEBA8EAE-BF5A-486C-A8C5-ECC9F3942E4B}">
                    <a14:imgProps xmlns:a14="http://schemas.microsoft.com/office/drawing/2010/main">
                      <a14:imgLayer r:embed="rId6">
                        <a14:imgEffect>
                          <a14:saturation sat="0"/>
                        </a14:imgEffect>
                        <a14:imgEffect>
                          <a14:brightnessContrast bright="40000" contrast="-13000"/>
                        </a14:imgEffect>
                      </a14:imgLayer>
                    </a14:imgProps>
                  </a:ext>
                  <a:ext uri="{28A0092B-C50C-407E-A947-70E740481C1C}">
                    <a14:useLocalDpi xmlns:a14="http://schemas.microsoft.com/office/drawing/2010/main"/>
                  </a:ext>
                </a:extLst>
              </a:blip>
              <a:stretch>
                <a:fillRect/>
              </a:stretch>
            </p:blipFill>
            <p:spPr>
              <a:xfrm>
                <a:off x="4783904" y="5507646"/>
                <a:ext cx="173623" cy="173623"/>
              </a:xfrm>
              <a:prstGeom prst="rect">
                <a:avLst/>
              </a:prstGeom>
            </p:spPr>
          </p:pic>
          <p:sp>
            <p:nvSpPr>
              <p:cNvPr id="82" name="Oval 336">
                <a:extLst>
                  <a:ext uri="{FF2B5EF4-FFF2-40B4-BE49-F238E27FC236}">
                    <a16:creationId xmlns:a16="http://schemas.microsoft.com/office/drawing/2014/main" id="{19C3DB95-8FA2-6097-E5A1-B5BC218DAFF9}"/>
                  </a:ext>
                </a:extLst>
              </p:cNvPr>
              <p:cNvSpPr>
                <a:spLocks noChangeAspect="1"/>
              </p:cNvSpPr>
              <p:nvPr/>
            </p:nvSpPr>
            <p:spPr bwMode="auto">
              <a:xfrm>
                <a:off x="4983593" y="6380475"/>
                <a:ext cx="1408053" cy="121406"/>
              </a:xfrm>
              <a:prstGeom prst="rect">
                <a:avLst/>
              </a:prstGeom>
              <a:noFill/>
              <a:ln w="12700" cap="flat" cmpd="sng" algn="ctr">
                <a:noFill/>
                <a:prstDash val="solid"/>
                <a:round/>
                <a:headEnd type="none" w="med" len="med"/>
                <a:tailEnd type="none" w="med" len="med"/>
              </a:ln>
              <a:effectLst/>
            </p:spPr>
            <p:txBody>
              <a:bodyPr wrap="none" anchor="ctr"/>
              <a:lstStyle/>
              <a:p>
                <a:pPr marL="0" marR="0" lvl="0" indent="0"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5G &amp; Advanced Network Labs</a:t>
                </a:r>
              </a:p>
            </p:txBody>
          </p:sp>
          <p:pic>
            <p:nvPicPr>
              <p:cNvPr id="83" name="Image 335">
                <a:extLst>
                  <a:ext uri="{FF2B5EF4-FFF2-40B4-BE49-F238E27FC236}">
                    <a16:creationId xmlns:a16="http://schemas.microsoft.com/office/drawing/2014/main" id="{3F02584C-9913-F87A-A922-E9F7FD8ECCF9}"/>
                  </a:ext>
                </a:extLst>
              </p:cNvPr>
              <p:cNvPicPr>
                <a:picLocks noChangeAspect="1"/>
              </p:cNvPicPr>
              <p:nvPr/>
            </p:nvPicPr>
            <p:blipFill>
              <a:blip r:embed="rId7" cstate="screen">
                <a:duotone>
                  <a:prstClr val="black"/>
                  <a:srgbClr val="FFFF00">
                    <a:tint val="45000"/>
                    <a:satMod val="400000"/>
                  </a:srgbClr>
                </a:duotone>
                <a:extLst>
                  <a:ext uri="{BEBA8EAE-BF5A-486C-A8C5-ECC9F3942E4B}">
                    <a14:imgProps xmlns:a14="http://schemas.microsoft.com/office/drawing/2010/main">
                      <a14:imgLayer r:embed="rId8">
                        <a14:imgEffect>
                          <a14:artisticPhotocopy/>
                        </a14:imgEffect>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4783904" y="6347645"/>
                <a:ext cx="173623" cy="173623"/>
              </a:xfrm>
              <a:prstGeom prst="rect">
                <a:avLst/>
              </a:prstGeom>
            </p:spPr>
          </p:pic>
          <p:pic>
            <p:nvPicPr>
              <p:cNvPr id="84" name="Image 364">
                <a:extLst>
                  <a:ext uri="{FF2B5EF4-FFF2-40B4-BE49-F238E27FC236}">
                    <a16:creationId xmlns:a16="http://schemas.microsoft.com/office/drawing/2014/main" id="{3D1491ED-D864-CDEF-B8BE-401734C5A4E4}"/>
                  </a:ext>
                </a:extLst>
              </p:cNvPr>
              <p:cNvPicPr>
                <a:picLocks noChangeAspect="1"/>
              </p:cNvPicPr>
              <p:nvPr/>
            </p:nvPicPr>
            <p:blipFill>
              <a:blip r:embed="rId7" cstate="screen">
                <a:duotone>
                  <a:prstClr val="black"/>
                  <a:srgbClr val="FFFF00">
                    <a:tint val="45000"/>
                    <a:satMod val="400000"/>
                  </a:srgbClr>
                </a:duotone>
                <a:extLst>
                  <a:ext uri="{BEBA8EAE-BF5A-486C-A8C5-ECC9F3942E4B}">
                    <a14:imgProps xmlns:a14="http://schemas.microsoft.com/office/drawing/2010/main">
                      <a14:imgLayer r:embed="rId8">
                        <a14:imgEffect>
                          <a14:artisticPhotocopy/>
                        </a14:imgEffect>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429788" y="3600672"/>
                <a:ext cx="140096" cy="140096"/>
              </a:xfrm>
              <a:prstGeom prst="rect">
                <a:avLst/>
              </a:prstGeom>
            </p:spPr>
          </p:pic>
          <p:pic>
            <p:nvPicPr>
              <p:cNvPr id="85" name="Image 365">
                <a:extLst>
                  <a:ext uri="{FF2B5EF4-FFF2-40B4-BE49-F238E27FC236}">
                    <a16:creationId xmlns:a16="http://schemas.microsoft.com/office/drawing/2014/main" id="{E3544F38-89CA-61B3-E488-4D3C7ADB1942}"/>
                  </a:ext>
                </a:extLst>
              </p:cNvPr>
              <p:cNvPicPr>
                <a:picLocks noChangeAspect="1"/>
              </p:cNvPicPr>
              <p:nvPr/>
            </p:nvPicPr>
            <p:blipFill>
              <a:blip r:embed="rId7" cstate="screen">
                <a:duotone>
                  <a:prstClr val="black"/>
                  <a:srgbClr val="FFFF00">
                    <a:tint val="45000"/>
                    <a:satMod val="400000"/>
                  </a:srgbClr>
                </a:duotone>
                <a:extLst>
                  <a:ext uri="{BEBA8EAE-BF5A-486C-A8C5-ECC9F3942E4B}">
                    <a14:imgProps xmlns:a14="http://schemas.microsoft.com/office/drawing/2010/main">
                      <a14:imgLayer r:embed="rId8">
                        <a14:imgEffect>
                          <a14:artisticPhotocopy/>
                        </a14:imgEffect>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7730731" y="3683840"/>
                <a:ext cx="140096" cy="140096"/>
              </a:xfrm>
              <a:prstGeom prst="rect">
                <a:avLst/>
              </a:prstGeom>
            </p:spPr>
          </p:pic>
          <p:pic>
            <p:nvPicPr>
              <p:cNvPr id="86" name="Image 366">
                <a:extLst>
                  <a:ext uri="{FF2B5EF4-FFF2-40B4-BE49-F238E27FC236}">
                    <a16:creationId xmlns:a16="http://schemas.microsoft.com/office/drawing/2014/main" id="{E930DF32-4352-5165-FAEF-32748C35021E}"/>
                  </a:ext>
                </a:extLst>
              </p:cNvPr>
              <p:cNvPicPr>
                <a:picLocks noChangeAspect="1"/>
              </p:cNvPicPr>
              <p:nvPr/>
            </p:nvPicPr>
            <p:blipFill>
              <a:blip r:embed="rId7" cstate="screen">
                <a:duotone>
                  <a:prstClr val="black"/>
                  <a:srgbClr val="FFFF00">
                    <a:tint val="45000"/>
                    <a:satMod val="400000"/>
                  </a:srgbClr>
                </a:duotone>
                <a:extLst>
                  <a:ext uri="{BEBA8EAE-BF5A-486C-A8C5-ECC9F3942E4B}">
                    <a14:imgProps xmlns:a14="http://schemas.microsoft.com/office/drawing/2010/main">
                      <a14:imgLayer r:embed="rId8">
                        <a14:imgEffect>
                          <a14:artisticPhotocopy/>
                        </a14:imgEffect>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8024089" y="3497118"/>
                <a:ext cx="140096" cy="140096"/>
              </a:xfrm>
              <a:prstGeom prst="rect">
                <a:avLst/>
              </a:prstGeom>
            </p:spPr>
          </p:pic>
          <p:pic>
            <p:nvPicPr>
              <p:cNvPr id="87" name="Image 367">
                <a:extLst>
                  <a:ext uri="{FF2B5EF4-FFF2-40B4-BE49-F238E27FC236}">
                    <a16:creationId xmlns:a16="http://schemas.microsoft.com/office/drawing/2014/main" id="{F5E82134-BBCD-FE42-181B-7A0617F8017B}"/>
                  </a:ext>
                </a:extLst>
              </p:cNvPr>
              <p:cNvPicPr>
                <a:picLocks noChangeAspect="1"/>
              </p:cNvPicPr>
              <p:nvPr/>
            </p:nvPicPr>
            <p:blipFill>
              <a:blip r:embed="rId7" cstate="screen">
                <a:duotone>
                  <a:prstClr val="black"/>
                  <a:srgbClr val="FFFF00">
                    <a:tint val="45000"/>
                    <a:satMod val="400000"/>
                  </a:srgbClr>
                </a:duotone>
                <a:extLst>
                  <a:ext uri="{BEBA8EAE-BF5A-486C-A8C5-ECC9F3942E4B}">
                    <a14:imgProps xmlns:a14="http://schemas.microsoft.com/office/drawing/2010/main">
                      <a14:imgLayer r:embed="rId8">
                        <a14:imgEffect>
                          <a14:artisticPhotocopy/>
                        </a14:imgEffect>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9620090" y="4132937"/>
                <a:ext cx="140096" cy="140096"/>
              </a:xfrm>
              <a:prstGeom prst="rect">
                <a:avLst/>
              </a:prstGeom>
            </p:spPr>
          </p:pic>
        </p:grpSp>
        <p:sp>
          <p:nvSpPr>
            <p:cNvPr id="9" name="Rectangle 8">
              <a:extLst>
                <a:ext uri="{FF2B5EF4-FFF2-40B4-BE49-F238E27FC236}">
                  <a16:creationId xmlns:a16="http://schemas.microsoft.com/office/drawing/2014/main" id="{90E8EE5B-FC07-5C01-3EEA-C284CAA7088C}"/>
                </a:ext>
              </a:extLst>
            </p:cNvPr>
            <p:cNvSpPr/>
            <p:nvPr/>
          </p:nvSpPr>
          <p:spPr>
            <a:xfrm>
              <a:off x="234645" y="1332393"/>
              <a:ext cx="3923189" cy="4770731"/>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a typeface="+mn-ea"/>
                <a:cs typeface="+mn-cs"/>
              </a:endParaRPr>
            </a:p>
          </p:txBody>
        </p:sp>
        <p:grpSp>
          <p:nvGrpSpPr>
            <p:cNvPr id="10" name="Group 9">
              <a:extLst>
                <a:ext uri="{FF2B5EF4-FFF2-40B4-BE49-F238E27FC236}">
                  <a16:creationId xmlns:a16="http://schemas.microsoft.com/office/drawing/2014/main" id="{09B42224-1919-00DB-003B-3A2BE434DF59}"/>
                </a:ext>
              </a:extLst>
            </p:cNvPr>
            <p:cNvGrpSpPr/>
            <p:nvPr/>
          </p:nvGrpSpPr>
          <p:grpSpPr>
            <a:xfrm>
              <a:off x="1855341" y="5861985"/>
              <a:ext cx="1379702" cy="173624"/>
              <a:chOff x="2026638" y="5871057"/>
              <a:chExt cx="1379702" cy="173624"/>
            </a:xfrm>
          </p:grpSpPr>
          <p:sp>
            <p:nvSpPr>
              <p:cNvPr id="52" name="Rectangle 51">
                <a:extLst>
                  <a:ext uri="{FF2B5EF4-FFF2-40B4-BE49-F238E27FC236}">
                    <a16:creationId xmlns:a16="http://schemas.microsoft.com/office/drawing/2014/main" id="{6F7E2F99-AB93-2427-1BA3-C1D9D847D02E}"/>
                  </a:ext>
                </a:extLst>
              </p:cNvPr>
              <p:cNvSpPr>
                <a:spLocks/>
              </p:cNvSpPr>
              <p:nvPr/>
            </p:nvSpPr>
            <p:spPr>
              <a:xfrm>
                <a:off x="2026638" y="5882596"/>
                <a:ext cx="361986" cy="150546"/>
              </a:xfrm>
              <a:prstGeom prst="rect">
                <a:avLst/>
              </a:prstGeom>
              <a:solidFill>
                <a:srgbClr val="FFFFFF"/>
              </a:solidFill>
              <a:ln w="9525"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schemeClr val="bg1"/>
                  </a:solidFill>
                  <a:effectLst/>
                  <a:uLnTx/>
                  <a:uFillTx/>
                  <a:latin typeface="+mj-lt"/>
                  <a:ea typeface="+mn-ea"/>
                  <a:cs typeface="+mn-cs"/>
                </a:endParaRPr>
              </a:p>
            </p:txBody>
          </p:sp>
          <p:sp>
            <p:nvSpPr>
              <p:cNvPr id="53" name="Oval 336">
                <a:extLst>
                  <a:ext uri="{FF2B5EF4-FFF2-40B4-BE49-F238E27FC236}">
                    <a16:creationId xmlns:a16="http://schemas.microsoft.com/office/drawing/2014/main" id="{3848C7F1-905A-7011-1DDB-FFCEB0EE1E96}"/>
                  </a:ext>
                </a:extLst>
              </p:cNvPr>
              <p:cNvSpPr>
                <a:spLocks noChangeAspect="1"/>
              </p:cNvSpPr>
              <p:nvPr/>
            </p:nvSpPr>
            <p:spPr bwMode="auto">
              <a:xfrm>
                <a:off x="2417310" y="5871057"/>
                <a:ext cx="989030" cy="173624"/>
              </a:xfrm>
              <a:prstGeom prst="rect">
                <a:avLst/>
              </a:prstGeom>
              <a:noFill/>
              <a:ln w="12700" cap="flat" cmpd="sng" algn="ctr">
                <a:noFill/>
                <a:prstDash val="solid"/>
                <a:round/>
                <a:headEnd type="none" w="med" len="med"/>
                <a:tailEnd type="none" w="med" len="med"/>
              </a:ln>
              <a:effectLst/>
            </p:spPr>
            <p:txBody>
              <a:bodyPr wrap="none" anchor="ctr"/>
              <a:lstStyle/>
              <a:p>
                <a:pPr marL="0" marR="0" lvl="0" indent="0" defTabSz="778177"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rPr>
                  <a:t>Supply Chain Experts</a:t>
                </a:r>
              </a:p>
            </p:txBody>
          </p:sp>
        </p:grpSp>
        <p:grpSp>
          <p:nvGrpSpPr>
            <p:cNvPr id="11" name="Group 10">
              <a:extLst>
                <a:ext uri="{FF2B5EF4-FFF2-40B4-BE49-F238E27FC236}">
                  <a16:creationId xmlns:a16="http://schemas.microsoft.com/office/drawing/2014/main" id="{E97D4FF5-AB96-8486-74D0-11FF25D55FB0}"/>
                </a:ext>
              </a:extLst>
            </p:cNvPr>
            <p:cNvGrpSpPr/>
            <p:nvPr/>
          </p:nvGrpSpPr>
          <p:grpSpPr>
            <a:xfrm>
              <a:off x="516725" y="1456656"/>
              <a:ext cx="3359029" cy="4329697"/>
              <a:chOff x="580710" y="1439671"/>
              <a:chExt cx="3359029" cy="4329697"/>
            </a:xfrm>
          </p:grpSpPr>
          <p:grpSp>
            <p:nvGrpSpPr>
              <p:cNvPr id="15" name="Group 14">
                <a:extLst>
                  <a:ext uri="{FF2B5EF4-FFF2-40B4-BE49-F238E27FC236}">
                    <a16:creationId xmlns:a16="http://schemas.microsoft.com/office/drawing/2014/main" id="{E0416265-6391-F019-3297-68F8250E3C4E}"/>
                  </a:ext>
                </a:extLst>
              </p:cNvPr>
              <p:cNvGrpSpPr/>
              <p:nvPr/>
            </p:nvGrpSpPr>
            <p:grpSpPr>
              <a:xfrm>
                <a:off x="580710" y="1439671"/>
                <a:ext cx="3359029" cy="520074"/>
                <a:chOff x="580710" y="1439671"/>
                <a:chExt cx="3359029" cy="520074"/>
              </a:xfrm>
            </p:grpSpPr>
            <p:sp>
              <p:nvSpPr>
                <p:cNvPr id="50" name="Rectangle 49">
                  <a:extLst>
                    <a:ext uri="{FF2B5EF4-FFF2-40B4-BE49-F238E27FC236}">
                      <a16:creationId xmlns:a16="http://schemas.microsoft.com/office/drawing/2014/main" id="{D5746271-6150-09D1-E44C-0380AEFAD402}"/>
                    </a:ext>
                  </a:extLst>
                </p:cNvPr>
                <p:cNvSpPr/>
                <p:nvPr/>
              </p:nvSpPr>
              <p:spPr>
                <a:xfrm>
                  <a:off x="580710" y="1439671"/>
                  <a:ext cx="1172970" cy="520074"/>
                </a:xfrm>
                <a:prstGeom prst="rect">
                  <a:avLst/>
                </a:prstGeom>
                <a:solidFill>
                  <a:srgbClr val="0070AD"/>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ea typeface="+mn-ea"/>
                      <a:cs typeface="+mn-cs"/>
                    </a:rPr>
                    <a:t>BUSINESS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ea typeface="+mn-ea"/>
                      <a:cs typeface="+mn-cs"/>
                    </a:rPr>
                    <a:t>CONSULTING</a:t>
                  </a:r>
                </a:p>
              </p:txBody>
            </p:sp>
            <p:sp>
              <p:nvSpPr>
                <p:cNvPr id="51" name="Rectangle 50">
                  <a:extLst>
                    <a:ext uri="{FF2B5EF4-FFF2-40B4-BE49-F238E27FC236}">
                      <a16:creationId xmlns:a16="http://schemas.microsoft.com/office/drawing/2014/main" id="{75D01773-AD9E-365B-A630-0FAF1004BA3D}"/>
                    </a:ext>
                  </a:extLst>
                </p:cNvPr>
                <p:cNvSpPr>
                  <a:spLocks/>
                </p:cNvSpPr>
                <p:nvPr/>
              </p:nvSpPr>
              <p:spPr>
                <a:xfrm>
                  <a:off x="1908526" y="1439671"/>
                  <a:ext cx="2031213" cy="520074"/>
                </a:xfrm>
                <a:prstGeom prst="rect">
                  <a:avLst/>
                </a:prstGeom>
                <a:solidFill>
                  <a:srgbClr val="FFFFFF"/>
                </a:solidFill>
                <a:ln w="9525"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effectLst/>
                      <a:uLnTx/>
                      <a:uFillTx/>
                      <a:latin typeface="+mj-lt"/>
                      <a:ea typeface="+mn-ea"/>
                      <a:cs typeface="+mn-cs"/>
                    </a:rPr>
                    <a:t>+550 </a:t>
                  </a:r>
                  <a:r>
                    <a:rPr kumimoji="0" lang="en-AU" sz="1100" b="0" i="0" u="none" strike="noStrike" kern="0" cap="none" spc="0" normalizeH="0" baseline="0" noProof="0">
                      <a:ln>
                        <a:noFill/>
                      </a:ln>
                      <a:effectLst/>
                      <a:uLnTx/>
                      <a:uFillTx/>
                      <a:latin typeface="+mj-lt"/>
                      <a:ea typeface="+mn-ea"/>
                      <a:cs typeface="+mn-cs"/>
                    </a:rPr>
                    <a:t>supply chain consultants </a:t>
                  </a:r>
                </a:p>
              </p:txBody>
            </p:sp>
          </p:grpSp>
          <p:grpSp>
            <p:nvGrpSpPr>
              <p:cNvPr id="16" name="Group 15">
                <a:extLst>
                  <a:ext uri="{FF2B5EF4-FFF2-40B4-BE49-F238E27FC236}">
                    <a16:creationId xmlns:a16="http://schemas.microsoft.com/office/drawing/2014/main" id="{A36FD462-7B3E-876F-7F94-07054F3168E2}"/>
                  </a:ext>
                </a:extLst>
              </p:cNvPr>
              <p:cNvGrpSpPr/>
              <p:nvPr/>
            </p:nvGrpSpPr>
            <p:grpSpPr>
              <a:xfrm>
                <a:off x="580710" y="2074608"/>
                <a:ext cx="3359029" cy="520074"/>
                <a:chOff x="580710" y="2074608"/>
                <a:chExt cx="3359029" cy="520074"/>
              </a:xfrm>
            </p:grpSpPr>
            <p:sp>
              <p:nvSpPr>
                <p:cNvPr id="48" name="Rectangle 47">
                  <a:extLst>
                    <a:ext uri="{FF2B5EF4-FFF2-40B4-BE49-F238E27FC236}">
                      <a16:creationId xmlns:a16="http://schemas.microsoft.com/office/drawing/2014/main" id="{D3ACA7B8-195A-3796-ED1F-F07E847B7517}"/>
                    </a:ext>
                  </a:extLst>
                </p:cNvPr>
                <p:cNvSpPr/>
                <p:nvPr/>
              </p:nvSpPr>
              <p:spPr>
                <a:xfrm>
                  <a:off x="580710" y="2074608"/>
                  <a:ext cx="1172970" cy="520074"/>
                </a:xfrm>
                <a:prstGeom prst="rect">
                  <a:avLst/>
                </a:prstGeom>
                <a:solidFill>
                  <a:srgbClr val="0070AD"/>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ea typeface="+mn-ea"/>
                      <a:cs typeface="+mn-cs"/>
                    </a:rPr>
                    <a:t>DIGITAL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ea typeface="+mn-ea"/>
                      <a:cs typeface="+mn-cs"/>
                    </a:rPr>
                    <a:t>AND CLOUD</a:t>
                  </a:r>
                </a:p>
              </p:txBody>
            </p:sp>
            <p:sp>
              <p:nvSpPr>
                <p:cNvPr id="49" name="Rectangle 48">
                  <a:extLst>
                    <a:ext uri="{FF2B5EF4-FFF2-40B4-BE49-F238E27FC236}">
                      <a16:creationId xmlns:a16="http://schemas.microsoft.com/office/drawing/2014/main" id="{99567C32-20AC-965E-7621-0821E845AAC7}"/>
                    </a:ext>
                  </a:extLst>
                </p:cNvPr>
                <p:cNvSpPr>
                  <a:spLocks/>
                </p:cNvSpPr>
                <p:nvPr/>
              </p:nvSpPr>
              <p:spPr>
                <a:xfrm>
                  <a:off x="1908526" y="2074608"/>
                  <a:ext cx="2031213" cy="520074"/>
                </a:xfrm>
                <a:prstGeom prst="rect">
                  <a:avLst/>
                </a:prstGeom>
                <a:solidFill>
                  <a:srgbClr val="FFFFFF">
                    <a:lumMod val="75000"/>
                  </a:srgbClr>
                </a:solidFill>
                <a:ln w="9525"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effectLst/>
                      <a:uLnTx/>
                      <a:uFillTx/>
                      <a:latin typeface="+mj-lt"/>
                      <a:ea typeface="+mn-ea"/>
                      <a:cs typeface="+mn-cs"/>
                    </a:rPr>
                    <a:t>+5,000 </a:t>
                  </a:r>
                  <a:r>
                    <a:rPr kumimoji="0" lang="en-AU" sz="1100" b="0" i="0" u="none" strike="noStrike" kern="0" cap="none" spc="0" normalizeH="0" baseline="0" noProof="0">
                      <a:ln>
                        <a:noFill/>
                      </a:ln>
                      <a:effectLst/>
                      <a:uLnTx/>
                      <a:uFillTx/>
                      <a:latin typeface="+mj-lt"/>
                      <a:ea typeface="+mn-ea"/>
                      <a:cs typeface="+mn-cs"/>
                    </a:rPr>
                    <a:t>Cloud certified experts</a:t>
                  </a:r>
                </a:p>
              </p:txBody>
            </p:sp>
          </p:grpSp>
          <p:grpSp>
            <p:nvGrpSpPr>
              <p:cNvPr id="19" name="Group 18">
                <a:extLst>
                  <a:ext uri="{FF2B5EF4-FFF2-40B4-BE49-F238E27FC236}">
                    <a16:creationId xmlns:a16="http://schemas.microsoft.com/office/drawing/2014/main" id="{FAE4D326-98CF-FE7D-97F0-A5B41E81AC3E}"/>
                  </a:ext>
                </a:extLst>
              </p:cNvPr>
              <p:cNvGrpSpPr/>
              <p:nvPr/>
            </p:nvGrpSpPr>
            <p:grpSpPr>
              <a:xfrm>
                <a:off x="580710" y="2709545"/>
                <a:ext cx="3359029" cy="520074"/>
                <a:chOff x="580710" y="2709545"/>
                <a:chExt cx="3359029" cy="520074"/>
              </a:xfrm>
            </p:grpSpPr>
            <p:sp>
              <p:nvSpPr>
                <p:cNvPr id="46" name="Rectangle 45">
                  <a:extLst>
                    <a:ext uri="{FF2B5EF4-FFF2-40B4-BE49-F238E27FC236}">
                      <a16:creationId xmlns:a16="http://schemas.microsoft.com/office/drawing/2014/main" id="{1A1EC696-4440-C372-A451-C3EC1D2EB201}"/>
                    </a:ext>
                  </a:extLst>
                </p:cNvPr>
                <p:cNvSpPr/>
                <p:nvPr/>
              </p:nvSpPr>
              <p:spPr>
                <a:xfrm>
                  <a:off x="580710" y="2709545"/>
                  <a:ext cx="1172970" cy="520074"/>
                </a:xfrm>
                <a:prstGeom prst="rect">
                  <a:avLst/>
                </a:prstGeom>
                <a:solidFill>
                  <a:srgbClr val="0070AD"/>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ea typeface="+mn-ea"/>
                      <a:cs typeface="+mn-cs"/>
                    </a:rPr>
                    <a:t>SYSTEM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ea typeface="+mn-ea"/>
                      <a:cs typeface="+mn-cs"/>
                    </a:rPr>
                    <a:t>INTEGRATION</a:t>
                  </a:r>
                </a:p>
              </p:txBody>
            </p:sp>
            <p:sp>
              <p:nvSpPr>
                <p:cNvPr id="47" name="Rectangle 46">
                  <a:extLst>
                    <a:ext uri="{FF2B5EF4-FFF2-40B4-BE49-F238E27FC236}">
                      <a16:creationId xmlns:a16="http://schemas.microsoft.com/office/drawing/2014/main" id="{7F99940F-E2E5-7FEA-08BC-3964948CB530}"/>
                    </a:ext>
                  </a:extLst>
                </p:cNvPr>
                <p:cNvSpPr>
                  <a:spLocks/>
                </p:cNvSpPr>
                <p:nvPr/>
              </p:nvSpPr>
              <p:spPr>
                <a:xfrm>
                  <a:off x="1908526" y="2709545"/>
                  <a:ext cx="2031213" cy="520074"/>
                </a:xfrm>
                <a:prstGeom prst="rect">
                  <a:avLst/>
                </a:prstGeom>
                <a:solidFill>
                  <a:srgbClr val="FFFFFF"/>
                </a:solidFill>
                <a:ln w="9525"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effectLst/>
                      <a:uLnTx/>
                      <a:uFillTx/>
                      <a:latin typeface="+mj-lt"/>
                      <a:ea typeface="+mn-ea"/>
                      <a:cs typeface="+mn-cs"/>
                    </a:rPr>
                    <a:t>+6,600 </a:t>
                  </a:r>
                  <a:r>
                    <a:rPr kumimoji="0" lang="en-AU" sz="1100" b="0" i="0" u="none" strike="noStrike" kern="0" cap="none" spc="0" normalizeH="0" baseline="0" noProof="0">
                      <a:ln>
                        <a:noFill/>
                      </a:ln>
                      <a:effectLst/>
                      <a:uLnTx/>
                      <a:uFillTx/>
                      <a:latin typeface="+mj-lt"/>
                      <a:ea typeface="+mn-ea"/>
                      <a:cs typeface="+mn-cs"/>
                    </a:rPr>
                    <a:t>supply chain system integration experts</a:t>
                  </a:r>
                </a:p>
              </p:txBody>
            </p:sp>
          </p:grpSp>
          <p:grpSp>
            <p:nvGrpSpPr>
              <p:cNvPr id="29" name="Group 28">
                <a:extLst>
                  <a:ext uri="{FF2B5EF4-FFF2-40B4-BE49-F238E27FC236}">
                    <a16:creationId xmlns:a16="http://schemas.microsoft.com/office/drawing/2014/main" id="{533BF7CF-A106-4FD3-6443-DD410E670857}"/>
                  </a:ext>
                </a:extLst>
              </p:cNvPr>
              <p:cNvGrpSpPr/>
              <p:nvPr/>
            </p:nvGrpSpPr>
            <p:grpSpPr>
              <a:xfrm>
                <a:off x="580710" y="3344482"/>
                <a:ext cx="3359029" cy="520074"/>
                <a:chOff x="580710" y="3344482"/>
                <a:chExt cx="3359029" cy="520074"/>
              </a:xfrm>
            </p:grpSpPr>
            <p:sp>
              <p:nvSpPr>
                <p:cNvPr id="44" name="Rectangle 43">
                  <a:extLst>
                    <a:ext uri="{FF2B5EF4-FFF2-40B4-BE49-F238E27FC236}">
                      <a16:creationId xmlns:a16="http://schemas.microsoft.com/office/drawing/2014/main" id="{8E6057F8-DD2D-B070-8BEC-5E3334DE6065}"/>
                    </a:ext>
                  </a:extLst>
                </p:cNvPr>
                <p:cNvSpPr/>
                <p:nvPr/>
              </p:nvSpPr>
              <p:spPr>
                <a:xfrm>
                  <a:off x="580710" y="3344482"/>
                  <a:ext cx="1172970" cy="520074"/>
                </a:xfrm>
                <a:prstGeom prst="rect">
                  <a:avLst/>
                </a:prstGeom>
                <a:solidFill>
                  <a:srgbClr val="0070AD"/>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ea typeface="+mn-ea"/>
                      <a:cs typeface="+mn-cs"/>
                    </a:rPr>
                    <a:t>AA/AI</a:t>
                  </a:r>
                </a:p>
              </p:txBody>
            </p:sp>
            <p:sp>
              <p:nvSpPr>
                <p:cNvPr id="45" name="Rectangle 44">
                  <a:extLst>
                    <a:ext uri="{FF2B5EF4-FFF2-40B4-BE49-F238E27FC236}">
                      <a16:creationId xmlns:a16="http://schemas.microsoft.com/office/drawing/2014/main" id="{ADAE4E42-58F4-60D6-7E6E-9BE3294F227A}"/>
                    </a:ext>
                  </a:extLst>
                </p:cNvPr>
                <p:cNvSpPr>
                  <a:spLocks/>
                </p:cNvSpPr>
                <p:nvPr/>
              </p:nvSpPr>
              <p:spPr>
                <a:xfrm>
                  <a:off x="1908526" y="3344482"/>
                  <a:ext cx="2031213" cy="520074"/>
                </a:xfrm>
                <a:prstGeom prst="rect">
                  <a:avLst/>
                </a:prstGeom>
                <a:solidFill>
                  <a:srgbClr val="FFFFFF"/>
                </a:solidFill>
                <a:ln w="9525"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effectLst/>
                      <a:uLnTx/>
                      <a:uFillTx/>
                      <a:latin typeface="+mj-lt"/>
                      <a:ea typeface="+mn-ea"/>
                      <a:cs typeface="+mn-cs"/>
                    </a:rPr>
                    <a:t>+100 </a:t>
                  </a:r>
                  <a:r>
                    <a:rPr kumimoji="0" lang="en-AU" sz="1100" b="0" i="0" u="none" strike="noStrike" kern="0" cap="none" spc="0" normalizeH="0" baseline="0" noProof="0">
                      <a:ln>
                        <a:noFill/>
                      </a:ln>
                      <a:effectLst/>
                      <a:uLnTx/>
                      <a:uFillTx/>
                      <a:latin typeface="+mj-lt"/>
                      <a:ea typeface="+mn-ea"/>
                      <a:cs typeface="+mn-cs"/>
                    </a:rPr>
                    <a:t>data scientists, experts on supply chain analytics </a:t>
                  </a:r>
                </a:p>
              </p:txBody>
            </p:sp>
          </p:grpSp>
          <p:grpSp>
            <p:nvGrpSpPr>
              <p:cNvPr id="31" name="Group 30">
                <a:extLst>
                  <a:ext uri="{FF2B5EF4-FFF2-40B4-BE49-F238E27FC236}">
                    <a16:creationId xmlns:a16="http://schemas.microsoft.com/office/drawing/2014/main" id="{85DAFB68-D555-4B86-6A48-9D6E0CBBE08D}"/>
                  </a:ext>
                </a:extLst>
              </p:cNvPr>
              <p:cNvGrpSpPr/>
              <p:nvPr/>
            </p:nvGrpSpPr>
            <p:grpSpPr>
              <a:xfrm>
                <a:off x="580710" y="3979419"/>
                <a:ext cx="3359029" cy="520074"/>
                <a:chOff x="580710" y="3979419"/>
                <a:chExt cx="3359029" cy="520074"/>
              </a:xfrm>
            </p:grpSpPr>
            <p:sp>
              <p:nvSpPr>
                <p:cNvPr id="42" name="Rectangle 41">
                  <a:extLst>
                    <a:ext uri="{FF2B5EF4-FFF2-40B4-BE49-F238E27FC236}">
                      <a16:creationId xmlns:a16="http://schemas.microsoft.com/office/drawing/2014/main" id="{BFF568CE-555C-5FA7-2D73-72878F92250F}"/>
                    </a:ext>
                  </a:extLst>
                </p:cNvPr>
                <p:cNvSpPr/>
                <p:nvPr/>
              </p:nvSpPr>
              <p:spPr>
                <a:xfrm>
                  <a:off x="580710" y="3979419"/>
                  <a:ext cx="1172970" cy="520074"/>
                </a:xfrm>
                <a:prstGeom prst="rect">
                  <a:avLst/>
                </a:prstGeom>
                <a:solidFill>
                  <a:srgbClr val="0070AD"/>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ea typeface="+mn-ea"/>
                      <a:cs typeface="+mn-cs"/>
                    </a:rPr>
                    <a:t>CYBERSECURITY</a:t>
                  </a:r>
                </a:p>
              </p:txBody>
            </p:sp>
            <p:sp>
              <p:nvSpPr>
                <p:cNvPr id="43" name="Rectangle 42">
                  <a:extLst>
                    <a:ext uri="{FF2B5EF4-FFF2-40B4-BE49-F238E27FC236}">
                      <a16:creationId xmlns:a16="http://schemas.microsoft.com/office/drawing/2014/main" id="{EEB4DD02-9DA6-E49B-6EB5-F50100FB290D}"/>
                    </a:ext>
                  </a:extLst>
                </p:cNvPr>
                <p:cNvSpPr>
                  <a:spLocks/>
                </p:cNvSpPr>
                <p:nvPr/>
              </p:nvSpPr>
              <p:spPr>
                <a:xfrm>
                  <a:off x="1908526" y="3979419"/>
                  <a:ext cx="2031213" cy="520074"/>
                </a:xfrm>
                <a:prstGeom prst="rect">
                  <a:avLst/>
                </a:prstGeom>
                <a:solidFill>
                  <a:srgbClr val="FFFFFF">
                    <a:lumMod val="75000"/>
                  </a:srgbClr>
                </a:solidFill>
                <a:ln w="9525"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effectLst/>
                      <a:uLnTx/>
                      <a:uFillTx/>
                      <a:latin typeface="+mj-lt"/>
                      <a:ea typeface="+mn-ea"/>
                      <a:cs typeface="+mn-cs"/>
                    </a:rPr>
                    <a:t>+4,000 </a:t>
                  </a:r>
                  <a:r>
                    <a:rPr kumimoji="0" lang="en-AU" sz="1100" b="0" i="0" u="none" strike="noStrike" kern="0" cap="none" spc="0" normalizeH="0" baseline="0" noProof="0">
                      <a:ln>
                        <a:noFill/>
                      </a:ln>
                      <a:effectLst/>
                      <a:uLnTx/>
                      <a:uFillTx/>
                      <a:latin typeface="+mj-lt"/>
                      <a:ea typeface="+mn-ea"/>
                      <a:cs typeface="+mn-cs"/>
                    </a:rPr>
                    <a:t>cybersecurity experts</a:t>
                  </a:r>
                </a:p>
              </p:txBody>
            </p:sp>
          </p:grpSp>
          <p:grpSp>
            <p:nvGrpSpPr>
              <p:cNvPr id="32" name="Group 31">
                <a:extLst>
                  <a:ext uri="{FF2B5EF4-FFF2-40B4-BE49-F238E27FC236}">
                    <a16:creationId xmlns:a16="http://schemas.microsoft.com/office/drawing/2014/main" id="{5A151703-C157-35EE-1DCE-2B6474DFF3D7}"/>
                  </a:ext>
                </a:extLst>
              </p:cNvPr>
              <p:cNvGrpSpPr/>
              <p:nvPr/>
            </p:nvGrpSpPr>
            <p:grpSpPr>
              <a:xfrm>
                <a:off x="580710" y="4614356"/>
                <a:ext cx="3359029" cy="520074"/>
                <a:chOff x="580710" y="4614356"/>
                <a:chExt cx="3359029" cy="520074"/>
              </a:xfrm>
            </p:grpSpPr>
            <p:sp>
              <p:nvSpPr>
                <p:cNvPr id="40" name="Rectangle 39">
                  <a:extLst>
                    <a:ext uri="{FF2B5EF4-FFF2-40B4-BE49-F238E27FC236}">
                      <a16:creationId xmlns:a16="http://schemas.microsoft.com/office/drawing/2014/main" id="{3E2E3F4D-AA37-E4F2-5DD0-33BA8873C16F}"/>
                    </a:ext>
                  </a:extLst>
                </p:cNvPr>
                <p:cNvSpPr/>
                <p:nvPr/>
              </p:nvSpPr>
              <p:spPr>
                <a:xfrm>
                  <a:off x="580710" y="4614356"/>
                  <a:ext cx="1172970" cy="520074"/>
                </a:xfrm>
                <a:prstGeom prst="rect">
                  <a:avLst/>
                </a:prstGeom>
                <a:solidFill>
                  <a:srgbClr val="0070AD"/>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ea typeface="+mn-ea"/>
                      <a:cs typeface="+mn-cs"/>
                    </a:rPr>
                    <a:t>BUSINESS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ea typeface="+mn-ea"/>
                      <a:cs typeface="+mn-cs"/>
                    </a:rPr>
                    <a:t>SERVICES </a:t>
                  </a:r>
                </a:p>
              </p:txBody>
            </p:sp>
            <p:sp>
              <p:nvSpPr>
                <p:cNvPr id="41" name="Rectangle 40">
                  <a:extLst>
                    <a:ext uri="{FF2B5EF4-FFF2-40B4-BE49-F238E27FC236}">
                      <a16:creationId xmlns:a16="http://schemas.microsoft.com/office/drawing/2014/main" id="{F7CFADE4-9880-4716-1441-D00106E1F689}"/>
                    </a:ext>
                  </a:extLst>
                </p:cNvPr>
                <p:cNvSpPr>
                  <a:spLocks/>
                </p:cNvSpPr>
                <p:nvPr/>
              </p:nvSpPr>
              <p:spPr>
                <a:xfrm>
                  <a:off x="1908526" y="4614356"/>
                  <a:ext cx="2031213" cy="520074"/>
                </a:xfrm>
                <a:prstGeom prst="rect">
                  <a:avLst/>
                </a:prstGeom>
                <a:solidFill>
                  <a:srgbClr val="FFFFFF"/>
                </a:solidFill>
                <a:ln w="9525"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effectLst/>
                      <a:uLnTx/>
                      <a:uFillTx/>
                      <a:latin typeface="+mj-lt"/>
                      <a:ea typeface="+mn-ea"/>
                      <a:cs typeface="+mn-cs"/>
                    </a:rPr>
                    <a:t>+4,800 </a:t>
                  </a:r>
                  <a:r>
                    <a:rPr kumimoji="0" lang="en-AU" sz="1100" b="0" i="0" u="none" strike="noStrike" kern="0" cap="none" spc="0" normalizeH="0" baseline="0" noProof="0">
                      <a:ln>
                        <a:noFill/>
                      </a:ln>
                      <a:effectLst/>
                      <a:uLnTx/>
                      <a:uFillTx/>
                      <a:latin typeface="+mj-lt"/>
                      <a:ea typeface="+mn-ea"/>
                      <a:cs typeface="+mn-cs"/>
                    </a:rPr>
                    <a:t>supply chain as a service experts</a:t>
                  </a:r>
                </a:p>
              </p:txBody>
            </p:sp>
          </p:grpSp>
          <p:grpSp>
            <p:nvGrpSpPr>
              <p:cNvPr id="37" name="Group 36">
                <a:extLst>
                  <a:ext uri="{FF2B5EF4-FFF2-40B4-BE49-F238E27FC236}">
                    <a16:creationId xmlns:a16="http://schemas.microsoft.com/office/drawing/2014/main" id="{A15EE583-0CB7-5FBA-19A4-34ECA6107A83}"/>
                  </a:ext>
                </a:extLst>
              </p:cNvPr>
              <p:cNvGrpSpPr/>
              <p:nvPr/>
            </p:nvGrpSpPr>
            <p:grpSpPr>
              <a:xfrm>
                <a:off x="580710" y="5249294"/>
                <a:ext cx="3359029" cy="520074"/>
                <a:chOff x="580710" y="5249294"/>
                <a:chExt cx="3359029" cy="520074"/>
              </a:xfrm>
            </p:grpSpPr>
            <p:sp>
              <p:nvSpPr>
                <p:cNvPr id="38" name="Rectangle 37">
                  <a:extLst>
                    <a:ext uri="{FF2B5EF4-FFF2-40B4-BE49-F238E27FC236}">
                      <a16:creationId xmlns:a16="http://schemas.microsoft.com/office/drawing/2014/main" id="{9068F364-EE00-3E67-697D-386B4C8BEC98}"/>
                    </a:ext>
                  </a:extLst>
                </p:cNvPr>
                <p:cNvSpPr/>
                <p:nvPr/>
              </p:nvSpPr>
              <p:spPr>
                <a:xfrm>
                  <a:off x="580710" y="5249294"/>
                  <a:ext cx="1172970" cy="520074"/>
                </a:xfrm>
                <a:prstGeom prst="rect">
                  <a:avLst/>
                </a:prstGeom>
                <a:solidFill>
                  <a:srgbClr val="0070AD"/>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solidFill>
                        <a:schemeClr val="bg1"/>
                      </a:solidFill>
                      <a:effectLst/>
                      <a:uLnTx/>
                      <a:uFillTx/>
                      <a:latin typeface="+mj-lt"/>
                      <a:ea typeface="+mn-ea"/>
                      <a:cs typeface="+mn-cs"/>
                    </a:rPr>
                    <a:t>5G AND EDGE</a:t>
                  </a:r>
                </a:p>
              </p:txBody>
            </p:sp>
            <p:sp>
              <p:nvSpPr>
                <p:cNvPr id="39" name="Rectangle 38">
                  <a:extLst>
                    <a:ext uri="{FF2B5EF4-FFF2-40B4-BE49-F238E27FC236}">
                      <a16:creationId xmlns:a16="http://schemas.microsoft.com/office/drawing/2014/main" id="{FA645B43-80FC-A0A3-D844-AE4DECF07B8B}"/>
                    </a:ext>
                  </a:extLst>
                </p:cNvPr>
                <p:cNvSpPr>
                  <a:spLocks/>
                </p:cNvSpPr>
                <p:nvPr/>
              </p:nvSpPr>
              <p:spPr>
                <a:xfrm>
                  <a:off x="1908526" y="5249294"/>
                  <a:ext cx="2031213" cy="520074"/>
                </a:xfrm>
                <a:prstGeom prst="rect">
                  <a:avLst/>
                </a:prstGeom>
                <a:solidFill>
                  <a:srgbClr val="FFFFFF">
                    <a:lumMod val="75000"/>
                  </a:srgbClr>
                </a:solidFill>
                <a:ln w="9525"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a:ln>
                        <a:noFill/>
                      </a:ln>
                      <a:effectLst/>
                      <a:uLnTx/>
                      <a:uFillTx/>
                      <a:latin typeface="+mj-lt"/>
                      <a:ea typeface="+mn-ea"/>
                      <a:cs typeface="+mn-cs"/>
                    </a:rPr>
                    <a:t>+10,000 </a:t>
                  </a:r>
                  <a:r>
                    <a:rPr kumimoji="0" lang="en-AU" sz="1100" b="0" i="0" u="none" strike="noStrike" kern="0" cap="none" spc="0" normalizeH="0" baseline="0" noProof="0" err="1">
                      <a:ln>
                        <a:noFill/>
                      </a:ln>
                      <a:effectLst/>
                      <a:uLnTx/>
                      <a:uFillTx/>
                      <a:latin typeface="+mj-lt"/>
                      <a:ea typeface="+mn-ea"/>
                      <a:cs typeface="+mn-cs"/>
                    </a:rPr>
                    <a:t>TelCo</a:t>
                  </a:r>
                  <a:r>
                    <a:rPr kumimoji="0" lang="en-AU" sz="1100" b="0" i="0" u="none" strike="noStrike" kern="0" cap="none" spc="0" normalizeH="0" baseline="0" noProof="0">
                      <a:ln>
                        <a:noFill/>
                      </a:ln>
                      <a:effectLst/>
                      <a:uLnTx/>
                      <a:uFillTx/>
                      <a:latin typeface="+mj-lt"/>
                      <a:ea typeface="+mn-ea"/>
                      <a:cs typeface="+mn-cs"/>
                    </a:rPr>
                    <a:t> experts dedicated to 5G &amp; EDGE </a:t>
                  </a:r>
                </a:p>
              </p:txBody>
            </p:sp>
          </p:grpSp>
        </p:grpSp>
        <p:pic>
          <p:nvPicPr>
            <p:cNvPr id="13" name="Image 4">
              <a:extLst>
                <a:ext uri="{FF2B5EF4-FFF2-40B4-BE49-F238E27FC236}">
                  <a16:creationId xmlns:a16="http://schemas.microsoft.com/office/drawing/2014/main" id="{90966753-6680-6621-AB03-8422E6E2DD7C}"/>
                </a:ext>
              </a:extLst>
            </p:cNvPr>
            <p:cNvPicPr>
              <a:picLocks noChangeAspect="1"/>
            </p:cNvPicPr>
            <p:nvPr/>
          </p:nvPicPr>
          <p:blipFill rotWithShape="1">
            <a:blip r:embed="rId9"/>
            <a:srcRect l="49869"/>
            <a:stretch/>
          </p:blipFill>
          <p:spPr>
            <a:xfrm>
              <a:off x="4172134" y="3324532"/>
              <a:ext cx="383307" cy="786452"/>
            </a:xfrm>
            <a:prstGeom prst="rect">
              <a:avLst/>
            </a:prstGeom>
          </p:spPr>
        </p:pic>
      </p:grpSp>
    </p:spTree>
    <p:extLst>
      <p:ext uri="{BB962C8B-B14F-4D97-AF65-F5344CB8AC3E}">
        <p14:creationId xmlns:p14="http://schemas.microsoft.com/office/powerpoint/2010/main" val="3297680505"/>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73AFD1C-FF50-DC9D-5C48-99300AB068B4}"/>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6AB02D9D-E2A7-AC0E-5B9B-DEB3BF86B18B}"/>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7A60CC4B-0197-B284-6EAF-B5F05089F251}"/>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OUR SERVICE OFFERINGS ADDRESS THE CHALLENGES TO HELP OUR CLIENTS DESIGN, IMPROVE AND OPERATE THEIR END-TO-END SUPPLY CHAIN</a:t>
            </a:r>
          </a:p>
        </p:txBody>
      </p:sp>
      <p:sp>
        <p:nvSpPr>
          <p:cNvPr id="3" name="TextBox 2">
            <a:extLst>
              <a:ext uri="{FF2B5EF4-FFF2-40B4-BE49-F238E27FC236}">
                <a16:creationId xmlns:a16="http://schemas.microsoft.com/office/drawing/2014/main" id="{927E77F7-470B-298E-51B7-1F525E2C463D}"/>
              </a:ext>
            </a:extLst>
          </p:cNvPr>
          <p:cNvSpPr txBox="1"/>
          <p:nvPr/>
        </p:nvSpPr>
        <p:spPr>
          <a:xfrm>
            <a:off x="10475063" y="895990"/>
            <a:ext cx="1845301" cy="216314"/>
          </a:xfrm>
          <a:prstGeom prst="roundRect">
            <a:avLst/>
          </a:prstGeom>
          <a:solidFill>
            <a:srgbClr val="003857"/>
          </a:solidFill>
        </p:spPr>
        <p:txBody>
          <a:bodyPr vert="horz" wrap="square" lIns="0" tIns="0" rIns="0" bIns="0" rtlCol="0" anchor="ctr">
            <a:noAutofit/>
          </a:bodyPr>
          <a:lstStyle/>
          <a:p>
            <a:pPr marL="0" marR="0" lvl="0" indent="0" algn="ctr" defTabSz="914400" eaLnBrk="1" fontAlgn="auto" latinLnBrk="0" hangingPunct="1">
              <a:lnSpc>
                <a:spcPct val="100000"/>
              </a:lnSpc>
              <a:spcBef>
                <a:spcPts val="0"/>
              </a:spcBef>
              <a:spcAft>
                <a:spcPts val="800"/>
              </a:spcAft>
              <a:buClrTx/>
              <a:buSzTx/>
              <a:buFontTx/>
              <a:buNone/>
              <a:tabLst/>
              <a:defRPr/>
            </a:pPr>
            <a:r>
              <a:rPr lang="en-AU" sz="1050" b="1" i="1" kern="0" noProof="0">
                <a:solidFill>
                  <a:schemeClr val="bg1"/>
                </a:solidFill>
              </a:rPr>
              <a:t>Supply chain leaders</a:t>
            </a:r>
            <a:endParaRPr kumimoji="0" lang="en-AU" sz="1050" b="1" i="1" u="none" strike="noStrike" kern="0" cap="none" spc="0" normalizeH="0" baseline="0" noProof="0">
              <a:ln>
                <a:noFill/>
              </a:ln>
              <a:solidFill>
                <a:schemeClr val="bg1"/>
              </a:solidFill>
              <a:effectLst/>
              <a:uLnTx/>
              <a:uFillTx/>
            </a:endParaRPr>
          </a:p>
        </p:txBody>
      </p:sp>
      <p:sp>
        <p:nvSpPr>
          <p:cNvPr id="5" name="Rectangle : avec coins arrondis en diagonale 13">
            <a:extLst>
              <a:ext uri="{FF2B5EF4-FFF2-40B4-BE49-F238E27FC236}">
                <a16:creationId xmlns:a16="http://schemas.microsoft.com/office/drawing/2014/main" id="{DF785290-79F9-6F6D-6E4D-9003AB2D4BFE}"/>
              </a:ext>
            </a:extLst>
          </p:cNvPr>
          <p:cNvSpPr/>
          <p:nvPr/>
        </p:nvSpPr>
        <p:spPr>
          <a:xfrm>
            <a:off x="1263554" y="5039728"/>
            <a:ext cx="1954266" cy="1561642"/>
          </a:xfrm>
          <a:prstGeom prst="round2DiagRect">
            <a:avLst>
              <a:gd name="adj1" fmla="val 8097"/>
              <a:gd name="adj2" fmla="val 9402"/>
            </a:avLst>
          </a:prstGeom>
          <a:noFill/>
          <a:ln w="12700" cap="flat" cmpd="sng" algn="ctr">
            <a:noFill/>
            <a:prstDash val="solid"/>
            <a:miter lim="800000"/>
          </a:ln>
          <a:effectLst/>
        </p:spPr>
        <p:txBody>
          <a:bodyPr bIns="144000" rtlCol="0" anchor="b"/>
          <a:lstStyle/>
          <a:p>
            <a:pPr marL="0" marR="0" lvl="0" indent="0" defTabSz="901700" eaLnBrk="1" fontAlgn="auto" latinLnBrk="0" hangingPunct="1">
              <a:lnSpc>
                <a:spcPct val="100000"/>
              </a:lnSpc>
              <a:spcBef>
                <a:spcPts val="0"/>
              </a:spcBef>
              <a:spcAft>
                <a:spcPts val="0"/>
              </a:spcAft>
              <a:buClrTx/>
              <a:buSzTx/>
              <a:buFontTx/>
              <a:buNone/>
              <a:tabLst/>
              <a:defRPr/>
            </a:pPr>
            <a:r>
              <a:rPr kumimoji="0" lang="en-AU" sz="1600" b="1" i="0" u="none" strike="noStrike" kern="0" cap="none" spc="0" normalizeH="0" baseline="0" noProof="0">
                <a:ln>
                  <a:noFill/>
                </a:ln>
                <a:solidFill>
                  <a:srgbClr val="12ABDB">
                    <a:lumMod val="75000"/>
                  </a:srgbClr>
                </a:solidFill>
                <a:effectLst/>
                <a:uLnTx/>
                <a:uFillTx/>
                <a:latin typeface="Ubuntu"/>
                <a:ea typeface="+mn-ea"/>
                <a:cs typeface="+mn-cs"/>
              </a:rPr>
              <a:t>SUPPLY CHAIN </a:t>
            </a:r>
          </a:p>
          <a:p>
            <a:pPr marL="0" marR="0" lvl="0" indent="0" defTabSz="901700" eaLnBrk="1" fontAlgn="auto" latinLnBrk="0" hangingPunct="1">
              <a:lnSpc>
                <a:spcPct val="100000"/>
              </a:lnSpc>
              <a:spcBef>
                <a:spcPts val="0"/>
              </a:spcBef>
              <a:spcAft>
                <a:spcPts val="0"/>
              </a:spcAft>
              <a:buClrTx/>
              <a:buSzTx/>
              <a:buFontTx/>
              <a:buNone/>
              <a:tabLst/>
              <a:defRPr/>
            </a:pPr>
            <a:r>
              <a:rPr kumimoji="0" lang="en-AU" sz="1600" b="1" i="0" u="none" strike="noStrike" kern="0" cap="none" spc="0" normalizeH="0" baseline="0" noProof="0">
                <a:ln>
                  <a:noFill/>
                </a:ln>
                <a:solidFill>
                  <a:srgbClr val="12ABDB">
                    <a:lumMod val="75000"/>
                  </a:srgbClr>
                </a:solidFill>
                <a:effectLst/>
                <a:uLnTx/>
                <a:uFillTx/>
                <a:latin typeface="Ubuntu"/>
                <a:ea typeface="+mn-ea"/>
                <a:cs typeface="+mn-cs"/>
              </a:rPr>
              <a:t>AS A SERVICE</a:t>
            </a:r>
          </a:p>
          <a:p>
            <a:pPr marL="0" marR="0" lvl="0" indent="0" defTabSz="901700" eaLnBrk="1" fontAlgn="auto" latinLnBrk="0" hangingPunct="1">
              <a:lnSpc>
                <a:spcPct val="100000"/>
              </a:lnSpc>
              <a:spcBef>
                <a:spcPts val="0"/>
              </a:spcBef>
              <a:spcAft>
                <a:spcPts val="0"/>
              </a:spcAft>
              <a:buClrTx/>
              <a:buSzTx/>
              <a:buFontTx/>
              <a:buNone/>
              <a:tabLst/>
              <a:defRPr/>
            </a:pPr>
            <a:endParaRPr kumimoji="0" lang="en-AU" sz="1600" b="1" i="0" u="none" strike="noStrike" kern="0" cap="none" spc="0" normalizeH="0" baseline="0" noProof="0">
              <a:ln>
                <a:noFill/>
              </a:ln>
              <a:solidFill>
                <a:srgbClr val="12ABDB">
                  <a:lumMod val="75000"/>
                </a:srgbClr>
              </a:solidFill>
              <a:effectLst/>
              <a:uLnTx/>
              <a:uFillTx/>
              <a:latin typeface="Ubuntu"/>
              <a:ea typeface="+mn-ea"/>
              <a:cs typeface="+mn-cs"/>
            </a:endParaRPr>
          </a:p>
        </p:txBody>
      </p:sp>
      <p:sp>
        <p:nvSpPr>
          <p:cNvPr id="6" name="Rectangle 5">
            <a:extLst>
              <a:ext uri="{FF2B5EF4-FFF2-40B4-BE49-F238E27FC236}">
                <a16:creationId xmlns:a16="http://schemas.microsoft.com/office/drawing/2014/main" id="{596A5591-1B8B-6070-0139-878CADC3F671}"/>
              </a:ext>
            </a:extLst>
          </p:cNvPr>
          <p:cNvSpPr/>
          <p:nvPr/>
        </p:nvSpPr>
        <p:spPr>
          <a:xfrm>
            <a:off x="225147" y="1201279"/>
            <a:ext cx="11741706" cy="2058970"/>
          </a:xfrm>
          <a:prstGeom prst="rect">
            <a:avLst/>
          </a:prstGeom>
          <a:solidFill>
            <a:srgbClr val="0070A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srgbClr val="FFFFFF"/>
              </a:solidFill>
              <a:effectLst/>
              <a:uLnTx/>
              <a:uFillTx/>
              <a:latin typeface="Ubuntu"/>
              <a:ea typeface="+mn-ea"/>
              <a:cs typeface="+mn-cs"/>
            </a:endParaRPr>
          </a:p>
        </p:txBody>
      </p:sp>
      <p:sp>
        <p:nvSpPr>
          <p:cNvPr id="12" name="Rectangle 11">
            <a:extLst>
              <a:ext uri="{FF2B5EF4-FFF2-40B4-BE49-F238E27FC236}">
                <a16:creationId xmlns:a16="http://schemas.microsoft.com/office/drawing/2014/main" id="{19423438-417E-602D-7119-419EF88F378D}"/>
              </a:ext>
            </a:extLst>
          </p:cNvPr>
          <p:cNvSpPr/>
          <p:nvPr/>
        </p:nvSpPr>
        <p:spPr>
          <a:xfrm>
            <a:off x="225147" y="4721241"/>
            <a:ext cx="11741706" cy="1749387"/>
          </a:xfrm>
          <a:prstGeom prst="rect">
            <a:avLst/>
          </a:prstGeom>
          <a:solidFill>
            <a:srgbClr val="0070A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srgbClr val="FFFFFF"/>
              </a:solidFill>
              <a:effectLst/>
              <a:uLnTx/>
              <a:uFillTx/>
              <a:latin typeface="Ubuntu"/>
              <a:ea typeface="+mn-ea"/>
              <a:cs typeface="+mn-cs"/>
            </a:endParaRPr>
          </a:p>
        </p:txBody>
      </p:sp>
      <p:sp>
        <p:nvSpPr>
          <p:cNvPr id="14" name="Rectangle : avec coins arrondis en diagonale 12">
            <a:extLst>
              <a:ext uri="{FF2B5EF4-FFF2-40B4-BE49-F238E27FC236}">
                <a16:creationId xmlns:a16="http://schemas.microsoft.com/office/drawing/2014/main" id="{A5776FEE-A6B0-A432-57B0-1866B28849E7}"/>
              </a:ext>
            </a:extLst>
          </p:cNvPr>
          <p:cNvSpPr/>
          <p:nvPr/>
        </p:nvSpPr>
        <p:spPr>
          <a:xfrm>
            <a:off x="1138897" y="1196751"/>
            <a:ext cx="2984748" cy="825250"/>
          </a:xfrm>
          <a:prstGeom prst="round2DiagRect">
            <a:avLst>
              <a:gd name="adj1" fmla="val 11138"/>
              <a:gd name="adj2" fmla="val 12642"/>
            </a:avLst>
          </a:prstGeom>
          <a:noFill/>
          <a:ln w="12700" cap="flat" cmpd="sng" algn="ctr">
            <a:noFill/>
            <a:prstDash val="solid"/>
            <a:miter lim="800000"/>
          </a:ln>
          <a:effectLst/>
        </p:spPr>
        <p:txBody>
          <a:bodyPr tIns="108000" rtlCol="0" anchor="t"/>
          <a:lstStyle/>
          <a:p>
            <a:pPr marL="0" marR="0" lvl="0" indent="0" defTabSz="901700" eaLnBrk="1" fontAlgn="auto" latinLnBrk="0" hangingPunct="1">
              <a:lnSpc>
                <a:spcPct val="100000"/>
              </a:lnSpc>
              <a:spcBef>
                <a:spcPts val="0"/>
              </a:spcBef>
              <a:spcAft>
                <a:spcPts val="0"/>
              </a:spcAft>
              <a:buClrTx/>
              <a:buSzTx/>
              <a:buFontTx/>
              <a:buNone/>
              <a:tabLst/>
              <a:defRPr/>
            </a:pPr>
            <a:r>
              <a:rPr kumimoji="0" lang="en-AU" sz="1500" b="1" i="0" u="none" strike="noStrike" kern="0" cap="none" spc="0" normalizeH="0" baseline="0" noProof="0">
                <a:ln>
                  <a:noFill/>
                </a:ln>
                <a:solidFill>
                  <a:srgbClr val="33B569"/>
                </a:solidFill>
                <a:effectLst/>
                <a:uLnTx/>
                <a:uFillTx/>
                <a:latin typeface="Ubuntu"/>
                <a:ea typeface="+mn-ea"/>
                <a:cs typeface="+mn-cs"/>
              </a:rPr>
              <a:t>SUPPLY CHAIN CONTROL TOWER AND PERFORMANCE MANAGEMENT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600" b="1" i="0" u="none" strike="noStrike" kern="0" cap="none" spc="0" normalizeH="0" baseline="0" noProof="0">
              <a:ln>
                <a:noFill/>
              </a:ln>
              <a:solidFill>
                <a:srgbClr val="33B569"/>
              </a:solidFill>
              <a:effectLst/>
              <a:uLnTx/>
              <a:uFillTx/>
              <a:latin typeface="Ubuntu"/>
              <a:ea typeface="+mn-ea"/>
              <a:cs typeface="+mn-cs"/>
            </a:endParaRPr>
          </a:p>
        </p:txBody>
      </p:sp>
      <p:sp>
        <p:nvSpPr>
          <p:cNvPr id="17" name="ZoneTexte 22">
            <a:extLst>
              <a:ext uri="{FF2B5EF4-FFF2-40B4-BE49-F238E27FC236}">
                <a16:creationId xmlns:a16="http://schemas.microsoft.com/office/drawing/2014/main" id="{3CC66303-0440-6DB1-D1F5-6593D2CBE1E0}"/>
              </a:ext>
            </a:extLst>
          </p:cNvPr>
          <p:cNvSpPr txBox="1"/>
          <p:nvPr/>
        </p:nvSpPr>
        <p:spPr>
          <a:xfrm>
            <a:off x="4179575" y="1425933"/>
            <a:ext cx="7377058" cy="420442"/>
          </a:xfrm>
          <a:prstGeom prst="rect">
            <a:avLst/>
          </a:prstGeom>
          <a:noFill/>
        </p:spPr>
        <p:txBody>
          <a:bodyPr wrap="square" rtlCol="0">
            <a:spAutoFit/>
          </a:bodyPr>
          <a:lstStyle/>
          <a:p>
            <a:pPr>
              <a:defRPr/>
            </a:pPr>
            <a:r>
              <a:rPr lang="en-AU" sz="1050" i="1" noProof="0">
                <a:solidFill>
                  <a:srgbClr val="FFFFFF"/>
                </a:solidFill>
                <a:latin typeface="Ubuntu Medium"/>
              </a:rPr>
              <a:t>Design, integrate and deploy cloud–based supply chain platforms, to progressively provide end-to-end visibility, traceability and advanced event monitoring capabilities while driving end-to-end performance</a:t>
            </a:r>
          </a:p>
        </p:txBody>
      </p:sp>
      <p:sp>
        <p:nvSpPr>
          <p:cNvPr id="18" name="ZoneTexte 20">
            <a:extLst>
              <a:ext uri="{FF2B5EF4-FFF2-40B4-BE49-F238E27FC236}">
                <a16:creationId xmlns:a16="http://schemas.microsoft.com/office/drawing/2014/main" id="{34E06D20-B20E-B710-AD6D-6DB8E8309AEA}"/>
              </a:ext>
            </a:extLst>
          </p:cNvPr>
          <p:cNvSpPr txBox="1"/>
          <p:nvPr/>
        </p:nvSpPr>
        <p:spPr>
          <a:xfrm>
            <a:off x="4185383" y="5914997"/>
            <a:ext cx="5013481" cy="415498"/>
          </a:xfrm>
          <a:prstGeom prst="rect">
            <a:avLst/>
          </a:prstGeom>
          <a:noFill/>
        </p:spPr>
        <p:txBody>
          <a:bodyPr wrap="square" rtlCol="0">
            <a:spAutoFit/>
          </a:bodyPr>
          <a:lstStyle>
            <a:defPPr>
              <a:defRPr lang="pt-PT"/>
            </a:defPPr>
            <a:lvl1pPr lvl="0">
              <a:defRPr sz="1050" i="1">
                <a:solidFill>
                  <a:schemeClr val="accent1"/>
                </a:solidFill>
                <a:latin typeface="+mj-lt"/>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050" b="0" i="1" u="none" strike="noStrike" kern="0" cap="none" spc="0" normalizeH="0" baseline="0" noProof="0">
                <a:ln>
                  <a:noFill/>
                </a:ln>
                <a:solidFill>
                  <a:srgbClr val="FFFFFF"/>
                </a:solidFill>
                <a:effectLst/>
                <a:uLnTx/>
                <a:uFillTx/>
                <a:latin typeface="Ubuntu Medium"/>
              </a:rPr>
              <a:t>Provide externalized business services all along the supply chain while progressively applying best practices and digitalization</a:t>
            </a:r>
          </a:p>
        </p:txBody>
      </p:sp>
      <p:grpSp>
        <p:nvGrpSpPr>
          <p:cNvPr id="20" name="Group 19">
            <a:extLst>
              <a:ext uri="{FF2B5EF4-FFF2-40B4-BE49-F238E27FC236}">
                <a16:creationId xmlns:a16="http://schemas.microsoft.com/office/drawing/2014/main" id="{665C6C02-4027-2EB6-6F83-B20FED31C59C}"/>
              </a:ext>
            </a:extLst>
          </p:cNvPr>
          <p:cNvGrpSpPr/>
          <p:nvPr/>
        </p:nvGrpSpPr>
        <p:grpSpPr>
          <a:xfrm>
            <a:off x="385229" y="2421821"/>
            <a:ext cx="2182379" cy="2980734"/>
            <a:chOff x="385229" y="2421821"/>
            <a:chExt cx="2670453" cy="2980734"/>
          </a:xfrm>
        </p:grpSpPr>
        <p:sp>
          <p:nvSpPr>
            <p:cNvPr id="21" name="Rectangle 20">
              <a:extLst>
                <a:ext uri="{FF2B5EF4-FFF2-40B4-BE49-F238E27FC236}">
                  <a16:creationId xmlns:a16="http://schemas.microsoft.com/office/drawing/2014/main" id="{8CFE0E80-58B9-7C4F-B08F-9CBFD4FA46D0}"/>
                </a:ext>
              </a:extLst>
            </p:cNvPr>
            <p:cNvSpPr/>
            <p:nvPr/>
          </p:nvSpPr>
          <p:spPr>
            <a:xfrm>
              <a:off x="385229" y="2650071"/>
              <a:ext cx="2670453" cy="2752484"/>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srgbClr val="FFFFFF"/>
                </a:solidFill>
                <a:effectLst/>
                <a:uLnTx/>
                <a:uFillTx/>
                <a:latin typeface="Ubuntu"/>
                <a:ea typeface="+mn-ea"/>
                <a:cs typeface="+mn-cs"/>
              </a:endParaRPr>
            </a:p>
          </p:txBody>
        </p:sp>
        <p:sp>
          <p:nvSpPr>
            <p:cNvPr id="22" name="Rectangle : avec coins arrondis en diagonale 84">
              <a:extLst>
                <a:ext uri="{FF2B5EF4-FFF2-40B4-BE49-F238E27FC236}">
                  <a16:creationId xmlns:a16="http://schemas.microsoft.com/office/drawing/2014/main" id="{5C1C1F37-4AD0-4B28-6325-9AF918A674BC}"/>
                </a:ext>
              </a:extLst>
            </p:cNvPr>
            <p:cNvSpPr/>
            <p:nvPr/>
          </p:nvSpPr>
          <p:spPr>
            <a:xfrm>
              <a:off x="391742" y="2421821"/>
              <a:ext cx="2657425" cy="1571198"/>
            </a:xfrm>
            <a:prstGeom prst="round2DiagRect">
              <a:avLst>
                <a:gd name="adj1" fmla="val 7589"/>
                <a:gd name="adj2" fmla="val 5805"/>
              </a:avLst>
            </a:prstGeom>
            <a:noFill/>
            <a:ln w="12700" cap="flat" cmpd="sng" algn="ctr">
              <a:noFill/>
              <a:prstDash val="solid"/>
              <a:miter lim="800000"/>
            </a:ln>
            <a:effectLst/>
          </p:spPr>
          <p:txBody>
            <a:bodyPr lIns="36000" tIns="180000" rIns="36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1" i="0" u="none" strike="noStrike" kern="0" cap="none" spc="0" normalizeH="0" baseline="0" noProof="0">
                <a:ln>
                  <a:noFill/>
                </a:ln>
                <a:solidFill>
                  <a:srgbClr val="0070AD"/>
                </a:solidFill>
                <a:effectLst/>
                <a:uLnTx/>
                <a:uFillTx/>
                <a:latin typeface="Ubuntu"/>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100" b="1" i="0" u="none" strike="noStrike" kern="0" cap="none" spc="0" normalizeH="0" baseline="0" noProof="0">
                <a:ln>
                  <a:noFill/>
                </a:ln>
                <a:solidFill>
                  <a:srgbClr val="0070AD"/>
                </a:solidFill>
                <a:effectLst/>
                <a:uLnTx/>
                <a:uFillTx/>
                <a:latin typeface="Ubuntu"/>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500" b="1" i="0" u="none" strike="noStrike" kern="0" cap="none" spc="0" normalizeH="0" baseline="0" noProof="0">
                  <a:ln>
                    <a:noFill/>
                  </a:ln>
                  <a:solidFill>
                    <a:srgbClr val="0070AD"/>
                  </a:solidFill>
                  <a:effectLst/>
                  <a:uLnTx/>
                  <a:uFillTx/>
                  <a:latin typeface="Ubuntu"/>
                  <a:ea typeface="+mn-ea"/>
                  <a:cs typeface="+mn-cs"/>
                </a:rPr>
                <a:t>INTELLIGENT NETWORK DESIGN AND RISK MANAGEMENT</a:t>
              </a:r>
            </a:p>
          </p:txBody>
        </p:sp>
        <p:sp>
          <p:nvSpPr>
            <p:cNvPr id="23" name="ZoneTexte 85">
              <a:extLst>
                <a:ext uri="{FF2B5EF4-FFF2-40B4-BE49-F238E27FC236}">
                  <a16:creationId xmlns:a16="http://schemas.microsoft.com/office/drawing/2014/main" id="{9C80E2F3-50E5-DC89-F579-5C6FA7548E47}"/>
                </a:ext>
              </a:extLst>
            </p:cNvPr>
            <p:cNvSpPr txBox="1"/>
            <p:nvPr/>
          </p:nvSpPr>
          <p:spPr>
            <a:xfrm>
              <a:off x="428365" y="4045048"/>
              <a:ext cx="2592000" cy="106182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050" b="0" i="1" u="none" strike="noStrike" kern="0" cap="none" spc="0" normalizeH="0" baseline="0" noProof="0">
                  <a:ln>
                    <a:noFill/>
                  </a:ln>
                  <a:solidFill>
                    <a:prstClr val="black"/>
                  </a:solidFill>
                  <a:effectLst/>
                  <a:uLnTx/>
                  <a:uFillTx/>
                </a:rPr>
                <a:t>Segment end-markets, differentiate service offerings and design intelligent supply chain networks all along product life cycle, while monitoring systemic risks over time </a:t>
              </a:r>
            </a:p>
          </p:txBody>
        </p:sp>
        <p:sp>
          <p:nvSpPr>
            <p:cNvPr id="24" name="Oval 7">
              <a:extLst>
                <a:ext uri="{FF2B5EF4-FFF2-40B4-BE49-F238E27FC236}">
                  <a16:creationId xmlns:a16="http://schemas.microsoft.com/office/drawing/2014/main" id="{9CFF2EBD-C8B7-4DAE-07AC-1582E60F2515}"/>
                </a:ext>
              </a:extLst>
            </p:cNvPr>
            <p:cNvSpPr/>
            <p:nvPr/>
          </p:nvSpPr>
          <p:spPr>
            <a:xfrm>
              <a:off x="1337043" y="2430179"/>
              <a:ext cx="660767" cy="540000"/>
            </a:xfrm>
            <a:prstGeom prst="ellipse">
              <a:avLst/>
            </a:prstGeom>
            <a:solidFill>
              <a:srgbClr val="0070AD"/>
            </a:solidFill>
            <a:ln w="25400" cap="flat" cmpd="sng" algn="ctr">
              <a:solidFill>
                <a:srgbClr val="FFFFFF"/>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3600" b="1" i="0" u="none" strike="noStrike" kern="0" cap="none" spc="0" normalizeH="0" baseline="0" noProof="0">
                  <a:ln>
                    <a:noFill/>
                  </a:ln>
                  <a:solidFill>
                    <a:srgbClr val="FFFFFF"/>
                  </a:solidFill>
                  <a:effectLst/>
                  <a:uLnTx/>
                  <a:uFillTx/>
                  <a:latin typeface="Ubuntu"/>
                  <a:ea typeface="Lato" panose="020F0502020204030203" pitchFamily="34" charset="0"/>
                  <a:cs typeface="Lato" panose="020F0502020204030203" pitchFamily="34" charset="0"/>
                </a:rPr>
                <a:t>1</a:t>
              </a:r>
            </a:p>
          </p:txBody>
        </p:sp>
      </p:grpSp>
      <p:grpSp>
        <p:nvGrpSpPr>
          <p:cNvPr id="25" name="Group 24">
            <a:extLst>
              <a:ext uri="{FF2B5EF4-FFF2-40B4-BE49-F238E27FC236}">
                <a16:creationId xmlns:a16="http://schemas.microsoft.com/office/drawing/2014/main" id="{ABEF7304-ED1C-1326-E534-776269F6FE94}"/>
              </a:ext>
            </a:extLst>
          </p:cNvPr>
          <p:cNvGrpSpPr/>
          <p:nvPr/>
        </p:nvGrpSpPr>
        <p:grpSpPr>
          <a:xfrm>
            <a:off x="9618922" y="2373771"/>
            <a:ext cx="2086567" cy="3080444"/>
            <a:chOff x="9065109" y="2373771"/>
            <a:chExt cx="2640382" cy="3080444"/>
          </a:xfrm>
        </p:grpSpPr>
        <p:sp>
          <p:nvSpPr>
            <p:cNvPr id="26" name="Rectangle 25">
              <a:extLst>
                <a:ext uri="{FF2B5EF4-FFF2-40B4-BE49-F238E27FC236}">
                  <a16:creationId xmlns:a16="http://schemas.microsoft.com/office/drawing/2014/main" id="{A4C2BC6E-908F-334D-EE9F-9410A1768D2A}"/>
                </a:ext>
              </a:extLst>
            </p:cNvPr>
            <p:cNvSpPr/>
            <p:nvPr/>
          </p:nvSpPr>
          <p:spPr>
            <a:xfrm>
              <a:off x="9065109" y="2650070"/>
              <a:ext cx="2640382" cy="2752485"/>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srgbClr val="FFFFFF"/>
                </a:solidFill>
                <a:effectLst/>
                <a:uLnTx/>
                <a:uFillTx/>
                <a:latin typeface="Ubuntu"/>
                <a:ea typeface="+mn-ea"/>
                <a:cs typeface="+mn-cs"/>
              </a:endParaRPr>
            </a:p>
          </p:txBody>
        </p:sp>
        <p:sp>
          <p:nvSpPr>
            <p:cNvPr id="27" name="Rectangle : avec coins arrondis en diagonale 90">
              <a:extLst>
                <a:ext uri="{FF2B5EF4-FFF2-40B4-BE49-F238E27FC236}">
                  <a16:creationId xmlns:a16="http://schemas.microsoft.com/office/drawing/2014/main" id="{34FEBC92-6C77-02F2-E978-D753E56AC0F7}"/>
                </a:ext>
              </a:extLst>
            </p:cNvPr>
            <p:cNvSpPr/>
            <p:nvPr/>
          </p:nvSpPr>
          <p:spPr>
            <a:xfrm>
              <a:off x="9104334" y="2373771"/>
              <a:ext cx="2592000" cy="1749387"/>
            </a:xfrm>
            <a:prstGeom prst="round2DiagRect">
              <a:avLst>
                <a:gd name="adj1" fmla="val 6542"/>
                <a:gd name="adj2" fmla="val 4019"/>
              </a:avLst>
            </a:prstGeom>
            <a:noFill/>
            <a:ln w="12700" cap="flat" cmpd="sng" algn="ctr">
              <a:noFill/>
              <a:prstDash val="solid"/>
              <a:miter lim="800000"/>
            </a:ln>
            <a:effectLst/>
          </p:spPr>
          <p:txBody>
            <a:bodyPr lIns="0" tIns="180000" rIns="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1" i="0" u="none" strike="noStrike" kern="0" cap="none" spc="0" normalizeH="0" baseline="0" noProof="0">
                <a:ln>
                  <a:noFill/>
                </a:ln>
                <a:solidFill>
                  <a:srgbClr val="14596B"/>
                </a:solidFill>
                <a:effectLst/>
                <a:uLnTx/>
                <a:uFillTx/>
                <a:latin typeface="Ubuntu"/>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1" i="0" u="none" strike="noStrike" kern="0" cap="none" spc="0" normalizeH="0" baseline="0" noProof="0">
                <a:ln>
                  <a:noFill/>
                </a:ln>
                <a:solidFill>
                  <a:srgbClr val="14596B"/>
                </a:solidFill>
                <a:effectLst/>
                <a:uLnTx/>
                <a:uFillTx/>
                <a:latin typeface="Ubuntu"/>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600" b="1" i="0" u="none" strike="noStrike" kern="0" cap="none" spc="0" normalizeH="0" baseline="0" noProof="0">
                  <a:ln>
                    <a:noFill/>
                  </a:ln>
                  <a:solidFill>
                    <a:srgbClr val="14596B"/>
                  </a:solidFill>
                  <a:effectLst/>
                  <a:uLnTx/>
                  <a:uFillTx/>
                  <a:latin typeface="Ubuntu"/>
                  <a:ea typeface="+mn-ea"/>
                  <a:cs typeface="Calibri" panose="020F0502020204030204" pitchFamily="34" charset="0"/>
                </a:rPr>
                <a:t> </a:t>
              </a:r>
              <a:r>
                <a:rPr kumimoji="0" lang="en-AU" sz="1500" b="1" i="0" u="none" strike="noStrike" kern="0" cap="none" spc="0" normalizeH="0" baseline="0" noProof="0">
                  <a:ln>
                    <a:noFill/>
                  </a:ln>
                  <a:solidFill>
                    <a:srgbClr val="14596B"/>
                  </a:solidFill>
                  <a:effectLst/>
                  <a:uLnTx/>
                  <a:uFillTx/>
                  <a:latin typeface="Ubuntu"/>
                  <a:ea typeface="+mn-ea"/>
                  <a:cs typeface="Calibri" panose="020F0502020204030204" pitchFamily="34" charset="0"/>
                </a:rPr>
                <a:t>TOUCHLESS AND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500" b="1" i="0" u="none" strike="noStrike" kern="0" cap="none" spc="0" normalizeH="0" baseline="0" noProof="0">
                  <a:ln>
                    <a:noFill/>
                  </a:ln>
                  <a:solidFill>
                    <a:srgbClr val="14596B"/>
                  </a:solidFill>
                  <a:effectLst/>
                  <a:uLnTx/>
                  <a:uFillTx/>
                  <a:latin typeface="Ubuntu"/>
                  <a:ea typeface="+mn-ea"/>
                  <a:cs typeface="Calibri" panose="020F0502020204030204" pitchFamily="34" charset="0"/>
                </a:rPr>
                <a:t>AGILE ORDER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500" b="1" i="0" u="none" strike="noStrike" kern="0" cap="none" spc="0" normalizeH="0" baseline="0" noProof="0">
                  <a:ln>
                    <a:noFill/>
                  </a:ln>
                  <a:solidFill>
                    <a:srgbClr val="14596B"/>
                  </a:solidFill>
                  <a:effectLst/>
                  <a:uLnTx/>
                  <a:uFillTx/>
                  <a:latin typeface="Ubuntu"/>
                  <a:ea typeface="+mn-ea"/>
                  <a:cs typeface="Calibri" panose="020F0502020204030204" pitchFamily="34" charset="0"/>
                </a:rPr>
                <a:t>TO DELIVERY</a:t>
              </a:r>
            </a:p>
          </p:txBody>
        </p:sp>
        <p:sp>
          <p:nvSpPr>
            <p:cNvPr id="28" name="ZoneTexte 91">
              <a:extLst>
                <a:ext uri="{FF2B5EF4-FFF2-40B4-BE49-F238E27FC236}">
                  <a16:creationId xmlns:a16="http://schemas.microsoft.com/office/drawing/2014/main" id="{07E21E95-1CCE-4BFF-DD7E-3C69770D3C0A}"/>
                </a:ext>
              </a:extLst>
            </p:cNvPr>
            <p:cNvSpPr txBox="1"/>
            <p:nvPr/>
          </p:nvSpPr>
          <p:spPr>
            <a:xfrm>
              <a:off x="9095177" y="4069220"/>
              <a:ext cx="2592000" cy="138499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050" b="0" i="1" u="none" strike="noStrike" kern="0" cap="none" spc="0" normalizeH="0" baseline="0" noProof="0">
                  <a:ln>
                    <a:noFill/>
                  </a:ln>
                  <a:solidFill>
                    <a:prstClr val="black"/>
                  </a:solidFill>
                  <a:effectLst/>
                  <a:uLnTx/>
                  <a:uFillTx/>
                </a:rPr>
                <a:t>Architect, integrate and deploy IS solutions and automation, from smart order management to agile logistics and last mile delivery models, to optimize customer experience and operations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050" b="0" i="1" u="none" strike="noStrike" kern="0" cap="none" spc="0" normalizeH="0" baseline="0" noProof="0">
                <a:ln>
                  <a:noFill/>
                </a:ln>
                <a:solidFill>
                  <a:prstClr val="black"/>
                </a:solidFill>
                <a:effectLst/>
                <a:uLnTx/>
                <a:uFillTx/>
              </a:endParaRPr>
            </a:p>
          </p:txBody>
        </p:sp>
        <p:sp>
          <p:nvSpPr>
            <p:cNvPr id="30" name="Oval 34">
              <a:extLst>
                <a:ext uri="{FF2B5EF4-FFF2-40B4-BE49-F238E27FC236}">
                  <a16:creationId xmlns:a16="http://schemas.microsoft.com/office/drawing/2014/main" id="{5C8025FB-0237-6143-09BB-96050B41E40F}"/>
                </a:ext>
              </a:extLst>
            </p:cNvPr>
            <p:cNvSpPr/>
            <p:nvPr/>
          </p:nvSpPr>
          <p:spPr>
            <a:xfrm>
              <a:off x="10044527" y="2430179"/>
              <a:ext cx="683326" cy="540000"/>
            </a:xfrm>
            <a:prstGeom prst="ellipse">
              <a:avLst/>
            </a:prstGeom>
            <a:solidFill>
              <a:srgbClr val="14596B"/>
            </a:solidFill>
            <a:ln w="25400" cap="flat" cmpd="sng" algn="ctr">
              <a:solidFill>
                <a:srgbClr val="FFFFFF"/>
              </a:solidFill>
              <a:prstDash val="solid"/>
              <a:miter lim="800000"/>
            </a:ln>
            <a:effectLst/>
          </p:spPr>
          <p:txBody>
            <a:bodyPr lIns="0" tIns="0" rIns="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0" b="1" i="0" u="none" strike="noStrike" kern="0" cap="none" spc="0" normalizeH="0" baseline="0" noProof="0">
                  <a:ln>
                    <a:noFill/>
                  </a:ln>
                  <a:solidFill>
                    <a:srgbClr val="FFFFFF"/>
                  </a:solidFill>
                  <a:effectLst/>
                  <a:uLnTx/>
                  <a:uFillTx/>
                  <a:latin typeface="Ubuntu"/>
                  <a:ea typeface="Lato" panose="020F0502020204030203" pitchFamily="34" charset="0"/>
                  <a:cs typeface="Lato" panose="020F0502020204030203" pitchFamily="34" charset="0"/>
                </a:rPr>
                <a:t>5</a:t>
              </a:r>
            </a:p>
          </p:txBody>
        </p:sp>
      </p:grpSp>
      <p:grpSp>
        <p:nvGrpSpPr>
          <p:cNvPr id="33" name="Group 32">
            <a:extLst>
              <a:ext uri="{FF2B5EF4-FFF2-40B4-BE49-F238E27FC236}">
                <a16:creationId xmlns:a16="http://schemas.microsoft.com/office/drawing/2014/main" id="{BF4B49B4-615C-ED2B-B17C-CDC48290FF84}"/>
              </a:ext>
            </a:extLst>
          </p:cNvPr>
          <p:cNvGrpSpPr/>
          <p:nvPr/>
        </p:nvGrpSpPr>
        <p:grpSpPr>
          <a:xfrm>
            <a:off x="2728197" y="2350017"/>
            <a:ext cx="2171732" cy="3052538"/>
            <a:chOff x="3278522" y="2350017"/>
            <a:chExt cx="2670453" cy="3052538"/>
          </a:xfrm>
        </p:grpSpPr>
        <p:sp>
          <p:nvSpPr>
            <p:cNvPr id="34" name="Rectangle 33">
              <a:extLst>
                <a:ext uri="{FF2B5EF4-FFF2-40B4-BE49-F238E27FC236}">
                  <a16:creationId xmlns:a16="http://schemas.microsoft.com/office/drawing/2014/main" id="{A0E90197-02D7-E47C-A846-61E7F0BEB456}"/>
                </a:ext>
              </a:extLst>
            </p:cNvPr>
            <p:cNvSpPr/>
            <p:nvPr/>
          </p:nvSpPr>
          <p:spPr>
            <a:xfrm>
              <a:off x="3278522" y="2650071"/>
              <a:ext cx="2670453" cy="2752484"/>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srgbClr val="FFFFFF"/>
                </a:solidFill>
                <a:effectLst/>
                <a:uLnTx/>
                <a:uFillTx/>
                <a:latin typeface="Ubuntu"/>
                <a:ea typeface="+mn-ea"/>
                <a:cs typeface="+mn-cs"/>
              </a:endParaRPr>
            </a:p>
          </p:txBody>
        </p:sp>
        <p:sp>
          <p:nvSpPr>
            <p:cNvPr id="35" name="Rectangle : avec coins arrondis en diagonale 86">
              <a:extLst>
                <a:ext uri="{FF2B5EF4-FFF2-40B4-BE49-F238E27FC236}">
                  <a16:creationId xmlns:a16="http://schemas.microsoft.com/office/drawing/2014/main" id="{B89001AF-A03D-7A60-0BD8-8A654CB34B2A}"/>
                </a:ext>
              </a:extLst>
            </p:cNvPr>
            <p:cNvSpPr/>
            <p:nvPr/>
          </p:nvSpPr>
          <p:spPr>
            <a:xfrm>
              <a:off x="3317748" y="2350017"/>
              <a:ext cx="2592000" cy="1749387"/>
            </a:xfrm>
            <a:prstGeom prst="round2DiagRect">
              <a:avLst>
                <a:gd name="adj1" fmla="val 6542"/>
                <a:gd name="adj2" fmla="val 5359"/>
              </a:avLst>
            </a:prstGeom>
            <a:noFill/>
            <a:ln w="12700" cap="flat" cmpd="sng" algn="ctr">
              <a:noFill/>
              <a:prstDash val="solid"/>
              <a:miter lim="800000"/>
            </a:ln>
            <a:effectLst/>
          </p:spPr>
          <p:txBody>
            <a:bodyPr lIns="36000" tIns="180000" rIns="36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1" i="0" u="none" strike="noStrike" kern="0" cap="none" spc="0" normalizeH="0" baseline="0" noProof="0">
                <a:ln>
                  <a:noFill/>
                </a:ln>
                <a:solidFill>
                  <a:srgbClr val="12ABDB"/>
                </a:solidFill>
                <a:effectLst/>
                <a:uLnTx/>
                <a:uFillTx/>
                <a:latin typeface="Ubuntu"/>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1" i="0" u="none" strike="noStrike" kern="0" cap="none" spc="0" normalizeH="0" baseline="0" noProof="0">
                <a:ln>
                  <a:noFill/>
                </a:ln>
                <a:solidFill>
                  <a:srgbClr val="12ABDB"/>
                </a:solidFill>
                <a:effectLst/>
                <a:uLnTx/>
                <a:uFillTx/>
                <a:latin typeface="Ubuntu"/>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500" b="1" i="0" u="none" strike="noStrike" kern="0" cap="none" spc="0" normalizeH="0" baseline="0" noProof="0">
                  <a:ln>
                    <a:noFill/>
                  </a:ln>
                  <a:solidFill>
                    <a:srgbClr val="12ABDB"/>
                  </a:solidFill>
                  <a:effectLst/>
                  <a:uLnTx/>
                  <a:uFillTx/>
                  <a:latin typeface="Ubuntu"/>
                  <a:ea typeface="+mn-ea"/>
                  <a:cs typeface="+mn-cs"/>
                </a:rPr>
                <a:t>SMART FORECASTING AND INTEGRATED BUSINESS PLANNING</a:t>
              </a:r>
            </a:p>
          </p:txBody>
        </p:sp>
        <p:sp>
          <p:nvSpPr>
            <p:cNvPr id="36" name="ZoneTexte 87">
              <a:extLst>
                <a:ext uri="{FF2B5EF4-FFF2-40B4-BE49-F238E27FC236}">
                  <a16:creationId xmlns:a16="http://schemas.microsoft.com/office/drawing/2014/main" id="{AAE393D2-1E91-9FA0-200F-3828A7EE881B}"/>
                </a:ext>
              </a:extLst>
            </p:cNvPr>
            <p:cNvSpPr txBox="1"/>
            <p:nvPr/>
          </p:nvSpPr>
          <p:spPr>
            <a:xfrm>
              <a:off x="3334134" y="4045048"/>
              <a:ext cx="2592000" cy="103608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050" b="0" i="1" u="none" strike="noStrike" kern="0" cap="none" spc="0" normalizeH="0" baseline="0" noProof="0">
                  <a:ln>
                    <a:noFill/>
                  </a:ln>
                  <a:solidFill>
                    <a:prstClr val="black"/>
                  </a:solidFill>
                  <a:effectLst/>
                  <a:uLnTx/>
                  <a:uFillTx/>
                </a:rPr>
                <a:t>Design, build and deploy smart forecasting and integrated business planning to better anticipate customer demand while optimizing service, stock levels and enterprise performance management</a:t>
              </a:r>
            </a:p>
          </p:txBody>
        </p:sp>
        <p:sp>
          <p:nvSpPr>
            <p:cNvPr id="344" name="Oval 34">
              <a:extLst>
                <a:ext uri="{FF2B5EF4-FFF2-40B4-BE49-F238E27FC236}">
                  <a16:creationId xmlns:a16="http://schemas.microsoft.com/office/drawing/2014/main" id="{90022001-7F0E-B4D4-4DF6-DC89B7849125}"/>
                </a:ext>
              </a:extLst>
            </p:cNvPr>
            <p:cNvSpPr/>
            <p:nvPr/>
          </p:nvSpPr>
          <p:spPr>
            <a:xfrm>
              <a:off x="4260308" y="2430179"/>
              <a:ext cx="664007" cy="540000"/>
            </a:xfrm>
            <a:prstGeom prst="ellipse">
              <a:avLst/>
            </a:prstGeom>
            <a:solidFill>
              <a:srgbClr val="12ABDB"/>
            </a:solidFill>
            <a:ln w="25400" cap="flat" cmpd="sng" algn="ctr">
              <a:solidFill>
                <a:srgbClr val="FFFFFF"/>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3600" b="1" i="0" u="none" strike="noStrike" kern="0" cap="none" spc="0" normalizeH="0" baseline="0" noProof="0">
                  <a:ln>
                    <a:noFill/>
                  </a:ln>
                  <a:solidFill>
                    <a:srgbClr val="FFFFFF"/>
                  </a:solidFill>
                  <a:effectLst/>
                  <a:uLnTx/>
                  <a:uFillTx/>
                  <a:latin typeface="Ubuntu"/>
                  <a:ea typeface="Lato" panose="020F0502020204030203" pitchFamily="34" charset="0"/>
                  <a:cs typeface="Lato" panose="020F0502020204030203" pitchFamily="34" charset="0"/>
                </a:rPr>
                <a:t>2</a:t>
              </a:r>
            </a:p>
          </p:txBody>
        </p:sp>
      </p:grpSp>
      <p:grpSp>
        <p:nvGrpSpPr>
          <p:cNvPr id="345" name="Group 344">
            <a:extLst>
              <a:ext uri="{FF2B5EF4-FFF2-40B4-BE49-F238E27FC236}">
                <a16:creationId xmlns:a16="http://schemas.microsoft.com/office/drawing/2014/main" id="{7FBEC228-9C68-8680-CCCE-49D0E88149D5}"/>
              </a:ext>
            </a:extLst>
          </p:cNvPr>
          <p:cNvGrpSpPr/>
          <p:nvPr/>
        </p:nvGrpSpPr>
        <p:grpSpPr>
          <a:xfrm>
            <a:off x="5060518" y="2345885"/>
            <a:ext cx="2107931" cy="3056670"/>
            <a:chOff x="6092630" y="2345885"/>
            <a:chExt cx="2775701" cy="3056670"/>
          </a:xfrm>
        </p:grpSpPr>
        <p:sp>
          <p:nvSpPr>
            <p:cNvPr id="346" name="Rectangle 345">
              <a:extLst>
                <a:ext uri="{FF2B5EF4-FFF2-40B4-BE49-F238E27FC236}">
                  <a16:creationId xmlns:a16="http://schemas.microsoft.com/office/drawing/2014/main" id="{A9F2CAFC-F89A-F984-4B6D-834D7CBBFE1B}"/>
                </a:ext>
              </a:extLst>
            </p:cNvPr>
            <p:cNvSpPr/>
            <p:nvPr/>
          </p:nvSpPr>
          <p:spPr>
            <a:xfrm>
              <a:off x="6141423" y="2650071"/>
              <a:ext cx="2670453" cy="2752484"/>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srgbClr val="FFFFFF"/>
                </a:solidFill>
                <a:effectLst/>
                <a:uLnTx/>
                <a:uFillTx/>
                <a:latin typeface="Ubuntu"/>
                <a:ea typeface="+mn-ea"/>
                <a:cs typeface="+mn-cs"/>
              </a:endParaRPr>
            </a:p>
          </p:txBody>
        </p:sp>
        <p:sp>
          <p:nvSpPr>
            <p:cNvPr id="347" name="Rectangle : avec coins arrondis en diagonale 88">
              <a:extLst>
                <a:ext uri="{FF2B5EF4-FFF2-40B4-BE49-F238E27FC236}">
                  <a16:creationId xmlns:a16="http://schemas.microsoft.com/office/drawing/2014/main" id="{8ED4A3EB-6746-F7B3-86A8-ED0B8BD4A4B5}"/>
                </a:ext>
              </a:extLst>
            </p:cNvPr>
            <p:cNvSpPr/>
            <p:nvPr/>
          </p:nvSpPr>
          <p:spPr>
            <a:xfrm>
              <a:off x="6092630" y="2345885"/>
              <a:ext cx="2775701" cy="1749387"/>
            </a:xfrm>
            <a:prstGeom prst="round2DiagRect">
              <a:avLst>
                <a:gd name="adj1" fmla="val 7240"/>
                <a:gd name="adj2" fmla="val 5359"/>
              </a:avLst>
            </a:prstGeom>
            <a:noFill/>
            <a:ln w="12700" cap="flat" cmpd="sng" algn="ctr">
              <a:noFill/>
              <a:prstDash val="solid"/>
              <a:miter lim="800000"/>
            </a:ln>
            <a:effectLst/>
          </p:spPr>
          <p:txBody>
            <a:bodyPr lIns="36000" tIns="180000" rIns="36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1" i="0" u="none" strike="noStrike" kern="0" cap="none" spc="0" normalizeH="0" baseline="0" noProof="0">
                <a:ln>
                  <a:noFill/>
                </a:ln>
                <a:solidFill>
                  <a:srgbClr val="0F878A"/>
                </a:solidFill>
                <a:effectLst/>
                <a:uLnTx/>
                <a:uFillTx/>
                <a:latin typeface="Ubuntu"/>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1" i="0" u="none" strike="noStrike" kern="0" cap="none" spc="0" normalizeH="0" baseline="0" noProof="0">
                <a:ln>
                  <a:noFill/>
                </a:ln>
                <a:solidFill>
                  <a:srgbClr val="0F878A"/>
                </a:solidFill>
                <a:effectLst/>
                <a:uLnTx/>
                <a:uFillTx/>
                <a:latin typeface="Ubuntu"/>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500" b="1" i="0" u="none" strike="noStrike" kern="0" cap="none" spc="0" normalizeH="0" baseline="0" noProof="0">
                  <a:ln>
                    <a:noFill/>
                  </a:ln>
                  <a:solidFill>
                    <a:srgbClr val="00BFBF"/>
                  </a:solidFill>
                  <a:effectLst/>
                  <a:uLnTx/>
                  <a:uFillTx/>
                  <a:latin typeface="Ubuntu"/>
                  <a:ea typeface="+mn-ea"/>
                  <a:cs typeface="+mn-cs"/>
                </a:rPr>
                <a:t>360° SOURCING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500" b="1" i="0" u="none" strike="noStrike" kern="0" cap="none" spc="0" normalizeH="0" baseline="0" noProof="0">
                  <a:ln>
                    <a:noFill/>
                  </a:ln>
                  <a:solidFill>
                    <a:srgbClr val="00BFBF"/>
                  </a:solidFill>
                  <a:effectLst/>
                  <a:uLnTx/>
                  <a:uFillTx/>
                  <a:latin typeface="Ubuntu"/>
                  <a:ea typeface="+mn-ea"/>
                  <a:cs typeface="+mn-cs"/>
                </a:rPr>
                <a:t>ANALYSIS AND SUPPLIER COLLABORATION</a:t>
              </a:r>
            </a:p>
          </p:txBody>
        </p:sp>
        <p:sp>
          <p:nvSpPr>
            <p:cNvPr id="348" name="ZoneTexte 89">
              <a:extLst>
                <a:ext uri="{FF2B5EF4-FFF2-40B4-BE49-F238E27FC236}">
                  <a16:creationId xmlns:a16="http://schemas.microsoft.com/office/drawing/2014/main" id="{908F5770-83DA-27CA-D779-4C0E41A4D5DC}"/>
                </a:ext>
              </a:extLst>
            </p:cNvPr>
            <p:cNvSpPr txBox="1"/>
            <p:nvPr/>
          </p:nvSpPr>
          <p:spPr>
            <a:xfrm>
              <a:off x="6194651" y="4045048"/>
              <a:ext cx="2592000" cy="87842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050" b="0" i="1" u="none" strike="noStrike" kern="0" cap="none" spc="0" normalizeH="0" baseline="0" noProof="0">
                  <a:ln>
                    <a:noFill/>
                  </a:ln>
                  <a:solidFill>
                    <a:prstClr val="black"/>
                  </a:solidFill>
                  <a:effectLst/>
                  <a:uLnTx/>
                  <a:uFillTx/>
                </a:rPr>
                <a:t>Design, build and deploy supplier scorecards - resilience, performance and sustainability - and collaborative platforms to constantly improve overall supplier effectiveness </a:t>
              </a:r>
            </a:p>
          </p:txBody>
        </p:sp>
        <p:sp>
          <p:nvSpPr>
            <p:cNvPr id="349" name="Oval 7">
              <a:extLst>
                <a:ext uri="{FF2B5EF4-FFF2-40B4-BE49-F238E27FC236}">
                  <a16:creationId xmlns:a16="http://schemas.microsoft.com/office/drawing/2014/main" id="{70463EC6-4039-F885-58E2-145802F02241}"/>
                </a:ext>
              </a:extLst>
            </p:cNvPr>
            <p:cNvSpPr/>
            <p:nvPr/>
          </p:nvSpPr>
          <p:spPr>
            <a:xfrm>
              <a:off x="7135118" y="2448093"/>
              <a:ext cx="711066" cy="540000"/>
            </a:xfrm>
            <a:prstGeom prst="ellipse">
              <a:avLst/>
            </a:prstGeom>
            <a:solidFill>
              <a:srgbClr val="00BFBF"/>
            </a:solidFill>
            <a:ln w="25400" cap="flat" cmpd="sng" algn="ctr">
              <a:solidFill>
                <a:srgbClr val="FFFFFF"/>
              </a:solidFill>
              <a:prstDash val="solid"/>
              <a:miter lim="800000"/>
            </a:ln>
            <a:effectLst/>
          </p:spPr>
          <p:txBody>
            <a:bodyPr lIns="36000" tIns="0" rIns="3600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0" b="1" i="0" u="none" strike="noStrike" kern="0" cap="none" spc="0" normalizeH="0" baseline="0" noProof="0">
                  <a:ln>
                    <a:noFill/>
                  </a:ln>
                  <a:solidFill>
                    <a:srgbClr val="FFFFFF"/>
                  </a:solidFill>
                  <a:effectLst/>
                  <a:uLnTx/>
                  <a:uFillTx/>
                  <a:latin typeface="Ubuntu"/>
                  <a:ea typeface="Lato" panose="020F0502020204030203" pitchFamily="34" charset="0"/>
                  <a:cs typeface="Lato" panose="020F0502020204030203" pitchFamily="34" charset="0"/>
                </a:rPr>
                <a:t>3</a:t>
              </a:r>
            </a:p>
          </p:txBody>
        </p:sp>
      </p:grpSp>
      <p:sp>
        <p:nvSpPr>
          <p:cNvPr id="350" name="Ellipse 32">
            <a:extLst>
              <a:ext uri="{FF2B5EF4-FFF2-40B4-BE49-F238E27FC236}">
                <a16:creationId xmlns:a16="http://schemas.microsoft.com/office/drawing/2014/main" id="{0E1D5B3D-5277-5875-6F93-6E0124BB75E9}"/>
              </a:ext>
            </a:extLst>
          </p:cNvPr>
          <p:cNvSpPr/>
          <p:nvPr/>
        </p:nvSpPr>
        <p:spPr>
          <a:xfrm>
            <a:off x="397885" y="5765230"/>
            <a:ext cx="669600" cy="653368"/>
          </a:xfrm>
          <a:prstGeom prst="ellipse">
            <a:avLst/>
          </a:prstGeom>
          <a:solidFill>
            <a:srgbClr val="00BFBF"/>
          </a:solidFill>
          <a:ln w="28575"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3600" b="1" i="0" u="none" strike="noStrike" kern="0" cap="none" spc="0" normalizeH="0" baseline="0" noProof="0">
                <a:ln>
                  <a:noFill/>
                </a:ln>
                <a:solidFill>
                  <a:srgbClr val="FFFFFF"/>
                </a:solidFill>
                <a:effectLst/>
                <a:uLnTx/>
                <a:uFillTx/>
                <a:latin typeface="Ubuntu"/>
                <a:ea typeface="+mn-ea"/>
                <a:cs typeface="+mn-cs"/>
              </a:rPr>
              <a:t>6</a:t>
            </a:r>
          </a:p>
        </p:txBody>
      </p:sp>
      <p:sp>
        <p:nvSpPr>
          <p:cNvPr id="351" name="Ellipse 72">
            <a:extLst>
              <a:ext uri="{FF2B5EF4-FFF2-40B4-BE49-F238E27FC236}">
                <a16:creationId xmlns:a16="http://schemas.microsoft.com/office/drawing/2014/main" id="{46D0446D-0C0B-CB68-D68E-FDD76F482E05}"/>
              </a:ext>
            </a:extLst>
          </p:cNvPr>
          <p:cNvSpPr/>
          <p:nvPr/>
        </p:nvSpPr>
        <p:spPr>
          <a:xfrm>
            <a:off x="468283" y="1358168"/>
            <a:ext cx="669600" cy="653368"/>
          </a:xfrm>
          <a:prstGeom prst="ellipse">
            <a:avLst/>
          </a:prstGeom>
          <a:solidFill>
            <a:srgbClr val="33B569"/>
          </a:solidFill>
          <a:ln w="28575"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3600" b="1" i="0" u="none" strike="noStrike" kern="0" cap="none" spc="0" normalizeH="0" baseline="0" noProof="0">
                <a:ln>
                  <a:noFill/>
                </a:ln>
                <a:solidFill>
                  <a:srgbClr val="FFFFFF"/>
                </a:solidFill>
                <a:effectLst/>
                <a:uLnTx/>
                <a:uFillTx/>
                <a:latin typeface="Ubuntu"/>
                <a:ea typeface="+mn-ea"/>
                <a:cs typeface="+mn-cs"/>
              </a:rPr>
              <a:t>7</a:t>
            </a:r>
          </a:p>
        </p:txBody>
      </p:sp>
      <p:pic>
        <p:nvPicPr>
          <p:cNvPr id="352" name="Image 111">
            <a:extLst>
              <a:ext uri="{FF2B5EF4-FFF2-40B4-BE49-F238E27FC236}">
                <a16:creationId xmlns:a16="http://schemas.microsoft.com/office/drawing/2014/main" id="{54685BCA-1AE6-672F-A35D-4261E1AF60E6}"/>
              </a:ext>
            </a:extLst>
          </p:cNvPr>
          <p:cNvPicPr>
            <a:picLocks noChangeAspect="1"/>
          </p:cNvPicPr>
          <p:nvPr/>
        </p:nvPicPr>
        <p:blipFill rotWithShape="1">
          <a:blip r:embed="rId4"/>
          <a:srcRect/>
          <a:stretch/>
        </p:blipFill>
        <p:spPr>
          <a:xfrm>
            <a:off x="5934965" y="5490230"/>
            <a:ext cx="165600" cy="207880"/>
          </a:xfrm>
          <a:prstGeom prst="rect">
            <a:avLst/>
          </a:prstGeom>
        </p:spPr>
      </p:pic>
      <p:pic>
        <p:nvPicPr>
          <p:cNvPr id="353" name="Image 112">
            <a:extLst>
              <a:ext uri="{FF2B5EF4-FFF2-40B4-BE49-F238E27FC236}">
                <a16:creationId xmlns:a16="http://schemas.microsoft.com/office/drawing/2014/main" id="{DD0385DF-B39C-15DC-4C6E-54B7B31E8A5B}"/>
              </a:ext>
            </a:extLst>
          </p:cNvPr>
          <p:cNvPicPr>
            <a:picLocks noChangeAspect="1"/>
          </p:cNvPicPr>
          <p:nvPr/>
        </p:nvPicPr>
        <p:blipFill rotWithShape="1">
          <a:blip r:embed="rId4"/>
          <a:srcRect/>
          <a:stretch/>
        </p:blipFill>
        <p:spPr>
          <a:xfrm>
            <a:off x="3071099" y="5494202"/>
            <a:ext cx="165600" cy="207880"/>
          </a:xfrm>
          <a:prstGeom prst="rect">
            <a:avLst/>
          </a:prstGeom>
        </p:spPr>
      </p:pic>
      <p:pic>
        <p:nvPicPr>
          <p:cNvPr id="354" name="Image 113">
            <a:extLst>
              <a:ext uri="{FF2B5EF4-FFF2-40B4-BE49-F238E27FC236}">
                <a16:creationId xmlns:a16="http://schemas.microsoft.com/office/drawing/2014/main" id="{2CD36DA6-8B25-8405-04B3-59256391477B}"/>
              </a:ext>
            </a:extLst>
          </p:cNvPr>
          <p:cNvPicPr>
            <a:picLocks noChangeAspect="1"/>
          </p:cNvPicPr>
          <p:nvPr/>
        </p:nvPicPr>
        <p:blipFill rotWithShape="1">
          <a:blip r:embed="rId4"/>
          <a:srcRect/>
          <a:stretch/>
        </p:blipFill>
        <p:spPr>
          <a:xfrm>
            <a:off x="8845167" y="5493753"/>
            <a:ext cx="165600" cy="207880"/>
          </a:xfrm>
          <a:prstGeom prst="rect">
            <a:avLst/>
          </a:prstGeom>
        </p:spPr>
      </p:pic>
      <p:sp>
        <p:nvSpPr>
          <p:cNvPr id="355" name="Rectangle : avec coins arrondis en diagonale 114">
            <a:extLst>
              <a:ext uri="{FF2B5EF4-FFF2-40B4-BE49-F238E27FC236}">
                <a16:creationId xmlns:a16="http://schemas.microsoft.com/office/drawing/2014/main" id="{409E641A-B05A-34CF-86C9-25E26020908D}"/>
              </a:ext>
            </a:extLst>
          </p:cNvPr>
          <p:cNvSpPr/>
          <p:nvPr/>
        </p:nvSpPr>
        <p:spPr>
          <a:xfrm>
            <a:off x="1138897" y="5666079"/>
            <a:ext cx="2070716" cy="825250"/>
          </a:xfrm>
          <a:prstGeom prst="round2DiagRect">
            <a:avLst>
              <a:gd name="adj1" fmla="val 11138"/>
              <a:gd name="adj2" fmla="val 12642"/>
            </a:avLst>
          </a:prstGeom>
          <a:noFill/>
          <a:ln w="12700" cap="flat" cmpd="sng" algn="ctr">
            <a:noFill/>
            <a:prstDash val="solid"/>
            <a:miter lim="800000"/>
          </a:ln>
          <a:effectLst/>
        </p:spPr>
        <p:txBody>
          <a:bodyPr tIns="108000" rtlCol="0" anchor="ctr"/>
          <a:lstStyle/>
          <a:p>
            <a:pPr marL="0" marR="0" lvl="0" indent="0" defTabSz="901700" eaLnBrk="1" fontAlgn="auto" latinLnBrk="0" hangingPunct="1">
              <a:lnSpc>
                <a:spcPct val="100000"/>
              </a:lnSpc>
              <a:spcBef>
                <a:spcPts val="0"/>
              </a:spcBef>
              <a:spcAft>
                <a:spcPts val="0"/>
              </a:spcAft>
              <a:buClrTx/>
              <a:buSzTx/>
              <a:buFontTx/>
              <a:buNone/>
              <a:tabLst/>
              <a:defRPr/>
            </a:pPr>
            <a:r>
              <a:rPr kumimoji="0" lang="en-AU" sz="1500" b="1" i="0" u="none" strike="noStrike" kern="0" cap="none" spc="0" normalizeH="0" baseline="0" noProof="0">
                <a:ln>
                  <a:noFill/>
                </a:ln>
                <a:solidFill>
                  <a:srgbClr val="00BFBF"/>
                </a:solidFill>
                <a:effectLst/>
                <a:uLnTx/>
                <a:uFillTx/>
                <a:latin typeface="Ubuntu"/>
                <a:ea typeface="+mn-ea"/>
                <a:cs typeface="+mn-cs"/>
              </a:rPr>
              <a:t>SUPPLY CHAIN AS A SERVICE</a:t>
            </a:r>
          </a:p>
        </p:txBody>
      </p:sp>
      <p:pic>
        <p:nvPicPr>
          <p:cNvPr id="356" name="Image 61">
            <a:extLst>
              <a:ext uri="{FF2B5EF4-FFF2-40B4-BE49-F238E27FC236}">
                <a16:creationId xmlns:a16="http://schemas.microsoft.com/office/drawing/2014/main" id="{2615F5A3-852E-3BBA-80F3-AF299A596EF1}"/>
              </a:ext>
            </a:extLst>
          </p:cNvPr>
          <p:cNvPicPr>
            <a:picLocks noChangeAspect="1"/>
          </p:cNvPicPr>
          <p:nvPr/>
        </p:nvPicPr>
        <p:blipFill rotWithShape="1">
          <a:blip r:embed="rId5"/>
          <a:srcRect l="68646"/>
          <a:stretch/>
        </p:blipFill>
        <p:spPr>
          <a:xfrm>
            <a:off x="2612300" y="5509564"/>
            <a:ext cx="118513" cy="202257"/>
          </a:xfrm>
          <a:prstGeom prst="rect">
            <a:avLst/>
          </a:prstGeom>
        </p:spPr>
      </p:pic>
      <p:pic>
        <p:nvPicPr>
          <p:cNvPr id="357" name="Image 62">
            <a:extLst>
              <a:ext uri="{FF2B5EF4-FFF2-40B4-BE49-F238E27FC236}">
                <a16:creationId xmlns:a16="http://schemas.microsoft.com/office/drawing/2014/main" id="{1126D74B-8FAB-FC2F-4417-37E70886BCFA}"/>
              </a:ext>
            </a:extLst>
          </p:cNvPr>
          <p:cNvPicPr>
            <a:picLocks noChangeAspect="1"/>
          </p:cNvPicPr>
          <p:nvPr/>
        </p:nvPicPr>
        <p:blipFill rotWithShape="1">
          <a:blip r:embed="rId5"/>
          <a:srcRect l="68646"/>
          <a:stretch/>
        </p:blipFill>
        <p:spPr>
          <a:xfrm>
            <a:off x="5974118" y="5499890"/>
            <a:ext cx="118513" cy="202257"/>
          </a:xfrm>
          <a:prstGeom prst="rect">
            <a:avLst/>
          </a:prstGeom>
        </p:spPr>
      </p:pic>
      <p:grpSp>
        <p:nvGrpSpPr>
          <p:cNvPr id="358" name="Group 357">
            <a:extLst>
              <a:ext uri="{FF2B5EF4-FFF2-40B4-BE49-F238E27FC236}">
                <a16:creationId xmlns:a16="http://schemas.microsoft.com/office/drawing/2014/main" id="{DF27AEA7-D7B9-7B89-6FEE-0BF7289F5EA5}"/>
              </a:ext>
            </a:extLst>
          </p:cNvPr>
          <p:cNvGrpSpPr/>
          <p:nvPr/>
        </p:nvGrpSpPr>
        <p:grpSpPr>
          <a:xfrm>
            <a:off x="7329038" y="2360770"/>
            <a:ext cx="2107931" cy="3056670"/>
            <a:chOff x="6092630" y="2345885"/>
            <a:chExt cx="2775701" cy="3056670"/>
          </a:xfrm>
        </p:grpSpPr>
        <p:sp>
          <p:nvSpPr>
            <p:cNvPr id="359" name="Rectangle 358">
              <a:extLst>
                <a:ext uri="{FF2B5EF4-FFF2-40B4-BE49-F238E27FC236}">
                  <a16:creationId xmlns:a16="http://schemas.microsoft.com/office/drawing/2014/main" id="{F9B23B60-F6B2-2F3F-5C25-089B6614A660}"/>
                </a:ext>
              </a:extLst>
            </p:cNvPr>
            <p:cNvSpPr/>
            <p:nvPr/>
          </p:nvSpPr>
          <p:spPr>
            <a:xfrm>
              <a:off x="6141423" y="2650071"/>
              <a:ext cx="2670453" cy="2752484"/>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srgbClr val="FFFFFF"/>
                </a:solidFill>
                <a:effectLst/>
                <a:uLnTx/>
                <a:uFillTx/>
                <a:latin typeface="Ubuntu"/>
                <a:ea typeface="+mn-ea"/>
                <a:cs typeface="+mn-cs"/>
              </a:endParaRPr>
            </a:p>
          </p:txBody>
        </p:sp>
        <p:sp>
          <p:nvSpPr>
            <p:cNvPr id="360" name="Rectangle : avec coins arrondis en diagonale 88">
              <a:extLst>
                <a:ext uri="{FF2B5EF4-FFF2-40B4-BE49-F238E27FC236}">
                  <a16:creationId xmlns:a16="http://schemas.microsoft.com/office/drawing/2014/main" id="{CE51594C-6357-82AF-D6F2-9504AB4FD494}"/>
                </a:ext>
              </a:extLst>
            </p:cNvPr>
            <p:cNvSpPr/>
            <p:nvPr/>
          </p:nvSpPr>
          <p:spPr>
            <a:xfrm>
              <a:off x="6092630" y="2345885"/>
              <a:ext cx="2775701" cy="1749387"/>
            </a:xfrm>
            <a:prstGeom prst="round2DiagRect">
              <a:avLst>
                <a:gd name="adj1" fmla="val 7240"/>
                <a:gd name="adj2" fmla="val 5359"/>
              </a:avLst>
            </a:prstGeom>
            <a:noFill/>
            <a:ln w="12700" cap="flat" cmpd="sng" algn="ctr">
              <a:noFill/>
              <a:prstDash val="solid"/>
              <a:miter lim="800000"/>
            </a:ln>
            <a:effectLst/>
          </p:spPr>
          <p:txBody>
            <a:bodyPr lIns="36000" tIns="180000" rIns="36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1" i="0" u="none" strike="noStrike" kern="0" cap="none" spc="0" normalizeH="0" baseline="0" noProof="0">
                <a:ln>
                  <a:noFill/>
                </a:ln>
                <a:solidFill>
                  <a:srgbClr val="0F878A"/>
                </a:solidFill>
                <a:effectLst/>
                <a:uLnTx/>
                <a:uFillTx/>
                <a:latin typeface="Ubuntu"/>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600" b="1" i="0" u="none" strike="noStrike" kern="0" cap="none" spc="0" normalizeH="0" baseline="0" noProof="0">
                <a:ln>
                  <a:noFill/>
                </a:ln>
                <a:solidFill>
                  <a:srgbClr val="0F878A"/>
                </a:solidFill>
                <a:effectLst/>
                <a:uLnTx/>
                <a:uFillTx/>
                <a:latin typeface="Ubuntu"/>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500" b="1" i="0" u="none" strike="noStrike" kern="0" cap="none" spc="0" normalizeH="0" baseline="0" noProof="0">
                  <a:ln>
                    <a:noFill/>
                  </a:ln>
                  <a:solidFill>
                    <a:srgbClr val="0F878A"/>
                  </a:solidFill>
                  <a:effectLst/>
                  <a:uLnTx/>
                  <a:uFillTx/>
                  <a:latin typeface="Ubuntu"/>
                  <a:ea typeface="+mn-ea"/>
                  <a:cs typeface="+mn-cs"/>
                </a:rPr>
                <a:t>SMART MANUFACTURING AND DISTRIBUTION CENTERS</a:t>
              </a:r>
            </a:p>
          </p:txBody>
        </p:sp>
        <p:sp>
          <p:nvSpPr>
            <p:cNvPr id="361" name="ZoneTexte 89">
              <a:extLst>
                <a:ext uri="{FF2B5EF4-FFF2-40B4-BE49-F238E27FC236}">
                  <a16:creationId xmlns:a16="http://schemas.microsoft.com/office/drawing/2014/main" id="{3D378104-EC93-2AEC-4472-FAD43743C8D3}"/>
                </a:ext>
              </a:extLst>
            </p:cNvPr>
            <p:cNvSpPr txBox="1"/>
            <p:nvPr/>
          </p:nvSpPr>
          <p:spPr>
            <a:xfrm>
              <a:off x="6194651" y="4045048"/>
              <a:ext cx="2592000" cy="106182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050" b="0" i="1" u="none" strike="noStrike" kern="0" cap="none" spc="0" normalizeH="0" baseline="0" noProof="0">
                  <a:ln>
                    <a:noFill/>
                  </a:ln>
                  <a:solidFill>
                    <a:prstClr val="black"/>
                  </a:solidFill>
                  <a:effectLst/>
                  <a:uLnTx/>
                  <a:uFillTx/>
                </a:rPr>
                <a:t>Design, build and deploy smart factory  &amp; warehouse solutions to increase throughput, improve productivity and  reduce direct &amp; overhead operations costs</a:t>
              </a:r>
            </a:p>
          </p:txBody>
        </p:sp>
        <p:sp>
          <p:nvSpPr>
            <p:cNvPr id="362" name="Oval 7">
              <a:extLst>
                <a:ext uri="{FF2B5EF4-FFF2-40B4-BE49-F238E27FC236}">
                  <a16:creationId xmlns:a16="http://schemas.microsoft.com/office/drawing/2014/main" id="{2DB66145-AA03-EDEA-8A0A-CFEAAFA4ACD4}"/>
                </a:ext>
              </a:extLst>
            </p:cNvPr>
            <p:cNvSpPr/>
            <p:nvPr/>
          </p:nvSpPr>
          <p:spPr>
            <a:xfrm>
              <a:off x="7135118" y="2448093"/>
              <a:ext cx="711066" cy="540000"/>
            </a:xfrm>
            <a:prstGeom prst="ellipse">
              <a:avLst/>
            </a:prstGeom>
            <a:solidFill>
              <a:srgbClr val="0F878A"/>
            </a:solidFill>
            <a:ln w="25400" cap="flat" cmpd="sng" algn="ctr">
              <a:solidFill>
                <a:srgbClr val="FFFFFF"/>
              </a:solidFill>
              <a:prstDash val="solid"/>
              <a:miter lim="800000"/>
            </a:ln>
            <a:effectLst/>
          </p:spPr>
          <p:txBody>
            <a:bodyPr lIns="36000" tIns="0" rIns="3600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0" b="1" i="0" u="none" strike="noStrike" kern="0" cap="none" spc="0" normalizeH="0" baseline="0" noProof="0">
                  <a:ln>
                    <a:noFill/>
                  </a:ln>
                  <a:solidFill>
                    <a:srgbClr val="FFFFFF"/>
                  </a:solidFill>
                  <a:effectLst/>
                  <a:uLnTx/>
                  <a:uFillTx/>
                  <a:latin typeface="Ubuntu"/>
                  <a:ea typeface="Lato" panose="020F0502020204030203" pitchFamily="34" charset="0"/>
                  <a:cs typeface="Lato" panose="020F0502020204030203" pitchFamily="34" charset="0"/>
                </a:rPr>
                <a:t>4</a:t>
              </a:r>
            </a:p>
          </p:txBody>
        </p:sp>
      </p:grpSp>
      <p:grpSp>
        <p:nvGrpSpPr>
          <p:cNvPr id="363" name="Group 362">
            <a:extLst>
              <a:ext uri="{FF2B5EF4-FFF2-40B4-BE49-F238E27FC236}">
                <a16:creationId xmlns:a16="http://schemas.microsoft.com/office/drawing/2014/main" id="{1BC0EA23-12E9-876B-C4DC-4DDCD98886AB}"/>
              </a:ext>
            </a:extLst>
          </p:cNvPr>
          <p:cNvGrpSpPr/>
          <p:nvPr/>
        </p:nvGrpSpPr>
        <p:grpSpPr>
          <a:xfrm>
            <a:off x="398392" y="2148629"/>
            <a:ext cx="11325925" cy="230073"/>
            <a:chOff x="398392" y="2120921"/>
            <a:chExt cx="11325925" cy="230073"/>
          </a:xfrm>
        </p:grpSpPr>
        <p:grpSp>
          <p:nvGrpSpPr>
            <p:cNvPr id="364" name="Groupe 6">
              <a:extLst>
                <a:ext uri="{FF2B5EF4-FFF2-40B4-BE49-F238E27FC236}">
                  <a16:creationId xmlns:a16="http://schemas.microsoft.com/office/drawing/2014/main" id="{4516E265-127D-5A26-91C8-2C73297E9993}"/>
                </a:ext>
              </a:extLst>
            </p:cNvPr>
            <p:cNvGrpSpPr/>
            <p:nvPr/>
          </p:nvGrpSpPr>
          <p:grpSpPr>
            <a:xfrm>
              <a:off x="398392" y="2120921"/>
              <a:ext cx="11325925" cy="230073"/>
              <a:chOff x="398392" y="2009614"/>
              <a:chExt cx="11325925" cy="235789"/>
            </a:xfrm>
          </p:grpSpPr>
          <p:sp>
            <p:nvSpPr>
              <p:cNvPr id="373" name="Arrow: Pentagon 4">
                <a:extLst>
                  <a:ext uri="{FF2B5EF4-FFF2-40B4-BE49-F238E27FC236}">
                    <a16:creationId xmlns:a16="http://schemas.microsoft.com/office/drawing/2014/main" id="{A51A36D2-E971-D320-2AF2-C129731E6B0D}"/>
                  </a:ext>
                </a:extLst>
              </p:cNvPr>
              <p:cNvSpPr/>
              <p:nvPr/>
            </p:nvSpPr>
            <p:spPr>
              <a:xfrm>
                <a:off x="2748808" y="2048765"/>
                <a:ext cx="2160000" cy="147475"/>
              </a:xfrm>
              <a:prstGeom prst="rect">
                <a:avLst/>
              </a:prstGeom>
              <a:no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Ubuntu"/>
                    <a:ea typeface="+mn-ea"/>
                    <a:cs typeface="+mn-cs"/>
                  </a:rPr>
                  <a:t>Planning</a:t>
                </a:r>
              </a:p>
            </p:txBody>
          </p:sp>
          <p:sp>
            <p:nvSpPr>
              <p:cNvPr id="374" name="Arrow: Pentagon 4">
                <a:extLst>
                  <a:ext uri="{FF2B5EF4-FFF2-40B4-BE49-F238E27FC236}">
                    <a16:creationId xmlns:a16="http://schemas.microsoft.com/office/drawing/2014/main" id="{A36D6835-6CD7-4D0E-1652-C0FA16313C01}"/>
                  </a:ext>
                </a:extLst>
              </p:cNvPr>
              <p:cNvSpPr/>
              <p:nvPr/>
            </p:nvSpPr>
            <p:spPr>
              <a:xfrm>
                <a:off x="9552624" y="2048765"/>
                <a:ext cx="2160000" cy="154354"/>
              </a:xfrm>
              <a:prstGeom prst="rect">
                <a:avLst/>
              </a:prstGeom>
              <a:no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Ubuntu"/>
                    <a:ea typeface="+mn-ea"/>
                    <a:cs typeface="+mn-cs"/>
                  </a:rPr>
                  <a:t>Execution</a:t>
                </a:r>
              </a:p>
            </p:txBody>
          </p:sp>
          <p:sp>
            <p:nvSpPr>
              <p:cNvPr id="375" name="Arrow: Pentagon 4">
                <a:extLst>
                  <a:ext uri="{FF2B5EF4-FFF2-40B4-BE49-F238E27FC236}">
                    <a16:creationId xmlns:a16="http://schemas.microsoft.com/office/drawing/2014/main" id="{8840BDC6-8D91-68E0-E1E0-0397EAB87726}"/>
                  </a:ext>
                </a:extLst>
              </p:cNvPr>
              <p:cNvSpPr/>
              <p:nvPr/>
            </p:nvSpPr>
            <p:spPr>
              <a:xfrm>
                <a:off x="452173" y="2048765"/>
                <a:ext cx="2160000" cy="153579"/>
              </a:xfrm>
              <a:prstGeom prst="rect">
                <a:avLst/>
              </a:prstGeom>
              <a:no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Ubuntu"/>
                    <a:ea typeface="+mn-ea"/>
                    <a:cs typeface="+mn-cs"/>
                  </a:rPr>
                  <a:t>Network monitoring</a:t>
                </a:r>
              </a:p>
            </p:txBody>
          </p:sp>
          <p:sp>
            <p:nvSpPr>
              <p:cNvPr id="376" name="Arrow: Pentagon 4">
                <a:extLst>
                  <a:ext uri="{FF2B5EF4-FFF2-40B4-BE49-F238E27FC236}">
                    <a16:creationId xmlns:a16="http://schemas.microsoft.com/office/drawing/2014/main" id="{D02915E6-4595-F9B8-BDD8-88ECA1D7156D}"/>
                  </a:ext>
                </a:extLst>
              </p:cNvPr>
              <p:cNvSpPr/>
              <p:nvPr/>
            </p:nvSpPr>
            <p:spPr>
              <a:xfrm>
                <a:off x="4997648" y="2048765"/>
                <a:ext cx="2160000" cy="147475"/>
              </a:xfrm>
              <a:prstGeom prst="rect">
                <a:avLst/>
              </a:prstGeom>
              <a:no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Ubuntu"/>
                    <a:ea typeface="+mn-ea"/>
                    <a:cs typeface="+mn-cs"/>
                  </a:rPr>
                  <a:t>Procurement</a:t>
                </a:r>
              </a:p>
            </p:txBody>
          </p:sp>
          <p:sp>
            <p:nvSpPr>
              <p:cNvPr id="377" name="Arrow: Pentagon 4">
                <a:extLst>
                  <a:ext uri="{FF2B5EF4-FFF2-40B4-BE49-F238E27FC236}">
                    <a16:creationId xmlns:a16="http://schemas.microsoft.com/office/drawing/2014/main" id="{F143E6B8-29A0-C74D-F41D-E27FF65AE4BF}"/>
                  </a:ext>
                </a:extLst>
              </p:cNvPr>
              <p:cNvSpPr/>
              <p:nvPr/>
            </p:nvSpPr>
            <p:spPr>
              <a:xfrm>
                <a:off x="398392" y="2009614"/>
                <a:ext cx="11325925" cy="235789"/>
              </a:xfrm>
              <a:prstGeom prst="homePlate">
                <a:avLst/>
              </a:prstGeom>
              <a:noFill/>
              <a:ln w="6350" cap="flat" cmpd="sng" algn="ctr">
                <a:solidFill>
                  <a:srgbClr val="FFFFFF"/>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200" b="1" i="0" u="none" strike="noStrike" kern="0" cap="none" spc="0" normalizeH="0" baseline="0" noProof="0">
                  <a:ln>
                    <a:noFill/>
                  </a:ln>
                  <a:solidFill>
                    <a:srgbClr val="FFFFFF">
                      <a:lumMod val="65000"/>
                    </a:srgbClr>
                  </a:solidFill>
                  <a:effectLst/>
                  <a:uLnTx/>
                  <a:uFillTx/>
                  <a:latin typeface="Ubuntu"/>
                  <a:ea typeface="+mn-ea"/>
                  <a:cs typeface="+mn-cs"/>
                </a:endParaRPr>
              </a:p>
            </p:txBody>
          </p:sp>
        </p:grpSp>
        <p:pic>
          <p:nvPicPr>
            <p:cNvPr id="365" name="Image 1">
              <a:extLst>
                <a:ext uri="{FF2B5EF4-FFF2-40B4-BE49-F238E27FC236}">
                  <a16:creationId xmlns:a16="http://schemas.microsoft.com/office/drawing/2014/main" id="{67590AB0-6861-E76F-1C8D-3B3164B61CE5}"/>
                </a:ext>
              </a:extLst>
            </p:cNvPr>
            <p:cNvPicPr>
              <a:picLocks noChangeAspect="1"/>
            </p:cNvPicPr>
            <p:nvPr/>
          </p:nvPicPr>
          <p:blipFill rotWithShape="1">
            <a:blip r:embed="rId4"/>
            <a:srcRect/>
            <a:stretch/>
          </p:blipFill>
          <p:spPr>
            <a:xfrm>
              <a:off x="5934965" y="2135264"/>
              <a:ext cx="165600" cy="207880"/>
            </a:xfrm>
            <a:prstGeom prst="rect">
              <a:avLst/>
            </a:prstGeom>
          </p:spPr>
        </p:pic>
        <p:pic>
          <p:nvPicPr>
            <p:cNvPr id="366" name="Image 93">
              <a:extLst>
                <a:ext uri="{FF2B5EF4-FFF2-40B4-BE49-F238E27FC236}">
                  <a16:creationId xmlns:a16="http://schemas.microsoft.com/office/drawing/2014/main" id="{EBEF8F8B-04B3-8CA4-6059-3444C5D8FB35}"/>
                </a:ext>
              </a:extLst>
            </p:cNvPr>
            <p:cNvPicPr>
              <a:picLocks noChangeAspect="1"/>
            </p:cNvPicPr>
            <p:nvPr/>
          </p:nvPicPr>
          <p:blipFill rotWithShape="1">
            <a:blip r:embed="rId4"/>
            <a:srcRect/>
            <a:stretch/>
          </p:blipFill>
          <p:spPr>
            <a:xfrm>
              <a:off x="3071099" y="2139236"/>
              <a:ext cx="165600" cy="207880"/>
            </a:xfrm>
            <a:prstGeom prst="rect">
              <a:avLst/>
            </a:prstGeom>
          </p:spPr>
        </p:pic>
        <p:pic>
          <p:nvPicPr>
            <p:cNvPr id="367" name="Image 94">
              <a:extLst>
                <a:ext uri="{FF2B5EF4-FFF2-40B4-BE49-F238E27FC236}">
                  <a16:creationId xmlns:a16="http://schemas.microsoft.com/office/drawing/2014/main" id="{899CC832-6908-700B-1DCA-9E1AA0F1395A}"/>
                </a:ext>
              </a:extLst>
            </p:cNvPr>
            <p:cNvPicPr>
              <a:picLocks noChangeAspect="1"/>
            </p:cNvPicPr>
            <p:nvPr/>
          </p:nvPicPr>
          <p:blipFill rotWithShape="1">
            <a:blip r:embed="rId4"/>
            <a:srcRect/>
            <a:stretch/>
          </p:blipFill>
          <p:spPr>
            <a:xfrm>
              <a:off x="7154536" y="2138786"/>
              <a:ext cx="165600" cy="207880"/>
            </a:xfrm>
            <a:prstGeom prst="rect">
              <a:avLst/>
            </a:prstGeom>
          </p:spPr>
        </p:pic>
        <p:pic>
          <p:nvPicPr>
            <p:cNvPr id="368" name="Image 5">
              <a:extLst>
                <a:ext uri="{FF2B5EF4-FFF2-40B4-BE49-F238E27FC236}">
                  <a16:creationId xmlns:a16="http://schemas.microsoft.com/office/drawing/2014/main" id="{98881A3B-2011-E9DC-76FA-C3B19177B8D9}"/>
                </a:ext>
              </a:extLst>
            </p:cNvPr>
            <p:cNvPicPr>
              <a:picLocks noChangeAspect="1"/>
            </p:cNvPicPr>
            <p:nvPr/>
          </p:nvPicPr>
          <p:blipFill rotWithShape="1">
            <a:blip r:embed="rId5">
              <a:duotone>
                <a:srgbClr val="ECECEC">
                  <a:shade val="45000"/>
                  <a:satMod val="135000"/>
                </a:srgbClr>
                <a:prstClr val="white"/>
              </a:duotone>
            </a:blip>
            <a:srcRect l="68646"/>
            <a:stretch/>
          </p:blipFill>
          <p:spPr>
            <a:xfrm>
              <a:off x="2593111" y="2136754"/>
              <a:ext cx="118513" cy="202257"/>
            </a:xfrm>
            <a:prstGeom prst="rect">
              <a:avLst/>
            </a:prstGeom>
          </p:spPr>
        </p:pic>
        <p:pic>
          <p:nvPicPr>
            <p:cNvPr id="369" name="Image 57">
              <a:extLst>
                <a:ext uri="{FF2B5EF4-FFF2-40B4-BE49-F238E27FC236}">
                  <a16:creationId xmlns:a16="http://schemas.microsoft.com/office/drawing/2014/main" id="{C48FA5B5-7027-6D32-7205-D93BD87614C5}"/>
                </a:ext>
              </a:extLst>
            </p:cNvPr>
            <p:cNvPicPr>
              <a:picLocks noChangeAspect="1"/>
            </p:cNvPicPr>
            <p:nvPr/>
          </p:nvPicPr>
          <p:blipFill rotWithShape="1">
            <a:blip r:embed="rId5">
              <a:duotone>
                <a:srgbClr val="ECECEC">
                  <a:shade val="45000"/>
                  <a:satMod val="135000"/>
                </a:srgbClr>
                <a:prstClr val="white"/>
              </a:duotone>
            </a:blip>
            <a:srcRect l="68646"/>
            <a:stretch/>
          </p:blipFill>
          <p:spPr>
            <a:xfrm>
              <a:off x="4943872" y="2136754"/>
              <a:ext cx="118513" cy="202257"/>
            </a:xfrm>
            <a:prstGeom prst="rect">
              <a:avLst/>
            </a:prstGeom>
          </p:spPr>
        </p:pic>
        <p:pic>
          <p:nvPicPr>
            <p:cNvPr id="370" name="Image 60">
              <a:extLst>
                <a:ext uri="{FF2B5EF4-FFF2-40B4-BE49-F238E27FC236}">
                  <a16:creationId xmlns:a16="http://schemas.microsoft.com/office/drawing/2014/main" id="{8E720599-E26C-E9BD-2C40-FC51F9BF6E46}"/>
                </a:ext>
              </a:extLst>
            </p:cNvPr>
            <p:cNvPicPr>
              <a:picLocks noChangeAspect="1"/>
            </p:cNvPicPr>
            <p:nvPr/>
          </p:nvPicPr>
          <p:blipFill rotWithShape="1">
            <a:blip r:embed="rId5">
              <a:duotone>
                <a:srgbClr val="ECECEC">
                  <a:shade val="45000"/>
                  <a:satMod val="135000"/>
                </a:srgbClr>
                <a:prstClr val="white"/>
              </a:duotone>
            </a:blip>
            <a:srcRect l="68646"/>
            <a:stretch/>
          </p:blipFill>
          <p:spPr>
            <a:xfrm>
              <a:off x="7176120" y="2136754"/>
              <a:ext cx="118513" cy="202257"/>
            </a:xfrm>
            <a:prstGeom prst="rect">
              <a:avLst/>
            </a:prstGeom>
          </p:spPr>
        </p:pic>
        <p:pic>
          <p:nvPicPr>
            <p:cNvPr id="371" name="Image 60">
              <a:extLst>
                <a:ext uri="{FF2B5EF4-FFF2-40B4-BE49-F238E27FC236}">
                  <a16:creationId xmlns:a16="http://schemas.microsoft.com/office/drawing/2014/main" id="{911B8BA1-F1FC-F6BD-94A2-680D623BD8D7}"/>
                </a:ext>
              </a:extLst>
            </p:cNvPr>
            <p:cNvPicPr>
              <a:picLocks noChangeAspect="1"/>
            </p:cNvPicPr>
            <p:nvPr/>
          </p:nvPicPr>
          <p:blipFill rotWithShape="1">
            <a:blip r:embed="rId5">
              <a:duotone>
                <a:srgbClr val="ECECEC">
                  <a:shade val="45000"/>
                  <a:satMod val="135000"/>
                </a:srgbClr>
                <a:prstClr val="white"/>
              </a:duotone>
            </a:blip>
            <a:srcRect l="68646"/>
            <a:stretch/>
          </p:blipFill>
          <p:spPr>
            <a:xfrm>
              <a:off x="9454548" y="2146623"/>
              <a:ext cx="118513" cy="202257"/>
            </a:xfrm>
            <a:prstGeom prst="rect">
              <a:avLst/>
            </a:prstGeom>
          </p:spPr>
        </p:pic>
        <p:sp>
          <p:nvSpPr>
            <p:cNvPr id="372" name="Arrow: Pentagon 4">
              <a:extLst>
                <a:ext uri="{FF2B5EF4-FFF2-40B4-BE49-F238E27FC236}">
                  <a16:creationId xmlns:a16="http://schemas.microsoft.com/office/drawing/2014/main" id="{AE814AF8-C4D4-48FE-F731-648E3068BF66}"/>
                </a:ext>
              </a:extLst>
            </p:cNvPr>
            <p:cNvSpPr/>
            <p:nvPr/>
          </p:nvSpPr>
          <p:spPr>
            <a:xfrm>
              <a:off x="7338608" y="2171740"/>
              <a:ext cx="2160000" cy="143900"/>
            </a:xfrm>
            <a:prstGeom prst="rect">
              <a:avLst/>
            </a:prstGeom>
            <a:no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Ubuntu"/>
                  <a:ea typeface="+mn-ea"/>
                  <a:cs typeface="+mn-cs"/>
                </a:rPr>
                <a:t>Manufacture &amp; Distribute</a:t>
              </a:r>
            </a:p>
          </p:txBody>
        </p:sp>
      </p:grpSp>
      <p:grpSp>
        <p:nvGrpSpPr>
          <p:cNvPr id="378" name="Group 377">
            <a:extLst>
              <a:ext uri="{FF2B5EF4-FFF2-40B4-BE49-F238E27FC236}">
                <a16:creationId xmlns:a16="http://schemas.microsoft.com/office/drawing/2014/main" id="{F724EB12-43AE-8D6D-45A5-00AD3E3BE1AA}"/>
              </a:ext>
            </a:extLst>
          </p:cNvPr>
          <p:cNvGrpSpPr/>
          <p:nvPr/>
        </p:nvGrpSpPr>
        <p:grpSpPr>
          <a:xfrm>
            <a:off x="398392" y="5454011"/>
            <a:ext cx="11325925" cy="230073"/>
            <a:chOff x="398392" y="2120921"/>
            <a:chExt cx="11325925" cy="230073"/>
          </a:xfrm>
        </p:grpSpPr>
        <p:grpSp>
          <p:nvGrpSpPr>
            <p:cNvPr id="379" name="Groupe 6">
              <a:extLst>
                <a:ext uri="{FF2B5EF4-FFF2-40B4-BE49-F238E27FC236}">
                  <a16:creationId xmlns:a16="http://schemas.microsoft.com/office/drawing/2014/main" id="{FA120122-87EA-094F-7681-61F77128A79D}"/>
                </a:ext>
              </a:extLst>
            </p:cNvPr>
            <p:cNvGrpSpPr/>
            <p:nvPr/>
          </p:nvGrpSpPr>
          <p:grpSpPr>
            <a:xfrm>
              <a:off x="398392" y="2120921"/>
              <a:ext cx="11325925" cy="230073"/>
              <a:chOff x="398392" y="2009614"/>
              <a:chExt cx="11325925" cy="235789"/>
            </a:xfrm>
          </p:grpSpPr>
          <p:sp>
            <p:nvSpPr>
              <p:cNvPr id="388" name="Arrow: Pentagon 4">
                <a:extLst>
                  <a:ext uri="{FF2B5EF4-FFF2-40B4-BE49-F238E27FC236}">
                    <a16:creationId xmlns:a16="http://schemas.microsoft.com/office/drawing/2014/main" id="{36BCF6E0-982E-0B28-52B8-96D89D9EA7A6}"/>
                  </a:ext>
                </a:extLst>
              </p:cNvPr>
              <p:cNvSpPr/>
              <p:nvPr/>
            </p:nvSpPr>
            <p:spPr>
              <a:xfrm>
                <a:off x="2748808" y="2048765"/>
                <a:ext cx="2160000" cy="147475"/>
              </a:xfrm>
              <a:prstGeom prst="rect">
                <a:avLst/>
              </a:prstGeom>
              <a:no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Ubuntu"/>
                    <a:ea typeface="+mn-ea"/>
                    <a:cs typeface="+mn-cs"/>
                  </a:rPr>
                  <a:t>Planning</a:t>
                </a:r>
              </a:p>
            </p:txBody>
          </p:sp>
          <p:sp>
            <p:nvSpPr>
              <p:cNvPr id="389" name="Arrow: Pentagon 4">
                <a:extLst>
                  <a:ext uri="{FF2B5EF4-FFF2-40B4-BE49-F238E27FC236}">
                    <a16:creationId xmlns:a16="http://schemas.microsoft.com/office/drawing/2014/main" id="{6146AFC2-C03C-22A3-07AB-185CA3BAB24F}"/>
                  </a:ext>
                </a:extLst>
              </p:cNvPr>
              <p:cNvSpPr/>
              <p:nvPr/>
            </p:nvSpPr>
            <p:spPr>
              <a:xfrm>
                <a:off x="9552624" y="2048765"/>
                <a:ext cx="2160000" cy="154354"/>
              </a:xfrm>
              <a:prstGeom prst="rect">
                <a:avLst/>
              </a:prstGeom>
              <a:no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Ubuntu"/>
                    <a:ea typeface="+mn-ea"/>
                    <a:cs typeface="+mn-cs"/>
                  </a:rPr>
                  <a:t>Execution</a:t>
                </a:r>
              </a:p>
            </p:txBody>
          </p:sp>
          <p:sp>
            <p:nvSpPr>
              <p:cNvPr id="390" name="Arrow: Pentagon 4">
                <a:extLst>
                  <a:ext uri="{FF2B5EF4-FFF2-40B4-BE49-F238E27FC236}">
                    <a16:creationId xmlns:a16="http://schemas.microsoft.com/office/drawing/2014/main" id="{4A3FDDBE-36DE-EDF4-0332-1192F47047C0}"/>
                  </a:ext>
                </a:extLst>
              </p:cNvPr>
              <p:cNvSpPr/>
              <p:nvPr/>
            </p:nvSpPr>
            <p:spPr>
              <a:xfrm>
                <a:off x="452173" y="2048765"/>
                <a:ext cx="2160000" cy="153579"/>
              </a:xfrm>
              <a:prstGeom prst="rect">
                <a:avLst/>
              </a:prstGeom>
              <a:no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Ubuntu"/>
                    <a:ea typeface="+mn-ea"/>
                    <a:cs typeface="+mn-cs"/>
                  </a:rPr>
                  <a:t>Network monitoring</a:t>
                </a:r>
              </a:p>
            </p:txBody>
          </p:sp>
          <p:sp>
            <p:nvSpPr>
              <p:cNvPr id="391" name="Arrow: Pentagon 4">
                <a:extLst>
                  <a:ext uri="{FF2B5EF4-FFF2-40B4-BE49-F238E27FC236}">
                    <a16:creationId xmlns:a16="http://schemas.microsoft.com/office/drawing/2014/main" id="{79D5946B-2EA3-4E0C-E1A1-652D2961083B}"/>
                  </a:ext>
                </a:extLst>
              </p:cNvPr>
              <p:cNvSpPr/>
              <p:nvPr/>
            </p:nvSpPr>
            <p:spPr>
              <a:xfrm>
                <a:off x="4997648" y="2048765"/>
                <a:ext cx="2160000" cy="147475"/>
              </a:xfrm>
              <a:prstGeom prst="rect">
                <a:avLst/>
              </a:prstGeom>
              <a:no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Ubuntu"/>
                    <a:ea typeface="+mn-ea"/>
                    <a:cs typeface="+mn-cs"/>
                  </a:rPr>
                  <a:t>Procurement</a:t>
                </a:r>
              </a:p>
            </p:txBody>
          </p:sp>
          <p:sp>
            <p:nvSpPr>
              <p:cNvPr id="392" name="Arrow: Pentagon 4">
                <a:extLst>
                  <a:ext uri="{FF2B5EF4-FFF2-40B4-BE49-F238E27FC236}">
                    <a16:creationId xmlns:a16="http://schemas.microsoft.com/office/drawing/2014/main" id="{9A02A63E-CE0C-F31F-57F6-30181BF04789}"/>
                  </a:ext>
                </a:extLst>
              </p:cNvPr>
              <p:cNvSpPr/>
              <p:nvPr/>
            </p:nvSpPr>
            <p:spPr>
              <a:xfrm>
                <a:off x="398392" y="2009614"/>
                <a:ext cx="11325925" cy="235789"/>
              </a:xfrm>
              <a:prstGeom prst="homePlate">
                <a:avLst/>
              </a:prstGeom>
              <a:noFill/>
              <a:ln w="6350" cap="flat" cmpd="sng" algn="ctr">
                <a:solidFill>
                  <a:srgbClr val="FFFFFF"/>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200" b="1" i="0" u="none" strike="noStrike" kern="0" cap="none" spc="0" normalizeH="0" baseline="0" noProof="0">
                  <a:ln>
                    <a:noFill/>
                  </a:ln>
                  <a:solidFill>
                    <a:srgbClr val="FFFFFF">
                      <a:lumMod val="65000"/>
                    </a:srgbClr>
                  </a:solidFill>
                  <a:effectLst/>
                  <a:uLnTx/>
                  <a:uFillTx/>
                  <a:latin typeface="Ubuntu"/>
                  <a:ea typeface="+mn-ea"/>
                  <a:cs typeface="+mn-cs"/>
                </a:endParaRPr>
              </a:p>
            </p:txBody>
          </p:sp>
        </p:grpSp>
        <p:pic>
          <p:nvPicPr>
            <p:cNvPr id="380" name="Image 1">
              <a:extLst>
                <a:ext uri="{FF2B5EF4-FFF2-40B4-BE49-F238E27FC236}">
                  <a16:creationId xmlns:a16="http://schemas.microsoft.com/office/drawing/2014/main" id="{C1372DFD-F6B1-9254-B984-6549523D2112}"/>
                </a:ext>
              </a:extLst>
            </p:cNvPr>
            <p:cNvPicPr>
              <a:picLocks noChangeAspect="1"/>
            </p:cNvPicPr>
            <p:nvPr/>
          </p:nvPicPr>
          <p:blipFill rotWithShape="1">
            <a:blip r:embed="rId4"/>
            <a:srcRect/>
            <a:stretch/>
          </p:blipFill>
          <p:spPr>
            <a:xfrm>
              <a:off x="5934965" y="2135264"/>
              <a:ext cx="165600" cy="207880"/>
            </a:xfrm>
            <a:prstGeom prst="rect">
              <a:avLst/>
            </a:prstGeom>
          </p:spPr>
        </p:pic>
        <p:pic>
          <p:nvPicPr>
            <p:cNvPr id="381" name="Image 93">
              <a:extLst>
                <a:ext uri="{FF2B5EF4-FFF2-40B4-BE49-F238E27FC236}">
                  <a16:creationId xmlns:a16="http://schemas.microsoft.com/office/drawing/2014/main" id="{2A87CF4C-8641-FDD2-86AE-C3C95486BA54}"/>
                </a:ext>
              </a:extLst>
            </p:cNvPr>
            <p:cNvPicPr>
              <a:picLocks noChangeAspect="1"/>
            </p:cNvPicPr>
            <p:nvPr/>
          </p:nvPicPr>
          <p:blipFill rotWithShape="1">
            <a:blip r:embed="rId4"/>
            <a:srcRect/>
            <a:stretch/>
          </p:blipFill>
          <p:spPr>
            <a:xfrm>
              <a:off x="3071099" y="2139236"/>
              <a:ext cx="165600" cy="207880"/>
            </a:xfrm>
            <a:prstGeom prst="rect">
              <a:avLst/>
            </a:prstGeom>
          </p:spPr>
        </p:pic>
        <p:pic>
          <p:nvPicPr>
            <p:cNvPr id="382" name="Image 94">
              <a:extLst>
                <a:ext uri="{FF2B5EF4-FFF2-40B4-BE49-F238E27FC236}">
                  <a16:creationId xmlns:a16="http://schemas.microsoft.com/office/drawing/2014/main" id="{7D5E85ED-5926-5A05-58D9-E395802E552D}"/>
                </a:ext>
              </a:extLst>
            </p:cNvPr>
            <p:cNvPicPr>
              <a:picLocks noChangeAspect="1"/>
            </p:cNvPicPr>
            <p:nvPr/>
          </p:nvPicPr>
          <p:blipFill rotWithShape="1">
            <a:blip r:embed="rId4"/>
            <a:srcRect/>
            <a:stretch/>
          </p:blipFill>
          <p:spPr>
            <a:xfrm>
              <a:off x="7154536" y="2138786"/>
              <a:ext cx="165600" cy="207880"/>
            </a:xfrm>
            <a:prstGeom prst="rect">
              <a:avLst/>
            </a:prstGeom>
          </p:spPr>
        </p:pic>
        <p:pic>
          <p:nvPicPr>
            <p:cNvPr id="383" name="Image 5">
              <a:extLst>
                <a:ext uri="{FF2B5EF4-FFF2-40B4-BE49-F238E27FC236}">
                  <a16:creationId xmlns:a16="http://schemas.microsoft.com/office/drawing/2014/main" id="{16F928F3-CDEB-8065-AC2B-BB84186FD6C9}"/>
                </a:ext>
              </a:extLst>
            </p:cNvPr>
            <p:cNvPicPr>
              <a:picLocks noChangeAspect="1"/>
            </p:cNvPicPr>
            <p:nvPr/>
          </p:nvPicPr>
          <p:blipFill rotWithShape="1">
            <a:blip r:embed="rId5">
              <a:duotone>
                <a:srgbClr val="ECECEC">
                  <a:shade val="45000"/>
                  <a:satMod val="135000"/>
                </a:srgbClr>
                <a:prstClr val="white"/>
              </a:duotone>
            </a:blip>
            <a:srcRect l="68646"/>
            <a:stretch/>
          </p:blipFill>
          <p:spPr>
            <a:xfrm>
              <a:off x="2593111" y="2136754"/>
              <a:ext cx="118513" cy="202257"/>
            </a:xfrm>
            <a:prstGeom prst="rect">
              <a:avLst/>
            </a:prstGeom>
          </p:spPr>
        </p:pic>
        <p:pic>
          <p:nvPicPr>
            <p:cNvPr id="384" name="Image 57">
              <a:extLst>
                <a:ext uri="{FF2B5EF4-FFF2-40B4-BE49-F238E27FC236}">
                  <a16:creationId xmlns:a16="http://schemas.microsoft.com/office/drawing/2014/main" id="{9142E036-0E29-702F-2EB1-A84B539A37A3}"/>
                </a:ext>
              </a:extLst>
            </p:cNvPr>
            <p:cNvPicPr>
              <a:picLocks noChangeAspect="1"/>
            </p:cNvPicPr>
            <p:nvPr/>
          </p:nvPicPr>
          <p:blipFill rotWithShape="1">
            <a:blip r:embed="rId5">
              <a:duotone>
                <a:srgbClr val="ECECEC">
                  <a:shade val="45000"/>
                  <a:satMod val="135000"/>
                </a:srgbClr>
                <a:prstClr val="white"/>
              </a:duotone>
            </a:blip>
            <a:srcRect l="68646"/>
            <a:stretch/>
          </p:blipFill>
          <p:spPr>
            <a:xfrm>
              <a:off x="4943872" y="2136754"/>
              <a:ext cx="118513" cy="202257"/>
            </a:xfrm>
            <a:prstGeom prst="rect">
              <a:avLst/>
            </a:prstGeom>
          </p:spPr>
        </p:pic>
        <p:pic>
          <p:nvPicPr>
            <p:cNvPr id="385" name="Image 60">
              <a:extLst>
                <a:ext uri="{FF2B5EF4-FFF2-40B4-BE49-F238E27FC236}">
                  <a16:creationId xmlns:a16="http://schemas.microsoft.com/office/drawing/2014/main" id="{E594C5B1-FBCF-5874-EEC5-A155FDFCF4FB}"/>
                </a:ext>
              </a:extLst>
            </p:cNvPr>
            <p:cNvPicPr>
              <a:picLocks noChangeAspect="1"/>
            </p:cNvPicPr>
            <p:nvPr/>
          </p:nvPicPr>
          <p:blipFill rotWithShape="1">
            <a:blip r:embed="rId5">
              <a:duotone>
                <a:srgbClr val="ECECEC">
                  <a:shade val="45000"/>
                  <a:satMod val="135000"/>
                </a:srgbClr>
                <a:prstClr val="white"/>
              </a:duotone>
            </a:blip>
            <a:srcRect l="68646"/>
            <a:stretch/>
          </p:blipFill>
          <p:spPr>
            <a:xfrm>
              <a:off x="7176120" y="2136754"/>
              <a:ext cx="118513" cy="202257"/>
            </a:xfrm>
            <a:prstGeom prst="rect">
              <a:avLst/>
            </a:prstGeom>
          </p:spPr>
        </p:pic>
        <p:pic>
          <p:nvPicPr>
            <p:cNvPr id="386" name="Image 60">
              <a:extLst>
                <a:ext uri="{FF2B5EF4-FFF2-40B4-BE49-F238E27FC236}">
                  <a16:creationId xmlns:a16="http://schemas.microsoft.com/office/drawing/2014/main" id="{3DA12859-4DD1-0017-6AD2-176222B5B0F9}"/>
                </a:ext>
              </a:extLst>
            </p:cNvPr>
            <p:cNvPicPr>
              <a:picLocks noChangeAspect="1"/>
            </p:cNvPicPr>
            <p:nvPr/>
          </p:nvPicPr>
          <p:blipFill rotWithShape="1">
            <a:blip r:embed="rId5">
              <a:duotone>
                <a:srgbClr val="ECECEC">
                  <a:shade val="45000"/>
                  <a:satMod val="135000"/>
                </a:srgbClr>
                <a:prstClr val="white"/>
              </a:duotone>
            </a:blip>
            <a:srcRect l="68646"/>
            <a:stretch/>
          </p:blipFill>
          <p:spPr>
            <a:xfrm>
              <a:off x="9454548" y="2146623"/>
              <a:ext cx="118513" cy="202257"/>
            </a:xfrm>
            <a:prstGeom prst="rect">
              <a:avLst/>
            </a:prstGeom>
          </p:spPr>
        </p:pic>
        <p:sp>
          <p:nvSpPr>
            <p:cNvPr id="387" name="Arrow: Pentagon 4">
              <a:extLst>
                <a:ext uri="{FF2B5EF4-FFF2-40B4-BE49-F238E27FC236}">
                  <a16:creationId xmlns:a16="http://schemas.microsoft.com/office/drawing/2014/main" id="{94951790-7AFB-4D38-E367-507F4FDEDEED}"/>
                </a:ext>
              </a:extLst>
            </p:cNvPr>
            <p:cNvSpPr/>
            <p:nvPr/>
          </p:nvSpPr>
          <p:spPr>
            <a:xfrm>
              <a:off x="7338608" y="2171740"/>
              <a:ext cx="2160000" cy="143900"/>
            </a:xfrm>
            <a:prstGeom prst="rect">
              <a:avLst/>
            </a:prstGeom>
            <a:no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Ubuntu"/>
                  <a:ea typeface="+mn-ea"/>
                  <a:cs typeface="+mn-cs"/>
                </a:rPr>
                <a:t>Manufacture &amp; Distribute</a:t>
              </a:r>
            </a:p>
          </p:txBody>
        </p:sp>
      </p:grpSp>
      <p:pic>
        <p:nvPicPr>
          <p:cNvPr id="393" name="Graphic 392" descr="Zoom in with solid fill">
            <a:extLst>
              <a:ext uri="{FF2B5EF4-FFF2-40B4-BE49-F238E27FC236}">
                <a16:creationId xmlns:a16="http://schemas.microsoft.com/office/drawing/2014/main" id="{BF69A462-D2F0-120C-B896-EAE0C2BF9C8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67808" y="2708920"/>
            <a:ext cx="469232" cy="469232"/>
          </a:xfrm>
          <a:prstGeom prst="rect">
            <a:avLst/>
          </a:prstGeom>
        </p:spPr>
      </p:pic>
    </p:spTree>
    <p:extLst>
      <p:ext uri="{BB962C8B-B14F-4D97-AF65-F5344CB8AC3E}">
        <p14:creationId xmlns:p14="http://schemas.microsoft.com/office/powerpoint/2010/main" val="3400010728"/>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3A08C2B-B81D-56EF-9D8B-46907688A34A}"/>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86CF9025-AF07-CEC8-5A33-345D8B0D7259}"/>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FD14A7DC-989B-55AC-F031-8D97E602D0F0}"/>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OUR SERVICE OFFERINGS ADDRESS THE CHALLENGES TO HELP OUR CLIENTS DESIGN, IMPROVE AND OPERATE THEIR END-TO-END SUPPLY CHAIN</a:t>
            </a:r>
          </a:p>
        </p:txBody>
      </p:sp>
      <p:sp>
        <p:nvSpPr>
          <p:cNvPr id="3" name="TextBox 2">
            <a:extLst>
              <a:ext uri="{FF2B5EF4-FFF2-40B4-BE49-F238E27FC236}">
                <a16:creationId xmlns:a16="http://schemas.microsoft.com/office/drawing/2014/main" id="{452DEC2B-25B9-AD9C-9061-C03C65926C95}"/>
              </a:ext>
            </a:extLst>
          </p:cNvPr>
          <p:cNvSpPr txBox="1"/>
          <p:nvPr/>
        </p:nvSpPr>
        <p:spPr>
          <a:xfrm>
            <a:off x="10475063" y="895990"/>
            <a:ext cx="1845301" cy="216314"/>
          </a:xfrm>
          <a:prstGeom prst="roundRect">
            <a:avLst/>
          </a:prstGeom>
          <a:solidFill>
            <a:srgbClr val="003857"/>
          </a:solidFill>
        </p:spPr>
        <p:txBody>
          <a:bodyPr vert="horz" wrap="square" lIns="0" tIns="0" rIns="0" bIns="0" rtlCol="0" anchor="ctr">
            <a:noAutofit/>
          </a:bodyPr>
          <a:lstStyle/>
          <a:p>
            <a:pPr marL="0" marR="0" lvl="0" indent="0" algn="ctr" defTabSz="914400" eaLnBrk="1" fontAlgn="auto" latinLnBrk="0" hangingPunct="1">
              <a:lnSpc>
                <a:spcPct val="100000"/>
              </a:lnSpc>
              <a:spcBef>
                <a:spcPts val="0"/>
              </a:spcBef>
              <a:spcAft>
                <a:spcPts val="800"/>
              </a:spcAft>
              <a:buClrTx/>
              <a:buSzTx/>
              <a:buFontTx/>
              <a:buNone/>
              <a:tabLst/>
              <a:defRPr/>
            </a:pPr>
            <a:r>
              <a:rPr lang="en-AU" sz="1050" b="1" i="1" kern="0" noProof="0">
                <a:solidFill>
                  <a:schemeClr val="bg1"/>
                </a:solidFill>
                <a:latin typeface="+mj-lt"/>
              </a:rPr>
              <a:t>Supply chain leaders</a:t>
            </a:r>
            <a:endParaRPr kumimoji="0" lang="en-AU" sz="1050" b="1" i="1" u="none" strike="noStrike" kern="0" cap="none" spc="0" normalizeH="0" baseline="0" noProof="0">
              <a:ln>
                <a:noFill/>
              </a:ln>
              <a:solidFill>
                <a:schemeClr val="bg1"/>
              </a:solidFill>
              <a:effectLst/>
              <a:uLnTx/>
              <a:uFillTx/>
              <a:latin typeface="+mj-lt"/>
            </a:endParaRPr>
          </a:p>
        </p:txBody>
      </p:sp>
      <p:sp>
        <p:nvSpPr>
          <p:cNvPr id="7" name="TextBox 6">
            <a:extLst>
              <a:ext uri="{FF2B5EF4-FFF2-40B4-BE49-F238E27FC236}">
                <a16:creationId xmlns:a16="http://schemas.microsoft.com/office/drawing/2014/main" id="{5B4440EE-C620-2C91-8271-74F4443C7B90}"/>
              </a:ext>
            </a:extLst>
          </p:cNvPr>
          <p:cNvSpPr txBox="1"/>
          <p:nvPr/>
        </p:nvSpPr>
        <p:spPr>
          <a:xfrm>
            <a:off x="3683993" y="1311031"/>
            <a:ext cx="1785323" cy="215444"/>
          </a:xfrm>
          <a:prstGeom prst="rect">
            <a:avLst/>
          </a:prstGeom>
          <a:noFill/>
          <a:ln>
            <a:noFill/>
          </a:ln>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chemeClr val="bg1"/>
                </a:solidFill>
                <a:effectLst/>
                <a:uLnTx/>
                <a:uFillTx/>
                <a:latin typeface="+mj-lt"/>
              </a:rPr>
              <a:t>OPERATING MODELS</a:t>
            </a:r>
          </a:p>
        </p:txBody>
      </p:sp>
      <p:sp>
        <p:nvSpPr>
          <p:cNvPr id="8" name="TextBox 7">
            <a:extLst>
              <a:ext uri="{FF2B5EF4-FFF2-40B4-BE49-F238E27FC236}">
                <a16:creationId xmlns:a16="http://schemas.microsoft.com/office/drawing/2014/main" id="{4C65C6AF-153F-1DA3-A738-6912449F4B1E}"/>
              </a:ext>
            </a:extLst>
          </p:cNvPr>
          <p:cNvSpPr txBox="1"/>
          <p:nvPr/>
        </p:nvSpPr>
        <p:spPr>
          <a:xfrm>
            <a:off x="3136654" y="3039253"/>
            <a:ext cx="2880000" cy="1080000"/>
          </a:xfrm>
          <a:prstGeom prst="rect">
            <a:avLst/>
          </a:prstGeom>
          <a:noFill/>
        </p:spPr>
        <p:txBody>
          <a:bodyPr wrap="square" lIns="0" tIns="0" rIns="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latin typeface="+mj-lt"/>
              </a:rPr>
              <a:t>Achieving an efficient model through process and organizational improvements, leveraging technology, including S&amp;OP or IBP</a:t>
            </a:r>
          </a:p>
        </p:txBody>
      </p:sp>
      <p:pic>
        <p:nvPicPr>
          <p:cNvPr id="9" name="Picture 8" descr="A picture containing text, person&#10;&#10;Description automatically generated">
            <a:extLst>
              <a:ext uri="{FF2B5EF4-FFF2-40B4-BE49-F238E27FC236}">
                <a16:creationId xmlns:a16="http://schemas.microsoft.com/office/drawing/2014/main" id="{6C15A789-CB44-F651-E32B-9E8B38F5E76A}"/>
              </a:ext>
            </a:extLst>
          </p:cNvPr>
          <p:cNvPicPr>
            <a:picLocks noChangeAspect="1"/>
          </p:cNvPicPr>
          <p:nvPr/>
        </p:nvPicPr>
        <p:blipFill rotWithShape="1">
          <a:blip r:embed="rId4">
            <a:extLst>
              <a:ext uri="{28A0092B-C50C-407E-A947-70E740481C1C}">
                <a14:useLocalDpi xmlns:a14="http://schemas.microsoft.com/office/drawing/2010/main" val="0"/>
              </a:ext>
            </a:extLst>
          </a:blip>
          <a:srcRect l="20837" r="17646"/>
          <a:stretch/>
        </p:blipFill>
        <p:spPr>
          <a:xfrm>
            <a:off x="3994630" y="1743431"/>
            <a:ext cx="1164048" cy="1165517"/>
          </a:xfrm>
          <a:prstGeom prst="ellipse">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35369C34-6687-7CD8-3DC9-7740E5BCE9E4}"/>
              </a:ext>
            </a:extLst>
          </p:cNvPr>
          <p:cNvSpPr txBox="1"/>
          <p:nvPr/>
        </p:nvSpPr>
        <p:spPr>
          <a:xfrm>
            <a:off x="97962" y="3039253"/>
            <a:ext cx="2880000" cy="1080000"/>
          </a:xfrm>
          <a:prstGeom prst="rect">
            <a:avLst/>
          </a:prstGeom>
          <a:noFill/>
        </p:spPr>
        <p:txBody>
          <a:bodyPr wrap="square" lIns="0" tIns="0" rIns="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dirty="0">
                <a:ln>
                  <a:noFill/>
                </a:ln>
                <a:solidFill>
                  <a:schemeClr val="bg1"/>
                </a:solidFill>
                <a:effectLst/>
                <a:uLnTx/>
                <a:uFillTx/>
                <a:latin typeface="+mj-lt"/>
              </a:rPr>
              <a:t>Provides the starting point for identifying areas of improvement and achieving the company's objectives</a:t>
            </a:r>
          </a:p>
        </p:txBody>
      </p:sp>
      <p:sp>
        <p:nvSpPr>
          <p:cNvPr id="11" name="TextBox 10">
            <a:extLst>
              <a:ext uri="{FF2B5EF4-FFF2-40B4-BE49-F238E27FC236}">
                <a16:creationId xmlns:a16="http://schemas.microsoft.com/office/drawing/2014/main" id="{5F06578D-A4E5-4D15-F77E-A7FBC223031D}"/>
              </a:ext>
            </a:extLst>
          </p:cNvPr>
          <p:cNvSpPr txBox="1"/>
          <p:nvPr/>
        </p:nvSpPr>
        <p:spPr>
          <a:xfrm>
            <a:off x="645301" y="1203310"/>
            <a:ext cx="1785323" cy="430887"/>
          </a:xfrm>
          <a:prstGeom prst="rect">
            <a:avLst/>
          </a:prstGeom>
          <a:noFill/>
          <a:ln>
            <a:noFill/>
          </a:ln>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chemeClr val="bg1"/>
                </a:solidFill>
                <a:effectLst/>
                <a:uLnTx/>
                <a:uFillTx/>
                <a:latin typeface="+mj-lt"/>
              </a:rPr>
              <a:t>MATURITY ASSESSMENT</a:t>
            </a:r>
          </a:p>
        </p:txBody>
      </p:sp>
      <p:pic>
        <p:nvPicPr>
          <p:cNvPr id="13" name="Picture 4" descr="Gratis Ilustración De Gráfico Azul Y Rojo Negro Foto de stock">
            <a:extLst>
              <a:ext uri="{FF2B5EF4-FFF2-40B4-BE49-F238E27FC236}">
                <a16:creationId xmlns:a16="http://schemas.microsoft.com/office/drawing/2014/main" id="{51564CD6-682E-C791-7C07-1282133EB1F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8533" r="14885"/>
          <a:stretch/>
        </p:blipFill>
        <p:spPr bwMode="auto">
          <a:xfrm>
            <a:off x="955938" y="1743431"/>
            <a:ext cx="1164048" cy="1165517"/>
          </a:xfrm>
          <a:prstGeom prst="ellipse">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00C3AC54-2EE3-8C26-831C-1F245812144A}"/>
              </a:ext>
            </a:extLst>
          </p:cNvPr>
          <p:cNvSpPr txBox="1"/>
          <p:nvPr/>
        </p:nvSpPr>
        <p:spPr>
          <a:xfrm>
            <a:off x="9214039" y="3039253"/>
            <a:ext cx="2880000" cy="1080000"/>
          </a:xfrm>
          <a:prstGeom prst="rect">
            <a:avLst/>
          </a:prstGeom>
          <a:noFill/>
        </p:spPr>
        <p:txBody>
          <a:bodyPr wrap="square" lIns="0" tIns="0" rIns="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latin typeface="+mj-lt"/>
              </a:rPr>
              <a:t>Ensure visibility and reliability in calculating optimal stock levels</a:t>
            </a:r>
          </a:p>
        </p:txBody>
      </p:sp>
      <p:sp>
        <p:nvSpPr>
          <p:cNvPr id="16" name="TextBox 15">
            <a:extLst>
              <a:ext uri="{FF2B5EF4-FFF2-40B4-BE49-F238E27FC236}">
                <a16:creationId xmlns:a16="http://schemas.microsoft.com/office/drawing/2014/main" id="{531D522E-697A-3189-AB58-EEF11C8D1EFA}"/>
              </a:ext>
            </a:extLst>
          </p:cNvPr>
          <p:cNvSpPr txBox="1"/>
          <p:nvPr/>
        </p:nvSpPr>
        <p:spPr>
          <a:xfrm>
            <a:off x="9493915" y="1203310"/>
            <a:ext cx="2320249" cy="430887"/>
          </a:xfrm>
          <a:prstGeom prst="rect">
            <a:avLst/>
          </a:prstGeom>
          <a:noFill/>
          <a:ln>
            <a:noFill/>
          </a:ln>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chemeClr val="bg1"/>
                </a:solidFill>
                <a:effectLst/>
                <a:uLnTx/>
                <a:uFillTx/>
                <a:latin typeface="+mj-lt"/>
              </a:rPr>
              <a:t>INVENTORY AND WASTE MANAGEMENT</a:t>
            </a:r>
          </a:p>
        </p:txBody>
      </p:sp>
      <p:pic>
        <p:nvPicPr>
          <p:cNvPr id="19" name="Picture 4" descr="Gratis Fotos de stock gratuitas de adentro, caja de cartón, cajas Foto de stock">
            <a:extLst>
              <a:ext uri="{FF2B5EF4-FFF2-40B4-BE49-F238E27FC236}">
                <a16:creationId xmlns:a16="http://schemas.microsoft.com/office/drawing/2014/main" id="{3328AADA-7B8D-8FAC-F816-9B4929EF7FB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735" t="27681" r="2587" b="14300"/>
          <a:stretch/>
        </p:blipFill>
        <p:spPr bwMode="auto">
          <a:xfrm>
            <a:off x="10081851" y="1751681"/>
            <a:ext cx="1144376" cy="1149017"/>
          </a:xfrm>
          <a:prstGeom prst="ellipse">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605A13C8-1ECC-1814-8929-A1409E7A55A1}"/>
              </a:ext>
            </a:extLst>
          </p:cNvPr>
          <p:cNvSpPr txBox="1"/>
          <p:nvPr/>
        </p:nvSpPr>
        <p:spPr>
          <a:xfrm>
            <a:off x="6175346" y="3039253"/>
            <a:ext cx="2880000" cy="1080000"/>
          </a:xfrm>
          <a:prstGeom prst="rect">
            <a:avLst/>
          </a:prstGeom>
          <a:noFill/>
        </p:spPr>
        <p:txBody>
          <a:bodyPr wrap="square" lIns="0" tIns="0" rIns="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latin typeface="+mj-lt"/>
              </a:rPr>
              <a:t>Increase the agility and efficiency of the process by leveraging advanced analytics, enabling a focus on value-added tasks</a:t>
            </a:r>
          </a:p>
        </p:txBody>
      </p:sp>
      <p:sp>
        <p:nvSpPr>
          <p:cNvPr id="31" name="TextBox 30">
            <a:extLst>
              <a:ext uri="{FF2B5EF4-FFF2-40B4-BE49-F238E27FC236}">
                <a16:creationId xmlns:a16="http://schemas.microsoft.com/office/drawing/2014/main" id="{B7E0F275-C020-72D2-AF23-75AC67161A7B}"/>
              </a:ext>
            </a:extLst>
          </p:cNvPr>
          <p:cNvSpPr txBox="1"/>
          <p:nvPr/>
        </p:nvSpPr>
        <p:spPr>
          <a:xfrm>
            <a:off x="6373861" y="1203310"/>
            <a:ext cx="2482971" cy="430887"/>
          </a:xfrm>
          <a:prstGeom prst="rect">
            <a:avLst/>
          </a:prstGeom>
          <a:noFill/>
          <a:ln>
            <a:noFill/>
          </a:ln>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chemeClr val="bg1"/>
                </a:solidFill>
                <a:effectLst/>
                <a:uLnTx/>
                <a:uFillTx/>
                <a:latin typeface="+mj-lt"/>
              </a:rPr>
              <a:t>AUTONOMOUS </a:t>
            </a:r>
            <a:br>
              <a:rPr kumimoji="0" lang="en-AU" sz="1400" b="1" i="0" u="none" strike="noStrike" kern="0" cap="none" spc="0" normalizeH="0" baseline="0" noProof="0">
                <a:ln>
                  <a:noFill/>
                </a:ln>
                <a:solidFill>
                  <a:schemeClr val="bg1"/>
                </a:solidFill>
                <a:effectLst/>
                <a:uLnTx/>
                <a:uFillTx/>
                <a:latin typeface="+mj-lt"/>
              </a:rPr>
            </a:br>
            <a:r>
              <a:rPr kumimoji="0" lang="en-AU" sz="1400" b="1" i="0" u="none" strike="noStrike" kern="0" cap="none" spc="0" normalizeH="0" baseline="0" noProof="0">
                <a:ln>
                  <a:noFill/>
                </a:ln>
                <a:solidFill>
                  <a:schemeClr val="bg1"/>
                </a:solidFill>
                <a:effectLst/>
                <a:uLnTx/>
                <a:uFillTx/>
                <a:latin typeface="+mj-lt"/>
              </a:rPr>
              <a:t>PLANNING</a:t>
            </a:r>
          </a:p>
        </p:txBody>
      </p:sp>
      <p:pic>
        <p:nvPicPr>
          <p:cNvPr id="32" name="Picture 2" descr="Gratis Ordenador Portátil Gris Y Negro Foto de stock">
            <a:extLst>
              <a:ext uri="{FF2B5EF4-FFF2-40B4-BE49-F238E27FC236}">
                <a16:creationId xmlns:a16="http://schemas.microsoft.com/office/drawing/2014/main" id="{BF6F452F-DC10-56E2-57B7-5199D420E03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6042" t="3607" r="18723" b="1"/>
          <a:stretch/>
        </p:blipFill>
        <p:spPr bwMode="auto">
          <a:xfrm>
            <a:off x="7032146" y="1751681"/>
            <a:ext cx="1166400" cy="1149017"/>
          </a:xfrm>
          <a:prstGeom prst="ellipse">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7" name="Rectangle 36">
            <a:extLst>
              <a:ext uri="{FF2B5EF4-FFF2-40B4-BE49-F238E27FC236}">
                <a16:creationId xmlns:a16="http://schemas.microsoft.com/office/drawing/2014/main" id="{13A2CADF-1607-D37D-CC46-88E102FA07CA}"/>
              </a:ext>
            </a:extLst>
          </p:cNvPr>
          <p:cNvSpPr/>
          <p:nvPr/>
        </p:nvSpPr>
        <p:spPr>
          <a:xfrm>
            <a:off x="140394" y="4503110"/>
            <a:ext cx="5848889" cy="2354890"/>
          </a:xfrm>
          <a:prstGeom prst="rect">
            <a:avLst/>
          </a:prstGeom>
          <a:solidFill>
            <a:srgbClr val="12ABDB">
              <a:lumMod val="20000"/>
              <a:lumOff val="80000"/>
              <a:alpha val="3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rgbClr val="FFFFFF"/>
              </a:solidFill>
              <a:effectLst/>
              <a:uLnTx/>
              <a:uFillTx/>
              <a:latin typeface="+mj-lt"/>
              <a:ea typeface="+mn-ea"/>
              <a:cs typeface="+mn-cs"/>
            </a:endParaRPr>
          </a:p>
        </p:txBody>
      </p:sp>
      <p:sp>
        <p:nvSpPr>
          <p:cNvPr id="38" name="TextBox 37">
            <a:extLst>
              <a:ext uri="{FF2B5EF4-FFF2-40B4-BE49-F238E27FC236}">
                <a16:creationId xmlns:a16="http://schemas.microsoft.com/office/drawing/2014/main" id="{C3C6C266-C595-C381-4D6D-425188251A75}"/>
              </a:ext>
            </a:extLst>
          </p:cNvPr>
          <p:cNvSpPr txBox="1"/>
          <p:nvPr/>
        </p:nvSpPr>
        <p:spPr>
          <a:xfrm>
            <a:off x="140394" y="4139334"/>
            <a:ext cx="193274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latin typeface="+mj-lt"/>
              </a:rPr>
              <a:t>Expected results</a:t>
            </a:r>
          </a:p>
        </p:txBody>
      </p:sp>
      <p:cxnSp>
        <p:nvCxnSpPr>
          <p:cNvPr id="39" name="Straight Connector 38">
            <a:extLst>
              <a:ext uri="{FF2B5EF4-FFF2-40B4-BE49-F238E27FC236}">
                <a16:creationId xmlns:a16="http://schemas.microsoft.com/office/drawing/2014/main" id="{27D414DE-B948-FE56-19E0-A7D64FC08F4D}"/>
              </a:ext>
            </a:extLst>
          </p:cNvPr>
          <p:cNvCxnSpPr>
            <a:cxnSpLocks/>
          </p:cNvCxnSpPr>
          <p:nvPr/>
        </p:nvCxnSpPr>
        <p:spPr>
          <a:xfrm>
            <a:off x="1741283" y="4293222"/>
            <a:ext cx="4248000" cy="0"/>
          </a:xfrm>
          <a:prstGeom prst="line">
            <a:avLst/>
          </a:prstGeom>
          <a:noFill/>
          <a:ln w="6350" cap="flat" cmpd="sng" algn="ctr">
            <a:solidFill>
              <a:srgbClr val="12ABDB"/>
            </a:solidFill>
            <a:prstDash val="solid"/>
            <a:miter lim="800000"/>
          </a:ln>
          <a:effectLst/>
        </p:spPr>
      </p:cxnSp>
      <p:grpSp>
        <p:nvGrpSpPr>
          <p:cNvPr id="40" name="Group 39">
            <a:extLst>
              <a:ext uri="{FF2B5EF4-FFF2-40B4-BE49-F238E27FC236}">
                <a16:creationId xmlns:a16="http://schemas.microsoft.com/office/drawing/2014/main" id="{D8348032-C3EC-CD2C-5680-E4AD34A09FA1}"/>
              </a:ext>
            </a:extLst>
          </p:cNvPr>
          <p:cNvGrpSpPr/>
          <p:nvPr/>
        </p:nvGrpSpPr>
        <p:grpSpPr>
          <a:xfrm>
            <a:off x="197102" y="4740002"/>
            <a:ext cx="5735473" cy="1881107"/>
            <a:chOff x="167182" y="4670034"/>
            <a:chExt cx="5735473" cy="1881107"/>
          </a:xfrm>
        </p:grpSpPr>
        <p:grpSp>
          <p:nvGrpSpPr>
            <p:cNvPr id="41" name="Group 40">
              <a:extLst>
                <a:ext uri="{FF2B5EF4-FFF2-40B4-BE49-F238E27FC236}">
                  <a16:creationId xmlns:a16="http://schemas.microsoft.com/office/drawing/2014/main" id="{B429CB8F-E12B-D679-20A1-92CF171035AE}"/>
                </a:ext>
              </a:extLst>
            </p:cNvPr>
            <p:cNvGrpSpPr/>
            <p:nvPr/>
          </p:nvGrpSpPr>
          <p:grpSpPr>
            <a:xfrm>
              <a:off x="167182" y="6027921"/>
              <a:ext cx="5609657" cy="523220"/>
              <a:chOff x="167182" y="5939021"/>
              <a:chExt cx="5609657" cy="523220"/>
            </a:xfrm>
          </p:grpSpPr>
          <p:sp>
            <p:nvSpPr>
              <p:cNvPr id="320" name="TextBox 319">
                <a:extLst>
                  <a:ext uri="{FF2B5EF4-FFF2-40B4-BE49-F238E27FC236}">
                    <a16:creationId xmlns:a16="http://schemas.microsoft.com/office/drawing/2014/main" id="{586120F6-9B35-905E-95C7-54D450C53B52}"/>
                  </a:ext>
                </a:extLst>
              </p:cNvPr>
              <p:cNvSpPr txBox="1"/>
              <p:nvPr/>
            </p:nvSpPr>
            <p:spPr>
              <a:xfrm>
                <a:off x="3472818" y="5939021"/>
                <a:ext cx="2304021"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latin typeface="+mj-lt"/>
                  </a:rPr>
                  <a:t>Increase of </a:t>
                </a:r>
                <a:r>
                  <a:rPr kumimoji="0" lang="en-AU" sz="1400" b="1" i="0" u="none" strike="noStrike" kern="0" cap="none" spc="0" normalizeH="0" baseline="0" noProof="0">
                    <a:ln>
                      <a:noFill/>
                    </a:ln>
                    <a:solidFill>
                      <a:schemeClr val="bg1"/>
                    </a:solidFill>
                    <a:effectLst/>
                    <a:uLnTx/>
                    <a:uFillTx/>
                    <a:latin typeface="+mj-lt"/>
                  </a:rPr>
                  <a:t>visibility </a:t>
                </a:r>
                <a:r>
                  <a:rPr kumimoji="0" lang="en-AU" sz="1400" b="0" i="0" u="none" strike="noStrike" kern="0" cap="none" spc="0" normalizeH="0" baseline="0" noProof="0">
                    <a:ln>
                      <a:noFill/>
                    </a:ln>
                    <a:solidFill>
                      <a:schemeClr val="bg1"/>
                    </a:solidFill>
                    <a:effectLst/>
                    <a:uLnTx/>
                    <a:uFillTx/>
                    <a:latin typeface="+mj-lt"/>
                  </a:rPr>
                  <a:t>and </a:t>
                </a:r>
                <a:r>
                  <a:rPr kumimoji="0" lang="en-AU" sz="1400" b="1" i="0" u="none" strike="noStrike" kern="0" cap="none" spc="0" normalizeH="0" baseline="0" noProof="0">
                    <a:ln>
                      <a:noFill/>
                    </a:ln>
                    <a:solidFill>
                      <a:schemeClr val="bg1"/>
                    </a:solidFill>
                    <a:effectLst/>
                    <a:uLnTx/>
                    <a:uFillTx/>
                    <a:latin typeface="+mj-lt"/>
                  </a:rPr>
                  <a:t>granularity</a:t>
                </a:r>
              </a:p>
            </p:txBody>
          </p:sp>
          <p:grpSp>
            <p:nvGrpSpPr>
              <p:cNvPr id="321" name="Group 320">
                <a:extLst>
                  <a:ext uri="{FF2B5EF4-FFF2-40B4-BE49-F238E27FC236}">
                    <a16:creationId xmlns:a16="http://schemas.microsoft.com/office/drawing/2014/main" id="{72D9921B-0A2D-B7F5-6B82-DF7BC00E0F8E}"/>
                  </a:ext>
                </a:extLst>
              </p:cNvPr>
              <p:cNvGrpSpPr/>
              <p:nvPr/>
            </p:nvGrpSpPr>
            <p:grpSpPr>
              <a:xfrm>
                <a:off x="2945919" y="5963031"/>
                <a:ext cx="475200" cy="475200"/>
                <a:chOff x="2935257" y="6008238"/>
                <a:chExt cx="520788" cy="479160"/>
              </a:xfrm>
            </p:grpSpPr>
            <p:sp>
              <p:nvSpPr>
                <p:cNvPr id="331" name="Freeform 390">
                  <a:extLst>
                    <a:ext uri="{FF2B5EF4-FFF2-40B4-BE49-F238E27FC236}">
                      <a16:creationId xmlns:a16="http://schemas.microsoft.com/office/drawing/2014/main" id="{27F9766E-420A-835D-C432-AF94A0026A6D}"/>
                    </a:ext>
                  </a:extLst>
                </p:cNvPr>
                <p:cNvSpPr>
                  <a:spLocks/>
                </p:cNvSpPr>
                <p:nvPr/>
              </p:nvSpPr>
              <p:spPr bwMode="auto">
                <a:xfrm>
                  <a:off x="2935257" y="6008238"/>
                  <a:ext cx="520788" cy="479160"/>
                </a:xfrm>
                <a:custGeom>
                  <a:avLst/>
                  <a:gdLst>
                    <a:gd name="T0" fmla="*/ 33 w 233"/>
                    <a:gd name="T1" fmla="*/ 170 h 218"/>
                    <a:gd name="T2" fmla="*/ 56 w 233"/>
                    <a:gd name="T3" fmla="*/ 32 h 218"/>
                    <a:gd name="T4" fmla="*/ 200 w 233"/>
                    <a:gd name="T5" fmla="*/ 53 h 218"/>
                    <a:gd name="T6" fmla="*/ 174 w 233"/>
                    <a:gd name="T7" fmla="*/ 185 h 218"/>
                    <a:gd name="T8" fmla="*/ 33 w 233"/>
                    <a:gd name="T9" fmla="*/ 170 h 218"/>
                  </a:gdLst>
                  <a:ahLst/>
                  <a:cxnLst>
                    <a:cxn ang="0">
                      <a:pos x="T0" y="T1"/>
                    </a:cxn>
                    <a:cxn ang="0">
                      <a:pos x="T2" y="T3"/>
                    </a:cxn>
                    <a:cxn ang="0">
                      <a:pos x="T4" y="T5"/>
                    </a:cxn>
                    <a:cxn ang="0">
                      <a:pos x="T6" y="T7"/>
                    </a:cxn>
                    <a:cxn ang="0">
                      <a:pos x="T8" y="T9"/>
                    </a:cxn>
                  </a:cxnLst>
                  <a:rect l="0" t="0" r="r" b="b"/>
                  <a:pathLst>
                    <a:path w="233" h="218">
                      <a:moveTo>
                        <a:pt x="33" y="170"/>
                      </a:moveTo>
                      <a:cubicBezTo>
                        <a:pt x="0" y="127"/>
                        <a:pt x="10" y="65"/>
                        <a:pt x="56" y="32"/>
                      </a:cubicBezTo>
                      <a:cubicBezTo>
                        <a:pt x="102" y="0"/>
                        <a:pt x="166" y="9"/>
                        <a:pt x="200" y="53"/>
                      </a:cubicBezTo>
                      <a:cubicBezTo>
                        <a:pt x="233" y="96"/>
                        <a:pt x="219" y="153"/>
                        <a:pt x="174" y="185"/>
                      </a:cubicBezTo>
                      <a:cubicBezTo>
                        <a:pt x="128" y="218"/>
                        <a:pt x="67" y="214"/>
                        <a:pt x="33" y="170"/>
                      </a:cubicBezTo>
                    </a:path>
                  </a:pathLst>
                </a:custGeom>
                <a:solidFill>
                  <a:srgbClr val="12ABD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pic>
              <p:nvPicPr>
                <p:cNvPr id="332" name="Graphic 331">
                  <a:extLst>
                    <a:ext uri="{FF2B5EF4-FFF2-40B4-BE49-F238E27FC236}">
                      <a16:creationId xmlns:a16="http://schemas.microsoft.com/office/drawing/2014/main" id="{012FC762-BAD5-5754-A937-BEA5D3F10AD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052858" y="6148783"/>
                  <a:ext cx="289039" cy="180053"/>
                </a:xfrm>
                <a:prstGeom prst="rect">
                  <a:avLst/>
                </a:prstGeom>
              </p:spPr>
            </p:pic>
          </p:grpSp>
          <p:sp>
            <p:nvSpPr>
              <p:cNvPr id="322" name="TextBox 321">
                <a:extLst>
                  <a:ext uri="{FF2B5EF4-FFF2-40B4-BE49-F238E27FC236}">
                    <a16:creationId xmlns:a16="http://schemas.microsoft.com/office/drawing/2014/main" id="{4F4C6828-295B-76DE-00C4-810F0466398D}"/>
                  </a:ext>
                </a:extLst>
              </p:cNvPr>
              <p:cNvSpPr txBox="1"/>
              <p:nvPr/>
            </p:nvSpPr>
            <p:spPr>
              <a:xfrm>
                <a:off x="594392" y="5939485"/>
                <a:ext cx="2238625" cy="522293"/>
              </a:xfrm>
              <a:prstGeom prst="rect">
                <a:avLst/>
              </a:prstGeom>
              <a:noFill/>
            </p:spPr>
            <p:txBody>
              <a:bodyPr wrap="square"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latin typeface="+mj-lt"/>
                  </a:rPr>
                  <a:t>Increase </a:t>
                </a:r>
                <a:r>
                  <a:rPr kumimoji="0" lang="en-AU" sz="1400" b="1" i="0" u="none" strike="noStrike" kern="0" cap="none" spc="0" normalizeH="0" baseline="0" noProof="0">
                    <a:ln>
                      <a:noFill/>
                    </a:ln>
                    <a:solidFill>
                      <a:schemeClr val="bg1"/>
                    </a:solidFill>
                    <a:effectLst/>
                    <a:uLnTx/>
                    <a:uFillTx/>
                    <a:latin typeface="+mj-lt"/>
                  </a:rPr>
                  <a:t>process efficiency</a:t>
                </a:r>
                <a:r>
                  <a:rPr kumimoji="0" lang="en-AU" sz="1400" b="0" i="0" u="none" strike="noStrike" kern="0" cap="none" spc="0" normalizeH="0" baseline="0" noProof="0">
                    <a:ln>
                      <a:noFill/>
                    </a:ln>
                    <a:solidFill>
                      <a:schemeClr val="bg1"/>
                    </a:solidFill>
                    <a:effectLst/>
                    <a:uLnTx/>
                    <a:uFillTx/>
                    <a:latin typeface="+mj-lt"/>
                  </a:rPr>
                  <a:t> by 45%</a:t>
                </a:r>
              </a:p>
            </p:txBody>
          </p:sp>
          <p:grpSp>
            <p:nvGrpSpPr>
              <p:cNvPr id="323" name="Group 322">
                <a:extLst>
                  <a:ext uri="{FF2B5EF4-FFF2-40B4-BE49-F238E27FC236}">
                    <a16:creationId xmlns:a16="http://schemas.microsoft.com/office/drawing/2014/main" id="{494BD4AF-1E98-8425-6FC0-A62AAFCE7E9A}"/>
                  </a:ext>
                  <a:ext uri="{C183D7F6-B498-43B3-948B-1728B52AA6E4}">
                    <adec:decorative xmlns:adec="http://schemas.microsoft.com/office/drawing/2017/decorative" val="1"/>
                  </a:ext>
                </a:extLst>
              </p:cNvPr>
              <p:cNvGrpSpPr/>
              <p:nvPr/>
            </p:nvGrpSpPr>
            <p:grpSpPr>
              <a:xfrm>
                <a:off x="167182" y="5984631"/>
                <a:ext cx="432000" cy="432000"/>
                <a:chOff x="7732071" y="5872663"/>
                <a:chExt cx="743884" cy="696960"/>
              </a:xfrm>
            </p:grpSpPr>
            <p:sp>
              <p:nvSpPr>
                <p:cNvPr id="324" name="Freeform 199">
                  <a:extLst>
                    <a:ext uri="{FF2B5EF4-FFF2-40B4-BE49-F238E27FC236}">
                      <a16:creationId xmlns:a16="http://schemas.microsoft.com/office/drawing/2014/main" id="{C4EC7CEC-8C99-95AD-F58A-32235745DE89}"/>
                    </a:ext>
                  </a:extLst>
                </p:cNvPr>
                <p:cNvSpPr>
                  <a:spLocks noChangeAspect="1"/>
                </p:cNvSpPr>
                <p:nvPr/>
              </p:nvSpPr>
              <p:spPr bwMode="auto">
                <a:xfrm>
                  <a:off x="7732071" y="5872663"/>
                  <a:ext cx="743884" cy="696960"/>
                </a:xfrm>
                <a:custGeom>
                  <a:avLst/>
                  <a:gdLst>
                    <a:gd name="T0" fmla="*/ 29 w 253"/>
                    <a:gd name="T1" fmla="*/ 171 h 236"/>
                    <a:gd name="T2" fmla="*/ 73 w 253"/>
                    <a:gd name="T3" fmla="*/ 28 h 236"/>
                    <a:gd name="T4" fmla="*/ 223 w 253"/>
                    <a:gd name="T5" fmla="*/ 71 h 236"/>
                    <a:gd name="T6" fmla="*/ 176 w 253"/>
                    <a:gd name="T7" fmla="*/ 208 h 236"/>
                    <a:gd name="T8" fmla="*/ 29 w 253"/>
                    <a:gd name="T9" fmla="*/ 171 h 236"/>
                  </a:gdLst>
                  <a:ahLst/>
                  <a:cxnLst>
                    <a:cxn ang="0">
                      <a:pos x="T0" y="T1"/>
                    </a:cxn>
                    <a:cxn ang="0">
                      <a:pos x="T2" y="T3"/>
                    </a:cxn>
                    <a:cxn ang="0">
                      <a:pos x="T4" y="T5"/>
                    </a:cxn>
                    <a:cxn ang="0">
                      <a:pos x="T6" y="T7"/>
                    </a:cxn>
                    <a:cxn ang="0">
                      <a:pos x="T8" y="T9"/>
                    </a:cxn>
                  </a:cxnLst>
                  <a:rect l="0" t="0" r="r" b="b"/>
                  <a:pathLst>
                    <a:path w="253" h="236">
                      <a:moveTo>
                        <a:pt x="29" y="171"/>
                      </a:moveTo>
                      <a:cubicBezTo>
                        <a:pt x="0" y="120"/>
                        <a:pt x="19" y="56"/>
                        <a:pt x="73" y="28"/>
                      </a:cubicBezTo>
                      <a:cubicBezTo>
                        <a:pt x="127" y="0"/>
                        <a:pt x="194" y="19"/>
                        <a:pt x="223" y="71"/>
                      </a:cubicBezTo>
                      <a:cubicBezTo>
                        <a:pt x="253" y="122"/>
                        <a:pt x="230" y="180"/>
                        <a:pt x="176" y="208"/>
                      </a:cubicBezTo>
                      <a:cubicBezTo>
                        <a:pt x="122" y="236"/>
                        <a:pt x="58" y="223"/>
                        <a:pt x="29" y="171"/>
                      </a:cubicBezTo>
                    </a:path>
                  </a:pathLst>
                </a:custGeom>
                <a:solidFill>
                  <a:srgbClr val="27293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grpSp>
              <p:nvGrpSpPr>
                <p:cNvPr id="325" name="Groupe 292">
                  <a:extLst>
                    <a:ext uri="{FF2B5EF4-FFF2-40B4-BE49-F238E27FC236}">
                      <a16:creationId xmlns:a16="http://schemas.microsoft.com/office/drawing/2014/main" id="{009C29A7-76C6-C078-E3B2-027B8DC31B51}"/>
                    </a:ext>
                  </a:extLst>
                </p:cNvPr>
                <p:cNvGrpSpPr/>
                <p:nvPr/>
              </p:nvGrpSpPr>
              <p:grpSpPr>
                <a:xfrm>
                  <a:off x="7921517" y="6056880"/>
                  <a:ext cx="379248" cy="320794"/>
                  <a:chOff x="9088438" y="2917825"/>
                  <a:chExt cx="422275" cy="357188"/>
                </a:xfrm>
                <a:solidFill>
                  <a:srgbClr val="FFFFFF"/>
                </a:solidFill>
              </p:grpSpPr>
              <p:sp>
                <p:nvSpPr>
                  <p:cNvPr id="326" name="Freeform 200">
                    <a:extLst>
                      <a:ext uri="{FF2B5EF4-FFF2-40B4-BE49-F238E27FC236}">
                        <a16:creationId xmlns:a16="http://schemas.microsoft.com/office/drawing/2014/main" id="{064F4AC4-5C1C-3E22-F328-7A3CF7AFC889}"/>
                      </a:ext>
                    </a:extLst>
                  </p:cNvPr>
                  <p:cNvSpPr>
                    <a:spLocks/>
                  </p:cNvSpPr>
                  <p:nvPr/>
                </p:nvSpPr>
                <p:spPr bwMode="auto">
                  <a:xfrm>
                    <a:off x="9088438" y="2917825"/>
                    <a:ext cx="422275" cy="211137"/>
                  </a:xfrm>
                  <a:custGeom>
                    <a:avLst/>
                    <a:gdLst>
                      <a:gd name="T0" fmla="*/ 85 w 125"/>
                      <a:gd name="T1" fmla="*/ 0 h 62"/>
                      <a:gd name="T2" fmla="*/ 85 w 125"/>
                      <a:gd name="T3" fmla="*/ 0 h 62"/>
                      <a:gd name="T4" fmla="*/ 125 w 125"/>
                      <a:gd name="T5" fmla="*/ 5 h 62"/>
                      <a:gd name="T6" fmla="*/ 125 w 125"/>
                      <a:gd name="T7" fmla="*/ 6 h 62"/>
                      <a:gd name="T8" fmla="*/ 111 w 125"/>
                      <a:gd name="T9" fmla="*/ 44 h 62"/>
                      <a:gd name="T10" fmla="*/ 102 w 125"/>
                      <a:gd name="T11" fmla="*/ 30 h 62"/>
                      <a:gd name="T12" fmla="*/ 61 w 125"/>
                      <a:gd name="T13" fmla="*/ 54 h 62"/>
                      <a:gd name="T14" fmla="*/ 54 w 125"/>
                      <a:gd name="T15" fmla="*/ 48 h 62"/>
                      <a:gd name="T16" fmla="*/ 48 w 125"/>
                      <a:gd name="T17" fmla="*/ 41 h 62"/>
                      <a:gd name="T18" fmla="*/ 9 w 125"/>
                      <a:gd name="T19" fmla="*/ 62 h 62"/>
                      <a:gd name="T20" fmla="*/ 0 w 125"/>
                      <a:gd name="T21" fmla="*/ 47 h 62"/>
                      <a:gd name="T22" fmla="*/ 0 w 125"/>
                      <a:gd name="T23" fmla="*/ 47 h 62"/>
                      <a:gd name="T24" fmla="*/ 51 w 125"/>
                      <a:gd name="T25" fmla="*/ 20 h 62"/>
                      <a:gd name="T26" fmla="*/ 58 w 125"/>
                      <a:gd name="T27" fmla="*/ 26 h 62"/>
                      <a:gd name="T28" fmla="*/ 64 w 125"/>
                      <a:gd name="T29" fmla="*/ 32 h 62"/>
                      <a:gd name="T30" fmla="*/ 93 w 125"/>
                      <a:gd name="T31" fmla="*/ 14 h 62"/>
                      <a:gd name="T32" fmla="*/ 85 w 125"/>
                      <a:gd name="T33"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 h="62">
                        <a:moveTo>
                          <a:pt x="85" y="0"/>
                        </a:moveTo>
                        <a:cubicBezTo>
                          <a:pt x="85" y="0"/>
                          <a:pt x="85" y="0"/>
                          <a:pt x="85" y="0"/>
                        </a:cubicBezTo>
                        <a:cubicBezTo>
                          <a:pt x="98" y="2"/>
                          <a:pt x="112" y="3"/>
                          <a:pt x="125" y="5"/>
                        </a:cubicBezTo>
                        <a:cubicBezTo>
                          <a:pt x="125" y="6"/>
                          <a:pt x="125" y="6"/>
                          <a:pt x="125" y="6"/>
                        </a:cubicBezTo>
                        <a:cubicBezTo>
                          <a:pt x="123" y="18"/>
                          <a:pt x="119" y="31"/>
                          <a:pt x="111" y="44"/>
                        </a:cubicBezTo>
                        <a:cubicBezTo>
                          <a:pt x="108" y="39"/>
                          <a:pt x="104" y="36"/>
                          <a:pt x="102" y="30"/>
                        </a:cubicBezTo>
                        <a:cubicBezTo>
                          <a:pt x="88" y="38"/>
                          <a:pt x="75" y="46"/>
                          <a:pt x="61" y="54"/>
                        </a:cubicBezTo>
                        <a:cubicBezTo>
                          <a:pt x="59" y="52"/>
                          <a:pt x="57" y="50"/>
                          <a:pt x="54" y="48"/>
                        </a:cubicBezTo>
                        <a:cubicBezTo>
                          <a:pt x="52" y="46"/>
                          <a:pt x="51" y="43"/>
                          <a:pt x="48" y="41"/>
                        </a:cubicBezTo>
                        <a:cubicBezTo>
                          <a:pt x="35" y="48"/>
                          <a:pt x="22" y="55"/>
                          <a:pt x="9" y="62"/>
                        </a:cubicBezTo>
                        <a:cubicBezTo>
                          <a:pt x="8" y="57"/>
                          <a:pt x="0" y="54"/>
                          <a:pt x="0" y="47"/>
                        </a:cubicBezTo>
                        <a:cubicBezTo>
                          <a:pt x="0" y="47"/>
                          <a:pt x="0" y="47"/>
                          <a:pt x="0" y="47"/>
                        </a:cubicBezTo>
                        <a:cubicBezTo>
                          <a:pt x="18" y="38"/>
                          <a:pt x="34" y="30"/>
                          <a:pt x="51" y="20"/>
                        </a:cubicBezTo>
                        <a:cubicBezTo>
                          <a:pt x="54" y="20"/>
                          <a:pt x="56" y="23"/>
                          <a:pt x="58" y="26"/>
                        </a:cubicBezTo>
                        <a:cubicBezTo>
                          <a:pt x="60" y="28"/>
                          <a:pt x="62" y="31"/>
                          <a:pt x="64" y="32"/>
                        </a:cubicBezTo>
                        <a:cubicBezTo>
                          <a:pt x="74" y="26"/>
                          <a:pt x="83" y="20"/>
                          <a:pt x="93" y="14"/>
                        </a:cubicBezTo>
                        <a:cubicBezTo>
                          <a:pt x="88" y="10"/>
                          <a:pt x="87" y="5"/>
                          <a:pt x="8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sp>
                <p:nvSpPr>
                  <p:cNvPr id="327" name="Freeform 201">
                    <a:extLst>
                      <a:ext uri="{FF2B5EF4-FFF2-40B4-BE49-F238E27FC236}">
                        <a16:creationId xmlns:a16="http://schemas.microsoft.com/office/drawing/2014/main" id="{DF4CADA2-1729-A18C-B51E-DA326B447A19}"/>
                      </a:ext>
                    </a:extLst>
                  </p:cNvPr>
                  <p:cNvSpPr>
                    <a:spLocks/>
                  </p:cNvSpPr>
                  <p:nvPr/>
                </p:nvSpPr>
                <p:spPr bwMode="auto">
                  <a:xfrm>
                    <a:off x="9372600" y="3049588"/>
                    <a:ext cx="57150" cy="225425"/>
                  </a:xfrm>
                  <a:custGeom>
                    <a:avLst/>
                    <a:gdLst>
                      <a:gd name="T0" fmla="*/ 14 w 17"/>
                      <a:gd name="T1" fmla="*/ 66 h 66"/>
                      <a:gd name="T2" fmla="*/ 3 w 17"/>
                      <a:gd name="T3" fmla="*/ 66 h 66"/>
                      <a:gd name="T4" fmla="*/ 0 w 17"/>
                      <a:gd name="T5" fmla="*/ 63 h 66"/>
                      <a:gd name="T6" fmla="*/ 0 w 17"/>
                      <a:gd name="T7" fmla="*/ 10 h 66"/>
                      <a:gd name="T8" fmla="*/ 1 w 17"/>
                      <a:gd name="T9" fmla="*/ 8 h 66"/>
                      <a:gd name="T10" fmla="*/ 13 w 17"/>
                      <a:gd name="T11" fmla="*/ 1 h 66"/>
                      <a:gd name="T12" fmla="*/ 17 w 17"/>
                      <a:gd name="T13" fmla="*/ 4 h 66"/>
                      <a:gd name="T14" fmla="*/ 17 w 17"/>
                      <a:gd name="T15" fmla="*/ 63 h 66"/>
                      <a:gd name="T16" fmla="*/ 14 w 17"/>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66">
                        <a:moveTo>
                          <a:pt x="14" y="66"/>
                        </a:moveTo>
                        <a:cubicBezTo>
                          <a:pt x="3" y="66"/>
                          <a:pt x="3" y="66"/>
                          <a:pt x="3" y="66"/>
                        </a:cubicBezTo>
                        <a:cubicBezTo>
                          <a:pt x="1" y="66"/>
                          <a:pt x="0" y="65"/>
                          <a:pt x="0" y="63"/>
                        </a:cubicBezTo>
                        <a:cubicBezTo>
                          <a:pt x="0" y="10"/>
                          <a:pt x="0" y="10"/>
                          <a:pt x="0" y="10"/>
                        </a:cubicBezTo>
                        <a:cubicBezTo>
                          <a:pt x="0" y="9"/>
                          <a:pt x="1" y="8"/>
                          <a:pt x="1" y="8"/>
                        </a:cubicBezTo>
                        <a:cubicBezTo>
                          <a:pt x="5" y="6"/>
                          <a:pt x="9" y="3"/>
                          <a:pt x="13" y="1"/>
                        </a:cubicBezTo>
                        <a:cubicBezTo>
                          <a:pt x="15" y="0"/>
                          <a:pt x="17" y="2"/>
                          <a:pt x="17" y="4"/>
                        </a:cubicBezTo>
                        <a:cubicBezTo>
                          <a:pt x="17" y="63"/>
                          <a:pt x="17" y="63"/>
                          <a:pt x="17" y="63"/>
                        </a:cubicBezTo>
                        <a:cubicBezTo>
                          <a:pt x="17" y="65"/>
                          <a:pt x="16" y="66"/>
                          <a:pt x="14"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sp>
                <p:nvSpPr>
                  <p:cNvPr id="328" name="Freeform 202">
                    <a:extLst>
                      <a:ext uri="{FF2B5EF4-FFF2-40B4-BE49-F238E27FC236}">
                        <a16:creationId xmlns:a16="http://schemas.microsoft.com/office/drawing/2014/main" id="{4DE58BCF-5940-0033-C7A7-5A85757A2A3C}"/>
                      </a:ext>
                    </a:extLst>
                  </p:cNvPr>
                  <p:cNvSpPr>
                    <a:spLocks/>
                  </p:cNvSpPr>
                  <p:nvPr/>
                </p:nvSpPr>
                <p:spPr bwMode="auto">
                  <a:xfrm>
                    <a:off x="9210675" y="3087688"/>
                    <a:ext cx="60325" cy="187325"/>
                  </a:xfrm>
                  <a:custGeom>
                    <a:avLst/>
                    <a:gdLst>
                      <a:gd name="T0" fmla="*/ 15 w 18"/>
                      <a:gd name="T1" fmla="*/ 55 h 55"/>
                      <a:gd name="T2" fmla="*/ 3 w 18"/>
                      <a:gd name="T3" fmla="*/ 55 h 55"/>
                      <a:gd name="T4" fmla="*/ 0 w 18"/>
                      <a:gd name="T5" fmla="*/ 52 h 55"/>
                      <a:gd name="T6" fmla="*/ 0 w 18"/>
                      <a:gd name="T7" fmla="*/ 7 h 55"/>
                      <a:gd name="T8" fmla="*/ 2 w 18"/>
                      <a:gd name="T9" fmla="*/ 4 h 55"/>
                      <a:gd name="T10" fmla="*/ 9 w 18"/>
                      <a:gd name="T11" fmla="*/ 0 h 55"/>
                      <a:gd name="T12" fmla="*/ 13 w 18"/>
                      <a:gd name="T13" fmla="*/ 1 h 55"/>
                      <a:gd name="T14" fmla="*/ 18 w 18"/>
                      <a:gd name="T15" fmla="*/ 6 h 55"/>
                      <a:gd name="T16" fmla="*/ 18 w 18"/>
                      <a:gd name="T17" fmla="*/ 12 h 55"/>
                      <a:gd name="T18" fmla="*/ 18 w 18"/>
                      <a:gd name="T19" fmla="*/ 52 h 55"/>
                      <a:gd name="T20" fmla="*/ 15 w 1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55">
                        <a:moveTo>
                          <a:pt x="15" y="55"/>
                        </a:moveTo>
                        <a:cubicBezTo>
                          <a:pt x="3" y="55"/>
                          <a:pt x="3" y="55"/>
                          <a:pt x="3" y="55"/>
                        </a:cubicBezTo>
                        <a:cubicBezTo>
                          <a:pt x="2" y="55"/>
                          <a:pt x="0" y="54"/>
                          <a:pt x="0" y="52"/>
                        </a:cubicBezTo>
                        <a:cubicBezTo>
                          <a:pt x="0" y="7"/>
                          <a:pt x="0" y="7"/>
                          <a:pt x="0" y="7"/>
                        </a:cubicBezTo>
                        <a:cubicBezTo>
                          <a:pt x="0" y="6"/>
                          <a:pt x="1" y="4"/>
                          <a:pt x="2" y="4"/>
                        </a:cubicBezTo>
                        <a:cubicBezTo>
                          <a:pt x="5" y="3"/>
                          <a:pt x="7" y="1"/>
                          <a:pt x="9" y="0"/>
                        </a:cubicBezTo>
                        <a:cubicBezTo>
                          <a:pt x="10" y="0"/>
                          <a:pt x="12" y="0"/>
                          <a:pt x="13" y="1"/>
                        </a:cubicBezTo>
                        <a:cubicBezTo>
                          <a:pt x="15" y="2"/>
                          <a:pt x="17" y="4"/>
                          <a:pt x="18" y="6"/>
                        </a:cubicBezTo>
                        <a:cubicBezTo>
                          <a:pt x="18" y="8"/>
                          <a:pt x="18" y="10"/>
                          <a:pt x="18" y="12"/>
                        </a:cubicBezTo>
                        <a:cubicBezTo>
                          <a:pt x="18" y="52"/>
                          <a:pt x="18" y="52"/>
                          <a:pt x="18" y="52"/>
                        </a:cubicBezTo>
                        <a:cubicBezTo>
                          <a:pt x="18" y="54"/>
                          <a:pt x="16" y="55"/>
                          <a:pt x="15"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sp>
                <p:nvSpPr>
                  <p:cNvPr id="329" name="Freeform 203">
                    <a:extLst>
                      <a:ext uri="{FF2B5EF4-FFF2-40B4-BE49-F238E27FC236}">
                        <a16:creationId xmlns:a16="http://schemas.microsoft.com/office/drawing/2014/main" id="{52B5B308-4A18-6866-60E7-FD0DE47BD0BB}"/>
                      </a:ext>
                    </a:extLst>
                  </p:cNvPr>
                  <p:cNvSpPr>
                    <a:spLocks/>
                  </p:cNvSpPr>
                  <p:nvPr/>
                </p:nvSpPr>
                <p:spPr bwMode="auto">
                  <a:xfrm>
                    <a:off x="9291638" y="3097213"/>
                    <a:ext cx="57150" cy="177800"/>
                  </a:xfrm>
                  <a:custGeom>
                    <a:avLst/>
                    <a:gdLst>
                      <a:gd name="T0" fmla="*/ 14 w 17"/>
                      <a:gd name="T1" fmla="*/ 52 h 52"/>
                      <a:gd name="T2" fmla="*/ 3 w 17"/>
                      <a:gd name="T3" fmla="*/ 52 h 52"/>
                      <a:gd name="T4" fmla="*/ 0 w 17"/>
                      <a:gd name="T5" fmla="*/ 49 h 52"/>
                      <a:gd name="T6" fmla="*/ 0 w 17"/>
                      <a:gd name="T7" fmla="*/ 10 h 52"/>
                      <a:gd name="T8" fmla="*/ 2 w 17"/>
                      <a:gd name="T9" fmla="*/ 8 h 52"/>
                      <a:gd name="T10" fmla="*/ 13 w 17"/>
                      <a:gd name="T11" fmla="*/ 1 h 52"/>
                      <a:gd name="T12" fmla="*/ 17 w 17"/>
                      <a:gd name="T13" fmla="*/ 4 h 52"/>
                      <a:gd name="T14" fmla="*/ 17 w 17"/>
                      <a:gd name="T15" fmla="*/ 49 h 52"/>
                      <a:gd name="T16" fmla="*/ 14 w 17"/>
                      <a:gd name="T1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52">
                        <a:moveTo>
                          <a:pt x="14" y="52"/>
                        </a:moveTo>
                        <a:cubicBezTo>
                          <a:pt x="3" y="52"/>
                          <a:pt x="3" y="52"/>
                          <a:pt x="3" y="52"/>
                        </a:cubicBezTo>
                        <a:cubicBezTo>
                          <a:pt x="2" y="52"/>
                          <a:pt x="0" y="51"/>
                          <a:pt x="0" y="49"/>
                        </a:cubicBezTo>
                        <a:cubicBezTo>
                          <a:pt x="0" y="10"/>
                          <a:pt x="0" y="10"/>
                          <a:pt x="0" y="10"/>
                        </a:cubicBezTo>
                        <a:cubicBezTo>
                          <a:pt x="0" y="9"/>
                          <a:pt x="1" y="8"/>
                          <a:pt x="2" y="8"/>
                        </a:cubicBezTo>
                        <a:cubicBezTo>
                          <a:pt x="5" y="6"/>
                          <a:pt x="9" y="3"/>
                          <a:pt x="13" y="1"/>
                        </a:cubicBezTo>
                        <a:cubicBezTo>
                          <a:pt x="15" y="0"/>
                          <a:pt x="17" y="1"/>
                          <a:pt x="17" y="4"/>
                        </a:cubicBezTo>
                        <a:cubicBezTo>
                          <a:pt x="17" y="49"/>
                          <a:pt x="17" y="49"/>
                          <a:pt x="17" y="49"/>
                        </a:cubicBezTo>
                        <a:cubicBezTo>
                          <a:pt x="17" y="51"/>
                          <a:pt x="16" y="52"/>
                          <a:pt x="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sp>
                <p:nvSpPr>
                  <p:cNvPr id="330" name="Freeform 204">
                    <a:extLst>
                      <a:ext uri="{FF2B5EF4-FFF2-40B4-BE49-F238E27FC236}">
                        <a16:creationId xmlns:a16="http://schemas.microsoft.com/office/drawing/2014/main" id="{15D6F2F6-8004-15EF-FBF7-E6134FF5802B}"/>
                      </a:ext>
                    </a:extLst>
                  </p:cNvPr>
                  <p:cNvSpPr>
                    <a:spLocks/>
                  </p:cNvSpPr>
                  <p:nvPr/>
                </p:nvSpPr>
                <p:spPr bwMode="auto">
                  <a:xfrm>
                    <a:off x="9121775" y="3117850"/>
                    <a:ext cx="58738" cy="157162"/>
                  </a:xfrm>
                  <a:custGeom>
                    <a:avLst/>
                    <a:gdLst>
                      <a:gd name="T0" fmla="*/ 14 w 17"/>
                      <a:gd name="T1" fmla="*/ 46 h 46"/>
                      <a:gd name="T2" fmla="*/ 3 w 17"/>
                      <a:gd name="T3" fmla="*/ 46 h 46"/>
                      <a:gd name="T4" fmla="*/ 0 w 17"/>
                      <a:gd name="T5" fmla="*/ 43 h 46"/>
                      <a:gd name="T6" fmla="*/ 0 w 17"/>
                      <a:gd name="T7" fmla="*/ 10 h 46"/>
                      <a:gd name="T8" fmla="*/ 1 w 17"/>
                      <a:gd name="T9" fmla="*/ 7 h 46"/>
                      <a:gd name="T10" fmla="*/ 13 w 17"/>
                      <a:gd name="T11" fmla="*/ 1 h 46"/>
                      <a:gd name="T12" fmla="*/ 17 w 17"/>
                      <a:gd name="T13" fmla="*/ 4 h 46"/>
                      <a:gd name="T14" fmla="*/ 17 w 17"/>
                      <a:gd name="T15" fmla="*/ 43 h 46"/>
                      <a:gd name="T16" fmla="*/ 14 w 17"/>
                      <a:gd name="T1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46">
                        <a:moveTo>
                          <a:pt x="14" y="46"/>
                        </a:moveTo>
                        <a:cubicBezTo>
                          <a:pt x="3" y="46"/>
                          <a:pt x="3" y="46"/>
                          <a:pt x="3" y="46"/>
                        </a:cubicBezTo>
                        <a:cubicBezTo>
                          <a:pt x="1" y="46"/>
                          <a:pt x="0" y="45"/>
                          <a:pt x="0" y="43"/>
                        </a:cubicBezTo>
                        <a:cubicBezTo>
                          <a:pt x="0" y="10"/>
                          <a:pt x="0" y="10"/>
                          <a:pt x="0" y="10"/>
                        </a:cubicBezTo>
                        <a:cubicBezTo>
                          <a:pt x="0" y="9"/>
                          <a:pt x="0" y="8"/>
                          <a:pt x="1" y="7"/>
                        </a:cubicBezTo>
                        <a:cubicBezTo>
                          <a:pt x="5" y="5"/>
                          <a:pt x="9" y="3"/>
                          <a:pt x="13" y="1"/>
                        </a:cubicBezTo>
                        <a:cubicBezTo>
                          <a:pt x="15" y="0"/>
                          <a:pt x="17" y="2"/>
                          <a:pt x="17" y="4"/>
                        </a:cubicBezTo>
                        <a:cubicBezTo>
                          <a:pt x="17" y="43"/>
                          <a:pt x="17" y="43"/>
                          <a:pt x="17" y="43"/>
                        </a:cubicBezTo>
                        <a:cubicBezTo>
                          <a:pt x="17" y="45"/>
                          <a:pt x="16" y="46"/>
                          <a:pt x="14"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grpSp>
          </p:grpSp>
        </p:grpSp>
        <p:grpSp>
          <p:nvGrpSpPr>
            <p:cNvPr id="42" name="Group 41">
              <a:extLst>
                <a:ext uri="{FF2B5EF4-FFF2-40B4-BE49-F238E27FC236}">
                  <a16:creationId xmlns:a16="http://schemas.microsoft.com/office/drawing/2014/main" id="{4F3B7DF1-C12E-782C-C5E1-9EA0D28EA161}"/>
                </a:ext>
              </a:extLst>
            </p:cNvPr>
            <p:cNvGrpSpPr/>
            <p:nvPr/>
          </p:nvGrpSpPr>
          <p:grpSpPr>
            <a:xfrm>
              <a:off x="167182" y="4670034"/>
              <a:ext cx="5735473" cy="432000"/>
              <a:chOff x="167182" y="4670034"/>
              <a:chExt cx="5735473" cy="432000"/>
            </a:xfrm>
          </p:grpSpPr>
          <p:sp>
            <p:nvSpPr>
              <p:cNvPr id="54" name="TextBox 53">
                <a:extLst>
                  <a:ext uri="{FF2B5EF4-FFF2-40B4-BE49-F238E27FC236}">
                    <a16:creationId xmlns:a16="http://schemas.microsoft.com/office/drawing/2014/main" id="{2B760CDF-FBA9-25E2-24E4-BA15CADFE2F1}"/>
                  </a:ext>
                </a:extLst>
              </p:cNvPr>
              <p:cNvSpPr txBox="1"/>
              <p:nvPr/>
            </p:nvSpPr>
            <p:spPr>
              <a:xfrm>
                <a:off x="3533988" y="4670591"/>
                <a:ext cx="2368667" cy="430887"/>
              </a:xfrm>
              <a:prstGeom prst="rect">
                <a:avLst/>
              </a:prstGeom>
              <a:noFill/>
            </p:spPr>
            <p:txBody>
              <a:bodyPr wrap="square" lIns="7200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latin typeface="+mj-lt"/>
                  </a:rPr>
                  <a:t>Decrease of </a:t>
                </a:r>
                <a:r>
                  <a:rPr kumimoji="0" lang="en-AU" sz="1400" b="1" i="0" u="none" strike="noStrike" kern="0" cap="none" spc="0" normalizeH="0" baseline="0" noProof="0">
                    <a:ln>
                      <a:noFill/>
                    </a:ln>
                    <a:solidFill>
                      <a:schemeClr val="bg1"/>
                    </a:solidFill>
                    <a:effectLst/>
                    <a:uLnTx/>
                    <a:uFillTx/>
                    <a:latin typeface="+mj-lt"/>
                  </a:rPr>
                  <a:t>inventory </a:t>
                </a:r>
                <a:r>
                  <a:rPr kumimoji="0" lang="en-AU" sz="1400" b="0" i="0" u="none" strike="noStrike" kern="0" cap="none" spc="0" normalizeH="0" baseline="0" noProof="0">
                    <a:ln>
                      <a:noFill/>
                    </a:ln>
                    <a:solidFill>
                      <a:schemeClr val="bg1"/>
                    </a:solidFill>
                    <a:effectLst/>
                    <a:uLnTx/>
                    <a:uFillTx/>
                    <a:latin typeface="+mj-lt"/>
                  </a:rPr>
                  <a:t>and </a:t>
                </a:r>
                <a:r>
                  <a:rPr kumimoji="0" lang="en-AU" sz="1400" b="1" i="0" u="none" strike="noStrike" kern="0" cap="none" spc="0" normalizeH="0" baseline="0" noProof="0">
                    <a:ln>
                      <a:noFill/>
                    </a:ln>
                    <a:solidFill>
                      <a:schemeClr val="bg1"/>
                    </a:solidFill>
                    <a:effectLst/>
                    <a:uLnTx/>
                    <a:uFillTx/>
                    <a:latin typeface="+mj-lt"/>
                  </a:rPr>
                  <a:t>waste </a:t>
                </a:r>
                <a:r>
                  <a:rPr kumimoji="0" lang="en-AU" sz="1400" b="0" i="0" u="none" strike="noStrike" kern="0" cap="none" spc="0" normalizeH="0" baseline="0" noProof="0">
                    <a:ln>
                      <a:noFill/>
                    </a:ln>
                    <a:solidFill>
                      <a:schemeClr val="bg1"/>
                    </a:solidFill>
                    <a:effectLst/>
                    <a:uLnTx/>
                    <a:uFillTx/>
                    <a:latin typeface="+mj-lt"/>
                  </a:rPr>
                  <a:t>by 10-15%</a:t>
                </a:r>
              </a:p>
            </p:txBody>
          </p:sp>
          <p:grpSp>
            <p:nvGrpSpPr>
              <p:cNvPr id="55" name="Group 54">
                <a:extLst>
                  <a:ext uri="{FF2B5EF4-FFF2-40B4-BE49-F238E27FC236}">
                    <a16:creationId xmlns:a16="http://schemas.microsoft.com/office/drawing/2014/main" id="{D9C1B167-FFC4-FF95-C908-D98386AC6DB1}"/>
                  </a:ext>
                </a:extLst>
              </p:cNvPr>
              <p:cNvGrpSpPr/>
              <p:nvPr/>
            </p:nvGrpSpPr>
            <p:grpSpPr>
              <a:xfrm>
                <a:off x="2967519" y="4670034"/>
                <a:ext cx="432000" cy="432000"/>
                <a:chOff x="1079775" y="5694716"/>
                <a:chExt cx="430404" cy="396000"/>
              </a:xfrm>
            </p:grpSpPr>
            <p:sp>
              <p:nvSpPr>
                <p:cNvPr id="62" name="Oval 61">
                  <a:extLst>
                    <a:ext uri="{FF2B5EF4-FFF2-40B4-BE49-F238E27FC236}">
                      <a16:creationId xmlns:a16="http://schemas.microsoft.com/office/drawing/2014/main" id="{7FF9772A-78DE-30C5-DB1C-2D42B02E97CE}"/>
                    </a:ext>
                  </a:extLst>
                </p:cNvPr>
                <p:cNvSpPr/>
                <p:nvPr/>
              </p:nvSpPr>
              <p:spPr>
                <a:xfrm>
                  <a:off x="1079775" y="5694716"/>
                  <a:ext cx="430404" cy="396000"/>
                </a:xfrm>
                <a:prstGeom prst="ellipse">
                  <a:avLst/>
                </a:prstGeom>
                <a:solidFill>
                  <a:srgbClr val="008CDA"/>
                </a:soli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a typeface="+mn-ea"/>
                    <a:cs typeface="+mn-cs"/>
                  </a:endParaRPr>
                </a:p>
              </p:txBody>
            </p:sp>
            <p:sp>
              <p:nvSpPr>
                <p:cNvPr id="63" name="Graphic 2">
                  <a:extLst>
                    <a:ext uri="{FF2B5EF4-FFF2-40B4-BE49-F238E27FC236}">
                      <a16:creationId xmlns:a16="http://schemas.microsoft.com/office/drawing/2014/main" id="{E2C80FED-866D-D1BA-76B7-82DB5B2F5103}"/>
                    </a:ext>
                  </a:extLst>
                </p:cNvPr>
                <p:cNvSpPr>
                  <a:spLocks noChangeAspect="1"/>
                </p:cNvSpPr>
                <p:nvPr/>
              </p:nvSpPr>
              <p:spPr>
                <a:xfrm>
                  <a:off x="1212779" y="5761182"/>
                  <a:ext cx="185009" cy="263068"/>
                </a:xfrm>
                <a:custGeom>
                  <a:avLst/>
                  <a:gdLst>
                    <a:gd name="connsiteX0" fmla="*/ 154632 w 299702"/>
                    <a:gd name="connsiteY0" fmla="*/ 1947 h 463175"/>
                    <a:gd name="connsiteX1" fmla="*/ 145096 w 299702"/>
                    <a:gd name="connsiteY1" fmla="*/ 1947 h 463175"/>
                    <a:gd name="connsiteX2" fmla="*/ 5053 w 299702"/>
                    <a:gd name="connsiteY2" fmla="*/ 290205 h 463175"/>
                    <a:gd name="connsiteX3" fmla="*/ 143052 w 299702"/>
                    <a:gd name="connsiteY3" fmla="*/ 380388 h 463175"/>
                    <a:gd name="connsiteX4" fmla="*/ 143052 w 299702"/>
                    <a:gd name="connsiteY4" fmla="*/ 460899 h 463175"/>
                    <a:gd name="connsiteX5" fmla="*/ 149864 w 299702"/>
                    <a:gd name="connsiteY5" fmla="*/ 467710 h 463175"/>
                    <a:gd name="connsiteX6" fmla="*/ 156675 w 299702"/>
                    <a:gd name="connsiteY6" fmla="*/ 460899 h 463175"/>
                    <a:gd name="connsiteX7" fmla="*/ 156675 w 299702"/>
                    <a:gd name="connsiteY7" fmla="*/ 380388 h 463175"/>
                    <a:gd name="connsiteX8" fmla="*/ 294674 w 299702"/>
                    <a:gd name="connsiteY8" fmla="*/ 290205 h 463175"/>
                    <a:gd name="connsiteX9" fmla="*/ 154632 w 299702"/>
                    <a:gd name="connsiteY9" fmla="*/ 1947 h 463175"/>
                    <a:gd name="connsiteX10" fmla="*/ 17995 w 299702"/>
                    <a:gd name="connsiteY10" fmla="*/ 286119 h 463175"/>
                    <a:gd name="connsiteX11" fmla="*/ 143052 w 299702"/>
                    <a:gd name="connsiteY11" fmla="*/ 23744 h 463175"/>
                    <a:gd name="connsiteX12" fmla="*/ 143052 w 299702"/>
                    <a:gd name="connsiteY12" fmla="*/ 161470 h 463175"/>
                    <a:gd name="connsiteX13" fmla="*/ 106271 w 299702"/>
                    <a:gd name="connsiteY13" fmla="*/ 128094 h 463175"/>
                    <a:gd name="connsiteX14" fmla="*/ 96638 w 299702"/>
                    <a:gd name="connsiteY14" fmla="*/ 128002 h 463175"/>
                    <a:gd name="connsiteX15" fmla="*/ 96546 w 299702"/>
                    <a:gd name="connsiteY15" fmla="*/ 137634 h 463175"/>
                    <a:gd name="connsiteX16" fmla="*/ 97143 w 299702"/>
                    <a:gd name="connsiteY16" fmla="*/ 138175 h 463175"/>
                    <a:gd name="connsiteX17" fmla="*/ 143052 w 299702"/>
                    <a:gd name="connsiteY17" fmla="*/ 179861 h 463175"/>
                    <a:gd name="connsiteX18" fmla="*/ 143052 w 299702"/>
                    <a:gd name="connsiteY18" fmla="*/ 270725 h 463175"/>
                    <a:gd name="connsiteX19" fmla="*/ 72622 w 299702"/>
                    <a:gd name="connsiteY19" fmla="*/ 210512 h 463175"/>
                    <a:gd name="connsiteX20" fmla="*/ 63018 w 299702"/>
                    <a:gd name="connsiteY20" fmla="*/ 211261 h 463175"/>
                    <a:gd name="connsiteX21" fmla="*/ 63767 w 299702"/>
                    <a:gd name="connsiteY21" fmla="*/ 220865 h 463175"/>
                    <a:gd name="connsiteX22" fmla="*/ 143052 w 299702"/>
                    <a:gd name="connsiteY22" fmla="*/ 288979 h 463175"/>
                    <a:gd name="connsiteX23" fmla="*/ 143052 w 299702"/>
                    <a:gd name="connsiteY23" fmla="*/ 366629 h 463175"/>
                    <a:gd name="connsiteX24" fmla="*/ 17995 w 299702"/>
                    <a:gd name="connsiteY24" fmla="*/ 286119 h 463175"/>
                    <a:gd name="connsiteX25" fmla="*/ 281732 w 299702"/>
                    <a:gd name="connsiteY25" fmla="*/ 286119 h 463175"/>
                    <a:gd name="connsiteX26" fmla="*/ 156675 w 299702"/>
                    <a:gd name="connsiteY26" fmla="*/ 366493 h 463175"/>
                    <a:gd name="connsiteX27" fmla="*/ 156675 w 299702"/>
                    <a:gd name="connsiteY27" fmla="*/ 288571 h 463175"/>
                    <a:gd name="connsiteX28" fmla="*/ 236096 w 299702"/>
                    <a:gd name="connsiteY28" fmla="*/ 218005 h 463175"/>
                    <a:gd name="connsiteX29" fmla="*/ 236289 w 299702"/>
                    <a:gd name="connsiteY29" fmla="*/ 208373 h 463175"/>
                    <a:gd name="connsiteX30" fmla="*/ 227105 w 299702"/>
                    <a:gd name="connsiteY30" fmla="*/ 207788 h 463175"/>
                    <a:gd name="connsiteX31" fmla="*/ 156675 w 299702"/>
                    <a:gd name="connsiteY31" fmla="*/ 270316 h 463175"/>
                    <a:gd name="connsiteX32" fmla="*/ 156675 w 299702"/>
                    <a:gd name="connsiteY32" fmla="*/ 179861 h 463175"/>
                    <a:gd name="connsiteX33" fmla="*/ 202584 w 299702"/>
                    <a:gd name="connsiteY33" fmla="*/ 138175 h 463175"/>
                    <a:gd name="connsiteX34" fmla="*/ 203630 w 299702"/>
                    <a:gd name="connsiteY34" fmla="*/ 128599 h 463175"/>
                    <a:gd name="connsiteX35" fmla="*/ 194055 w 299702"/>
                    <a:gd name="connsiteY35" fmla="*/ 127553 h 463175"/>
                    <a:gd name="connsiteX36" fmla="*/ 193457 w 299702"/>
                    <a:gd name="connsiteY36" fmla="*/ 128094 h 463175"/>
                    <a:gd name="connsiteX37" fmla="*/ 156675 w 299702"/>
                    <a:gd name="connsiteY37" fmla="*/ 161470 h 463175"/>
                    <a:gd name="connsiteX38" fmla="*/ 156675 w 299702"/>
                    <a:gd name="connsiteY38" fmla="*/ 23744 h 463175"/>
                    <a:gd name="connsiteX39" fmla="*/ 281732 w 299702"/>
                    <a:gd name="connsiteY39" fmla="*/ 286119 h 4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99702" h="463175">
                      <a:moveTo>
                        <a:pt x="154632" y="1947"/>
                      </a:moveTo>
                      <a:cubicBezTo>
                        <a:pt x="151983" y="-649"/>
                        <a:pt x="147744" y="-649"/>
                        <a:pt x="145096" y="1947"/>
                      </a:cubicBezTo>
                      <a:cubicBezTo>
                        <a:pt x="137875" y="9031"/>
                        <a:pt x="-31048" y="176319"/>
                        <a:pt x="5053" y="290205"/>
                      </a:cubicBezTo>
                      <a:cubicBezTo>
                        <a:pt x="19766" y="336523"/>
                        <a:pt x="66219" y="366766"/>
                        <a:pt x="143052" y="380388"/>
                      </a:cubicBezTo>
                      <a:lnTo>
                        <a:pt x="143052" y="460899"/>
                      </a:lnTo>
                      <a:cubicBezTo>
                        <a:pt x="143052" y="464660"/>
                        <a:pt x="146102" y="467710"/>
                        <a:pt x="149864" y="467710"/>
                      </a:cubicBezTo>
                      <a:cubicBezTo>
                        <a:pt x="153625" y="467710"/>
                        <a:pt x="156675" y="464660"/>
                        <a:pt x="156675" y="460899"/>
                      </a:cubicBezTo>
                      <a:lnTo>
                        <a:pt x="156675" y="380388"/>
                      </a:lnTo>
                      <a:cubicBezTo>
                        <a:pt x="233508" y="366766"/>
                        <a:pt x="279961" y="336523"/>
                        <a:pt x="294674" y="290205"/>
                      </a:cubicBezTo>
                      <a:cubicBezTo>
                        <a:pt x="330775" y="176319"/>
                        <a:pt x="161852" y="9031"/>
                        <a:pt x="154632" y="1947"/>
                      </a:cubicBezTo>
                      <a:close/>
                      <a:moveTo>
                        <a:pt x="17995" y="286119"/>
                      </a:moveTo>
                      <a:cubicBezTo>
                        <a:pt x="-10341" y="196617"/>
                        <a:pt x="105317" y="63931"/>
                        <a:pt x="143052" y="23744"/>
                      </a:cubicBezTo>
                      <a:lnTo>
                        <a:pt x="143052" y="161470"/>
                      </a:lnTo>
                      <a:lnTo>
                        <a:pt x="106271" y="128094"/>
                      </a:lnTo>
                      <a:cubicBezTo>
                        <a:pt x="103636" y="125409"/>
                        <a:pt x="99324" y="125367"/>
                        <a:pt x="96638" y="128002"/>
                      </a:cubicBezTo>
                      <a:cubicBezTo>
                        <a:pt x="93953" y="130636"/>
                        <a:pt x="93911" y="134949"/>
                        <a:pt x="96546" y="137634"/>
                      </a:cubicBezTo>
                      <a:cubicBezTo>
                        <a:pt x="96734" y="137826"/>
                        <a:pt x="96934" y="138006"/>
                        <a:pt x="97143" y="138175"/>
                      </a:cubicBezTo>
                      <a:lnTo>
                        <a:pt x="143052" y="179861"/>
                      </a:lnTo>
                      <a:lnTo>
                        <a:pt x="143052" y="270725"/>
                      </a:lnTo>
                      <a:lnTo>
                        <a:pt x="72622" y="210512"/>
                      </a:lnTo>
                      <a:cubicBezTo>
                        <a:pt x="69763" y="208067"/>
                        <a:pt x="65463" y="208402"/>
                        <a:pt x="63018" y="211261"/>
                      </a:cubicBezTo>
                      <a:cubicBezTo>
                        <a:pt x="60573" y="214121"/>
                        <a:pt x="60908" y="218420"/>
                        <a:pt x="63767" y="220865"/>
                      </a:cubicBezTo>
                      <a:lnTo>
                        <a:pt x="143052" y="288979"/>
                      </a:lnTo>
                      <a:lnTo>
                        <a:pt x="143052" y="366629"/>
                      </a:lnTo>
                      <a:cubicBezTo>
                        <a:pt x="73167" y="354233"/>
                        <a:pt x="30936" y="326987"/>
                        <a:pt x="17995" y="286119"/>
                      </a:cubicBezTo>
                      <a:close/>
                      <a:moveTo>
                        <a:pt x="281732" y="286119"/>
                      </a:moveTo>
                      <a:cubicBezTo>
                        <a:pt x="268791" y="326987"/>
                        <a:pt x="226560" y="354233"/>
                        <a:pt x="156675" y="366493"/>
                      </a:cubicBezTo>
                      <a:lnTo>
                        <a:pt x="156675" y="288571"/>
                      </a:lnTo>
                      <a:lnTo>
                        <a:pt x="236096" y="218005"/>
                      </a:lnTo>
                      <a:cubicBezTo>
                        <a:pt x="238810" y="215399"/>
                        <a:pt x="238895" y="211087"/>
                        <a:pt x="236289" y="208373"/>
                      </a:cubicBezTo>
                      <a:cubicBezTo>
                        <a:pt x="233843" y="205827"/>
                        <a:pt x="229855" y="205572"/>
                        <a:pt x="227105" y="207788"/>
                      </a:cubicBezTo>
                      <a:lnTo>
                        <a:pt x="156675" y="270316"/>
                      </a:lnTo>
                      <a:lnTo>
                        <a:pt x="156675" y="179861"/>
                      </a:lnTo>
                      <a:lnTo>
                        <a:pt x="202584" y="138175"/>
                      </a:lnTo>
                      <a:cubicBezTo>
                        <a:pt x="205517" y="135820"/>
                        <a:pt x="205985" y="131532"/>
                        <a:pt x="203630" y="128599"/>
                      </a:cubicBezTo>
                      <a:cubicBezTo>
                        <a:pt x="201275" y="125666"/>
                        <a:pt x="196988" y="125198"/>
                        <a:pt x="194055" y="127553"/>
                      </a:cubicBezTo>
                      <a:cubicBezTo>
                        <a:pt x="193845" y="127722"/>
                        <a:pt x="193645" y="127902"/>
                        <a:pt x="193457" y="128094"/>
                      </a:cubicBezTo>
                      <a:lnTo>
                        <a:pt x="156675" y="161470"/>
                      </a:lnTo>
                      <a:lnTo>
                        <a:pt x="156675" y="23744"/>
                      </a:lnTo>
                      <a:cubicBezTo>
                        <a:pt x="194410" y="63931"/>
                        <a:pt x="310068" y="196617"/>
                        <a:pt x="281732" y="286119"/>
                      </a:cubicBezTo>
                      <a:close/>
                    </a:path>
                  </a:pathLst>
                </a:custGeom>
                <a:solidFill>
                  <a:srgbClr val="FFFFFF"/>
                </a:solidFill>
                <a:ln w="1342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grpSp>
          <p:sp>
            <p:nvSpPr>
              <p:cNvPr id="56" name="TextBox 55">
                <a:extLst>
                  <a:ext uri="{FF2B5EF4-FFF2-40B4-BE49-F238E27FC236}">
                    <a16:creationId xmlns:a16="http://schemas.microsoft.com/office/drawing/2014/main" id="{E6045240-873F-DF76-F15F-B115E03F5DE2}"/>
                  </a:ext>
                </a:extLst>
              </p:cNvPr>
              <p:cNvSpPr txBox="1"/>
              <p:nvPr/>
            </p:nvSpPr>
            <p:spPr>
              <a:xfrm>
                <a:off x="628551" y="4670211"/>
                <a:ext cx="2101422" cy="431647"/>
              </a:xfrm>
              <a:prstGeom prst="rect">
                <a:avLst/>
              </a:prstGeom>
              <a:noFill/>
            </p:spPr>
            <p:txBody>
              <a:bodyPr wrap="square"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latin typeface="+mj-lt"/>
                  </a:rPr>
                  <a:t>Improve </a:t>
                </a:r>
                <a:r>
                  <a:rPr kumimoji="0" lang="en-AU" sz="1400" b="1" i="0" u="none" strike="noStrike" kern="0" cap="none" spc="0" normalizeH="0" baseline="0" noProof="0">
                    <a:ln>
                      <a:noFill/>
                    </a:ln>
                    <a:solidFill>
                      <a:schemeClr val="bg1"/>
                    </a:solidFill>
                    <a:effectLst/>
                    <a:uLnTx/>
                    <a:uFillTx/>
                    <a:latin typeface="+mj-lt"/>
                  </a:rPr>
                  <a:t>OTIF</a:t>
                </a:r>
                <a:r>
                  <a:rPr kumimoji="0" lang="en-AU" sz="1400" b="0" i="0" u="none" strike="noStrike" kern="0" cap="none" spc="0" normalizeH="0" baseline="0" noProof="0">
                    <a:ln>
                      <a:noFill/>
                    </a:ln>
                    <a:solidFill>
                      <a:schemeClr val="bg1"/>
                    </a:solidFill>
                    <a:effectLst/>
                    <a:uLnTx/>
                    <a:uFillTx/>
                    <a:latin typeface="+mj-lt"/>
                  </a:rPr>
                  <a:t> by 5-8%</a:t>
                </a:r>
              </a:p>
            </p:txBody>
          </p:sp>
          <p:grpSp>
            <p:nvGrpSpPr>
              <p:cNvPr id="57" name="Groupe 183">
                <a:extLst>
                  <a:ext uri="{FF2B5EF4-FFF2-40B4-BE49-F238E27FC236}">
                    <a16:creationId xmlns:a16="http://schemas.microsoft.com/office/drawing/2014/main" id="{7FF75FA8-AB9C-8C07-35E7-765D73E62705}"/>
                  </a:ext>
                  <a:ext uri="{C183D7F6-B498-43B3-948B-1728B52AA6E4}">
                    <adec:decorative xmlns:adec="http://schemas.microsoft.com/office/drawing/2017/decorative" val="1"/>
                  </a:ext>
                </a:extLst>
              </p:cNvPr>
              <p:cNvGrpSpPr>
                <a:grpSpLocks noChangeAspect="1"/>
              </p:cNvGrpSpPr>
              <p:nvPr/>
            </p:nvGrpSpPr>
            <p:grpSpPr>
              <a:xfrm>
                <a:off x="167182" y="4684458"/>
                <a:ext cx="432000" cy="403152"/>
                <a:chOff x="9937751" y="2027238"/>
                <a:chExt cx="950913" cy="887412"/>
              </a:xfrm>
            </p:grpSpPr>
            <p:sp>
              <p:nvSpPr>
                <p:cNvPr id="58" name="Freeform 144">
                  <a:extLst>
                    <a:ext uri="{FF2B5EF4-FFF2-40B4-BE49-F238E27FC236}">
                      <a16:creationId xmlns:a16="http://schemas.microsoft.com/office/drawing/2014/main" id="{85E28490-7B43-AA7F-F083-683ADE271C5C}"/>
                    </a:ext>
                  </a:extLst>
                </p:cNvPr>
                <p:cNvSpPr>
                  <a:spLocks/>
                </p:cNvSpPr>
                <p:nvPr/>
              </p:nvSpPr>
              <p:spPr bwMode="auto">
                <a:xfrm>
                  <a:off x="9937751" y="2027238"/>
                  <a:ext cx="950913" cy="887412"/>
                </a:xfrm>
                <a:custGeom>
                  <a:avLst/>
                  <a:gdLst>
                    <a:gd name="T0" fmla="*/ 29 w 253"/>
                    <a:gd name="T1" fmla="*/ 172 h 236"/>
                    <a:gd name="T2" fmla="*/ 74 w 253"/>
                    <a:gd name="T3" fmla="*/ 28 h 236"/>
                    <a:gd name="T4" fmla="*/ 224 w 253"/>
                    <a:gd name="T5" fmla="*/ 71 h 236"/>
                    <a:gd name="T6" fmla="*/ 176 w 253"/>
                    <a:gd name="T7" fmla="*/ 208 h 236"/>
                    <a:gd name="T8" fmla="*/ 29 w 253"/>
                    <a:gd name="T9" fmla="*/ 172 h 236"/>
                  </a:gdLst>
                  <a:ahLst/>
                  <a:cxnLst>
                    <a:cxn ang="0">
                      <a:pos x="T0" y="T1"/>
                    </a:cxn>
                    <a:cxn ang="0">
                      <a:pos x="T2" y="T3"/>
                    </a:cxn>
                    <a:cxn ang="0">
                      <a:pos x="T4" y="T5"/>
                    </a:cxn>
                    <a:cxn ang="0">
                      <a:pos x="T6" y="T7"/>
                    </a:cxn>
                    <a:cxn ang="0">
                      <a:pos x="T8" y="T9"/>
                    </a:cxn>
                  </a:cxnLst>
                  <a:rect l="0" t="0" r="r" b="b"/>
                  <a:pathLst>
                    <a:path w="253" h="236">
                      <a:moveTo>
                        <a:pt x="29" y="172"/>
                      </a:moveTo>
                      <a:cubicBezTo>
                        <a:pt x="0" y="120"/>
                        <a:pt x="20" y="56"/>
                        <a:pt x="74" y="28"/>
                      </a:cubicBezTo>
                      <a:cubicBezTo>
                        <a:pt x="127" y="0"/>
                        <a:pt x="194" y="19"/>
                        <a:pt x="224" y="71"/>
                      </a:cubicBezTo>
                      <a:cubicBezTo>
                        <a:pt x="253" y="122"/>
                        <a:pt x="230" y="180"/>
                        <a:pt x="176" y="208"/>
                      </a:cubicBezTo>
                      <a:cubicBezTo>
                        <a:pt x="123" y="236"/>
                        <a:pt x="59" y="223"/>
                        <a:pt x="29" y="172"/>
                      </a:cubicBezTo>
                    </a:path>
                  </a:pathLst>
                </a:custGeom>
                <a:solidFill>
                  <a:srgbClr val="27293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grpSp>
              <p:nvGrpSpPr>
                <p:cNvPr id="59" name="Groupe 185">
                  <a:extLst>
                    <a:ext uri="{FF2B5EF4-FFF2-40B4-BE49-F238E27FC236}">
                      <a16:creationId xmlns:a16="http://schemas.microsoft.com/office/drawing/2014/main" id="{396FD62D-6821-4129-690E-AD86712F5184}"/>
                    </a:ext>
                  </a:extLst>
                </p:cNvPr>
                <p:cNvGrpSpPr/>
                <p:nvPr/>
              </p:nvGrpSpPr>
              <p:grpSpPr>
                <a:xfrm>
                  <a:off x="10198101" y="2282825"/>
                  <a:ext cx="449263" cy="392112"/>
                  <a:chOff x="10198101" y="2282825"/>
                  <a:chExt cx="449263" cy="392112"/>
                </a:xfrm>
              </p:grpSpPr>
              <p:sp>
                <p:nvSpPr>
                  <p:cNvPr id="60" name="Freeform 145">
                    <a:extLst>
                      <a:ext uri="{FF2B5EF4-FFF2-40B4-BE49-F238E27FC236}">
                        <a16:creationId xmlns:a16="http://schemas.microsoft.com/office/drawing/2014/main" id="{F8BB409D-D358-721F-0C7C-147E5E8D0C53}"/>
                      </a:ext>
                    </a:extLst>
                  </p:cNvPr>
                  <p:cNvSpPr>
                    <a:spLocks/>
                  </p:cNvSpPr>
                  <p:nvPr/>
                </p:nvSpPr>
                <p:spPr bwMode="auto">
                  <a:xfrm>
                    <a:off x="10198101" y="2282825"/>
                    <a:ext cx="449263" cy="392112"/>
                  </a:xfrm>
                  <a:custGeom>
                    <a:avLst/>
                    <a:gdLst>
                      <a:gd name="T0" fmla="*/ 114 w 120"/>
                      <a:gd name="T1" fmla="*/ 84 h 104"/>
                      <a:gd name="T2" fmla="*/ 17 w 120"/>
                      <a:gd name="T3" fmla="*/ 88 h 104"/>
                      <a:gd name="T4" fmla="*/ 15 w 120"/>
                      <a:gd name="T5" fmla="*/ 8 h 104"/>
                      <a:gd name="T6" fmla="*/ 0 w 120"/>
                      <a:gd name="T7" fmla="*/ 7 h 104"/>
                      <a:gd name="T8" fmla="*/ 3 w 120"/>
                      <a:gd name="T9" fmla="*/ 98 h 104"/>
                      <a:gd name="T10" fmla="*/ 3 w 120"/>
                      <a:gd name="T11" fmla="*/ 98 h 104"/>
                      <a:gd name="T12" fmla="*/ 3 w 120"/>
                      <a:gd name="T13" fmla="*/ 100 h 104"/>
                      <a:gd name="T14" fmla="*/ 113 w 120"/>
                      <a:gd name="T15" fmla="*/ 99 h 104"/>
                      <a:gd name="T16" fmla="*/ 114 w 120"/>
                      <a:gd name="T17" fmla="*/ 8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 h="104">
                        <a:moveTo>
                          <a:pt x="114" y="84"/>
                        </a:moveTo>
                        <a:cubicBezTo>
                          <a:pt x="110" y="89"/>
                          <a:pt x="35" y="88"/>
                          <a:pt x="17" y="88"/>
                        </a:cubicBezTo>
                        <a:cubicBezTo>
                          <a:pt x="17" y="72"/>
                          <a:pt x="18" y="13"/>
                          <a:pt x="15" y="8"/>
                        </a:cubicBezTo>
                        <a:cubicBezTo>
                          <a:pt x="10" y="0"/>
                          <a:pt x="0" y="7"/>
                          <a:pt x="0" y="7"/>
                        </a:cubicBezTo>
                        <a:cubicBezTo>
                          <a:pt x="8" y="12"/>
                          <a:pt x="3" y="98"/>
                          <a:pt x="3" y="98"/>
                        </a:cubicBezTo>
                        <a:cubicBezTo>
                          <a:pt x="3" y="98"/>
                          <a:pt x="3" y="98"/>
                          <a:pt x="3" y="98"/>
                        </a:cubicBezTo>
                        <a:cubicBezTo>
                          <a:pt x="3" y="100"/>
                          <a:pt x="3" y="100"/>
                          <a:pt x="3" y="100"/>
                        </a:cubicBezTo>
                        <a:cubicBezTo>
                          <a:pt x="3" y="100"/>
                          <a:pt x="106" y="104"/>
                          <a:pt x="113" y="99"/>
                        </a:cubicBezTo>
                        <a:cubicBezTo>
                          <a:pt x="120" y="94"/>
                          <a:pt x="114" y="84"/>
                          <a:pt x="114" y="8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sp>
                <p:nvSpPr>
                  <p:cNvPr id="61" name="Freeform 146">
                    <a:extLst>
                      <a:ext uri="{FF2B5EF4-FFF2-40B4-BE49-F238E27FC236}">
                        <a16:creationId xmlns:a16="http://schemas.microsoft.com/office/drawing/2014/main" id="{3DBF345C-6765-FE79-F748-CFB7B3D4707A}"/>
                      </a:ext>
                    </a:extLst>
                  </p:cNvPr>
                  <p:cNvSpPr>
                    <a:spLocks/>
                  </p:cNvSpPr>
                  <p:nvPr/>
                </p:nvSpPr>
                <p:spPr bwMode="auto">
                  <a:xfrm>
                    <a:off x="10302876" y="2320925"/>
                    <a:ext cx="344488" cy="241300"/>
                  </a:xfrm>
                  <a:custGeom>
                    <a:avLst/>
                    <a:gdLst>
                      <a:gd name="T0" fmla="*/ 59 w 92"/>
                      <a:gd name="T1" fmla="*/ 3 h 64"/>
                      <a:gd name="T2" fmla="*/ 60 w 92"/>
                      <a:gd name="T3" fmla="*/ 3 h 64"/>
                      <a:gd name="T4" fmla="*/ 92 w 92"/>
                      <a:gd name="T5" fmla="*/ 0 h 64"/>
                      <a:gd name="T6" fmla="*/ 92 w 92"/>
                      <a:gd name="T7" fmla="*/ 1 h 64"/>
                      <a:gd name="T8" fmla="*/ 87 w 92"/>
                      <a:gd name="T9" fmla="*/ 33 h 64"/>
                      <a:gd name="T10" fmla="*/ 78 w 92"/>
                      <a:gd name="T11" fmla="*/ 23 h 64"/>
                      <a:gd name="T12" fmla="*/ 49 w 92"/>
                      <a:gd name="T13" fmla="*/ 49 h 64"/>
                      <a:gd name="T14" fmla="*/ 43 w 92"/>
                      <a:gd name="T15" fmla="*/ 45 h 64"/>
                      <a:gd name="T16" fmla="*/ 37 w 92"/>
                      <a:gd name="T17" fmla="*/ 41 h 64"/>
                      <a:gd name="T18" fmla="*/ 9 w 92"/>
                      <a:gd name="T19" fmla="*/ 64 h 64"/>
                      <a:gd name="T20" fmla="*/ 0 w 92"/>
                      <a:gd name="T21" fmla="*/ 53 h 64"/>
                      <a:gd name="T22" fmla="*/ 0 w 92"/>
                      <a:gd name="T23" fmla="*/ 53 h 64"/>
                      <a:gd name="T24" fmla="*/ 36 w 92"/>
                      <a:gd name="T25" fmla="*/ 24 h 64"/>
                      <a:gd name="T26" fmla="*/ 43 w 92"/>
                      <a:gd name="T27" fmla="*/ 27 h 64"/>
                      <a:gd name="T28" fmla="*/ 48 w 92"/>
                      <a:gd name="T29" fmla="*/ 31 h 64"/>
                      <a:gd name="T30" fmla="*/ 68 w 92"/>
                      <a:gd name="T31" fmla="*/ 13 h 64"/>
                      <a:gd name="T32" fmla="*/ 59 w 92"/>
                      <a:gd name="T33" fmla="*/ 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64">
                        <a:moveTo>
                          <a:pt x="59" y="3"/>
                        </a:moveTo>
                        <a:cubicBezTo>
                          <a:pt x="60" y="3"/>
                          <a:pt x="60" y="3"/>
                          <a:pt x="60" y="3"/>
                        </a:cubicBezTo>
                        <a:cubicBezTo>
                          <a:pt x="70" y="2"/>
                          <a:pt x="81" y="1"/>
                          <a:pt x="92" y="0"/>
                        </a:cubicBezTo>
                        <a:cubicBezTo>
                          <a:pt x="92" y="0"/>
                          <a:pt x="92" y="0"/>
                          <a:pt x="92" y="1"/>
                        </a:cubicBezTo>
                        <a:cubicBezTo>
                          <a:pt x="92" y="11"/>
                          <a:pt x="91" y="21"/>
                          <a:pt x="87" y="33"/>
                        </a:cubicBezTo>
                        <a:cubicBezTo>
                          <a:pt x="84" y="29"/>
                          <a:pt x="81" y="27"/>
                          <a:pt x="78" y="23"/>
                        </a:cubicBezTo>
                        <a:cubicBezTo>
                          <a:pt x="68" y="31"/>
                          <a:pt x="59" y="40"/>
                          <a:pt x="49" y="49"/>
                        </a:cubicBezTo>
                        <a:cubicBezTo>
                          <a:pt x="47" y="48"/>
                          <a:pt x="45" y="46"/>
                          <a:pt x="43" y="45"/>
                        </a:cubicBezTo>
                        <a:cubicBezTo>
                          <a:pt x="41" y="44"/>
                          <a:pt x="39" y="42"/>
                          <a:pt x="37" y="41"/>
                        </a:cubicBezTo>
                        <a:cubicBezTo>
                          <a:pt x="28" y="48"/>
                          <a:pt x="19" y="56"/>
                          <a:pt x="9" y="64"/>
                        </a:cubicBezTo>
                        <a:cubicBezTo>
                          <a:pt x="8" y="60"/>
                          <a:pt x="1" y="58"/>
                          <a:pt x="0" y="53"/>
                        </a:cubicBezTo>
                        <a:cubicBezTo>
                          <a:pt x="0" y="53"/>
                          <a:pt x="0" y="53"/>
                          <a:pt x="0" y="53"/>
                        </a:cubicBezTo>
                        <a:cubicBezTo>
                          <a:pt x="13" y="43"/>
                          <a:pt x="24" y="34"/>
                          <a:pt x="36" y="24"/>
                        </a:cubicBezTo>
                        <a:cubicBezTo>
                          <a:pt x="38" y="23"/>
                          <a:pt x="40" y="25"/>
                          <a:pt x="43" y="27"/>
                        </a:cubicBezTo>
                        <a:cubicBezTo>
                          <a:pt x="44" y="28"/>
                          <a:pt x="46" y="30"/>
                          <a:pt x="48" y="31"/>
                        </a:cubicBezTo>
                        <a:cubicBezTo>
                          <a:pt x="55" y="25"/>
                          <a:pt x="61" y="19"/>
                          <a:pt x="68" y="13"/>
                        </a:cubicBezTo>
                        <a:cubicBezTo>
                          <a:pt x="64" y="10"/>
                          <a:pt x="62" y="6"/>
                          <a:pt x="59"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grpSp>
          </p:grpSp>
        </p:grpSp>
        <p:grpSp>
          <p:nvGrpSpPr>
            <p:cNvPr id="43" name="Group 42">
              <a:extLst>
                <a:ext uri="{FF2B5EF4-FFF2-40B4-BE49-F238E27FC236}">
                  <a16:creationId xmlns:a16="http://schemas.microsoft.com/office/drawing/2014/main" id="{96CB0937-3D88-E06C-82E1-6D9B4D044C06}"/>
                </a:ext>
              </a:extLst>
            </p:cNvPr>
            <p:cNvGrpSpPr/>
            <p:nvPr/>
          </p:nvGrpSpPr>
          <p:grpSpPr>
            <a:xfrm>
              <a:off x="167182" y="5257244"/>
              <a:ext cx="5703206" cy="615468"/>
              <a:chOff x="167182" y="5205667"/>
              <a:chExt cx="5703206" cy="615468"/>
            </a:xfrm>
          </p:grpSpPr>
          <p:grpSp>
            <p:nvGrpSpPr>
              <p:cNvPr id="44" name="Group 43">
                <a:extLst>
                  <a:ext uri="{FF2B5EF4-FFF2-40B4-BE49-F238E27FC236}">
                    <a16:creationId xmlns:a16="http://schemas.microsoft.com/office/drawing/2014/main" id="{2C0C7FCB-B32B-7B55-CF17-560538C3AA2A}"/>
                  </a:ext>
                </a:extLst>
              </p:cNvPr>
              <p:cNvGrpSpPr/>
              <p:nvPr/>
            </p:nvGrpSpPr>
            <p:grpSpPr>
              <a:xfrm>
                <a:off x="2967519" y="5297401"/>
                <a:ext cx="432000" cy="432000"/>
                <a:chOff x="9640631" y="5430375"/>
                <a:chExt cx="331239" cy="435600"/>
              </a:xfrm>
            </p:grpSpPr>
            <p:sp>
              <p:nvSpPr>
                <p:cNvPr id="50" name="Oval 49">
                  <a:extLst>
                    <a:ext uri="{FF2B5EF4-FFF2-40B4-BE49-F238E27FC236}">
                      <a16:creationId xmlns:a16="http://schemas.microsoft.com/office/drawing/2014/main" id="{8632B15B-EAFC-61A0-84DE-085533E7346A}"/>
                    </a:ext>
                  </a:extLst>
                </p:cNvPr>
                <p:cNvSpPr/>
                <p:nvPr/>
              </p:nvSpPr>
              <p:spPr>
                <a:xfrm>
                  <a:off x="9640631" y="5430375"/>
                  <a:ext cx="331239" cy="435600"/>
                </a:xfrm>
                <a:prstGeom prst="ellipse">
                  <a:avLst/>
                </a:prstGeom>
                <a:solidFill>
                  <a:srgbClr val="12ABDB">
                    <a:lumMod val="60000"/>
                    <a:lumOff val="40000"/>
                  </a:srgbClr>
                </a:soli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a typeface="+mn-ea"/>
                    <a:cs typeface="+mn-cs"/>
                  </a:endParaRPr>
                </a:p>
              </p:txBody>
            </p:sp>
            <p:grpSp>
              <p:nvGrpSpPr>
                <p:cNvPr id="51" name="Groupe 523">
                  <a:extLst>
                    <a:ext uri="{FF2B5EF4-FFF2-40B4-BE49-F238E27FC236}">
                      <a16:creationId xmlns:a16="http://schemas.microsoft.com/office/drawing/2014/main" id="{D642F649-73B5-2FE9-0132-6ECED8D04ECF}"/>
                    </a:ext>
                  </a:extLst>
                </p:cNvPr>
                <p:cNvGrpSpPr>
                  <a:grpSpLocks noChangeAspect="1"/>
                </p:cNvGrpSpPr>
                <p:nvPr/>
              </p:nvGrpSpPr>
              <p:grpSpPr>
                <a:xfrm>
                  <a:off x="9707378" y="5522170"/>
                  <a:ext cx="210296" cy="228655"/>
                  <a:chOff x="2779569" y="5465039"/>
                  <a:chExt cx="409864" cy="445643"/>
                </a:xfrm>
              </p:grpSpPr>
              <p:sp>
                <p:nvSpPr>
                  <p:cNvPr id="52" name="Freeform 139">
                    <a:extLst>
                      <a:ext uri="{FF2B5EF4-FFF2-40B4-BE49-F238E27FC236}">
                        <a16:creationId xmlns:a16="http://schemas.microsoft.com/office/drawing/2014/main" id="{E66158A0-DDD3-A455-C599-C3C097C5D81F}"/>
                      </a:ext>
                    </a:extLst>
                  </p:cNvPr>
                  <p:cNvSpPr>
                    <a:spLocks noEditPoints="1"/>
                  </p:cNvSpPr>
                  <p:nvPr/>
                </p:nvSpPr>
                <p:spPr bwMode="auto">
                  <a:xfrm>
                    <a:off x="2984501" y="5665788"/>
                    <a:ext cx="120650" cy="112713"/>
                  </a:xfrm>
                  <a:custGeom>
                    <a:avLst/>
                    <a:gdLst>
                      <a:gd name="T0" fmla="*/ 26 w 32"/>
                      <a:gd name="T1" fmla="*/ 30 h 30"/>
                      <a:gd name="T2" fmla="*/ 32 w 32"/>
                      <a:gd name="T3" fmla="*/ 25 h 30"/>
                      <a:gd name="T4" fmla="*/ 26 w 32"/>
                      <a:gd name="T5" fmla="*/ 19 h 30"/>
                      <a:gd name="T6" fmla="*/ 0 w 32"/>
                      <a:gd name="T7" fmla="*/ 0 h 30"/>
                      <a:gd name="T8" fmla="*/ 20 w 32"/>
                      <a:gd name="T9" fmla="*/ 25 h 30"/>
                      <a:gd name="T10" fmla="*/ 26 w 32"/>
                      <a:gd name="T11" fmla="*/ 30 h 30"/>
                      <a:gd name="T12" fmla="*/ 26 w 32"/>
                      <a:gd name="T13" fmla="*/ 30 h 30"/>
                      <a:gd name="T14" fmla="*/ 26 w 32"/>
                      <a:gd name="T15" fmla="*/ 3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30">
                        <a:moveTo>
                          <a:pt x="26" y="30"/>
                        </a:moveTo>
                        <a:cubicBezTo>
                          <a:pt x="29" y="30"/>
                          <a:pt x="32" y="28"/>
                          <a:pt x="32" y="25"/>
                        </a:cubicBezTo>
                        <a:cubicBezTo>
                          <a:pt x="32" y="21"/>
                          <a:pt x="29" y="19"/>
                          <a:pt x="26" y="19"/>
                        </a:cubicBezTo>
                        <a:cubicBezTo>
                          <a:pt x="0" y="0"/>
                          <a:pt x="0" y="0"/>
                          <a:pt x="0" y="0"/>
                        </a:cubicBezTo>
                        <a:cubicBezTo>
                          <a:pt x="20" y="25"/>
                          <a:pt x="20" y="25"/>
                          <a:pt x="20" y="25"/>
                        </a:cubicBezTo>
                        <a:cubicBezTo>
                          <a:pt x="21" y="28"/>
                          <a:pt x="23" y="30"/>
                          <a:pt x="26" y="30"/>
                        </a:cubicBezTo>
                        <a:close/>
                        <a:moveTo>
                          <a:pt x="26" y="30"/>
                        </a:moveTo>
                        <a:cubicBezTo>
                          <a:pt x="26" y="30"/>
                          <a:pt x="26" y="30"/>
                          <a:pt x="26" y="3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sp>
                <p:nvSpPr>
                  <p:cNvPr id="53" name="Freeform 140">
                    <a:extLst>
                      <a:ext uri="{FF2B5EF4-FFF2-40B4-BE49-F238E27FC236}">
                        <a16:creationId xmlns:a16="http://schemas.microsoft.com/office/drawing/2014/main" id="{1A738A19-2104-BCF7-9EFD-067D449F0853}"/>
                      </a:ext>
                    </a:extLst>
                  </p:cNvPr>
                  <p:cNvSpPr>
                    <a:spLocks/>
                  </p:cNvSpPr>
                  <p:nvPr/>
                </p:nvSpPr>
                <p:spPr bwMode="auto">
                  <a:xfrm>
                    <a:off x="2779569" y="5465039"/>
                    <a:ext cx="409864" cy="445643"/>
                  </a:xfrm>
                  <a:custGeom>
                    <a:avLst/>
                    <a:gdLst>
                      <a:gd name="T0" fmla="*/ 108 w 120"/>
                      <a:gd name="T1" fmla="*/ 96 h 98"/>
                      <a:gd name="T2" fmla="*/ 120 w 120"/>
                      <a:gd name="T3" fmla="*/ 60 h 98"/>
                      <a:gd name="T4" fmla="*/ 60 w 120"/>
                      <a:gd name="T5" fmla="*/ 0 h 98"/>
                      <a:gd name="T6" fmla="*/ 0 w 120"/>
                      <a:gd name="T7" fmla="*/ 60 h 98"/>
                      <a:gd name="T8" fmla="*/ 12 w 120"/>
                      <a:gd name="T9" fmla="*/ 96 h 98"/>
                      <a:gd name="T10" fmla="*/ 13 w 120"/>
                      <a:gd name="T11" fmla="*/ 98 h 98"/>
                      <a:gd name="T12" fmla="*/ 27 w 120"/>
                      <a:gd name="T13" fmla="*/ 86 h 98"/>
                      <a:gd name="T14" fmla="*/ 21 w 120"/>
                      <a:gd name="T15" fmla="*/ 80 h 98"/>
                      <a:gd name="T16" fmla="*/ 11 w 120"/>
                      <a:gd name="T17" fmla="*/ 89 h 98"/>
                      <a:gd name="T18" fmla="*/ 3 w 120"/>
                      <a:gd name="T19" fmla="*/ 61 h 98"/>
                      <a:gd name="T20" fmla="*/ 3 w 120"/>
                      <a:gd name="T21" fmla="*/ 59 h 98"/>
                      <a:gd name="T22" fmla="*/ 16 w 120"/>
                      <a:gd name="T23" fmla="*/ 59 h 98"/>
                      <a:gd name="T24" fmla="*/ 16 w 120"/>
                      <a:gd name="T25" fmla="*/ 51 h 98"/>
                      <a:gd name="T26" fmla="*/ 4 w 120"/>
                      <a:gd name="T27" fmla="*/ 51 h 98"/>
                      <a:gd name="T28" fmla="*/ 16 w 120"/>
                      <a:gd name="T29" fmla="*/ 25 h 98"/>
                      <a:gd name="T30" fmla="*/ 25 w 120"/>
                      <a:gd name="T31" fmla="*/ 34 h 98"/>
                      <a:gd name="T32" fmla="*/ 31 w 120"/>
                      <a:gd name="T33" fmla="*/ 28 h 98"/>
                      <a:gd name="T34" fmla="*/ 22 w 120"/>
                      <a:gd name="T35" fmla="*/ 19 h 98"/>
                      <a:gd name="T36" fmla="*/ 55 w 120"/>
                      <a:gd name="T37" fmla="*/ 4 h 98"/>
                      <a:gd name="T38" fmla="*/ 55 w 120"/>
                      <a:gd name="T39" fmla="*/ 19 h 98"/>
                      <a:gd name="T40" fmla="*/ 63 w 120"/>
                      <a:gd name="T41" fmla="*/ 19 h 98"/>
                      <a:gd name="T42" fmla="*/ 63 w 120"/>
                      <a:gd name="T43" fmla="*/ 4 h 98"/>
                      <a:gd name="T44" fmla="*/ 99 w 120"/>
                      <a:gd name="T45" fmla="*/ 20 h 98"/>
                      <a:gd name="T46" fmla="*/ 90 w 120"/>
                      <a:gd name="T47" fmla="*/ 29 h 98"/>
                      <a:gd name="T48" fmla="*/ 96 w 120"/>
                      <a:gd name="T49" fmla="*/ 35 h 98"/>
                      <a:gd name="T50" fmla="*/ 105 w 120"/>
                      <a:gd name="T51" fmla="*/ 26 h 98"/>
                      <a:gd name="T52" fmla="*/ 116 w 120"/>
                      <a:gd name="T53" fmla="*/ 51 h 98"/>
                      <a:gd name="T54" fmla="*/ 104 w 120"/>
                      <a:gd name="T55" fmla="*/ 51 h 98"/>
                      <a:gd name="T56" fmla="*/ 104 w 120"/>
                      <a:gd name="T57" fmla="*/ 59 h 98"/>
                      <a:gd name="T58" fmla="*/ 117 w 120"/>
                      <a:gd name="T59" fmla="*/ 59 h 98"/>
                      <a:gd name="T60" fmla="*/ 117 w 120"/>
                      <a:gd name="T61" fmla="*/ 61 h 98"/>
                      <a:gd name="T62" fmla="*/ 109 w 120"/>
                      <a:gd name="T63" fmla="*/ 89 h 98"/>
                      <a:gd name="T64" fmla="*/ 99 w 120"/>
                      <a:gd name="T65" fmla="*/ 80 h 98"/>
                      <a:gd name="T66" fmla="*/ 94 w 120"/>
                      <a:gd name="T67" fmla="*/ 85 h 98"/>
                      <a:gd name="T68" fmla="*/ 107 w 120"/>
                      <a:gd name="T69" fmla="*/ 98 h 98"/>
                      <a:gd name="T70" fmla="*/ 108 w 120"/>
                      <a:gd name="T71" fmla="*/ 96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0" h="98">
                        <a:moveTo>
                          <a:pt x="108" y="96"/>
                        </a:moveTo>
                        <a:cubicBezTo>
                          <a:pt x="116" y="86"/>
                          <a:pt x="120" y="74"/>
                          <a:pt x="120" y="60"/>
                        </a:cubicBezTo>
                        <a:cubicBezTo>
                          <a:pt x="120" y="27"/>
                          <a:pt x="93" y="0"/>
                          <a:pt x="60" y="0"/>
                        </a:cubicBezTo>
                        <a:cubicBezTo>
                          <a:pt x="27" y="0"/>
                          <a:pt x="0" y="27"/>
                          <a:pt x="0" y="60"/>
                        </a:cubicBezTo>
                        <a:cubicBezTo>
                          <a:pt x="0" y="74"/>
                          <a:pt x="4" y="86"/>
                          <a:pt x="12" y="96"/>
                        </a:cubicBezTo>
                        <a:cubicBezTo>
                          <a:pt x="13" y="98"/>
                          <a:pt x="13" y="98"/>
                          <a:pt x="13" y="98"/>
                        </a:cubicBezTo>
                        <a:cubicBezTo>
                          <a:pt x="27" y="86"/>
                          <a:pt x="27" y="86"/>
                          <a:pt x="27" y="86"/>
                        </a:cubicBezTo>
                        <a:cubicBezTo>
                          <a:pt x="21" y="80"/>
                          <a:pt x="21" y="80"/>
                          <a:pt x="21" y="80"/>
                        </a:cubicBezTo>
                        <a:cubicBezTo>
                          <a:pt x="11" y="89"/>
                          <a:pt x="11" y="89"/>
                          <a:pt x="11" y="89"/>
                        </a:cubicBezTo>
                        <a:cubicBezTo>
                          <a:pt x="6" y="81"/>
                          <a:pt x="3" y="71"/>
                          <a:pt x="3" y="61"/>
                        </a:cubicBezTo>
                        <a:cubicBezTo>
                          <a:pt x="3" y="60"/>
                          <a:pt x="3" y="60"/>
                          <a:pt x="3" y="59"/>
                        </a:cubicBezTo>
                        <a:cubicBezTo>
                          <a:pt x="16" y="59"/>
                          <a:pt x="16" y="59"/>
                          <a:pt x="16" y="59"/>
                        </a:cubicBezTo>
                        <a:cubicBezTo>
                          <a:pt x="16" y="51"/>
                          <a:pt x="16" y="51"/>
                          <a:pt x="16" y="51"/>
                        </a:cubicBezTo>
                        <a:cubicBezTo>
                          <a:pt x="4" y="51"/>
                          <a:pt x="4" y="51"/>
                          <a:pt x="4" y="51"/>
                        </a:cubicBezTo>
                        <a:cubicBezTo>
                          <a:pt x="6" y="41"/>
                          <a:pt x="10" y="32"/>
                          <a:pt x="16" y="25"/>
                        </a:cubicBezTo>
                        <a:cubicBezTo>
                          <a:pt x="25" y="34"/>
                          <a:pt x="25" y="34"/>
                          <a:pt x="25" y="34"/>
                        </a:cubicBezTo>
                        <a:cubicBezTo>
                          <a:pt x="31" y="28"/>
                          <a:pt x="31" y="28"/>
                          <a:pt x="31" y="28"/>
                        </a:cubicBezTo>
                        <a:cubicBezTo>
                          <a:pt x="22" y="19"/>
                          <a:pt x="22" y="19"/>
                          <a:pt x="22" y="19"/>
                        </a:cubicBezTo>
                        <a:cubicBezTo>
                          <a:pt x="30" y="11"/>
                          <a:pt x="42" y="5"/>
                          <a:pt x="55" y="4"/>
                        </a:cubicBezTo>
                        <a:cubicBezTo>
                          <a:pt x="55" y="19"/>
                          <a:pt x="55" y="19"/>
                          <a:pt x="55" y="19"/>
                        </a:cubicBezTo>
                        <a:cubicBezTo>
                          <a:pt x="63" y="19"/>
                          <a:pt x="63" y="19"/>
                          <a:pt x="63" y="19"/>
                        </a:cubicBezTo>
                        <a:cubicBezTo>
                          <a:pt x="63" y="4"/>
                          <a:pt x="63" y="4"/>
                          <a:pt x="63" y="4"/>
                        </a:cubicBezTo>
                        <a:cubicBezTo>
                          <a:pt x="77" y="5"/>
                          <a:pt x="90" y="10"/>
                          <a:pt x="99" y="20"/>
                        </a:cubicBezTo>
                        <a:cubicBezTo>
                          <a:pt x="90" y="29"/>
                          <a:pt x="90" y="29"/>
                          <a:pt x="90" y="29"/>
                        </a:cubicBezTo>
                        <a:cubicBezTo>
                          <a:pt x="96" y="35"/>
                          <a:pt x="96" y="35"/>
                          <a:pt x="96" y="35"/>
                        </a:cubicBezTo>
                        <a:cubicBezTo>
                          <a:pt x="105" y="26"/>
                          <a:pt x="105" y="26"/>
                          <a:pt x="105" y="26"/>
                        </a:cubicBezTo>
                        <a:cubicBezTo>
                          <a:pt x="110" y="33"/>
                          <a:pt x="114" y="42"/>
                          <a:pt x="116" y="51"/>
                        </a:cubicBezTo>
                        <a:cubicBezTo>
                          <a:pt x="104" y="51"/>
                          <a:pt x="104" y="51"/>
                          <a:pt x="104" y="51"/>
                        </a:cubicBezTo>
                        <a:cubicBezTo>
                          <a:pt x="104" y="59"/>
                          <a:pt x="104" y="59"/>
                          <a:pt x="104" y="59"/>
                        </a:cubicBezTo>
                        <a:cubicBezTo>
                          <a:pt x="117" y="59"/>
                          <a:pt x="117" y="59"/>
                          <a:pt x="117" y="59"/>
                        </a:cubicBezTo>
                        <a:cubicBezTo>
                          <a:pt x="117" y="60"/>
                          <a:pt x="117" y="60"/>
                          <a:pt x="117" y="61"/>
                        </a:cubicBezTo>
                        <a:cubicBezTo>
                          <a:pt x="117" y="71"/>
                          <a:pt x="114" y="81"/>
                          <a:pt x="109" y="89"/>
                        </a:cubicBezTo>
                        <a:cubicBezTo>
                          <a:pt x="99" y="80"/>
                          <a:pt x="99" y="80"/>
                          <a:pt x="99" y="80"/>
                        </a:cubicBezTo>
                        <a:cubicBezTo>
                          <a:pt x="94" y="85"/>
                          <a:pt x="94" y="85"/>
                          <a:pt x="94" y="85"/>
                        </a:cubicBezTo>
                        <a:cubicBezTo>
                          <a:pt x="107" y="98"/>
                          <a:pt x="107" y="98"/>
                          <a:pt x="107" y="98"/>
                        </a:cubicBezTo>
                        <a:cubicBezTo>
                          <a:pt x="107" y="98"/>
                          <a:pt x="108" y="96"/>
                          <a:pt x="108" y="9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grpSp>
          </p:grpSp>
          <p:sp>
            <p:nvSpPr>
              <p:cNvPr id="45" name="TextBox 44">
                <a:extLst>
                  <a:ext uri="{FF2B5EF4-FFF2-40B4-BE49-F238E27FC236}">
                    <a16:creationId xmlns:a16="http://schemas.microsoft.com/office/drawing/2014/main" id="{3E6E6BC1-873F-3F7D-9B58-B3E7358289EC}"/>
                  </a:ext>
                </a:extLst>
              </p:cNvPr>
              <p:cNvSpPr txBox="1"/>
              <p:nvPr/>
            </p:nvSpPr>
            <p:spPr>
              <a:xfrm>
                <a:off x="671606" y="5205667"/>
                <a:ext cx="2097549" cy="615468"/>
              </a:xfrm>
              <a:prstGeom prst="rect">
                <a:avLst/>
              </a:prstGeom>
              <a:noFill/>
            </p:spPr>
            <p:txBody>
              <a:bodyPr wrap="square"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latin typeface="+mj-lt"/>
                  </a:rPr>
                  <a:t>Improvement of </a:t>
                </a:r>
                <a:r>
                  <a:rPr kumimoji="0" lang="en-AU" sz="1400" b="1" i="0" u="none" strike="noStrike" kern="0" cap="none" spc="0" normalizeH="0" baseline="0" noProof="0">
                    <a:ln>
                      <a:noFill/>
                    </a:ln>
                    <a:solidFill>
                      <a:schemeClr val="bg1"/>
                    </a:solidFill>
                    <a:effectLst/>
                    <a:uLnTx/>
                    <a:uFillTx/>
                    <a:latin typeface="+mj-lt"/>
                  </a:rPr>
                  <a:t>precision and</a:t>
                </a:r>
                <a:r>
                  <a:rPr kumimoji="0" lang="en-AU" sz="1400" b="0" i="0" u="none" strike="noStrike" kern="0" cap="none" spc="0" normalizeH="0" baseline="0" noProof="0">
                    <a:ln>
                      <a:noFill/>
                    </a:ln>
                    <a:solidFill>
                      <a:schemeClr val="bg1"/>
                    </a:solidFill>
                    <a:effectLst/>
                    <a:uLnTx/>
                    <a:uFillTx/>
                    <a:latin typeface="+mj-lt"/>
                  </a:rPr>
                  <a:t> </a:t>
                </a:r>
                <a:r>
                  <a:rPr kumimoji="0" lang="en-AU" sz="1400" b="1" i="0" u="none" strike="noStrike" kern="0" cap="none" spc="0" normalizeH="0" baseline="0" noProof="0">
                    <a:ln>
                      <a:noFill/>
                    </a:ln>
                    <a:solidFill>
                      <a:schemeClr val="bg1"/>
                    </a:solidFill>
                    <a:effectLst/>
                    <a:uLnTx/>
                    <a:uFillTx/>
                    <a:latin typeface="+mj-lt"/>
                  </a:rPr>
                  <a:t>prevision </a:t>
                </a:r>
                <a:r>
                  <a:rPr kumimoji="0" lang="en-AU" sz="1400" b="0" i="0" u="none" strike="noStrike" kern="0" cap="none" spc="0" normalizeH="0" baseline="0" noProof="0">
                    <a:ln>
                      <a:noFill/>
                    </a:ln>
                    <a:solidFill>
                      <a:schemeClr val="bg1"/>
                    </a:solidFill>
                    <a:effectLst/>
                    <a:uLnTx/>
                    <a:uFillTx/>
                    <a:latin typeface="+mj-lt"/>
                  </a:rPr>
                  <a:t>by 7-10%</a:t>
                </a:r>
              </a:p>
            </p:txBody>
          </p:sp>
          <p:grpSp>
            <p:nvGrpSpPr>
              <p:cNvPr id="46" name="Group 45">
                <a:extLst>
                  <a:ext uri="{FF2B5EF4-FFF2-40B4-BE49-F238E27FC236}">
                    <a16:creationId xmlns:a16="http://schemas.microsoft.com/office/drawing/2014/main" id="{8401DDF5-5ABD-CD52-7FE9-35950AA5F636}"/>
                  </a:ext>
                </a:extLst>
              </p:cNvPr>
              <p:cNvGrpSpPr/>
              <p:nvPr/>
            </p:nvGrpSpPr>
            <p:grpSpPr>
              <a:xfrm>
                <a:off x="167182" y="5297401"/>
                <a:ext cx="432000" cy="432000"/>
                <a:chOff x="8529163" y="4950505"/>
                <a:chExt cx="473444" cy="435600"/>
              </a:xfrm>
            </p:grpSpPr>
            <p:sp>
              <p:nvSpPr>
                <p:cNvPr id="48" name="Freeform 520">
                  <a:extLst>
                    <a:ext uri="{FF2B5EF4-FFF2-40B4-BE49-F238E27FC236}">
                      <a16:creationId xmlns:a16="http://schemas.microsoft.com/office/drawing/2014/main" id="{A2B0020A-70E2-E8BD-1B91-BFE4476E29C5}"/>
                    </a:ext>
                  </a:extLst>
                </p:cNvPr>
                <p:cNvSpPr>
                  <a:spLocks/>
                </p:cNvSpPr>
                <p:nvPr/>
              </p:nvSpPr>
              <p:spPr bwMode="auto">
                <a:xfrm>
                  <a:off x="8529163" y="4950505"/>
                  <a:ext cx="473444" cy="435600"/>
                </a:xfrm>
                <a:custGeom>
                  <a:avLst/>
                  <a:gdLst>
                    <a:gd name="T0" fmla="*/ 34 w 234"/>
                    <a:gd name="T1" fmla="*/ 171 h 218"/>
                    <a:gd name="T2" fmla="*/ 56 w 234"/>
                    <a:gd name="T3" fmla="*/ 33 h 218"/>
                    <a:gd name="T4" fmla="*/ 200 w 234"/>
                    <a:gd name="T5" fmla="*/ 53 h 218"/>
                    <a:gd name="T6" fmla="*/ 174 w 234"/>
                    <a:gd name="T7" fmla="*/ 186 h 218"/>
                    <a:gd name="T8" fmla="*/ 34 w 234"/>
                    <a:gd name="T9" fmla="*/ 171 h 218"/>
                  </a:gdLst>
                  <a:ahLst/>
                  <a:cxnLst>
                    <a:cxn ang="0">
                      <a:pos x="T0" y="T1"/>
                    </a:cxn>
                    <a:cxn ang="0">
                      <a:pos x="T2" y="T3"/>
                    </a:cxn>
                    <a:cxn ang="0">
                      <a:pos x="T4" y="T5"/>
                    </a:cxn>
                    <a:cxn ang="0">
                      <a:pos x="T6" y="T7"/>
                    </a:cxn>
                    <a:cxn ang="0">
                      <a:pos x="T8" y="T9"/>
                    </a:cxn>
                  </a:cxnLst>
                  <a:rect l="0" t="0" r="r" b="b"/>
                  <a:pathLst>
                    <a:path w="234" h="218">
                      <a:moveTo>
                        <a:pt x="34" y="171"/>
                      </a:moveTo>
                      <a:cubicBezTo>
                        <a:pt x="0" y="127"/>
                        <a:pt x="10" y="65"/>
                        <a:pt x="56" y="33"/>
                      </a:cubicBezTo>
                      <a:cubicBezTo>
                        <a:pt x="102" y="0"/>
                        <a:pt x="167" y="9"/>
                        <a:pt x="200" y="53"/>
                      </a:cubicBezTo>
                      <a:cubicBezTo>
                        <a:pt x="234" y="97"/>
                        <a:pt x="220" y="153"/>
                        <a:pt x="174" y="186"/>
                      </a:cubicBezTo>
                      <a:cubicBezTo>
                        <a:pt x="128" y="218"/>
                        <a:pt x="68" y="215"/>
                        <a:pt x="34" y="171"/>
                      </a:cubicBezTo>
                    </a:path>
                  </a:pathLst>
                </a:custGeom>
                <a:solidFill>
                  <a:srgbClr val="0E80A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sp>
              <p:nvSpPr>
                <p:cNvPr id="49" name="Freeform 521">
                  <a:extLst>
                    <a:ext uri="{FF2B5EF4-FFF2-40B4-BE49-F238E27FC236}">
                      <a16:creationId xmlns:a16="http://schemas.microsoft.com/office/drawing/2014/main" id="{BB163171-0C41-7148-F954-B07244A40CF8}"/>
                    </a:ext>
                  </a:extLst>
                </p:cNvPr>
                <p:cNvSpPr>
                  <a:spLocks/>
                </p:cNvSpPr>
                <p:nvPr/>
              </p:nvSpPr>
              <p:spPr bwMode="auto">
                <a:xfrm>
                  <a:off x="8668352" y="5050413"/>
                  <a:ext cx="164111" cy="284909"/>
                </a:xfrm>
                <a:custGeom>
                  <a:avLst/>
                  <a:gdLst>
                    <a:gd name="T0" fmla="*/ 2 w 89"/>
                    <a:gd name="T1" fmla="*/ 50 h 157"/>
                    <a:gd name="T2" fmla="*/ 2 w 89"/>
                    <a:gd name="T3" fmla="*/ 64 h 157"/>
                    <a:gd name="T4" fmla="*/ 3 w 89"/>
                    <a:gd name="T5" fmla="*/ 82 h 157"/>
                    <a:gd name="T6" fmla="*/ 26 w 89"/>
                    <a:gd name="T7" fmla="*/ 105 h 157"/>
                    <a:gd name="T8" fmla="*/ 34 w 89"/>
                    <a:gd name="T9" fmla="*/ 110 h 157"/>
                    <a:gd name="T10" fmla="*/ 34 w 89"/>
                    <a:gd name="T11" fmla="*/ 157 h 157"/>
                    <a:gd name="T12" fmla="*/ 81 w 89"/>
                    <a:gd name="T13" fmla="*/ 157 h 157"/>
                    <a:gd name="T14" fmla="*/ 81 w 89"/>
                    <a:gd name="T15" fmla="*/ 107 h 157"/>
                    <a:gd name="T16" fmla="*/ 89 w 89"/>
                    <a:gd name="T17" fmla="*/ 92 h 157"/>
                    <a:gd name="T18" fmla="*/ 89 w 89"/>
                    <a:gd name="T19" fmla="*/ 79 h 157"/>
                    <a:gd name="T20" fmla="*/ 89 w 89"/>
                    <a:gd name="T21" fmla="*/ 61 h 157"/>
                    <a:gd name="T22" fmla="*/ 89 w 89"/>
                    <a:gd name="T23" fmla="*/ 44 h 157"/>
                    <a:gd name="T24" fmla="*/ 82 w 89"/>
                    <a:gd name="T25" fmla="*/ 37 h 157"/>
                    <a:gd name="T26" fmla="*/ 72 w 89"/>
                    <a:gd name="T27" fmla="*/ 42 h 157"/>
                    <a:gd name="T28" fmla="*/ 71 w 89"/>
                    <a:gd name="T29" fmla="*/ 37 h 157"/>
                    <a:gd name="T30" fmla="*/ 64 w 89"/>
                    <a:gd name="T31" fmla="*/ 29 h 157"/>
                    <a:gd name="T32" fmla="*/ 56 w 89"/>
                    <a:gd name="T33" fmla="*/ 37 h 157"/>
                    <a:gd name="T34" fmla="*/ 54 w 89"/>
                    <a:gd name="T35" fmla="*/ 42 h 157"/>
                    <a:gd name="T36" fmla="*/ 53 w 89"/>
                    <a:gd name="T37" fmla="*/ 30 h 157"/>
                    <a:gd name="T38" fmla="*/ 46 w 89"/>
                    <a:gd name="T39" fmla="*/ 23 h 157"/>
                    <a:gd name="T40" fmla="*/ 38 w 89"/>
                    <a:gd name="T41" fmla="*/ 30 h 157"/>
                    <a:gd name="T42" fmla="*/ 36 w 89"/>
                    <a:gd name="T43" fmla="*/ 42 h 157"/>
                    <a:gd name="T44" fmla="*/ 35 w 89"/>
                    <a:gd name="T45" fmla="*/ 7 h 157"/>
                    <a:gd name="T46" fmla="*/ 27 w 89"/>
                    <a:gd name="T47" fmla="*/ 0 h 157"/>
                    <a:gd name="T48" fmla="*/ 20 w 89"/>
                    <a:gd name="T49" fmla="*/ 7 h 157"/>
                    <a:gd name="T50" fmla="*/ 20 w 89"/>
                    <a:gd name="T51" fmla="*/ 60 h 157"/>
                    <a:gd name="T52" fmla="*/ 20 w 89"/>
                    <a:gd name="T53" fmla="*/ 61 h 157"/>
                    <a:gd name="T54" fmla="*/ 20 w 89"/>
                    <a:gd name="T55" fmla="*/ 79 h 157"/>
                    <a:gd name="T56" fmla="*/ 17 w 89"/>
                    <a:gd name="T57" fmla="*/ 76 h 157"/>
                    <a:gd name="T58" fmla="*/ 17 w 89"/>
                    <a:gd name="T59" fmla="*/ 61 h 157"/>
                    <a:gd name="T60" fmla="*/ 7 w 89"/>
                    <a:gd name="T61" fmla="*/ 49 h 157"/>
                    <a:gd name="T62" fmla="*/ 2 w 89"/>
                    <a:gd name="T63" fmla="*/ 5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9" h="157">
                      <a:moveTo>
                        <a:pt x="2" y="50"/>
                      </a:moveTo>
                      <a:cubicBezTo>
                        <a:pt x="0" y="51"/>
                        <a:pt x="3" y="61"/>
                        <a:pt x="2" y="64"/>
                      </a:cubicBezTo>
                      <a:cubicBezTo>
                        <a:pt x="1" y="66"/>
                        <a:pt x="1" y="76"/>
                        <a:pt x="3" y="82"/>
                      </a:cubicBezTo>
                      <a:cubicBezTo>
                        <a:pt x="6" y="87"/>
                        <a:pt x="26" y="105"/>
                        <a:pt x="26" y="105"/>
                      </a:cubicBezTo>
                      <a:cubicBezTo>
                        <a:pt x="28" y="108"/>
                        <a:pt x="31" y="109"/>
                        <a:pt x="34" y="110"/>
                      </a:cubicBezTo>
                      <a:cubicBezTo>
                        <a:pt x="34" y="157"/>
                        <a:pt x="34" y="157"/>
                        <a:pt x="34" y="157"/>
                      </a:cubicBezTo>
                      <a:cubicBezTo>
                        <a:pt x="81" y="157"/>
                        <a:pt x="81" y="157"/>
                        <a:pt x="81" y="157"/>
                      </a:cubicBezTo>
                      <a:cubicBezTo>
                        <a:pt x="81" y="157"/>
                        <a:pt x="79" y="110"/>
                        <a:pt x="81" y="107"/>
                      </a:cubicBezTo>
                      <a:cubicBezTo>
                        <a:pt x="84" y="104"/>
                        <a:pt x="89" y="98"/>
                        <a:pt x="89" y="92"/>
                      </a:cubicBezTo>
                      <a:cubicBezTo>
                        <a:pt x="89" y="79"/>
                        <a:pt x="89" y="79"/>
                        <a:pt x="89" y="79"/>
                      </a:cubicBezTo>
                      <a:cubicBezTo>
                        <a:pt x="89" y="61"/>
                        <a:pt x="89" y="61"/>
                        <a:pt x="89" y="61"/>
                      </a:cubicBezTo>
                      <a:cubicBezTo>
                        <a:pt x="89" y="44"/>
                        <a:pt x="89" y="44"/>
                        <a:pt x="89" y="44"/>
                      </a:cubicBezTo>
                      <a:cubicBezTo>
                        <a:pt x="89" y="40"/>
                        <a:pt x="86" y="37"/>
                        <a:pt x="82" y="37"/>
                      </a:cubicBezTo>
                      <a:cubicBezTo>
                        <a:pt x="72" y="37"/>
                        <a:pt x="74" y="42"/>
                        <a:pt x="72" y="42"/>
                      </a:cubicBezTo>
                      <a:cubicBezTo>
                        <a:pt x="71" y="42"/>
                        <a:pt x="71" y="37"/>
                        <a:pt x="71" y="37"/>
                      </a:cubicBezTo>
                      <a:cubicBezTo>
                        <a:pt x="71" y="33"/>
                        <a:pt x="68" y="29"/>
                        <a:pt x="64" y="29"/>
                      </a:cubicBezTo>
                      <a:cubicBezTo>
                        <a:pt x="60" y="29"/>
                        <a:pt x="56" y="33"/>
                        <a:pt x="56" y="37"/>
                      </a:cubicBezTo>
                      <a:cubicBezTo>
                        <a:pt x="56" y="37"/>
                        <a:pt x="56" y="42"/>
                        <a:pt x="54" y="42"/>
                      </a:cubicBezTo>
                      <a:cubicBezTo>
                        <a:pt x="52" y="42"/>
                        <a:pt x="53" y="30"/>
                        <a:pt x="53" y="30"/>
                      </a:cubicBezTo>
                      <a:cubicBezTo>
                        <a:pt x="53" y="26"/>
                        <a:pt x="50" y="23"/>
                        <a:pt x="46" y="23"/>
                      </a:cubicBezTo>
                      <a:cubicBezTo>
                        <a:pt x="42" y="23"/>
                        <a:pt x="38" y="26"/>
                        <a:pt x="38" y="30"/>
                      </a:cubicBezTo>
                      <a:cubicBezTo>
                        <a:pt x="38" y="30"/>
                        <a:pt x="38" y="42"/>
                        <a:pt x="36" y="42"/>
                      </a:cubicBezTo>
                      <a:cubicBezTo>
                        <a:pt x="34" y="42"/>
                        <a:pt x="35" y="7"/>
                        <a:pt x="35" y="7"/>
                      </a:cubicBezTo>
                      <a:cubicBezTo>
                        <a:pt x="35" y="3"/>
                        <a:pt x="31" y="0"/>
                        <a:pt x="27" y="0"/>
                      </a:cubicBezTo>
                      <a:cubicBezTo>
                        <a:pt x="23" y="0"/>
                        <a:pt x="20" y="3"/>
                        <a:pt x="20" y="7"/>
                      </a:cubicBezTo>
                      <a:cubicBezTo>
                        <a:pt x="20" y="60"/>
                        <a:pt x="20" y="60"/>
                        <a:pt x="20" y="60"/>
                      </a:cubicBezTo>
                      <a:cubicBezTo>
                        <a:pt x="20" y="60"/>
                        <a:pt x="20" y="60"/>
                        <a:pt x="20" y="61"/>
                      </a:cubicBezTo>
                      <a:cubicBezTo>
                        <a:pt x="20" y="61"/>
                        <a:pt x="22" y="79"/>
                        <a:pt x="20" y="79"/>
                      </a:cubicBezTo>
                      <a:cubicBezTo>
                        <a:pt x="18" y="79"/>
                        <a:pt x="18" y="77"/>
                        <a:pt x="17" y="76"/>
                      </a:cubicBezTo>
                      <a:cubicBezTo>
                        <a:pt x="17" y="74"/>
                        <a:pt x="17" y="61"/>
                        <a:pt x="17" y="61"/>
                      </a:cubicBezTo>
                      <a:cubicBezTo>
                        <a:pt x="17" y="55"/>
                        <a:pt x="13" y="49"/>
                        <a:pt x="7" y="49"/>
                      </a:cubicBezTo>
                      <a:cubicBezTo>
                        <a:pt x="7" y="49"/>
                        <a:pt x="4" y="49"/>
                        <a:pt x="2" y="5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chemeClr val="bg1"/>
                    </a:solidFill>
                    <a:effectLst/>
                    <a:uLnTx/>
                    <a:uFillTx/>
                    <a:latin typeface="+mj-lt"/>
                  </a:endParaRPr>
                </a:p>
              </p:txBody>
            </p:sp>
          </p:grpSp>
          <p:sp>
            <p:nvSpPr>
              <p:cNvPr id="47" name="TextBox 46">
                <a:extLst>
                  <a:ext uri="{FF2B5EF4-FFF2-40B4-BE49-F238E27FC236}">
                    <a16:creationId xmlns:a16="http://schemas.microsoft.com/office/drawing/2014/main" id="{B155EFB5-756F-7E32-7214-6CDD3EDA50AD}"/>
                  </a:ext>
                </a:extLst>
              </p:cNvPr>
              <p:cNvSpPr txBox="1"/>
              <p:nvPr/>
            </p:nvSpPr>
            <p:spPr>
              <a:xfrm>
                <a:off x="3503274" y="5297958"/>
                <a:ext cx="2367114" cy="430887"/>
              </a:xfrm>
              <a:prstGeom prst="rect">
                <a:avLst/>
              </a:prstGeom>
              <a:noFill/>
            </p:spPr>
            <p:txBody>
              <a:bodyPr wrap="square" lIns="7200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latin typeface="+mj-lt"/>
                  </a:rPr>
                  <a:t>Decrease of </a:t>
                </a:r>
                <a:r>
                  <a:rPr kumimoji="0" lang="en-AU" sz="1400" b="1" i="0" u="none" strike="noStrike" kern="0" cap="none" spc="0" normalizeH="0" baseline="0" noProof="0">
                    <a:ln>
                      <a:noFill/>
                    </a:ln>
                    <a:solidFill>
                      <a:schemeClr val="bg1"/>
                    </a:solidFill>
                    <a:effectLst/>
                    <a:uLnTx/>
                    <a:uFillTx/>
                    <a:latin typeface="+mj-lt"/>
                  </a:rPr>
                  <a:t>time dedicated to planning</a:t>
                </a:r>
                <a:r>
                  <a:rPr kumimoji="0" lang="en-AU" sz="1400" b="0" i="0" u="none" strike="noStrike" kern="0" cap="none" spc="0" normalizeH="0" baseline="0" noProof="0">
                    <a:ln>
                      <a:noFill/>
                    </a:ln>
                    <a:solidFill>
                      <a:schemeClr val="bg1"/>
                    </a:solidFill>
                    <a:effectLst/>
                    <a:uLnTx/>
                    <a:uFillTx/>
                    <a:latin typeface="+mj-lt"/>
                  </a:rPr>
                  <a:t> by 30%</a:t>
                </a:r>
              </a:p>
            </p:txBody>
          </p:sp>
        </p:grpSp>
      </p:grpSp>
      <p:sp>
        <p:nvSpPr>
          <p:cNvPr id="333" name="Rectangle 332">
            <a:extLst>
              <a:ext uri="{FF2B5EF4-FFF2-40B4-BE49-F238E27FC236}">
                <a16:creationId xmlns:a16="http://schemas.microsoft.com/office/drawing/2014/main" id="{E145E0CA-DC31-CFB6-C9F2-EDC488451DA7}"/>
              </a:ext>
            </a:extLst>
          </p:cNvPr>
          <p:cNvSpPr/>
          <p:nvPr/>
        </p:nvSpPr>
        <p:spPr>
          <a:xfrm>
            <a:off x="9202712" y="4503110"/>
            <a:ext cx="2916370" cy="2354890"/>
          </a:xfrm>
          <a:prstGeom prst="rect">
            <a:avLst/>
          </a:prstGeom>
          <a:solidFill>
            <a:srgbClr val="12ABDB">
              <a:lumMod val="20000"/>
              <a:lumOff val="80000"/>
              <a:alpha val="3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rgbClr val="FFFFFF"/>
              </a:solidFill>
              <a:effectLst/>
              <a:uLnTx/>
              <a:uFillTx/>
              <a:latin typeface="+mj-lt"/>
              <a:ea typeface="+mn-ea"/>
              <a:cs typeface="+mn-cs"/>
            </a:endParaRPr>
          </a:p>
        </p:txBody>
      </p:sp>
      <p:sp>
        <p:nvSpPr>
          <p:cNvPr id="334" name="TextBox 333">
            <a:extLst>
              <a:ext uri="{FF2B5EF4-FFF2-40B4-BE49-F238E27FC236}">
                <a16:creationId xmlns:a16="http://schemas.microsoft.com/office/drawing/2014/main" id="{AF8D77A3-B477-C104-BA20-39DA8B2083ED}"/>
              </a:ext>
            </a:extLst>
          </p:cNvPr>
          <p:cNvSpPr txBox="1"/>
          <p:nvPr/>
        </p:nvSpPr>
        <p:spPr>
          <a:xfrm>
            <a:off x="9202712" y="4139334"/>
            <a:ext cx="193274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latin typeface="+mj-lt"/>
              </a:rPr>
              <a:t>Partners</a:t>
            </a:r>
          </a:p>
        </p:txBody>
      </p:sp>
      <p:cxnSp>
        <p:nvCxnSpPr>
          <p:cNvPr id="335" name="Straight Connector 334">
            <a:extLst>
              <a:ext uri="{FF2B5EF4-FFF2-40B4-BE49-F238E27FC236}">
                <a16:creationId xmlns:a16="http://schemas.microsoft.com/office/drawing/2014/main" id="{170125FF-A640-FC17-0B9F-E047FF369589}"/>
              </a:ext>
            </a:extLst>
          </p:cNvPr>
          <p:cNvCxnSpPr>
            <a:cxnSpLocks/>
          </p:cNvCxnSpPr>
          <p:nvPr/>
        </p:nvCxnSpPr>
        <p:spPr>
          <a:xfrm>
            <a:off x="10247082" y="4293222"/>
            <a:ext cx="1872000" cy="0"/>
          </a:xfrm>
          <a:prstGeom prst="line">
            <a:avLst/>
          </a:prstGeom>
          <a:noFill/>
          <a:ln w="6350" cap="flat" cmpd="sng" algn="ctr">
            <a:solidFill>
              <a:srgbClr val="12ABDB"/>
            </a:solidFill>
            <a:prstDash val="solid"/>
            <a:miter lim="800000"/>
          </a:ln>
          <a:effectLst/>
        </p:spPr>
      </p:cxnSp>
      <p:sp>
        <p:nvSpPr>
          <p:cNvPr id="336" name="Rectangle 335">
            <a:extLst>
              <a:ext uri="{FF2B5EF4-FFF2-40B4-BE49-F238E27FC236}">
                <a16:creationId xmlns:a16="http://schemas.microsoft.com/office/drawing/2014/main" id="{438749A4-8262-8083-FB66-5BC914B6808D}"/>
              </a:ext>
            </a:extLst>
          </p:cNvPr>
          <p:cNvSpPr/>
          <p:nvPr/>
        </p:nvSpPr>
        <p:spPr>
          <a:xfrm>
            <a:off x="6128205" y="4503110"/>
            <a:ext cx="2935586" cy="2354890"/>
          </a:xfrm>
          <a:prstGeom prst="rect">
            <a:avLst/>
          </a:prstGeom>
          <a:solidFill>
            <a:srgbClr val="12ABDB">
              <a:lumMod val="20000"/>
              <a:lumOff val="80000"/>
              <a:alpha val="3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rgbClr val="FFFFFF"/>
              </a:solidFill>
              <a:effectLst/>
              <a:uLnTx/>
              <a:uFillTx/>
              <a:latin typeface="+mj-lt"/>
              <a:ea typeface="+mn-ea"/>
              <a:cs typeface="+mn-cs"/>
            </a:endParaRPr>
          </a:p>
        </p:txBody>
      </p:sp>
      <p:cxnSp>
        <p:nvCxnSpPr>
          <p:cNvPr id="337" name="Straight Connector 336">
            <a:extLst>
              <a:ext uri="{FF2B5EF4-FFF2-40B4-BE49-F238E27FC236}">
                <a16:creationId xmlns:a16="http://schemas.microsoft.com/office/drawing/2014/main" id="{8D080929-D676-6F7D-E8F6-C85249496E0D}"/>
              </a:ext>
            </a:extLst>
          </p:cNvPr>
          <p:cNvCxnSpPr>
            <a:cxnSpLocks/>
          </p:cNvCxnSpPr>
          <p:nvPr/>
        </p:nvCxnSpPr>
        <p:spPr>
          <a:xfrm>
            <a:off x="7335791" y="4293222"/>
            <a:ext cx="1728000" cy="0"/>
          </a:xfrm>
          <a:prstGeom prst="line">
            <a:avLst/>
          </a:prstGeom>
          <a:noFill/>
          <a:ln w="6350" cap="flat" cmpd="sng" algn="ctr">
            <a:solidFill>
              <a:srgbClr val="12ABDB"/>
            </a:solidFill>
            <a:prstDash val="solid"/>
            <a:miter lim="800000"/>
          </a:ln>
          <a:effectLst/>
        </p:spPr>
      </p:cxnSp>
      <p:sp>
        <p:nvSpPr>
          <p:cNvPr id="338" name="TextBox 337">
            <a:extLst>
              <a:ext uri="{FF2B5EF4-FFF2-40B4-BE49-F238E27FC236}">
                <a16:creationId xmlns:a16="http://schemas.microsoft.com/office/drawing/2014/main" id="{D80A1D7F-D87E-6629-9ABF-EBC3091300BD}"/>
              </a:ext>
            </a:extLst>
          </p:cNvPr>
          <p:cNvSpPr txBox="1"/>
          <p:nvPr/>
        </p:nvSpPr>
        <p:spPr>
          <a:xfrm>
            <a:off x="6128205" y="4139334"/>
            <a:ext cx="111600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latin typeface="+mj-lt"/>
              </a:rPr>
              <a:t>Credentials</a:t>
            </a:r>
          </a:p>
        </p:txBody>
      </p:sp>
      <p:grpSp>
        <p:nvGrpSpPr>
          <p:cNvPr id="339" name="Group 338">
            <a:extLst>
              <a:ext uri="{FF2B5EF4-FFF2-40B4-BE49-F238E27FC236}">
                <a16:creationId xmlns:a16="http://schemas.microsoft.com/office/drawing/2014/main" id="{02A21BF3-A406-518C-4BC4-4EFA38792177}"/>
              </a:ext>
            </a:extLst>
          </p:cNvPr>
          <p:cNvGrpSpPr/>
          <p:nvPr/>
        </p:nvGrpSpPr>
        <p:grpSpPr>
          <a:xfrm>
            <a:off x="9440074" y="4720451"/>
            <a:ext cx="2434950" cy="294939"/>
            <a:chOff x="9440074" y="4720451"/>
            <a:chExt cx="2434950" cy="294939"/>
          </a:xfrm>
        </p:grpSpPr>
        <p:pic>
          <p:nvPicPr>
            <p:cNvPr id="340" name="Picture 18">
              <a:extLst>
                <a:ext uri="{FF2B5EF4-FFF2-40B4-BE49-F238E27FC236}">
                  <a16:creationId xmlns:a16="http://schemas.microsoft.com/office/drawing/2014/main" id="{EF167176-8635-778F-48FC-BAE081D211E2}"/>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9440074" y="4720451"/>
              <a:ext cx="578135" cy="294939"/>
            </a:xfrm>
            <a:prstGeom prst="rect">
              <a:avLst/>
            </a:prstGeom>
            <a:noFill/>
            <a:extLst>
              <a:ext uri="{909E8E84-426E-40DD-AFC4-6F175D3DCCD1}">
                <a14:hiddenFill xmlns:a14="http://schemas.microsoft.com/office/drawing/2010/main">
                  <a:solidFill>
                    <a:srgbClr val="FFFFFF"/>
                  </a:solidFill>
                </a14:hiddenFill>
              </a:ext>
            </a:extLst>
          </p:spPr>
        </p:pic>
        <p:pic>
          <p:nvPicPr>
            <p:cNvPr id="341" name="Picture 4" descr="o9 Solutions Announces Investment from KKR | Business Wire">
              <a:extLst>
                <a:ext uri="{FF2B5EF4-FFF2-40B4-BE49-F238E27FC236}">
                  <a16:creationId xmlns:a16="http://schemas.microsoft.com/office/drawing/2014/main" id="{C0F613CE-6E2E-0FA1-444D-1F45148FE8CE}"/>
                </a:ext>
              </a:extLst>
            </p:cNvPr>
            <p:cNvPicPr>
              <a:picLocks noChangeAspect="1" noChangeArrowheads="1"/>
            </p:cNvPicPr>
            <p:nvPr/>
          </p:nvPicPr>
          <p:blipFill rotWithShape="1">
            <a:blip r:embed="rId10" cstate="screen">
              <a:extLst>
                <a:ext uri="{28A0092B-C50C-407E-A947-70E740481C1C}">
                  <a14:useLocalDpi xmlns:a14="http://schemas.microsoft.com/office/drawing/2010/main"/>
                </a:ext>
              </a:extLst>
            </a:blip>
            <a:srcRect/>
            <a:stretch/>
          </p:blipFill>
          <p:spPr bwMode="auto">
            <a:xfrm>
              <a:off x="10909232" y="4736318"/>
              <a:ext cx="965792" cy="263205"/>
            </a:xfrm>
            <a:prstGeom prst="rect">
              <a:avLst/>
            </a:prstGeom>
            <a:solidFill>
              <a:srgbClr val="2B0A3D">
                <a:lumMod val="10000"/>
                <a:lumOff val="90000"/>
              </a:srgbClr>
            </a:solidFill>
            <a:ln>
              <a:noFill/>
            </a:ln>
          </p:spPr>
        </p:pic>
      </p:grpSp>
      <p:grpSp>
        <p:nvGrpSpPr>
          <p:cNvPr id="342" name="Group 341">
            <a:extLst>
              <a:ext uri="{FF2B5EF4-FFF2-40B4-BE49-F238E27FC236}">
                <a16:creationId xmlns:a16="http://schemas.microsoft.com/office/drawing/2014/main" id="{CDD8E451-BEDC-3A51-4C4F-62B73DAAD35C}"/>
              </a:ext>
            </a:extLst>
          </p:cNvPr>
          <p:cNvGrpSpPr/>
          <p:nvPr/>
        </p:nvGrpSpPr>
        <p:grpSpPr>
          <a:xfrm>
            <a:off x="9440074" y="5277353"/>
            <a:ext cx="2541978" cy="409963"/>
            <a:chOff x="9440074" y="5287184"/>
            <a:chExt cx="2541978" cy="409963"/>
          </a:xfrm>
        </p:grpSpPr>
        <p:pic>
          <p:nvPicPr>
            <p:cNvPr id="343" name="Picture 2">
              <a:extLst>
                <a:ext uri="{FF2B5EF4-FFF2-40B4-BE49-F238E27FC236}">
                  <a16:creationId xmlns:a16="http://schemas.microsoft.com/office/drawing/2014/main" id="{BD8307AB-F077-8113-DFB7-48320E353D7B}"/>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9440074" y="5346017"/>
              <a:ext cx="1151197" cy="292296"/>
            </a:xfrm>
            <a:prstGeom prst="rect">
              <a:avLst/>
            </a:prstGeom>
            <a:noFill/>
            <a:extLst>
              <a:ext uri="{909E8E84-426E-40DD-AFC4-6F175D3DCCD1}">
                <a14:hiddenFill xmlns:a14="http://schemas.microsoft.com/office/drawing/2010/main">
                  <a:solidFill>
                    <a:srgbClr val="FFFFFF"/>
                  </a:solidFill>
                </a14:hiddenFill>
              </a:ext>
            </a:extLst>
          </p:spPr>
        </p:pic>
        <p:pic>
          <p:nvPicPr>
            <p:cNvPr id="394" name="Picture 4" descr="PTC | Ansys Official Technology Partner">
              <a:extLst>
                <a:ext uri="{FF2B5EF4-FFF2-40B4-BE49-F238E27FC236}">
                  <a16:creationId xmlns:a16="http://schemas.microsoft.com/office/drawing/2014/main" id="{0C8639CF-0246-26F8-BD59-E9D0FB66CA5B}"/>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3477" t="27215" r="14920" b="31667"/>
            <a:stretch/>
          </p:blipFill>
          <p:spPr bwMode="auto">
            <a:xfrm>
              <a:off x="10909232" y="5287184"/>
              <a:ext cx="1072820" cy="4099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1" name="Group 400">
            <a:extLst>
              <a:ext uri="{FF2B5EF4-FFF2-40B4-BE49-F238E27FC236}">
                <a16:creationId xmlns:a16="http://schemas.microsoft.com/office/drawing/2014/main" id="{057C215F-B487-3D2C-1111-C5E4C9B98EE2}"/>
              </a:ext>
            </a:extLst>
          </p:cNvPr>
          <p:cNvGrpSpPr/>
          <p:nvPr/>
        </p:nvGrpSpPr>
        <p:grpSpPr>
          <a:xfrm>
            <a:off x="9440074" y="5949280"/>
            <a:ext cx="2348094" cy="562753"/>
            <a:chOff x="9440074" y="5949280"/>
            <a:chExt cx="2348094" cy="562753"/>
          </a:xfrm>
        </p:grpSpPr>
        <p:pic>
          <p:nvPicPr>
            <p:cNvPr id="402" name="Picture 30" descr="JDA Category Knowledge Base - Cantactix Solutions Inc.">
              <a:extLst>
                <a:ext uri="{FF2B5EF4-FFF2-40B4-BE49-F238E27FC236}">
                  <a16:creationId xmlns:a16="http://schemas.microsoft.com/office/drawing/2014/main" id="{9052AE35-3B93-A5AF-23A2-6DB0623A8CD5}"/>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9440074" y="6108784"/>
              <a:ext cx="959488" cy="243745"/>
            </a:xfrm>
            <a:prstGeom prst="rect">
              <a:avLst/>
            </a:prstGeom>
            <a:solidFill>
              <a:srgbClr val="FFFFFF"/>
            </a:solidFill>
            <a:effectLst/>
          </p:spPr>
        </p:pic>
        <p:pic>
          <p:nvPicPr>
            <p:cNvPr id="403" name="Picture 2" descr="RELEX Solutions | LinkedIn">
              <a:extLst>
                <a:ext uri="{FF2B5EF4-FFF2-40B4-BE49-F238E27FC236}">
                  <a16:creationId xmlns:a16="http://schemas.microsoft.com/office/drawing/2014/main" id="{5185F43F-B2F1-A6A0-AC1B-8CF41A2E9FA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225415" y="5949280"/>
              <a:ext cx="562753" cy="56275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41246555"/>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2EB56C6-E866-9FB0-2610-7B8DD33DB4C4}"/>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4E406D04-C51F-EAC3-8936-C6DA29DAE103}"/>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198CDC49-9563-B74C-5A53-2E7446A9D055}"/>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We have extensive experience in supply chain planning projects with leading clients from consumer goods and retail</a:t>
            </a:r>
          </a:p>
        </p:txBody>
      </p:sp>
      <p:grpSp>
        <p:nvGrpSpPr>
          <p:cNvPr id="60" name="Group 59">
            <a:extLst>
              <a:ext uri="{FF2B5EF4-FFF2-40B4-BE49-F238E27FC236}">
                <a16:creationId xmlns:a16="http://schemas.microsoft.com/office/drawing/2014/main" id="{14FCB443-88CE-0554-9416-47B35C7BD1F2}"/>
              </a:ext>
            </a:extLst>
          </p:cNvPr>
          <p:cNvGrpSpPr/>
          <p:nvPr/>
        </p:nvGrpSpPr>
        <p:grpSpPr>
          <a:xfrm>
            <a:off x="1025531" y="1386766"/>
            <a:ext cx="10140938" cy="4770268"/>
            <a:chOff x="1025531" y="1421056"/>
            <a:chExt cx="10140938" cy="4770268"/>
          </a:xfrm>
        </p:grpSpPr>
        <p:grpSp>
          <p:nvGrpSpPr>
            <p:cNvPr id="58" name="Group 57">
              <a:extLst>
                <a:ext uri="{FF2B5EF4-FFF2-40B4-BE49-F238E27FC236}">
                  <a16:creationId xmlns:a16="http://schemas.microsoft.com/office/drawing/2014/main" id="{81C1D11A-EA8C-C07F-09B7-B8191B6E2B2E}"/>
                </a:ext>
              </a:extLst>
            </p:cNvPr>
            <p:cNvGrpSpPr/>
            <p:nvPr/>
          </p:nvGrpSpPr>
          <p:grpSpPr>
            <a:xfrm>
              <a:off x="4535805" y="1421056"/>
              <a:ext cx="3120390" cy="4770268"/>
              <a:chOff x="4535805" y="1421056"/>
              <a:chExt cx="3120390" cy="4770268"/>
            </a:xfrm>
          </p:grpSpPr>
          <p:grpSp>
            <p:nvGrpSpPr>
              <p:cNvPr id="55" name="Group 54">
                <a:extLst>
                  <a:ext uri="{FF2B5EF4-FFF2-40B4-BE49-F238E27FC236}">
                    <a16:creationId xmlns:a16="http://schemas.microsoft.com/office/drawing/2014/main" id="{162379C9-BF5B-F8B4-C152-8C89D0606D43}"/>
                  </a:ext>
                </a:extLst>
              </p:cNvPr>
              <p:cNvGrpSpPr/>
              <p:nvPr/>
            </p:nvGrpSpPr>
            <p:grpSpPr>
              <a:xfrm>
                <a:off x="4535805" y="1421056"/>
                <a:ext cx="3120390" cy="2125980"/>
                <a:chOff x="4535805" y="1421056"/>
                <a:chExt cx="3120390" cy="2125980"/>
              </a:xfrm>
            </p:grpSpPr>
            <p:sp>
              <p:nvSpPr>
                <p:cNvPr id="36" name="Rectangle 35">
                  <a:extLst>
                    <a:ext uri="{FF2B5EF4-FFF2-40B4-BE49-F238E27FC236}">
                      <a16:creationId xmlns:a16="http://schemas.microsoft.com/office/drawing/2014/main" id="{C2CB713C-76E5-BD13-48A5-A0F9B21218A0}"/>
                    </a:ext>
                  </a:extLst>
                </p:cNvPr>
                <p:cNvSpPr/>
                <p:nvPr/>
              </p:nvSpPr>
              <p:spPr>
                <a:xfrm>
                  <a:off x="4535805" y="1421056"/>
                  <a:ext cx="3120390" cy="21259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angle 10">
                  <a:extLst>
                    <a:ext uri="{FF2B5EF4-FFF2-40B4-BE49-F238E27FC236}">
                      <a16:creationId xmlns:a16="http://schemas.microsoft.com/office/drawing/2014/main" id="{45F6A219-15FE-C33B-0BB0-1D776BC73144}"/>
                    </a:ext>
                  </a:extLst>
                </p:cNvPr>
                <p:cNvSpPr/>
                <p:nvPr/>
              </p:nvSpPr>
              <p:spPr>
                <a:xfrm>
                  <a:off x="4782000" y="2212081"/>
                  <a:ext cx="2628000" cy="1213200"/>
                </a:xfrm>
                <a:prstGeom prst="rect">
                  <a:avLst/>
                </a:prstGeom>
                <a:noFill/>
                <a:ln w="25400" cap="flat">
                  <a:noFill/>
                  <a:prstDash val="solid"/>
                  <a:round/>
                </a:ln>
                <a:effectLst/>
                <a:sp3d/>
              </p:spPr>
              <p:txBody>
                <a:bodyPr rot="0" spcFirstLastPara="1" vertOverflow="overflow" horzOverflow="overflow" vert="horz" wrap="square" lIns="0" tIns="0" rIns="0" bIns="0" numCol="1" spcCol="38100" rtlCol="0" anchor="t">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kumimoji="0" lang="en-AU" sz="1400" b="0" i="0" u="none" strike="noStrike" kern="0" cap="none" spc="0" normalizeH="0" baseline="0" noProof="0">
                      <a:ln>
                        <a:noFill/>
                      </a:ln>
                      <a:effectLst/>
                      <a:uLnTx/>
                      <a:uFillTx/>
                    </a:rPr>
                    <a:t>Centralized demand forecasting solution for warehouses, stores and drives.</a:t>
                  </a:r>
                  <a:endParaRPr kumimoji="0" lang="en-AU" sz="1400" b="0" i="0" u="none" strike="noStrike" kern="0" cap="none" spc="0" normalizeH="0" baseline="0" noProof="0">
                    <a:ln>
                      <a:noFill/>
                    </a:ln>
                    <a:effectLst/>
                    <a:uLnTx/>
                    <a:uFillTx/>
                    <a:sym typeface="Helvetica"/>
                  </a:endParaRPr>
                </a:p>
              </p:txBody>
            </p:sp>
          </p:grpSp>
          <p:grpSp>
            <p:nvGrpSpPr>
              <p:cNvPr id="52" name="Group 51">
                <a:extLst>
                  <a:ext uri="{FF2B5EF4-FFF2-40B4-BE49-F238E27FC236}">
                    <a16:creationId xmlns:a16="http://schemas.microsoft.com/office/drawing/2014/main" id="{413300B1-C596-3113-1095-0F4F81390E68}"/>
                  </a:ext>
                </a:extLst>
              </p:cNvPr>
              <p:cNvGrpSpPr/>
              <p:nvPr/>
            </p:nvGrpSpPr>
            <p:grpSpPr>
              <a:xfrm>
                <a:off x="4535805" y="4065344"/>
                <a:ext cx="3120390" cy="2125980"/>
                <a:chOff x="4535805" y="4065344"/>
                <a:chExt cx="3120390" cy="2125980"/>
              </a:xfrm>
            </p:grpSpPr>
            <p:sp>
              <p:nvSpPr>
                <p:cNvPr id="39" name="Rectangle 38">
                  <a:extLst>
                    <a:ext uri="{FF2B5EF4-FFF2-40B4-BE49-F238E27FC236}">
                      <a16:creationId xmlns:a16="http://schemas.microsoft.com/office/drawing/2014/main" id="{44164120-E8ED-F048-3E6E-2007876DAB9A}"/>
                    </a:ext>
                  </a:extLst>
                </p:cNvPr>
                <p:cNvSpPr/>
                <p:nvPr/>
              </p:nvSpPr>
              <p:spPr>
                <a:xfrm>
                  <a:off x="4535805" y="4065344"/>
                  <a:ext cx="3120390" cy="21259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angle 13">
                  <a:extLst>
                    <a:ext uri="{FF2B5EF4-FFF2-40B4-BE49-F238E27FC236}">
                      <a16:creationId xmlns:a16="http://schemas.microsoft.com/office/drawing/2014/main" id="{BDA18661-68FD-8427-229D-87A9146814EB}"/>
                    </a:ext>
                  </a:extLst>
                </p:cNvPr>
                <p:cNvSpPr/>
                <p:nvPr/>
              </p:nvSpPr>
              <p:spPr>
                <a:xfrm>
                  <a:off x="4782000" y="4782961"/>
                  <a:ext cx="2628000" cy="1213200"/>
                </a:xfrm>
                <a:prstGeom prst="rect">
                  <a:avLst/>
                </a:prstGeom>
                <a:noFill/>
                <a:ln w="25400" cap="flat">
                  <a:noFill/>
                  <a:prstDash val="solid"/>
                  <a:round/>
                </a:ln>
                <a:effectLst/>
                <a:sp3d/>
              </p:spPr>
              <p:txBody>
                <a:bodyPr rot="0" spcFirstLastPara="1" vertOverflow="overflow" horzOverflow="overflow" vert="horz" wrap="square" lIns="0" tIns="0" rIns="0" bIns="0" numCol="1" spcCol="38100" rtlCol="0" anchor="t">
                  <a:noAutofit/>
                </a:bodyPr>
                <a:lstStyle/>
                <a:p>
                  <a:pPr algn="ctr" hangingPunct="0">
                    <a:defRPr/>
                  </a:pPr>
                  <a:r>
                    <a:rPr lang="en-AU" sz="1400" kern="0">
                      <a:sym typeface="Helvetica"/>
                    </a:rPr>
                    <a:t>S&amp;OP </a:t>
                  </a:r>
                  <a:r>
                    <a:rPr lang="en-AU" sz="1400" kern="0">
                      <a:ea typeface="+mn-lt"/>
                      <a:cs typeface="+mn-lt"/>
                      <a:sym typeface="Helvetica"/>
                    </a:rPr>
                    <a:t>Process Implementation to strengthen governance and align demand and supply. Introduced a monthly cycle with templates and KPIs for better planning control</a:t>
                  </a:r>
                  <a:endParaRPr kumimoji="0" lang="en-AU" sz="1400" b="0" i="0" u="none" strike="noStrike" kern="0" cap="none" spc="0" normalizeH="0" baseline="0" noProof="0">
                    <a:ln>
                      <a:noFill/>
                    </a:ln>
                    <a:effectLst/>
                    <a:uLnTx/>
                    <a:uFillTx/>
                    <a:sym typeface="Helvetica"/>
                  </a:endParaRPr>
                </a:p>
              </p:txBody>
            </p:sp>
          </p:grpSp>
        </p:grpSp>
        <p:grpSp>
          <p:nvGrpSpPr>
            <p:cNvPr id="59" name="Group 58">
              <a:extLst>
                <a:ext uri="{FF2B5EF4-FFF2-40B4-BE49-F238E27FC236}">
                  <a16:creationId xmlns:a16="http://schemas.microsoft.com/office/drawing/2014/main" id="{EEB2D336-253F-9605-D43B-D90370411758}"/>
                </a:ext>
              </a:extLst>
            </p:cNvPr>
            <p:cNvGrpSpPr/>
            <p:nvPr/>
          </p:nvGrpSpPr>
          <p:grpSpPr>
            <a:xfrm>
              <a:off x="1025531" y="1421056"/>
              <a:ext cx="3120390" cy="4770268"/>
              <a:chOff x="1025531" y="1421056"/>
              <a:chExt cx="3120390" cy="4770268"/>
            </a:xfrm>
          </p:grpSpPr>
          <p:grpSp>
            <p:nvGrpSpPr>
              <p:cNvPr id="54" name="Group 53">
                <a:extLst>
                  <a:ext uri="{FF2B5EF4-FFF2-40B4-BE49-F238E27FC236}">
                    <a16:creationId xmlns:a16="http://schemas.microsoft.com/office/drawing/2014/main" id="{CAE981B1-73DF-F86D-18F6-5C803438FBD7}"/>
                  </a:ext>
                </a:extLst>
              </p:cNvPr>
              <p:cNvGrpSpPr/>
              <p:nvPr/>
            </p:nvGrpSpPr>
            <p:grpSpPr>
              <a:xfrm>
                <a:off x="1025531" y="1421056"/>
                <a:ext cx="3120390" cy="2125980"/>
                <a:chOff x="1025531" y="1421056"/>
                <a:chExt cx="3120390" cy="2125980"/>
              </a:xfrm>
            </p:grpSpPr>
            <p:sp>
              <p:nvSpPr>
                <p:cNvPr id="35" name="Rectangle 34">
                  <a:extLst>
                    <a:ext uri="{FF2B5EF4-FFF2-40B4-BE49-F238E27FC236}">
                      <a16:creationId xmlns:a16="http://schemas.microsoft.com/office/drawing/2014/main" id="{5C0BB785-836C-6AA2-B67F-3BC532B1E866}"/>
                    </a:ext>
                  </a:extLst>
                </p:cNvPr>
                <p:cNvSpPr/>
                <p:nvPr/>
              </p:nvSpPr>
              <p:spPr>
                <a:xfrm>
                  <a:off x="1025531" y="1421056"/>
                  <a:ext cx="3120390" cy="21259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angle 8">
                  <a:extLst>
                    <a:ext uri="{FF2B5EF4-FFF2-40B4-BE49-F238E27FC236}">
                      <a16:creationId xmlns:a16="http://schemas.microsoft.com/office/drawing/2014/main" id="{91C8811E-6BEA-2715-E2B8-FE0408C55313}"/>
                    </a:ext>
                  </a:extLst>
                </p:cNvPr>
                <p:cNvSpPr/>
                <p:nvPr/>
              </p:nvSpPr>
              <p:spPr>
                <a:xfrm>
                  <a:off x="1271726" y="2231308"/>
                  <a:ext cx="2628000" cy="1213200"/>
                </a:xfrm>
                <a:prstGeom prst="rect">
                  <a:avLst/>
                </a:prstGeom>
                <a:noFill/>
                <a:ln w="25400" cap="flat">
                  <a:noFill/>
                  <a:prstDash val="solid"/>
                  <a:round/>
                </a:ln>
                <a:effectLst/>
                <a:sp3d/>
              </p:spPr>
              <p:txBody>
                <a:bodyPr rot="0" spcFirstLastPara="1" vertOverflow="overflow" horzOverflow="overflow" vert="horz" wrap="square" lIns="0" tIns="0" rIns="0" bIns="0" numCol="1" spcCol="38100" rtlCol="0" anchor="t">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kumimoji="0" lang="en-AU" sz="1400" b="0" i="0" u="none" strike="noStrike" kern="0" cap="none" spc="0" normalizeH="0" baseline="0" noProof="0">
                      <a:ln>
                        <a:noFill/>
                      </a:ln>
                      <a:effectLst/>
                      <a:uLnTx/>
                      <a:uFillTx/>
                      <a:sym typeface="Helvetica"/>
                    </a:rPr>
                    <a:t>Planning as a Service. Implementation of Business Services standard tools and  harmonized Global Model in all regions</a:t>
                  </a:r>
                  <a:r>
                    <a:rPr lang="en-AU" sz="1400" kern="0" noProof="0">
                      <a:sym typeface="Helvetica"/>
                    </a:rPr>
                    <a:t>.</a:t>
                  </a:r>
                  <a:endParaRPr kumimoji="0" lang="en-AU" sz="1400" b="0" i="0" u="none" strike="noStrike" kern="0" cap="none" spc="0" normalizeH="0" baseline="0" noProof="0">
                    <a:ln>
                      <a:noFill/>
                    </a:ln>
                    <a:effectLst/>
                    <a:uLnTx/>
                    <a:uFillTx/>
                    <a:sym typeface="Helvetica"/>
                  </a:endParaRPr>
                </a:p>
              </p:txBody>
            </p:sp>
          </p:grpSp>
          <p:grpSp>
            <p:nvGrpSpPr>
              <p:cNvPr id="53" name="Group 52">
                <a:extLst>
                  <a:ext uri="{FF2B5EF4-FFF2-40B4-BE49-F238E27FC236}">
                    <a16:creationId xmlns:a16="http://schemas.microsoft.com/office/drawing/2014/main" id="{491FE580-2257-91EA-A3AC-E20FC8A02E57}"/>
                  </a:ext>
                </a:extLst>
              </p:cNvPr>
              <p:cNvGrpSpPr/>
              <p:nvPr/>
            </p:nvGrpSpPr>
            <p:grpSpPr>
              <a:xfrm>
                <a:off x="1025531" y="4065344"/>
                <a:ext cx="3120390" cy="2125980"/>
                <a:chOff x="1025531" y="4065344"/>
                <a:chExt cx="3120390" cy="2125980"/>
              </a:xfrm>
            </p:grpSpPr>
            <p:sp>
              <p:nvSpPr>
                <p:cNvPr id="38" name="Rectangle 37">
                  <a:extLst>
                    <a:ext uri="{FF2B5EF4-FFF2-40B4-BE49-F238E27FC236}">
                      <a16:creationId xmlns:a16="http://schemas.microsoft.com/office/drawing/2014/main" id="{28C5D722-7456-9136-3010-238F09FE5BC7}"/>
                    </a:ext>
                  </a:extLst>
                </p:cNvPr>
                <p:cNvSpPr/>
                <p:nvPr/>
              </p:nvSpPr>
              <p:spPr>
                <a:xfrm>
                  <a:off x="1025531" y="4065344"/>
                  <a:ext cx="3120390" cy="21259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Rectangle 23">
                  <a:extLst>
                    <a:ext uri="{FF2B5EF4-FFF2-40B4-BE49-F238E27FC236}">
                      <a16:creationId xmlns:a16="http://schemas.microsoft.com/office/drawing/2014/main" id="{BA7DAEDD-FE4C-B134-2AF0-9EA4BDA404B0}"/>
                    </a:ext>
                  </a:extLst>
                </p:cNvPr>
                <p:cNvSpPr/>
                <p:nvPr/>
              </p:nvSpPr>
              <p:spPr>
                <a:xfrm>
                  <a:off x="1271726" y="4855967"/>
                  <a:ext cx="2628000" cy="1213200"/>
                </a:xfrm>
                <a:prstGeom prst="rect">
                  <a:avLst/>
                </a:prstGeom>
                <a:noFill/>
                <a:ln w="25400" cap="flat">
                  <a:noFill/>
                  <a:prstDash val="solid"/>
                  <a:round/>
                </a:ln>
                <a:effectLst/>
                <a:sp3d/>
              </p:spPr>
              <p:txBody>
                <a:bodyPr rot="0" spcFirstLastPara="1" vertOverflow="overflow" horzOverflow="overflow" vert="horz" wrap="square" lIns="0" tIns="0" rIns="0" bIns="0" numCol="1" spcCol="38100" rtlCol="0" anchor="t">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kumimoji="0" lang="en-AU" sz="1400" b="0" i="0" u="none" strike="noStrike" kern="0" cap="none" spc="0" normalizeH="0" baseline="0" noProof="0">
                      <a:ln>
                        <a:noFill/>
                      </a:ln>
                      <a:effectLst/>
                      <a:uLnTx/>
                      <a:uFillTx/>
                      <a:sym typeface="Helvetica"/>
                    </a:rPr>
                    <a:t>Understand current pain points that were not allowing the teams to effectively execute the Planning Processes. Best practices are identified as well.</a:t>
                  </a:r>
                </a:p>
              </p:txBody>
            </p:sp>
          </p:grpSp>
        </p:grpSp>
        <p:grpSp>
          <p:nvGrpSpPr>
            <p:cNvPr id="57" name="Group 56">
              <a:extLst>
                <a:ext uri="{FF2B5EF4-FFF2-40B4-BE49-F238E27FC236}">
                  <a16:creationId xmlns:a16="http://schemas.microsoft.com/office/drawing/2014/main" id="{62F03904-294B-1163-CF83-2A7D268AD3D9}"/>
                </a:ext>
              </a:extLst>
            </p:cNvPr>
            <p:cNvGrpSpPr/>
            <p:nvPr/>
          </p:nvGrpSpPr>
          <p:grpSpPr>
            <a:xfrm>
              <a:off x="8046079" y="1421056"/>
              <a:ext cx="3120390" cy="4770268"/>
              <a:chOff x="8046079" y="1421056"/>
              <a:chExt cx="3120390" cy="4770268"/>
            </a:xfrm>
          </p:grpSpPr>
          <p:grpSp>
            <p:nvGrpSpPr>
              <p:cNvPr id="56" name="Group 55">
                <a:extLst>
                  <a:ext uri="{FF2B5EF4-FFF2-40B4-BE49-F238E27FC236}">
                    <a16:creationId xmlns:a16="http://schemas.microsoft.com/office/drawing/2014/main" id="{8F5F5D34-9B05-5762-98B8-70E2DAD4F10E}"/>
                  </a:ext>
                </a:extLst>
              </p:cNvPr>
              <p:cNvGrpSpPr/>
              <p:nvPr/>
            </p:nvGrpSpPr>
            <p:grpSpPr>
              <a:xfrm>
                <a:off x="8046079" y="1421056"/>
                <a:ext cx="3120390" cy="2125980"/>
                <a:chOff x="8046079" y="1421056"/>
                <a:chExt cx="3120390" cy="2125980"/>
              </a:xfrm>
            </p:grpSpPr>
            <p:sp>
              <p:nvSpPr>
                <p:cNvPr id="37" name="Rectangle 36">
                  <a:extLst>
                    <a:ext uri="{FF2B5EF4-FFF2-40B4-BE49-F238E27FC236}">
                      <a16:creationId xmlns:a16="http://schemas.microsoft.com/office/drawing/2014/main" id="{474C4487-FF09-B66C-0983-EBEE075281A1}"/>
                    </a:ext>
                  </a:extLst>
                </p:cNvPr>
                <p:cNvSpPr/>
                <p:nvPr/>
              </p:nvSpPr>
              <p:spPr>
                <a:xfrm>
                  <a:off x="8046079" y="1421056"/>
                  <a:ext cx="3120390" cy="21259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angle 9">
                  <a:extLst>
                    <a:ext uri="{FF2B5EF4-FFF2-40B4-BE49-F238E27FC236}">
                      <a16:creationId xmlns:a16="http://schemas.microsoft.com/office/drawing/2014/main" id="{96855A83-C6AB-E2DB-5D86-5177E7DA3E54}"/>
                    </a:ext>
                  </a:extLst>
                </p:cNvPr>
                <p:cNvSpPr/>
                <p:nvPr/>
              </p:nvSpPr>
              <p:spPr>
                <a:xfrm>
                  <a:off x="8302712" y="2087930"/>
                  <a:ext cx="2628000" cy="1213200"/>
                </a:xfrm>
                <a:prstGeom prst="rect">
                  <a:avLst/>
                </a:prstGeom>
                <a:noFill/>
                <a:ln w="25400" cap="flat">
                  <a:noFill/>
                  <a:prstDash val="solid"/>
                  <a:round/>
                </a:ln>
                <a:effectLst/>
                <a:sp3d/>
              </p:spPr>
              <p:txBody>
                <a:bodyPr rot="0" spcFirstLastPara="1" vertOverflow="overflow" horzOverflow="overflow" vert="horz" wrap="square" lIns="0" tIns="0" rIns="0" bIns="0" numCol="1" spcCol="38100" rtlCol="0" anchor="t">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a:ln>
                        <a:noFill/>
                      </a:ln>
                      <a:effectLst/>
                      <a:uLnTx/>
                      <a:uFillTx/>
                      <a:sym typeface="Helvetica"/>
                    </a:rPr>
                    <a:t>S&amp;OP Assessment has been conducted to identify gaps and internal best practices, define the S&amp;OP maturity level and share initiatives and roadmap to improve the maturity level.</a:t>
                  </a:r>
                </a:p>
              </p:txBody>
            </p:sp>
          </p:grpSp>
          <p:grpSp>
            <p:nvGrpSpPr>
              <p:cNvPr id="51" name="Group 50">
                <a:extLst>
                  <a:ext uri="{FF2B5EF4-FFF2-40B4-BE49-F238E27FC236}">
                    <a16:creationId xmlns:a16="http://schemas.microsoft.com/office/drawing/2014/main" id="{1813C354-BF48-CC98-27F1-34A79A88527E}"/>
                  </a:ext>
                </a:extLst>
              </p:cNvPr>
              <p:cNvGrpSpPr/>
              <p:nvPr/>
            </p:nvGrpSpPr>
            <p:grpSpPr>
              <a:xfrm>
                <a:off x="8046079" y="4065344"/>
                <a:ext cx="3120390" cy="2125980"/>
                <a:chOff x="8046079" y="4065344"/>
                <a:chExt cx="3120390" cy="2125980"/>
              </a:xfrm>
            </p:grpSpPr>
            <p:sp>
              <p:nvSpPr>
                <p:cNvPr id="40" name="Rectangle 39">
                  <a:extLst>
                    <a:ext uri="{FF2B5EF4-FFF2-40B4-BE49-F238E27FC236}">
                      <a16:creationId xmlns:a16="http://schemas.microsoft.com/office/drawing/2014/main" id="{3EDFFA7D-35CD-3A79-BEC0-F8D9B72ABE82}"/>
                    </a:ext>
                  </a:extLst>
                </p:cNvPr>
                <p:cNvSpPr/>
                <p:nvPr/>
              </p:nvSpPr>
              <p:spPr>
                <a:xfrm>
                  <a:off x="8046079" y="4065344"/>
                  <a:ext cx="3120390" cy="21259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angle 14">
                  <a:extLst>
                    <a:ext uri="{FF2B5EF4-FFF2-40B4-BE49-F238E27FC236}">
                      <a16:creationId xmlns:a16="http://schemas.microsoft.com/office/drawing/2014/main" id="{629E8E1D-95C5-6660-CD7A-4290C4BAD5E5}"/>
                    </a:ext>
                  </a:extLst>
                </p:cNvPr>
                <p:cNvSpPr/>
                <p:nvPr/>
              </p:nvSpPr>
              <p:spPr>
                <a:xfrm>
                  <a:off x="8292274" y="4793474"/>
                  <a:ext cx="2628000" cy="1213200"/>
                </a:xfrm>
                <a:prstGeom prst="rect">
                  <a:avLst/>
                </a:prstGeom>
                <a:noFill/>
                <a:ln w="25400" cap="flat">
                  <a:noFill/>
                  <a:prstDash val="solid"/>
                  <a:round/>
                </a:ln>
                <a:effectLst/>
                <a:sp3d/>
              </p:spPr>
              <p:txBody>
                <a:bodyPr rot="0" spcFirstLastPara="1" vertOverflow="overflow" horzOverflow="overflow" vert="horz" wrap="square" lIns="0" tIns="0" rIns="0" bIns="0" numCol="1" spcCol="38100" rtlCol="0" anchor="t">
                  <a:noAutofit/>
                </a:bodyPr>
                <a:lstStyle/>
                <a:p>
                  <a:pPr algn="ctr">
                    <a:defRPr/>
                  </a:pPr>
                  <a:r>
                    <a:rPr lang="en-AU" sz="1400" kern="0" dirty="0">
                      <a:ea typeface="+mn-lt"/>
                      <a:cs typeface="+mn-lt"/>
                      <a:sym typeface="Helvetica"/>
                    </a:rPr>
                    <a:t>S&amp;OP design and implementation for three Houses under the CHORUS program, delivering Anaplan specifications, validated design, and scenario-based decision-making.</a:t>
                  </a:r>
                  <a:endParaRPr lang="en-US" dirty="0">
                    <a:ea typeface="+mn-lt"/>
                    <a:cs typeface="+mn-lt"/>
                  </a:endParaRPr>
                </a:p>
              </p:txBody>
            </p:sp>
          </p:grpSp>
        </p:grpSp>
      </p:grpSp>
    </p:spTree>
    <p:extLst>
      <p:ext uri="{BB962C8B-B14F-4D97-AF65-F5344CB8AC3E}">
        <p14:creationId xmlns:p14="http://schemas.microsoft.com/office/powerpoint/2010/main" val="1656965416"/>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00B721D-35D4-13E5-F606-1956190E7C1E}"/>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E88A4E93-466E-A0D5-854B-CC58D3BC62B2}"/>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C7602608-27E5-B5DB-3FAC-A039CA0C4EE8}"/>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We have relevant assets and knowledge of the planning process that allows us to identify opportunities for improvement</a:t>
            </a:r>
          </a:p>
        </p:txBody>
      </p:sp>
      <p:sp>
        <p:nvSpPr>
          <p:cNvPr id="3" name="TextBox 2">
            <a:extLst>
              <a:ext uri="{FF2B5EF4-FFF2-40B4-BE49-F238E27FC236}">
                <a16:creationId xmlns:a16="http://schemas.microsoft.com/office/drawing/2014/main" id="{90C500B0-5145-2B6F-9A95-2AD8700B4C52}"/>
              </a:ext>
            </a:extLst>
          </p:cNvPr>
          <p:cNvSpPr txBox="1"/>
          <p:nvPr/>
        </p:nvSpPr>
        <p:spPr>
          <a:xfrm>
            <a:off x="10475063" y="895990"/>
            <a:ext cx="1845301" cy="216314"/>
          </a:xfrm>
          <a:prstGeom prst="roundRect">
            <a:avLst/>
          </a:prstGeom>
          <a:solidFill>
            <a:srgbClr val="12ABDB"/>
          </a:solidFill>
        </p:spPr>
        <p:txBody>
          <a:bodyPr vert="horz" wrap="square" lIns="0" tIns="0" rIns="0" bIns="0" rtlCol="0" anchor="ctr">
            <a:noAutofit/>
          </a:bodyPr>
          <a:lstStyle/>
          <a:p>
            <a:pPr marL="0" marR="0" lvl="0" indent="0" algn="ctr" defTabSz="914400" eaLnBrk="1" fontAlgn="auto" latinLnBrk="0" hangingPunct="1">
              <a:lnSpc>
                <a:spcPct val="100000"/>
              </a:lnSpc>
              <a:spcBef>
                <a:spcPts val="0"/>
              </a:spcBef>
              <a:spcAft>
                <a:spcPts val="800"/>
              </a:spcAft>
              <a:buClrTx/>
              <a:buSzTx/>
              <a:buFontTx/>
              <a:buNone/>
              <a:tabLst/>
              <a:defRPr/>
            </a:pPr>
            <a:r>
              <a:rPr lang="en-AU" sz="1050" b="1" i="1" kern="0" noProof="0">
                <a:solidFill>
                  <a:schemeClr val="bg1"/>
                </a:solidFill>
              </a:rPr>
              <a:t>Assets &amp; methodologies</a:t>
            </a:r>
            <a:endParaRPr kumimoji="0" lang="en-AU" sz="1050" b="1" i="1" u="none" strike="noStrike" kern="0" cap="none" spc="0" normalizeH="0" baseline="0" noProof="0">
              <a:ln>
                <a:noFill/>
              </a:ln>
              <a:solidFill>
                <a:schemeClr val="bg1"/>
              </a:solidFill>
              <a:effectLst/>
              <a:uLnTx/>
              <a:uFillTx/>
            </a:endParaRPr>
          </a:p>
        </p:txBody>
      </p:sp>
      <p:sp>
        <p:nvSpPr>
          <p:cNvPr id="8" name="Rectangle: Rounded Corners 7">
            <a:extLst>
              <a:ext uri="{FF2B5EF4-FFF2-40B4-BE49-F238E27FC236}">
                <a16:creationId xmlns:a16="http://schemas.microsoft.com/office/drawing/2014/main" id="{8588EE0B-C805-A14F-9E0E-61DC91CF7CE5}"/>
              </a:ext>
            </a:extLst>
          </p:cNvPr>
          <p:cNvSpPr/>
          <p:nvPr/>
        </p:nvSpPr>
        <p:spPr>
          <a:xfrm>
            <a:off x="341456" y="1324369"/>
            <a:ext cx="2763815" cy="5239021"/>
          </a:xfrm>
          <a:prstGeom prst="roundRect">
            <a:avLst>
              <a:gd name="adj" fmla="val 9830"/>
            </a:avLst>
          </a:prstGeom>
          <a:solidFill>
            <a:srgbClr val="E7F4F8"/>
          </a:soli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prstClr val="black"/>
              </a:solidFill>
              <a:effectLst/>
              <a:uLnTx/>
              <a:uFillTx/>
              <a:latin typeface="+mj-lt"/>
              <a:ea typeface="+mn-ea"/>
              <a:cs typeface="+mn-cs"/>
            </a:endParaRPr>
          </a:p>
        </p:txBody>
      </p:sp>
      <p:sp>
        <p:nvSpPr>
          <p:cNvPr id="10" name="Rectangle 9">
            <a:extLst>
              <a:ext uri="{FF2B5EF4-FFF2-40B4-BE49-F238E27FC236}">
                <a16:creationId xmlns:a16="http://schemas.microsoft.com/office/drawing/2014/main" id="{DCC0E439-AB71-D279-6651-119AB3C31093}"/>
              </a:ext>
            </a:extLst>
          </p:cNvPr>
          <p:cNvSpPr/>
          <p:nvPr/>
        </p:nvSpPr>
        <p:spPr>
          <a:xfrm flipH="1">
            <a:off x="521269" y="1707447"/>
            <a:ext cx="2404188" cy="286232"/>
          </a:xfrm>
          <a:prstGeom prst="rect">
            <a:avLst/>
          </a:prstGeom>
          <a:noFill/>
        </p:spPr>
        <p:txBody>
          <a:bodyPr wrap="square">
            <a:spAutoFit/>
          </a:bodyPr>
          <a:lstStyle/>
          <a:p>
            <a:pPr algn="ctr" hangingPunct="0">
              <a:lnSpc>
                <a:spcPct val="90000"/>
              </a:lnSpc>
              <a:defRPr/>
            </a:pPr>
            <a:r>
              <a:rPr lang="en-AU" sz="1400" b="1" kern="0" noProof="0">
                <a:latin typeface="+mj-lt"/>
                <a:cs typeface="Helvetica"/>
                <a:sym typeface="Helvetica"/>
              </a:rPr>
              <a:t>PROCESSES</a:t>
            </a:r>
          </a:p>
        </p:txBody>
      </p:sp>
      <p:cxnSp>
        <p:nvCxnSpPr>
          <p:cNvPr id="11" name="Straight Connector 10">
            <a:extLst>
              <a:ext uri="{FF2B5EF4-FFF2-40B4-BE49-F238E27FC236}">
                <a16:creationId xmlns:a16="http://schemas.microsoft.com/office/drawing/2014/main" id="{3929D63D-07FF-DFCC-F56F-A3A5BE9EC65C}"/>
              </a:ext>
            </a:extLst>
          </p:cNvPr>
          <p:cNvCxnSpPr>
            <a:cxnSpLocks/>
          </p:cNvCxnSpPr>
          <p:nvPr/>
        </p:nvCxnSpPr>
        <p:spPr>
          <a:xfrm>
            <a:off x="521269" y="2105924"/>
            <a:ext cx="2404188" cy="0"/>
          </a:xfrm>
          <a:prstGeom prst="line">
            <a:avLst/>
          </a:prstGeom>
          <a:noFill/>
          <a:ln w="12700" cap="flat" cmpd="sng" algn="ctr">
            <a:solidFill>
              <a:schemeClr val="tx1"/>
            </a:solidFill>
            <a:prstDash val="solid"/>
          </a:ln>
          <a:effectLst/>
        </p:spPr>
      </p:cxnSp>
      <p:sp>
        <p:nvSpPr>
          <p:cNvPr id="12" name="TextBox 11">
            <a:extLst>
              <a:ext uri="{FF2B5EF4-FFF2-40B4-BE49-F238E27FC236}">
                <a16:creationId xmlns:a16="http://schemas.microsoft.com/office/drawing/2014/main" id="{6A2C4891-AB8C-DCEF-AEE9-3310AA4F6B19}"/>
              </a:ext>
            </a:extLst>
          </p:cNvPr>
          <p:cNvSpPr txBox="1"/>
          <p:nvPr/>
        </p:nvSpPr>
        <p:spPr>
          <a:xfrm>
            <a:off x="389196" y="4696000"/>
            <a:ext cx="2668335" cy="954107"/>
          </a:xfrm>
          <a:prstGeom prst="rect">
            <a:avLst/>
          </a:prstGeom>
          <a:noFill/>
        </p:spPr>
        <p:txBody>
          <a:bodyPr wrap="square">
            <a:spAutoFit/>
          </a:bodyPr>
          <a:lstStyle/>
          <a:p>
            <a:pPr marL="171450" indent="-171450">
              <a:buFont typeface="Arial" panose="020B0604020202020204" pitchFamily="34" charset="0"/>
              <a:buChar char="•"/>
            </a:pPr>
            <a:r>
              <a:rPr lang="en-AU" sz="1400" b="1" noProof="0">
                <a:latin typeface="+mj-lt"/>
              </a:rPr>
              <a:t>Taxonomy</a:t>
            </a:r>
            <a:r>
              <a:rPr lang="en-AU" sz="1400" noProof="0">
                <a:latin typeface="+mj-lt"/>
              </a:rPr>
              <a:t> of key </a:t>
            </a:r>
            <a:r>
              <a:rPr lang="en-AU" sz="1400" b="1" noProof="0">
                <a:latin typeface="+mj-lt"/>
              </a:rPr>
              <a:t>processes</a:t>
            </a:r>
            <a:r>
              <a:rPr lang="en-AU" sz="1400" noProof="0">
                <a:latin typeface="+mj-lt"/>
              </a:rPr>
              <a:t> to be </a:t>
            </a:r>
            <a:r>
              <a:rPr lang="en-AU" sz="1400" noProof="0" err="1">
                <a:latin typeface="+mj-lt"/>
              </a:rPr>
              <a:t>analyzed</a:t>
            </a:r>
            <a:endParaRPr lang="en-AU" sz="1400" noProof="0">
              <a:latin typeface="+mj-lt"/>
            </a:endParaRPr>
          </a:p>
          <a:p>
            <a:pPr marL="171450" indent="-171450">
              <a:buFont typeface="Arial" panose="020B0604020202020204" pitchFamily="34" charset="0"/>
              <a:buChar char="•"/>
            </a:pPr>
            <a:r>
              <a:rPr lang="en-AU" sz="1400" b="1" noProof="0">
                <a:latin typeface="+mj-lt"/>
              </a:rPr>
              <a:t>Process flows</a:t>
            </a:r>
            <a:r>
              <a:rPr lang="en-AU" sz="1400" noProof="0">
                <a:latin typeface="+mj-lt"/>
              </a:rPr>
              <a:t> based on </a:t>
            </a:r>
            <a:r>
              <a:rPr lang="en-AU" sz="1400" b="1" noProof="0">
                <a:latin typeface="+mj-lt"/>
              </a:rPr>
              <a:t>best practices</a:t>
            </a:r>
            <a:endParaRPr lang="en-AU" sz="1400" noProof="0">
              <a:latin typeface="+mj-lt"/>
            </a:endParaRPr>
          </a:p>
        </p:txBody>
      </p:sp>
      <p:grpSp>
        <p:nvGrpSpPr>
          <p:cNvPr id="13" name="Group 12">
            <a:extLst>
              <a:ext uri="{FF2B5EF4-FFF2-40B4-BE49-F238E27FC236}">
                <a16:creationId xmlns:a16="http://schemas.microsoft.com/office/drawing/2014/main" id="{26D717E6-4FD0-1614-BEDF-D62D58E73EAD}"/>
              </a:ext>
            </a:extLst>
          </p:cNvPr>
          <p:cNvGrpSpPr/>
          <p:nvPr/>
        </p:nvGrpSpPr>
        <p:grpSpPr>
          <a:xfrm>
            <a:off x="483568" y="2385403"/>
            <a:ext cx="2479591" cy="1993937"/>
            <a:chOff x="520978" y="2571094"/>
            <a:chExt cx="2479591" cy="1993937"/>
          </a:xfrm>
        </p:grpSpPr>
        <p:pic>
          <p:nvPicPr>
            <p:cNvPr id="14" name="Picture 13">
              <a:extLst>
                <a:ext uri="{FF2B5EF4-FFF2-40B4-BE49-F238E27FC236}">
                  <a16:creationId xmlns:a16="http://schemas.microsoft.com/office/drawing/2014/main" id="{5EB45AFA-CCFB-2CFC-446F-53B6B2841102}"/>
                </a:ext>
              </a:extLst>
            </p:cNvPr>
            <p:cNvPicPr>
              <a:picLocks noChangeAspect="1"/>
            </p:cNvPicPr>
            <p:nvPr/>
          </p:nvPicPr>
          <p:blipFill>
            <a:blip r:embed="rId4"/>
            <a:stretch>
              <a:fillRect/>
            </a:stretch>
          </p:blipFill>
          <p:spPr>
            <a:xfrm>
              <a:off x="520978" y="2571094"/>
              <a:ext cx="2222556" cy="1178747"/>
            </a:xfrm>
            <a:prstGeom prst="rect">
              <a:avLst/>
            </a:prstGeom>
            <a:ln>
              <a:solidFill>
                <a:sysClr val="windowText" lastClr="000000"/>
              </a:solidFill>
            </a:ln>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EFD41511-1CE3-D75A-4433-904C7BB51859}"/>
                </a:ext>
              </a:extLst>
            </p:cNvPr>
            <p:cNvPicPr>
              <a:picLocks noChangeAspect="1"/>
            </p:cNvPicPr>
            <p:nvPr/>
          </p:nvPicPr>
          <p:blipFill>
            <a:blip r:embed="rId5"/>
            <a:stretch>
              <a:fillRect/>
            </a:stretch>
          </p:blipFill>
          <p:spPr>
            <a:xfrm>
              <a:off x="846166" y="2800964"/>
              <a:ext cx="2154403" cy="1109118"/>
            </a:xfrm>
            <a:prstGeom prst="rect">
              <a:avLst/>
            </a:prstGeom>
            <a:ln>
              <a:solidFill>
                <a:sysClr val="windowText" lastClr="000000"/>
              </a:solidFill>
            </a:ln>
            <a:effectLst>
              <a:outerShdw blurRad="50800" dist="38100" dir="2700000" algn="tl" rotWithShape="0">
                <a:prstClr val="black">
                  <a:alpha val="40000"/>
                </a:prstClr>
              </a:outerShdw>
            </a:effectLst>
          </p:spPr>
        </p:pic>
        <p:pic>
          <p:nvPicPr>
            <p:cNvPr id="16" name="Picture 15">
              <a:extLst>
                <a:ext uri="{FF2B5EF4-FFF2-40B4-BE49-F238E27FC236}">
                  <a16:creationId xmlns:a16="http://schemas.microsoft.com/office/drawing/2014/main" id="{13B0EC59-17B4-72D8-2660-B02852C95CC0}"/>
                </a:ext>
              </a:extLst>
            </p:cNvPr>
            <p:cNvPicPr>
              <a:picLocks noChangeAspect="1"/>
            </p:cNvPicPr>
            <p:nvPr/>
          </p:nvPicPr>
          <p:blipFill>
            <a:blip r:embed="rId6"/>
            <a:stretch>
              <a:fillRect/>
            </a:stretch>
          </p:blipFill>
          <p:spPr>
            <a:xfrm>
              <a:off x="643434" y="3392298"/>
              <a:ext cx="2084860" cy="1172733"/>
            </a:xfrm>
            <a:prstGeom prst="rect">
              <a:avLst/>
            </a:prstGeom>
            <a:ln>
              <a:solidFill>
                <a:sysClr val="windowText" lastClr="000000"/>
              </a:solidFill>
            </a:ln>
            <a:effectLst>
              <a:outerShdw blurRad="50800" dist="38100" dir="2700000" algn="tl" rotWithShape="0">
                <a:prstClr val="black">
                  <a:alpha val="40000"/>
                </a:prstClr>
              </a:outerShdw>
            </a:effectLst>
          </p:spPr>
        </p:pic>
      </p:grpSp>
      <p:sp>
        <p:nvSpPr>
          <p:cNvPr id="18" name="Rectangle: Rounded Corners 17">
            <a:extLst>
              <a:ext uri="{FF2B5EF4-FFF2-40B4-BE49-F238E27FC236}">
                <a16:creationId xmlns:a16="http://schemas.microsoft.com/office/drawing/2014/main" id="{BE7761D6-CCBC-DE41-E591-7F491697305F}"/>
              </a:ext>
            </a:extLst>
          </p:cNvPr>
          <p:cNvSpPr/>
          <p:nvPr/>
        </p:nvSpPr>
        <p:spPr>
          <a:xfrm>
            <a:off x="6171638" y="1324369"/>
            <a:ext cx="2763815" cy="5239021"/>
          </a:xfrm>
          <a:prstGeom prst="roundRect">
            <a:avLst>
              <a:gd name="adj" fmla="val 9830"/>
            </a:avLst>
          </a:prstGeom>
          <a:solidFill>
            <a:srgbClr val="E7F4F8"/>
          </a:soli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prstClr val="black"/>
              </a:solidFill>
              <a:effectLst/>
              <a:uLnTx/>
              <a:uFillTx/>
              <a:latin typeface="+mj-lt"/>
              <a:ea typeface="+mn-ea"/>
              <a:cs typeface="+mn-cs"/>
            </a:endParaRPr>
          </a:p>
        </p:txBody>
      </p:sp>
      <p:sp>
        <p:nvSpPr>
          <p:cNvPr id="20" name="Rectangle 19">
            <a:extLst>
              <a:ext uri="{FF2B5EF4-FFF2-40B4-BE49-F238E27FC236}">
                <a16:creationId xmlns:a16="http://schemas.microsoft.com/office/drawing/2014/main" id="{B84EF71D-12A2-DF09-F649-CC406FCE765E}"/>
              </a:ext>
            </a:extLst>
          </p:cNvPr>
          <p:cNvSpPr/>
          <p:nvPr/>
        </p:nvSpPr>
        <p:spPr>
          <a:xfrm flipH="1">
            <a:off x="6351451" y="1707447"/>
            <a:ext cx="2404188" cy="286232"/>
          </a:xfrm>
          <a:prstGeom prst="rect">
            <a:avLst/>
          </a:prstGeom>
          <a:noFill/>
        </p:spPr>
        <p:txBody>
          <a:bodyPr wrap="square">
            <a:spAutoFit/>
          </a:bodyPr>
          <a:lstStyle/>
          <a:p>
            <a:pPr algn="ctr" hangingPunct="0">
              <a:lnSpc>
                <a:spcPct val="90000"/>
              </a:lnSpc>
              <a:defRPr/>
            </a:pPr>
            <a:r>
              <a:rPr lang="en-AU" sz="1400" b="1" kern="0" noProof="0">
                <a:latin typeface="+mj-lt"/>
                <a:cs typeface="Helvetica"/>
                <a:sym typeface="Helvetica"/>
              </a:rPr>
              <a:t>TECHNOLOGY</a:t>
            </a:r>
          </a:p>
        </p:txBody>
      </p:sp>
      <p:cxnSp>
        <p:nvCxnSpPr>
          <p:cNvPr id="21" name="Straight Connector 20">
            <a:extLst>
              <a:ext uri="{FF2B5EF4-FFF2-40B4-BE49-F238E27FC236}">
                <a16:creationId xmlns:a16="http://schemas.microsoft.com/office/drawing/2014/main" id="{B0AF4620-C191-D7ED-ED47-844BCBD99199}"/>
              </a:ext>
            </a:extLst>
          </p:cNvPr>
          <p:cNvCxnSpPr>
            <a:cxnSpLocks/>
          </p:cNvCxnSpPr>
          <p:nvPr/>
        </p:nvCxnSpPr>
        <p:spPr>
          <a:xfrm>
            <a:off x="6351451" y="2105924"/>
            <a:ext cx="2404188" cy="0"/>
          </a:xfrm>
          <a:prstGeom prst="line">
            <a:avLst/>
          </a:prstGeom>
          <a:noFill/>
          <a:ln w="12700" cap="flat" cmpd="sng" algn="ctr">
            <a:solidFill>
              <a:schemeClr val="tx1"/>
            </a:solidFill>
            <a:prstDash val="solid"/>
          </a:ln>
          <a:effectLst/>
        </p:spPr>
      </p:cxnSp>
      <p:sp>
        <p:nvSpPr>
          <p:cNvPr id="22" name="TextBox 21">
            <a:extLst>
              <a:ext uri="{FF2B5EF4-FFF2-40B4-BE49-F238E27FC236}">
                <a16:creationId xmlns:a16="http://schemas.microsoft.com/office/drawing/2014/main" id="{031A0401-F862-52B0-C0E7-FC1FC55FFB34}"/>
              </a:ext>
            </a:extLst>
          </p:cNvPr>
          <p:cNvSpPr txBox="1"/>
          <p:nvPr/>
        </p:nvSpPr>
        <p:spPr>
          <a:xfrm>
            <a:off x="6219378" y="4696000"/>
            <a:ext cx="2668335" cy="1384995"/>
          </a:xfrm>
          <a:prstGeom prst="rect">
            <a:avLst/>
          </a:prstGeom>
          <a:noFill/>
        </p:spPr>
        <p:txBody>
          <a:bodyPr wrap="square">
            <a:spAutoFit/>
          </a:bodyPr>
          <a:lstStyle/>
          <a:p>
            <a:pPr marL="171450" indent="-171450">
              <a:buFont typeface="Arial" panose="020B0604020202020204" pitchFamily="34" charset="0"/>
              <a:buChar char="•"/>
            </a:pPr>
            <a:r>
              <a:rPr lang="en-AU" sz="1400" noProof="0">
                <a:latin typeface="+mj-lt"/>
              </a:rPr>
              <a:t>List of pre-identified </a:t>
            </a:r>
            <a:r>
              <a:rPr lang="en-AU" sz="1400" b="1" noProof="0">
                <a:latin typeface="+mj-lt"/>
              </a:rPr>
              <a:t>pain points associated with data and technology</a:t>
            </a:r>
          </a:p>
          <a:p>
            <a:pPr marL="171450" indent="-171450">
              <a:buFont typeface="Arial" panose="020B0604020202020204" pitchFamily="34" charset="0"/>
              <a:buChar char="•"/>
            </a:pPr>
            <a:r>
              <a:rPr lang="en-AU" sz="1400" noProof="0">
                <a:latin typeface="+mj-lt"/>
              </a:rPr>
              <a:t>Reference </a:t>
            </a:r>
            <a:r>
              <a:rPr lang="en-AU" sz="1400" b="1" noProof="0">
                <a:latin typeface="+mj-lt"/>
              </a:rPr>
              <a:t>solution maps</a:t>
            </a:r>
            <a:r>
              <a:rPr lang="en-AU" sz="1400" noProof="0">
                <a:latin typeface="+mj-lt"/>
              </a:rPr>
              <a:t> and </a:t>
            </a:r>
            <a:r>
              <a:rPr lang="en-AU" sz="1400" b="1" noProof="0">
                <a:latin typeface="+mj-lt"/>
              </a:rPr>
              <a:t>integrations</a:t>
            </a:r>
          </a:p>
          <a:p>
            <a:pPr marL="171450" indent="-171450">
              <a:buFont typeface="Arial" panose="020B0604020202020204" pitchFamily="34" charset="0"/>
              <a:buChar char="•"/>
            </a:pPr>
            <a:r>
              <a:rPr lang="en-AU" sz="1400" b="1" noProof="0">
                <a:latin typeface="+mj-lt"/>
              </a:rPr>
              <a:t>Information</a:t>
            </a:r>
            <a:r>
              <a:rPr lang="en-AU" sz="1400" noProof="0">
                <a:latin typeface="+mj-lt"/>
              </a:rPr>
              <a:t> </a:t>
            </a:r>
            <a:r>
              <a:rPr lang="en-AU" sz="1400" b="1" noProof="0">
                <a:latin typeface="+mj-lt"/>
              </a:rPr>
              <a:t>flows</a:t>
            </a:r>
            <a:endParaRPr lang="en-AU" sz="1400" noProof="0">
              <a:latin typeface="+mj-lt"/>
            </a:endParaRPr>
          </a:p>
        </p:txBody>
      </p:sp>
      <p:grpSp>
        <p:nvGrpSpPr>
          <p:cNvPr id="23" name="Group 22">
            <a:extLst>
              <a:ext uri="{FF2B5EF4-FFF2-40B4-BE49-F238E27FC236}">
                <a16:creationId xmlns:a16="http://schemas.microsoft.com/office/drawing/2014/main" id="{6AEB7B5D-19A0-9653-4C3A-377C3B2839B1}"/>
              </a:ext>
            </a:extLst>
          </p:cNvPr>
          <p:cNvGrpSpPr/>
          <p:nvPr/>
        </p:nvGrpSpPr>
        <p:grpSpPr>
          <a:xfrm>
            <a:off x="6292413" y="2385400"/>
            <a:ext cx="2522265" cy="1993940"/>
            <a:chOff x="6399225" y="2571091"/>
            <a:chExt cx="2522265" cy="1993940"/>
          </a:xfrm>
        </p:grpSpPr>
        <p:pic>
          <p:nvPicPr>
            <p:cNvPr id="24" name="Picture 23">
              <a:extLst>
                <a:ext uri="{FF2B5EF4-FFF2-40B4-BE49-F238E27FC236}">
                  <a16:creationId xmlns:a16="http://schemas.microsoft.com/office/drawing/2014/main" id="{9831FB94-2548-A7A9-900C-254545B8AC69}"/>
                </a:ext>
              </a:extLst>
            </p:cNvPr>
            <p:cNvPicPr>
              <a:picLocks noChangeAspect="1"/>
            </p:cNvPicPr>
            <p:nvPr/>
          </p:nvPicPr>
          <p:blipFill>
            <a:blip r:embed="rId7"/>
            <a:stretch>
              <a:fillRect/>
            </a:stretch>
          </p:blipFill>
          <p:spPr>
            <a:xfrm>
              <a:off x="6399225" y="2571091"/>
              <a:ext cx="2084861" cy="1172734"/>
            </a:xfrm>
            <a:prstGeom prst="rect">
              <a:avLst/>
            </a:prstGeom>
            <a:ln>
              <a:solidFill>
                <a:sysClr val="windowText" lastClr="000000"/>
              </a:solidFill>
            </a:ln>
            <a:effectLst>
              <a:outerShdw blurRad="50800" dist="38100" dir="2700000" algn="tl" rotWithShape="0">
                <a:prstClr val="black">
                  <a:alpha val="40000"/>
                </a:prstClr>
              </a:outerShdw>
            </a:effectLst>
          </p:spPr>
        </p:pic>
        <p:pic>
          <p:nvPicPr>
            <p:cNvPr id="25" name="Picture 24">
              <a:extLst>
                <a:ext uri="{FF2B5EF4-FFF2-40B4-BE49-F238E27FC236}">
                  <a16:creationId xmlns:a16="http://schemas.microsoft.com/office/drawing/2014/main" id="{3D00FD81-B0F5-46BC-8CF5-6A4143B9C7CF}"/>
                </a:ext>
              </a:extLst>
            </p:cNvPr>
            <p:cNvPicPr>
              <a:picLocks noChangeAspect="1"/>
            </p:cNvPicPr>
            <p:nvPr/>
          </p:nvPicPr>
          <p:blipFill>
            <a:blip r:embed="rId8"/>
            <a:stretch>
              <a:fillRect/>
            </a:stretch>
          </p:blipFill>
          <p:spPr>
            <a:xfrm>
              <a:off x="6836630" y="2769156"/>
              <a:ext cx="2084860" cy="1172733"/>
            </a:xfrm>
            <a:prstGeom prst="rect">
              <a:avLst/>
            </a:prstGeom>
            <a:ln>
              <a:solidFill>
                <a:sysClr val="windowText" lastClr="000000"/>
              </a:solidFill>
            </a:ln>
            <a:effectLst>
              <a:outerShdw blurRad="50800" dist="38100" dir="2700000" algn="tl" rotWithShape="0">
                <a:prstClr val="black">
                  <a:alpha val="40000"/>
                </a:prstClr>
              </a:outerShdw>
            </a:effectLst>
          </p:spPr>
        </p:pic>
        <p:pic>
          <p:nvPicPr>
            <p:cNvPr id="26" name="Picture 25">
              <a:extLst>
                <a:ext uri="{FF2B5EF4-FFF2-40B4-BE49-F238E27FC236}">
                  <a16:creationId xmlns:a16="http://schemas.microsoft.com/office/drawing/2014/main" id="{C7F99E1A-3F07-3E67-9980-63B3E8F8BC9C}"/>
                </a:ext>
              </a:extLst>
            </p:cNvPr>
            <p:cNvPicPr>
              <a:picLocks noChangeAspect="1"/>
            </p:cNvPicPr>
            <p:nvPr/>
          </p:nvPicPr>
          <p:blipFill>
            <a:blip r:embed="rId9"/>
            <a:stretch>
              <a:fillRect/>
            </a:stretch>
          </p:blipFill>
          <p:spPr>
            <a:xfrm>
              <a:off x="6528718" y="3392298"/>
              <a:ext cx="2084860" cy="1172733"/>
            </a:xfrm>
            <a:prstGeom prst="rect">
              <a:avLst/>
            </a:prstGeom>
            <a:ln>
              <a:solidFill>
                <a:sysClr val="windowText" lastClr="000000"/>
              </a:solidFill>
            </a:ln>
            <a:effectLst>
              <a:outerShdw blurRad="50800" dist="38100" dir="2700000" algn="tl" rotWithShape="0">
                <a:prstClr val="black">
                  <a:alpha val="40000"/>
                </a:prstClr>
              </a:outerShdw>
            </a:effectLst>
          </p:spPr>
        </p:pic>
      </p:grpSp>
      <p:sp>
        <p:nvSpPr>
          <p:cNvPr id="28" name="Rectangle: Rounded Corners 27">
            <a:extLst>
              <a:ext uri="{FF2B5EF4-FFF2-40B4-BE49-F238E27FC236}">
                <a16:creationId xmlns:a16="http://schemas.microsoft.com/office/drawing/2014/main" id="{CE8A30D3-92CD-B933-3751-5A25384AC462}"/>
              </a:ext>
            </a:extLst>
          </p:cNvPr>
          <p:cNvSpPr/>
          <p:nvPr/>
        </p:nvSpPr>
        <p:spPr>
          <a:xfrm>
            <a:off x="9086729" y="1324369"/>
            <a:ext cx="2763815" cy="5239021"/>
          </a:xfrm>
          <a:prstGeom prst="roundRect">
            <a:avLst>
              <a:gd name="adj" fmla="val 9830"/>
            </a:avLst>
          </a:prstGeom>
          <a:solidFill>
            <a:srgbClr val="E7F4F8"/>
          </a:soli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prstClr val="black"/>
              </a:solidFill>
              <a:effectLst/>
              <a:uLnTx/>
              <a:uFillTx/>
              <a:latin typeface="+mj-lt"/>
              <a:ea typeface="+mn-ea"/>
              <a:cs typeface="+mn-cs"/>
            </a:endParaRPr>
          </a:p>
        </p:txBody>
      </p:sp>
      <p:sp>
        <p:nvSpPr>
          <p:cNvPr id="30" name="Rectangle 29">
            <a:extLst>
              <a:ext uri="{FF2B5EF4-FFF2-40B4-BE49-F238E27FC236}">
                <a16:creationId xmlns:a16="http://schemas.microsoft.com/office/drawing/2014/main" id="{4E0AA2DC-BDE2-831A-D430-6566A44BE146}"/>
              </a:ext>
            </a:extLst>
          </p:cNvPr>
          <p:cNvSpPr/>
          <p:nvPr/>
        </p:nvSpPr>
        <p:spPr>
          <a:xfrm flipH="1">
            <a:off x="9266542" y="1707447"/>
            <a:ext cx="2404188" cy="286232"/>
          </a:xfrm>
          <a:prstGeom prst="rect">
            <a:avLst/>
          </a:prstGeom>
          <a:noFill/>
        </p:spPr>
        <p:txBody>
          <a:bodyPr wrap="square">
            <a:spAutoFit/>
          </a:bodyPr>
          <a:lstStyle/>
          <a:p>
            <a:pPr algn="ctr" hangingPunct="0">
              <a:lnSpc>
                <a:spcPct val="90000"/>
              </a:lnSpc>
              <a:defRPr/>
            </a:pPr>
            <a:r>
              <a:rPr lang="en-AU" sz="1400" b="1" kern="0" noProof="0">
                <a:latin typeface="+mj-lt"/>
                <a:cs typeface="Helvetica"/>
                <a:sym typeface="Helvetica"/>
              </a:rPr>
              <a:t>DATA &amp; METRICS</a:t>
            </a:r>
          </a:p>
        </p:txBody>
      </p:sp>
      <p:cxnSp>
        <p:nvCxnSpPr>
          <p:cNvPr id="31" name="Straight Connector 30">
            <a:extLst>
              <a:ext uri="{FF2B5EF4-FFF2-40B4-BE49-F238E27FC236}">
                <a16:creationId xmlns:a16="http://schemas.microsoft.com/office/drawing/2014/main" id="{54F8FF35-EA5A-9723-129E-AD2A908D5DE1}"/>
              </a:ext>
            </a:extLst>
          </p:cNvPr>
          <p:cNvCxnSpPr>
            <a:cxnSpLocks/>
          </p:cNvCxnSpPr>
          <p:nvPr/>
        </p:nvCxnSpPr>
        <p:spPr>
          <a:xfrm>
            <a:off x="9266542" y="2105924"/>
            <a:ext cx="2404188" cy="0"/>
          </a:xfrm>
          <a:prstGeom prst="line">
            <a:avLst/>
          </a:prstGeom>
          <a:noFill/>
          <a:ln w="12700" cap="flat" cmpd="sng" algn="ctr">
            <a:solidFill>
              <a:schemeClr val="tx1"/>
            </a:solidFill>
            <a:prstDash val="solid"/>
          </a:ln>
          <a:effectLst/>
        </p:spPr>
      </p:cxnSp>
      <p:sp>
        <p:nvSpPr>
          <p:cNvPr id="32" name="TextBox 31">
            <a:extLst>
              <a:ext uri="{FF2B5EF4-FFF2-40B4-BE49-F238E27FC236}">
                <a16:creationId xmlns:a16="http://schemas.microsoft.com/office/drawing/2014/main" id="{0B697B19-68AA-8C45-C2A7-FE3C8A07C54B}"/>
              </a:ext>
            </a:extLst>
          </p:cNvPr>
          <p:cNvSpPr txBox="1"/>
          <p:nvPr/>
        </p:nvSpPr>
        <p:spPr>
          <a:xfrm>
            <a:off x="9134469" y="4696000"/>
            <a:ext cx="2668335" cy="1828706"/>
          </a:xfrm>
          <a:prstGeom prst="rect">
            <a:avLst/>
          </a:prstGeom>
          <a:noFill/>
        </p:spPr>
        <p:txBody>
          <a:bodyPr wrap="square">
            <a:spAutoFit/>
          </a:bodyPr>
          <a:lstStyle/>
          <a:p>
            <a:pPr marL="171450" indent="-171450">
              <a:buFont typeface="Arial" panose="020B0604020202020204" pitchFamily="34" charset="0"/>
              <a:buChar char="•"/>
            </a:pPr>
            <a:r>
              <a:rPr lang="en-AU" sz="1400" noProof="0">
                <a:latin typeface="+mj-lt"/>
              </a:rPr>
              <a:t>Hierarchy </a:t>
            </a:r>
            <a:r>
              <a:rPr lang="en-AU" sz="1400" b="1" noProof="0">
                <a:latin typeface="+mj-lt"/>
              </a:rPr>
              <a:t>and list of KPIs </a:t>
            </a:r>
            <a:r>
              <a:rPr lang="en-AU" sz="1400" noProof="0">
                <a:latin typeface="+mj-lt"/>
              </a:rPr>
              <a:t>and metrics to be evaluated in each of the processes</a:t>
            </a:r>
          </a:p>
          <a:p>
            <a:pPr marL="171450" indent="-171450">
              <a:buFont typeface="Arial" panose="020B0604020202020204" pitchFamily="34" charset="0"/>
              <a:buChar char="•"/>
            </a:pPr>
            <a:r>
              <a:rPr lang="en-AU" sz="1400" noProof="0">
                <a:latin typeface="+mj-lt"/>
              </a:rPr>
              <a:t>Identification of the </a:t>
            </a:r>
            <a:r>
              <a:rPr lang="en-AU" sz="1400" b="1" noProof="0">
                <a:latin typeface="+mj-lt"/>
              </a:rPr>
              <a:t>master data </a:t>
            </a:r>
            <a:r>
              <a:rPr lang="en-AU" sz="1400" noProof="0">
                <a:latin typeface="+mj-lt"/>
              </a:rPr>
              <a:t>required in each process, as well as the optimal </a:t>
            </a:r>
            <a:r>
              <a:rPr lang="en-AU" sz="1400" b="1" noProof="0">
                <a:latin typeface="+mj-lt"/>
              </a:rPr>
              <a:t>feeding and maintenance</a:t>
            </a:r>
            <a:r>
              <a:rPr lang="en-AU" sz="1400" noProof="0">
                <a:latin typeface="+mj-lt"/>
              </a:rPr>
              <a:t> modality</a:t>
            </a:r>
          </a:p>
          <a:p>
            <a:pPr marL="150912" indent="-150912">
              <a:spcBef>
                <a:spcPts val="122"/>
              </a:spcBef>
              <a:buClr>
                <a:srgbClr val="263147"/>
              </a:buClr>
              <a:buFont typeface="Wingdings" pitchFamily="2" charset="2"/>
              <a:buChar char="§"/>
              <a:defRPr/>
            </a:pPr>
            <a:endParaRPr lang="en-AU" sz="1400" kern="0" noProof="0">
              <a:latin typeface="+mj-lt"/>
            </a:endParaRPr>
          </a:p>
        </p:txBody>
      </p:sp>
      <p:grpSp>
        <p:nvGrpSpPr>
          <p:cNvPr id="33" name="Group 32">
            <a:extLst>
              <a:ext uri="{FF2B5EF4-FFF2-40B4-BE49-F238E27FC236}">
                <a16:creationId xmlns:a16="http://schemas.microsoft.com/office/drawing/2014/main" id="{FA516F9C-DD71-D67F-CFFA-E41F45203294}"/>
              </a:ext>
            </a:extLst>
          </p:cNvPr>
          <p:cNvGrpSpPr/>
          <p:nvPr/>
        </p:nvGrpSpPr>
        <p:grpSpPr>
          <a:xfrm>
            <a:off x="9298265" y="2385400"/>
            <a:ext cx="2340743" cy="1993940"/>
            <a:chOff x="9366933" y="2571091"/>
            <a:chExt cx="2340743" cy="1993940"/>
          </a:xfrm>
        </p:grpSpPr>
        <p:pic>
          <p:nvPicPr>
            <p:cNvPr id="34" name="Picture 33">
              <a:extLst>
                <a:ext uri="{FF2B5EF4-FFF2-40B4-BE49-F238E27FC236}">
                  <a16:creationId xmlns:a16="http://schemas.microsoft.com/office/drawing/2014/main" id="{8AB93557-E553-59F1-5D91-17754CEED51E}"/>
                </a:ext>
              </a:extLst>
            </p:cNvPr>
            <p:cNvPicPr>
              <a:picLocks noChangeAspect="1"/>
            </p:cNvPicPr>
            <p:nvPr/>
          </p:nvPicPr>
          <p:blipFill>
            <a:blip r:embed="rId10"/>
            <a:stretch>
              <a:fillRect/>
            </a:stretch>
          </p:blipFill>
          <p:spPr>
            <a:xfrm>
              <a:off x="9366933" y="2571091"/>
              <a:ext cx="2084862" cy="1172734"/>
            </a:xfrm>
            <a:prstGeom prst="rect">
              <a:avLst/>
            </a:prstGeom>
            <a:ln>
              <a:solidFill>
                <a:sysClr val="windowText" lastClr="000000"/>
              </a:solidFill>
            </a:ln>
            <a:effectLst>
              <a:outerShdw blurRad="50800" dist="38100" dir="2700000" algn="tl" rotWithShape="0">
                <a:prstClr val="black">
                  <a:alpha val="40000"/>
                </a:prstClr>
              </a:outerShdw>
            </a:effectLst>
          </p:spPr>
        </p:pic>
        <p:pic>
          <p:nvPicPr>
            <p:cNvPr id="35" name="Picture 34">
              <a:extLst>
                <a:ext uri="{FF2B5EF4-FFF2-40B4-BE49-F238E27FC236}">
                  <a16:creationId xmlns:a16="http://schemas.microsoft.com/office/drawing/2014/main" id="{401D2858-09D3-8E55-9AF3-27F1C1136907}"/>
                </a:ext>
              </a:extLst>
            </p:cNvPr>
            <p:cNvPicPr>
              <a:picLocks noChangeAspect="1"/>
            </p:cNvPicPr>
            <p:nvPr/>
          </p:nvPicPr>
          <p:blipFill>
            <a:blip r:embed="rId11"/>
            <a:stretch>
              <a:fillRect/>
            </a:stretch>
          </p:blipFill>
          <p:spPr>
            <a:xfrm>
              <a:off x="9622814" y="3392297"/>
              <a:ext cx="2084862" cy="1172734"/>
            </a:xfrm>
            <a:prstGeom prst="rect">
              <a:avLst/>
            </a:prstGeom>
            <a:ln>
              <a:solidFill>
                <a:sysClr val="windowText" lastClr="000000"/>
              </a:solidFill>
            </a:ln>
            <a:effectLst>
              <a:outerShdw blurRad="50800" dist="38100" dir="2700000" algn="tl" rotWithShape="0">
                <a:prstClr val="black">
                  <a:alpha val="40000"/>
                </a:prstClr>
              </a:outerShdw>
            </a:effectLst>
          </p:spPr>
        </p:pic>
      </p:grpSp>
      <p:sp>
        <p:nvSpPr>
          <p:cNvPr id="37" name="Rectangle: Rounded Corners 36">
            <a:extLst>
              <a:ext uri="{FF2B5EF4-FFF2-40B4-BE49-F238E27FC236}">
                <a16:creationId xmlns:a16="http://schemas.microsoft.com/office/drawing/2014/main" id="{DB34D280-E999-64B7-C31C-DE751283FEDA}"/>
              </a:ext>
            </a:extLst>
          </p:cNvPr>
          <p:cNvSpPr/>
          <p:nvPr/>
        </p:nvSpPr>
        <p:spPr>
          <a:xfrm>
            <a:off x="3256547" y="1324369"/>
            <a:ext cx="2763815" cy="5239021"/>
          </a:xfrm>
          <a:prstGeom prst="roundRect">
            <a:avLst>
              <a:gd name="adj" fmla="val 9830"/>
            </a:avLst>
          </a:prstGeom>
          <a:solidFill>
            <a:srgbClr val="E7F4F8"/>
          </a:soli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prstClr val="black"/>
              </a:solidFill>
              <a:effectLst/>
              <a:uLnTx/>
              <a:uFillTx/>
              <a:latin typeface="+mj-lt"/>
              <a:ea typeface="+mn-ea"/>
              <a:cs typeface="+mn-cs"/>
            </a:endParaRPr>
          </a:p>
        </p:txBody>
      </p:sp>
      <p:sp>
        <p:nvSpPr>
          <p:cNvPr id="39" name="Rectangle 38">
            <a:extLst>
              <a:ext uri="{FF2B5EF4-FFF2-40B4-BE49-F238E27FC236}">
                <a16:creationId xmlns:a16="http://schemas.microsoft.com/office/drawing/2014/main" id="{0F33496F-EFCA-D57D-A3AB-C100D4A4FC3E}"/>
              </a:ext>
            </a:extLst>
          </p:cNvPr>
          <p:cNvSpPr/>
          <p:nvPr/>
        </p:nvSpPr>
        <p:spPr>
          <a:xfrm flipH="1">
            <a:off x="3436360" y="1596648"/>
            <a:ext cx="2404188" cy="480131"/>
          </a:xfrm>
          <a:prstGeom prst="rect">
            <a:avLst/>
          </a:prstGeom>
          <a:noFill/>
        </p:spPr>
        <p:txBody>
          <a:bodyPr wrap="square">
            <a:spAutoFit/>
          </a:bodyPr>
          <a:lstStyle/>
          <a:p>
            <a:pPr marL="0" marR="0" lvl="0" indent="0" algn="ctr" defTabSz="914400" eaLnBrk="1" fontAlgn="auto" latinLnBrk="0" hangingPunct="0">
              <a:lnSpc>
                <a:spcPct val="90000"/>
              </a:lnSpc>
              <a:spcBef>
                <a:spcPts val="0"/>
              </a:spcBef>
              <a:spcAft>
                <a:spcPts val="0"/>
              </a:spcAft>
              <a:buClrTx/>
              <a:buSzTx/>
              <a:buFontTx/>
              <a:buNone/>
              <a:tabLst/>
              <a:defRPr/>
            </a:pPr>
            <a:r>
              <a:rPr kumimoji="0" lang="en-AU" sz="1400" b="1" i="0" u="none" strike="noStrike" kern="0" cap="none" spc="0" normalizeH="0" baseline="0" noProof="0">
                <a:ln>
                  <a:noFill/>
                </a:ln>
                <a:effectLst/>
                <a:uLnTx/>
                <a:uFillTx/>
                <a:latin typeface="+mj-lt"/>
                <a:cs typeface="Helvetica"/>
                <a:sym typeface="Helvetica"/>
              </a:rPr>
              <a:t>ORGANIZATION &amp; </a:t>
            </a:r>
          </a:p>
          <a:p>
            <a:pPr marL="0" marR="0" lvl="0" indent="0" algn="ctr" defTabSz="914400" eaLnBrk="1" fontAlgn="auto" latinLnBrk="0" hangingPunct="0">
              <a:lnSpc>
                <a:spcPct val="90000"/>
              </a:lnSpc>
              <a:spcBef>
                <a:spcPts val="0"/>
              </a:spcBef>
              <a:spcAft>
                <a:spcPts val="0"/>
              </a:spcAft>
              <a:buClrTx/>
              <a:buSzTx/>
              <a:buFontTx/>
              <a:buNone/>
              <a:tabLst/>
              <a:defRPr/>
            </a:pPr>
            <a:r>
              <a:rPr kumimoji="0" lang="en-AU" sz="1400" b="1" i="0" u="none" strike="noStrike" kern="0" cap="none" spc="0" normalizeH="0" baseline="0" noProof="0">
                <a:ln>
                  <a:noFill/>
                </a:ln>
                <a:effectLst/>
                <a:uLnTx/>
                <a:uFillTx/>
                <a:latin typeface="+mj-lt"/>
                <a:cs typeface="Helvetica"/>
                <a:sym typeface="Helvetica"/>
              </a:rPr>
              <a:t>GOVERNANCE</a:t>
            </a:r>
          </a:p>
        </p:txBody>
      </p:sp>
      <p:cxnSp>
        <p:nvCxnSpPr>
          <p:cNvPr id="40" name="Straight Connector 39">
            <a:extLst>
              <a:ext uri="{FF2B5EF4-FFF2-40B4-BE49-F238E27FC236}">
                <a16:creationId xmlns:a16="http://schemas.microsoft.com/office/drawing/2014/main" id="{1955F023-6B7B-DC70-71EA-310784771B27}"/>
              </a:ext>
            </a:extLst>
          </p:cNvPr>
          <p:cNvCxnSpPr>
            <a:cxnSpLocks/>
          </p:cNvCxnSpPr>
          <p:nvPr/>
        </p:nvCxnSpPr>
        <p:spPr>
          <a:xfrm>
            <a:off x="3436360" y="2105924"/>
            <a:ext cx="2404188" cy="0"/>
          </a:xfrm>
          <a:prstGeom prst="line">
            <a:avLst/>
          </a:prstGeom>
          <a:noFill/>
          <a:ln w="12700" cap="flat" cmpd="sng" algn="ctr">
            <a:solidFill>
              <a:schemeClr val="tx1"/>
            </a:solidFill>
            <a:prstDash val="solid"/>
          </a:ln>
          <a:effectLst/>
        </p:spPr>
      </p:cxnSp>
      <p:sp>
        <p:nvSpPr>
          <p:cNvPr id="41" name="TextBox 40">
            <a:extLst>
              <a:ext uri="{FF2B5EF4-FFF2-40B4-BE49-F238E27FC236}">
                <a16:creationId xmlns:a16="http://schemas.microsoft.com/office/drawing/2014/main" id="{E5E77335-C2CC-D472-2657-C793FD7978FB}"/>
              </a:ext>
            </a:extLst>
          </p:cNvPr>
          <p:cNvSpPr txBox="1"/>
          <p:nvPr/>
        </p:nvSpPr>
        <p:spPr>
          <a:xfrm>
            <a:off x="3304287" y="4696000"/>
            <a:ext cx="2668335" cy="1384995"/>
          </a:xfrm>
          <a:prstGeom prst="rect">
            <a:avLst/>
          </a:prstGeom>
          <a:noFill/>
        </p:spPr>
        <p:txBody>
          <a:bodyPr wrap="square">
            <a:spAutoFit/>
          </a:bodyPr>
          <a:lstStyle/>
          <a:p>
            <a:pPr marL="171450" indent="-171450">
              <a:buFont typeface="Arial" panose="020B0604020202020204" pitchFamily="34" charset="0"/>
              <a:buChar char="•"/>
            </a:pPr>
            <a:r>
              <a:rPr lang="en-AU" sz="1400" b="1" noProof="0">
                <a:latin typeface="+mj-lt"/>
              </a:rPr>
              <a:t>E2E Organizational Model</a:t>
            </a:r>
            <a:r>
              <a:rPr lang="en-AU" sz="1400" noProof="0">
                <a:latin typeface="+mj-lt"/>
              </a:rPr>
              <a:t> with different scenarios depending on maturity and complexity</a:t>
            </a:r>
          </a:p>
          <a:p>
            <a:pPr marL="171450" indent="-171450">
              <a:buFont typeface="Arial" panose="020B0604020202020204" pitchFamily="34" charset="0"/>
              <a:buChar char="•"/>
            </a:pPr>
            <a:r>
              <a:rPr lang="en-AU" sz="1400" b="1" noProof="0">
                <a:latin typeface="+mj-lt"/>
              </a:rPr>
              <a:t>Role</a:t>
            </a:r>
            <a:r>
              <a:rPr lang="en-AU" sz="1400" noProof="0">
                <a:latin typeface="+mj-lt"/>
              </a:rPr>
              <a:t> </a:t>
            </a:r>
            <a:r>
              <a:rPr lang="en-AU" sz="1400" b="1" noProof="0">
                <a:latin typeface="+mj-lt"/>
              </a:rPr>
              <a:t>description</a:t>
            </a:r>
          </a:p>
          <a:p>
            <a:pPr marL="171450" indent="-171450">
              <a:buFont typeface="Arial" panose="020B0604020202020204" pitchFamily="34" charset="0"/>
              <a:buChar char="•"/>
            </a:pPr>
            <a:r>
              <a:rPr lang="en-AU" sz="1400" b="1" noProof="0">
                <a:latin typeface="+mj-lt"/>
              </a:rPr>
              <a:t>Interaction</a:t>
            </a:r>
            <a:r>
              <a:rPr lang="en-AU" sz="1400" noProof="0">
                <a:latin typeface="+mj-lt"/>
              </a:rPr>
              <a:t> structure and </a:t>
            </a:r>
            <a:r>
              <a:rPr lang="en-AU" sz="1400" b="1" noProof="0">
                <a:latin typeface="+mj-lt"/>
              </a:rPr>
              <a:t>governance model</a:t>
            </a:r>
            <a:endParaRPr lang="en-AU" sz="1400" noProof="0">
              <a:latin typeface="+mj-lt"/>
            </a:endParaRPr>
          </a:p>
        </p:txBody>
      </p:sp>
      <p:grpSp>
        <p:nvGrpSpPr>
          <p:cNvPr id="42" name="Group 41">
            <a:extLst>
              <a:ext uri="{FF2B5EF4-FFF2-40B4-BE49-F238E27FC236}">
                <a16:creationId xmlns:a16="http://schemas.microsoft.com/office/drawing/2014/main" id="{4FC7BD6A-3F11-0DA1-5ABD-A5B4A689BD34}"/>
              </a:ext>
            </a:extLst>
          </p:cNvPr>
          <p:cNvGrpSpPr/>
          <p:nvPr/>
        </p:nvGrpSpPr>
        <p:grpSpPr>
          <a:xfrm>
            <a:off x="3486673" y="2394696"/>
            <a:ext cx="2303562" cy="1984644"/>
            <a:chOff x="3471801" y="2580387"/>
            <a:chExt cx="2303562" cy="1984644"/>
          </a:xfrm>
        </p:grpSpPr>
        <p:pic>
          <p:nvPicPr>
            <p:cNvPr id="43" name="Picture 42">
              <a:extLst>
                <a:ext uri="{FF2B5EF4-FFF2-40B4-BE49-F238E27FC236}">
                  <a16:creationId xmlns:a16="http://schemas.microsoft.com/office/drawing/2014/main" id="{F0446545-645A-80F0-AB7F-58FCD736640D}"/>
                </a:ext>
              </a:extLst>
            </p:cNvPr>
            <p:cNvPicPr>
              <a:picLocks noChangeAspect="1"/>
            </p:cNvPicPr>
            <p:nvPr/>
          </p:nvPicPr>
          <p:blipFill>
            <a:blip r:embed="rId12"/>
            <a:stretch>
              <a:fillRect/>
            </a:stretch>
          </p:blipFill>
          <p:spPr>
            <a:xfrm>
              <a:off x="3471801" y="2580387"/>
              <a:ext cx="2084860" cy="1172733"/>
            </a:xfrm>
            <a:prstGeom prst="rect">
              <a:avLst/>
            </a:prstGeom>
            <a:ln>
              <a:solidFill>
                <a:sysClr val="windowText" lastClr="000000"/>
              </a:solidFill>
            </a:ln>
            <a:effectLst>
              <a:outerShdw blurRad="50800" dist="38100" dir="2700000" algn="tl" rotWithShape="0">
                <a:prstClr val="black">
                  <a:alpha val="40000"/>
                </a:prstClr>
              </a:outerShdw>
            </a:effectLst>
          </p:spPr>
        </p:pic>
        <p:pic>
          <p:nvPicPr>
            <p:cNvPr id="44" name="Picture 43">
              <a:extLst>
                <a:ext uri="{FF2B5EF4-FFF2-40B4-BE49-F238E27FC236}">
                  <a16:creationId xmlns:a16="http://schemas.microsoft.com/office/drawing/2014/main" id="{36F69556-BC18-4E95-9652-5DA09EAA939B}"/>
                </a:ext>
              </a:extLst>
            </p:cNvPr>
            <p:cNvPicPr>
              <a:picLocks noChangeAspect="1"/>
            </p:cNvPicPr>
            <p:nvPr/>
          </p:nvPicPr>
          <p:blipFill>
            <a:blip r:embed="rId13"/>
            <a:stretch>
              <a:fillRect/>
            </a:stretch>
          </p:blipFill>
          <p:spPr>
            <a:xfrm>
              <a:off x="3690503" y="3392298"/>
              <a:ext cx="2084860" cy="1172733"/>
            </a:xfrm>
            <a:prstGeom prst="rect">
              <a:avLst/>
            </a:prstGeom>
            <a:ln>
              <a:solidFill>
                <a:sysClr val="windowText" lastClr="000000"/>
              </a:solid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1933284117"/>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34302F5-1FDD-1F1E-7779-BCA0A6918160}"/>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AC60BD77-C9C6-34D1-3476-BB85C08845E9}"/>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354B2A03-5CD6-4E34-C771-020BF05C53AF}"/>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Through multiple joint projects, we have established a strategic collaboration model with RELEX that is deeply focused on addressing customer challenges</a:t>
            </a:r>
          </a:p>
        </p:txBody>
      </p:sp>
      <p:sp>
        <p:nvSpPr>
          <p:cNvPr id="5" name="TextBox 4">
            <a:extLst>
              <a:ext uri="{FF2B5EF4-FFF2-40B4-BE49-F238E27FC236}">
                <a16:creationId xmlns:a16="http://schemas.microsoft.com/office/drawing/2014/main" id="{B6A9821B-A635-A550-3AD6-29607A13E5E2}"/>
              </a:ext>
            </a:extLst>
          </p:cNvPr>
          <p:cNvSpPr txBox="1"/>
          <p:nvPr/>
        </p:nvSpPr>
        <p:spPr>
          <a:xfrm>
            <a:off x="10475063" y="895990"/>
            <a:ext cx="1845301" cy="216314"/>
          </a:xfrm>
          <a:prstGeom prst="roundRect">
            <a:avLst/>
          </a:prstGeom>
          <a:solidFill>
            <a:srgbClr val="68D1F3"/>
          </a:solidFill>
        </p:spPr>
        <p:txBody>
          <a:bodyPr vert="horz" wrap="square" lIns="0" tIns="0" rIns="0" bIns="0" rtlCol="0" anchor="ctr">
            <a:noAutofit/>
          </a:bodyPr>
          <a:lstStyle/>
          <a:p>
            <a:pPr marL="0" marR="0" lvl="0" indent="0" algn="ctr" defTabSz="914400" eaLnBrk="1" fontAlgn="auto" latinLnBrk="0" hangingPunct="1">
              <a:lnSpc>
                <a:spcPct val="100000"/>
              </a:lnSpc>
              <a:spcBef>
                <a:spcPts val="0"/>
              </a:spcBef>
              <a:spcAft>
                <a:spcPts val="800"/>
              </a:spcAft>
              <a:buClrTx/>
              <a:buSzTx/>
              <a:buFontTx/>
              <a:buNone/>
              <a:tabLst/>
              <a:defRPr/>
            </a:pPr>
            <a:r>
              <a:rPr lang="en-AU" sz="1050" b="1" i="1" kern="0" noProof="0">
                <a:solidFill>
                  <a:schemeClr val="bg1"/>
                </a:solidFill>
              </a:rPr>
              <a:t>Partnership</a:t>
            </a:r>
            <a:endParaRPr kumimoji="0" lang="en-AU" sz="1050" b="1" i="1" u="none" strike="noStrike" kern="0" cap="none" spc="0" normalizeH="0" baseline="0" noProof="0">
              <a:ln>
                <a:noFill/>
              </a:ln>
              <a:solidFill>
                <a:schemeClr val="bg1"/>
              </a:solidFill>
              <a:effectLst/>
              <a:uLnTx/>
              <a:uFillTx/>
            </a:endParaRPr>
          </a:p>
        </p:txBody>
      </p:sp>
      <p:grpSp>
        <p:nvGrpSpPr>
          <p:cNvPr id="6" name="Group 5">
            <a:extLst>
              <a:ext uri="{FF2B5EF4-FFF2-40B4-BE49-F238E27FC236}">
                <a16:creationId xmlns:a16="http://schemas.microsoft.com/office/drawing/2014/main" id="{79C75336-7D78-C217-EA52-EAC53783A819}"/>
              </a:ext>
            </a:extLst>
          </p:cNvPr>
          <p:cNvGrpSpPr/>
          <p:nvPr/>
        </p:nvGrpSpPr>
        <p:grpSpPr>
          <a:xfrm>
            <a:off x="288071" y="1340768"/>
            <a:ext cx="11615859" cy="4974935"/>
            <a:chOff x="456804" y="1412776"/>
            <a:chExt cx="11615859" cy="4974935"/>
          </a:xfrm>
        </p:grpSpPr>
        <p:sp>
          <p:nvSpPr>
            <p:cNvPr id="7" name="Rectangle 6">
              <a:extLst>
                <a:ext uri="{FF2B5EF4-FFF2-40B4-BE49-F238E27FC236}">
                  <a16:creationId xmlns:a16="http://schemas.microsoft.com/office/drawing/2014/main" id="{402192C8-897D-B95D-E136-A50BAC7C2BBD}"/>
                </a:ext>
              </a:extLst>
            </p:cNvPr>
            <p:cNvSpPr>
              <a:spLocks noChangeAspect="1"/>
            </p:cNvSpPr>
            <p:nvPr/>
          </p:nvSpPr>
          <p:spPr>
            <a:xfrm>
              <a:off x="456804" y="1412776"/>
              <a:ext cx="11615859" cy="4974935"/>
            </a:xfrm>
            <a:prstGeom prst="rect">
              <a:avLst/>
            </a:prstGeom>
            <a:solidFill>
              <a:schemeClr val="bg1">
                <a:lumMod val="95000"/>
                <a:alpha val="36000"/>
              </a:schemeClr>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endParaRPr kumimoji="0" lang="en-AU" sz="1000" b="0" i="0" u="none" strike="noStrike" kern="0" cap="none" spc="0" normalizeH="0" baseline="0" noProof="0">
                <a:ln>
                  <a:noFill/>
                </a:ln>
                <a:solidFill>
                  <a:prstClr val="black"/>
                </a:solidFill>
                <a:effectLst/>
                <a:uLnTx/>
                <a:uFillTx/>
                <a:latin typeface="Ubuntu"/>
                <a:ea typeface="+mn-ea"/>
                <a:cs typeface="+mn-cs"/>
              </a:endParaRPr>
            </a:p>
          </p:txBody>
        </p:sp>
        <p:grpSp>
          <p:nvGrpSpPr>
            <p:cNvPr id="9" name="Group 8">
              <a:extLst>
                <a:ext uri="{FF2B5EF4-FFF2-40B4-BE49-F238E27FC236}">
                  <a16:creationId xmlns:a16="http://schemas.microsoft.com/office/drawing/2014/main" id="{242F107A-3388-3EB6-24B9-6B8A51606D2A}"/>
                </a:ext>
              </a:extLst>
            </p:cNvPr>
            <p:cNvGrpSpPr/>
            <p:nvPr/>
          </p:nvGrpSpPr>
          <p:grpSpPr>
            <a:xfrm>
              <a:off x="648158" y="1728543"/>
              <a:ext cx="11233151" cy="4343400"/>
              <a:chOff x="550863" y="1905000"/>
              <a:chExt cx="11233151" cy="4343400"/>
            </a:xfrm>
          </p:grpSpPr>
          <p:pic>
            <p:nvPicPr>
              <p:cNvPr id="17" name="Graphic 16" descr="Handshake outline">
                <a:extLst>
                  <a:ext uri="{FF2B5EF4-FFF2-40B4-BE49-F238E27FC236}">
                    <a16:creationId xmlns:a16="http://schemas.microsoft.com/office/drawing/2014/main" id="{49680CC2-ACB4-D47B-F634-5F6CF00DFDDC}"/>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87083" y="3596721"/>
                <a:ext cx="885843" cy="885843"/>
              </a:xfrm>
              <a:prstGeom prst="rect">
                <a:avLst/>
              </a:prstGeom>
              <a:effectLst>
                <a:glow rad="38100">
                  <a:schemeClr val="accent2">
                    <a:satMod val="175000"/>
                    <a:alpha val="40000"/>
                  </a:schemeClr>
                </a:glow>
              </a:effectLst>
            </p:spPr>
          </p:pic>
          <p:sp>
            <p:nvSpPr>
              <p:cNvPr id="19" name="Circle: Hollow 18">
                <a:extLst>
                  <a:ext uri="{FF2B5EF4-FFF2-40B4-BE49-F238E27FC236}">
                    <a16:creationId xmlns:a16="http://schemas.microsoft.com/office/drawing/2014/main" id="{EE3FEEB8-4C26-1400-E6F5-598D3C6A4DEE}"/>
                  </a:ext>
                </a:extLst>
              </p:cNvPr>
              <p:cNvSpPr/>
              <p:nvPr/>
            </p:nvSpPr>
            <p:spPr>
              <a:xfrm>
                <a:off x="588548" y="2798187"/>
                <a:ext cx="2482913" cy="2482913"/>
              </a:xfrm>
              <a:prstGeom prst="donut">
                <a:avLst>
                  <a:gd name="adj" fmla="val 25445"/>
                </a:avLst>
              </a:prstGeom>
              <a:solidFill>
                <a:schemeClr val="tx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400" noProof="0">
                  <a:solidFill>
                    <a:schemeClr val="tx1"/>
                  </a:solidFill>
                </a:endParaRPr>
              </a:p>
            </p:txBody>
          </p:sp>
          <p:sp>
            <p:nvSpPr>
              <p:cNvPr id="27" name="Arc 26">
                <a:extLst>
                  <a:ext uri="{FF2B5EF4-FFF2-40B4-BE49-F238E27FC236}">
                    <a16:creationId xmlns:a16="http://schemas.microsoft.com/office/drawing/2014/main" id="{FEECBD3F-D69F-9084-6EC6-7685E868826E}"/>
                  </a:ext>
                </a:extLst>
              </p:cNvPr>
              <p:cNvSpPr>
                <a:spLocks noChangeAspect="1"/>
              </p:cNvSpPr>
              <p:nvPr/>
            </p:nvSpPr>
            <p:spPr>
              <a:xfrm>
                <a:off x="554995" y="2766058"/>
                <a:ext cx="2550019" cy="2550019"/>
              </a:xfrm>
              <a:prstGeom prst="arc">
                <a:avLst>
                  <a:gd name="adj1" fmla="val 17238757"/>
                  <a:gd name="adj2" fmla="val 4335758"/>
                </a:avLst>
              </a:prstGeom>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ea typeface="Verdana" panose="020B0604030504040204" pitchFamily="34" charset="0"/>
                  <a:cs typeface="+mn-cs"/>
                </a:endParaRPr>
              </a:p>
            </p:txBody>
          </p:sp>
          <p:sp>
            <p:nvSpPr>
              <p:cNvPr id="29" name="Arc 28">
                <a:extLst>
                  <a:ext uri="{FF2B5EF4-FFF2-40B4-BE49-F238E27FC236}">
                    <a16:creationId xmlns:a16="http://schemas.microsoft.com/office/drawing/2014/main" id="{981509A7-8085-9C3A-B766-CE4D4AA09DD1}"/>
                  </a:ext>
                </a:extLst>
              </p:cNvPr>
              <p:cNvSpPr>
                <a:spLocks noChangeAspect="1"/>
              </p:cNvSpPr>
              <p:nvPr/>
            </p:nvSpPr>
            <p:spPr>
              <a:xfrm flipH="1">
                <a:off x="550863" y="2766058"/>
                <a:ext cx="2550019" cy="2550019"/>
              </a:xfrm>
              <a:prstGeom prst="arc">
                <a:avLst>
                  <a:gd name="adj1" fmla="val 17238757"/>
                  <a:gd name="adj2" fmla="val 4335758"/>
                </a:avLst>
              </a:prstGeom>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ea typeface="Verdana" panose="020B0604030504040204" pitchFamily="34" charset="0"/>
                  <a:cs typeface="+mn-cs"/>
                </a:endParaRPr>
              </a:p>
            </p:txBody>
          </p:sp>
          <p:pic>
            <p:nvPicPr>
              <p:cNvPr id="36" name="Picture 2" descr="RELEX-logo-1200x628-social - San Francisco Oy">
                <a:extLst>
                  <a:ext uri="{FF2B5EF4-FFF2-40B4-BE49-F238E27FC236}">
                    <a16:creationId xmlns:a16="http://schemas.microsoft.com/office/drawing/2014/main" id="{0481E23E-3715-9FD3-5414-8E64AC1FE10B}"/>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106105" y="4502032"/>
                <a:ext cx="1447800" cy="75768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A picture containing drawing&#10;&#10;Description automatically generated">
                <a:extLst>
                  <a:ext uri="{FF2B5EF4-FFF2-40B4-BE49-F238E27FC236}">
                    <a16:creationId xmlns:a16="http://schemas.microsoft.com/office/drawing/2014/main" id="{00071C79-0435-9109-58B5-64163544669E}"/>
                  </a:ext>
                </a:extLst>
              </p:cNvPr>
              <p:cNvPicPr>
                <a:picLocks noChangeAspect="1"/>
              </p:cNvPicPr>
              <p:nvPr/>
            </p:nvPicPr>
            <p:blipFill rotWithShape="1">
              <a:blip r:embed="rId7" cstate="print">
                <a:biLevel thresh="25000"/>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rcRect/>
              <a:stretch/>
            </p:blipFill>
            <p:spPr>
              <a:xfrm>
                <a:off x="1129834" y="2983587"/>
                <a:ext cx="1400341" cy="388748"/>
              </a:xfrm>
              <a:prstGeom prst="rect">
                <a:avLst/>
              </a:prstGeom>
              <a:noFill/>
            </p:spPr>
          </p:pic>
          <p:cxnSp>
            <p:nvCxnSpPr>
              <p:cNvPr id="45" name="Gerader Verbinder 45">
                <a:extLst>
                  <a:ext uri="{FF2B5EF4-FFF2-40B4-BE49-F238E27FC236}">
                    <a16:creationId xmlns:a16="http://schemas.microsoft.com/office/drawing/2014/main" id="{EA77987B-2E61-6E4F-9159-38CFFA0960BA}"/>
                  </a:ext>
                </a:extLst>
              </p:cNvPr>
              <p:cNvCxnSpPr>
                <a:cxnSpLocks/>
                <a:stCxn id="27" idx="0"/>
              </p:cNvCxnSpPr>
              <p:nvPr/>
            </p:nvCxnSpPr>
            <p:spPr>
              <a:xfrm flipV="1">
                <a:off x="2209428" y="1905000"/>
                <a:ext cx="1295772" cy="918822"/>
              </a:xfrm>
              <a:prstGeom prst="line">
                <a:avLst/>
              </a:prstGeom>
              <a:ln>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46" name="Gerader Verbinder 45">
                <a:extLst>
                  <a:ext uri="{FF2B5EF4-FFF2-40B4-BE49-F238E27FC236}">
                    <a16:creationId xmlns:a16="http://schemas.microsoft.com/office/drawing/2014/main" id="{76241092-23EE-994F-D4DE-2D042C0562B8}"/>
                  </a:ext>
                </a:extLst>
              </p:cNvPr>
              <p:cNvCxnSpPr>
                <a:cxnSpLocks/>
                <a:stCxn id="27" idx="2"/>
              </p:cNvCxnSpPr>
              <p:nvPr/>
            </p:nvCxnSpPr>
            <p:spPr>
              <a:xfrm>
                <a:off x="2218442" y="5255467"/>
                <a:ext cx="1286758" cy="992933"/>
              </a:xfrm>
              <a:prstGeom prst="line">
                <a:avLst/>
              </a:prstGeom>
              <a:ln>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47" name="Gerader Verbinder 45">
                <a:extLst>
                  <a:ext uri="{FF2B5EF4-FFF2-40B4-BE49-F238E27FC236}">
                    <a16:creationId xmlns:a16="http://schemas.microsoft.com/office/drawing/2014/main" id="{CF88EBA0-C1C7-212C-05B4-8471C6660C56}"/>
                  </a:ext>
                </a:extLst>
              </p:cNvPr>
              <p:cNvCxnSpPr>
                <a:cxnSpLocks/>
              </p:cNvCxnSpPr>
              <p:nvPr/>
            </p:nvCxnSpPr>
            <p:spPr>
              <a:xfrm>
                <a:off x="3505200" y="6248400"/>
                <a:ext cx="8278813" cy="0"/>
              </a:xfrm>
              <a:prstGeom prst="line">
                <a:avLst/>
              </a:prstGeom>
              <a:ln>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48" name="Gerader Verbinder 45">
                <a:extLst>
                  <a:ext uri="{FF2B5EF4-FFF2-40B4-BE49-F238E27FC236}">
                    <a16:creationId xmlns:a16="http://schemas.microsoft.com/office/drawing/2014/main" id="{50F3FE56-A88F-6932-9CED-28606D65F1BD}"/>
                  </a:ext>
                </a:extLst>
              </p:cNvPr>
              <p:cNvCxnSpPr>
                <a:cxnSpLocks/>
              </p:cNvCxnSpPr>
              <p:nvPr/>
            </p:nvCxnSpPr>
            <p:spPr>
              <a:xfrm>
                <a:off x="3505200" y="1905000"/>
                <a:ext cx="8278813" cy="0"/>
              </a:xfrm>
              <a:prstGeom prst="line">
                <a:avLst/>
              </a:prstGeom>
              <a:ln>
                <a:solidFill>
                  <a:schemeClr val="accent2"/>
                </a:solidFill>
              </a:ln>
            </p:spPr>
            <p:style>
              <a:lnRef idx="1">
                <a:schemeClr val="accent2"/>
              </a:lnRef>
              <a:fillRef idx="0">
                <a:schemeClr val="accent2"/>
              </a:fillRef>
              <a:effectRef idx="0">
                <a:schemeClr val="accent2"/>
              </a:effectRef>
              <a:fontRef idx="minor">
                <a:schemeClr val="tx1"/>
              </a:fontRef>
            </p:style>
          </p:cxnSp>
          <p:sp>
            <p:nvSpPr>
              <p:cNvPr id="49" name="TextBox 48">
                <a:extLst>
                  <a:ext uri="{FF2B5EF4-FFF2-40B4-BE49-F238E27FC236}">
                    <a16:creationId xmlns:a16="http://schemas.microsoft.com/office/drawing/2014/main" id="{020A4DC0-7230-FC53-60FF-2B993E285462}"/>
                  </a:ext>
                </a:extLst>
              </p:cNvPr>
              <p:cNvSpPr txBox="1"/>
              <p:nvPr/>
            </p:nvSpPr>
            <p:spPr>
              <a:xfrm>
                <a:off x="3505201" y="2049338"/>
                <a:ext cx="8153400" cy="584775"/>
              </a:xfrm>
              <a:prstGeom prst="rect">
                <a:avLst/>
              </a:prstGeom>
              <a:noFill/>
            </p:spPr>
            <p:txBody>
              <a:bodyPr wrap="square">
                <a:spAutoFit/>
              </a:bodyPr>
              <a:lstStyle/>
              <a:p>
                <a:pPr marR="0" lvl="0" algn="ctr" fontAlgn="auto">
                  <a:spcAft>
                    <a:spcPts val="600"/>
                  </a:spcAft>
                  <a:buClrTx/>
                  <a:buSzTx/>
                  <a:tabLst/>
                  <a:defRPr/>
                </a:pPr>
                <a:r>
                  <a:rPr lang="en-AU" sz="1800" b="1" noProof="0">
                    <a:solidFill>
                      <a:schemeClr val="bg1"/>
                    </a:solidFill>
                  </a:rPr>
                  <a:t>Cooperation with RELEX</a:t>
                </a:r>
                <a:br>
                  <a:rPr lang="en-AU" sz="1800" b="1" noProof="0">
                    <a:solidFill>
                      <a:schemeClr val="bg1"/>
                    </a:solidFill>
                  </a:rPr>
                </a:br>
                <a:r>
                  <a:rPr lang="en-AU" sz="1400" noProof="0">
                    <a:solidFill>
                      <a:schemeClr val="bg1"/>
                    </a:solidFill>
                  </a:rPr>
                  <a:t>Through our joint commitment, we can achieve the greatest project success</a:t>
                </a:r>
                <a:endParaRPr lang="en-AU" sz="1800" noProof="0">
                  <a:solidFill>
                    <a:schemeClr val="bg1"/>
                  </a:solidFill>
                </a:endParaRPr>
              </a:p>
            </p:txBody>
          </p:sp>
          <p:grpSp>
            <p:nvGrpSpPr>
              <p:cNvPr id="50" name="Group 7">
                <a:extLst>
                  <a:ext uri="{FF2B5EF4-FFF2-40B4-BE49-F238E27FC236}">
                    <a16:creationId xmlns:a16="http://schemas.microsoft.com/office/drawing/2014/main" id="{A3159F55-D1D6-2513-9459-0920DE3215BE}"/>
                  </a:ext>
                </a:extLst>
              </p:cNvPr>
              <p:cNvGrpSpPr/>
              <p:nvPr/>
            </p:nvGrpSpPr>
            <p:grpSpPr>
              <a:xfrm>
                <a:off x="3682720" y="3493076"/>
                <a:ext cx="142809" cy="190070"/>
                <a:chOff x="6093621" y="6287306"/>
                <a:chExt cx="246845" cy="282964"/>
              </a:xfrm>
            </p:grpSpPr>
            <p:sp>
              <p:nvSpPr>
                <p:cNvPr id="68" name="Arrow: Chevron 8">
                  <a:extLst>
                    <a:ext uri="{FF2B5EF4-FFF2-40B4-BE49-F238E27FC236}">
                      <a16:creationId xmlns:a16="http://schemas.microsoft.com/office/drawing/2014/main" id="{90F483C0-CFF3-A4E5-51DB-11F20189F963}"/>
                    </a:ext>
                  </a:extLst>
                </p:cNvPr>
                <p:cNvSpPr/>
                <p:nvPr/>
              </p:nvSpPr>
              <p:spPr>
                <a:xfrm>
                  <a:off x="6173925" y="6287306"/>
                  <a:ext cx="166541" cy="28296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Ubuntu"/>
                    <a:ea typeface="+mn-ea"/>
                    <a:cs typeface="+mn-cs"/>
                  </a:endParaRPr>
                </a:p>
              </p:txBody>
            </p:sp>
            <p:sp>
              <p:nvSpPr>
                <p:cNvPr id="69" name="Arrow: Chevron 9">
                  <a:extLst>
                    <a:ext uri="{FF2B5EF4-FFF2-40B4-BE49-F238E27FC236}">
                      <a16:creationId xmlns:a16="http://schemas.microsoft.com/office/drawing/2014/main" id="{55007E98-BD61-EC40-B601-924A6262F8D0}"/>
                    </a:ext>
                  </a:extLst>
                </p:cNvPr>
                <p:cNvSpPr/>
                <p:nvPr/>
              </p:nvSpPr>
              <p:spPr>
                <a:xfrm>
                  <a:off x="6093621" y="6318700"/>
                  <a:ext cx="137592" cy="220174"/>
                </a:xfrm>
                <a:prstGeom prst="chevron">
                  <a:avLst>
                    <a:gd name="adj" fmla="val 4975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51" name="Rectangle 15">
                <a:extLst>
                  <a:ext uri="{FF2B5EF4-FFF2-40B4-BE49-F238E27FC236}">
                    <a16:creationId xmlns:a16="http://schemas.microsoft.com/office/drawing/2014/main" id="{9FC77254-2880-656C-B95B-0E29F39B14C0}"/>
                  </a:ext>
                </a:extLst>
              </p:cNvPr>
              <p:cNvSpPr/>
              <p:nvPr/>
            </p:nvSpPr>
            <p:spPr>
              <a:xfrm>
                <a:off x="8669834" y="4455860"/>
                <a:ext cx="3114180" cy="89255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AU" sz="1600" b="1" noProof="0">
                    <a:solidFill>
                      <a:schemeClr val="accent2"/>
                    </a:solidFill>
                  </a:rPr>
                  <a:t>Capgemini x RELEX </a:t>
                </a:r>
              </a:p>
              <a:p>
                <a:pPr marR="0" lvl="0" algn="l" defTabSz="914400" rtl="0" eaLnBrk="1" fontAlgn="auto" latinLnBrk="0" hangingPunct="1">
                  <a:lnSpc>
                    <a:spcPct val="100000"/>
                  </a:lnSpc>
                  <a:spcBef>
                    <a:spcPts val="0"/>
                  </a:spcBef>
                  <a:spcAft>
                    <a:spcPts val="0"/>
                  </a:spcAft>
                  <a:buClrTx/>
                  <a:buSzTx/>
                  <a:tabLst/>
                  <a:defRPr/>
                </a:pPr>
                <a:r>
                  <a:rPr lang="en-AU" sz="1100" noProof="0">
                    <a:solidFill>
                      <a:schemeClr val="bg1"/>
                    </a:solidFill>
                    <a:latin typeface="Ubuntu"/>
                  </a:rPr>
                  <a:t>Experience in working with RELEX between Capgemini and RELEX through various projects and an established collaboration model has been developed</a:t>
                </a:r>
                <a:endParaRPr kumimoji="0" lang="en-AU" sz="900" b="0" i="0" u="none" strike="noStrike" kern="1200" cap="none" spc="0" normalizeH="0" baseline="0" noProof="0">
                  <a:ln>
                    <a:noFill/>
                  </a:ln>
                  <a:solidFill>
                    <a:schemeClr val="bg1"/>
                  </a:solidFill>
                  <a:effectLst/>
                  <a:uLnTx/>
                  <a:uFillTx/>
                  <a:latin typeface="Ubuntu"/>
                  <a:ea typeface="+mn-ea"/>
                  <a:cs typeface="+mn-cs"/>
                </a:endParaRPr>
              </a:p>
            </p:txBody>
          </p:sp>
          <p:grpSp>
            <p:nvGrpSpPr>
              <p:cNvPr id="52" name="Group 7">
                <a:extLst>
                  <a:ext uri="{FF2B5EF4-FFF2-40B4-BE49-F238E27FC236}">
                    <a16:creationId xmlns:a16="http://schemas.microsoft.com/office/drawing/2014/main" id="{1EBC22B9-72BD-1C24-6E71-3F789BBA80A1}"/>
                  </a:ext>
                </a:extLst>
              </p:cNvPr>
              <p:cNvGrpSpPr/>
              <p:nvPr/>
            </p:nvGrpSpPr>
            <p:grpSpPr>
              <a:xfrm>
                <a:off x="3649680" y="4807101"/>
                <a:ext cx="142809" cy="190070"/>
                <a:chOff x="6093621" y="6287306"/>
                <a:chExt cx="246845" cy="282964"/>
              </a:xfrm>
            </p:grpSpPr>
            <p:sp>
              <p:nvSpPr>
                <p:cNvPr id="66" name="Arrow: Chevron 8">
                  <a:extLst>
                    <a:ext uri="{FF2B5EF4-FFF2-40B4-BE49-F238E27FC236}">
                      <a16:creationId xmlns:a16="http://schemas.microsoft.com/office/drawing/2014/main" id="{5AEA9E1E-2EDA-2AD2-B66C-B43CA5ECE865}"/>
                    </a:ext>
                  </a:extLst>
                </p:cNvPr>
                <p:cNvSpPr/>
                <p:nvPr/>
              </p:nvSpPr>
              <p:spPr>
                <a:xfrm>
                  <a:off x="6173925" y="6287306"/>
                  <a:ext cx="166541" cy="28296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Ubuntu"/>
                    <a:ea typeface="+mn-ea"/>
                    <a:cs typeface="+mn-cs"/>
                  </a:endParaRPr>
                </a:p>
              </p:txBody>
            </p:sp>
            <p:sp>
              <p:nvSpPr>
                <p:cNvPr id="67" name="Arrow: Chevron 9">
                  <a:extLst>
                    <a:ext uri="{FF2B5EF4-FFF2-40B4-BE49-F238E27FC236}">
                      <a16:creationId xmlns:a16="http://schemas.microsoft.com/office/drawing/2014/main" id="{7B0319AE-04B8-A755-0F88-6C24D4C73DCB}"/>
                    </a:ext>
                  </a:extLst>
                </p:cNvPr>
                <p:cNvSpPr/>
                <p:nvPr/>
              </p:nvSpPr>
              <p:spPr>
                <a:xfrm>
                  <a:off x="6093621" y="6318700"/>
                  <a:ext cx="137592" cy="220174"/>
                </a:xfrm>
                <a:prstGeom prst="chevron">
                  <a:avLst>
                    <a:gd name="adj" fmla="val 4975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Ubuntu"/>
                    <a:ea typeface="+mn-ea"/>
                    <a:cs typeface="+mn-cs"/>
                  </a:endParaRPr>
                </a:p>
              </p:txBody>
            </p:sp>
          </p:grpSp>
          <p:pic>
            <p:nvPicPr>
              <p:cNvPr id="53" name="Graphic 34" descr="Lightbulb and gear outline">
                <a:extLst>
                  <a:ext uri="{FF2B5EF4-FFF2-40B4-BE49-F238E27FC236}">
                    <a16:creationId xmlns:a16="http://schemas.microsoft.com/office/drawing/2014/main" id="{7DB9F2C8-AD7C-F8AC-A5B4-4963FCADC055}"/>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3132614" y="4673536"/>
                <a:ext cx="457200" cy="457200"/>
              </a:xfrm>
              <a:prstGeom prst="rect">
                <a:avLst/>
              </a:prstGeom>
              <a:effectLst>
                <a:glow>
                  <a:schemeClr val="accent1">
                    <a:alpha val="40000"/>
                  </a:schemeClr>
                </a:glow>
              </a:effectLst>
            </p:spPr>
          </p:pic>
          <p:sp>
            <p:nvSpPr>
              <p:cNvPr id="54" name="Rectangle 13">
                <a:extLst>
                  <a:ext uri="{FF2B5EF4-FFF2-40B4-BE49-F238E27FC236}">
                    <a16:creationId xmlns:a16="http://schemas.microsoft.com/office/drawing/2014/main" id="{87A52B8F-07C4-4C44-362D-D61FBEE04875}"/>
                  </a:ext>
                </a:extLst>
              </p:cNvPr>
              <p:cNvSpPr/>
              <p:nvPr/>
            </p:nvSpPr>
            <p:spPr>
              <a:xfrm>
                <a:off x="8649579" y="3195655"/>
                <a:ext cx="3114180" cy="73866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AU" sz="1600" b="1" noProof="0">
                    <a:solidFill>
                      <a:schemeClr val="accent2"/>
                    </a:solidFill>
                  </a:rPr>
                  <a:t>Best-Practice</a:t>
                </a:r>
              </a:p>
              <a:p>
                <a:pPr marR="0" lvl="0" algn="l" defTabSz="914400" rtl="0" eaLnBrk="1" fontAlgn="auto" latinLnBrk="0" hangingPunct="1">
                  <a:lnSpc>
                    <a:spcPct val="100000"/>
                  </a:lnSpc>
                  <a:spcBef>
                    <a:spcPts val="0"/>
                  </a:spcBef>
                  <a:spcAft>
                    <a:spcPts val="0"/>
                  </a:spcAft>
                  <a:buClrTx/>
                  <a:buSzTx/>
                  <a:tabLst/>
                  <a:defRPr/>
                </a:pPr>
                <a:r>
                  <a:rPr kumimoji="0" lang="en-AU" sz="1100" b="0" i="0" u="none" strike="noStrike" kern="1200" cap="none" spc="0" normalizeH="0" baseline="0" noProof="0">
                    <a:ln>
                      <a:noFill/>
                    </a:ln>
                    <a:solidFill>
                      <a:schemeClr val="bg1"/>
                    </a:solidFill>
                    <a:effectLst/>
                    <a:uLnTx/>
                    <a:uFillTx/>
                    <a:latin typeface="Ubuntu"/>
                    <a:ea typeface="+mn-ea"/>
                    <a:cs typeface="+mn-cs"/>
                  </a:rPr>
                  <a:t>Best practices from peer group and use of best practice SAMPOs and processes from RELEX platform</a:t>
                </a:r>
              </a:p>
            </p:txBody>
          </p:sp>
          <p:grpSp>
            <p:nvGrpSpPr>
              <p:cNvPr id="55" name="Group 7">
                <a:extLst>
                  <a:ext uri="{FF2B5EF4-FFF2-40B4-BE49-F238E27FC236}">
                    <a16:creationId xmlns:a16="http://schemas.microsoft.com/office/drawing/2014/main" id="{65BF8A2E-FFA5-8DAA-22BF-CD9478252188}"/>
                  </a:ext>
                </a:extLst>
              </p:cNvPr>
              <p:cNvGrpSpPr/>
              <p:nvPr/>
            </p:nvGrpSpPr>
            <p:grpSpPr>
              <a:xfrm>
                <a:off x="8493544" y="3493076"/>
                <a:ext cx="142809" cy="190070"/>
                <a:chOff x="6093621" y="6287306"/>
                <a:chExt cx="246845" cy="282964"/>
              </a:xfrm>
            </p:grpSpPr>
            <p:sp>
              <p:nvSpPr>
                <p:cNvPr id="64" name="Arrow: Chevron 8">
                  <a:extLst>
                    <a:ext uri="{FF2B5EF4-FFF2-40B4-BE49-F238E27FC236}">
                      <a16:creationId xmlns:a16="http://schemas.microsoft.com/office/drawing/2014/main" id="{F88017D6-CFF1-6565-536E-64679B0D1F76}"/>
                    </a:ext>
                  </a:extLst>
                </p:cNvPr>
                <p:cNvSpPr/>
                <p:nvPr/>
              </p:nvSpPr>
              <p:spPr>
                <a:xfrm>
                  <a:off x="6173925" y="6287306"/>
                  <a:ext cx="166541" cy="28296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Ubuntu"/>
                    <a:ea typeface="+mn-ea"/>
                    <a:cs typeface="+mn-cs"/>
                  </a:endParaRPr>
                </a:p>
              </p:txBody>
            </p:sp>
            <p:sp>
              <p:nvSpPr>
                <p:cNvPr id="65" name="Arrow: Chevron 9">
                  <a:extLst>
                    <a:ext uri="{FF2B5EF4-FFF2-40B4-BE49-F238E27FC236}">
                      <a16:creationId xmlns:a16="http://schemas.microsoft.com/office/drawing/2014/main" id="{9C675157-BF96-2201-9866-35A3C0772E91}"/>
                    </a:ext>
                  </a:extLst>
                </p:cNvPr>
                <p:cNvSpPr/>
                <p:nvPr/>
              </p:nvSpPr>
              <p:spPr>
                <a:xfrm>
                  <a:off x="6093621" y="6318700"/>
                  <a:ext cx="137592" cy="220174"/>
                </a:xfrm>
                <a:prstGeom prst="chevron">
                  <a:avLst>
                    <a:gd name="adj" fmla="val 4975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Ubuntu"/>
                    <a:ea typeface="+mn-ea"/>
                    <a:cs typeface="+mn-cs"/>
                  </a:endParaRPr>
                </a:p>
              </p:txBody>
            </p:sp>
          </p:grpSp>
          <p:pic>
            <p:nvPicPr>
              <p:cNvPr id="56" name="Graphic 31" descr="Circles with arrows outline">
                <a:extLst>
                  <a:ext uri="{FF2B5EF4-FFF2-40B4-BE49-F238E27FC236}">
                    <a16:creationId xmlns:a16="http://schemas.microsoft.com/office/drawing/2014/main" id="{3E4CCA1E-4D97-858C-38FC-388356BA65CE}"/>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7887579" y="3359511"/>
                <a:ext cx="457200" cy="457200"/>
              </a:xfrm>
              <a:prstGeom prst="rect">
                <a:avLst/>
              </a:prstGeom>
              <a:effectLst>
                <a:glow>
                  <a:schemeClr val="accent1"/>
                </a:glow>
              </a:effectLst>
            </p:spPr>
          </p:pic>
          <p:sp>
            <p:nvSpPr>
              <p:cNvPr id="57" name="Rectangle 15">
                <a:extLst>
                  <a:ext uri="{FF2B5EF4-FFF2-40B4-BE49-F238E27FC236}">
                    <a16:creationId xmlns:a16="http://schemas.microsoft.com/office/drawing/2014/main" id="{B4D51C24-76EF-7745-786A-EC7FD6FE480E}"/>
                  </a:ext>
                </a:extLst>
              </p:cNvPr>
              <p:cNvSpPr/>
              <p:nvPr/>
            </p:nvSpPr>
            <p:spPr>
              <a:xfrm>
                <a:off x="3862346" y="4455860"/>
                <a:ext cx="3366389" cy="89255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AU" sz="1600" b="1" noProof="0">
                    <a:solidFill>
                      <a:schemeClr val="accent2"/>
                    </a:solidFill>
                  </a:rPr>
                  <a:t>Deployment Capabilities</a:t>
                </a:r>
              </a:p>
              <a:p>
                <a:r>
                  <a:rPr lang="en-AU" sz="1100" noProof="0">
                    <a:solidFill>
                      <a:schemeClr val="bg1"/>
                    </a:solidFill>
                  </a:rPr>
                  <a:t>Experience in numerous deployments at large and medium-sized companies</a:t>
                </a:r>
              </a:p>
            </p:txBody>
          </p:sp>
          <p:grpSp>
            <p:nvGrpSpPr>
              <p:cNvPr id="58" name="Group 7">
                <a:extLst>
                  <a:ext uri="{FF2B5EF4-FFF2-40B4-BE49-F238E27FC236}">
                    <a16:creationId xmlns:a16="http://schemas.microsoft.com/office/drawing/2014/main" id="{4FD0ED74-F813-3A28-4BBF-6A4E1DA77BFB}"/>
                  </a:ext>
                </a:extLst>
              </p:cNvPr>
              <p:cNvGrpSpPr/>
              <p:nvPr/>
            </p:nvGrpSpPr>
            <p:grpSpPr>
              <a:xfrm>
                <a:off x="8460504" y="4807101"/>
                <a:ext cx="142809" cy="190070"/>
                <a:chOff x="6093621" y="6287306"/>
                <a:chExt cx="246845" cy="282964"/>
              </a:xfrm>
            </p:grpSpPr>
            <p:sp>
              <p:nvSpPr>
                <p:cNvPr id="62" name="Arrow: Chevron 8">
                  <a:extLst>
                    <a:ext uri="{FF2B5EF4-FFF2-40B4-BE49-F238E27FC236}">
                      <a16:creationId xmlns:a16="http://schemas.microsoft.com/office/drawing/2014/main" id="{E6F3C623-2C1F-6D27-28AF-7DF48E82FB89}"/>
                    </a:ext>
                  </a:extLst>
                </p:cNvPr>
                <p:cNvSpPr/>
                <p:nvPr/>
              </p:nvSpPr>
              <p:spPr>
                <a:xfrm>
                  <a:off x="6173925" y="6287306"/>
                  <a:ext cx="166541" cy="28296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Ubuntu"/>
                    <a:ea typeface="+mn-ea"/>
                    <a:cs typeface="+mn-cs"/>
                  </a:endParaRPr>
                </a:p>
              </p:txBody>
            </p:sp>
            <p:sp>
              <p:nvSpPr>
                <p:cNvPr id="63" name="Arrow: Chevron 9">
                  <a:extLst>
                    <a:ext uri="{FF2B5EF4-FFF2-40B4-BE49-F238E27FC236}">
                      <a16:creationId xmlns:a16="http://schemas.microsoft.com/office/drawing/2014/main" id="{189F907D-85A1-DE7F-4DE0-6137E087A908}"/>
                    </a:ext>
                  </a:extLst>
                </p:cNvPr>
                <p:cNvSpPr/>
                <p:nvPr/>
              </p:nvSpPr>
              <p:spPr>
                <a:xfrm>
                  <a:off x="6093621" y="6318700"/>
                  <a:ext cx="137592" cy="220174"/>
                </a:xfrm>
                <a:prstGeom prst="chevron">
                  <a:avLst>
                    <a:gd name="adj" fmla="val 4975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Ubuntu"/>
                    <a:ea typeface="+mn-ea"/>
                    <a:cs typeface="+mn-cs"/>
                  </a:endParaRPr>
                </a:p>
              </p:txBody>
            </p:sp>
          </p:grpSp>
          <p:pic>
            <p:nvPicPr>
              <p:cNvPr id="59" name="Graphic 34" descr="Cheers outline">
                <a:extLst>
                  <a:ext uri="{FF2B5EF4-FFF2-40B4-BE49-F238E27FC236}">
                    <a16:creationId xmlns:a16="http://schemas.microsoft.com/office/drawing/2014/main" id="{EE806E25-1E0D-4B3A-628A-CF94DB18D3CD}"/>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7920036" y="4673536"/>
                <a:ext cx="457200" cy="457200"/>
              </a:xfrm>
              <a:prstGeom prst="rect">
                <a:avLst/>
              </a:prstGeom>
              <a:effectLst>
                <a:glow>
                  <a:schemeClr val="accent1">
                    <a:alpha val="40000"/>
                  </a:schemeClr>
                </a:glow>
              </a:effectLst>
            </p:spPr>
          </p:pic>
          <p:sp>
            <p:nvSpPr>
              <p:cNvPr id="60" name="Rectangle 15">
                <a:extLst>
                  <a:ext uri="{FF2B5EF4-FFF2-40B4-BE49-F238E27FC236}">
                    <a16:creationId xmlns:a16="http://schemas.microsoft.com/office/drawing/2014/main" id="{335570D6-F6FA-F58C-B096-E13A1FB8C6F4}"/>
                  </a:ext>
                </a:extLst>
              </p:cNvPr>
              <p:cNvSpPr/>
              <p:nvPr/>
            </p:nvSpPr>
            <p:spPr>
              <a:xfrm>
                <a:off x="3895386" y="3175464"/>
                <a:ext cx="3496014" cy="73866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AU" sz="1600" b="1" noProof="0">
                    <a:solidFill>
                      <a:schemeClr val="accent2"/>
                    </a:solidFill>
                  </a:rPr>
                  <a:t>Solution combined with Mgmt. Consulting</a:t>
                </a:r>
                <a:endParaRPr lang="en-AU" sz="1600" b="1" noProof="0">
                  <a:solidFill>
                    <a:schemeClr val="tx1"/>
                  </a:solidFill>
                </a:endParaRPr>
              </a:p>
              <a:p>
                <a:r>
                  <a:rPr lang="en-AU" sz="1100" noProof="0">
                    <a:solidFill>
                      <a:schemeClr val="bg1"/>
                    </a:solidFill>
                  </a:rPr>
                  <a:t>Solution design paired with management consulting for a holistic implementation approach as well as Supply Chain, Retail &amp; RELEX expertise</a:t>
                </a:r>
              </a:p>
            </p:txBody>
          </p:sp>
          <p:pic>
            <p:nvPicPr>
              <p:cNvPr id="61" name="Graphic 60" descr="Tic Tac Toe outline">
                <a:extLst>
                  <a:ext uri="{FF2B5EF4-FFF2-40B4-BE49-F238E27FC236}">
                    <a16:creationId xmlns:a16="http://schemas.microsoft.com/office/drawing/2014/main" id="{C736C2A3-D5CE-8162-CD76-0EC833BEFDB7}"/>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3177981" y="3360284"/>
                <a:ext cx="457200" cy="457200"/>
              </a:xfrm>
              <a:prstGeom prst="rect">
                <a:avLst/>
              </a:prstGeom>
              <a:effectLst>
                <a:glow>
                  <a:schemeClr val="accent1">
                    <a:alpha val="40000"/>
                  </a:schemeClr>
                </a:glow>
              </a:effectLst>
            </p:spPr>
          </p:pic>
        </p:grpSp>
      </p:grpSp>
    </p:spTree>
    <p:extLst>
      <p:ext uri="{BB962C8B-B14F-4D97-AF65-F5344CB8AC3E}">
        <p14:creationId xmlns:p14="http://schemas.microsoft.com/office/powerpoint/2010/main" val="894445257"/>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2F77D1C-776D-4F97-BC3E-2C1871C59AFD}"/>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0EC5EB4A-4345-AB3C-837D-FAE9D7E555A9}"/>
              </a:ext>
            </a:extLst>
          </p:cNvPr>
          <p:cNvSpPr>
            <a:spLocks noGrp="1"/>
          </p:cNvSpPr>
          <p:nvPr>
            <p:ph type="title"/>
          </p:nvPr>
        </p:nvSpPr>
        <p:spPr/>
        <p:txBody>
          <a:bodyPr/>
          <a:lstStyle/>
          <a:p>
            <a:r>
              <a:rPr lang="en-AU" noProof="0"/>
              <a:t>Agenda</a:t>
            </a:r>
          </a:p>
        </p:txBody>
      </p:sp>
      <p:sp>
        <p:nvSpPr>
          <p:cNvPr id="4" name="Espace réservé du texte 3">
            <a:extLst>
              <a:ext uri="{FF2B5EF4-FFF2-40B4-BE49-F238E27FC236}">
                <a16:creationId xmlns:a16="http://schemas.microsoft.com/office/drawing/2014/main" id="{8FE98100-48E6-FCBC-6580-960D2A5C18F4}"/>
              </a:ext>
            </a:extLst>
          </p:cNvPr>
          <p:cNvSpPr>
            <a:spLocks noGrp="1"/>
          </p:cNvSpPr>
          <p:nvPr>
            <p:ph type="body" sz="quarter" idx="12"/>
          </p:nvPr>
        </p:nvSpPr>
        <p:spPr/>
        <p:txBody>
          <a:bodyPr/>
          <a:lstStyle/>
          <a:p>
            <a:r>
              <a:rPr lang="en-AU" noProof="0">
                <a:solidFill>
                  <a:schemeClr val="bg1">
                    <a:lumMod val="65000"/>
                  </a:schemeClr>
                </a:solidFill>
              </a:rPr>
              <a:t>Context and objectives</a:t>
            </a:r>
          </a:p>
          <a:p>
            <a:r>
              <a:rPr lang="en-AU" noProof="0">
                <a:solidFill>
                  <a:schemeClr val="bg1">
                    <a:lumMod val="65000"/>
                  </a:schemeClr>
                </a:solidFill>
              </a:rPr>
              <a:t>Why Capgemini</a:t>
            </a:r>
          </a:p>
          <a:p>
            <a:r>
              <a:rPr lang="en-AU" b="1" noProof="0"/>
              <a:t>Our vision and methodology</a:t>
            </a:r>
          </a:p>
          <a:p>
            <a:r>
              <a:rPr lang="en-AU" noProof="0">
                <a:solidFill>
                  <a:schemeClr val="bg1">
                    <a:lumMod val="65000"/>
                  </a:schemeClr>
                </a:solidFill>
              </a:rPr>
              <a:t>Project plan</a:t>
            </a:r>
          </a:p>
          <a:p>
            <a:r>
              <a:rPr lang="en-AU" noProof="0">
                <a:solidFill>
                  <a:schemeClr val="bg1">
                    <a:lumMod val="65000"/>
                  </a:schemeClr>
                </a:solidFill>
              </a:rPr>
              <a:t>Proposed team and governance model</a:t>
            </a:r>
          </a:p>
          <a:p>
            <a:r>
              <a:rPr lang="en-AU" noProof="0">
                <a:solidFill>
                  <a:schemeClr val="bg1">
                    <a:lumMod val="65000"/>
                  </a:schemeClr>
                </a:solidFill>
              </a:rPr>
              <a:t>Economics</a:t>
            </a:r>
          </a:p>
          <a:p>
            <a:r>
              <a:rPr lang="en-AU" noProof="0">
                <a:solidFill>
                  <a:schemeClr val="bg1">
                    <a:lumMod val="65000"/>
                  </a:schemeClr>
                </a:solidFill>
              </a:rPr>
              <a:t>Credentials</a:t>
            </a:r>
          </a:p>
          <a:p>
            <a:r>
              <a:rPr lang="en-AU">
                <a:solidFill>
                  <a:schemeClr val="bg1">
                    <a:lumMod val="65000"/>
                  </a:schemeClr>
                </a:solidFill>
              </a:rPr>
              <a:t>CVs</a:t>
            </a:r>
            <a:endParaRPr lang="en-AU" noProof="0">
              <a:solidFill>
                <a:schemeClr val="bg1">
                  <a:lumMod val="65000"/>
                </a:schemeClr>
              </a:solidFill>
            </a:endParaRPr>
          </a:p>
        </p:txBody>
      </p:sp>
      <p:grpSp>
        <p:nvGrpSpPr>
          <p:cNvPr id="5" name="Group 12">
            <a:extLst>
              <a:ext uri="{FF2B5EF4-FFF2-40B4-BE49-F238E27FC236}">
                <a16:creationId xmlns:a16="http://schemas.microsoft.com/office/drawing/2014/main" id="{1085DA48-625E-4BDC-6DC7-76BB799B13C8}"/>
              </a:ext>
              <a:ext uri="{C183D7F6-B498-43B3-948B-1728B52AA6E4}">
                <adec:decorative xmlns:adec="http://schemas.microsoft.com/office/drawing/2017/decorative" val="1"/>
              </a:ext>
            </a:extLst>
          </p:cNvPr>
          <p:cNvGrpSpPr/>
          <p:nvPr/>
        </p:nvGrpSpPr>
        <p:grpSpPr>
          <a:xfrm>
            <a:off x="407988" y="2686834"/>
            <a:ext cx="5399980" cy="432048"/>
            <a:chOff x="407988" y="1844824"/>
            <a:chExt cx="5399980" cy="432048"/>
          </a:xfrm>
        </p:grpSpPr>
        <p:cxnSp>
          <p:nvCxnSpPr>
            <p:cNvPr id="6" name="Straight Connector 9">
              <a:extLst>
                <a:ext uri="{FF2B5EF4-FFF2-40B4-BE49-F238E27FC236}">
                  <a16:creationId xmlns:a16="http://schemas.microsoft.com/office/drawing/2014/main" id="{45B6BF59-22E9-9FB6-5654-69938F103937}"/>
                </a:ext>
              </a:extLst>
            </p:cNvPr>
            <p:cNvCxnSpPr>
              <a:cxnSpLocks/>
            </p:cNvCxnSpPr>
            <p:nvPr>
              <p:custDataLst>
                <p:tags r:id="rId2"/>
              </p:custDataLst>
            </p:nvPr>
          </p:nvCxnSpPr>
          <p:spPr>
            <a:xfrm>
              <a:off x="407988" y="2276872"/>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7" name="Straight Connector 11">
              <a:extLst>
                <a:ext uri="{FF2B5EF4-FFF2-40B4-BE49-F238E27FC236}">
                  <a16:creationId xmlns:a16="http://schemas.microsoft.com/office/drawing/2014/main" id="{944A0585-372F-BED1-9BA1-6992D5BF1BB8}"/>
                </a:ext>
              </a:extLst>
            </p:cNvPr>
            <p:cNvCxnSpPr>
              <a:cxnSpLocks/>
            </p:cNvCxnSpPr>
            <p:nvPr>
              <p:custDataLst>
                <p:tags r:id="rId3"/>
              </p:custDataLst>
            </p:nvPr>
          </p:nvCxnSpPr>
          <p:spPr>
            <a:xfrm>
              <a:off x="407988" y="1844824"/>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grpSp>
      <p:pic>
        <p:nvPicPr>
          <p:cNvPr id="14" name="Picture 13" descr="A fruit and vegetables in a grocery store&#10;&#10;AI-generated content may be incorrect.">
            <a:extLst>
              <a:ext uri="{FF2B5EF4-FFF2-40B4-BE49-F238E27FC236}">
                <a16:creationId xmlns:a16="http://schemas.microsoft.com/office/drawing/2014/main" id="{4D32D8E4-55FA-9EC4-0DAE-C9F09B6E76DF}"/>
              </a:ext>
            </a:extLst>
          </p:cNvPr>
          <p:cNvPicPr>
            <a:picLocks noChangeAspect="1"/>
          </p:cNvPicPr>
          <p:nvPr/>
        </p:nvPicPr>
        <p:blipFill>
          <a:blip r:embed="rId5"/>
          <a:srcRect l="19443" r="59004"/>
          <a:stretch>
            <a:fillRect/>
          </a:stretch>
        </p:blipFill>
        <p:spPr>
          <a:xfrm>
            <a:off x="7032107" y="0"/>
            <a:ext cx="5159893" cy="6858000"/>
          </a:xfrm>
          <a:prstGeom prst="rect">
            <a:avLst/>
          </a:prstGeom>
        </p:spPr>
      </p:pic>
    </p:spTree>
    <p:extLst>
      <p:ext uri="{BB962C8B-B14F-4D97-AF65-F5344CB8AC3E}">
        <p14:creationId xmlns:p14="http://schemas.microsoft.com/office/powerpoint/2010/main" val="297889157"/>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8AF414E-08DA-D0A8-6588-466149C8AC64}"/>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63202C11-4D1E-E27D-2C93-9D1C5A7791F5}"/>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9D7176F8-6303-410F-C730-B9625C21B5C6}"/>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Our vision: S&amp;OP as the backbone of demand and supply planning</a:t>
            </a:r>
          </a:p>
        </p:txBody>
      </p:sp>
      <p:sp>
        <p:nvSpPr>
          <p:cNvPr id="112" name="Rectángulo redondeado">
            <a:extLst>
              <a:ext uri="{FF2B5EF4-FFF2-40B4-BE49-F238E27FC236}">
                <a16:creationId xmlns:a16="http://schemas.microsoft.com/office/drawing/2014/main" id="{F0B2B4F8-1558-3605-7932-8B72376D2BAC}"/>
              </a:ext>
            </a:extLst>
          </p:cNvPr>
          <p:cNvSpPr/>
          <p:nvPr/>
        </p:nvSpPr>
        <p:spPr>
          <a:xfrm>
            <a:off x="-200552" y="5977504"/>
            <a:ext cx="12593105" cy="459470"/>
          </a:xfrm>
          <a:prstGeom prst="roundRect">
            <a:avLst>
              <a:gd name="adj" fmla="val 47529"/>
            </a:avLst>
          </a:prstGeom>
          <a:solidFill>
            <a:srgbClr val="0B6C8A"/>
          </a:solidFill>
          <a:ln w="12700">
            <a:miter lim="400000"/>
          </a:ln>
        </p:spPr>
        <p:txBody>
          <a:bodyPr lIns="720000" tIns="45718" rIns="540000"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AU" sz="1400" i="1" u="none" strike="noStrike" kern="0" cap="none" spc="0" normalizeH="0" baseline="0" noProof="0">
                <a:ln>
                  <a:noFill/>
                </a:ln>
                <a:solidFill>
                  <a:schemeClr val="bg1"/>
                </a:solidFill>
                <a:effectLst/>
                <a:uLnTx/>
                <a:uFillTx/>
                <a:latin typeface="+mj-lt"/>
                <a:ea typeface="Verdana"/>
                <a:cs typeface="Helvetica"/>
                <a:sym typeface="Helvetica"/>
              </a:rPr>
              <a:t>The maturity of the S&amp;OP cycle determines the role and sophistication required from Demand and Supply Planning</a:t>
            </a:r>
          </a:p>
        </p:txBody>
      </p:sp>
      <p:grpSp>
        <p:nvGrpSpPr>
          <p:cNvPr id="170" name="Group 169">
            <a:extLst>
              <a:ext uri="{FF2B5EF4-FFF2-40B4-BE49-F238E27FC236}">
                <a16:creationId xmlns:a16="http://schemas.microsoft.com/office/drawing/2014/main" id="{A4991FDA-4CBB-FC6C-0E76-327535A506D8}"/>
              </a:ext>
            </a:extLst>
          </p:cNvPr>
          <p:cNvGrpSpPr/>
          <p:nvPr/>
        </p:nvGrpSpPr>
        <p:grpSpPr>
          <a:xfrm>
            <a:off x="554182" y="1300756"/>
            <a:ext cx="11083636" cy="4256488"/>
            <a:chOff x="554182" y="1251541"/>
            <a:chExt cx="11083636" cy="4256488"/>
          </a:xfrm>
        </p:grpSpPr>
        <p:sp>
          <p:nvSpPr>
            <p:cNvPr id="114" name="Rectangle 113">
              <a:extLst>
                <a:ext uri="{FF2B5EF4-FFF2-40B4-BE49-F238E27FC236}">
                  <a16:creationId xmlns:a16="http://schemas.microsoft.com/office/drawing/2014/main" id="{3F496199-D313-697C-D821-EE627D7C993B}"/>
                </a:ext>
              </a:extLst>
            </p:cNvPr>
            <p:cNvSpPr/>
            <p:nvPr/>
          </p:nvSpPr>
          <p:spPr>
            <a:xfrm>
              <a:off x="554182" y="1251541"/>
              <a:ext cx="11083636" cy="4256488"/>
            </a:xfrm>
            <a:prstGeom prst="rect">
              <a:avLst/>
            </a:prstGeom>
            <a:solidFill>
              <a:srgbClr val="CEDBE6"/>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5" name="Rectangle 144">
              <a:extLst>
                <a:ext uri="{FF2B5EF4-FFF2-40B4-BE49-F238E27FC236}">
                  <a16:creationId xmlns:a16="http://schemas.microsoft.com/office/drawing/2014/main" id="{21FD909D-8CDE-6BD8-EBA4-280B963C3EF4}"/>
                </a:ext>
              </a:extLst>
            </p:cNvPr>
            <p:cNvSpPr/>
            <p:nvPr/>
          </p:nvSpPr>
          <p:spPr>
            <a:xfrm flipH="1">
              <a:off x="554182" y="1349971"/>
              <a:ext cx="3636000" cy="286232"/>
            </a:xfrm>
            <a:prstGeom prst="rect">
              <a:avLst/>
            </a:prstGeom>
            <a:noFill/>
          </p:spPr>
          <p:txBody>
            <a:bodyPr wrap="square">
              <a:spAutoFit/>
            </a:bodyPr>
            <a:lstStyle/>
            <a:p>
              <a:pPr hangingPunct="0">
                <a:lnSpc>
                  <a:spcPct val="90000"/>
                </a:lnSpc>
                <a:defRPr/>
              </a:pPr>
              <a:r>
                <a:rPr lang="en-AU" sz="1400" b="1" i="1" kern="0" noProof="0">
                  <a:latin typeface="+mj-lt"/>
                  <a:cs typeface="Helvetica"/>
                  <a:sym typeface="Helvetica"/>
                </a:rPr>
                <a:t>S&amp;OP CYCLE: decision-making and alignment</a:t>
              </a:r>
            </a:p>
          </p:txBody>
        </p:sp>
        <p:sp>
          <p:nvSpPr>
            <p:cNvPr id="148" name="Rectangle 147">
              <a:extLst>
                <a:ext uri="{FF2B5EF4-FFF2-40B4-BE49-F238E27FC236}">
                  <a16:creationId xmlns:a16="http://schemas.microsoft.com/office/drawing/2014/main" id="{098D73AE-1505-292A-538E-FEFF5F0A3B06}"/>
                </a:ext>
              </a:extLst>
            </p:cNvPr>
            <p:cNvSpPr/>
            <p:nvPr/>
          </p:nvSpPr>
          <p:spPr>
            <a:xfrm flipH="1">
              <a:off x="554182" y="4163450"/>
              <a:ext cx="3636000" cy="286232"/>
            </a:xfrm>
            <a:prstGeom prst="rect">
              <a:avLst/>
            </a:prstGeom>
            <a:noFill/>
          </p:spPr>
          <p:txBody>
            <a:bodyPr wrap="square">
              <a:spAutoFit/>
            </a:bodyPr>
            <a:lstStyle/>
            <a:p>
              <a:pPr hangingPunct="0">
                <a:lnSpc>
                  <a:spcPct val="90000"/>
                </a:lnSpc>
                <a:defRPr/>
              </a:pPr>
              <a:r>
                <a:rPr lang="en-AU" sz="1400" b="1" i="1" kern="0" noProof="0">
                  <a:latin typeface="+mj-lt"/>
                  <a:cs typeface="Helvetica"/>
                  <a:sym typeface="Helvetica"/>
                </a:rPr>
                <a:t>ENABLERS:</a:t>
              </a:r>
            </a:p>
          </p:txBody>
        </p:sp>
        <p:grpSp>
          <p:nvGrpSpPr>
            <p:cNvPr id="169" name="Group 168">
              <a:extLst>
                <a:ext uri="{FF2B5EF4-FFF2-40B4-BE49-F238E27FC236}">
                  <a16:creationId xmlns:a16="http://schemas.microsoft.com/office/drawing/2014/main" id="{8B761EDD-47A7-2B8F-F8BE-0C9AEF686FBF}"/>
                </a:ext>
              </a:extLst>
            </p:cNvPr>
            <p:cNvGrpSpPr/>
            <p:nvPr/>
          </p:nvGrpSpPr>
          <p:grpSpPr>
            <a:xfrm>
              <a:off x="1269438" y="1746605"/>
              <a:ext cx="9653125" cy="3266360"/>
              <a:chOff x="1269438" y="1828352"/>
              <a:chExt cx="9653125" cy="3266360"/>
            </a:xfrm>
          </p:grpSpPr>
          <p:grpSp>
            <p:nvGrpSpPr>
              <p:cNvPr id="168" name="Group 167">
                <a:extLst>
                  <a:ext uri="{FF2B5EF4-FFF2-40B4-BE49-F238E27FC236}">
                    <a16:creationId xmlns:a16="http://schemas.microsoft.com/office/drawing/2014/main" id="{00CD9E4B-4615-B620-A4A2-99522DDB3ECD}"/>
                  </a:ext>
                </a:extLst>
              </p:cNvPr>
              <p:cNvGrpSpPr/>
              <p:nvPr/>
            </p:nvGrpSpPr>
            <p:grpSpPr>
              <a:xfrm>
                <a:off x="1269438" y="1828352"/>
                <a:ext cx="9653125" cy="3266360"/>
                <a:chOff x="1269438" y="1828352"/>
                <a:chExt cx="9653125" cy="3266360"/>
              </a:xfrm>
            </p:grpSpPr>
            <p:grpSp>
              <p:nvGrpSpPr>
                <p:cNvPr id="144" name="Group 143">
                  <a:extLst>
                    <a:ext uri="{FF2B5EF4-FFF2-40B4-BE49-F238E27FC236}">
                      <a16:creationId xmlns:a16="http://schemas.microsoft.com/office/drawing/2014/main" id="{0797AFA0-F686-DFD6-C854-C99D974D00B1}"/>
                    </a:ext>
                  </a:extLst>
                </p:cNvPr>
                <p:cNvGrpSpPr/>
                <p:nvPr/>
              </p:nvGrpSpPr>
              <p:grpSpPr>
                <a:xfrm>
                  <a:off x="1269438" y="1828352"/>
                  <a:ext cx="9653125" cy="1023836"/>
                  <a:chOff x="1582434" y="1325044"/>
                  <a:chExt cx="9653125" cy="1023836"/>
                </a:xfrm>
              </p:grpSpPr>
              <p:grpSp>
                <p:nvGrpSpPr>
                  <p:cNvPr id="130" name="Group 129">
                    <a:extLst>
                      <a:ext uri="{FF2B5EF4-FFF2-40B4-BE49-F238E27FC236}">
                        <a16:creationId xmlns:a16="http://schemas.microsoft.com/office/drawing/2014/main" id="{FE33B787-989D-C1E5-A25B-B90FC2DB510D}"/>
                      </a:ext>
                    </a:extLst>
                  </p:cNvPr>
                  <p:cNvGrpSpPr/>
                  <p:nvPr/>
                </p:nvGrpSpPr>
                <p:grpSpPr>
                  <a:xfrm>
                    <a:off x="1582434" y="1325044"/>
                    <a:ext cx="2280525" cy="1023836"/>
                    <a:chOff x="1559496" y="3141300"/>
                    <a:chExt cx="2088232" cy="1035904"/>
                  </a:xfrm>
                </p:grpSpPr>
                <p:sp>
                  <p:nvSpPr>
                    <p:cNvPr id="131" name="Freeform 5">
                      <a:extLst>
                        <a:ext uri="{FF2B5EF4-FFF2-40B4-BE49-F238E27FC236}">
                          <a16:creationId xmlns:a16="http://schemas.microsoft.com/office/drawing/2014/main" id="{09053D76-F723-EBA7-8CAB-FB5E62E41A10}"/>
                        </a:ext>
                      </a:extLst>
                    </p:cNvPr>
                    <p:cNvSpPr>
                      <a:spLocks/>
                    </p:cNvSpPr>
                    <p:nvPr/>
                  </p:nvSpPr>
                  <p:spPr bwMode="auto">
                    <a:xfrm>
                      <a:off x="1559496" y="3212976"/>
                      <a:ext cx="2088232" cy="892553"/>
                    </a:xfrm>
                    <a:custGeom>
                      <a:avLst/>
                      <a:gdLst>
                        <a:gd name="T0" fmla="*/ 355 w 360"/>
                        <a:gd name="T1" fmla="*/ 124 h 274"/>
                        <a:gd name="T2" fmla="*/ 355 w 360"/>
                        <a:gd name="T3" fmla="*/ 150 h 274"/>
                        <a:gd name="T4" fmla="*/ 275 w 360"/>
                        <a:gd name="T5" fmla="*/ 264 h 274"/>
                        <a:gd name="T6" fmla="*/ 256 w 360"/>
                        <a:gd name="T7" fmla="*/ 274 h 274"/>
                        <a:gd name="T8" fmla="*/ 0 w 360"/>
                        <a:gd name="T9" fmla="*/ 274 h 274"/>
                        <a:gd name="T10" fmla="*/ 87 w 360"/>
                        <a:gd name="T11" fmla="*/ 150 h 274"/>
                        <a:gd name="T12" fmla="*/ 87 w 360"/>
                        <a:gd name="T13" fmla="*/ 124 h 274"/>
                        <a:gd name="T14" fmla="*/ 0 w 360"/>
                        <a:gd name="T15" fmla="*/ 0 h 274"/>
                        <a:gd name="T16" fmla="*/ 256 w 360"/>
                        <a:gd name="T17" fmla="*/ 0 h 274"/>
                        <a:gd name="T18" fmla="*/ 275 w 360"/>
                        <a:gd name="T19" fmla="*/ 10 h 274"/>
                        <a:gd name="T20" fmla="*/ 355 w 360"/>
                        <a:gd name="T21" fmla="*/ 12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0" h="274">
                          <a:moveTo>
                            <a:pt x="355" y="124"/>
                          </a:moveTo>
                          <a:cubicBezTo>
                            <a:pt x="360" y="132"/>
                            <a:pt x="360" y="142"/>
                            <a:pt x="355" y="150"/>
                          </a:cubicBezTo>
                          <a:cubicBezTo>
                            <a:pt x="275" y="264"/>
                            <a:pt x="275" y="264"/>
                            <a:pt x="275" y="264"/>
                          </a:cubicBezTo>
                          <a:cubicBezTo>
                            <a:pt x="271" y="270"/>
                            <a:pt x="264" y="274"/>
                            <a:pt x="256" y="274"/>
                          </a:cubicBezTo>
                          <a:cubicBezTo>
                            <a:pt x="0" y="274"/>
                            <a:pt x="0" y="274"/>
                            <a:pt x="0" y="274"/>
                          </a:cubicBezTo>
                          <a:cubicBezTo>
                            <a:pt x="87" y="150"/>
                            <a:pt x="87" y="150"/>
                            <a:pt x="87" y="150"/>
                          </a:cubicBezTo>
                          <a:cubicBezTo>
                            <a:pt x="92" y="142"/>
                            <a:pt x="92" y="132"/>
                            <a:pt x="87" y="124"/>
                          </a:cubicBezTo>
                          <a:cubicBezTo>
                            <a:pt x="0" y="0"/>
                            <a:pt x="0" y="0"/>
                            <a:pt x="0" y="0"/>
                          </a:cubicBezTo>
                          <a:cubicBezTo>
                            <a:pt x="256" y="0"/>
                            <a:pt x="256" y="0"/>
                            <a:pt x="256" y="0"/>
                          </a:cubicBezTo>
                          <a:cubicBezTo>
                            <a:pt x="264" y="0"/>
                            <a:pt x="271" y="4"/>
                            <a:pt x="275" y="10"/>
                          </a:cubicBezTo>
                          <a:lnTo>
                            <a:pt x="355" y="124"/>
                          </a:lnTo>
                          <a:close/>
                        </a:path>
                      </a:pathLst>
                    </a:custGeom>
                    <a:solidFill>
                      <a:srgbClr val="09566D"/>
                    </a:solidFill>
                    <a:ln w="6350" cap="rnd"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57200" eaLnBrk="1" fontAlgn="auto" latinLnBrk="0" hangingPunct="1">
                        <a:lnSpc>
                          <a:spcPts val="500"/>
                        </a:lnSpc>
                        <a:spcBef>
                          <a:spcPts val="0"/>
                        </a:spcBef>
                        <a:spcAft>
                          <a:spcPts val="0"/>
                        </a:spcAft>
                        <a:buClrTx/>
                        <a:buSzTx/>
                        <a:buFontTx/>
                        <a:buNone/>
                        <a:tabLst/>
                        <a:defRPr/>
                      </a:pPr>
                      <a:endParaRPr kumimoji="0" lang="en-AU" sz="800" b="0" i="0" u="none" strike="noStrike" kern="0" cap="none" spc="0" normalizeH="0" baseline="0" noProof="0">
                        <a:ln>
                          <a:noFill/>
                        </a:ln>
                        <a:gradFill>
                          <a:gsLst>
                            <a:gs pos="0">
                              <a:srgbClr val="CEDBE6"/>
                            </a:gs>
                            <a:gs pos="100000">
                              <a:srgbClr val="CEDBE6"/>
                            </a:gs>
                          </a:gsLst>
                          <a:lin ang="0" scaled="1"/>
                        </a:gradFill>
                        <a:effectLst/>
                        <a:uLnTx/>
                        <a:uFillTx/>
                        <a:latin typeface="Ubuntu" panose="020B0504030602030204" pitchFamily="34" charset="0"/>
                        <a:ea typeface="Roboto Light" pitchFamily="2" charset="0"/>
                        <a:cs typeface="Roboto Condensed Regular"/>
                      </a:endParaRPr>
                    </a:p>
                  </p:txBody>
                </p:sp>
                <p:sp>
                  <p:nvSpPr>
                    <p:cNvPr id="132" name="Rectangle 131">
                      <a:extLst>
                        <a:ext uri="{FF2B5EF4-FFF2-40B4-BE49-F238E27FC236}">
                          <a16:creationId xmlns:a16="http://schemas.microsoft.com/office/drawing/2014/main" id="{8A2E144E-E7DC-7FE7-D770-1D70CE1059F2}"/>
                        </a:ext>
                      </a:extLst>
                    </p:cNvPr>
                    <p:cNvSpPr/>
                    <p:nvPr/>
                  </p:nvSpPr>
                  <p:spPr>
                    <a:xfrm>
                      <a:off x="1811523" y="3141300"/>
                      <a:ext cx="1832649" cy="1035904"/>
                    </a:xfrm>
                    <a:prstGeom prst="rect">
                      <a:avLst/>
                    </a:prstGeom>
                    <a:noFill/>
                    <a:ln w="9525" cap="flat" cmpd="sng">
                      <a:noFill/>
                      <a:prstDash val="solid"/>
                      <a:round/>
                      <a:headEnd type="none" w="sm" len="sm"/>
                      <a:tailEnd type="none" w="sm" len="sm"/>
                    </a:ln>
                    <a:effectLst/>
                  </p:spPr>
                  <p:txBody>
                    <a:bodyPr spcFirstLastPara="1" wrap="square" lIns="49766" tIns="0" rIns="49766" bIns="0" anchor="ctr" anchorCtr="0">
                      <a:noAutofit/>
                    </a:bodyPr>
                    <a:lstStyle/>
                    <a:p>
                      <a:pPr marL="0" marR="0" lvl="0" indent="0" algn="ctr" defTabSz="1219170" eaLnBrk="1" fontAlgn="auto" latinLnBrk="0" hangingPunct="1">
                        <a:lnSpc>
                          <a:spcPct val="100000"/>
                        </a:lnSpc>
                        <a:spcBef>
                          <a:spcPts val="0"/>
                        </a:spcBef>
                        <a:spcAft>
                          <a:spcPts val="0"/>
                        </a:spcAft>
                        <a:buClr>
                          <a:srgbClr val="000000"/>
                        </a:buClr>
                        <a:buSzTx/>
                        <a:buFontTx/>
                        <a:buNone/>
                        <a:tabLst/>
                        <a:defRPr/>
                      </a:pPr>
                      <a:r>
                        <a:rPr kumimoji="0" lang="en-AU" sz="1200" b="1" i="0" u="none" strike="noStrike" kern="0" cap="none" spc="0" normalizeH="0" baseline="0" noProof="0">
                          <a:ln>
                            <a:noFill/>
                          </a:ln>
                          <a:solidFill>
                            <a:srgbClr val="FFFFFF"/>
                          </a:solidFill>
                          <a:effectLst/>
                          <a:uLnTx/>
                          <a:uFillTx/>
                          <a:latin typeface="Ubuntu" panose="020B0504030602030204" pitchFamily="34" charset="0"/>
                        </a:rPr>
                        <a:t>PRODUCT</a:t>
                      </a:r>
                    </a:p>
                    <a:p>
                      <a:pPr marL="0" marR="0" lvl="0" indent="0" algn="ctr" defTabSz="1219170" eaLnBrk="1" fontAlgn="auto" latinLnBrk="0" hangingPunct="1">
                        <a:lnSpc>
                          <a:spcPct val="100000"/>
                        </a:lnSpc>
                        <a:spcBef>
                          <a:spcPts val="0"/>
                        </a:spcBef>
                        <a:spcAft>
                          <a:spcPts val="0"/>
                        </a:spcAft>
                        <a:buClr>
                          <a:srgbClr val="000000"/>
                        </a:buClr>
                        <a:buSzTx/>
                        <a:buFontTx/>
                        <a:buNone/>
                        <a:tabLst/>
                        <a:defRPr/>
                      </a:pPr>
                      <a:r>
                        <a:rPr kumimoji="0" lang="en-AU" sz="1200" b="1" i="0" u="none" strike="noStrike" kern="0" cap="none" spc="0" normalizeH="0" baseline="0" noProof="0">
                          <a:ln>
                            <a:noFill/>
                          </a:ln>
                          <a:solidFill>
                            <a:srgbClr val="FFFFFF"/>
                          </a:solidFill>
                          <a:effectLst/>
                          <a:uLnTx/>
                          <a:uFillTx/>
                          <a:latin typeface="Ubuntu" panose="020B0504030602030204" pitchFamily="34" charset="0"/>
                        </a:rPr>
                        <a:t>REVIEW</a:t>
                      </a:r>
                    </a:p>
                  </p:txBody>
                </p:sp>
              </p:grpSp>
              <p:grpSp>
                <p:nvGrpSpPr>
                  <p:cNvPr id="133" name="Group 132">
                    <a:extLst>
                      <a:ext uri="{FF2B5EF4-FFF2-40B4-BE49-F238E27FC236}">
                        <a16:creationId xmlns:a16="http://schemas.microsoft.com/office/drawing/2014/main" id="{31A2BBE0-561F-2D3F-AFED-82449F0C4F7E}"/>
                      </a:ext>
                    </a:extLst>
                  </p:cNvPr>
                  <p:cNvGrpSpPr/>
                  <p:nvPr/>
                </p:nvGrpSpPr>
                <p:grpSpPr>
                  <a:xfrm>
                    <a:off x="3425585" y="1325044"/>
                    <a:ext cx="2280525" cy="1023836"/>
                    <a:chOff x="3323692" y="3141300"/>
                    <a:chExt cx="2088232" cy="1035904"/>
                  </a:xfrm>
                </p:grpSpPr>
                <p:sp>
                  <p:nvSpPr>
                    <p:cNvPr id="134" name="Freeform 5">
                      <a:extLst>
                        <a:ext uri="{FF2B5EF4-FFF2-40B4-BE49-F238E27FC236}">
                          <a16:creationId xmlns:a16="http://schemas.microsoft.com/office/drawing/2014/main" id="{9B8E6145-BAED-F5FB-D7EB-0C646A599E24}"/>
                        </a:ext>
                      </a:extLst>
                    </p:cNvPr>
                    <p:cNvSpPr>
                      <a:spLocks/>
                    </p:cNvSpPr>
                    <p:nvPr/>
                  </p:nvSpPr>
                  <p:spPr bwMode="auto">
                    <a:xfrm>
                      <a:off x="3323692" y="3212976"/>
                      <a:ext cx="2088232" cy="892553"/>
                    </a:xfrm>
                    <a:custGeom>
                      <a:avLst/>
                      <a:gdLst>
                        <a:gd name="T0" fmla="*/ 355 w 360"/>
                        <a:gd name="T1" fmla="*/ 124 h 274"/>
                        <a:gd name="T2" fmla="*/ 355 w 360"/>
                        <a:gd name="T3" fmla="*/ 150 h 274"/>
                        <a:gd name="T4" fmla="*/ 275 w 360"/>
                        <a:gd name="T5" fmla="*/ 264 h 274"/>
                        <a:gd name="T6" fmla="*/ 256 w 360"/>
                        <a:gd name="T7" fmla="*/ 274 h 274"/>
                        <a:gd name="T8" fmla="*/ 0 w 360"/>
                        <a:gd name="T9" fmla="*/ 274 h 274"/>
                        <a:gd name="T10" fmla="*/ 87 w 360"/>
                        <a:gd name="T11" fmla="*/ 150 h 274"/>
                        <a:gd name="T12" fmla="*/ 87 w 360"/>
                        <a:gd name="T13" fmla="*/ 124 h 274"/>
                        <a:gd name="T14" fmla="*/ 0 w 360"/>
                        <a:gd name="T15" fmla="*/ 0 h 274"/>
                        <a:gd name="T16" fmla="*/ 256 w 360"/>
                        <a:gd name="T17" fmla="*/ 0 h 274"/>
                        <a:gd name="T18" fmla="*/ 275 w 360"/>
                        <a:gd name="T19" fmla="*/ 10 h 274"/>
                        <a:gd name="T20" fmla="*/ 355 w 360"/>
                        <a:gd name="T21" fmla="*/ 12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0" h="274">
                          <a:moveTo>
                            <a:pt x="355" y="124"/>
                          </a:moveTo>
                          <a:cubicBezTo>
                            <a:pt x="360" y="132"/>
                            <a:pt x="360" y="142"/>
                            <a:pt x="355" y="150"/>
                          </a:cubicBezTo>
                          <a:cubicBezTo>
                            <a:pt x="275" y="264"/>
                            <a:pt x="275" y="264"/>
                            <a:pt x="275" y="264"/>
                          </a:cubicBezTo>
                          <a:cubicBezTo>
                            <a:pt x="271" y="270"/>
                            <a:pt x="264" y="274"/>
                            <a:pt x="256" y="274"/>
                          </a:cubicBezTo>
                          <a:cubicBezTo>
                            <a:pt x="0" y="274"/>
                            <a:pt x="0" y="274"/>
                            <a:pt x="0" y="274"/>
                          </a:cubicBezTo>
                          <a:cubicBezTo>
                            <a:pt x="87" y="150"/>
                            <a:pt x="87" y="150"/>
                            <a:pt x="87" y="150"/>
                          </a:cubicBezTo>
                          <a:cubicBezTo>
                            <a:pt x="92" y="142"/>
                            <a:pt x="92" y="132"/>
                            <a:pt x="87" y="124"/>
                          </a:cubicBezTo>
                          <a:cubicBezTo>
                            <a:pt x="0" y="0"/>
                            <a:pt x="0" y="0"/>
                            <a:pt x="0" y="0"/>
                          </a:cubicBezTo>
                          <a:cubicBezTo>
                            <a:pt x="256" y="0"/>
                            <a:pt x="256" y="0"/>
                            <a:pt x="256" y="0"/>
                          </a:cubicBezTo>
                          <a:cubicBezTo>
                            <a:pt x="264" y="0"/>
                            <a:pt x="271" y="4"/>
                            <a:pt x="275" y="10"/>
                          </a:cubicBezTo>
                          <a:lnTo>
                            <a:pt x="355" y="124"/>
                          </a:lnTo>
                          <a:close/>
                        </a:path>
                      </a:pathLst>
                    </a:custGeom>
                    <a:solidFill>
                      <a:srgbClr val="005482"/>
                    </a:solidFill>
                    <a:ln w="6350" cap="rnd"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57200" eaLnBrk="1" fontAlgn="auto" latinLnBrk="0" hangingPunct="1">
                        <a:lnSpc>
                          <a:spcPts val="500"/>
                        </a:lnSpc>
                        <a:spcBef>
                          <a:spcPts val="0"/>
                        </a:spcBef>
                        <a:spcAft>
                          <a:spcPts val="0"/>
                        </a:spcAft>
                        <a:buClrTx/>
                        <a:buSzTx/>
                        <a:buFontTx/>
                        <a:buNone/>
                        <a:tabLst/>
                        <a:defRPr/>
                      </a:pPr>
                      <a:endParaRPr kumimoji="0" lang="en-AU" sz="800" b="0" i="0" u="none" strike="noStrike" kern="0" cap="none" spc="0" normalizeH="0" baseline="0" noProof="0">
                        <a:ln>
                          <a:noFill/>
                        </a:ln>
                        <a:gradFill>
                          <a:gsLst>
                            <a:gs pos="0">
                              <a:srgbClr val="CEDBE6"/>
                            </a:gs>
                            <a:gs pos="100000">
                              <a:srgbClr val="CEDBE6"/>
                            </a:gs>
                          </a:gsLst>
                          <a:lin ang="0" scaled="1"/>
                        </a:gradFill>
                        <a:effectLst/>
                        <a:uLnTx/>
                        <a:uFillTx/>
                        <a:latin typeface="Ubuntu" panose="020B0504030602030204" pitchFamily="34" charset="0"/>
                        <a:ea typeface="Roboto Light" pitchFamily="2" charset="0"/>
                        <a:cs typeface="Roboto Condensed Regular"/>
                      </a:endParaRPr>
                    </a:p>
                  </p:txBody>
                </p:sp>
                <p:sp>
                  <p:nvSpPr>
                    <p:cNvPr id="135" name="Rectangle 134">
                      <a:extLst>
                        <a:ext uri="{FF2B5EF4-FFF2-40B4-BE49-F238E27FC236}">
                          <a16:creationId xmlns:a16="http://schemas.microsoft.com/office/drawing/2014/main" id="{9F50F286-8852-FF34-B48F-3E9DC7F01067}"/>
                        </a:ext>
                      </a:extLst>
                    </p:cNvPr>
                    <p:cNvSpPr/>
                    <p:nvPr/>
                  </p:nvSpPr>
                  <p:spPr>
                    <a:xfrm>
                      <a:off x="3544021" y="3141300"/>
                      <a:ext cx="1832649" cy="1035904"/>
                    </a:xfrm>
                    <a:prstGeom prst="rect">
                      <a:avLst/>
                    </a:prstGeom>
                    <a:noFill/>
                    <a:ln w="9525" cap="flat" cmpd="sng">
                      <a:noFill/>
                      <a:prstDash val="solid"/>
                      <a:round/>
                      <a:headEnd type="none" w="sm" len="sm"/>
                      <a:tailEnd type="none" w="sm" len="sm"/>
                    </a:ln>
                    <a:effectLst/>
                  </p:spPr>
                  <p:txBody>
                    <a:bodyPr spcFirstLastPara="1" wrap="square" lIns="49766" tIns="0" rIns="49766" bIns="0" anchor="ctr" anchorCtr="0">
                      <a:noAutofit/>
                    </a:bodyPr>
                    <a:lstStyle/>
                    <a:p>
                      <a:pPr marL="0" marR="0" lvl="0" indent="0" algn="ctr" defTabSz="1219170" eaLnBrk="1" fontAlgn="auto" latinLnBrk="0" hangingPunct="1">
                        <a:lnSpc>
                          <a:spcPct val="100000"/>
                        </a:lnSpc>
                        <a:spcBef>
                          <a:spcPts val="0"/>
                        </a:spcBef>
                        <a:spcAft>
                          <a:spcPts val="0"/>
                        </a:spcAft>
                        <a:buClr>
                          <a:srgbClr val="000000"/>
                        </a:buClr>
                        <a:buSzTx/>
                        <a:buFontTx/>
                        <a:buNone/>
                        <a:tabLst/>
                        <a:defRPr/>
                      </a:pPr>
                      <a:r>
                        <a:rPr kumimoji="0" lang="en-AU" sz="1200" b="1" i="0" u="none" strike="noStrike" kern="0" cap="none" spc="0" normalizeH="0" baseline="0" noProof="0">
                          <a:ln>
                            <a:noFill/>
                          </a:ln>
                          <a:solidFill>
                            <a:srgbClr val="FFFFFF"/>
                          </a:solidFill>
                          <a:effectLst/>
                          <a:uLnTx/>
                          <a:uFillTx/>
                          <a:latin typeface="Ubuntu" panose="020B0504030602030204" pitchFamily="34" charset="0"/>
                        </a:rPr>
                        <a:t>DEMAND</a:t>
                      </a:r>
                    </a:p>
                    <a:p>
                      <a:pPr marL="0" marR="0" lvl="0" indent="0" algn="ctr" defTabSz="1219170" eaLnBrk="1" fontAlgn="auto" latinLnBrk="0" hangingPunct="1">
                        <a:lnSpc>
                          <a:spcPct val="100000"/>
                        </a:lnSpc>
                        <a:spcBef>
                          <a:spcPts val="0"/>
                        </a:spcBef>
                        <a:spcAft>
                          <a:spcPts val="0"/>
                        </a:spcAft>
                        <a:buClr>
                          <a:srgbClr val="000000"/>
                        </a:buClr>
                        <a:buSzTx/>
                        <a:buFontTx/>
                        <a:buNone/>
                        <a:tabLst/>
                        <a:defRPr/>
                      </a:pPr>
                      <a:r>
                        <a:rPr kumimoji="0" lang="en-AU" sz="1200" b="1" i="0" u="none" strike="noStrike" kern="0" cap="none" spc="0" normalizeH="0" baseline="0" noProof="0">
                          <a:ln>
                            <a:noFill/>
                          </a:ln>
                          <a:solidFill>
                            <a:srgbClr val="FFFFFF"/>
                          </a:solidFill>
                          <a:effectLst/>
                          <a:uLnTx/>
                          <a:uFillTx/>
                          <a:latin typeface="Ubuntu" panose="020B0504030602030204" pitchFamily="34" charset="0"/>
                        </a:rPr>
                        <a:t>REVIEW</a:t>
                      </a:r>
                    </a:p>
                  </p:txBody>
                </p:sp>
              </p:grpSp>
              <p:sp>
                <p:nvSpPr>
                  <p:cNvPr id="136" name="Freeform 5">
                    <a:extLst>
                      <a:ext uri="{FF2B5EF4-FFF2-40B4-BE49-F238E27FC236}">
                        <a16:creationId xmlns:a16="http://schemas.microsoft.com/office/drawing/2014/main" id="{30BA4459-A8E9-3B86-448C-BD1936A8209C}"/>
                      </a:ext>
                    </a:extLst>
                  </p:cNvPr>
                  <p:cNvSpPr>
                    <a:spLocks/>
                  </p:cNvSpPr>
                  <p:nvPr/>
                </p:nvSpPr>
                <p:spPr bwMode="auto">
                  <a:xfrm>
                    <a:off x="7111886" y="1395885"/>
                    <a:ext cx="2280525" cy="882154"/>
                  </a:xfrm>
                  <a:custGeom>
                    <a:avLst/>
                    <a:gdLst>
                      <a:gd name="T0" fmla="*/ 355 w 360"/>
                      <a:gd name="T1" fmla="*/ 124 h 274"/>
                      <a:gd name="T2" fmla="*/ 355 w 360"/>
                      <a:gd name="T3" fmla="*/ 150 h 274"/>
                      <a:gd name="T4" fmla="*/ 275 w 360"/>
                      <a:gd name="T5" fmla="*/ 264 h 274"/>
                      <a:gd name="T6" fmla="*/ 256 w 360"/>
                      <a:gd name="T7" fmla="*/ 274 h 274"/>
                      <a:gd name="T8" fmla="*/ 0 w 360"/>
                      <a:gd name="T9" fmla="*/ 274 h 274"/>
                      <a:gd name="T10" fmla="*/ 87 w 360"/>
                      <a:gd name="T11" fmla="*/ 150 h 274"/>
                      <a:gd name="T12" fmla="*/ 87 w 360"/>
                      <a:gd name="T13" fmla="*/ 124 h 274"/>
                      <a:gd name="T14" fmla="*/ 0 w 360"/>
                      <a:gd name="T15" fmla="*/ 0 h 274"/>
                      <a:gd name="T16" fmla="*/ 256 w 360"/>
                      <a:gd name="T17" fmla="*/ 0 h 274"/>
                      <a:gd name="T18" fmla="*/ 275 w 360"/>
                      <a:gd name="T19" fmla="*/ 10 h 274"/>
                      <a:gd name="T20" fmla="*/ 355 w 360"/>
                      <a:gd name="T21" fmla="*/ 12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0" h="274">
                        <a:moveTo>
                          <a:pt x="355" y="124"/>
                        </a:moveTo>
                        <a:cubicBezTo>
                          <a:pt x="360" y="132"/>
                          <a:pt x="360" y="142"/>
                          <a:pt x="355" y="150"/>
                        </a:cubicBezTo>
                        <a:cubicBezTo>
                          <a:pt x="275" y="264"/>
                          <a:pt x="275" y="264"/>
                          <a:pt x="275" y="264"/>
                        </a:cubicBezTo>
                        <a:cubicBezTo>
                          <a:pt x="271" y="270"/>
                          <a:pt x="264" y="274"/>
                          <a:pt x="256" y="274"/>
                        </a:cubicBezTo>
                        <a:cubicBezTo>
                          <a:pt x="0" y="274"/>
                          <a:pt x="0" y="274"/>
                          <a:pt x="0" y="274"/>
                        </a:cubicBezTo>
                        <a:cubicBezTo>
                          <a:pt x="87" y="150"/>
                          <a:pt x="87" y="150"/>
                          <a:pt x="87" y="150"/>
                        </a:cubicBezTo>
                        <a:cubicBezTo>
                          <a:pt x="92" y="142"/>
                          <a:pt x="92" y="132"/>
                          <a:pt x="87" y="124"/>
                        </a:cubicBezTo>
                        <a:cubicBezTo>
                          <a:pt x="0" y="0"/>
                          <a:pt x="0" y="0"/>
                          <a:pt x="0" y="0"/>
                        </a:cubicBezTo>
                        <a:cubicBezTo>
                          <a:pt x="256" y="0"/>
                          <a:pt x="256" y="0"/>
                          <a:pt x="256" y="0"/>
                        </a:cubicBezTo>
                        <a:cubicBezTo>
                          <a:pt x="264" y="0"/>
                          <a:pt x="271" y="4"/>
                          <a:pt x="275" y="10"/>
                        </a:cubicBezTo>
                        <a:lnTo>
                          <a:pt x="355" y="124"/>
                        </a:lnTo>
                        <a:close/>
                      </a:path>
                    </a:pathLst>
                  </a:custGeom>
                  <a:solidFill>
                    <a:srgbClr val="4A7090"/>
                  </a:solidFill>
                  <a:ln w="6350" cap="rnd"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57200" eaLnBrk="1" fontAlgn="auto" latinLnBrk="0" hangingPunct="1">
                      <a:lnSpc>
                        <a:spcPts val="500"/>
                      </a:lnSpc>
                      <a:spcBef>
                        <a:spcPts val="0"/>
                      </a:spcBef>
                      <a:spcAft>
                        <a:spcPts val="0"/>
                      </a:spcAft>
                      <a:buClrTx/>
                      <a:buSzTx/>
                      <a:buFontTx/>
                      <a:buNone/>
                      <a:tabLst/>
                      <a:defRPr/>
                    </a:pPr>
                    <a:endParaRPr kumimoji="0" lang="en-AU" sz="800" b="0" i="0" u="none" strike="noStrike" kern="0" cap="none" spc="0" normalizeH="0" baseline="0" noProof="0">
                      <a:ln>
                        <a:noFill/>
                      </a:ln>
                      <a:gradFill>
                        <a:gsLst>
                          <a:gs pos="0">
                            <a:srgbClr val="CEDBE6"/>
                          </a:gs>
                          <a:gs pos="100000">
                            <a:srgbClr val="CEDBE6"/>
                          </a:gs>
                        </a:gsLst>
                        <a:lin ang="0" scaled="1"/>
                      </a:gradFill>
                      <a:effectLst/>
                      <a:uLnTx/>
                      <a:uFillTx/>
                      <a:latin typeface="Ubuntu" panose="020B0504030602030204" pitchFamily="34" charset="0"/>
                      <a:ea typeface="맑은 고딕" panose="020B0503020000020004" pitchFamily="34" charset="-127"/>
                      <a:cs typeface="+mn-cs"/>
                    </a:endParaRPr>
                  </a:p>
                </p:txBody>
              </p:sp>
              <p:sp>
                <p:nvSpPr>
                  <p:cNvPr id="137" name="Rectangle 136">
                    <a:extLst>
                      <a:ext uri="{FF2B5EF4-FFF2-40B4-BE49-F238E27FC236}">
                        <a16:creationId xmlns:a16="http://schemas.microsoft.com/office/drawing/2014/main" id="{E0CD6966-E6B4-A7BF-6810-B05717960336}"/>
                      </a:ext>
                    </a:extLst>
                  </p:cNvPr>
                  <p:cNvSpPr/>
                  <p:nvPr/>
                </p:nvSpPr>
                <p:spPr>
                  <a:xfrm>
                    <a:off x="7417407" y="1375567"/>
                    <a:ext cx="2001407" cy="846145"/>
                  </a:xfrm>
                  <a:prstGeom prst="rect">
                    <a:avLst/>
                  </a:prstGeom>
                  <a:noFill/>
                  <a:ln w="9525" cap="flat" cmpd="sng">
                    <a:noFill/>
                    <a:prstDash val="solid"/>
                    <a:round/>
                    <a:headEnd type="none" w="sm" len="sm"/>
                    <a:tailEnd type="none" w="sm" len="sm"/>
                  </a:ln>
                  <a:effectLst/>
                </p:spPr>
                <p:txBody>
                  <a:bodyPr spcFirstLastPara="1" wrap="square" lIns="49766" tIns="0" rIns="49766" bIns="0" anchor="ctr" anchorCtr="0">
                    <a:noAutofit/>
                  </a:bodyPr>
                  <a:lstStyle/>
                  <a:p>
                    <a:pPr algn="ctr" defTabSz="1219170">
                      <a:buClr>
                        <a:srgbClr val="000000"/>
                      </a:buClr>
                    </a:pPr>
                    <a:r>
                      <a:rPr lang="en-AU" sz="1100" b="1" kern="0" noProof="0">
                        <a:solidFill>
                          <a:srgbClr val="FFFFFF"/>
                        </a:solidFill>
                        <a:latin typeface="Ubuntu"/>
                      </a:rPr>
                      <a:t>   </a:t>
                    </a:r>
                    <a:r>
                      <a:rPr lang="en-AU" sz="1200" b="1" kern="0" noProof="0">
                        <a:solidFill>
                          <a:srgbClr val="FFFFFF"/>
                        </a:solidFill>
                        <a:latin typeface="Ubuntu"/>
                      </a:rPr>
                      <a:t>RECONCILIATION</a:t>
                    </a:r>
                    <a:endParaRPr lang="en-AU" sz="1200" b="1" kern="0" noProof="0">
                      <a:solidFill>
                        <a:srgbClr val="FFFFFF"/>
                      </a:solidFill>
                      <a:latin typeface="Ubuntu" panose="020B0504030602030204" pitchFamily="34" charset="0"/>
                    </a:endParaRPr>
                  </a:p>
                </p:txBody>
              </p:sp>
              <p:sp>
                <p:nvSpPr>
                  <p:cNvPr id="138" name="Freeform 5">
                    <a:extLst>
                      <a:ext uri="{FF2B5EF4-FFF2-40B4-BE49-F238E27FC236}">
                        <a16:creationId xmlns:a16="http://schemas.microsoft.com/office/drawing/2014/main" id="{11F04FFE-07F0-2CC8-6EDC-F97DB4573C46}"/>
                      </a:ext>
                    </a:extLst>
                  </p:cNvPr>
                  <p:cNvSpPr>
                    <a:spLocks/>
                  </p:cNvSpPr>
                  <p:nvPr/>
                </p:nvSpPr>
                <p:spPr bwMode="auto">
                  <a:xfrm>
                    <a:off x="8955034" y="1395885"/>
                    <a:ext cx="2280525" cy="882154"/>
                  </a:xfrm>
                  <a:custGeom>
                    <a:avLst/>
                    <a:gdLst>
                      <a:gd name="T0" fmla="*/ 355 w 360"/>
                      <a:gd name="T1" fmla="*/ 124 h 274"/>
                      <a:gd name="T2" fmla="*/ 355 w 360"/>
                      <a:gd name="T3" fmla="*/ 150 h 274"/>
                      <a:gd name="T4" fmla="*/ 275 w 360"/>
                      <a:gd name="T5" fmla="*/ 264 h 274"/>
                      <a:gd name="T6" fmla="*/ 256 w 360"/>
                      <a:gd name="T7" fmla="*/ 274 h 274"/>
                      <a:gd name="T8" fmla="*/ 0 w 360"/>
                      <a:gd name="T9" fmla="*/ 274 h 274"/>
                      <a:gd name="T10" fmla="*/ 87 w 360"/>
                      <a:gd name="T11" fmla="*/ 150 h 274"/>
                      <a:gd name="T12" fmla="*/ 87 w 360"/>
                      <a:gd name="T13" fmla="*/ 124 h 274"/>
                      <a:gd name="T14" fmla="*/ 0 w 360"/>
                      <a:gd name="T15" fmla="*/ 0 h 274"/>
                      <a:gd name="T16" fmla="*/ 256 w 360"/>
                      <a:gd name="T17" fmla="*/ 0 h 274"/>
                      <a:gd name="T18" fmla="*/ 275 w 360"/>
                      <a:gd name="T19" fmla="*/ 10 h 274"/>
                      <a:gd name="T20" fmla="*/ 355 w 360"/>
                      <a:gd name="T21" fmla="*/ 12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0" h="274">
                        <a:moveTo>
                          <a:pt x="355" y="124"/>
                        </a:moveTo>
                        <a:cubicBezTo>
                          <a:pt x="360" y="132"/>
                          <a:pt x="360" y="142"/>
                          <a:pt x="355" y="150"/>
                        </a:cubicBezTo>
                        <a:cubicBezTo>
                          <a:pt x="275" y="264"/>
                          <a:pt x="275" y="264"/>
                          <a:pt x="275" y="264"/>
                        </a:cubicBezTo>
                        <a:cubicBezTo>
                          <a:pt x="271" y="270"/>
                          <a:pt x="264" y="274"/>
                          <a:pt x="256" y="274"/>
                        </a:cubicBezTo>
                        <a:cubicBezTo>
                          <a:pt x="0" y="274"/>
                          <a:pt x="0" y="274"/>
                          <a:pt x="0" y="274"/>
                        </a:cubicBezTo>
                        <a:cubicBezTo>
                          <a:pt x="87" y="150"/>
                          <a:pt x="87" y="150"/>
                          <a:pt x="87" y="150"/>
                        </a:cubicBezTo>
                        <a:cubicBezTo>
                          <a:pt x="92" y="142"/>
                          <a:pt x="92" y="132"/>
                          <a:pt x="87" y="124"/>
                        </a:cubicBezTo>
                        <a:cubicBezTo>
                          <a:pt x="0" y="0"/>
                          <a:pt x="0" y="0"/>
                          <a:pt x="0" y="0"/>
                        </a:cubicBezTo>
                        <a:cubicBezTo>
                          <a:pt x="256" y="0"/>
                          <a:pt x="256" y="0"/>
                          <a:pt x="256" y="0"/>
                        </a:cubicBezTo>
                        <a:cubicBezTo>
                          <a:pt x="264" y="0"/>
                          <a:pt x="271" y="4"/>
                          <a:pt x="275" y="10"/>
                        </a:cubicBezTo>
                        <a:lnTo>
                          <a:pt x="355" y="124"/>
                        </a:lnTo>
                        <a:close/>
                      </a:path>
                    </a:pathLst>
                  </a:custGeom>
                  <a:solidFill>
                    <a:srgbClr val="CEDBE6">
                      <a:lumMod val="75000"/>
                    </a:srgbClr>
                  </a:solidFill>
                  <a:ln w="6350" cap="rnd"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57200" eaLnBrk="1" fontAlgn="auto" latinLnBrk="0" hangingPunct="1">
                      <a:lnSpc>
                        <a:spcPts val="500"/>
                      </a:lnSpc>
                      <a:spcBef>
                        <a:spcPts val="0"/>
                      </a:spcBef>
                      <a:spcAft>
                        <a:spcPts val="0"/>
                      </a:spcAft>
                      <a:buClrTx/>
                      <a:buSzTx/>
                      <a:buFontTx/>
                      <a:buNone/>
                      <a:tabLst/>
                      <a:defRPr/>
                    </a:pPr>
                    <a:endParaRPr kumimoji="0" lang="en-AU" sz="800" b="0" i="0" u="none" strike="noStrike" kern="0" cap="none" spc="0" normalizeH="0" baseline="0" noProof="0">
                      <a:ln>
                        <a:noFill/>
                      </a:ln>
                      <a:gradFill>
                        <a:gsLst>
                          <a:gs pos="0">
                            <a:srgbClr val="CEDBE6"/>
                          </a:gs>
                          <a:gs pos="100000">
                            <a:srgbClr val="CEDBE6"/>
                          </a:gs>
                        </a:gsLst>
                        <a:lin ang="0" scaled="1"/>
                      </a:gradFill>
                      <a:effectLst/>
                      <a:uLnTx/>
                      <a:uFillTx/>
                      <a:latin typeface="Ubuntu" panose="020B0504030602030204" pitchFamily="34" charset="0"/>
                      <a:ea typeface="Roboto Light" pitchFamily="2" charset="0"/>
                      <a:cs typeface="Roboto Condensed Regular"/>
                    </a:endParaRPr>
                  </a:p>
                </p:txBody>
              </p:sp>
              <p:sp>
                <p:nvSpPr>
                  <p:cNvPr id="139" name="Rectangle 138">
                    <a:extLst>
                      <a:ext uri="{FF2B5EF4-FFF2-40B4-BE49-F238E27FC236}">
                        <a16:creationId xmlns:a16="http://schemas.microsoft.com/office/drawing/2014/main" id="{159CBD56-FBDC-4A22-8077-6C5C005EC82D}"/>
                      </a:ext>
                    </a:extLst>
                  </p:cNvPr>
                  <p:cNvSpPr/>
                  <p:nvPr/>
                </p:nvSpPr>
                <p:spPr>
                  <a:xfrm>
                    <a:off x="9094592" y="1375566"/>
                    <a:ext cx="2001407" cy="846145"/>
                  </a:xfrm>
                  <a:prstGeom prst="rect">
                    <a:avLst/>
                  </a:prstGeom>
                  <a:noFill/>
                  <a:ln w="9525" cap="flat" cmpd="sng">
                    <a:noFill/>
                    <a:prstDash val="solid"/>
                    <a:round/>
                    <a:headEnd type="none" w="sm" len="sm"/>
                    <a:tailEnd type="none" w="sm" len="sm"/>
                  </a:ln>
                  <a:effectLst/>
                </p:spPr>
                <p:txBody>
                  <a:bodyPr spcFirstLastPara="1" wrap="square" lIns="49766" tIns="0" rIns="49766" bIns="0" anchor="ctr" anchorCtr="0">
                    <a:noAutofit/>
                  </a:bodyPr>
                  <a:lstStyle/>
                  <a:p>
                    <a:pPr algn="ctr" defTabSz="1219170">
                      <a:buClr>
                        <a:srgbClr val="000000"/>
                      </a:buClr>
                    </a:pPr>
                    <a:r>
                      <a:rPr lang="en-AU" sz="1200" b="1" kern="0" noProof="0">
                        <a:solidFill>
                          <a:srgbClr val="FFFFFF"/>
                        </a:solidFill>
                        <a:latin typeface="Ubuntu" panose="020B0504030602030204" pitchFamily="34" charset="0"/>
                      </a:rPr>
                      <a:t>EXECUTIVE </a:t>
                    </a:r>
                  </a:p>
                  <a:p>
                    <a:pPr algn="ctr" defTabSz="1219170">
                      <a:buClr>
                        <a:srgbClr val="000000"/>
                      </a:buClr>
                    </a:pPr>
                    <a:r>
                      <a:rPr lang="en-AU" sz="1200" b="1" kern="0" noProof="0">
                        <a:solidFill>
                          <a:srgbClr val="FFFFFF"/>
                        </a:solidFill>
                        <a:latin typeface="Ubuntu" panose="020B0504030602030204" pitchFamily="34" charset="0"/>
                      </a:rPr>
                      <a:t>MEETING</a:t>
                    </a:r>
                  </a:p>
                </p:txBody>
              </p:sp>
              <p:grpSp>
                <p:nvGrpSpPr>
                  <p:cNvPr id="140" name="Group 139">
                    <a:extLst>
                      <a:ext uri="{FF2B5EF4-FFF2-40B4-BE49-F238E27FC236}">
                        <a16:creationId xmlns:a16="http://schemas.microsoft.com/office/drawing/2014/main" id="{77A0862B-25A1-EC89-CC56-636096805B3D}"/>
                      </a:ext>
                    </a:extLst>
                  </p:cNvPr>
                  <p:cNvGrpSpPr/>
                  <p:nvPr/>
                </p:nvGrpSpPr>
                <p:grpSpPr>
                  <a:xfrm>
                    <a:off x="5268735" y="1325044"/>
                    <a:ext cx="2280525" cy="1023836"/>
                    <a:chOff x="4871864" y="3141300"/>
                    <a:chExt cx="2088232" cy="1035904"/>
                  </a:xfrm>
                  <a:solidFill>
                    <a:srgbClr val="0E80A4"/>
                  </a:solidFill>
                </p:grpSpPr>
                <p:sp>
                  <p:nvSpPr>
                    <p:cNvPr id="141" name="Freeform 5">
                      <a:extLst>
                        <a:ext uri="{FF2B5EF4-FFF2-40B4-BE49-F238E27FC236}">
                          <a16:creationId xmlns:a16="http://schemas.microsoft.com/office/drawing/2014/main" id="{427785CD-3F0F-E3D9-F5EF-93CA094B254A}"/>
                        </a:ext>
                      </a:extLst>
                    </p:cNvPr>
                    <p:cNvSpPr>
                      <a:spLocks/>
                    </p:cNvSpPr>
                    <p:nvPr/>
                  </p:nvSpPr>
                  <p:spPr bwMode="auto">
                    <a:xfrm>
                      <a:off x="4871864" y="3212976"/>
                      <a:ext cx="2088232" cy="892553"/>
                    </a:xfrm>
                    <a:custGeom>
                      <a:avLst/>
                      <a:gdLst>
                        <a:gd name="T0" fmla="*/ 355 w 360"/>
                        <a:gd name="T1" fmla="*/ 124 h 274"/>
                        <a:gd name="T2" fmla="*/ 355 w 360"/>
                        <a:gd name="T3" fmla="*/ 150 h 274"/>
                        <a:gd name="T4" fmla="*/ 275 w 360"/>
                        <a:gd name="T5" fmla="*/ 264 h 274"/>
                        <a:gd name="T6" fmla="*/ 256 w 360"/>
                        <a:gd name="T7" fmla="*/ 274 h 274"/>
                        <a:gd name="T8" fmla="*/ 0 w 360"/>
                        <a:gd name="T9" fmla="*/ 274 h 274"/>
                        <a:gd name="T10" fmla="*/ 87 w 360"/>
                        <a:gd name="T11" fmla="*/ 150 h 274"/>
                        <a:gd name="T12" fmla="*/ 87 w 360"/>
                        <a:gd name="T13" fmla="*/ 124 h 274"/>
                        <a:gd name="T14" fmla="*/ 0 w 360"/>
                        <a:gd name="T15" fmla="*/ 0 h 274"/>
                        <a:gd name="T16" fmla="*/ 256 w 360"/>
                        <a:gd name="T17" fmla="*/ 0 h 274"/>
                        <a:gd name="T18" fmla="*/ 275 w 360"/>
                        <a:gd name="T19" fmla="*/ 10 h 274"/>
                        <a:gd name="T20" fmla="*/ 355 w 360"/>
                        <a:gd name="T21" fmla="*/ 12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0" h="274">
                          <a:moveTo>
                            <a:pt x="355" y="124"/>
                          </a:moveTo>
                          <a:cubicBezTo>
                            <a:pt x="360" y="132"/>
                            <a:pt x="360" y="142"/>
                            <a:pt x="355" y="150"/>
                          </a:cubicBezTo>
                          <a:cubicBezTo>
                            <a:pt x="275" y="264"/>
                            <a:pt x="275" y="264"/>
                            <a:pt x="275" y="264"/>
                          </a:cubicBezTo>
                          <a:cubicBezTo>
                            <a:pt x="271" y="270"/>
                            <a:pt x="264" y="274"/>
                            <a:pt x="256" y="274"/>
                          </a:cubicBezTo>
                          <a:cubicBezTo>
                            <a:pt x="0" y="274"/>
                            <a:pt x="0" y="274"/>
                            <a:pt x="0" y="274"/>
                          </a:cubicBezTo>
                          <a:cubicBezTo>
                            <a:pt x="87" y="150"/>
                            <a:pt x="87" y="150"/>
                            <a:pt x="87" y="150"/>
                          </a:cubicBezTo>
                          <a:cubicBezTo>
                            <a:pt x="92" y="142"/>
                            <a:pt x="92" y="132"/>
                            <a:pt x="87" y="124"/>
                          </a:cubicBezTo>
                          <a:cubicBezTo>
                            <a:pt x="0" y="0"/>
                            <a:pt x="0" y="0"/>
                            <a:pt x="0" y="0"/>
                          </a:cubicBezTo>
                          <a:cubicBezTo>
                            <a:pt x="256" y="0"/>
                            <a:pt x="256" y="0"/>
                            <a:pt x="256" y="0"/>
                          </a:cubicBezTo>
                          <a:cubicBezTo>
                            <a:pt x="264" y="0"/>
                            <a:pt x="271" y="4"/>
                            <a:pt x="275" y="10"/>
                          </a:cubicBezTo>
                          <a:lnTo>
                            <a:pt x="355" y="124"/>
                          </a:lnTo>
                          <a:close/>
                        </a:path>
                      </a:pathLst>
                    </a:custGeom>
                    <a:grpFill/>
                    <a:ln w="6350" cap="rnd"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57200" eaLnBrk="1" fontAlgn="auto" latinLnBrk="0" hangingPunct="1">
                        <a:lnSpc>
                          <a:spcPts val="500"/>
                        </a:lnSpc>
                        <a:spcBef>
                          <a:spcPts val="0"/>
                        </a:spcBef>
                        <a:spcAft>
                          <a:spcPts val="0"/>
                        </a:spcAft>
                        <a:buClrTx/>
                        <a:buSzTx/>
                        <a:buFontTx/>
                        <a:buNone/>
                        <a:tabLst/>
                        <a:defRPr/>
                      </a:pPr>
                      <a:endParaRPr kumimoji="0" lang="en-AU" sz="800" b="0" i="0" u="none" strike="noStrike" kern="0" cap="none" spc="0" normalizeH="0" baseline="0" noProof="0">
                        <a:ln>
                          <a:noFill/>
                        </a:ln>
                        <a:gradFill>
                          <a:gsLst>
                            <a:gs pos="0">
                              <a:srgbClr val="CEDBE6"/>
                            </a:gs>
                            <a:gs pos="100000">
                              <a:srgbClr val="CEDBE6"/>
                            </a:gs>
                          </a:gsLst>
                          <a:lin ang="0" scaled="1"/>
                        </a:gradFill>
                        <a:effectLst/>
                        <a:uLnTx/>
                        <a:uFillTx/>
                        <a:latin typeface="Ubuntu" panose="020B0504030602030204" pitchFamily="34" charset="0"/>
                        <a:ea typeface="Roboto Light" pitchFamily="2" charset="0"/>
                        <a:cs typeface="Roboto Condensed Regular"/>
                      </a:endParaRPr>
                    </a:p>
                  </p:txBody>
                </p:sp>
                <p:sp>
                  <p:nvSpPr>
                    <p:cNvPr id="142" name="Rectangle 141">
                      <a:extLst>
                        <a:ext uri="{FF2B5EF4-FFF2-40B4-BE49-F238E27FC236}">
                          <a16:creationId xmlns:a16="http://schemas.microsoft.com/office/drawing/2014/main" id="{12912BDB-42EE-D2D5-23BD-9D5B028B8B3B}"/>
                        </a:ext>
                      </a:extLst>
                    </p:cNvPr>
                    <p:cNvSpPr/>
                    <p:nvPr/>
                  </p:nvSpPr>
                  <p:spPr>
                    <a:xfrm>
                      <a:off x="5081515" y="3141300"/>
                      <a:ext cx="1832649" cy="1035904"/>
                    </a:xfrm>
                    <a:prstGeom prst="rect">
                      <a:avLst/>
                    </a:prstGeom>
                    <a:noFill/>
                    <a:ln w="9525" cap="flat" cmpd="sng">
                      <a:noFill/>
                      <a:prstDash val="solid"/>
                      <a:round/>
                      <a:headEnd type="none" w="sm" len="sm"/>
                      <a:tailEnd type="none" w="sm" len="sm"/>
                    </a:ln>
                    <a:effectLst/>
                  </p:spPr>
                  <p:txBody>
                    <a:bodyPr spcFirstLastPara="1" wrap="square" lIns="49766" tIns="0" rIns="49766" bIns="0" anchor="ctr" anchorCtr="0">
                      <a:noAutofit/>
                    </a:bodyPr>
                    <a:lstStyle/>
                    <a:p>
                      <a:pPr marL="0" marR="0" lvl="0" indent="0" algn="ctr" defTabSz="1219170" eaLnBrk="1" fontAlgn="auto" latinLnBrk="0" hangingPunct="1">
                        <a:lnSpc>
                          <a:spcPct val="100000"/>
                        </a:lnSpc>
                        <a:spcBef>
                          <a:spcPts val="0"/>
                        </a:spcBef>
                        <a:spcAft>
                          <a:spcPts val="0"/>
                        </a:spcAft>
                        <a:buClr>
                          <a:srgbClr val="000000"/>
                        </a:buClr>
                        <a:buSzTx/>
                        <a:buFontTx/>
                        <a:buNone/>
                        <a:tabLst/>
                        <a:defRPr/>
                      </a:pPr>
                      <a:r>
                        <a:rPr kumimoji="0" lang="en-AU" sz="1200" b="1" i="0" u="none" strike="noStrike" kern="0" cap="none" spc="0" normalizeH="0" baseline="0" noProof="0">
                          <a:ln>
                            <a:noFill/>
                          </a:ln>
                          <a:solidFill>
                            <a:srgbClr val="FFFFFF"/>
                          </a:solidFill>
                          <a:effectLst/>
                          <a:uLnTx/>
                          <a:uFillTx/>
                          <a:latin typeface="Ubuntu" panose="020B0504030602030204" pitchFamily="34" charset="0"/>
                        </a:rPr>
                        <a:t>SUPPLY</a:t>
                      </a:r>
                    </a:p>
                    <a:p>
                      <a:pPr marL="0" marR="0" lvl="0" indent="0" algn="ctr" defTabSz="1219170" eaLnBrk="1" fontAlgn="auto" latinLnBrk="0" hangingPunct="1">
                        <a:lnSpc>
                          <a:spcPct val="100000"/>
                        </a:lnSpc>
                        <a:spcBef>
                          <a:spcPts val="0"/>
                        </a:spcBef>
                        <a:spcAft>
                          <a:spcPts val="0"/>
                        </a:spcAft>
                        <a:buClr>
                          <a:srgbClr val="000000"/>
                        </a:buClr>
                        <a:buSzTx/>
                        <a:buFontTx/>
                        <a:buNone/>
                        <a:tabLst/>
                        <a:defRPr/>
                      </a:pPr>
                      <a:r>
                        <a:rPr kumimoji="0" lang="en-AU" sz="1200" b="1" i="0" u="none" strike="noStrike" kern="0" cap="none" spc="0" normalizeH="0" baseline="0" noProof="0">
                          <a:ln>
                            <a:noFill/>
                          </a:ln>
                          <a:solidFill>
                            <a:srgbClr val="FFFFFF"/>
                          </a:solidFill>
                          <a:effectLst/>
                          <a:uLnTx/>
                          <a:uFillTx/>
                          <a:latin typeface="Ubuntu" panose="020B0504030602030204" pitchFamily="34" charset="0"/>
                        </a:rPr>
                        <a:t>REVIEW</a:t>
                      </a:r>
                    </a:p>
                  </p:txBody>
                </p:sp>
              </p:grpSp>
              <p:cxnSp>
                <p:nvCxnSpPr>
                  <p:cNvPr id="143" name="Straight Connector 142">
                    <a:extLst>
                      <a:ext uri="{FF2B5EF4-FFF2-40B4-BE49-F238E27FC236}">
                        <a16:creationId xmlns:a16="http://schemas.microsoft.com/office/drawing/2014/main" id="{80EA925F-2C18-83C5-D66A-C2964861680D}"/>
                      </a:ext>
                    </a:extLst>
                  </p:cNvPr>
                  <p:cNvCxnSpPr>
                    <a:cxnSpLocks/>
                  </p:cNvCxnSpPr>
                  <p:nvPr/>
                </p:nvCxnSpPr>
                <p:spPr>
                  <a:xfrm>
                    <a:off x="1582434" y="1487929"/>
                    <a:ext cx="0" cy="0"/>
                  </a:xfrm>
                  <a:prstGeom prst="line">
                    <a:avLst/>
                  </a:prstGeom>
                  <a:noFill/>
                  <a:ln w="6350" cap="flat" cmpd="sng" algn="ctr">
                    <a:solidFill>
                      <a:srgbClr val="3494BA"/>
                    </a:solidFill>
                    <a:prstDash val="solid"/>
                    <a:miter lim="800000"/>
                  </a:ln>
                  <a:effectLst/>
                </p:spPr>
              </p:cxnSp>
            </p:grpSp>
            <p:grpSp>
              <p:nvGrpSpPr>
                <p:cNvPr id="167" name="Group 166">
                  <a:extLst>
                    <a:ext uri="{FF2B5EF4-FFF2-40B4-BE49-F238E27FC236}">
                      <a16:creationId xmlns:a16="http://schemas.microsoft.com/office/drawing/2014/main" id="{01D4546F-D081-B4B9-74B5-A78665F2F169}"/>
                    </a:ext>
                  </a:extLst>
                </p:cNvPr>
                <p:cNvGrpSpPr/>
                <p:nvPr/>
              </p:nvGrpSpPr>
              <p:grpSpPr>
                <a:xfrm>
                  <a:off x="2505325" y="4602269"/>
                  <a:ext cx="7181351" cy="492443"/>
                  <a:chOff x="2505325" y="4602269"/>
                  <a:chExt cx="7181351" cy="492443"/>
                </a:xfrm>
              </p:grpSpPr>
              <p:sp>
                <p:nvSpPr>
                  <p:cNvPr id="146" name="TextBox 145">
                    <a:extLst>
                      <a:ext uri="{FF2B5EF4-FFF2-40B4-BE49-F238E27FC236}">
                        <a16:creationId xmlns:a16="http://schemas.microsoft.com/office/drawing/2014/main" id="{882CB69A-D46B-78DF-9A67-ED1AB3455198}"/>
                      </a:ext>
                    </a:extLst>
                  </p:cNvPr>
                  <p:cNvSpPr txBox="1"/>
                  <p:nvPr/>
                </p:nvSpPr>
                <p:spPr>
                  <a:xfrm>
                    <a:off x="2505325" y="4602269"/>
                    <a:ext cx="3316731" cy="492443"/>
                  </a:xfrm>
                  <a:prstGeom prst="rect">
                    <a:avLst/>
                  </a:prstGeom>
                  <a:solidFill>
                    <a:schemeClr val="bg1"/>
                  </a:solidFill>
                </p:spPr>
                <p:txBody>
                  <a:bodyPr wrap="square" anchor="ctr">
                    <a:noAutofit/>
                  </a:bodyPr>
                  <a:lstStyle/>
                  <a:p>
                    <a:pPr algn="ctr"/>
                    <a:r>
                      <a:rPr lang="en-AU" sz="1300" b="1" noProof="0">
                        <a:solidFill>
                          <a:srgbClr val="12ABDB"/>
                        </a:solidFill>
                      </a:rPr>
                      <a:t>Demand Planning</a:t>
                    </a:r>
                    <a:endParaRPr lang="en-AU" sz="1300" noProof="0">
                      <a:solidFill>
                        <a:srgbClr val="12ABDB"/>
                      </a:solidFill>
                    </a:endParaRPr>
                  </a:p>
                </p:txBody>
              </p:sp>
              <p:sp>
                <p:nvSpPr>
                  <p:cNvPr id="147" name="TextBox 146">
                    <a:extLst>
                      <a:ext uri="{FF2B5EF4-FFF2-40B4-BE49-F238E27FC236}">
                        <a16:creationId xmlns:a16="http://schemas.microsoft.com/office/drawing/2014/main" id="{A8029179-97B9-DD5D-99AD-D32716E4FC84}"/>
                      </a:ext>
                    </a:extLst>
                  </p:cNvPr>
                  <p:cNvSpPr txBox="1"/>
                  <p:nvPr/>
                </p:nvSpPr>
                <p:spPr>
                  <a:xfrm>
                    <a:off x="6369945" y="4602269"/>
                    <a:ext cx="3316731" cy="492443"/>
                  </a:xfrm>
                  <a:prstGeom prst="rect">
                    <a:avLst/>
                  </a:prstGeom>
                  <a:solidFill>
                    <a:schemeClr val="bg1"/>
                  </a:solidFill>
                </p:spPr>
                <p:txBody>
                  <a:bodyPr wrap="square" anchor="ctr">
                    <a:noAutofit/>
                  </a:bodyPr>
                  <a:lstStyle/>
                  <a:p>
                    <a:pPr algn="ctr"/>
                    <a:r>
                      <a:rPr lang="en-AU" sz="1300" b="1" noProof="0">
                        <a:solidFill>
                          <a:srgbClr val="12ABDB"/>
                        </a:solidFill>
                      </a:rPr>
                      <a:t>Supply Planning</a:t>
                    </a:r>
                    <a:endParaRPr lang="en-AU" sz="1300" noProof="0">
                      <a:solidFill>
                        <a:srgbClr val="12ABDB"/>
                      </a:solidFill>
                    </a:endParaRPr>
                  </a:p>
                </p:txBody>
              </p:sp>
            </p:grpSp>
            <p:grpSp>
              <p:nvGrpSpPr>
                <p:cNvPr id="161" name="Group 160">
                  <a:extLst>
                    <a:ext uri="{FF2B5EF4-FFF2-40B4-BE49-F238E27FC236}">
                      <a16:creationId xmlns:a16="http://schemas.microsoft.com/office/drawing/2014/main" id="{481811ED-B869-401D-C9DD-6DB09CC42DE9}"/>
                    </a:ext>
                  </a:extLst>
                </p:cNvPr>
                <p:cNvGrpSpPr/>
                <p:nvPr/>
              </p:nvGrpSpPr>
              <p:grpSpPr>
                <a:xfrm>
                  <a:off x="4833090" y="2968313"/>
                  <a:ext cx="2525821" cy="1517831"/>
                  <a:chOff x="4578590" y="2957270"/>
                  <a:chExt cx="2525821" cy="937888"/>
                </a:xfrm>
              </p:grpSpPr>
              <p:cxnSp>
                <p:nvCxnSpPr>
                  <p:cNvPr id="158" name="Straight Arrow Connector 157">
                    <a:extLst>
                      <a:ext uri="{FF2B5EF4-FFF2-40B4-BE49-F238E27FC236}">
                        <a16:creationId xmlns:a16="http://schemas.microsoft.com/office/drawing/2014/main" id="{00E5D21A-C400-54E7-948D-05D05C6144EB}"/>
                      </a:ext>
                    </a:extLst>
                  </p:cNvPr>
                  <p:cNvCxnSpPr>
                    <a:cxnSpLocks/>
                  </p:cNvCxnSpPr>
                  <p:nvPr/>
                </p:nvCxnSpPr>
                <p:spPr>
                  <a:xfrm rot="10800000" flipV="1">
                    <a:off x="4578590" y="2957270"/>
                    <a:ext cx="0" cy="937888"/>
                  </a:xfrm>
                  <a:prstGeom prst="straightConnector1">
                    <a:avLst/>
                  </a:prstGeom>
                  <a:ln w="19050">
                    <a:solidFill>
                      <a:schemeClr val="accent3">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31BAF7AA-9F2F-D6E6-70DA-741E40F30692}"/>
                      </a:ext>
                    </a:extLst>
                  </p:cNvPr>
                  <p:cNvCxnSpPr>
                    <a:cxnSpLocks/>
                  </p:cNvCxnSpPr>
                  <p:nvPr/>
                </p:nvCxnSpPr>
                <p:spPr>
                  <a:xfrm rot="10800000" flipV="1">
                    <a:off x="5841501" y="2957270"/>
                    <a:ext cx="0" cy="937888"/>
                  </a:xfrm>
                  <a:prstGeom prst="straightConnector1">
                    <a:avLst/>
                  </a:prstGeom>
                  <a:ln w="19050">
                    <a:solidFill>
                      <a:schemeClr val="accent3">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A03D6D3A-1BDD-ECF2-C155-5D5D20DD7358}"/>
                      </a:ext>
                    </a:extLst>
                  </p:cNvPr>
                  <p:cNvCxnSpPr>
                    <a:cxnSpLocks/>
                  </p:cNvCxnSpPr>
                  <p:nvPr/>
                </p:nvCxnSpPr>
                <p:spPr>
                  <a:xfrm rot="10800000" flipV="1">
                    <a:off x="7104411" y="2957270"/>
                    <a:ext cx="0" cy="937888"/>
                  </a:xfrm>
                  <a:prstGeom prst="straightConnector1">
                    <a:avLst/>
                  </a:prstGeom>
                  <a:ln w="19050">
                    <a:solidFill>
                      <a:schemeClr val="accent3">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66" name="Group 165">
                <a:extLst>
                  <a:ext uri="{FF2B5EF4-FFF2-40B4-BE49-F238E27FC236}">
                    <a16:creationId xmlns:a16="http://schemas.microsoft.com/office/drawing/2014/main" id="{13479679-22E5-5868-7EF7-D004DC7DF231}"/>
                  </a:ext>
                </a:extLst>
              </p:cNvPr>
              <p:cNvGrpSpPr/>
              <p:nvPr/>
            </p:nvGrpSpPr>
            <p:grpSpPr>
              <a:xfrm>
                <a:off x="2353788" y="2968313"/>
                <a:ext cx="791299" cy="1517831"/>
                <a:chOff x="2353788" y="2968313"/>
                <a:chExt cx="791299" cy="1517831"/>
              </a:xfrm>
            </p:grpSpPr>
            <p:cxnSp>
              <p:nvCxnSpPr>
                <p:cNvPr id="150" name="Straight Arrow Connector 149">
                  <a:extLst>
                    <a:ext uri="{FF2B5EF4-FFF2-40B4-BE49-F238E27FC236}">
                      <a16:creationId xmlns:a16="http://schemas.microsoft.com/office/drawing/2014/main" id="{A6FBD4F7-7C52-C7FE-E114-891BCF14D5D5}"/>
                    </a:ext>
                  </a:extLst>
                </p:cNvPr>
                <p:cNvCxnSpPr>
                  <a:cxnSpLocks/>
                </p:cNvCxnSpPr>
                <p:nvPr/>
              </p:nvCxnSpPr>
              <p:spPr>
                <a:xfrm flipV="1">
                  <a:off x="2749438" y="2968313"/>
                  <a:ext cx="0" cy="1517831"/>
                </a:xfrm>
                <a:prstGeom prst="straightConnector1">
                  <a:avLst/>
                </a:prstGeom>
                <a:ln w="19050">
                  <a:solidFill>
                    <a:srgbClr val="12ABDB"/>
                  </a:solidFill>
                  <a:tailEnd type="triangle"/>
                </a:ln>
              </p:spPr>
              <p:style>
                <a:lnRef idx="1">
                  <a:schemeClr val="accent1"/>
                </a:lnRef>
                <a:fillRef idx="0">
                  <a:schemeClr val="accent1"/>
                </a:fillRef>
                <a:effectRef idx="0">
                  <a:schemeClr val="accent1"/>
                </a:effectRef>
                <a:fontRef idx="minor">
                  <a:schemeClr val="tx1"/>
                </a:fontRef>
              </p:style>
            </p:cxnSp>
            <p:sp>
              <p:nvSpPr>
                <p:cNvPr id="151" name="Rectangle 150">
                  <a:extLst>
                    <a:ext uri="{FF2B5EF4-FFF2-40B4-BE49-F238E27FC236}">
                      <a16:creationId xmlns:a16="http://schemas.microsoft.com/office/drawing/2014/main" id="{6B4F28E1-10F8-2969-ACDB-ABCB329AD448}"/>
                    </a:ext>
                  </a:extLst>
                </p:cNvPr>
                <p:cNvSpPr/>
                <p:nvPr/>
              </p:nvSpPr>
              <p:spPr>
                <a:xfrm flipH="1">
                  <a:off x="2353788" y="3584112"/>
                  <a:ext cx="791299" cy="286232"/>
                </a:xfrm>
                <a:prstGeom prst="rect">
                  <a:avLst/>
                </a:prstGeom>
                <a:solidFill>
                  <a:srgbClr val="CEDBE6"/>
                </a:solidFill>
              </p:spPr>
              <p:txBody>
                <a:bodyPr wrap="square" anchor="ctr">
                  <a:spAutoFit/>
                </a:bodyPr>
                <a:lstStyle/>
                <a:p>
                  <a:pPr algn="ctr" hangingPunct="0">
                    <a:lnSpc>
                      <a:spcPct val="90000"/>
                    </a:lnSpc>
                    <a:defRPr/>
                  </a:pPr>
                  <a:r>
                    <a:rPr lang="en-AU" sz="1400" i="1" kern="0" noProof="0">
                      <a:solidFill>
                        <a:srgbClr val="12ABDB"/>
                      </a:solidFill>
                      <a:latin typeface="+mj-lt"/>
                      <a:cs typeface="Helvetica"/>
                      <a:sym typeface="Helvetica"/>
                    </a:rPr>
                    <a:t>Inputs</a:t>
                  </a:r>
                </a:p>
              </p:txBody>
            </p:sp>
          </p:grpSp>
          <p:grpSp>
            <p:nvGrpSpPr>
              <p:cNvPr id="165" name="Group 164">
                <a:extLst>
                  <a:ext uri="{FF2B5EF4-FFF2-40B4-BE49-F238E27FC236}">
                    <a16:creationId xmlns:a16="http://schemas.microsoft.com/office/drawing/2014/main" id="{94769EA1-209A-A24F-79B6-0E303FC92698}"/>
                  </a:ext>
                </a:extLst>
              </p:cNvPr>
              <p:cNvGrpSpPr/>
              <p:nvPr/>
            </p:nvGrpSpPr>
            <p:grpSpPr>
              <a:xfrm>
                <a:off x="9046914" y="2968313"/>
                <a:ext cx="791299" cy="1517831"/>
                <a:chOff x="9046914" y="2968313"/>
                <a:chExt cx="791299" cy="1517831"/>
              </a:xfrm>
            </p:grpSpPr>
            <p:cxnSp>
              <p:nvCxnSpPr>
                <p:cNvPr id="154" name="Straight Arrow Connector 153">
                  <a:extLst>
                    <a:ext uri="{FF2B5EF4-FFF2-40B4-BE49-F238E27FC236}">
                      <a16:creationId xmlns:a16="http://schemas.microsoft.com/office/drawing/2014/main" id="{3AD43ECB-90CE-E482-2BF0-6E23AF9544D2}"/>
                    </a:ext>
                  </a:extLst>
                </p:cNvPr>
                <p:cNvCxnSpPr>
                  <a:cxnSpLocks/>
                </p:cNvCxnSpPr>
                <p:nvPr/>
              </p:nvCxnSpPr>
              <p:spPr>
                <a:xfrm flipV="1">
                  <a:off x="9442564" y="2968313"/>
                  <a:ext cx="0" cy="1517831"/>
                </a:xfrm>
                <a:prstGeom prst="straightConnector1">
                  <a:avLst/>
                </a:prstGeom>
                <a:ln w="19050">
                  <a:solidFill>
                    <a:srgbClr val="12ABDB"/>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D60B3594-4746-D3B6-85E1-4FC34A627536}"/>
                    </a:ext>
                  </a:extLst>
                </p:cNvPr>
                <p:cNvSpPr/>
                <p:nvPr/>
              </p:nvSpPr>
              <p:spPr>
                <a:xfrm flipH="1">
                  <a:off x="9046914" y="3584112"/>
                  <a:ext cx="791299" cy="286232"/>
                </a:xfrm>
                <a:prstGeom prst="rect">
                  <a:avLst/>
                </a:prstGeom>
                <a:solidFill>
                  <a:srgbClr val="CEDBE6"/>
                </a:solidFill>
              </p:spPr>
              <p:txBody>
                <a:bodyPr wrap="square" anchor="ctr">
                  <a:spAutoFit/>
                </a:bodyPr>
                <a:lstStyle/>
                <a:p>
                  <a:pPr algn="ctr" hangingPunct="0">
                    <a:lnSpc>
                      <a:spcPct val="90000"/>
                    </a:lnSpc>
                    <a:defRPr/>
                  </a:pPr>
                  <a:r>
                    <a:rPr lang="en-AU" sz="1400" i="1" kern="0" noProof="0">
                      <a:solidFill>
                        <a:srgbClr val="12ABDB"/>
                      </a:solidFill>
                      <a:latin typeface="+mj-lt"/>
                      <a:cs typeface="Helvetica"/>
                      <a:sym typeface="Helvetica"/>
                    </a:rPr>
                    <a:t>Inputs</a:t>
                  </a:r>
                </a:p>
              </p:txBody>
            </p:sp>
          </p:grpSp>
        </p:grpSp>
        <p:sp>
          <p:nvSpPr>
            <p:cNvPr id="162" name="Rectangle 161">
              <a:extLst>
                <a:ext uri="{FF2B5EF4-FFF2-40B4-BE49-F238E27FC236}">
                  <a16:creationId xmlns:a16="http://schemas.microsoft.com/office/drawing/2014/main" id="{59976359-6B30-8388-BC0A-BA165B98129D}"/>
                </a:ext>
              </a:extLst>
            </p:cNvPr>
            <p:cNvSpPr/>
            <p:nvPr/>
          </p:nvSpPr>
          <p:spPr>
            <a:xfrm flipH="1">
              <a:off x="4097668" y="3583228"/>
              <a:ext cx="3305455" cy="288000"/>
            </a:xfrm>
            <a:prstGeom prst="rect">
              <a:avLst/>
            </a:prstGeom>
            <a:solidFill>
              <a:srgbClr val="CEDBE6"/>
            </a:solidFill>
          </p:spPr>
          <p:txBody>
            <a:bodyPr wrap="square" anchor="ctr">
              <a:spAutoFit/>
            </a:bodyPr>
            <a:lstStyle/>
            <a:p>
              <a:pPr algn="ctr" hangingPunct="0">
                <a:lnSpc>
                  <a:spcPct val="90000"/>
                </a:lnSpc>
                <a:defRPr/>
              </a:pPr>
              <a:r>
                <a:rPr lang="en-AU" sz="1400" i="1" kern="0" noProof="0">
                  <a:solidFill>
                    <a:srgbClr val="7030A0"/>
                  </a:solidFill>
                  <a:latin typeface="+mj-lt"/>
                  <a:cs typeface="Helvetica"/>
                  <a:sym typeface="Helvetica"/>
                </a:rPr>
                <a:t>Decisions, priorities, approved scenarios</a:t>
              </a:r>
            </a:p>
          </p:txBody>
        </p:sp>
      </p:grpSp>
    </p:spTree>
    <p:extLst>
      <p:ext uri="{BB962C8B-B14F-4D97-AF65-F5344CB8AC3E}">
        <p14:creationId xmlns:p14="http://schemas.microsoft.com/office/powerpoint/2010/main" val="3292742794"/>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42C101D-5031-1CD5-232D-34E1A1A0B7EC}"/>
            </a:ext>
          </a:extLst>
        </p:cNvPr>
        <p:cNvGrpSpPr/>
        <p:nvPr/>
      </p:nvGrpSpPr>
      <p:grpSpPr>
        <a:xfrm>
          <a:off x="0" y="0"/>
          <a:ext cx="0" cy="0"/>
          <a:chOff x="0" y="0"/>
          <a:chExt cx="0" cy="0"/>
        </a:xfrm>
      </p:grpSpPr>
      <p:cxnSp>
        <p:nvCxnSpPr>
          <p:cNvPr id="12" name="Straight Arrow Connector 11">
            <a:extLst>
              <a:ext uri="{FF2B5EF4-FFF2-40B4-BE49-F238E27FC236}">
                <a16:creationId xmlns:a16="http://schemas.microsoft.com/office/drawing/2014/main" id="{49288CE6-980F-A8D6-073A-E6FC1B183D5B}"/>
              </a:ext>
            </a:extLst>
          </p:cNvPr>
          <p:cNvCxnSpPr>
            <a:cxnSpLocks/>
          </p:cNvCxnSpPr>
          <p:nvPr/>
        </p:nvCxnSpPr>
        <p:spPr>
          <a:xfrm>
            <a:off x="6325187" y="2407752"/>
            <a:ext cx="0" cy="55274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 name="Titre 3">
            <a:extLst>
              <a:ext uri="{FF2B5EF4-FFF2-40B4-BE49-F238E27FC236}">
                <a16:creationId xmlns:a16="http://schemas.microsoft.com/office/drawing/2014/main" id="{ECFFFF25-8575-3CB6-A441-B5194BA37964}"/>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C30A4A22-2EB1-62E2-51F6-C5B857841CF7}"/>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Our vision: S&amp;OP MATURITY LEVELS – PLANNING PROCESSES EVOLVE INTO INTERDEPARTAMENTAL, AUTOMATIC AND CIRCULAR EXERCISE</a:t>
            </a:r>
          </a:p>
        </p:txBody>
      </p:sp>
      <p:sp>
        <p:nvSpPr>
          <p:cNvPr id="5" name="Rectangle 48">
            <a:extLst>
              <a:ext uri="{FF2B5EF4-FFF2-40B4-BE49-F238E27FC236}">
                <a16:creationId xmlns:a16="http://schemas.microsoft.com/office/drawing/2014/main" id="{7D4CC02D-0450-1D2A-AA0A-180D41DD9DF2}"/>
              </a:ext>
            </a:extLst>
          </p:cNvPr>
          <p:cNvSpPr>
            <a:spLocks noChangeArrowheads="1"/>
          </p:cNvSpPr>
          <p:nvPr/>
        </p:nvSpPr>
        <p:spPr bwMode="gray">
          <a:xfrm>
            <a:off x="295377" y="5668262"/>
            <a:ext cx="692603" cy="339505"/>
          </a:xfrm>
          <a:prstGeom prst="rect">
            <a:avLst/>
          </a:prstGeom>
          <a:noFill/>
          <a:ln w="9525" algn="ctr">
            <a:noFill/>
            <a:miter lim="800000"/>
            <a:headEnd/>
            <a:tailEnd/>
          </a:ln>
          <a:effectLst/>
        </p:spPr>
        <p:txBody>
          <a:bodyPr lIns="61431" tIns="61431" rIns="61431" bIns="61431">
            <a:spAutoFit/>
          </a:bodyPr>
          <a:lstStyle/>
          <a:p>
            <a:pPr marL="236788" indent="-236788" algn="r" defTabSz="1228748" eaLnBrk="0" hangingPunct="0">
              <a:spcBef>
                <a:spcPct val="20000"/>
              </a:spcBef>
              <a:buClr>
                <a:prstClr val="black"/>
              </a:buClr>
            </a:pPr>
            <a:r>
              <a:rPr lang="en-AU" sz="1400" i="1" kern="0" noProof="0">
                <a:solidFill>
                  <a:schemeClr val="bg1"/>
                </a:solidFill>
                <a:latin typeface="+mj-lt"/>
                <a:cs typeface="Arial"/>
              </a:rPr>
              <a:t>Low</a:t>
            </a:r>
          </a:p>
        </p:txBody>
      </p:sp>
      <p:sp>
        <p:nvSpPr>
          <p:cNvPr id="6" name="Rectangle 49">
            <a:extLst>
              <a:ext uri="{FF2B5EF4-FFF2-40B4-BE49-F238E27FC236}">
                <a16:creationId xmlns:a16="http://schemas.microsoft.com/office/drawing/2014/main" id="{E053FD50-4A20-1717-6448-DC81A5BC3594}"/>
              </a:ext>
            </a:extLst>
          </p:cNvPr>
          <p:cNvSpPr>
            <a:spLocks noChangeArrowheads="1"/>
          </p:cNvSpPr>
          <p:nvPr/>
        </p:nvSpPr>
        <p:spPr bwMode="gray">
          <a:xfrm>
            <a:off x="295377" y="2238000"/>
            <a:ext cx="692603" cy="339505"/>
          </a:xfrm>
          <a:prstGeom prst="rect">
            <a:avLst/>
          </a:prstGeom>
          <a:noFill/>
          <a:ln w="9525" algn="ctr">
            <a:noFill/>
            <a:miter lim="800000"/>
            <a:headEnd/>
            <a:tailEnd/>
          </a:ln>
          <a:effectLst/>
        </p:spPr>
        <p:txBody>
          <a:bodyPr lIns="61431" tIns="61431" rIns="61431" bIns="61431">
            <a:spAutoFit/>
          </a:bodyPr>
          <a:lstStyle/>
          <a:p>
            <a:pPr marL="236788" indent="-236788" algn="r" defTabSz="1228748" eaLnBrk="0" fontAlgn="base" hangingPunct="0">
              <a:spcBef>
                <a:spcPct val="20000"/>
              </a:spcBef>
              <a:spcAft>
                <a:spcPct val="0"/>
              </a:spcAft>
              <a:buClr>
                <a:prstClr val="black"/>
              </a:buClr>
              <a:defRPr/>
            </a:pPr>
            <a:r>
              <a:rPr lang="en-AU" sz="1400" i="1" kern="0" noProof="0">
                <a:solidFill>
                  <a:schemeClr val="bg1"/>
                </a:solidFill>
                <a:latin typeface="+mj-lt"/>
                <a:cs typeface="Arial"/>
              </a:rPr>
              <a:t>High</a:t>
            </a:r>
          </a:p>
        </p:txBody>
      </p:sp>
      <p:sp>
        <p:nvSpPr>
          <p:cNvPr id="7" name="Line 40">
            <a:extLst>
              <a:ext uri="{FF2B5EF4-FFF2-40B4-BE49-F238E27FC236}">
                <a16:creationId xmlns:a16="http://schemas.microsoft.com/office/drawing/2014/main" id="{01AF2BB5-E93A-06C6-2831-0A6644168161}"/>
              </a:ext>
            </a:extLst>
          </p:cNvPr>
          <p:cNvSpPr>
            <a:spLocks noChangeShapeType="1"/>
          </p:cNvSpPr>
          <p:nvPr/>
        </p:nvSpPr>
        <p:spPr bwMode="gray">
          <a:xfrm flipH="1" flipV="1">
            <a:off x="1017310" y="2135740"/>
            <a:ext cx="0" cy="4022892"/>
          </a:xfrm>
          <a:prstGeom prst="line">
            <a:avLst/>
          </a:prstGeom>
          <a:noFill/>
          <a:ln w="19050">
            <a:solidFill>
              <a:schemeClr val="bg1"/>
            </a:solidFill>
            <a:round/>
            <a:headEnd/>
            <a:tailEnd type="triangle" w="med" len="med"/>
          </a:ln>
          <a:effectLst/>
        </p:spPr>
        <p:txBody>
          <a:bodyPr wrap="none" lIns="122867" tIns="61431" rIns="122867" bIns="61431" anchor="ctr"/>
          <a:lstStyle/>
          <a:p>
            <a:pPr marL="0" marR="0" lvl="0" indent="0" defTabSz="1228748" eaLnBrk="0" fontAlgn="base" latinLnBrk="0" hangingPunct="0">
              <a:lnSpc>
                <a:spcPct val="80000"/>
              </a:lnSpc>
              <a:spcBef>
                <a:spcPct val="0"/>
              </a:spcBef>
              <a:spcAft>
                <a:spcPct val="0"/>
              </a:spcAft>
              <a:buClrTx/>
              <a:buSzTx/>
              <a:buFontTx/>
              <a:buNone/>
              <a:tabLst/>
              <a:defRPr/>
            </a:pPr>
            <a:endParaRPr kumimoji="0" lang="en-AU" sz="1400" b="1" i="0" u="none" strike="noStrike" kern="0" cap="none" spc="0" normalizeH="0" baseline="0" noProof="0">
              <a:ln>
                <a:noFill/>
              </a:ln>
              <a:solidFill>
                <a:schemeClr val="bg1"/>
              </a:solidFill>
              <a:effectLst/>
              <a:uLnTx/>
              <a:uFillTx/>
              <a:latin typeface="+mj-lt"/>
              <a:cs typeface="Arial"/>
            </a:endParaRPr>
          </a:p>
        </p:txBody>
      </p:sp>
      <p:sp>
        <p:nvSpPr>
          <p:cNvPr id="9" name="Line 40">
            <a:extLst>
              <a:ext uri="{FF2B5EF4-FFF2-40B4-BE49-F238E27FC236}">
                <a16:creationId xmlns:a16="http://schemas.microsoft.com/office/drawing/2014/main" id="{E6C348F4-8D18-6EA6-5844-D722513895D7}"/>
              </a:ext>
            </a:extLst>
          </p:cNvPr>
          <p:cNvSpPr>
            <a:spLocks noChangeShapeType="1"/>
          </p:cNvSpPr>
          <p:nvPr/>
        </p:nvSpPr>
        <p:spPr bwMode="gray">
          <a:xfrm rot="5400000" flipV="1">
            <a:off x="6452052" y="723889"/>
            <a:ext cx="0" cy="10869484"/>
          </a:xfrm>
          <a:prstGeom prst="line">
            <a:avLst/>
          </a:prstGeom>
          <a:noFill/>
          <a:ln w="19050">
            <a:solidFill>
              <a:schemeClr val="bg1"/>
            </a:solidFill>
            <a:round/>
            <a:headEnd/>
            <a:tailEnd type="triangle" w="med" len="med"/>
          </a:ln>
          <a:effectLst/>
        </p:spPr>
        <p:txBody>
          <a:bodyPr wrap="none" lIns="122867" tIns="61431" rIns="122867" bIns="61431" anchor="ctr"/>
          <a:lstStyle/>
          <a:p>
            <a:pPr marL="0" marR="0" lvl="0" indent="0" defTabSz="1228748" eaLnBrk="0" fontAlgn="base" latinLnBrk="0" hangingPunct="0">
              <a:lnSpc>
                <a:spcPct val="80000"/>
              </a:lnSpc>
              <a:spcBef>
                <a:spcPct val="0"/>
              </a:spcBef>
              <a:spcAft>
                <a:spcPct val="0"/>
              </a:spcAft>
              <a:buClrTx/>
              <a:buSzTx/>
              <a:buFontTx/>
              <a:buNone/>
              <a:tabLst/>
              <a:defRPr/>
            </a:pPr>
            <a:endParaRPr kumimoji="0" lang="en-AU" sz="1400" b="1" i="0" u="none" strike="noStrike" kern="0" cap="none" spc="0" normalizeH="0" baseline="0" noProof="0">
              <a:ln>
                <a:noFill/>
              </a:ln>
              <a:solidFill>
                <a:schemeClr val="bg1"/>
              </a:solidFill>
              <a:effectLst/>
              <a:uLnTx/>
              <a:uFillTx/>
              <a:latin typeface="+mj-lt"/>
              <a:cs typeface="Arial"/>
            </a:endParaRPr>
          </a:p>
        </p:txBody>
      </p:sp>
      <p:sp>
        <p:nvSpPr>
          <p:cNvPr id="17" name="Rectangle 48">
            <a:extLst>
              <a:ext uri="{FF2B5EF4-FFF2-40B4-BE49-F238E27FC236}">
                <a16:creationId xmlns:a16="http://schemas.microsoft.com/office/drawing/2014/main" id="{B9FB9501-CDD0-F98B-D47B-6D80E11B8B55}"/>
              </a:ext>
            </a:extLst>
          </p:cNvPr>
          <p:cNvSpPr>
            <a:spLocks noChangeArrowheads="1"/>
          </p:cNvSpPr>
          <p:nvPr/>
        </p:nvSpPr>
        <p:spPr bwMode="gray">
          <a:xfrm>
            <a:off x="815509" y="6131047"/>
            <a:ext cx="692603" cy="339505"/>
          </a:xfrm>
          <a:prstGeom prst="rect">
            <a:avLst/>
          </a:prstGeom>
          <a:noFill/>
          <a:ln w="9525" algn="ctr">
            <a:noFill/>
            <a:miter lim="800000"/>
            <a:headEnd/>
            <a:tailEnd/>
          </a:ln>
          <a:effectLst/>
        </p:spPr>
        <p:txBody>
          <a:bodyPr lIns="61431" tIns="61431" rIns="61431" bIns="61431">
            <a:spAutoFit/>
          </a:bodyPr>
          <a:lstStyle/>
          <a:p>
            <a:pPr marL="236788" indent="-236788" algn="r" defTabSz="1228748" eaLnBrk="0" hangingPunct="0">
              <a:spcBef>
                <a:spcPct val="20000"/>
              </a:spcBef>
              <a:buClr>
                <a:prstClr val="black"/>
              </a:buClr>
            </a:pPr>
            <a:r>
              <a:rPr lang="en-AU" sz="1400" i="1" kern="0" noProof="0">
                <a:solidFill>
                  <a:schemeClr val="bg1"/>
                </a:solidFill>
                <a:latin typeface="+mj-lt"/>
                <a:cs typeface="Arial"/>
              </a:rPr>
              <a:t>Low</a:t>
            </a:r>
          </a:p>
        </p:txBody>
      </p:sp>
      <p:sp>
        <p:nvSpPr>
          <p:cNvPr id="19" name="Rectangle 49">
            <a:extLst>
              <a:ext uri="{FF2B5EF4-FFF2-40B4-BE49-F238E27FC236}">
                <a16:creationId xmlns:a16="http://schemas.microsoft.com/office/drawing/2014/main" id="{E2D286A4-9710-CC2C-8119-2786B58332A1}"/>
              </a:ext>
            </a:extLst>
          </p:cNvPr>
          <p:cNvSpPr>
            <a:spLocks noChangeArrowheads="1"/>
          </p:cNvSpPr>
          <p:nvPr/>
        </p:nvSpPr>
        <p:spPr bwMode="gray">
          <a:xfrm>
            <a:off x="11204021" y="6199490"/>
            <a:ext cx="692603" cy="339505"/>
          </a:xfrm>
          <a:prstGeom prst="rect">
            <a:avLst/>
          </a:prstGeom>
          <a:noFill/>
          <a:ln w="9525" algn="ctr">
            <a:noFill/>
            <a:miter lim="800000"/>
            <a:headEnd/>
            <a:tailEnd/>
          </a:ln>
          <a:effectLst/>
        </p:spPr>
        <p:txBody>
          <a:bodyPr lIns="61431" tIns="61431" rIns="61431" bIns="61431">
            <a:spAutoFit/>
          </a:bodyPr>
          <a:lstStyle/>
          <a:p>
            <a:pPr marL="236788" indent="-236788" algn="r" defTabSz="1228748" eaLnBrk="0" hangingPunct="0">
              <a:spcBef>
                <a:spcPct val="20000"/>
              </a:spcBef>
              <a:buClr>
                <a:prstClr val="black"/>
              </a:buClr>
            </a:pPr>
            <a:r>
              <a:rPr lang="en-AU" sz="1400" i="1" kern="0" noProof="0">
                <a:solidFill>
                  <a:schemeClr val="bg1"/>
                </a:solidFill>
                <a:latin typeface="+mj-lt"/>
                <a:cs typeface="Arial"/>
              </a:rPr>
              <a:t>High</a:t>
            </a:r>
          </a:p>
        </p:txBody>
      </p:sp>
      <p:sp>
        <p:nvSpPr>
          <p:cNvPr id="27" name="Rectangle 42">
            <a:extLst>
              <a:ext uri="{FF2B5EF4-FFF2-40B4-BE49-F238E27FC236}">
                <a16:creationId xmlns:a16="http://schemas.microsoft.com/office/drawing/2014/main" id="{A5C66067-9989-F7BB-988C-F56FCCF9E5DF}"/>
              </a:ext>
            </a:extLst>
          </p:cNvPr>
          <p:cNvSpPr>
            <a:spLocks noChangeArrowheads="1"/>
          </p:cNvSpPr>
          <p:nvPr/>
        </p:nvSpPr>
        <p:spPr bwMode="gray">
          <a:xfrm>
            <a:off x="7095298" y="2211605"/>
            <a:ext cx="1564439" cy="633945"/>
          </a:xfrm>
          <a:prstGeom prst="rect">
            <a:avLst/>
          </a:prstGeom>
          <a:noFill/>
          <a:ln w="38100">
            <a:noFill/>
          </a:ln>
          <a:effectLst/>
        </p:spPr>
        <p:txBody>
          <a:bodyPr wrap="square" lIns="48375" tIns="48375" rIns="48375" bIns="48375" rtlCol="0" anchor="ctr" anchorCtr="1">
            <a:noAutofit/>
          </a:bodyPr>
          <a:lstStyle/>
          <a:p>
            <a:pPr algn="ctr" defTabSz="1555876"/>
            <a:r>
              <a:rPr lang="en-AU" sz="1400" b="1" kern="0" cap="all" noProof="0">
                <a:solidFill>
                  <a:schemeClr val="bg1"/>
                </a:solidFill>
                <a:latin typeface="+mj-lt"/>
                <a:ea typeface="Arial" pitchFamily="-105" charset="-52"/>
                <a:cs typeface="Calibri" pitchFamily="34" charset="0"/>
              </a:rPr>
              <a:t>Integrated Business Planning</a:t>
            </a:r>
          </a:p>
        </p:txBody>
      </p:sp>
      <p:sp>
        <p:nvSpPr>
          <p:cNvPr id="29" name="Rectangle 28">
            <a:extLst>
              <a:ext uri="{FF2B5EF4-FFF2-40B4-BE49-F238E27FC236}">
                <a16:creationId xmlns:a16="http://schemas.microsoft.com/office/drawing/2014/main" id="{3E9AC7CB-9FF7-416C-24DE-60D5B1D5584C}"/>
              </a:ext>
            </a:extLst>
          </p:cNvPr>
          <p:cNvSpPr>
            <a:spLocks noChangeArrowheads="1"/>
          </p:cNvSpPr>
          <p:nvPr/>
        </p:nvSpPr>
        <p:spPr bwMode="gray">
          <a:xfrm>
            <a:off x="9372112" y="1632989"/>
            <a:ext cx="1741749" cy="716061"/>
          </a:xfrm>
          <a:prstGeom prst="rect">
            <a:avLst/>
          </a:prstGeom>
          <a:noFill/>
          <a:ln w="38100">
            <a:noFill/>
          </a:ln>
          <a:effectLst/>
        </p:spPr>
        <p:txBody>
          <a:bodyPr wrap="square" lIns="48375" tIns="48375" rIns="48375" bIns="48375" rtlCol="0" anchor="ctr" anchorCtr="1">
            <a:noAutofit/>
          </a:bodyPr>
          <a:lstStyle/>
          <a:p>
            <a:pPr algn="ctr" defTabSz="1555876"/>
            <a:r>
              <a:rPr lang="en-AU" sz="1400" b="1" kern="0" cap="all" noProof="0">
                <a:solidFill>
                  <a:schemeClr val="bg1"/>
                </a:solidFill>
                <a:latin typeface="+mj-lt"/>
                <a:ea typeface="Arial" pitchFamily="-105" charset="-52"/>
                <a:cs typeface="Calibri" pitchFamily="34" charset="0"/>
              </a:rPr>
              <a:t>Circular BUSINESS PLANNING</a:t>
            </a:r>
          </a:p>
        </p:txBody>
      </p:sp>
      <p:sp>
        <p:nvSpPr>
          <p:cNvPr id="38" name="Rectangle 27">
            <a:extLst>
              <a:ext uri="{FF2B5EF4-FFF2-40B4-BE49-F238E27FC236}">
                <a16:creationId xmlns:a16="http://schemas.microsoft.com/office/drawing/2014/main" id="{B7E95F39-30D3-35CC-2EE0-6E6C6D5B4032}"/>
              </a:ext>
            </a:extLst>
          </p:cNvPr>
          <p:cNvSpPr>
            <a:spLocks noChangeArrowheads="1"/>
          </p:cNvSpPr>
          <p:nvPr/>
        </p:nvSpPr>
        <p:spPr bwMode="gray">
          <a:xfrm>
            <a:off x="1234600" y="4155586"/>
            <a:ext cx="1849260" cy="1880340"/>
          </a:xfrm>
          <a:prstGeom prst="rect">
            <a:avLst/>
          </a:prstGeom>
          <a:solidFill>
            <a:srgbClr val="09566D"/>
          </a:solidFill>
          <a:ln w="3175" algn="ctr">
            <a:solidFill>
              <a:srgbClr val="FFFFFF"/>
            </a:solidFill>
            <a:miter lim="800000"/>
            <a:headEnd/>
            <a:tailEnd/>
          </a:ln>
          <a:effectLst/>
        </p:spPr>
        <p:txBody>
          <a:bodyPr wrap="none" lIns="122867" tIns="61431" rIns="122867" bIns="61431" anchor="t"/>
          <a:lstStyle/>
          <a:p>
            <a:pPr marL="0" lvl="1" algn="ctr"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algn="ctr"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algn="ctr"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algn="ctr"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algn="ctr"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algn="ctr" defTabSz="1228748" fontAlgn="base">
              <a:lnSpc>
                <a:spcPct val="90000"/>
              </a:lnSpc>
              <a:spcBef>
                <a:spcPct val="20000"/>
              </a:spcBef>
              <a:spcAft>
                <a:spcPct val="0"/>
              </a:spcAft>
              <a:defRPr/>
            </a:pPr>
            <a:endParaRPr lang="en-AU" sz="1400" i="1" kern="0" noProof="0">
              <a:solidFill>
                <a:schemeClr val="bg1"/>
              </a:solidFill>
              <a:latin typeface="+mj-lt"/>
              <a:cs typeface="Calibri" pitchFamily="34" charset="0"/>
            </a:endParaRPr>
          </a:p>
        </p:txBody>
      </p:sp>
      <p:sp>
        <p:nvSpPr>
          <p:cNvPr id="45" name="Rectangle 25">
            <a:extLst>
              <a:ext uri="{FF2B5EF4-FFF2-40B4-BE49-F238E27FC236}">
                <a16:creationId xmlns:a16="http://schemas.microsoft.com/office/drawing/2014/main" id="{1C708120-91BF-8C9D-C875-3CB6C6ADB2BD}"/>
              </a:ext>
            </a:extLst>
          </p:cNvPr>
          <p:cNvSpPr>
            <a:spLocks noChangeArrowheads="1"/>
          </p:cNvSpPr>
          <p:nvPr/>
        </p:nvSpPr>
        <p:spPr bwMode="gray">
          <a:xfrm>
            <a:off x="3042253" y="3746525"/>
            <a:ext cx="1728150" cy="2289401"/>
          </a:xfrm>
          <a:prstGeom prst="rect">
            <a:avLst/>
          </a:prstGeom>
          <a:solidFill>
            <a:srgbClr val="005482"/>
          </a:solidFill>
          <a:ln w="3175" algn="ctr">
            <a:solidFill>
              <a:srgbClr val="FFFFFF"/>
            </a:solidFill>
            <a:miter lim="800000"/>
            <a:headEnd/>
            <a:tailEnd/>
          </a:ln>
          <a:effectLst/>
        </p:spPr>
        <p:txBody>
          <a:bodyPr wrap="none" lIns="122867" tIns="61431" rIns="122867" bIns="61431" anchor="t"/>
          <a:lstStyle/>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460781" indent="-460781" algn="ctr"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460781" indent="-460781" algn="ctr"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p:txBody>
      </p:sp>
      <p:sp>
        <p:nvSpPr>
          <p:cNvPr id="46" name="Rectangle 25">
            <a:extLst>
              <a:ext uri="{FF2B5EF4-FFF2-40B4-BE49-F238E27FC236}">
                <a16:creationId xmlns:a16="http://schemas.microsoft.com/office/drawing/2014/main" id="{9844E5CE-9088-65DA-78D7-D2D5A3ABBBCE}"/>
              </a:ext>
            </a:extLst>
          </p:cNvPr>
          <p:cNvSpPr>
            <a:spLocks noChangeArrowheads="1"/>
          </p:cNvSpPr>
          <p:nvPr/>
        </p:nvSpPr>
        <p:spPr bwMode="gray">
          <a:xfrm>
            <a:off x="4761655" y="3331845"/>
            <a:ext cx="2109820" cy="2704080"/>
          </a:xfrm>
          <a:prstGeom prst="rect">
            <a:avLst/>
          </a:prstGeom>
          <a:solidFill>
            <a:srgbClr val="0E80A4"/>
          </a:solidFill>
          <a:ln w="3175" algn="ctr">
            <a:solidFill>
              <a:srgbClr val="FFFFFF"/>
            </a:solidFill>
            <a:miter lim="800000"/>
            <a:headEnd/>
            <a:tailEnd/>
          </a:ln>
          <a:effectLst/>
        </p:spPr>
        <p:txBody>
          <a:bodyPr wrap="none" lIns="122867" tIns="61431" rIns="122867" bIns="61431" anchor="t"/>
          <a:lstStyle/>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0" lvl="1" indent="-14285"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460781" indent="-460781" algn="ctr"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460781" indent="-460781" algn="ctr"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p:txBody>
      </p:sp>
      <p:sp>
        <p:nvSpPr>
          <p:cNvPr id="47" name="Rectangle 25">
            <a:extLst>
              <a:ext uri="{FF2B5EF4-FFF2-40B4-BE49-F238E27FC236}">
                <a16:creationId xmlns:a16="http://schemas.microsoft.com/office/drawing/2014/main" id="{16DB1E7F-C82F-E192-A9B1-4123943ABA59}"/>
              </a:ext>
            </a:extLst>
          </p:cNvPr>
          <p:cNvSpPr>
            <a:spLocks noChangeArrowheads="1"/>
          </p:cNvSpPr>
          <p:nvPr/>
        </p:nvSpPr>
        <p:spPr bwMode="gray">
          <a:xfrm>
            <a:off x="6862888" y="2908967"/>
            <a:ext cx="2363466" cy="3126958"/>
          </a:xfrm>
          <a:prstGeom prst="rect">
            <a:avLst/>
          </a:prstGeom>
          <a:solidFill>
            <a:srgbClr val="12ABDB"/>
          </a:solidFill>
          <a:ln w="3175" algn="ctr">
            <a:solidFill>
              <a:srgbClr val="FFFFFF"/>
            </a:solidFill>
            <a:miter lim="800000"/>
            <a:headEnd/>
            <a:tailEnd/>
          </a:ln>
          <a:effectLst/>
        </p:spPr>
        <p:txBody>
          <a:bodyPr wrap="none" lIns="122867" tIns="61431" rIns="122867" bIns="61431" anchor="t"/>
          <a:lstStyle/>
          <a:p>
            <a:pPr marL="460781" indent="-460781" algn="ctr"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460781" indent="-460781" algn="ctr"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p:txBody>
      </p:sp>
      <p:sp>
        <p:nvSpPr>
          <p:cNvPr id="48" name="Rectangle 25">
            <a:extLst>
              <a:ext uri="{FF2B5EF4-FFF2-40B4-BE49-F238E27FC236}">
                <a16:creationId xmlns:a16="http://schemas.microsoft.com/office/drawing/2014/main" id="{D6CFED7D-89E9-D697-AD56-9DE15B9610B5}"/>
              </a:ext>
            </a:extLst>
          </p:cNvPr>
          <p:cNvSpPr>
            <a:spLocks noChangeArrowheads="1"/>
          </p:cNvSpPr>
          <p:nvPr/>
        </p:nvSpPr>
        <p:spPr bwMode="gray">
          <a:xfrm>
            <a:off x="9028876" y="2292810"/>
            <a:ext cx="2592703" cy="3743116"/>
          </a:xfrm>
          <a:prstGeom prst="rect">
            <a:avLst/>
          </a:prstGeom>
          <a:solidFill>
            <a:srgbClr val="68D1F3"/>
          </a:solidFill>
          <a:ln w="3175" algn="ctr">
            <a:solidFill>
              <a:srgbClr val="FFFFFF"/>
            </a:solidFill>
            <a:miter lim="800000"/>
            <a:headEnd/>
            <a:tailEnd/>
          </a:ln>
          <a:effectLst/>
        </p:spPr>
        <p:txBody>
          <a:bodyPr wrap="none" lIns="122867" tIns="61431" rIns="122867" bIns="61431" anchor="t"/>
          <a:lstStyle/>
          <a:p>
            <a:pPr marL="460781" indent="-460781" algn="ctr"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a:p>
            <a:pPr marL="460781" indent="-460781" algn="ctr" defTabSz="1228748" fontAlgn="base">
              <a:lnSpc>
                <a:spcPct val="90000"/>
              </a:lnSpc>
              <a:spcBef>
                <a:spcPct val="20000"/>
              </a:spcBef>
              <a:spcAft>
                <a:spcPct val="0"/>
              </a:spcAft>
              <a:defRPr/>
            </a:pPr>
            <a:endParaRPr lang="en-AU" sz="1400" b="1" kern="0" noProof="0">
              <a:solidFill>
                <a:schemeClr val="bg1"/>
              </a:solidFill>
              <a:latin typeface="+mj-lt"/>
              <a:cs typeface="Calibri" pitchFamily="34" charset="0"/>
            </a:endParaRPr>
          </a:p>
        </p:txBody>
      </p:sp>
      <p:sp>
        <p:nvSpPr>
          <p:cNvPr id="49" name="TextBox 48">
            <a:extLst>
              <a:ext uri="{FF2B5EF4-FFF2-40B4-BE49-F238E27FC236}">
                <a16:creationId xmlns:a16="http://schemas.microsoft.com/office/drawing/2014/main" id="{7B681A77-FA84-3AF5-345E-0F811A669FC2}"/>
              </a:ext>
            </a:extLst>
          </p:cNvPr>
          <p:cNvSpPr txBox="1"/>
          <p:nvPr/>
        </p:nvSpPr>
        <p:spPr>
          <a:xfrm>
            <a:off x="1215475" y="4209866"/>
            <a:ext cx="1920951" cy="307777"/>
          </a:xfrm>
          <a:prstGeom prst="rect">
            <a:avLst/>
          </a:prstGeom>
          <a:noFill/>
        </p:spPr>
        <p:txBody>
          <a:bodyPr wrap="square" rtlCol="0">
            <a:spAutoFit/>
          </a:bodyPr>
          <a:lstStyle/>
          <a:p>
            <a:pPr defTabSz="914217">
              <a:defRPr/>
            </a:pPr>
            <a:r>
              <a:rPr lang="en-AU" sz="1400" b="1" kern="0" noProof="0">
                <a:solidFill>
                  <a:schemeClr val="bg1"/>
                </a:solidFill>
                <a:latin typeface="+mj-lt"/>
              </a:rPr>
              <a:t>Level 1: Operational</a:t>
            </a:r>
          </a:p>
        </p:txBody>
      </p:sp>
      <p:sp>
        <p:nvSpPr>
          <p:cNvPr id="50" name="TextBox 49">
            <a:extLst>
              <a:ext uri="{FF2B5EF4-FFF2-40B4-BE49-F238E27FC236}">
                <a16:creationId xmlns:a16="http://schemas.microsoft.com/office/drawing/2014/main" id="{3E30FA21-25A4-D29C-F4B5-D71680F596FF}"/>
              </a:ext>
            </a:extLst>
          </p:cNvPr>
          <p:cNvSpPr txBox="1"/>
          <p:nvPr/>
        </p:nvSpPr>
        <p:spPr>
          <a:xfrm>
            <a:off x="6899372" y="2983909"/>
            <a:ext cx="2173193" cy="523220"/>
          </a:xfrm>
          <a:prstGeom prst="rect">
            <a:avLst/>
          </a:prstGeom>
          <a:noFill/>
        </p:spPr>
        <p:txBody>
          <a:bodyPr wrap="square" rtlCol="0">
            <a:spAutoFit/>
          </a:bodyPr>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kumimoji="0" sz="1200" b="1" i="0" u="none" strike="noStrike" kern="0" cap="none" spc="0" normalizeH="0" baseline="0">
                <a:ln>
                  <a:noFill/>
                </a:ln>
                <a:solidFill>
                  <a:sysClr val="windowText" lastClr="000000"/>
                </a:solidFill>
                <a:effectLst/>
                <a:uLnTx/>
                <a:uFillTx/>
                <a:latin typeface="Arial Black" panose="020B0A04020102020204" pitchFamily="34" charset="0"/>
              </a:defRPr>
            </a:lvl1pPr>
          </a:lstStyle>
          <a:p>
            <a:r>
              <a:rPr lang="en-AU" sz="1400" noProof="0">
                <a:solidFill>
                  <a:schemeClr val="bg1"/>
                </a:solidFill>
                <a:latin typeface="+mj-lt"/>
              </a:rPr>
              <a:t>Level 4: Scenarios Management</a:t>
            </a:r>
          </a:p>
        </p:txBody>
      </p:sp>
      <p:sp>
        <p:nvSpPr>
          <p:cNvPr id="51" name="TextBox 50">
            <a:extLst>
              <a:ext uri="{FF2B5EF4-FFF2-40B4-BE49-F238E27FC236}">
                <a16:creationId xmlns:a16="http://schemas.microsoft.com/office/drawing/2014/main" id="{92143884-D887-0BF5-9EA2-35333C24D009}"/>
              </a:ext>
            </a:extLst>
          </p:cNvPr>
          <p:cNvSpPr txBox="1"/>
          <p:nvPr/>
        </p:nvSpPr>
        <p:spPr>
          <a:xfrm>
            <a:off x="4789713" y="3426084"/>
            <a:ext cx="2015027" cy="307777"/>
          </a:xfrm>
          <a:prstGeom prst="rect">
            <a:avLst/>
          </a:prstGeom>
          <a:noFill/>
        </p:spPr>
        <p:txBody>
          <a:bodyPr wrap="square" rtlCol="0">
            <a:spAutoFit/>
          </a:bodyPr>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kumimoji="0" sz="1200" b="1" i="0" u="none" strike="noStrike" kern="0" cap="none" spc="0" normalizeH="0" baseline="0">
                <a:ln>
                  <a:noFill/>
                </a:ln>
                <a:solidFill>
                  <a:sysClr val="windowText" lastClr="000000"/>
                </a:solidFill>
                <a:effectLst/>
                <a:uLnTx/>
                <a:uFillTx/>
                <a:latin typeface="Arial Black" panose="020B0A04020102020204" pitchFamily="34" charset="0"/>
              </a:defRPr>
            </a:lvl1pPr>
          </a:lstStyle>
          <a:p>
            <a:r>
              <a:rPr lang="en-AU" sz="1400" noProof="0">
                <a:solidFill>
                  <a:schemeClr val="bg1"/>
                </a:solidFill>
                <a:latin typeface="+mj-lt"/>
              </a:rPr>
              <a:t>Level 3: Financial Impact</a:t>
            </a:r>
          </a:p>
        </p:txBody>
      </p:sp>
      <p:sp>
        <p:nvSpPr>
          <p:cNvPr id="52" name="TextBox 51">
            <a:extLst>
              <a:ext uri="{FF2B5EF4-FFF2-40B4-BE49-F238E27FC236}">
                <a16:creationId xmlns:a16="http://schemas.microsoft.com/office/drawing/2014/main" id="{4D231BEB-FED6-6909-48F1-78B2481B2133}"/>
              </a:ext>
            </a:extLst>
          </p:cNvPr>
          <p:cNvSpPr txBox="1"/>
          <p:nvPr/>
        </p:nvSpPr>
        <p:spPr>
          <a:xfrm>
            <a:off x="3059133" y="3811155"/>
            <a:ext cx="1738945" cy="307777"/>
          </a:xfrm>
          <a:prstGeom prst="rect">
            <a:avLst/>
          </a:prstGeom>
          <a:noFill/>
        </p:spPr>
        <p:txBody>
          <a:bodyPr wrap="square" rtlCol="0">
            <a:spAutoFit/>
          </a:bodyPr>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kumimoji="0" sz="1200" b="1" i="0" u="none" strike="noStrike" kern="0" cap="none" spc="0" normalizeH="0" baseline="0">
                <a:ln>
                  <a:noFill/>
                </a:ln>
                <a:solidFill>
                  <a:sysClr val="windowText" lastClr="000000"/>
                </a:solidFill>
                <a:effectLst/>
                <a:uLnTx/>
                <a:uFillTx/>
                <a:latin typeface="Arial Black" panose="020B0A04020102020204" pitchFamily="34" charset="0"/>
              </a:defRPr>
            </a:lvl1pPr>
          </a:lstStyle>
          <a:p>
            <a:r>
              <a:rPr lang="en-AU" sz="1400" noProof="0">
                <a:solidFill>
                  <a:schemeClr val="bg1"/>
                </a:solidFill>
                <a:latin typeface="+mj-lt"/>
              </a:rPr>
              <a:t>Level 2: Planning</a:t>
            </a:r>
          </a:p>
        </p:txBody>
      </p:sp>
      <p:sp>
        <p:nvSpPr>
          <p:cNvPr id="53" name="TextBox 52">
            <a:extLst>
              <a:ext uri="{FF2B5EF4-FFF2-40B4-BE49-F238E27FC236}">
                <a16:creationId xmlns:a16="http://schemas.microsoft.com/office/drawing/2014/main" id="{45A3E41E-E5EB-CD49-C3DF-FF06647814C5}"/>
              </a:ext>
            </a:extLst>
          </p:cNvPr>
          <p:cNvSpPr txBox="1"/>
          <p:nvPr/>
        </p:nvSpPr>
        <p:spPr>
          <a:xfrm>
            <a:off x="3111535" y="4196402"/>
            <a:ext cx="1622445" cy="1815882"/>
          </a:xfrm>
          <a:prstGeom prst="rect">
            <a:avLst/>
          </a:prstGeom>
          <a:noFill/>
        </p:spPr>
        <p:txBody>
          <a:bodyPr wrap="square" rtlCol="0">
            <a:spAutoFit/>
          </a:bodyPr>
          <a:lstStyle/>
          <a:p>
            <a:pPr marL="0" marR="0" lvl="0" indent="0" defTabSz="914217"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chemeClr val="bg1"/>
                </a:solidFill>
                <a:effectLst/>
                <a:uLnTx/>
                <a:uFillTx/>
                <a:latin typeface="+mj-lt"/>
              </a:rPr>
              <a:t>Anticipating:</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Tactical Plan</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Demand and Supply Matching</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Supply Chain driven process</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Planning</a:t>
            </a:r>
          </a:p>
          <a:p>
            <a:pPr marL="0" marR="0" lvl="0" indent="0" defTabSz="914217" eaLnBrk="1" fontAlgn="auto" latinLnBrk="0" hangingPunct="1">
              <a:lnSpc>
                <a:spcPct val="100000"/>
              </a:lnSpc>
              <a:spcBef>
                <a:spcPts val="0"/>
              </a:spcBef>
              <a:spcAft>
                <a:spcPts val="0"/>
              </a:spcAft>
              <a:buClrTx/>
              <a:buSzTx/>
              <a:buFontTx/>
              <a:buNone/>
              <a:tabLst/>
              <a:defRPr/>
            </a:pPr>
            <a:r>
              <a:rPr kumimoji="0" lang="en-AU" sz="1400" b="0" i="0" u="none" strike="noStrike" kern="0" cap="none" spc="0" normalizeH="0" baseline="0" noProof="0">
                <a:ln>
                  <a:noFill/>
                </a:ln>
                <a:solidFill>
                  <a:schemeClr val="bg1"/>
                </a:solidFill>
                <a:effectLst/>
                <a:uLnTx/>
                <a:uFillTx/>
                <a:latin typeface="+mj-lt"/>
              </a:rPr>
              <a:t>    Tool</a:t>
            </a:r>
          </a:p>
        </p:txBody>
      </p:sp>
      <p:sp>
        <p:nvSpPr>
          <p:cNvPr id="54" name="TextBox 53">
            <a:extLst>
              <a:ext uri="{FF2B5EF4-FFF2-40B4-BE49-F238E27FC236}">
                <a16:creationId xmlns:a16="http://schemas.microsoft.com/office/drawing/2014/main" id="{ACC7FEBC-FB67-237E-D2D9-386655645C74}"/>
              </a:ext>
            </a:extLst>
          </p:cNvPr>
          <p:cNvSpPr txBox="1"/>
          <p:nvPr/>
        </p:nvSpPr>
        <p:spPr>
          <a:xfrm>
            <a:off x="4817399" y="3891236"/>
            <a:ext cx="2038794" cy="1815882"/>
          </a:xfrm>
          <a:prstGeom prst="rect">
            <a:avLst/>
          </a:prstGeom>
          <a:noFill/>
        </p:spPr>
        <p:txBody>
          <a:bodyPr wrap="square" rtlCol="0">
            <a:spAutoFit/>
          </a:bodyPr>
          <a:lstStyle/>
          <a:p>
            <a:pPr marL="0" marR="0" lvl="0" indent="0" defTabSz="914217"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chemeClr val="bg1"/>
                </a:solidFill>
                <a:effectLst/>
                <a:uLnTx/>
                <a:uFillTx/>
                <a:latin typeface="+mj-lt"/>
              </a:rPr>
              <a:t>Collaborating:</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Operational, tactical &amp; strategic cycles</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Supply Chain process with stakeholders' collaboration</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Finance impact on strategic decisions</a:t>
            </a:r>
          </a:p>
        </p:txBody>
      </p:sp>
      <p:sp>
        <p:nvSpPr>
          <p:cNvPr id="55" name="TextBox 54">
            <a:extLst>
              <a:ext uri="{FF2B5EF4-FFF2-40B4-BE49-F238E27FC236}">
                <a16:creationId xmlns:a16="http://schemas.microsoft.com/office/drawing/2014/main" id="{2E0D6FF6-30B7-14EC-B223-DBFE46EBE9A0}"/>
              </a:ext>
            </a:extLst>
          </p:cNvPr>
          <p:cNvSpPr txBox="1"/>
          <p:nvPr/>
        </p:nvSpPr>
        <p:spPr>
          <a:xfrm>
            <a:off x="6927298" y="3568173"/>
            <a:ext cx="2015533" cy="1815882"/>
          </a:xfrm>
          <a:prstGeom prst="rect">
            <a:avLst/>
          </a:prstGeom>
          <a:noFill/>
        </p:spPr>
        <p:txBody>
          <a:bodyPr wrap="square" rtlCol="0">
            <a:spAutoFit/>
          </a:bodyPr>
          <a:lstStyle/>
          <a:p>
            <a:pPr marL="0" marR="0" lvl="0" indent="0" defTabSz="914217"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chemeClr val="bg1"/>
                </a:solidFill>
                <a:effectLst/>
                <a:uLnTx/>
                <a:uFillTx/>
                <a:latin typeface="+mj-lt"/>
              </a:rPr>
              <a:t>Orchestrating:</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Profitability decisions in all cycles</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Conscious trade-offs</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Advanced demand analytics</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What if predictive scenarios</a:t>
            </a:r>
          </a:p>
        </p:txBody>
      </p:sp>
      <p:sp>
        <p:nvSpPr>
          <p:cNvPr id="56" name="TextBox 55">
            <a:extLst>
              <a:ext uri="{FF2B5EF4-FFF2-40B4-BE49-F238E27FC236}">
                <a16:creationId xmlns:a16="http://schemas.microsoft.com/office/drawing/2014/main" id="{1DAB37E8-FF0F-A091-C4A7-7104AF69CF22}"/>
              </a:ext>
            </a:extLst>
          </p:cNvPr>
          <p:cNvSpPr txBox="1"/>
          <p:nvPr/>
        </p:nvSpPr>
        <p:spPr>
          <a:xfrm>
            <a:off x="9130713" y="2916032"/>
            <a:ext cx="2224549" cy="2031325"/>
          </a:xfrm>
          <a:prstGeom prst="rect">
            <a:avLst/>
          </a:prstGeom>
          <a:noFill/>
        </p:spPr>
        <p:txBody>
          <a:bodyPr wrap="square" rtlCol="0">
            <a:spAutoFit/>
          </a:bodyPr>
          <a:lstStyle/>
          <a:p>
            <a:pPr marL="0" marR="0" lvl="0" indent="0" defTabSz="914217"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chemeClr val="bg1"/>
                </a:solidFill>
                <a:effectLst/>
                <a:uLnTx/>
                <a:uFillTx/>
                <a:latin typeface="+mj-lt"/>
              </a:rPr>
              <a:t>Orchestrating Planning and Execution</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Execution and Planning E2E SC integration</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Real-Time Visibility and Projections</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Deviations management: online What if scenarios and S&amp;OP</a:t>
            </a:r>
          </a:p>
        </p:txBody>
      </p:sp>
      <p:sp>
        <p:nvSpPr>
          <p:cNvPr id="57" name="Rectangle 42">
            <a:extLst>
              <a:ext uri="{FF2B5EF4-FFF2-40B4-BE49-F238E27FC236}">
                <a16:creationId xmlns:a16="http://schemas.microsoft.com/office/drawing/2014/main" id="{0D49D4AA-62A5-9774-8195-9184FD6F73A8}"/>
              </a:ext>
            </a:extLst>
          </p:cNvPr>
          <p:cNvSpPr>
            <a:spLocks noChangeArrowheads="1"/>
          </p:cNvSpPr>
          <p:nvPr/>
        </p:nvSpPr>
        <p:spPr bwMode="gray">
          <a:xfrm>
            <a:off x="1464192" y="3680224"/>
            <a:ext cx="1305873" cy="421813"/>
          </a:xfrm>
          <a:prstGeom prst="rect">
            <a:avLst/>
          </a:prstGeom>
          <a:noFill/>
          <a:ln w="38100">
            <a:noFill/>
          </a:ln>
          <a:effectLst/>
        </p:spPr>
        <p:txBody>
          <a:bodyPr wrap="square" lIns="48375" tIns="48375" rIns="48375" bIns="48375" rtlCol="0" anchor="ctr" anchorCtr="1">
            <a:noAutofit/>
          </a:bodyPr>
          <a:lstStyle/>
          <a:p>
            <a:pPr algn="ctr" defTabSz="1555876" fontAlgn="base">
              <a:spcBef>
                <a:spcPct val="0"/>
              </a:spcBef>
              <a:spcAft>
                <a:spcPct val="0"/>
              </a:spcAft>
              <a:defRPr/>
            </a:pPr>
            <a:r>
              <a:rPr lang="en-AU" sz="1400" b="1" kern="0" cap="all" noProof="0">
                <a:solidFill>
                  <a:schemeClr val="bg1"/>
                </a:solidFill>
                <a:latin typeface="+mj-lt"/>
                <a:ea typeface="Arial" pitchFamily="-105" charset="-52"/>
                <a:cs typeface="Calibri" pitchFamily="34" charset="0"/>
              </a:rPr>
              <a:t>Ad-Hoc Planning</a:t>
            </a:r>
          </a:p>
        </p:txBody>
      </p:sp>
      <p:sp>
        <p:nvSpPr>
          <p:cNvPr id="58" name="Rectangle 42">
            <a:extLst>
              <a:ext uri="{FF2B5EF4-FFF2-40B4-BE49-F238E27FC236}">
                <a16:creationId xmlns:a16="http://schemas.microsoft.com/office/drawing/2014/main" id="{0EF4F0C1-FEA9-CF32-D65F-8C2585186057}"/>
              </a:ext>
            </a:extLst>
          </p:cNvPr>
          <p:cNvSpPr>
            <a:spLocks noChangeArrowheads="1"/>
          </p:cNvSpPr>
          <p:nvPr/>
        </p:nvSpPr>
        <p:spPr bwMode="gray">
          <a:xfrm>
            <a:off x="3097235" y="2994470"/>
            <a:ext cx="1604119" cy="732739"/>
          </a:xfrm>
          <a:prstGeom prst="rect">
            <a:avLst/>
          </a:prstGeom>
          <a:noFill/>
          <a:ln w="38100">
            <a:noFill/>
          </a:ln>
          <a:effectLst/>
        </p:spPr>
        <p:txBody>
          <a:bodyPr wrap="square" lIns="48375" tIns="48375" rIns="48375" bIns="48375" rtlCol="0" anchor="ctr" anchorCtr="1">
            <a:noAutofit/>
          </a:bodyPr>
          <a:lstStyle/>
          <a:p>
            <a:pPr algn="ctr" defTabSz="1555876"/>
            <a:r>
              <a:rPr lang="en-AU" sz="1400" b="1" kern="0" cap="all" noProof="0">
                <a:solidFill>
                  <a:schemeClr val="bg1"/>
                </a:solidFill>
                <a:latin typeface="+mj-lt"/>
                <a:ea typeface="Arial" pitchFamily="-105" charset="-52"/>
                <a:cs typeface="Calibri" pitchFamily="34" charset="0"/>
              </a:rPr>
              <a:t>Sales &amp; Operations Planning</a:t>
            </a:r>
          </a:p>
        </p:txBody>
      </p:sp>
      <p:sp>
        <p:nvSpPr>
          <p:cNvPr id="59" name="Rectangle 42">
            <a:extLst>
              <a:ext uri="{FF2B5EF4-FFF2-40B4-BE49-F238E27FC236}">
                <a16:creationId xmlns:a16="http://schemas.microsoft.com/office/drawing/2014/main" id="{3F6D00CE-F213-3E0F-D02B-D7F8095B876F}"/>
              </a:ext>
            </a:extLst>
          </p:cNvPr>
          <p:cNvSpPr>
            <a:spLocks noChangeArrowheads="1"/>
          </p:cNvSpPr>
          <p:nvPr/>
        </p:nvSpPr>
        <p:spPr bwMode="gray">
          <a:xfrm>
            <a:off x="4778416" y="2923654"/>
            <a:ext cx="2109820" cy="421813"/>
          </a:xfrm>
          <a:prstGeom prst="rect">
            <a:avLst/>
          </a:prstGeom>
          <a:noFill/>
          <a:ln w="38100">
            <a:noFill/>
          </a:ln>
          <a:effectLst/>
        </p:spPr>
        <p:txBody>
          <a:bodyPr wrap="square" lIns="48375" tIns="48375" rIns="48375" bIns="48375" rtlCol="0" anchor="ctr" anchorCtr="1">
            <a:noAutofit/>
          </a:bodyPr>
          <a:lstStyle/>
          <a:p>
            <a:pPr algn="ctr" defTabSz="1555876"/>
            <a:r>
              <a:rPr lang="en-AU" sz="1400" b="1" kern="0" cap="all" noProof="0">
                <a:solidFill>
                  <a:schemeClr val="bg1"/>
                </a:solidFill>
                <a:latin typeface="+mj-lt"/>
                <a:ea typeface="Arial" pitchFamily="-105" charset="-52"/>
                <a:cs typeface="Calibri" pitchFamily="34" charset="0"/>
              </a:rPr>
              <a:t>PROFITABLE S&amp;OP</a:t>
            </a:r>
          </a:p>
        </p:txBody>
      </p:sp>
      <p:sp>
        <p:nvSpPr>
          <p:cNvPr id="60" name="TextBox 59">
            <a:extLst>
              <a:ext uri="{FF2B5EF4-FFF2-40B4-BE49-F238E27FC236}">
                <a16:creationId xmlns:a16="http://schemas.microsoft.com/office/drawing/2014/main" id="{2BE46FC5-5F59-273B-657B-95E5C8D1C971}"/>
              </a:ext>
            </a:extLst>
          </p:cNvPr>
          <p:cNvSpPr txBox="1"/>
          <p:nvPr/>
        </p:nvSpPr>
        <p:spPr>
          <a:xfrm>
            <a:off x="1325742" y="4535763"/>
            <a:ext cx="1713164" cy="1384995"/>
          </a:xfrm>
          <a:prstGeom prst="rect">
            <a:avLst/>
          </a:prstGeom>
          <a:noFill/>
        </p:spPr>
        <p:txBody>
          <a:bodyPr wrap="square" rtlCol="0">
            <a:spAutoFit/>
          </a:bodyPr>
          <a:lstStyle/>
          <a:p>
            <a:pPr marL="0" marR="0" lvl="0" indent="0" defTabSz="914217"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a:ln>
                  <a:noFill/>
                </a:ln>
                <a:solidFill>
                  <a:schemeClr val="bg1"/>
                </a:solidFill>
                <a:effectLst/>
                <a:uLnTx/>
                <a:uFillTx/>
                <a:latin typeface="+mj-lt"/>
              </a:rPr>
              <a:t>Reacting:</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Operational Plan (MRP)</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No process structure</a:t>
            </a:r>
          </a:p>
          <a:p>
            <a:pPr marL="171416" marR="0" lvl="0" indent="-171416" defTabSz="91421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400" b="0" i="0" u="none" strike="noStrike" kern="0" cap="none" spc="0" normalizeH="0" baseline="0" noProof="0">
                <a:ln>
                  <a:noFill/>
                </a:ln>
                <a:solidFill>
                  <a:schemeClr val="bg1"/>
                </a:solidFill>
                <a:effectLst/>
                <a:uLnTx/>
                <a:uFillTx/>
                <a:latin typeface="+mj-lt"/>
              </a:rPr>
              <a:t>Execution tools</a:t>
            </a:r>
          </a:p>
        </p:txBody>
      </p:sp>
      <p:sp>
        <p:nvSpPr>
          <p:cNvPr id="61" name="TextBox 60">
            <a:extLst>
              <a:ext uri="{FF2B5EF4-FFF2-40B4-BE49-F238E27FC236}">
                <a16:creationId xmlns:a16="http://schemas.microsoft.com/office/drawing/2014/main" id="{D2102FEB-A9DB-A00D-3A17-A4DFC8030BF4}"/>
              </a:ext>
            </a:extLst>
          </p:cNvPr>
          <p:cNvSpPr txBox="1"/>
          <p:nvPr/>
        </p:nvSpPr>
        <p:spPr>
          <a:xfrm>
            <a:off x="9076941" y="2386349"/>
            <a:ext cx="2738758" cy="307777"/>
          </a:xfrm>
          <a:prstGeom prst="rect">
            <a:avLst/>
          </a:prstGeom>
          <a:noFill/>
        </p:spPr>
        <p:txBody>
          <a:bodyPr wrap="square" rtlCol="0">
            <a:spAutoFit/>
          </a:bodyPr>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kumimoji="0" sz="1200" b="1" i="0" u="none" strike="noStrike" kern="0" cap="none" spc="0" normalizeH="0" baseline="0">
                <a:ln>
                  <a:noFill/>
                </a:ln>
                <a:solidFill>
                  <a:sysClr val="windowText" lastClr="000000"/>
                </a:solidFill>
                <a:effectLst/>
                <a:uLnTx/>
                <a:uFillTx/>
                <a:latin typeface="Arial Black" panose="020B0A04020102020204" pitchFamily="34" charset="0"/>
              </a:defRPr>
            </a:lvl1pPr>
          </a:lstStyle>
          <a:p>
            <a:r>
              <a:rPr lang="en-AU" sz="1400" noProof="0">
                <a:solidFill>
                  <a:schemeClr val="bg1"/>
                </a:solidFill>
                <a:latin typeface="+mj-lt"/>
              </a:rPr>
              <a:t>Level 5: Continuous Integration</a:t>
            </a:r>
          </a:p>
        </p:txBody>
      </p:sp>
      <p:pic>
        <p:nvPicPr>
          <p:cNvPr id="62" name="Picture 2" descr="Baby Icon 1200873">
            <a:extLst>
              <a:ext uri="{FF2B5EF4-FFF2-40B4-BE49-F238E27FC236}">
                <a16:creationId xmlns:a16="http://schemas.microsoft.com/office/drawing/2014/main" id="{F69D578E-3C80-9145-40A9-F41FFEA860DC}"/>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2432292" y="5460533"/>
            <a:ext cx="507121" cy="482615"/>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4" descr="Child Icon 3685400">
            <a:extLst>
              <a:ext uri="{FF2B5EF4-FFF2-40B4-BE49-F238E27FC236}">
                <a16:creationId xmlns:a16="http://schemas.microsoft.com/office/drawing/2014/main" id="{BB3E5BD8-AAFB-1D22-CFC9-D4163D691405}"/>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4232434" y="5502140"/>
            <a:ext cx="426381" cy="405776"/>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 descr="Walk Icon 709031">
            <a:extLst>
              <a:ext uri="{FF2B5EF4-FFF2-40B4-BE49-F238E27FC236}">
                <a16:creationId xmlns:a16="http://schemas.microsoft.com/office/drawing/2014/main" id="{823A859F-CDAE-FB04-6D0D-4DEA81BA48CF}"/>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6285409" y="5463600"/>
            <a:ext cx="512952" cy="488164"/>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8" descr="Hero Icon 4159954">
            <a:extLst>
              <a:ext uri="{FF2B5EF4-FFF2-40B4-BE49-F238E27FC236}">
                <a16:creationId xmlns:a16="http://schemas.microsoft.com/office/drawing/2014/main" id="{A5D9843F-C192-4F45-41E4-500C16709D61}"/>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678182" y="5442239"/>
            <a:ext cx="545567" cy="519202"/>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10" descr="creative person Icon 2358487">
            <a:extLst>
              <a:ext uri="{FF2B5EF4-FFF2-40B4-BE49-F238E27FC236}">
                <a16:creationId xmlns:a16="http://schemas.microsoft.com/office/drawing/2014/main" id="{D9B2D074-771B-CE3F-34BD-E7228310E679}"/>
              </a:ext>
            </a:extLst>
          </p:cNvPr>
          <p:cNvPicPr>
            <a:picLocks noChangeAspect="1" noChangeArrowheads="1"/>
          </p:cNvPicPr>
          <p:nvPr/>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8402313" y="5460533"/>
            <a:ext cx="493456" cy="469611"/>
          </a:xfrm>
          <a:prstGeom prst="rect">
            <a:avLst/>
          </a:prstGeom>
          <a:noFill/>
          <a:extLst>
            <a:ext uri="{909E8E84-426E-40DD-AFC4-6F175D3DCCD1}">
              <a14:hiddenFill xmlns:a14="http://schemas.microsoft.com/office/drawing/2010/main">
                <a:solidFill>
                  <a:srgbClr val="FFFFFF"/>
                </a:solidFill>
              </a14:hiddenFill>
            </a:ext>
          </a:extLst>
        </p:spPr>
      </p:pic>
      <p:sp>
        <p:nvSpPr>
          <p:cNvPr id="36" name="Rectangle 35">
            <a:extLst>
              <a:ext uri="{FF2B5EF4-FFF2-40B4-BE49-F238E27FC236}">
                <a16:creationId xmlns:a16="http://schemas.microsoft.com/office/drawing/2014/main" id="{4BD44162-EAAB-3BBF-1FF7-960960422AB1}"/>
              </a:ext>
            </a:extLst>
          </p:cNvPr>
          <p:cNvSpPr>
            <a:spLocks noChangeArrowheads="1"/>
          </p:cNvSpPr>
          <p:nvPr/>
        </p:nvSpPr>
        <p:spPr bwMode="gray">
          <a:xfrm>
            <a:off x="4267920" y="6250890"/>
            <a:ext cx="4103050" cy="158381"/>
          </a:xfrm>
          <a:prstGeom prst="rect">
            <a:avLst/>
          </a:prstGeom>
          <a:solidFill>
            <a:srgbClr val="000000"/>
          </a:solidFill>
          <a:ln w="9525" algn="ctr">
            <a:noFill/>
            <a:miter lim="800000"/>
            <a:headEnd/>
            <a:tailEnd/>
          </a:ln>
          <a:effectLst/>
        </p:spPr>
        <p:txBody>
          <a:bodyPr wrap="square" lIns="61431" tIns="61431" rIns="61431" bIns="61431" anchor="ctr">
            <a:spAutoFit/>
          </a:bodyPr>
          <a:lstStyle/>
          <a:p>
            <a:pPr marL="236788" indent="-236788" algn="ctr" defTabSz="1228748" eaLnBrk="0" fontAlgn="base" hangingPunct="0">
              <a:spcBef>
                <a:spcPct val="20000"/>
              </a:spcBef>
              <a:spcAft>
                <a:spcPct val="0"/>
              </a:spcAft>
              <a:buClr>
                <a:prstClr val="black"/>
              </a:buClr>
              <a:defRPr/>
            </a:pPr>
            <a:r>
              <a:rPr lang="en-AU" sz="1400" b="1" kern="0" noProof="0">
                <a:solidFill>
                  <a:schemeClr val="bg1"/>
                </a:solidFill>
                <a:latin typeface="+mj-lt"/>
                <a:cs typeface="Arial"/>
              </a:rPr>
              <a:t>Degree of Supply Chain Capability and Maturity</a:t>
            </a:r>
          </a:p>
        </p:txBody>
      </p:sp>
      <p:sp>
        <p:nvSpPr>
          <p:cNvPr id="68" name="Rectángulo redondeado">
            <a:extLst>
              <a:ext uri="{FF2B5EF4-FFF2-40B4-BE49-F238E27FC236}">
                <a16:creationId xmlns:a16="http://schemas.microsoft.com/office/drawing/2014/main" id="{0E0AAAE5-A015-A61E-C85E-E882186A7E11}"/>
              </a:ext>
            </a:extLst>
          </p:cNvPr>
          <p:cNvSpPr/>
          <p:nvPr/>
        </p:nvSpPr>
        <p:spPr>
          <a:xfrm>
            <a:off x="892238" y="1076061"/>
            <a:ext cx="10407525" cy="459470"/>
          </a:xfrm>
          <a:prstGeom prst="round2DiagRect">
            <a:avLst>
              <a:gd name="adj1" fmla="val 50000"/>
              <a:gd name="adj2" fmla="val 0"/>
            </a:avLst>
          </a:prstGeom>
          <a:solidFill>
            <a:srgbClr val="0B6C8A"/>
          </a:solidFill>
          <a:ln w="12700">
            <a:miter lim="400000"/>
          </a:ln>
        </p:spPr>
        <p:txBody>
          <a:bodyPr lIns="0" tIns="0" rIns="0" bIns="0" anchor="ct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AU" sz="1400" i="1" u="none" strike="noStrike" kern="0" cap="none" spc="0" normalizeH="0" baseline="0" noProof="0">
                <a:ln>
                  <a:noFill/>
                </a:ln>
                <a:solidFill>
                  <a:schemeClr val="bg1"/>
                </a:solidFill>
                <a:effectLst/>
                <a:uLnTx/>
                <a:uFillTx/>
                <a:latin typeface="+mj-lt"/>
                <a:ea typeface="Verdana"/>
                <a:cs typeface="Helvetica"/>
                <a:sym typeface="Helvetica"/>
              </a:rPr>
              <a:t>Understanding the current maturity and the </a:t>
            </a:r>
            <a:r>
              <a:rPr kumimoji="0" lang="en-AU" sz="1400" b="1" i="1" u="none" strike="noStrike" kern="0" cap="none" spc="0" normalizeH="0" baseline="0" noProof="0">
                <a:ln>
                  <a:noFill/>
                </a:ln>
                <a:solidFill>
                  <a:schemeClr val="bg1"/>
                </a:solidFill>
                <a:effectLst/>
                <a:uLnTx/>
                <a:uFillTx/>
                <a:latin typeface="+mj-lt"/>
                <a:ea typeface="Verdana"/>
                <a:cs typeface="Helvetica"/>
                <a:sym typeface="Helvetica"/>
              </a:rPr>
              <a:t>aspirational ambition</a:t>
            </a:r>
            <a:r>
              <a:rPr kumimoji="0" lang="en-AU" sz="1400" i="1" u="none" strike="noStrike" kern="0" cap="none" spc="0" normalizeH="0" baseline="0" noProof="0">
                <a:ln>
                  <a:noFill/>
                </a:ln>
                <a:solidFill>
                  <a:schemeClr val="bg1"/>
                </a:solidFill>
                <a:effectLst/>
                <a:uLnTx/>
                <a:uFillTx/>
                <a:latin typeface="+mj-lt"/>
                <a:ea typeface="Verdana"/>
                <a:cs typeface="Helvetica"/>
                <a:sym typeface="Helvetica"/>
              </a:rPr>
              <a:t> is essential to defining a future operating model  </a:t>
            </a:r>
            <a:br>
              <a:rPr kumimoji="0" lang="en-AU" sz="1400" i="1" u="none" strike="noStrike" kern="0" cap="none" spc="0" normalizeH="0" baseline="0" noProof="0">
                <a:ln>
                  <a:noFill/>
                </a:ln>
                <a:solidFill>
                  <a:schemeClr val="bg1"/>
                </a:solidFill>
                <a:effectLst/>
                <a:uLnTx/>
                <a:uFillTx/>
                <a:latin typeface="+mj-lt"/>
                <a:ea typeface="Verdana"/>
                <a:cs typeface="Helvetica"/>
                <a:sym typeface="Helvetica"/>
              </a:rPr>
            </a:br>
            <a:r>
              <a:rPr kumimoji="0" lang="en-AU" sz="1400" i="1" u="none" strike="noStrike" kern="0" cap="none" spc="0" normalizeH="0" baseline="0" noProof="0">
                <a:ln>
                  <a:noFill/>
                </a:ln>
                <a:solidFill>
                  <a:schemeClr val="bg1"/>
                </a:solidFill>
                <a:effectLst/>
                <a:uLnTx/>
                <a:uFillTx/>
                <a:latin typeface="+mj-lt"/>
                <a:ea typeface="Verdana"/>
                <a:cs typeface="Helvetica"/>
                <a:sym typeface="Helvetica"/>
              </a:rPr>
              <a:t>and S&amp;OP cycle that are fit for purpose:</a:t>
            </a:r>
          </a:p>
        </p:txBody>
      </p:sp>
      <p:sp>
        <p:nvSpPr>
          <p:cNvPr id="8" name="Rectangle 42">
            <a:extLst>
              <a:ext uri="{FF2B5EF4-FFF2-40B4-BE49-F238E27FC236}">
                <a16:creationId xmlns:a16="http://schemas.microsoft.com/office/drawing/2014/main" id="{345F8146-1079-05FC-DBDB-14050FC9AB1B}"/>
              </a:ext>
            </a:extLst>
          </p:cNvPr>
          <p:cNvSpPr>
            <a:spLocks noChangeArrowheads="1"/>
          </p:cNvSpPr>
          <p:nvPr/>
        </p:nvSpPr>
        <p:spPr bwMode="gray">
          <a:xfrm>
            <a:off x="5237857" y="2075642"/>
            <a:ext cx="1190938" cy="288104"/>
          </a:xfrm>
          <a:prstGeom prst="rect">
            <a:avLst/>
          </a:prstGeom>
          <a:noFill/>
          <a:ln w="38100">
            <a:noFill/>
          </a:ln>
          <a:effectLst/>
        </p:spPr>
        <p:txBody>
          <a:bodyPr wrap="square" lIns="48375" tIns="48375" rIns="48375" bIns="48375" rtlCol="0" anchor="ctr" anchorCtr="1">
            <a:noAutofit/>
          </a:bodyPr>
          <a:lstStyle/>
          <a:p>
            <a:pPr algn="ctr" defTabSz="1555876"/>
            <a:r>
              <a:rPr lang="en-AU" sz="1400" i="1" kern="0" cap="all" noProof="0">
                <a:solidFill>
                  <a:schemeClr val="bg1"/>
                </a:solidFill>
                <a:latin typeface="+mj-lt"/>
                <a:ea typeface="Arial" pitchFamily="-105" charset="-52"/>
                <a:cs typeface="Calibri" pitchFamily="34" charset="0"/>
              </a:rPr>
              <a:t>aspiration</a:t>
            </a:r>
          </a:p>
        </p:txBody>
      </p:sp>
    </p:spTree>
    <p:extLst>
      <p:ext uri="{BB962C8B-B14F-4D97-AF65-F5344CB8AC3E}">
        <p14:creationId xmlns:p14="http://schemas.microsoft.com/office/powerpoint/2010/main" val="1285478001"/>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D393B06-BE4B-DD32-EBAB-EA80117969DA}"/>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C9801A77-1E68-A2D9-7C29-15EA559D1903}"/>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AF980E87-EE52-00BD-C77A-287FC9C04565}"/>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Our approach is based on the analysis of 4 KEY dimensions: only by assessing all dimensions together can a realistic value-added </a:t>
            </a:r>
            <a:r>
              <a:rPr lang="en-AU" sz="2000" kern="0" cap="all" noProof="0" err="1">
                <a:solidFill>
                  <a:schemeClr val="bg1"/>
                </a:solidFill>
              </a:rPr>
              <a:t>s&amp;op</a:t>
            </a:r>
            <a:r>
              <a:rPr lang="en-AU" sz="2000" kern="0" cap="all" noProof="0">
                <a:solidFill>
                  <a:schemeClr val="bg1"/>
                </a:solidFill>
              </a:rPr>
              <a:t> and process model to be defined</a:t>
            </a:r>
          </a:p>
        </p:txBody>
      </p:sp>
      <p:grpSp>
        <p:nvGrpSpPr>
          <p:cNvPr id="99" name="Group 98">
            <a:extLst>
              <a:ext uri="{FF2B5EF4-FFF2-40B4-BE49-F238E27FC236}">
                <a16:creationId xmlns:a16="http://schemas.microsoft.com/office/drawing/2014/main" id="{A97CCA40-1F39-8D7C-AB7D-EB3E5F3F132A}"/>
              </a:ext>
            </a:extLst>
          </p:cNvPr>
          <p:cNvGrpSpPr/>
          <p:nvPr/>
        </p:nvGrpSpPr>
        <p:grpSpPr>
          <a:xfrm>
            <a:off x="384199" y="1223181"/>
            <a:ext cx="11423603" cy="4868838"/>
            <a:chOff x="463597" y="1270286"/>
            <a:chExt cx="11423603" cy="4868838"/>
          </a:xfrm>
        </p:grpSpPr>
        <p:sp>
          <p:nvSpPr>
            <p:cNvPr id="3" name="Rectangle 2">
              <a:extLst>
                <a:ext uri="{FF2B5EF4-FFF2-40B4-BE49-F238E27FC236}">
                  <a16:creationId xmlns:a16="http://schemas.microsoft.com/office/drawing/2014/main" id="{2B3BFF60-D0E3-1EDE-97EC-B019B9071BA6}"/>
                </a:ext>
              </a:extLst>
            </p:cNvPr>
            <p:cNvSpPr/>
            <p:nvPr/>
          </p:nvSpPr>
          <p:spPr>
            <a:xfrm flipH="1">
              <a:off x="8115863" y="1270286"/>
              <a:ext cx="3771337" cy="2252924"/>
            </a:xfrm>
            <a:prstGeom prst="rect">
              <a:avLst/>
            </a:prstGeom>
            <a:noFill/>
          </p:spPr>
          <p:txBody>
            <a:bodyPr wrap="square">
              <a:spAutoFit/>
            </a:bodyPr>
            <a:lstStyle/>
            <a:p>
              <a:pPr hangingPunct="0">
                <a:lnSpc>
                  <a:spcPct val="90000"/>
                </a:lnSpc>
                <a:defRPr/>
              </a:pPr>
              <a:r>
                <a:rPr lang="en-AU" sz="1200" b="1" kern="0" noProof="0">
                  <a:solidFill>
                    <a:schemeClr val="bg1"/>
                  </a:solidFill>
                  <a:latin typeface="+mj-lt"/>
                  <a:cs typeface="Helvetica"/>
                  <a:sym typeface="Helvetica"/>
                </a:rPr>
                <a:t>Processes</a:t>
              </a:r>
            </a:p>
            <a:p>
              <a:pPr marL="92075" indent="-92075" hangingPunct="0">
                <a:lnSpc>
                  <a:spcPct val="90000"/>
                </a:lnSpc>
                <a:buClr>
                  <a:prstClr val="black"/>
                </a:buClr>
                <a:buFont typeface="Arial" panose="020B0604020202020204" pitchFamily="34" charset="0"/>
                <a:buChar char="•"/>
                <a:defRPr/>
              </a:pPr>
              <a:r>
                <a:rPr lang="en-AU" sz="1200" kern="0" noProof="0">
                  <a:solidFill>
                    <a:schemeClr val="bg1"/>
                  </a:solidFill>
                  <a:latin typeface="+mj-lt"/>
                  <a:cs typeface="Helvetica"/>
                  <a:sym typeface="Helvetica"/>
                </a:rPr>
                <a:t>Assess and define </a:t>
              </a:r>
              <a:r>
                <a:rPr lang="en-AU" sz="1200" kern="0" noProof="0">
                  <a:solidFill>
                    <a:srgbClr val="12ABDB"/>
                  </a:solidFill>
                  <a:latin typeface="+mj-lt"/>
                  <a:cs typeface="Helvetica"/>
                  <a:sym typeface="Helvetica"/>
                </a:rPr>
                <a:t>Processes  of Project and Operations Planning</a:t>
              </a:r>
              <a:r>
                <a:rPr lang="en-AU" sz="1200" kern="0" noProof="0">
                  <a:solidFill>
                    <a:srgbClr val="FFFFFF"/>
                  </a:solidFill>
                  <a:latin typeface="+mj-lt"/>
                  <a:cs typeface="Helvetica"/>
                  <a:sym typeface="Helvetica"/>
                </a:rPr>
                <a:t> </a:t>
              </a:r>
              <a:r>
                <a:rPr lang="en-AU" sz="1200" kern="0" noProof="0">
                  <a:solidFill>
                    <a:schemeClr val="bg1"/>
                  </a:solidFill>
                  <a:latin typeface="+mj-lt"/>
                  <a:cs typeface="Helvetica"/>
                  <a:sym typeface="Helvetica"/>
                </a:rPr>
                <a:t>(monthly, weekly and daily cycles, Sales Planning / S&amp;OP, Incident Management) </a:t>
              </a:r>
            </a:p>
            <a:p>
              <a:pPr marL="92075" indent="-92075" hangingPunct="0">
                <a:lnSpc>
                  <a:spcPct val="90000"/>
                </a:lnSpc>
                <a:buClr>
                  <a:prstClr val="black"/>
                </a:buClr>
                <a:buFont typeface="Arial" panose="020B0604020202020204" pitchFamily="34" charset="0"/>
                <a:buChar char="•"/>
                <a:defRPr/>
              </a:pPr>
              <a:r>
                <a:rPr lang="en-AU" sz="1200" kern="0" noProof="0">
                  <a:solidFill>
                    <a:srgbClr val="12ABDB"/>
                  </a:solidFill>
                  <a:latin typeface="+mj-lt"/>
                  <a:cs typeface="Helvetica"/>
                  <a:sym typeface="Helvetica"/>
                </a:rPr>
                <a:t>Governance &amp; Standards</a:t>
              </a:r>
              <a:r>
                <a:rPr lang="en-AU" sz="1200" kern="0" noProof="0">
                  <a:solidFill>
                    <a:srgbClr val="FFFFFF"/>
                  </a:solidFill>
                  <a:latin typeface="+mj-lt"/>
                  <a:cs typeface="Helvetica"/>
                  <a:sym typeface="Helvetica"/>
                </a:rPr>
                <a:t> </a:t>
              </a:r>
              <a:r>
                <a:rPr lang="en-AU" sz="1200" kern="0" noProof="0">
                  <a:solidFill>
                    <a:schemeClr val="bg1"/>
                  </a:solidFill>
                  <a:latin typeface="+mj-lt"/>
                  <a:cs typeface="Helvetica"/>
                  <a:sym typeface="Helvetica"/>
                </a:rPr>
                <a:t>(Management of interdependencies and alignment of requirements)</a:t>
              </a:r>
            </a:p>
            <a:p>
              <a:pPr marL="92075" indent="-92075" hangingPunct="0">
                <a:lnSpc>
                  <a:spcPct val="90000"/>
                </a:lnSpc>
                <a:buClr>
                  <a:prstClr val="black"/>
                </a:buClr>
                <a:buFont typeface="Arial" panose="020B0604020202020204" pitchFamily="34" charset="0"/>
                <a:buChar char="•"/>
                <a:defRPr/>
              </a:pPr>
              <a:r>
                <a:rPr lang="en-AU" sz="1200" kern="0" noProof="0">
                  <a:solidFill>
                    <a:srgbClr val="12ABDB"/>
                  </a:solidFill>
                  <a:latin typeface="+mj-lt"/>
                  <a:cs typeface="Helvetica"/>
                  <a:sym typeface="Helvetica"/>
                </a:rPr>
                <a:t>Approval</a:t>
              </a:r>
              <a:r>
                <a:rPr lang="en-AU" sz="1200" kern="0" noProof="0">
                  <a:solidFill>
                    <a:srgbClr val="FFFFFF"/>
                  </a:solidFill>
                  <a:latin typeface="+mj-lt"/>
                  <a:cs typeface="Helvetica"/>
                  <a:sym typeface="Helvetica"/>
                </a:rPr>
                <a:t> </a:t>
              </a:r>
              <a:r>
                <a:rPr lang="en-AU" sz="1200" kern="0" noProof="0">
                  <a:solidFill>
                    <a:schemeClr val="bg1"/>
                  </a:solidFill>
                  <a:latin typeface="+mj-lt"/>
                  <a:cs typeface="Helvetica"/>
                  <a:sym typeface="Helvetica"/>
                </a:rPr>
                <a:t>Framework &amp; Escalation process</a:t>
              </a:r>
            </a:p>
            <a:p>
              <a:pPr marL="92075" indent="-92075" hangingPunct="0">
                <a:lnSpc>
                  <a:spcPct val="90000"/>
                </a:lnSpc>
                <a:buClr>
                  <a:prstClr val="black"/>
                </a:buClr>
                <a:buFont typeface="Arial" panose="020B0604020202020204" pitchFamily="34" charset="0"/>
                <a:buChar char="•"/>
                <a:defRPr/>
              </a:pPr>
              <a:r>
                <a:rPr lang="en-AU" sz="1200" kern="0" noProof="0">
                  <a:solidFill>
                    <a:srgbClr val="12ABDB"/>
                  </a:solidFill>
                  <a:latin typeface="+mj-lt"/>
                  <a:cs typeface="Helvetica"/>
                  <a:sym typeface="Helvetica"/>
                </a:rPr>
                <a:t>Interfaces</a:t>
              </a:r>
              <a:r>
                <a:rPr lang="en-AU" sz="1200" kern="0" noProof="0">
                  <a:solidFill>
                    <a:srgbClr val="FFFFFF"/>
                  </a:solidFill>
                  <a:latin typeface="+mj-lt"/>
                  <a:cs typeface="Helvetica"/>
                  <a:sym typeface="Helvetica"/>
                </a:rPr>
                <a:t> </a:t>
              </a:r>
              <a:r>
                <a:rPr lang="en-AU" sz="1200" kern="0" noProof="0">
                  <a:solidFill>
                    <a:schemeClr val="bg1"/>
                  </a:solidFill>
                  <a:latin typeface="+mj-lt"/>
                  <a:cs typeface="Helvetica"/>
                  <a:sym typeface="Helvetica"/>
                </a:rPr>
                <a:t>between different teams and areas</a:t>
              </a:r>
            </a:p>
            <a:p>
              <a:pPr marL="92075" indent="-92075" hangingPunct="0">
                <a:lnSpc>
                  <a:spcPct val="90000"/>
                </a:lnSpc>
                <a:buClr>
                  <a:prstClr val="black"/>
                </a:buClr>
                <a:buFont typeface="Arial" panose="020B0604020202020204" pitchFamily="34" charset="0"/>
                <a:buChar char="•"/>
                <a:defRPr/>
              </a:pPr>
              <a:r>
                <a:rPr lang="en-AU" sz="1200" kern="0" noProof="0">
                  <a:solidFill>
                    <a:srgbClr val="12ABDB"/>
                  </a:solidFill>
                  <a:latin typeface="+mj-lt"/>
                  <a:cs typeface="Helvetica"/>
                  <a:sym typeface="Helvetica"/>
                </a:rPr>
                <a:t>Information flows</a:t>
              </a:r>
              <a:endParaRPr lang="en-AU" sz="1200" kern="0" noProof="0">
                <a:solidFill>
                  <a:schemeClr val="bg1"/>
                </a:solidFill>
                <a:latin typeface="+mj-lt"/>
                <a:cs typeface="Helvetica"/>
                <a:sym typeface="Helvetica"/>
              </a:endParaRPr>
            </a:p>
            <a:p>
              <a:pPr marL="285750" indent="-285750" hangingPunct="0">
                <a:lnSpc>
                  <a:spcPct val="90000"/>
                </a:lnSpc>
                <a:buFont typeface="Arial" panose="020B0604020202020204" pitchFamily="34" charset="0"/>
                <a:buChar char="•"/>
                <a:defRPr/>
              </a:pPr>
              <a:endParaRPr lang="en-AU" sz="1200" kern="0" noProof="0">
                <a:solidFill>
                  <a:schemeClr val="bg1"/>
                </a:solidFill>
                <a:latin typeface="+mj-lt"/>
                <a:cs typeface="Helvetica"/>
                <a:sym typeface="Helvetica"/>
              </a:endParaRPr>
            </a:p>
            <a:p>
              <a:pPr hangingPunct="0">
                <a:lnSpc>
                  <a:spcPct val="90000"/>
                </a:lnSpc>
                <a:defRPr/>
              </a:pPr>
              <a:r>
                <a:rPr lang="en-AU" sz="1200" i="1" kern="0" noProof="0">
                  <a:solidFill>
                    <a:schemeClr val="bg1"/>
                  </a:solidFill>
                  <a:latin typeface="+mj-lt"/>
                  <a:cs typeface="Helvetica"/>
                  <a:sym typeface="Helvetica"/>
                </a:rPr>
                <a:t>We help to define and align the processes for smooth functioning following a global approach for all markets</a:t>
              </a:r>
            </a:p>
            <a:p>
              <a:pPr hangingPunct="0">
                <a:lnSpc>
                  <a:spcPct val="90000"/>
                </a:lnSpc>
                <a:defRPr/>
              </a:pPr>
              <a:endParaRPr lang="en-AU" sz="1200" kern="0" noProof="0">
                <a:solidFill>
                  <a:schemeClr val="bg1"/>
                </a:solidFill>
                <a:latin typeface="+mj-lt"/>
                <a:cs typeface="Helvetica"/>
                <a:sym typeface="Helvetica"/>
              </a:endParaRPr>
            </a:p>
          </p:txBody>
        </p:sp>
        <p:sp>
          <p:nvSpPr>
            <p:cNvPr id="8" name="Rectangle 7">
              <a:extLst>
                <a:ext uri="{FF2B5EF4-FFF2-40B4-BE49-F238E27FC236}">
                  <a16:creationId xmlns:a16="http://schemas.microsoft.com/office/drawing/2014/main" id="{4945E523-44B5-17ED-AE24-CA6376FC4FA4}"/>
                </a:ext>
              </a:extLst>
            </p:cNvPr>
            <p:cNvSpPr/>
            <p:nvPr/>
          </p:nvSpPr>
          <p:spPr>
            <a:xfrm flipH="1">
              <a:off x="8636625" y="3886200"/>
              <a:ext cx="3241040" cy="2252924"/>
            </a:xfrm>
            <a:prstGeom prst="rect">
              <a:avLst/>
            </a:prstGeom>
            <a:noFill/>
          </p:spPr>
          <p:txBody>
            <a:bodyPr wrap="square">
              <a:spAutoFit/>
            </a:bodyPr>
            <a:lstStyle/>
            <a:p>
              <a:pPr hangingPunct="0">
                <a:lnSpc>
                  <a:spcPct val="90000"/>
                </a:lnSpc>
                <a:defRPr/>
              </a:pPr>
              <a:r>
                <a:rPr lang="en-AU" sz="1200" b="1" kern="0" noProof="0">
                  <a:solidFill>
                    <a:schemeClr val="bg1"/>
                  </a:solidFill>
                  <a:latin typeface="+mj-lt"/>
                  <a:cs typeface="Helvetica"/>
                  <a:sym typeface="Helvetica"/>
                </a:rPr>
                <a:t>Organization</a:t>
              </a:r>
            </a:p>
            <a:p>
              <a:pPr marL="92075" indent="-92075" hangingPunct="0">
                <a:lnSpc>
                  <a:spcPct val="90000"/>
                </a:lnSpc>
                <a:buClr>
                  <a:prstClr val="black"/>
                </a:buClr>
                <a:buFont typeface="Arial" panose="020B0604020202020204" pitchFamily="34" charset="0"/>
                <a:buChar char="•"/>
                <a:defRPr/>
              </a:pPr>
              <a:r>
                <a:rPr lang="en-AU" sz="1200" kern="0" noProof="0">
                  <a:solidFill>
                    <a:srgbClr val="12ABDB"/>
                  </a:solidFill>
                  <a:latin typeface="+mj-lt"/>
                  <a:cs typeface="Helvetica"/>
                  <a:sym typeface="Helvetica"/>
                </a:rPr>
                <a:t>Organizational Structure</a:t>
              </a:r>
            </a:p>
            <a:p>
              <a:pPr marL="92075" indent="-92075" hangingPunct="0">
                <a:lnSpc>
                  <a:spcPct val="90000"/>
                </a:lnSpc>
                <a:buClr>
                  <a:prstClr val="black"/>
                </a:buClr>
                <a:buFont typeface="Arial" panose="020B0604020202020204" pitchFamily="34" charset="0"/>
                <a:buChar char="•"/>
                <a:defRPr/>
              </a:pPr>
              <a:r>
                <a:rPr lang="en-AU" sz="1200" kern="0" noProof="0">
                  <a:solidFill>
                    <a:srgbClr val="12ABDB"/>
                  </a:solidFill>
                  <a:latin typeface="+mj-lt"/>
                  <a:cs typeface="Helvetica"/>
                  <a:sym typeface="Helvetica"/>
                </a:rPr>
                <a:t>Roles &amp; Responsibilities</a:t>
              </a:r>
              <a:r>
                <a:rPr lang="en-AU" sz="1200" kern="0" noProof="0">
                  <a:solidFill>
                    <a:prstClr val="black"/>
                  </a:solidFill>
                  <a:latin typeface="+mj-lt"/>
                  <a:cs typeface="Helvetica"/>
                  <a:sym typeface="Helvetica"/>
                </a:rPr>
                <a:t> (</a:t>
              </a:r>
              <a:r>
                <a:rPr lang="en-AU" sz="1200" kern="0" noProof="0">
                  <a:solidFill>
                    <a:schemeClr val="bg1"/>
                  </a:solidFill>
                  <a:latin typeface="+mj-lt"/>
                  <a:cs typeface="Helvetica"/>
                  <a:sym typeface="Helvetica"/>
                </a:rPr>
                <a:t>Responsibility split, accountabilities, RACI)</a:t>
              </a:r>
            </a:p>
            <a:p>
              <a:pPr marL="92075" indent="-92075" hangingPunct="0">
                <a:lnSpc>
                  <a:spcPct val="90000"/>
                </a:lnSpc>
                <a:buClr>
                  <a:prstClr val="black"/>
                </a:buClr>
                <a:buFont typeface="Arial" panose="020B0604020202020204" pitchFamily="34" charset="0"/>
                <a:buChar char="•"/>
                <a:defRPr/>
              </a:pPr>
              <a:r>
                <a:rPr lang="en-AU" sz="1200" kern="0" noProof="0">
                  <a:solidFill>
                    <a:schemeClr val="bg1"/>
                  </a:solidFill>
                  <a:latin typeface="+mj-lt"/>
                  <a:cs typeface="Helvetica"/>
                  <a:sym typeface="Helvetica"/>
                </a:rPr>
                <a:t>Interactions, dependencies and coordination between stakeholders</a:t>
              </a:r>
            </a:p>
            <a:p>
              <a:pPr marL="92075" indent="-92075" hangingPunct="0">
                <a:lnSpc>
                  <a:spcPct val="90000"/>
                </a:lnSpc>
                <a:buClr>
                  <a:prstClr val="black"/>
                </a:buClr>
                <a:buFont typeface="Arial" panose="020B0604020202020204" pitchFamily="34" charset="0"/>
                <a:buChar char="•"/>
                <a:defRPr/>
              </a:pPr>
              <a:r>
                <a:rPr lang="en-AU" sz="1200" kern="0" noProof="0">
                  <a:solidFill>
                    <a:srgbClr val="12ABDB"/>
                  </a:solidFill>
                  <a:latin typeface="+mj-lt"/>
                  <a:cs typeface="Helvetica"/>
                  <a:sym typeface="Helvetica"/>
                </a:rPr>
                <a:t>Centralization vs Decentralization </a:t>
              </a:r>
              <a:r>
                <a:rPr lang="en-AU" sz="1200" kern="0" noProof="0">
                  <a:solidFill>
                    <a:schemeClr val="bg1"/>
                  </a:solidFill>
                  <a:latin typeface="+mj-lt"/>
                  <a:cs typeface="Helvetica"/>
                  <a:sym typeface="Helvetica"/>
                </a:rPr>
                <a:t>analysis</a:t>
              </a:r>
            </a:p>
            <a:p>
              <a:pPr hangingPunct="0">
                <a:lnSpc>
                  <a:spcPct val="90000"/>
                </a:lnSpc>
                <a:defRPr/>
              </a:pPr>
              <a:endParaRPr lang="en-AU" sz="1200" kern="0" noProof="0">
                <a:solidFill>
                  <a:schemeClr val="bg1"/>
                </a:solidFill>
                <a:latin typeface="+mj-lt"/>
                <a:cs typeface="Helvetica"/>
                <a:sym typeface="Helvetica"/>
              </a:endParaRPr>
            </a:p>
            <a:p>
              <a:pPr hangingPunct="0">
                <a:lnSpc>
                  <a:spcPct val="90000"/>
                </a:lnSpc>
                <a:defRPr/>
              </a:pPr>
              <a:r>
                <a:rPr lang="en-AU" sz="1200" i="1" kern="0" noProof="0">
                  <a:solidFill>
                    <a:schemeClr val="bg1"/>
                  </a:solidFill>
                  <a:latin typeface="+mj-lt"/>
                  <a:cs typeface="Helvetica"/>
                  <a:sym typeface="Helvetica"/>
                </a:rPr>
                <a:t>We help build strong business case through redefining new roles and an organizational impact assessment</a:t>
              </a:r>
            </a:p>
            <a:p>
              <a:pPr hangingPunct="0">
                <a:lnSpc>
                  <a:spcPct val="90000"/>
                </a:lnSpc>
                <a:defRPr/>
              </a:pPr>
              <a:endParaRPr lang="en-AU" sz="1200" kern="0" noProof="0">
                <a:solidFill>
                  <a:schemeClr val="bg1"/>
                </a:solidFill>
                <a:latin typeface="+mj-lt"/>
                <a:cs typeface="Helvetica"/>
                <a:sym typeface="Helvetica"/>
              </a:endParaRPr>
            </a:p>
            <a:p>
              <a:pPr hangingPunct="0">
                <a:lnSpc>
                  <a:spcPct val="90000"/>
                </a:lnSpc>
                <a:defRPr/>
              </a:pPr>
              <a:endParaRPr lang="en-AU" sz="1200" kern="0" noProof="0">
                <a:solidFill>
                  <a:schemeClr val="bg1"/>
                </a:solidFill>
                <a:latin typeface="+mj-lt"/>
                <a:cs typeface="Helvetica"/>
                <a:sym typeface="Helvetica"/>
              </a:endParaRPr>
            </a:p>
          </p:txBody>
        </p:sp>
        <p:sp>
          <p:nvSpPr>
            <p:cNvPr id="10" name="Rectangle 9">
              <a:extLst>
                <a:ext uri="{FF2B5EF4-FFF2-40B4-BE49-F238E27FC236}">
                  <a16:creationId xmlns:a16="http://schemas.microsoft.com/office/drawing/2014/main" id="{7A96D0E2-8055-77EA-31A8-8FC1C2DAC808}"/>
                </a:ext>
              </a:extLst>
            </p:cNvPr>
            <p:cNvSpPr/>
            <p:nvPr/>
          </p:nvSpPr>
          <p:spPr>
            <a:xfrm flipH="1">
              <a:off x="463597" y="1875675"/>
              <a:ext cx="3440508" cy="2086725"/>
            </a:xfrm>
            <a:prstGeom prst="rect">
              <a:avLst/>
            </a:prstGeom>
            <a:noFill/>
          </p:spPr>
          <p:txBody>
            <a:bodyPr wrap="square">
              <a:spAutoFit/>
            </a:bodyPr>
            <a:lstStyle/>
            <a:p>
              <a:pPr hangingPunct="0">
                <a:lnSpc>
                  <a:spcPct val="90000"/>
                </a:lnSpc>
                <a:defRPr/>
              </a:pPr>
              <a:r>
                <a:rPr lang="en-AU" sz="1200" b="1" kern="0" noProof="0">
                  <a:solidFill>
                    <a:schemeClr val="bg1"/>
                  </a:solidFill>
                  <a:latin typeface="+mj-lt"/>
                  <a:cs typeface="Helvetica"/>
                  <a:sym typeface="Helvetica"/>
                </a:rPr>
                <a:t>Technology</a:t>
              </a:r>
            </a:p>
            <a:p>
              <a:pPr marL="92075" indent="-92075" hangingPunct="0">
                <a:lnSpc>
                  <a:spcPct val="90000"/>
                </a:lnSpc>
                <a:buClr>
                  <a:prstClr val="black"/>
                </a:buClr>
                <a:buFont typeface="Arial" panose="020B0604020202020204" pitchFamily="34" charset="0"/>
                <a:buChar char="•"/>
                <a:defRPr/>
              </a:pPr>
              <a:r>
                <a:rPr lang="en-AU" sz="1200" kern="0" noProof="0">
                  <a:solidFill>
                    <a:srgbClr val="12ABDB"/>
                  </a:solidFill>
                  <a:latin typeface="+mj-lt"/>
                  <a:cs typeface="Helvetica"/>
                  <a:sym typeface="Helvetica"/>
                </a:rPr>
                <a:t>Infrastructure</a:t>
              </a:r>
              <a:r>
                <a:rPr lang="en-AU" sz="1200" kern="0" noProof="0">
                  <a:solidFill>
                    <a:schemeClr val="bg1"/>
                  </a:solidFill>
                  <a:latin typeface="+mj-lt"/>
                  <a:cs typeface="Helvetica"/>
                  <a:sym typeface="Helvetica"/>
                </a:rPr>
                <a:t> (Technical and  Business requirements)</a:t>
              </a:r>
            </a:p>
            <a:p>
              <a:pPr marL="92075" indent="-92075" hangingPunct="0">
                <a:lnSpc>
                  <a:spcPct val="90000"/>
                </a:lnSpc>
                <a:buClr>
                  <a:prstClr val="black"/>
                </a:buClr>
                <a:buFont typeface="Arial" panose="020B0604020202020204" pitchFamily="34" charset="0"/>
                <a:buChar char="•"/>
                <a:defRPr/>
              </a:pPr>
              <a:r>
                <a:rPr lang="en-AU" sz="1200" kern="0" noProof="0">
                  <a:solidFill>
                    <a:srgbClr val="12ABDB"/>
                  </a:solidFill>
                  <a:latin typeface="+mj-lt"/>
                  <a:cs typeface="Helvetica"/>
                  <a:sym typeface="Helvetica"/>
                </a:rPr>
                <a:t>Digital </a:t>
              </a:r>
              <a:r>
                <a:rPr lang="en-AU" sz="1200" kern="0" noProof="0">
                  <a:solidFill>
                    <a:schemeClr val="bg1"/>
                  </a:solidFill>
                  <a:latin typeface="+mj-lt"/>
                  <a:cs typeface="Helvetica"/>
                  <a:sym typeface="Helvetica"/>
                </a:rPr>
                <a:t>Ecosystem (Technology, Communication channels – KPI/Dashboard tool, Database, Compliance and Security)</a:t>
              </a:r>
            </a:p>
            <a:p>
              <a:pPr marL="92075" indent="-92075" hangingPunct="0">
                <a:lnSpc>
                  <a:spcPct val="90000"/>
                </a:lnSpc>
                <a:buClr>
                  <a:prstClr val="black"/>
                </a:buClr>
                <a:buFont typeface="Arial" panose="020B0604020202020204" pitchFamily="34" charset="0"/>
                <a:buChar char="•"/>
                <a:defRPr/>
              </a:pPr>
              <a:r>
                <a:rPr lang="en-AU" sz="1200" kern="0" noProof="0">
                  <a:solidFill>
                    <a:srgbClr val="12ABDB"/>
                  </a:solidFill>
                  <a:latin typeface="+mj-lt"/>
                  <a:cs typeface="Helvetica"/>
                  <a:sym typeface="Helvetica"/>
                </a:rPr>
                <a:t>Standardization and visibility </a:t>
              </a:r>
              <a:r>
                <a:rPr lang="en-AU" sz="1200" kern="0" noProof="0">
                  <a:solidFill>
                    <a:schemeClr val="bg1"/>
                  </a:solidFill>
                  <a:latin typeface="+mj-lt"/>
                  <a:cs typeface="Helvetica"/>
                  <a:sym typeface="Helvetica"/>
                </a:rPr>
                <a:t>through the E2R planning process</a:t>
              </a:r>
            </a:p>
            <a:p>
              <a:pPr hangingPunct="0">
                <a:lnSpc>
                  <a:spcPct val="90000"/>
                </a:lnSpc>
                <a:defRPr/>
              </a:pPr>
              <a:endParaRPr lang="en-AU" sz="1200" i="1" kern="0" noProof="0">
                <a:solidFill>
                  <a:prstClr val="black"/>
                </a:solidFill>
                <a:highlight>
                  <a:srgbClr val="FFFF00"/>
                </a:highlight>
                <a:latin typeface="+mj-lt"/>
                <a:cs typeface="Helvetica"/>
                <a:sym typeface="Helvetica"/>
              </a:endParaRPr>
            </a:p>
            <a:p>
              <a:pPr hangingPunct="0">
                <a:lnSpc>
                  <a:spcPct val="90000"/>
                </a:lnSpc>
                <a:defRPr/>
              </a:pPr>
              <a:r>
                <a:rPr lang="en-AU" sz="1200" i="1" kern="0" noProof="0">
                  <a:solidFill>
                    <a:prstClr val="black"/>
                  </a:solidFill>
                  <a:latin typeface="+mj-lt"/>
                  <a:cs typeface="Helvetica"/>
                  <a:sym typeface="Helvetica"/>
                </a:rPr>
                <a:t>We assess the current technology landscape and propose a technology model adapted to the level of maturity and streamline future processes</a:t>
              </a:r>
              <a:endParaRPr lang="en-AU" sz="1200" kern="0" noProof="0">
                <a:solidFill>
                  <a:prstClr val="black"/>
                </a:solidFill>
                <a:latin typeface="+mj-lt"/>
                <a:cs typeface="Helvetica"/>
                <a:sym typeface="Helvetica"/>
              </a:endParaRPr>
            </a:p>
          </p:txBody>
        </p:sp>
        <p:sp>
          <p:nvSpPr>
            <p:cNvPr id="11" name="Rectangle 10">
              <a:extLst>
                <a:ext uri="{FF2B5EF4-FFF2-40B4-BE49-F238E27FC236}">
                  <a16:creationId xmlns:a16="http://schemas.microsoft.com/office/drawing/2014/main" id="{905A9301-9ACE-7D50-D307-AC585F4EB6B7}"/>
                </a:ext>
              </a:extLst>
            </p:cNvPr>
            <p:cNvSpPr/>
            <p:nvPr/>
          </p:nvSpPr>
          <p:spPr>
            <a:xfrm flipH="1">
              <a:off x="568064" y="4751098"/>
              <a:ext cx="3771337" cy="1255728"/>
            </a:xfrm>
            <a:prstGeom prst="rect">
              <a:avLst/>
            </a:prstGeom>
            <a:noFill/>
          </p:spPr>
          <p:txBody>
            <a:bodyPr wrap="square">
              <a:spAutoFit/>
            </a:bodyPr>
            <a:lstStyle/>
            <a:p>
              <a:pPr hangingPunct="0">
                <a:lnSpc>
                  <a:spcPct val="90000"/>
                </a:lnSpc>
                <a:defRPr/>
              </a:pPr>
              <a:r>
                <a:rPr lang="en-AU" sz="1200" b="1" kern="0" noProof="0">
                  <a:solidFill>
                    <a:schemeClr val="bg1"/>
                  </a:solidFill>
                  <a:latin typeface="+mj-lt"/>
                  <a:cs typeface="Helvetica"/>
                  <a:sym typeface="Helvetica"/>
                </a:rPr>
                <a:t>Data &amp; Metrics</a:t>
              </a:r>
            </a:p>
            <a:p>
              <a:pPr marL="92075" indent="-92075" hangingPunct="0">
                <a:lnSpc>
                  <a:spcPct val="90000"/>
                </a:lnSpc>
                <a:buClr>
                  <a:prstClr val="black"/>
                </a:buClr>
                <a:buFont typeface="Arial" panose="020B0604020202020204" pitchFamily="34" charset="0"/>
                <a:buChar char="•"/>
                <a:defRPr/>
              </a:pPr>
              <a:r>
                <a:rPr lang="en-AU" sz="1200" kern="0" noProof="0">
                  <a:solidFill>
                    <a:srgbClr val="12ABDB"/>
                  </a:solidFill>
                  <a:latin typeface="+mj-lt"/>
                  <a:cs typeface="Helvetica"/>
                  <a:sym typeface="Helvetica"/>
                </a:rPr>
                <a:t>Steering &amp; Planning Reporting </a:t>
              </a:r>
              <a:r>
                <a:rPr lang="en-AU" sz="1200" kern="0" noProof="0">
                  <a:solidFill>
                    <a:schemeClr val="bg1"/>
                  </a:solidFill>
                  <a:latin typeface="+mj-lt"/>
                  <a:cs typeface="Helvetica"/>
                  <a:sym typeface="Helvetica"/>
                </a:rPr>
                <a:t>(KPIs, Performance metrics, Cost, Error Evaluation)</a:t>
              </a:r>
            </a:p>
            <a:p>
              <a:pPr marL="92075" indent="-92075" hangingPunct="0">
                <a:lnSpc>
                  <a:spcPct val="90000"/>
                </a:lnSpc>
                <a:buClr>
                  <a:prstClr val="black"/>
                </a:buClr>
                <a:buFont typeface="Arial" panose="020B0604020202020204" pitchFamily="34" charset="0"/>
                <a:buChar char="•"/>
                <a:defRPr/>
              </a:pPr>
              <a:r>
                <a:rPr lang="en-AU" sz="1200" kern="0" noProof="0">
                  <a:solidFill>
                    <a:srgbClr val="12ABDB"/>
                  </a:solidFill>
                  <a:latin typeface="+mj-lt"/>
                  <a:cs typeface="Helvetica"/>
                  <a:sym typeface="Helvetica"/>
                </a:rPr>
                <a:t>Data Governance </a:t>
              </a:r>
              <a:r>
                <a:rPr lang="en-AU" sz="1200" kern="0" noProof="0">
                  <a:solidFill>
                    <a:schemeClr val="bg1"/>
                  </a:solidFill>
                  <a:latin typeface="+mj-lt"/>
                  <a:cs typeface="Helvetica"/>
                  <a:sym typeface="Helvetica"/>
                </a:rPr>
                <a:t>and maintenance process</a:t>
              </a:r>
            </a:p>
            <a:p>
              <a:pPr hangingPunct="0">
                <a:lnSpc>
                  <a:spcPct val="90000"/>
                </a:lnSpc>
                <a:defRPr/>
              </a:pPr>
              <a:endParaRPr lang="en-AU" sz="1200" kern="0" noProof="0">
                <a:solidFill>
                  <a:schemeClr val="bg1"/>
                </a:solidFill>
                <a:latin typeface="+mj-lt"/>
                <a:cs typeface="Helvetica"/>
                <a:sym typeface="Helvetica"/>
              </a:endParaRPr>
            </a:p>
            <a:p>
              <a:pPr hangingPunct="0">
                <a:lnSpc>
                  <a:spcPct val="90000"/>
                </a:lnSpc>
                <a:defRPr/>
              </a:pPr>
              <a:r>
                <a:rPr lang="en-AU" sz="1200" i="1" kern="0" noProof="0">
                  <a:solidFill>
                    <a:schemeClr val="bg1"/>
                  </a:solidFill>
                  <a:latin typeface="+mj-lt"/>
                  <a:cs typeface="Helvetica"/>
                  <a:sym typeface="Helvetica"/>
                </a:rPr>
                <a:t>We provide a robust data model that ensures consistency and accessibility of information</a:t>
              </a:r>
            </a:p>
          </p:txBody>
        </p:sp>
        <p:grpSp>
          <p:nvGrpSpPr>
            <p:cNvPr id="12" name="Group 11">
              <a:extLst>
                <a:ext uri="{FF2B5EF4-FFF2-40B4-BE49-F238E27FC236}">
                  <a16:creationId xmlns:a16="http://schemas.microsoft.com/office/drawing/2014/main" id="{C379F043-9DA4-82B9-0CA1-90165792532A}"/>
                </a:ext>
              </a:extLst>
            </p:cNvPr>
            <p:cNvGrpSpPr/>
            <p:nvPr/>
          </p:nvGrpSpPr>
          <p:grpSpPr>
            <a:xfrm>
              <a:off x="3886202" y="1473583"/>
              <a:ext cx="4419601" cy="4417870"/>
              <a:chOff x="3886202" y="1473583"/>
              <a:chExt cx="4419601" cy="4417870"/>
            </a:xfrm>
          </p:grpSpPr>
          <p:grpSp>
            <p:nvGrpSpPr>
              <p:cNvPr id="81" name="Group 80">
                <a:extLst>
                  <a:ext uri="{FF2B5EF4-FFF2-40B4-BE49-F238E27FC236}">
                    <a16:creationId xmlns:a16="http://schemas.microsoft.com/office/drawing/2014/main" id="{3F1A10DF-67B6-A755-FD84-CB7B3F258E70}"/>
                  </a:ext>
                </a:extLst>
              </p:cNvPr>
              <p:cNvGrpSpPr/>
              <p:nvPr/>
            </p:nvGrpSpPr>
            <p:grpSpPr>
              <a:xfrm>
                <a:off x="3886202" y="1473583"/>
                <a:ext cx="4419601" cy="4417870"/>
                <a:chOff x="4341050" y="1220930"/>
                <a:chExt cx="2616722" cy="2617182"/>
              </a:xfrm>
              <a:effectLst>
                <a:outerShdw blurRad="63500" sx="102000" sy="102000" algn="ctr" rotWithShape="0">
                  <a:prstClr val="black">
                    <a:alpha val="40000"/>
                  </a:prstClr>
                </a:outerShdw>
              </a:effectLst>
            </p:grpSpPr>
            <p:sp>
              <p:nvSpPr>
                <p:cNvPr id="83" name="Freeform 6">
                  <a:extLst>
                    <a:ext uri="{FF2B5EF4-FFF2-40B4-BE49-F238E27FC236}">
                      <a16:creationId xmlns:a16="http://schemas.microsoft.com/office/drawing/2014/main" id="{EC54D0E4-41EB-8B6B-841D-98EDAF81FE87}"/>
                    </a:ext>
                  </a:extLst>
                </p:cNvPr>
                <p:cNvSpPr>
                  <a:spLocks/>
                </p:cNvSpPr>
                <p:nvPr/>
              </p:nvSpPr>
              <p:spPr bwMode="auto">
                <a:xfrm rot="18900000">
                  <a:off x="5708365" y="2124043"/>
                  <a:ext cx="1249407" cy="1247184"/>
                </a:xfrm>
                <a:custGeom>
                  <a:avLst/>
                  <a:gdLst>
                    <a:gd name="T0" fmla="*/ 720 w 721"/>
                    <a:gd name="T1" fmla="*/ 356 h 720"/>
                    <a:gd name="T2" fmla="*/ 721 w 721"/>
                    <a:gd name="T3" fmla="*/ 542 h 720"/>
                    <a:gd name="T4" fmla="*/ 535 w 721"/>
                    <a:gd name="T5" fmla="*/ 542 h 720"/>
                    <a:gd name="T6" fmla="*/ 526 w 721"/>
                    <a:gd name="T7" fmla="*/ 543 h 720"/>
                    <a:gd name="T8" fmla="*/ 506 w 721"/>
                    <a:gd name="T9" fmla="*/ 603 h 720"/>
                    <a:gd name="T10" fmla="*/ 522 w 721"/>
                    <a:gd name="T11" fmla="*/ 643 h 720"/>
                    <a:gd name="T12" fmla="*/ 445 w 721"/>
                    <a:gd name="T13" fmla="*/ 720 h 720"/>
                    <a:gd name="T14" fmla="*/ 369 w 721"/>
                    <a:gd name="T15" fmla="*/ 643 h 720"/>
                    <a:gd name="T16" fmla="*/ 385 w 721"/>
                    <a:gd name="T17" fmla="*/ 603 h 720"/>
                    <a:gd name="T18" fmla="*/ 365 w 721"/>
                    <a:gd name="T19" fmla="*/ 543 h 720"/>
                    <a:gd name="T20" fmla="*/ 356 w 721"/>
                    <a:gd name="T21" fmla="*/ 542 h 720"/>
                    <a:gd name="T22" fmla="*/ 179 w 721"/>
                    <a:gd name="T23" fmla="*/ 542 h 720"/>
                    <a:gd name="T24" fmla="*/ 179 w 721"/>
                    <a:gd name="T25" fmla="*/ 356 h 720"/>
                    <a:gd name="T26" fmla="*/ 177 w 721"/>
                    <a:gd name="T27" fmla="*/ 346 h 720"/>
                    <a:gd name="T28" fmla="*/ 143 w 721"/>
                    <a:gd name="T29" fmla="*/ 296 h 720"/>
                    <a:gd name="T30" fmla="*/ 110 w 721"/>
                    <a:gd name="T31" fmla="*/ 314 h 720"/>
                    <a:gd name="T32" fmla="*/ 104 w 721"/>
                    <a:gd name="T33" fmla="*/ 321 h 720"/>
                    <a:gd name="T34" fmla="*/ 69 w 721"/>
                    <a:gd name="T35" fmla="*/ 335 h 720"/>
                    <a:gd name="T36" fmla="*/ 68 w 721"/>
                    <a:gd name="T37" fmla="*/ 335 h 720"/>
                    <a:gd name="T38" fmla="*/ 0 w 721"/>
                    <a:gd name="T39" fmla="*/ 267 h 720"/>
                    <a:gd name="T40" fmla="*/ 68 w 721"/>
                    <a:gd name="T41" fmla="*/ 198 h 720"/>
                    <a:gd name="T42" fmla="*/ 69 w 721"/>
                    <a:gd name="T43" fmla="*/ 198 h 720"/>
                    <a:gd name="T44" fmla="*/ 82 w 721"/>
                    <a:gd name="T45" fmla="*/ 200 h 720"/>
                    <a:gd name="T46" fmla="*/ 104 w 721"/>
                    <a:gd name="T47" fmla="*/ 213 h 720"/>
                    <a:gd name="T48" fmla="*/ 110 w 721"/>
                    <a:gd name="T49" fmla="*/ 219 h 720"/>
                    <a:gd name="T50" fmla="*/ 143 w 721"/>
                    <a:gd name="T51" fmla="*/ 238 h 720"/>
                    <a:gd name="T52" fmla="*/ 177 w 721"/>
                    <a:gd name="T53" fmla="*/ 188 h 720"/>
                    <a:gd name="T54" fmla="*/ 179 w 721"/>
                    <a:gd name="T55" fmla="*/ 177 h 720"/>
                    <a:gd name="T56" fmla="*/ 179 w 721"/>
                    <a:gd name="T57" fmla="*/ 0 h 720"/>
                    <a:gd name="T58" fmla="*/ 179 w 721"/>
                    <a:gd name="T59" fmla="*/ 0 h 720"/>
                    <a:gd name="T60" fmla="*/ 179 w 721"/>
                    <a:gd name="T61" fmla="*/ 0 h 720"/>
                    <a:gd name="T62" fmla="*/ 356 w 721"/>
                    <a:gd name="T63" fmla="*/ 0 h 720"/>
                    <a:gd name="T64" fmla="*/ 363 w 721"/>
                    <a:gd name="T65" fmla="*/ 1 h 720"/>
                    <a:gd name="T66" fmla="*/ 400 w 721"/>
                    <a:gd name="T67" fmla="*/ 18 h 720"/>
                    <a:gd name="T68" fmla="*/ 386 w 721"/>
                    <a:gd name="T69" fmla="*/ 40 h 720"/>
                    <a:gd name="T70" fmla="*/ 379 w 721"/>
                    <a:gd name="T71" fmla="*/ 47 h 720"/>
                    <a:gd name="T72" fmla="*/ 360 w 721"/>
                    <a:gd name="T73" fmla="*/ 93 h 720"/>
                    <a:gd name="T74" fmla="*/ 445 w 721"/>
                    <a:gd name="T75" fmla="*/ 178 h 720"/>
                    <a:gd name="T76" fmla="*/ 530 w 721"/>
                    <a:gd name="T77" fmla="*/ 93 h 720"/>
                    <a:gd name="T78" fmla="*/ 512 w 721"/>
                    <a:gd name="T79" fmla="*/ 47 h 720"/>
                    <a:gd name="T80" fmla="*/ 505 w 721"/>
                    <a:gd name="T81" fmla="*/ 40 h 720"/>
                    <a:gd name="T82" fmla="*/ 491 w 721"/>
                    <a:gd name="T83" fmla="*/ 18 h 720"/>
                    <a:gd name="T84" fmla="*/ 528 w 721"/>
                    <a:gd name="T85" fmla="*/ 1 h 720"/>
                    <a:gd name="T86" fmla="*/ 535 w 721"/>
                    <a:gd name="T87" fmla="*/ 0 h 720"/>
                    <a:gd name="T88" fmla="*/ 721 w 721"/>
                    <a:gd name="T89" fmla="*/ 0 h 720"/>
                    <a:gd name="T90" fmla="*/ 720 w 721"/>
                    <a:gd name="T91" fmla="*/ 177 h 720"/>
                    <a:gd name="T92" fmla="*/ 719 w 721"/>
                    <a:gd name="T93" fmla="*/ 186 h 720"/>
                    <a:gd name="T94" fmla="*/ 693 w 721"/>
                    <a:gd name="T95" fmla="*/ 229 h 720"/>
                    <a:gd name="T96" fmla="*/ 659 w 721"/>
                    <a:gd name="T97" fmla="*/ 206 h 720"/>
                    <a:gd name="T98" fmla="*/ 620 w 721"/>
                    <a:gd name="T99" fmla="*/ 190 h 720"/>
                    <a:gd name="T100" fmla="*/ 619 w 721"/>
                    <a:gd name="T101" fmla="*/ 190 h 720"/>
                    <a:gd name="T102" fmla="*/ 542 w 721"/>
                    <a:gd name="T103" fmla="*/ 267 h 720"/>
                    <a:gd name="T104" fmla="*/ 619 w 721"/>
                    <a:gd name="T105" fmla="*/ 343 h 720"/>
                    <a:gd name="T106" fmla="*/ 620 w 721"/>
                    <a:gd name="T107" fmla="*/ 343 h 720"/>
                    <a:gd name="T108" fmla="*/ 659 w 721"/>
                    <a:gd name="T109" fmla="*/ 327 h 720"/>
                    <a:gd name="T110" fmla="*/ 693 w 721"/>
                    <a:gd name="T111" fmla="*/ 304 h 720"/>
                    <a:gd name="T112" fmla="*/ 719 w 721"/>
                    <a:gd name="T113" fmla="*/ 348 h 720"/>
                    <a:gd name="T114" fmla="*/ 720 w 721"/>
                    <a:gd name="T115" fmla="*/ 356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1" h="720">
                      <a:moveTo>
                        <a:pt x="720" y="356"/>
                      </a:moveTo>
                      <a:cubicBezTo>
                        <a:pt x="721" y="542"/>
                        <a:pt x="721" y="542"/>
                        <a:pt x="721" y="542"/>
                      </a:cubicBezTo>
                      <a:cubicBezTo>
                        <a:pt x="535" y="542"/>
                        <a:pt x="535" y="542"/>
                        <a:pt x="535" y="542"/>
                      </a:cubicBezTo>
                      <a:cubicBezTo>
                        <a:pt x="532" y="542"/>
                        <a:pt x="529" y="542"/>
                        <a:pt x="526" y="543"/>
                      </a:cubicBezTo>
                      <a:cubicBezTo>
                        <a:pt x="455" y="559"/>
                        <a:pt x="489" y="583"/>
                        <a:pt x="506" y="603"/>
                      </a:cubicBezTo>
                      <a:cubicBezTo>
                        <a:pt x="523" y="623"/>
                        <a:pt x="522" y="643"/>
                        <a:pt x="522" y="643"/>
                      </a:cubicBezTo>
                      <a:cubicBezTo>
                        <a:pt x="522" y="686"/>
                        <a:pt x="488" y="720"/>
                        <a:pt x="445" y="720"/>
                      </a:cubicBezTo>
                      <a:cubicBezTo>
                        <a:pt x="403" y="720"/>
                        <a:pt x="369" y="686"/>
                        <a:pt x="369" y="643"/>
                      </a:cubicBezTo>
                      <a:cubicBezTo>
                        <a:pt x="369" y="643"/>
                        <a:pt x="368" y="623"/>
                        <a:pt x="385" y="603"/>
                      </a:cubicBezTo>
                      <a:cubicBezTo>
                        <a:pt x="402" y="583"/>
                        <a:pt x="436" y="559"/>
                        <a:pt x="365" y="543"/>
                      </a:cubicBezTo>
                      <a:cubicBezTo>
                        <a:pt x="362" y="542"/>
                        <a:pt x="359" y="542"/>
                        <a:pt x="356" y="542"/>
                      </a:cubicBezTo>
                      <a:cubicBezTo>
                        <a:pt x="179" y="542"/>
                        <a:pt x="179" y="542"/>
                        <a:pt x="179" y="542"/>
                      </a:cubicBezTo>
                      <a:cubicBezTo>
                        <a:pt x="179" y="356"/>
                        <a:pt x="179" y="356"/>
                        <a:pt x="179" y="356"/>
                      </a:cubicBezTo>
                      <a:cubicBezTo>
                        <a:pt x="179" y="353"/>
                        <a:pt x="178" y="349"/>
                        <a:pt x="177" y="346"/>
                      </a:cubicBezTo>
                      <a:cubicBezTo>
                        <a:pt x="172" y="322"/>
                        <a:pt x="163" y="296"/>
                        <a:pt x="143" y="296"/>
                      </a:cubicBezTo>
                      <a:cubicBezTo>
                        <a:pt x="131" y="296"/>
                        <a:pt x="120" y="305"/>
                        <a:pt x="110" y="314"/>
                      </a:cubicBezTo>
                      <a:cubicBezTo>
                        <a:pt x="108" y="317"/>
                        <a:pt x="106" y="319"/>
                        <a:pt x="104" y="321"/>
                      </a:cubicBezTo>
                      <a:cubicBezTo>
                        <a:pt x="88" y="334"/>
                        <a:pt x="72" y="335"/>
                        <a:pt x="69" y="335"/>
                      </a:cubicBezTo>
                      <a:cubicBezTo>
                        <a:pt x="68" y="335"/>
                        <a:pt x="68" y="335"/>
                        <a:pt x="68" y="335"/>
                      </a:cubicBezTo>
                      <a:cubicBezTo>
                        <a:pt x="31" y="335"/>
                        <a:pt x="0" y="304"/>
                        <a:pt x="0" y="267"/>
                      </a:cubicBezTo>
                      <a:cubicBezTo>
                        <a:pt x="0" y="229"/>
                        <a:pt x="31" y="198"/>
                        <a:pt x="68" y="198"/>
                      </a:cubicBezTo>
                      <a:cubicBezTo>
                        <a:pt x="69" y="198"/>
                        <a:pt x="69" y="198"/>
                        <a:pt x="69" y="198"/>
                      </a:cubicBezTo>
                      <a:cubicBezTo>
                        <a:pt x="71" y="198"/>
                        <a:pt x="75" y="199"/>
                        <a:pt x="82" y="200"/>
                      </a:cubicBezTo>
                      <a:cubicBezTo>
                        <a:pt x="88" y="202"/>
                        <a:pt x="96" y="206"/>
                        <a:pt x="104" y="213"/>
                      </a:cubicBezTo>
                      <a:cubicBezTo>
                        <a:pt x="106" y="215"/>
                        <a:pt x="108" y="217"/>
                        <a:pt x="110" y="219"/>
                      </a:cubicBezTo>
                      <a:cubicBezTo>
                        <a:pt x="120" y="228"/>
                        <a:pt x="131" y="238"/>
                        <a:pt x="143" y="238"/>
                      </a:cubicBezTo>
                      <a:cubicBezTo>
                        <a:pt x="163" y="238"/>
                        <a:pt x="172" y="211"/>
                        <a:pt x="177" y="188"/>
                      </a:cubicBezTo>
                      <a:cubicBezTo>
                        <a:pt x="178" y="184"/>
                        <a:pt x="179" y="181"/>
                        <a:pt x="179" y="177"/>
                      </a:cubicBezTo>
                      <a:cubicBezTo>
                        <a:pt x="179" y="0"/>
                        <a:pt x="179" y="0"/>
                        <a:pt x="179" y="0"/>
                      </a:cubicBezTo>
                      <a:cubicBezTo>
                        <a:pt x="179" y="0"/>
                        <a:pt x="179" y="0"/>
                        <a:pt x="179" y="0"/>
                      </a:cubicBezTo>
                      <a:cubicBezTo>
                        <a:pt x="179" y="0"/>
                        <a:pt x="179" y="0"/>
                        <a:pt x="179" y="0"/>
                      </a:cubicBezTo>
                      <a:cubicBezTo>
                        <a:pt x="356" y="0"/>
                        <a:pt x="356" y="0"/>
                        <a:pt x="356" y="0"/>
                      </a:cubicBezTo>
                      <a:cubicBezTo>
                        <a:pt x="358" y="0"/>
                        <a:pt x="360" y="0"/>
                        <a:pt x="363" y="1"/>
                      </a:cubicBezTo>
                      <a:cubicBezTo>
                        <a:pt x="394" y="8"/>
                        <a:pt x="399" y="16"/>
                        <a:pt x="400" y="18"/>
                      </a:cubicBezTo>
                      <a:cubicBezTo>
                        <a:pt x="401" y="23"/>
                        <a:pt x="392" y="33"/>
                        <a:pt x="386" y="40"/>
                      </a:cubicBezTo>
                      <a:cubicBezTo>
                        <a:pt x="383" y="42"/>
                        <a:pt x="381" y="45"/>
                        <a:pt x="379" y="47"/>
                      </a:cubicBezTo>
                      <a:cubicBezTo>
                        <a:pt x="360" y="69"/>
                        <a:pt x="360" y="90"/>
                        <a:pt x="360" y="93"/>
                      </a:cubicBezTo>
                      <a:cubicBezTo>
                        <a:pt x="360" y="140"/>
                        <a:pt x="399" y="178"/>
                        <a:pt x="445" y="178"/>
                      </a:cubicBezTo>
                      <a:cubicBezTo>
                        <a:pt x="492" y="178"/>
                        <a:pt x="530" y="140"/>
                        <a:pt x="530" y="93"/>
                      </a:cubicBezTo>
                      <a:cubicBezTo>
                        <a:pt x="530" y="90"/>
                        <a:pt x="531" y="68"/>
                        <a:pt x="512" y="47"/>
                      </a:cubicBezTo>
                      <a:cubicBezTo>
                        <a:pt x="510" y="45"/>
                        <a:pt x="508" y="42"/>
                        <a:pt x="505" y="40"/>
                      </a:cubicBezTo>
                      <a:cubicBezTo>
                        <a:pt x="499" y="33"/>
                        <a:pt x="490" y="23"/>
                        <a:pt x="491" y="18"/>
                      </a:cubicBezTo>
                      <a:cubicBezTo>
                        <a:pt x="492" y="16"/>
                        <a:pt x="497" y="8"/>
                        <a:pt x="528" y="1"/>
                      </a:cubicBezTo>
                      <a:cubicBezTo>
                        <a:pt x="530" y="0"/>
                        <a:pt x="533" y="0"/>
                        <a:pt x="535" y="0"/>
                      </a:cubicBezTo>
                      <a:cubicBezTo>
                        <a:pt x="721" y="0"/>
                        <a:pt x="721" y="0"/>
                        <a:pt x="721" y="0"/>
                      </a:cubicBezTo>
                      <a:cubicBezTo>
                        <a:pt x="720" y="177"/>
                        <a:pt x="720" y="177"/>
                        <a:pt x="720" y="177"/>
                      </a:cubicBezTo>
                      <a:cubicBezTo>
                        <a:pt x="720" y="180"/>
                        <a:pt x="720" y="183"/>
                        <a:pt x="719" y="186"/>
                      </a:cubicBezTo>
                      <a:cubicBezTo>
                        <a:pt x="712" y="219"/>
                        <a:pt x="703" y="229"/>
                        <a:pt x="693" y="229"/>
                      </a:cubicBezTo>
                      <a:cubicBezTo>
                        <a:pt x="682" y="229"/>
                        <a:pt x="670" y="215"/>
                        <a:pt x="659" y="206"/>
                      </a:cubicBezTo>
                      <a:cubicBezTo>
                        <a:pt x="642" y="191"/>
                        <a:pt x="624" y="190"/>
                        <a:pt x="620" y="190"/>
                      </a:cubicBezTo>
                      <a:cubicBezTo>
                        <a:pt x="619" y="190"/>
                        <a:pt x="619" y="190"/>
                        <a:pt x="619" y="190"/>
                      </a:cubicBezTo>
                      <a:cubicBezTo>
                        <a:pt x="576" y="190"/>
                        <a:pt x="542" y="224"/>
                        <a:pt x="542" y="267"/>
                      </a:cubicBezTo>
                      <a:cubicBezTo>
                        <a:pt x="542" y="309"/>
                        <a:pt x="576" y="343"/>
                        <a:pt x="619" y="343"/>
                      </a:cubicBezTo>
                      <a:cubicBezTo>
                        <a:pt x="619" y="343"/>
                        <a:pt x="619" y="343"/>
                        <a:pt x="620" y="343"/>
                      </a:cubicBezTo>
                      <a:cubicBezTo>
                        <a:pt x="623" y="343"/>
                        <a:pt x="641" y="342"/>
                        <a:pt x="659" y="327"/>
                      </a:cubicBezTo>
                      <a:cubicBezTo>
                        <a:pt x="670" y="318"/>
                        <a:pt x="682" y="304"/>
                        <a:pt x="693" y="304"/>
                      </a:cubicBezTo>
                      <a:cubicBezTo>
                        <a:pt x="703" y="304"/>
                        <a:pt x="712" y="314"/>
                        <a:pt x="719" y="348"/>
                      </a:cubicBezTo>
                      <a:cubicBezTo>
                        <a:pt x="720" y="350"/>
                        <a:pt x="720" y="353"/>
                        <a:pt x="720" y="356"/>
                      </a:cubicBezTo>
                      <a:close/>
                    </a:path>
                  </a:pathLst>
                </a:custGeom>
                <a:solidFill>
                  <a:srgbClr val="9D46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84" name="Freeform 5">
                  <a:extLst>
                    <a:ext uri="{FF2B5EF4-FFF2-40B4-BE49-F238E27FC236}">
                      <a16:creationId xmlns:a16="http://schemas.microsoft.com/office/drawing/2014/main" id="{0958B3A7-0CC3-EADA-6FD2-3C81AE54C7CE}"/>
                    </a:ext>
                  </a:extLst>
                </p:cNvPr>
                <p:cNvSpPr>
                  <a:spLocks/>
                </p:cNvSpPr>
                <p:nvPr/>
              </p:nvSpPr>
              <p:spPr bwMode="auto">
                <a:xfrm rot="18900000">
                  <a:off x="4807148" y="2590928"/>
                  <a:ext cx="1247184" cy="1247184"/>
                </a:xfrm>
                <a:custGeom>
                  <a:avLst/>
                  <a:gdLst>
                    <a:gd name="T0" fmla="*/ 720 w 720"/>
                    <a:gd name="T1" fmla="*/ 534 h 720"/>
                    <a:gd name="T2" fmla="*/ 720 w 720"/>
                    <a:gd name="T3" fmla="*/ 720 h 720"/>
                    <a:gd name="T4" fmla="*/ 720 w 720"/>
                    <a:gd name="T5" fmla="*/ 720 h 720"/>
                    <a:gd name="T6" fmla="*/ 543 w 720"/>
                    <a:gd name="T7" fmla="*/ 720 h 720"/>
                    <a:gd name="T8" fmla="*/ 534 w 720"/>
                    <a:gd name="T9" fmla="*/ 719 h 720"/>
                    <a:gd name="T10" fmla="*/ 513 w 720"/>
                    <a:gd name="T11" fmla="*/ 659 h 720"/>
                    <a:gd name="T12" fmla="*/ 530 w 720"/>
                    <a:gd name="T13" fmla="*/ 618 h 720"/>
                    <a:gd name="T14" fmla="*/ 453 w 720"/>
                    <a:gd name="T15" fmla="*/ 541 h 720"/>
                    <a:gd name="T16" fmla="*/ 376 w 720"/>
                    <a:gd name="T17" fmla="*/ 618 h 720"/>
                    <a:gd name="T18" fmla="*/ 393 w 720"/>
                    <a:gd name="T19" fmla="*/ 659 h 720"/>
                    <a:gd name="T20" fmla="*/ 372 w 720"/>
                    <a:gd name="T21" fmla="*/ 719 h 720"/>
                    <a:gd name="T22" fmla="*/ 363 w 720"/>
                    <a:gd name="T23" fmla="*/ 720 h 720"/>
                    <a:gd name="T24" fmla="*/ 178 w 720"/>
                    <a:gd name="T25" fmla="*/ 720 h 720"/>
                    <a:gd name="T26" fmla="*/ 178 w 720"/>
                    <a:gd name="T27" fmla="*/ 534 h 720"/>
                    <a:gd name="T28" fmla="*/ 177 w 720"/>
                    <a:gd name="T29" fmla="*/ 526 h 720"/>
                    <a:gd name="T30" fmla="*/ 150 w 720"/>
                    <a:gd name="T31" fmla="*/ 482 h 720"/>
                    <a:gd name="T32" fmla="*/ 117 w 720"/>
                    <a:gd name="T33" fmla="*/ 505 h 720"/>
                    <a:gd name="T34" fmla="*/ 77 w 720"/>
                    <a:gd name="T35" fmla="*/ 521 h 720"/>
                    <a:gd name="T36" fmla="*/ 76 w 720"/>
                    <a:gd name="T37" fmla="*/ 521 h 720"/>
                    <a:gd name="T38" fmla="*/ 0 w 720"/>
                    <a:gd name="T39" fmla="*/ 445 h 720"/>
                    <a:gd name="T40" fmla="*/ 76 w 720"/>
                    <a:gd name="T41" fmla="*/ 368 h 720"/>
                    <a:gd name="T42" fmla="*/ 77 w 720"/>
                    <a:gd name="T43" fmla="*/ 368 h 720"/>
                    <a:gd name="T44" fmla="*/ 117 w 720"/>
                    <a:gd name="T45" fmla="*/ 384 h 720"/>
                    <a:gd name="T46" fmla="*/ 150 w 720"/>
                    <a:gd name="T47" fmla="*/ 407 h 720"/>
                    <a:gd name="T48" fmla="*/ 177 w 720"/>
                    <a:gd name="T49" fmla="*/ 364 h 720"/>
                    <a:gd name="T50" fmla="*/ 178 w 720"/>
                    <a:gd name="T51" fmla="*/ 355 h 720"/>
                    <a:gd name="T52" fmla="*/ 178 w 720"/>
                    <a:gd name="T53" fmla="*/ 178 h 720"/>
                    <a:gd name="T54" fmla="*/ 363 w 720"/>
                    <a:gd name="T55" fmla="*/ 178 h 720"/>
                    <a:gd name="T56" fmla="*/ 374 w 720"/>
                    <a:gd name="T57" fmla="*/ 177 h 720"/>
                    <a:gd name="T58" fmla="*/ 423 w 720"/>
                    <a:gd name="T59" fmla="*/ 148 h 720"/>
                    <a:gd name="T60" fmla="*/ 405 w 720"/>
                    <a:gd name="T61" fmla="*/ 110 h 720"/>
                    <a:gd name="T62" fmla="*/ 399 w 720"/>
                    <a:gd name="T63" fmla="*/ 103 h 720"/>
                    <a:gd name="T64" fmla="*/ 385 w 720"/>
                    <a:gd name="T65" fmla="*/ 68 h 720"/>
                    <a:gd name="T66" fmla="*/ 453 w 720"/>
                    <a:gd name="T67" fmla="*/ 0 h 720"/>
                    <a:gd name="T68" fmla="*/ 521 w 720"/>
                    <a:gd name="T69" fmla="*/ 68 h 720"/>
                    <a:gd name="T70" fmla="*/ 521 w 720"/>
                    <a:gd name="T71" fmla="*/ 68 h 720"/>
                    <a:gd name="T72" fmla="*/ 507 w 720"/>
                    <a:gd name="T73" fmla="*/ 103 h 720"/>
                    <a:gd name="T74" fmla="*/ 501 w 720"/>
                    <a:gd name="T75" fmla="*/ 110 h 720"/>
                    <a:gd name="T76" fmla="*/ 483 w 720"/>
                    <a:gd name="T77" fmla="*/ 148 h 720"/>
                    <a:gd name="T78" fmla="*/ 532 w 720"/>
                    <a:gd name="T79" fmla="*/ 177 h 720"/>
                    <a:gd name="T80" fmla="*/ 543 w 720"/>
                    <a:gd name="T81" fmla="*/ 178 h 720"/>
                    <a:gd name="T82" fmla="*/ 720 w 720"/>
                    <a:gd name="T83" fmla="*/ 178 h 720"/>
                    <a:gd name="T84" fmla="*/ 720 w 720"/>
                    <a:gd name="T85" fmla="*/ 355 h 720"/>
                    <a:gd name="T86" fmla="*/ 719 w 720"/>
                    <a:gd name="T87" fmla="*/ 362 h 720"/>
                    <a:gd name="T88" fmla="*/ 701 w 720"/>
                    <a:gd name="T89" fmla="*/ 399 h 720"/>
                    <a:gd name="T90" fmla="*/ 680 w 720"/>
                    <a:gd name="T91" fmla="*/ 385 h 720"/>
                    <a:gd name="T92" fmla="*/ 672 w 720"/>
                    <a:gd name="T93" fmla="*/ 378 h 720"/>
                    <a:gd name="T94" fmla="*/ 627 w 720"/>
                    <a:gd name="T95" fmla="*/ 360 h 720"/>
                    <a:gd name="T96" fmla="*/ 626 w 720"/>
                    <a:gd name="T97" fmla="*/ 360 h 720"/>
                    <a:gd name="T98" fmla="*/ 541 w 720"/>
                    <a:gd name="T99" fmla="*/ 445 h 720"/>
                    <a:gd name="T100" fmla="*/ 626 w 720"/>
                    <a:gd name="T101" fmla="*/ 530 h 720"/>
                    <a:gd name="T102" fmla="*/ 627 w 720"/>
                    <a:gd name="T103" fmla="*/ 530 h 720"/>
                    <a:gd name="T104" fmla="*/ 673 w 720"/>
                    <a:gd name="T105" fmla="*/ 511 h 720"/>
                    <a:gd name="T106" fmla="*/ 680 w 720"/>
                    <a:gd name="T107" fmla="*/ 505 h 720"/>
                    <a:gd name="T108" fmla="*/ 701 w 720"/>
                    <a:gd name="T109" fmla="*/ 490 h 720"/>
                    <a:gd name="T110" fmla="*/ 719 w 720"/>
                    <a:gd name="T111" fmla="*/ 527 h 720"/>
                    <a:gd name="T112" fmla="*/ 720 w 720"/>
                    <a:gd name="T113" fmla="*/ 534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0" h="720">
                      <a:moveTo>
                        <a:pt x="720" y="534"/>
                      </a:moveTo>
                      <a:cubicBezTo>
                        <a:pt x="720" y="720"/>
                        <a:pt x="720" y="720"/>
                        <a:pt x="720" y="720"/>
                      </a:cubicBezTo>
                      <a:cubicBezTo>
                        <a:pt x="720" y="720"/>
                        <a:pt x="720" y="720"/>
                        <a:pt x="720" y="720"/>
                      </a:cubicBezTo>
                      <a:cubicBezTo>
                        <a:pt x="543" y="720"/>
                        <a:pt x="543" y="720"/>
                        <a:pt x="543" y="720"/>
                      </a:cubicBezTo>
                      <a:cubicBezTo>
                        <a:pt x="540" y="720"/>
                        <a:pt x="537" y="719"/>
                        <a:pt x="534" y="719"/>
                      </a:cubicBezTo>
                      <a:cubicBezTo>
                        <a:pt x="463" y="702"/>
                        <a:pt x="496" y="678"/>
                        <a:pt x="513" y="659"/>
                      </a:cubicBezTo>
                      <a:cubicBezTo>
                        <a:pt x="531" y="639"/>
                        <a:pt x="530" y="618"/>
                        <a:pt x="530" y="618"/>
                      </a:cubicBezTo>
                      <a:cubicBezTo>
                        <a:pt x="530" y="576"/>
                        <a:pt x="495" y="541"/>
                        <a:pt x="453" y="541"/>
                      </a:cubicBezTo>
                      <a:cubicBezTo>
                        <a:pt x="411" y="541"/>
                        <a:pt x="376" y="576"/>
                        <a:pt x="376" y="618"/>
                      </a:cubicBezTo>
                      <a:cubicBezTo>
                        <a:pt x="376" y="618"/>
                        <a:pt x="375" y="639"/>
                        <a:pt x="393" y="659"/>
                      </a:cubicBezTo>
                      <a:cubicBezTo>
                        <a:pt x="410" y="678"/>
                        <a:pt x="444" y="702"/>
                        <a:pt x="372" y="719"/>
                      </a:cubicBezTo>
                      <a:cubicBezTo>
                        <a:pt x="369" y="719"/>
                        <a:pt x="366" y="720"/>
                        <a:pt x="363" y="720"/>
                      </a:cubicBezTo>
                      <a:cubicBezTo>
                        <a:pt x="178" y="720"/>
                        <a:pt x="178" y="720"/>
                        <a:pt x="178" y="720"/>
                      </a:cubicBezTo>
                      <a:cubicBezTo>
                        <a:pt x="178" y="534"/>
                        <a:pt x="178" y="534"/>
                        <a:pt x="178" y="534"/>
                      </a:cubicBezTo>
                      <a:cubicBezTo>
                        <a:pt x="178" y="531"/>
                        <a:pt x="178" y="528"/>
                        <a:pt x="177" y="526"/>
                      </a:cubicBezTo>
                      <a:cubicBezTo>
                        <a:pt x="169" y="492"/>
                        <a:pt x="160" y="482"/>
                        <a:pt x="150" y="482"/>
                      </a:cubicBezTo>
                      <a:cubicBezTo>
                        <a:pt x="139" y="482"/>
                        <a:pt x="127" y="496"/>
                        <a:pt x="117" y="505"/>
                      </a:cubicBezTo>
                      <a:cubicBezTo>
                        <a:pt x="99" y="520"/>
                        <a:pt x="81" y="521"/>
                        <a:pt x="77" y="521"/>
                      </a:cubicBezTo>
                      <a:cubicBezTo>
                        <a:pt x="77" y="521"/>
                        <a:pt x="76" y="521"/>
                        <a:pt x="76" y="521"/>
                      </a:cubicBezTo>
                      <a:cubicBezTo>
                        <a:pt x="34" y="521"/>
                        <a:pt x="0" y="487"/>
                        <a:pt x="0" y="445"/>
                      </a:cubicBezTo>
                      <a:cubicBezTo>
                        <a:pt x="0" y="402"/>
                        <a:pt x="34" y="368"/>
                        <a:pt x="76" y="368"/>
                      </a:cubicBezTo>
                      <a:cubicBezTo>
                        <a:pt x="76" y="368"/>
                        <a:pt x="76" y="368"/>
                        <a:pt x="77" y="368"/>
                      </a:cubicBezTo>
                      <a:cubicBezTo>
                        <a:pt x="81" y="368"/>
                        <a:pt x="99" y="369"/>
                        <a:pt x="117" y="384"/>
                      </a:cubicBezTo>
                      <a:cubicBezTo>
                        <a:pt x="127" y="393"/>
                        <a:pt x="139" y="407"/>
                        <a:pt x="150" y="407"/>
                      </a:cubicBezTo>
                      <a:cubicBezTo>
                        <a:pt x="160" y="407"/>
                        <a:pt x="169" y="397"/>
                        <a:pt x="177" y="364"/>
                      </a:cubicBezTo>
                      <a:cubicBezTo>
                        <a:pt x="178" y="361"/>
                        <a:pt x="178" y="358"/>
                        <a:pt x="178" y="355"/>
                      </a:cubicBezTo>
                      <a:cubicBezTo>
                        <a:pt x="178" y="178"/>
                        <a:pt x="178" y="178"/>
                        <a:pt x="178" y="178"/>
                      </a:cubicBezTo>
                      <a:cubicBezTo>
                        <a:pt x="363" y="178"/>
                        <a:pt x="363" y="178"/>
                        <a:pt x="363" y="178"/>
                      </a:cubicBezTo>
                      <a:cubicBezTo>
                        <a:pt x="367" y="178"/>
                        <a:pt x="371" y="177"/>
                        <a:pt x="374" y="177"/>
                      </a:cubicBezTo>
                      <a:cubicBezTo>
                        <a:pt x="404" y="170"/>
                        <a:pt x="419" y="161"/>
                        <a:pt x="423" y="148"/>
                      </a:cubicBezTo>
                      <a:cubicBezTo>
                        <a:pt x="428" y="134"/>
                        <a:pt x="416" y="121"/>
                        <a:pt x="405" y="110"/>
                      </a:cubicBezTo>
                      <a:cubicBezTo>
                        <a:pt x="403" y="107"/>
                        <a:pt x="401" y="105"/>
                        <a:pt x="399" y="103"/>
                      </a:cubicBezTo>
                      <a:cubicBezTo>
                        <a:pt x="384" y="86"/>
                        <a:pt x="385" y="69"/>
                        <a:pt x="385" y="68"/>
                      </a:cubicBezTo>
                      <a:cubicBezTo>
                        <a:pt x="385" y="30"/>
                        <a:pt x="415" y="0"/>
                        <a:pt x="453" y="0"/>
                      </a:cubicBezTo>
                      <a:cubicBezTo>
                        <a:pt x="491" y="0"/>
                        <a:pt x="521" y="30"/>
                        <a:pt x="521" y="68"/>
                      </a:cubicBezTo>
                      <a:cubicBezTo>
                        <a:pt x="521" y="68"/>
                        <a:pt x="521" y="68"/>
                        <a:pt x="521" y="68"/>
                      </a:cubicBezTo>
                      <a:cubicBezTo>
                        <a:pt x="521" y="69"/>
                        <a:pt x="522" y="86"/>
                        <a:pt x="507" y="103"/>
                      </a:cubicBezTo>
                      <a:cubicBezTo>
                        <a:pt x="505" y="105"/>
                        <a:pt x="503" y="107"/>
                        <a:pt x="501" y="110"/>
                      </a:cubicBezTo>
                      <a:cubicBezTo>
                        <a:pt x="490" y="121"/>
                        <a:pt x="479" y="134"/>
                        <a:pt x="483" y="148"/>
                      </a:cubicBezTo>
                      <a:cubicBezTo>
                        <a:pt x="487" y="161"/>
                        <a:pt x="502" y="170"/>
                        <a:pt x="532" y="177"/>
                      </a:cubicBezTo>
                      <a:cubicBezTo>
                        <a:pt x="536" y="177"/>
                        <a:pt x="539" y="178"/>
                        <a:pt x="543" y="178"/>
                      </a:cubicBezTo>
                      <a:cubicBezTo>
                        <a:pt x="720" y="178"/>
                        <a:pt x="720" y="178"/>
                        <a:pt x="720" y="178"/>
                      </a:cubicBezTo>
                      <a:cubicBezTo>
                        <a:pt x="720" y="355"/>
                        <a:pt x="720" y="355"/>
                        <a:pt x="720" y="355"/>
                      </a:cubicBezTo>
                      <a:cubicBezTo>
                        <a:pt x="720" y="357"/>
                        <a:pt x="720" y="360"/>
                        <a:pt x="719" y="362"/>
                      </a:cubicBezTo>
                      <a:cubicBezTo>
                        <a:pt x="711" y="396"/>
                        <a:pt x="703" y="399"/>
                        <a:pt x="701" y="399"/>
                      </a:cubicBezTo>
                      <a:cubicBezTo>
                        <a:pt x="695" y="399"/>
                        <a:pt x="687" y="391"/>
                        <a:pt x="680" y="385"/>
                      </a:cubicBezTo>
                      <a:cubicBezTo>
                        <a:pt x="677" y="382"/>
                        <a:pt x="675" y="380"/>
                        <a:pt x="672" y="378"/>
                      </a:cubicBezTo>
                      <a:cubicBezTo>
                        <a:pt x="653" y="361"/>
                        <a:pt x="633" y="360"/>
                        <a:pt x="627" y="360"/>
                      </a:cubicBezTo>
                      <a:cubicBezTo>
                        <a:pt x="626" y="360"/>
                        <a:pt x="626" y="360"/>
                        <a:pt x="626" y="360"/>
                      </a:cubicBezTo>
                      <a:cubicBezTo>
                        <a:pt x="580" y="360"/>
                        <a:pt x="541" y="398"/>
                        <a:pt x="541" y="445"/>
                      </a:cubicBezTo>
                      <a:cubicBezTo>
                        <a:pt x="541" y="491"/>
                        <a:pt x="580" y="530"/>
                        <a:pt x="626" y="530"/>
                      </a:cubicBezTo>
                      <a:cubicBezTo>
                        <a:pt x="627" y="530"/>
                        <a:pt x="627" y="530"/>
                        <a:pt x="627" y="530"/>
                      </a:cubicBezTo>
                      <a:cubicBezTo>
                        <a:pt x="633" y="530"/>
                        <a:pt x="653" y="528"/>
                        <a:pt x="673" y="511"/>
                      </a:cubicBezTo>
                      <a:cubicBezTo>
                        <a:pt x="675" y="509"/>
                        <a:pt x="677" y="507"/>
                        <a:pt x="680" y="505"/>
                      </a:cubicBezTo>
                      <a:cubicBezTo>
                        <a:pt x="687" y="498"/>
                        <a:pt x="695" y="490"/>
                        <a:pt x="701" y="490"/>
                      </a:cubicBezTo>
                      <a:cubicBezTo>
                        <a:pt x="703" y="490"/>
                        <a:pt x="711" y="493"/>
                        <a:pt x="719" y="527"/>
                      </a:cubicBezTo>
                      <a:cubicBezTo>
                        <a:pt x="720" y="530"/>
                        <a:pt x="720" y="532"/>
                        <a:pt x="720" y="534"/>
                      </a:cubicBezTo>
                      <a:close/>
                    </a:path>
                  </a:pathLst>
                </a:custGeom>
                <a:solidFill>
                  <a:srgbClr val="6C18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85" name="Freeform 7">
                  <a:extLst>
                    <a:ext uri="{FF2B5EF4-FFF2-40B4-BE49-F238E27FC236}">
                      <a16:creationId xmlns:a16="http://schemas.microsoft.com/office/drawing/2014/main" id="{5F199ED6-6613-16E8-4030-090986F5834E}"/>
                    </a:ext>
                  </a:extLst>
                </p:cNvPr>
                <p:cNvSpPr>
                  <a:spLocks/>
                </p:cNvSpPr>
                <p:nvPr/>
              </p:nvSpPr>
              <p:spPr bwMode="auto">
                <a:xfrm rot="18900000">
                  <a:off x="5243378" y="1220930"/>
                  <a:ext cx="1247184" cy="1247184"/>
                </a:xfrm>
                <a:custGeom>
                  <a:avLst/>
                  <a:gdLst>
                    <a:gd name="T0" fmla="*/ 720 w 720"/>
                    <a:gd name="T1" fmla="*/ 275 h 720"/>
                    <a:gd name="T2" fmla="*/ 643 w 720"/>
                    <a:gd name="T3" fmla="*/ 352 h 720"/>
                    <a:gd name="T4" fmla="*/ 643 w 720"/>
                    <a:gd name="T5" fmla="*/ 352 h 720"/>
                    <a:gd name="T6" fmla="*/ 603 w 720"/>
                    <a:gd name="T7" fmla="*/ 336 h 720"/>
                    <a:gd name="T8" fmla="*/ 569 w 720"/>
                    <a:gd name="T9" fmla="*/ 313 h 720"/>
                    <a:gd name="T10" fmla="*/ 543 w 720"/>
                    <a:gd name="T11" fmla="*/ 356 h 720"/>
                    <a:gd name="T12" fmla="*/ 542 w 720"/>
                    <a:gd name="T13" fmla="*/ 365 h 720"/>
                    <a:gd name="T14" fmla="*/ 542 w 720"/>
                    <a:gd name="T15" fmla="*/ 542 h 720"/>
                    <a:gd name="T16" fmla="*/ 542 w 720"/>
                    <a:gd name="T17" fmla="*/ 542 h 720"/>
                    <a:gd name="T18" fmla="*/ 356 w 720"/>
                    <a:gd name="T19" fmla="*/ 542 h 720"/>
                    <a:gd name="T20" fmla="*/ 345 w 720"/>
                    <a:gd name="T21" fmla="*/ 543 h 720"/>
                    <a:gd name="T22" fmla="*/ 296 w 720"/>
                    <a:gd name="T23" fmla="*/ 572 h 720"/>
                    <a:gd name="T24" fmla="*/ 314 w 720"/>
                    <a:gd name="T25" fmla="*/ 610 h 720"/>
                    <a:gd name="T26" fmla="*/ 320 w 720"/>
                    <a:gd name="T27" fmla="*/ 617 h 720"/>
                    <a:gd name="T28" fmla="*/ 335 w 720"/>
                    <a:gd name="T29" fmla="*/ 652 h 720"/>
                    <a:gd name="T30" fmla="*/ 266 w 720"/>
                    <a:gd name="T31" fmla="*/ 720 h 720"/>
                    <a:gd name="T32" fmla="*/ 198 w 720"/>
                    <a:gd name="T33" fmla="*/ 652 h 720"/>
                    <a:gd name="T34" fmla="*/ 198 w 720"/>
                    <a:gd name="T35" fmla="*/ 652 h 720"/>
                    <a:gd name="T36" fmla="*/ 212 w 720"/>
                    <a:gd name="T37" fmla="*/ 617 h 720"/>
                    <a:gd name="T38" fmla="*/ 219 w 720"/>
                    <a:gd name="T39" fmla="*/ 610 h 720"/>
                    <a:gd name="T40" fmla="*/ 237 w 720"/>
                    <a:gd name="T41" fmla="*/ 572 h 720"/>
                    <a:gd name="T42" fmla="*/ 187 w 720"/>
                    <a:gd name="T43" fmla="*/ 543 h 720"/>
                    <a:gd name="T44" fmla="*/ 177 w 720"/>
                    <a:gd name="T45" fmla="*/ 542 h 720"/>
                    <a:gd name="T46" fmla="*/ 0 w 720"/>
                    <a:gd name="T47" fmla="*/ 542 h 720"/>
                    <a:gd name="T48" fmla="*/ 0 w 720"/>
                    <a:gd name="T49" fmla="*/ 365 h 720"/>
                    <a:gd name="T50" fmla="*/ 1 w 720"/>
                    <a:gd name="T51" fmla="*/ 358 h 720"/>
                    <a:gd name="T52" fmla="*/ 19 w 720"/>
                    <a:gd name="T53" fmla="*/ 321 h 720"/>
                    <a:gd name="T54" fmla="*/ 40 w 720"/>
                    <a:gd name="T55" fmla="*/ 335 h 720"/>
                    <a:gd name="T56" fmla="*/ 47 w 720"/>
                    <a:gd name="T57" fmla="*/ 342 h 720"/>
                    <a:gd name="T58" fmla="*/ 92 w 720"/>
                    <a:gd name="T59" fmla="*/ 360 h 720"/>
                    <a:gd name="T60" fmla="*/ 93 w 720"/>
                    <a:gd name="T61" fmla="*/ 360 h 720"/>
                    <a:gd name="T62" fmla="*/ 178 w 720"/>
                    <a:gd name="T63" fmla="*/ 275 h 720"/>
                    <a:gd name="T64" fmla="*/ 93 w 720"/>
                    <a:gd name="T65" fmla="*/ 190 h 720"/>
                    <a:gd name="T66" fmla="*/ 92 w 720"/>
                    <a:gd name="T67" fmla="*/ 190 h 720"/>
                    <a:gd name="T68" fmla="*/ 47 w 720"/>
                    <a:gd name="T69" fmla="*/ 209 h 720"/>
                    <a:gd name="T70" fmla="*/ 40 w 720"/>
                    <a:gd name="T71" fmla="*/ 215 h 720"/>
                    <a:gd name="T72" fmla="*/ 19 w 720"/>
                    <a:gd name="T73" fmla="*/ 230 h 720"/>
                    <a:gd name="T74" fmla="*/ 1 w 720"/>
                    <a:gd name="T75" fmla="*/ 193 h 720"/>
                    <a:gd name="T76" fmla="*/ 0 w 720"/>
                    <a:gd name="T77" fmla="*/ 186 h 720"/>
                    <a:gd name="T78" fmla="*/ 0 w 720"/>
                    <a:gd name="T79" fmla="*/ 0 h 720"/>
                    <a:gd name="T80" fmla="*/ 177 w 720"/>
                    <a:gd name="T81" fmla="*/ 0 h 720"/>
                    <a:gd name="T82" fmla="*/ 186 w 720"/>
                    <a:gd name="T83" fmla="*/ 1 h 720"/>
                    <a:gd name="T84" fmla="*/ 206 w 720"/>
                    <a:gd name="T85" fmla="*/ 61 h 720"/>
                    <a:gd name="T86" fmla="*/ 190 w 720"/>
                    <a:gd name="T87" fmla="*/ 102 h 720"/>
                    <a:gd name="T88" fmla="*/ 266 w 720"/>
                    <a:gd name="T89" fmla="*/ 179 h 720"/>
                    <a:gd name="T90" fmla="*/ 343 w 720"/>
                    <a:gd name="T91" fmla="*/ 102 h 720"/>
                    <a:gd name="T92" fmla="*/ 327 w 720"/>
                    <a:gd name="T93" fmla="*/ 61 h 720"/>
                    <a:gd name="T94" fmla="*/ 347 w 720"/>
                    <a:gd name="T95" fmla="*/ 1 h 720"/>
                    <a:gd name="T96" fmla="*/ 356 w 720"/>
                    <a:gd name="T97" fmla="*/ 0 h 720"/>
                    <a:gd name="T98" fmla="*/ 542 w 720"/>
                    <a:gd name="T99" fmla="*/ 0 h 720"/>
                    <a:gd name="T100" fmla="*/ 542 w 720"/>
                    <a:gd name="T101" fmla="*/ 186 h 720"/>
                    <a:gd name="T102" fmla="*/ 543 w 720"/>
                    <a:gd name="T103" fmla="*/ 194 h 720"/>
                    <a:gd name="T104" fmla="*/ 569 w 720"/>
                    <a:gd name="T105" fmla="*/ 238 h 720"/>
                    <a:gd name="T106" fmla="*/ 603 w 720"/>
                    <a:gd name="T107" fmla="*/ 215 h 720"/>
                    <a:gd name="T108" fmla="*/ 642 w 720"/>
                    <a:gd name="T109" fmla="*/ 199 h 720"/>
                    <a:gd name="T110" fmla="*/ 643 w 720"/>
                    <a:gd name="T111" fmla="*/ 199 h 720"/>
                    <a:gd name="T112" fmla="*/ 720 w 720"/>
                    <a:gd name="T113" fmla="*/ 275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0" h="720">
                      <a:moveTo>
                        <a:pt x="720" y="275"/>
                      </a:moveTo>
                      <a:cubicBezTo>
                        <a:pt x="720" y="318"/>
                        <a:pt x="686" y="352"/>
                        <a:pt x="643" y="352"/>
                      </a:cubicBezTo>
                      <a:cubicBezTo>
                        <a:pt x="643" y="352"/>
                        <a:pt x="643" y="352"/>
                        <a:pt x="643" y="352"/>
                      </a:cubicBezTo>
                      <a:cubicBezTo>
                        <a:pt x="639" y="352"/>
                        <a:pt x="621" y="351"/>
                        <a:pt x="603" y="336"/>
                      </a:cubicBezTo>
                      <a:cubicBezTo>
                        <a:pt x="592" y="327"/>
                        <a:pt x="580" y="313"/>
                        <a:pt x="569" y="313"/>
                      </a:cubicBezTo>
                      <a:cubicBezTo>
                        <a:pt x="559" y="313"/>
                        <a:pt x="550" y="323"/>
                        <a:pt x="543" y="356"/>
                      </a:cubicBezTo>
                      <a:cubicBezTo>
                        <a:pt x="542" y="359"/>
                        <a:pt x="542" y="362"/>
                        <a:pt x="542" y="365"/>
                      </a:cubicBezTo>
                      <a:cubicBezTo>
                        <a:pt x="542" y="542"/>
                        <a:pt x="542" y="542"/>
                        <a:pt x="542" y="542"/>
                      </a:cubicBezTo>
                      <a:cubicBezTo>
                        <a:pt x="542" y="542"/>
                        <a:pt x="542" y="542"/>
                        <a:pt x="542" y="542"/>
                      </a:cubicBezTo>
                      <a:cubicBezTo>
                        <a:pt x="356" y="542"/>
                        <a:pt x="356" y="542"/>
                        <a:pt x="356" y="542"/>
                      </a:cubicBezTo>
                      <a:cubicBezTo>
                        <a:pt x="352" y="542"/>
                        <a:pt x="349" y="543"/>
                        <a:pt x="345" y="543"/>
                      </a:cubicBezTo>
                      <a:cubicBezTo>
                        <a:pt x="315" y="550"/>
                        <a:pt x="300" y="559"/>
                        <a:pt x="296" y="572"/>
                      </a:cubicBezTo>
                      <a:cubicBezTo>
                        <a:pt x="292" y="586"/>
                        <a:pt x="304" y="599"/>
                        <a:pt x="314" y="610"/>
                      </a:cubicBezTo>
                      <a:cubicBezTo>
                        <a:pt x="316" y="613"/>
                        <a:pt x="318" y="615"/>
                        <a:pt x="320" y="617"/>
                      </a:cubicBezTo>
                      <a:cubicBezTo>
                        <a:pt x="335" y="634"/>
                        <a:pt x="335" y="651"/>
                        <a:pt x="335" y="652"/>
                      </a:cubicBezTo>
                      <a:cubicBezTo>
                        <a:pt x="335" y="690"/>
                        <a:pt x="304" y="720"/>
                        <a:pt x="266" y="720"/>
                      </a:cubicBezTo>
                      <a:cubicBezTo>
                        <a:pt x="229" y="720"/>
                        <a:pt x="198" y="690"/>
                        <a:pt x="198" y="652"/>
                      </a:cubicBezTo>
                      <a:cubicBezTo>
                        <a:pt x="198" y="652"/>
                        <a:pt x="198" y="652"/>
                        <a:pt x="198" y="652"/>
                      </a:cubicBezTo>
                      <a:cubicBezTo>
                        <a:pt x="198" y="651"/>
                        <a:pt x="197" y="634"/>
                        <a:pt x="212" y="617"/>
                      </a:cubicBezTo>
                      <a:cubicBezTo>
                        <a:pt x="214" y="615"/>
                        <a:pt x="216" y="613"/>
                        <a:pt x="219" y="610"/>
                      </a:cubicBezTo>
                      <a:cubicBezTo>
                        <a:pt x="229" y="599"/>
                        <a:pt x="241" y="586"/>
                        <a:pt x="237" y="572"/>
                      </a:cubicBezTo>
                      <a:cubicBezTo>
                        <a:pt x="233" y="559"/>
                        <a:pt x="217" y="550"/>
                        <a:pt x="187" y="543"/>
                      </a:cubicBezTo>
                      <a:cubicBezTo>
                        <a:pt x="184" y="543"/>
                        <a:pt x="180" y="542"/>
                        <a:pt x="177" y="542"/>
                      </a:cubicBezTo>
                      <a:cubicBezTo>
                        <a:pt x="0" y="542"/>
                        <a:pt x="0" y="542"/>
                        <a:pt x="0" y="542"/>
                      </a:cubicBezTo>
                      <a:cubicBezTo>
                        <a:pt x="0" y="365"/>
                        <a:pt x="0" y="365"/>
                        <a:pt x="0" y="365"/>
                      </a:cubicBezTo>
                      <a:cubicBezTo>
                        <a:pt x="0" y="363"/>
                        <a:pt x="0" y="360"/>
                        <a:pt x="1" y="358"/>
                      </a:cubicBezTo>
                      <a:cubicBezTo>
                        <a:pt x="8" y="324"/>
                        <a:pt x="17" y="321"/>
                        <a:pt x="19" y="321"/>
                      </a:cubicBezTo>
                      <a:cubicBezTo>
                        <a:pt x="24" y="321"/>
                        <a:pt x="33" y="329"/>
                        <a:pt x="40" y="335"/>
                      </a:cubicBezTo>
                      <a:cubicBezTo>
                        <a:pt x="42" y="338"/>
                        <a:pt x="45" y="340"/>
                        <a:pt x="47" y="342"/>
                      </a:cubicBezTo>
                      <a:cubicBezTo>
                        <a:pt x="67" y="359"/>
                        <a:pt x="87" y="360"/>
                        <a:pt x="92" y="360"/>
                      </a:cubicBezTo>
                      <a:cubicBezTo>
                        <a:pt x="93" y="360"/>
                        <a:pt x="93" y="360"/>
                        <a:pt x="93" y="360"/>
                      </a:cubicBezTo>
                      <a:cubicBezTo>
                        <a:pt x="140" y="360"/>
                        <a:pt x="178" y="322"/>
                        <a:pt x="178" y="275"/>
                      </a:cubicBezTo>
                      <a:cubicBezTo>
                        <a:pt x="178" y="229"/>
                        <a:pt x="140" y="190"/>
                        <a:pt x="93" y="190"/>
                      </a:cubicBezTo>
                      <a:cubicBezTo>
                        <a:pt x="92" y="190"/>
                        <a:pt x="92" y="190"/>
                        <a:pt x="92" y="190"/>
                      </a:cubicBezTo>
                      <a:cubicBezTo>
                        <a:pt x="87" y="190"/>
                        <a:pt x="67" y="192"/>
                        <a:pt x="47" y="209"/>
                      </a:cubicBezTo>
                      <a:cubicBezTo>
                        <a:pt x="45" y="211"/>
                        <a:pt x="42" y="213"/>
                        <a:pt x="40" y="215"/>
                      </a:cubicBezTo>
                      <a:cubicBezTo>
                        <a:pt x="33" y="222"/>
                        <a:pt x="24" y="230"/>
                        <a:pt x="19" y="230"/>
                      </a:cubicBezTo>
                      <a:cubicBezTo>
                        <a:pt x="17" y="230"/>
                        <a:pt x="8" y="227"/>
                        <a:pt x="1" y="193"/>
                      </a:cubicBezTo>
                      <a:cubicBezTo>
                        <a:pt x="0" y="190"/>
                        <a:pt x="0" y="188"/>
                        <a:pt x="0" y="186"/>
                      </a:cubicBezTo>
                      <a:cubicBezTo>
                        <a:pt x="0" y="0"/>
                        <a:pt x="0" y="0"/>
                        <a:pt x="0" y="0"/>
                      </a:cubicBezTo>
                      <a:cubicBezTo>
                        <a:pt x="177" y="0"/>
                        <a:pt x="177" y="0"/>
                        <a:pt x="177" y="0"/>
                      </a:cubicBezTo>
                      <a:cubicBezTo>
                        <a:pt x="180" y="0"/>
                        <a:pt x="183" y="1"/>
                        <a:pt x="186" y="1"/>
                      </a:cubicBezTo>
                      <a:cubicBezTo>
                        <a:pt x="257" y="18"/>
                        <a:pt x="223" y="42"/>
                        <a:pt x="206" y="61"/>
                      </a:cubicBezTo>
                      <a:cubicBezTo>
                        <a:pt x="189" y="82"/>
                        <a:pt x="190" y="102"/>
                        <a:pt x="190" y="102"/>
                      </a:cubicBezTo>
                      <a:cubicBezTo>
                        <a:pt x="190" y="144"/>
                        <a:pt x="224" y="179"/>
                        <a:pt x="266" y="179"/>
                      </a:cubicBezTo>
                      <a:cubicBezTo>
                        <a:pt x="309" y="179"/>
                        <a:pt x="343" y="144"/>
                        <a:pt x="343" y="102"/>
                      </a:cubicBezTo>
                      <a:cubicBezTo>
                        <a:pt x="343" y="102"/>
                        <a:pt x="344" y="82"/>
                        <a:pt x="327" y="61"/>
                      </a:cubicBezTo>
                      <a:cubicBezTo>
                        <a:pt x="310" y="42"/>
                        <a:pt x="276" y="18"/>
                        <a:pt x="347" y="1"/>
                      </a:cubicBezTo>
                      <a:cubicBezTo>
                        <a:pt x="350" y="1"/>
                        <a:pt x="353" y="0"/>
                        <a:pt x="356" y="0"/>
                      </a:cubicBezTo>
                      <a:cubicBezTo>
                        <a:pt x="542" y="0"/>
                        <a:pt x="542" y="0"/>
                        <a:pt x="542" y="0"/>
                      </a:cubicBezTo>
                      <a:cubicBezTo>
                        <a:pt x="542" y="186"/>
                        <a:pt x="542" y="186"/>
                        <a:pt x="542" y="186"/>
                      </a:cubicBezTo>
                      <a:cubicBezTo>
                        <a:pt x="542" y="189"/>
                        <a:pt x="542" y="192"/>
                        <a:pt x="543" y="194"/>
                      </a:cubicBezTo>
                      <a:cubicBezTo>
                        <a:pt x="550" y="228"/>
                        <a:pt x="559" y="238"/>
                        <a:pt x="569" y="238"/>
                      </a:cubicBezTo>
                      <a:cubicBezTo>
                        <a:pt x="580" y="238"/>
                        <a:pt x="592" y="224"/>
                        <a:pt x="603" y="215"/>
                      </a:cubicBezTo>
                      <a:cubicBezTo>
                        <a:pt x="620" y="200"/>
                        <a:pt x="638" y="199"/>
                        <a:pt x="642" y="199"/>
                      </a:cubicBezTo>
                      <a:cubicBezTo>
                        <a:pt x="643" y="199"/>
                        <a:pt x="643" y="199"/>
                        <a:pt x="643" y="199"/>
                      </a:cubicBezTo>
                      <a:cubicBezTo>
                        <a:pt x="686" y="199"/>
                        <a:pt x="720" y="233"/>
                        <a:pt x="720" y="275"/>
                      </a:cubicBezTo>
                      <a:close/>
                    </a:path>
                  </a:pathLst>
                </a:custGeom>
                <a:solidFill>
                  <a:srgbClr val="0070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86" name="Freeform 8">
                  <a:extLst>
                    <a:ext uri="{FF2B5EF4-FFF2-40B4-BE49-F238E27FC236}">
                      <a16:creationId xmlns:a16="http://schemas.microsoft.com/office/drawing/2014/main" id="{FE33D819-5B14-3715-8DD5-A6EDC8A14A3C}"/>
                    </a:ext>
                  </a:extLst>
                </p:cNvPr>
                <p:cNvSpPr>
                  <a:spLocks/>
                </p:cNvSpPr>
                <p:nvPr/>
              </p:nvSpPr>
              <p:spPr bwMode="auto">
                <a:xfrm rot="18900000">
                  <a:off x="4341050" y="1687813"/>
                  <a:ext cx="1247184" cy="1247184"/>
                </a:xfrm>
                <a:custGeom>
                  <a:avLst/>
                  <a:gdLst>
                    <a:gd name="T0" fmla="*/ 720 w 720"/>
                    <a:gd name="T1" fmla="*/ 453 h 720"/>
                    <a:gd name="T2" fmla="*/ 652 w 720"/>
                    <a:gd name="T3" fmla="*/ 522 h 720"/>
                    <a:gd name="T4" fmla="*/ 652 w 720"/>
                    <a:gd name="T5" fmla="*/ 522 h 720"/>
                    <a:gd name="T6" fmla="*/ 639 w 720"/>
                    <a:gd name="T7" fmla="*/ 520 h 720"/>
                    <a:gd name="T8" fmla="*/ 617 w 720"/>
                    <a:gd name="T9" fmla="*/ 507 h 720"/>
                    <a:gd name="T10" fmla="*/ 610 w 720"/>
                    <a:gd name="T11" fmla="*/ 501 h 720"/>
                    <a:gd name="T12" fmla="*/ 578 w 720"/>
                    <a:gd name="T13" fmla="*/ 482 h 720"/>
                    <a:gd name="T14" fmla="*/ 543 w 720"/>
                    <a:gd name="T15" fmla="*/ 532 h 720"/>
                    <a:gd name="T16" fmla="*/ 542 w 720"/>
                    <a:gd name="T17" fmla="*/ 543 h 720"/>
                    <a:gd name="T18" fmla="*/ 542 w 720"/>
                    <a:gd name="T19" fmla="*/ 720 h 720"/>
                    <a:gd name="T20" fmla="*/ 542 w 720"/>
                    <a:gd name="T21" fmla="*/ 720 h 720"/>
                    <a:gd name="T22" fmla="*/ 542 w 720"/>
                    <a:gd name="T23" fmla="*/ 720 h 720"/>
                    <a:gd name="T24" fmla="*/ 365 w 720"/>
                    <a:gd name="T25" fmla="*/ 720 h 720"/>
                    <a:gd name="T26" fmla="*/ 358 w 720"/>
                    <a:gd name="T27" fmla="*/ 719 h 720"/>
                    <a:gd name="T28" fmla="*/ 321 w 720"/>
                    <a:gd name="T29" fmla="*/ 702 h 720"/>
                    <a:gd name="T30" fmla="*/ 335 w 720"/>
                    <a:gd name="T31" fmla="*/ 680 h 720"/>
                    <a:gd name="T32" fmla="*/ 342 w 720"/>
                    <a:gd name="T33" fmla="*/ 673 h 720"/>
                    <a:gd name="T34" fmla="*/ 360 w 720"/>
                    <a:gd name="T35" fmla="*/ 627 h 720"/>
                    <a:gd name="T36" fmla="*/ 275 w 720"/>
                    <a:gd name="T37" fmla="*/ 542 h 720"/>
                    <a:gd name="T38" fmla="*/ 190 w 720"/>
                    <a:gd name="T39" fmla="*/ 627 h 720"/>
                    <a:gd name="T40" fmla="*/ 208 w 720"/>
                    <a:gd name="T41" fmla="*/ 673 h 720"/>
                    <a:gd name="T42" fmla="*/ 215 w 720"/>
                    <a:gd name="T43" fmla="*/ 680 h 720"/>
                    <a:gd name="T44" fmla="*/ 229 w 720"/>
                    <a:gd name="T45" fmla="*/ 702 h 720"/>
                    <a:gd name="T46" fmla="*/ 192 w 720"/>
                    <a:gd name="T47" fmla="*/ 719 h 720"/>
                    <a:gd name="T48" fmla="*/ 185 w 720"/>
                    <a:gd name="T49" fmla="*/ 720 h 720"/>
                    <a:gd name="T50" fmla="*/ 0 w 720"/>
                    <a:gd name="T51" fmla="*/ 720 h 720"/>
                    <a:gd name="T52" fmla="*/ 0 w 720"/>
                    <a:gd name="T53" fmla="*/ 543 h 720"/>
                    <a:gd name="T54" fmla="*/ 1 w 720"/>
                    <a:gd name="T55" fmla="*/ 534 h 720"/>
                    <a:gd name="T56" fmla="*/ 28 w 720"/>
                    <a:gd name="T57" fmla="*/ 491 h 720"/>
                    <a:gd name="T58" fmla="*/ 61 w 720"/>
                    <a:gd name="T59" fmla="*/ 514 h 720"/>
                    <a:gd name="T60" fmla="*/ 101 w 720"/>
                    <a:gd name="T61" fmla="*/ 530 h 720"/>
                    <a:gd name="T62" fmla="*/ 102 w 720"/>
                    <a:gd name="T63" fmla="*/ 530 h 720"/>
                    <a:gd name="T64" fmla="*/ 178 w 720"/>
                    <a:gd name="T65" fmla="*/ 453 h 720"/>
                    <a:gd name="T66" fmla="*/ 102 w 720"/>
                    <a:gd name="T67" fmla="*/ 377 h 720"/>
                    <a:gd name="T68" fmla="*/ 101 w 720"/>
                    <a:gd name="T69" fmla="*/ 377 h 720"/>
                    <a:gd name="T70" fmla="*/ 61 w 720"/>
                    <a:gd name="T71" fmla="*/ 393 h 720"/>
                    <a:gd name="T72" fmla="*/ 28 w 720"/>
                    <a:gd name="T73" fmla="*/ 416 h 720"/>
                    <a:gd name="T74" fmla="*/ 1 w 720"/>
                    <a:gd name="T75" fmla="*/ 373 h 720"/>
                    <a:gd name="T76" fmla="*/ 0 w 720"/>
                    <a:gd name="T77" fmla="*/ 364 h 720"/>
                    <a:gd name="T78" fmla="*/ 0 w 720"/>
                    <a:gd name="T79" fmla="*/ 178 h 720"/>
                    <a:gd name="T80" fmla="*/ 185 w 720"/>
                    <a:gd name="T81" fmla="*/ 178 h 720"/>
                    <a:gd name="T82" fmla="*/ 194 w 720"/>
                    <a:gd name="T83" fmla="*/ 177 h 720"/>
                    <a:gd name="T84" fmla="*/ 215 w 720"/>
                    <a:gd name="T85" fmla="*/ 117 h 720"/>
                    <a:gd name="T86" fmla="*/ 198 w 720"/>
                    <a:gd name="T87" fmla="*/ 77 h 720"/>
                    <a:gd name="T88" fmla="*/ 275 w 720"/>
                    <a:gd name="T89" fmla="*/ 0 h 720"/>
                    <a:gd name="T90" fmla="*/ 352 w 720"/>
                    <a:gd name="T91" fmla="*/ 77 h 720"/>
                    <a:gd name="T92" fmla="*/ 335 w 720"/>
                    <a:gd name="T93" fmla="*/ 117 h 720"/>
                    <a:gd name="T94" fmla="*/ 356 w 720"/>
                    <a:gd name="T95" fmla="*/ 177 h 720"/>
                    <a:gd name="T96" fmla="*/ 365 w 720"/>
                    <a:gd name="T97" fmla="*/ 178 h 720"/>
                    <a:gd name="T98" fmla="*/ 542 w 720"/>
                    <a:gd name="T99" fmla="*/ 178 h 720"/>
                    <a:gd name="T100" fmla="*/ 542 w 720"/>
                    <a:gd name="T101" fmla="*/ 364 h 720"/>
                    <a:gd name="T102" fmla="*/ 543 w 720"/>
                    <a:gd name="T103" fmla="*/ 374 h 720"/>
                    <a:gd name="T104" fmla="*/ 578 w 720"/>
                    <a:gd name="T105" fmla="*/ 424 h 720"/>
                    <a:gd name="T106" fmla="*/ 610 w 720"/>
                    <a:gd name="T107" fmla="*/ 406 h 720"/>
                    <a:gd name="T108" fmla="*/ 617 w 720"/>
                    <a:gd name="T109" fmla="*/ 399 h 720"/>
                    <a:gd name="T110" fmla="*/ 651 w 720"/>
                    <a:gd name="T111" fmla="*/ 385 h 720"/>
                    <a:gd name="T112" fmla="*/ 652 w 720"/>
                    <a:gd name="T113" fmla="*/ 385 h 720"/>
                    <a:gd name="T114" fmla="*/ 720 w 720"/>
                    <a:gd name="T115" fmla="*/ 453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0" h="720">
                      <a:moveTo>
                        <a:pt x="720" y="453"/>
                      </a:moveTo>
                      <a:cubicBezTo>
                        <a:pt x="720" y="491"/>
                        <a:pt x="690" y="522"/>
                        <a:pt x="652" y="522"/>
                      </a:cubicBezTo>
                      <a:cubicBezTo>
                        <a:pt x="652" y="522"/>
                        <a:pt x="652" y="522"/>
                        <a:pt x="652" y="522"/>
                      </a:cubicBezTo>
                      <a:cubicBezTo>
                        <a:pt x="650" y="522"/>
                        <a:pt x="645" y="522"/>
                        <a:pt x="639" y="520"/>
                      </a:cubicBezTo>
                      <a:cubicBezTo>
                        <a:pt x="633" y="518"/>
                        <a:pt x="625" y="514"/>
                        <a:pt x="617" y="507"/>
                      </a:cubicBezTo>
                      <a:cubicBezTo>
                        <a:pt x="615" y="505"/>
                        <a:pt x="612" y="503"/>
                        <a:pt x="610" y="501"/>
                      </a:cubicBezTo>
                      <a:cubicBezTo>
                        <a:pt x="600" y="492"/>
                        <a:pt x="590" y="482"/>
                        <a:pt x="578" y="482"/>
                      </a:cubicBezTo>
                      <a:cubicBezTo>
                        <a:pt x="557" y="482"/>
                        <a:pt x="549" y="509"/>
                        <a:pt x="543" y="532"/>
                      </a:cubicBezTo>
                      <a:cubicBezTo>
                        <a:pt x="542" y="536"/>
                        <a:pt x="542" y="539"/>
                        <a:pt x="542" y="543"/>
                      </a:cubicBezTo>
                      <a:cubicBezTo>
                        <a:pt x="542" y="720"/>
                        <a:pt x="542" y="720"/>
                        <a:pt x="542" y="720"/>
                      </a:cubicBezTo>
                      <a:cubicBezTo>
                        <a:pt x="542" y="720"/>
                        <a:pt x="542" y="720"/>
                        <a:pt x="542" y="720"/>
                      </a:cubicBezTo>
                      <a:cubicBezTo>
                        <a:pt x="542" y="720"/>
                        <a:pt x="542" y="720"/>
                        <a:pt x="542" y="720"/>
                      </a:cubicBezTo>
                      <a:cubicBezTo>
                        <a:pt x="365" y="720"/>
                        <a:pt x="365" y="720"/>
                        <a:pt x="365" y="720"/>
                      </a:cubicBezTo>
                      <a:cubicBezTo>
                        <a:pt x="362" y="720"/>
                        <a:pt x="360" y="720"/>
                        <a:pt x="358" y="719"/>
                      </a:cubicBezTo>
                      <a:cubicBezTo>
                        <a:pt x="326" y="712"/>
                        <a:pt x="322" y="704"/>
                        <a:pt x="321" y="702"/>
                      </a:cubicBezTo>
                      <a:cubicBezTo>
                        <a:pt x="319" y="697"/>
                        <a:pt x="328" y="687"/>
                        <a:pt x="335" y="680"/>
                      </a:cubicBezTo>
                      <a:cubicBezTo>
                        <a:pt x="337" y="678"/>
                        <a:pt x="340" y="675"/>
                        <a:pt x="342" y="673"/>
                      </a:cubicBezTo>
                      <a:cubicBezTo>
                        <a:pt x="360" y="652"/>
                        <a:pt x="360" y="630"/>
                        <a:pt x="360" y="627"/>
                      </a:cubicBezTo>
                      <a:cubicBezTo>
                        <a:pt x="360" y="580"/>
                        <a:pt x="322" y="542"/>
                        <a:pt x="275" y="542"/>
                      </a:cubicBezTo>
                      <a:cubicBezTo>
                        <a:pt x="228" y="542"/>
                        <a:pt x="190" y="580"/>
                        <a:pt x="190" y="627"/>
                      </a:cubicBezTo>
                      <a:cubicBezTo>
                        <a:pt x="190" y="630"/>
                        <a:pt x="190" y="652"/>
                        <a:pt x="208" y="673"/>
                      </a:cubicBezTo>
                      <a:cubicBezTo>
                        <a:pt x="210" y="675"/>
                        <a:pt x="213" y="678"/>
                        <a:pt x="215" y="680"/>
                      </a:cubicBezTo>
                      <a:cubicBezTo>
                        <a:pt x="222" y="687"/>
                        <a:pt x="231" y="697"/>
                        <a:pt x="229" y="702"/>
                      </a:cubicBezTo>
                      <a:cubicBezTo>
                        <a:pt x="229" y="704"/>
                        <a:pt x="224" y="712"/>
                        <a:pt x="192" y="719"/>
                      </a:cubicBezTo>
                      <a:cubicBezTo>
                        <a:pt x="190" y="720"/>
                        <a:pt x="188" y="720"/>
                        <a:pt x="185" y="720"/>
                      </a:cubicBezTo>
                      <a:cubicBezTo>
                        <a:pt x="0" y="720"/>
                        <a:pt x="0" y="720"/>
                        <a:pt x="0" y="720"/>
                      </a:cubicBezTo>
                      <a:cubicBezTo>
                        <a:pt x="0" y="543"/>
                        <a:pt x="0" y="543"/>
                        <a:pt x="0" y="543"/>
                      </a:cubicBezTo>
                      <a:cubicBezTo>
                        <a:pt x="0" y="540"/>
                        <a:pt x="0" y="537"/>
                        <a:pt x="1" y="534"/>
                      </a:cubicBezTo>
                      <a:cubicBezTo>
                        <a:pt x="9" y="501"/>
                        <a:pt x="18" y="491"/>
                        <a:pt x="28" y="491"/>
                      </a:cubicBezTo>
                      <a:cubicBezTo>
                        <a:pt x="39" y="491"/>
                        <a:pt x="51" y="505"/>
                        <a:pt x="61" y="514"/>
                      </a:cubicBezTo>
                      <a:cubicBezTo>
                        <a:pt x="79" y="529"/>
                        <a:pt x="97" y="530"/>
                        <a:pt x="101" y="530"/>
                      </a:cubicBezTo>
                      <a:cubicBezTo>
                        <a:pt x="101" y="530"/>
                        <a:pt x="102" y="530"/>
                        <a:pt x="102" y="530"/>
                      </a:cubicBezTo>
                      <a:cubicBezTo>
                        <a:pt x="144" y="530"/>
                        <a:pt x="178" y="496"/>
                        <a:pt x="178" y="453"/>
                      </a:cubicBezTo>
                      <a:cubicBezTo>
                        <a:pt x="178" y="411"/>
                        <a:pt x="144" y="377"/>
                        <a:pt x="102" y="377"/>
                      </a:cubicBezTo>
                      <a:cubicBezTo>
                        <a:pt x="102" y="377"/>
                        <a:pt x="101" y="377"/>
                        <a:pt x="101" y="377"/>
                      </a:cubicBezTo>
                      <a:cubicBezTo>
                        <a:pt x="97" y="377"/>
                        <a:pt x="79" y="378"/>
                        <a:pt x="61" y="393"/>
                      </a:cubicBezTo>
                      <a:cubicBezTo>
                        <a:pt x="51" y="402"/>
                        <a:pt x="39" y="416"/>
                        <a:pt x="28" y="416"/>
                      </a:cubicBezTo>
                      <a:cubicBezTo>
                        <a:pt x="18" y="416"/>
                        <a:pt x="9" y="406"/>
                        <a:pt x="1" y="373"/>
                      </a:cubicBezTo>
                      <a:cubicBezTo>
                        <a:pt x="0" y="370"/>
                        <a:pt x="0" y="367"/>
                        <a:pt x="0" y="364"/>
                      </a:cubicBezTo>
                      <a:cubicBezTo>
                        <a:pt x="0" y="178"/>
                        <a:pt x="0" y="178"/>
                        <a:pt x="0" y="178"/>
                      </a:cubicBezTo>
                      <a:cubicBezTo>
                        <a:pt x="185" y="178"/>
                        <a:pt x="185" y="178"/>
                        <a:pt x="185" y="178"/>
                      </a:cubicBezTo>
                      <a:cubicBezTo>
                        <a:pt x="188" y="178"/>
                        <a:pt x="191" y="178"/>
                        <a:pt x="194" y="177"/>
                      </a:cubicBezTo>
                      <a:cubicBezTo>
                        <a:pt x="266" y="161"/>
                        <a:pt x="232" y="137"/>
                        <a:pt x="215" y="117"/>
                      </a:cubicBezTo>
                      <a:cubicBezTo>
                        <a:pt x="197" y="97"/>
                        <a:pt x="198" y="77"/>
                        <a:pt x="198" y="77"/>
                      </a:cubicBezTo>
                      <a:cubicBezTo>
                        <a:pt x="198" y="34"/>
                        <a:pt x="233" y="0"/>
                        <a:pt x="275" y="0"/>
                      </a:cubicBezTo>
                      <a:cubicBezTo>
                        <a:pt x="317" y="0"/>
                        <a:pt x="352" y="34"/>
                        <a:pt x="352" y="77"/>
                      </a:cubicBezTo>
                      <a:cubicBezTo>
                        <a:pt x="352" y="77"/>
                        <a:pt x="353" y="97"/>
                        <a:pt x="335" y="117"/>
                      </a:cubicBezTo>
                      <a:cubicBezTo>
                        <a:pt x="318" y="137"/>
                        <a:pt x="285" y="161"/>
                        <a:pt x="356" y="177"/>
                      </a:cubicBezTo>
                      <a:cubicBezTo>
                        <a:pt x="359" y="178"/>
                        <a:pt x="362" y="178"/>
                        <a:pt x="365" y="178"/>
                      </a:cubicBezTo>
                      <a:cubicBezTo>
                        <a:pt x="542" y="178"/>
                        <a:pt x="542" y="178"/>
                        <a:pt x="542" y="178"/>
                      </a:cubicBezTo>
                      <a:cubicBezTo>
                        <a:pt x="542" y="364"/>
                        <a:pt x="542" y="364"/>
                        <a:pt x="542" y="364"/>
                      </a:cubicBezTo>
                      <a:cubicBezTo>
                        <a:pt x="542" y="367"/>
                        <a:pt x="542" y="371"/>
                        <a:pt x="543" y="374"/>
                      </a:cubicBezTo>
                      <a:cubicBezTo>
                        <a:pt x="549" y="398"/>
                        <a:pt x="557" y="424"/>
                        <a:pt x="578" y="424"/>
                      </a:cubicBezTo>
                      <a:cubicBezTo>
                        <a:pt x="590" y="424"/>
                        <a:pt x="600" y="415"/>
                        <a:pt x="610" y="406"/>
                      </a:cubicBezTo>
                      <a:cubicBezTo>
                        <a:pt x="612" y="403"/>
                        <a:pt x="615" y="401"/>
                        <a:pt x="617" y="399"/>
                      </a:cubicBezTo>
                      <a:cubicBezTo>
                        <a:pt x="633" y="386"/>
                        <a:pt x="648" y="385"/>
                        <a:pt x="651" y="385"/>
                      </a:cubicBezTo>
                      <a:cubicBezTo>
                        <a:pt x="652" y="385"/>
                        <a:pt x="652" y="385"/>
                        <a:pt x="652" y="385"/>
                      </a:cubicBezTo>
                      <a:cubicBezTo>
                        <a:pt x="690" y="385"/>
                        <a:pt x="720" y="416"/>
                        <a:pt x="720" y="453"/>
                      </a:cubicBezTo>
                      <a:close/>
                    </a:path>
                  </a:pathLst>
                </a:custGeom>
                <a:solidFill>
                  <a:srgbClr val="12A9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grpSp>
          <p:grpSp>
            <p:nvGrpSpPr>
              <p:cNvPr id="14" name="Group 13">
                <a:extLst>
                  <a:ext uri="{FF2B5EF4-FFF2-40B4-BE49-F238E27FC236}">
                    <a16:creationId xmlns:a16="http://schemas.microsoft.com/office/drawing/2014/main" id="{0491DB30-442B-436F-A0CB-3DA9ADB978BD}"/>
                  </a:ext>
                </a:extLst>
              </p:cNvPr>
              <p:cNvGrpSpPr/>
              <p:nvPr/>
            </p:nvGrpSpPr>
            <p:grpSpPr>
              <a:xfrm>
                <a:off x="7026107" y="3668269"/>
                <a:ext cx="547523" cy="342428"/>
                <a:chOff x="1591614" y="2532433"/>
                <a:chExt cx="519390" cy="316031"/>
              </a:xfrm>
              <a:solidFill>
                <a:srgbClr val="FFFFFF"/>
              </a:solidFill>
            </p:grpSpPr>
            <p:sp>
              <p:nvSpPr>
                <p:cNvPr id="75" name="Freeform 151">
                  <a:extLst>
                    <a:ext uri="{FF2B5EF4-FFF2-40B4-BE49-F238E27FC236}">
                      <a16:creationId xmlns:a16="http://schemas.microsoft.com/office/drawing/2014/main" id="{6A073E4E-CFC7-9576-ED90-EC7F23799C42}"/>
                    </a:ext>
                  </a:extLst>
                </p:cNvPr>
                <p:cNvSpPr>
                  <a:spLocks/>
                </p:cNvSpPr>
                <p:nvPr/>
              </p:nvSpPr>
              <p:spPr bwMode="auto">
                <a:xfrm>
                  <a:off x="1786729" y="2532433"/>
                  <a:ext cx="112672" cy="123664"/>
                </a:xfrm>
                <a:custGeom>
                  <a:avLst/>
                  <a:gdLst>
                    <a:gd name="T0" fmla="*/ 19 w 35"/>
                    <a:gd name="T1" fmla="*/ 37 h 38"/>
                    <a:gd name="T2" fmla="*/ 34 w 35"/>
                    <a:gd name="T3" fmla="*/ 18 h 38"/>
                    <a:gd name="T4" fmla="*/ 18 w 35"/>
                    <a:gd name="T5" fmla="*/ 1 h 38"/>
                    <a:gd name="T6" fmla="*/ 1 w 35"/>
                    <a:gd name="T7" fmla="*/ 20 h 38"/>
                    <a:gd name="T8" fmla="*/ 19 w 35"/>
                    <a:gd name="T9" fmla="*/ 37 h 38"/>
                  </a:gdLst>
                  <a:ahLst/>
                  <a:cxnLst>
                    <a:cxn ang="0">
                      <a:pos x="T0" y="T1"/>
                    </a:cxn>
                    <a:cxn ang="0">
                      <a:pos x="T2" y="T3"/>
                    </a:cxn>
                    <a:cxn ang="0">
                      <a:pos x="T4" y="T5"/>
                    </a:cxn>
                    <a:cxn ang="0">
                      <a:pos x="T6" y="T7"/>
                    </a:cxn>
                    <a:cxn ang="0">
                      <a:pos x="T8" y="T9"/>
                    </a:cxn>
                  </a:cxnLst>
                  <a:rect l="0" t="0" r="r" b="b"/>
                  <a:pathLst>
                    <a:path w="35" h="38">
                      <a:moveTo>
                        <a:pt x="19" y="37"/>
                      </a:moveTo>
                      <a:cubicBezTo>
                        <a:pt x="28" y="36"/>
                        <a:pt x="35" y="28"/>
                        <a:pt x="34" y="18"/>
                      </a:cubicBezTo>
                      <a:cubicBezTo>
                        <a:pt x="34" y="8"/>
                        <a:pt x="27" y="0"/>
                        <a:pt x="18" y="1"/>
                      </a:cubicBezTo>
                      <a:cubicBezTo>
                        <a:pt x="8" y="2"/>
                        <a:pt x="0" y="10"/>
                        <a:pt x="1" y="20"/>
                      </a:cubicBezTo>
                      <a:cubicBezTo>
                        <a:pt x="1" y="30"/>
                        <a:pt x="9" y="38"/>
                        <a:pt x="19" y="37"/>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76" name="Freeform 152">
                  <a:extLst>
                    <a:ext uri="{FF2B5EF4-FFF2-40B4-BE49-F238E27FC236}">
                      <a16:creationId xmlns:a16="http://schemas.microsoft.com/office/drawing/2014/main" id="{6709A2B7-C5F2-AD67-9B82-7A9EAD463BBA}"/>
                    </a:ext>
                  </a:extLst>
                </p:cNvPr>
                <p:cNvSpPr>
                  <a:spLocks/>
                </p:cNvSpPr>
                <p:nvPr/>
              </p:nvSpPr>
              <p:spPr bwMode="auto">
                <a:xfrm>
                  <a:off x="1737263" y="2669838"/>
                  <a:ext cx="211603" cy="136031"/>
                </a:xfrm>
                <a:custGeom>
                  <a:avLst/>
                  <a:gdLst>
                    <a:gd name="T0" fmla="*/ 0 w 65"/>
                    <a:gd name="T1" fmla="*/ 36 h 42"/>
                    <a:gd name="T2" fmla="*/ 1 w 65"/>
                    <a:gd name="T3" fmla="*/ 28 h 42"/>
                    <a:gd name="T4" fmla="*/ 24 w 65"/>
                    <a:gd name="T5" fmla="*/ 5 h 42"/>
                    <a:gd name="T6" fmla="*/ 62 w 65"/>
                    <a:gd name="T7" fmla="*/ 23 h 42"/>
                    <a:gd name="T8" fmla="*/ 53 w 65"/>
                    <a:gd name="T9" fmla="*/ 38 h 42"/>
                    <a:gd name="T10" fmla="*/ 0 w 65"/>
                    <a:gd name="T11" fmla="*/ 36 h 42"/>
                  </a:gdLst>
                  <a:ahLst/>
                  <a:cxnLst>
                    <a:cxn ang="0">
                      <a:pos x="T0" y="T1"/>
                    </a:cxn>
                    <a:cxn ang="0">
                      <a:pos x="T2" y="T3"/>
                    </a:cxn>
                    <a:cxn ang="0">
                      <a:pos x="T4" y="T5"/>
                    </a:cxn>
                    <a:cxn ang="0">
                      <a:pos x="T6" y="T7"/>
                    </a:cxn>
                    <a:cxn ang="0">
                      <a:pos x="T8" y="T9"/>
                    </a:cxn>
                    <a:cxn ang="0">
                      <a:pos x="T10" y="T11"/>
                    </a:cxn>
                  </a:cxnLst>
                  <a:rect l="0" t="0" r="r" b="b"/>
                  <a:pathLst>
                    <a:path w="65" h="42">
                      <a:moveTo>
                        <a:pt x="0" y="36"/>
                      </a:moveTo>
                      <a:cubicBezTo>
                        <a:pt x="0" y="33"/>
                        <a:pt x="0" y="31"/>
                        <a:pt x="1" y="28"/>
                      </a:cubicBezTo>
                      <a:cubicBezTo>
                        <a:pt x="3" y="16"/>
                        <a:pt x="13" y="7"/>
                        <a:pt x="24" y="5"/>
                      </a:cubicBezTo>
                      <a:cubicBezTo>
                        <a:pt x="46" y="0"/>
                        <a:pt x="58" y="11"/>
                        <a:pt x="62" y="23"/>
                      </a:cubicBezTo>
                      <a:cubicBezTo>
                        <a:pt x="65" y="30"/>
                        <a:pt x="60" y="37"/>
                        <a:pt x="53" y="38"/>
                      </a:cubicBezTo>
                      <a:cubicBezTo>
                        <a:pt x="29" y="42"/>
                        <a:pt x="15" y="35"/>
                        <a:pt x="0" y="3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77" name="Freeform 153">
                  <a:extLst>
                    <a:ext uri="{FF2B5EF4-FFF2-40B4-BE49-F238E27FC236}">
                      <a16:creationId xmlns:a16="http://schemas.microsoft.com/office/drawing/2014/main" id="{8C4F11D6-143C-7561-B75D-414B4FEA09C8}"/>
                    </a:ext>
                  </a:extLst>
                </p:cNvPr>
                <p:cNvSpPr>
                  <a:spLocks/>
                </p:cNvSpPr>
                <p:nvPr/>
              </p:nvSpPr>
              <p:spPr bwMode="auto">
                <a:xfrm>
                  <a:off x="1643828" y="2575028"/>
                  <a:ext cx="109924" cy="119542"/>
                </a:xfrm>
                <a:custGeom>
                  <a:avLst/>
                  <a:gdLst>
                    <a:gd name="T0" fmla="*/ 18 w 34"/>
                    <a:gd name="T1" fmla="*/ 36 h 37"/>
                    <a:gd name="T2" fmla="*/ 34 w 34"/>
                    <a:gd name="T3" fmla="*/ 17 h 37"/>
                    <a:gd name="T4" fmla="*/ 17 w 34"/>
                    <a:gd name="T5" fmla="*/ 1 h 37"/>
                    <a:gd name="T6" fmla="*/ 0 w 34"/>
                    <a:gd name="T7" fmla="*/ 20 h 37"/>
                    <a:gd name="T8" fmla="*/ 18 w 34"/>
                    <a:gd name="T9" fmla="*/ 36 h 37"/>
                  </a:gdLst>
                  <a:ahLst/>
                  <a:cxnLst>
                    <a:cxn ang="0">
                      <a:pos x="T0" y="T1"/>
                    </a:cxn>
                    <a:cxn ang="0">
                      <a:pos x="T2" y="T3"/>
                    </a:cxn>
                    <a:cxn ang="0">
                      <a:pos x="T4" y="T5"/>
                    </a:cxn>
                    <a:cxn ang="0">
                      <a:pos x="T6" y="T7"/>
                    </a:cxn>
                    <a:cxn ang="0">
                      <a:pos x="T8" y="T9"/>
                    </a:cxn>
                  </a:cxnLst>
                  <a:rect l="0" t="0" r="r" b="b"/>
                  <a:pathLst>
                    <a:path w="34" h="37">
                      <a:moveTo>
                        <a:pt x="18" y="36"/>
                      </a:moveTo>
                      <a:cubicBezTo>
                        <a:pt x="28" y="36"/>
                        <a:pt x="34" y="27"/>
                        <a:pt x="34" y="17"/>
                      </a:cubicBezTo>
                      <a:cubicBezTo>
                        <a:pt x="34" y="7"/>
                        <a:pt x="27" y="0"/>
                        <a:pt x="17" y="1"/>
                      </a:cubicBezTo>
                      <a:cubicBezTo>
                        <a:pt x="7" y="1"/>
                        <a:pt x="0" y="10"/>
                        <a:pt x="0" y="20"/>
                      </a:cubicBezTo>
                      <a:cubicBezTo>
                        <a:pt x="0" y="29"/>
                        <a:pt x="8"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78" name="Freeform 154">
                  <a:extLst>
                    <a:ext uri="{FF2B5EF4-FFF2-40B4-BE49-F238E27FC236}">
                      <a16:creationId xmlns:a16="http://schemas.microsoft.com/office/drawing/2014/main" id="{A9615FD7-5F71-1AB0-9783-99C91720999C}"/>
                    </a:ext>
                  </a:extLst>
                </p:cNvPr>
                <p:cNvSpPr>
                  <a:spLocks/>
                </p:cNvSpPr>
                <p:nvPr/>
              </p:nvSpPr>
              <p:spPr bwMode="auto">
                <a:xfrm>
                  <a:off x="1591614" y="2708311"/>
                  <a:ext cx="210230" cy="140153"/>
                </a:xfrm>
                <a:custGeom>
                  <a:avLst/>
                  <a:gdLst>
                    <a:gd name="T0" fmla="*/ 1 w 65"/>
                    <a:gd name="T1" fmla="*/ 36 h 43"/>
                    <a:gd name="T2" fmla="*/ 1 w 65"/>
                    <a:gd name="T3" fmla="*/ 29 h 43"/>
                    <a:gd name="T4" fmla="*/ 24 w 65"/>
                    <a:gd name="T5" fmla="*/ 5 h 43"/>
                    <a:gd name="T6" fmla="*/ 63 w 65"/>
                    <a:gd name="T7" fmla="*/ 23 h 43"/>
                    <a:gd name="T8" fmla="*/ 53 w 65"/>
                    <a:gd name="T9" fmla="*/ 38 h 43"/>
                    <a:gd name="T10" fmla="*/ 1 w 65"/>
                    <a:gd name="T11" fmla="*/ 36 h 43"/>
                  </a:gdLst>
                  <a:ahLst/>
                  <a:cxnLst>
                    <a:cxn ang="0">
                      <a:pos x="T0" y="T1"/>
                    </a:cxn>
                    <a:cxn ang="0">
                      <a:pos x="T2" y="T3"/>
                    </a:cxn>
                    <a:cxn ang="0">
                      <a:pos x="T4" y="T5"/>
                    </a:cxn>
                    <a:cxn ang="0">
                      <a:pos x="T6" y="T7"/>
                    </a:cxn>
                    <a:cxn ang="0">
                      <a:pos x="T8" y="T9"/>
                    </a:cxn>
                    <a:cxn ang="0">
                      <a:pos x="T10" y="T11"/>
                    </a:cxn>
                  </a:cxnLst>
                  <a:rect l="0" t="0" r="r" b="b"/>
                  <a:pathLst>
                    <a:path w="65" h="43">
                      <a:moveTo>
                        <a:pt x="1" y="36"/>
                      </a:moveTo>
                      <a:cubicBezTo>
                        <a:pt x="0" y="34"/>
                        <a:pt x="1" y="31"/>
                        <a:pt x="1" y="29"/>
                      </a:cubicBezTo>
                      <a:cubicBezTo>
                        <a:pt x="4" y="17"/>
                        <a:pt x="13" y="8"/>
                        <a:pt x="24" y="5"/>
                      </a:cubicBezTo>
                      <a:cubicBezTo>
                        <a:pt x="46" y="0"/>
                        <a:pt x="59" y="11"/>
                        <a:pt x="63" y="23"/>
                      </a:cubicBezTo>
                      <a:cubicBezTo>
                        <a:pt x="65" y="30"/>
                        <a:pt x="61" y="37"/>
                        <a:pt x="53" y="38"/>
                      </a:cubicBezTo>
                      <a:cubicBezTo>
                        <a:pt x="29" y="43"/>
                        <a:pt x="15" y="36"/>
                        <a:pt x="1"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79" name="Freeform 155">
                  <a:extLst>
                    <a:ext uri="{FF2B5EF4-FFF2-40B4-BE49-F238E27FC236}">
                      <a16:creationId xmlns:a16="http://schemas.microsoft.com/office/drawing/2014/main" id="{88AE4A50-69BF-C709-398B-6786F0B90643}"/>
                    </a:ext>
                  </a:extLst>
                </p:cNvPr>
                <p:cNvSpPr>
                  <a:spLocks/>
                </p:cNvSpPr>
                <p:nvPr/>
              </p:nvSpPr>
              <p:spPr bwMode="auto">
                <a:xfrm>
                  <a:off x="1951614" y="2575028"/>
                  <a:ext cx="114046" cy="119542"/>
                </a:xfrm>
                <a:custGeom>
                  <a:avLst/>
                  <a:gdLst>
                    <a:gd name="T0" fmla="*/ 18 w 35"/>
                    <a:gd name="T1" fmla="*/ 36 h 37"/>
                    <a:gd name="T2" fmla="*/ 34 w 35"/>
                    <a:gd name="T3" fmla="*/ 17 h 37"/>
                    <a:gd name="T4" fmla="*/ 17 w 35"/>
                    <a:gd name="T5" fmla="*/ 1 h 37"/>
                    <a:gd name="T6" fmla="*/ 0 w 35"/>
                    <a:gd name="T7" fmla="*/ 20 h 37"/>
                    <a:gd name="T8" fmla="*/ 18 w 35"/>
                    <a:gd name="T9" fmla="*/ 36 h 37"/>
                  </a:gdLst>
                  <a:ahLst/>
                  <a:cxnLst>
                    <a:cxn ang="0">
                      <a:pos x="T0" y="T1"/>
                    </a:cxn>
                    <a:cxn ang="0">
                      <a:pos x="T2" y="T3"/>
                    </a:cxn>
                    <a:cxn ang="0">
                      <a:pos x="T4" y="T5"/>
                    </a:cxn>
                    <a:cxn ang="0">
                      <a:pos x="T6" y="T7"/>
                    </a:cxn>
                    <a:cxn ang="0">
                      <a:pos x="T8" y="T9"/>
                    </a:cxn>
                  </a:cxnLst>
                  <a:rect l="0" t="0" r="r" b="b"/>
                  <a:pathLst>
                    <a:path w="35" h="37">
                      <a:moveTo>
                        <a:pt x="18" y="36"/>
                      </a:moveTo>
                      <a:cubicBezTo>
                        <a:pt x="28" y="36"/>
                        <a:pt x="35" y="27"/>
                        <a:pt x="34" y="17"/>
                      </a:cubicBezTo>
                      <a:cubicBezTo>
                        <a:pt x="34" y="7"/>
                        <a:pt x="27" y="0"/>
                        <a:pt x="17" y="1"/>
                      </a:cubicBezTo>
                      <a:cubicBezTo>
                        <a:pt x="8" y="1"/>
                        <a:pt x="0" y="10"/>
                        <a:pt x="0" y="20"/>
                      </a:cubicBezTo>
                      <a:cubicBezTo>
                        <a:pt x="1" y="29"/>
                        <a:pt x="9"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80" name="Freeform 156">
                  <a:extLst>
                    <a:ext uri="{FF2B5EF4-FFF2-40B4-BE49-F238E27FC236}">
                      <a16:creationId xmlns:a16="http://schemas.microsoft.com/office/drawing/2014/main" id="{872CEB80-5B06-EA02-2358-23E5298879C0}"/>
                    </a:ext>
                  </a:extLst>
                </p:cNvPr>
                <p:cNvSpPr>
                  <a:spLocks/>
                </p:cNvSpPr>
                <p:nvPr/>
              </p:nvSpPr>
              <p:spPr bwMode="auto">
                <a:xfrm>
                  <a:off x="1903523" y="2708311"/>
                  <a:ext cx="207481" cy="140153"/>
                </a:xfrm>
                <a:custGeom>
                  <a:avLst/>
                  <a:gdLst>
                    <a:gd name="T0" fmla="*/ 0 w 64"/>
                    <a:gd name="T1" fmla="*/ 36 h 43"/>
                    <a:gd name="T2" fmla="*/ 1 w 64"/>
                    <a:gd name="T3" fmla="*/ 29 h 43"/>
                    <a:gd name="T4" fmla="*/ 24 w 64"/>
                    <a:gd name="T5" fmla="*/ 5 h 43"/>
                    <a:gd name="T6" fmla="*/ 62 w 64"/>
                    <a:gd name="T7" fmla="*/ 23 h 43"/>
                    <a:gd name="T8" fmla="*/ 53 w 64"/>
                    <a:gd name="T9" fmla="*/ 38 h 43"/>
                    <a:gd name="T10" fmla="*/ 0 w 64"/>
                    <a:gd name="T11" fmla="*/ 36 h 43"/>
                  </a:gdLst>
                  <a:ahLst/>
                  <a:cxnLst>
                    <a:cxn ang="0">
                      <a:pos x="T0" y="T1"/>
                    </a:cxn>
                    <a:cxn ang="0">
                      <a:pos x="T2" y="T3"/>
                    </a:cxn>
                    <a:cxn ang="0">
                      <a:pos x="T4" y="T5"/>
                    </a:cxn>
                    <a:cxn ang="0">
                      <a:pos x="T6" y="T7"/>
                    </a:cxn>
                    <a:cxn ang="0">
                      <a:pos x="T8" y="T9"/>
                    </a:cxn>
                    <a:cxn ang="0">
                      <a:pos x="T10" y="T11"/>
                    </a:cxn>
                  </a:cxnLst>
                  <a:rect l="0" t="0" r="r" b="b"/>
                  <a:pathLst>
                    <a:path w="64" h="43">
                      <a:moveTo>
                        <a:pt x="0" y="36"/>
                      </a:moveTo>
                      <a:cubicBezTo>
                        <a:pt x="0" y="34"/>
                        <a:pt x="0" y="31"/>
                        <a:pt x="1" y="29"/>
                      </a:cubicBezTo>
                      <a:cubicBezTo>
                        <a:pt x="3" y="17"/>
                        <a:pt x="12" y="8"/>
                        <a:pt x="24" y="5"/>
                      </a:cubicBezTo>
                      <a:cubicBezTo>
                        <a:pt x="45" y="0"/>
                        <a:pt x="58" y="11"/>
                        <a:pt x="62" y="23"/>
                      </a:cubicBezTo>
                      <a:cubicBezTo>
                        <a:pt x="64" y="30"/>
                        <a:pt x="60" y="37"/>
                        <a:pt x="53" y="38"/>
                      </a:cubicBezTo>
                      <a:cubicBezTo>
                        <a:pt x="29" y="43"/>
                        <a:pt x="15" y="36"/>
                        <a:pt x="0"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grpSp>
          <p:grpSp>
            <p:nvGrpSpPr>
              <p:cNvPr id="15" name="Groupe 383">
                <a:extLst>
                  <a:ext uri="{FF2B5EF4-FFF2-40B4-BE49-F238E27FC236}">
                    <a16:creationId xmlns:a16="http://schemas.microsoft.com/office/drawing/2014/main" id="{0DE28DEC-D1BF-8B5D-B6A1-8E7ED0A2AD8B}"/>
                  </a:ext>
                </a:extLst>
              </p:cNvPr>
              <p:cNvGrpSpPr/>
              <p:nvPr/>
            </p:nvGrpSpPr>
            <p:grpSpPr>
              <a:xfrm>
                <a:off x="6095992" y="2162820"/>
                <a:ext cx="488482" cy="486169"/>
                <a:chOff x="2001838" y="5133975"/>
                <a:chExt cx="550862" cy="533400"/>
              </a:xfrm>
              <a:solidFill>
                <a:srgbClr val="FFFFFF"/>
              </a:solidFill>
            </p:grpSpPr>
            <p:sp>
              <p:nvSpPr>
                <p:cNvPr id="32" name="Oval 433">
                  <a:extLst>
                    <a:ext uri="{FF2B5EF4-FFF2-40B4-BE49-F238E27FC236}">
                      <a16:creationId xmlns:a16="http://schemas.microsoft.com/office/drawing/2014/main" id="{F0CAFBCD-F1F1-5A7E-5610-B319AD174BAF}"/>
                    </a:ext>
                  </a:extLst>
                </p:cNvPr>
                <p:cNvSpPr>
                  <a:spLocks noChangeArrowheads="1"/>
                </p:cNvSpPr>
                <p:nvPr/>
              </p:nvSpPr>
              <p:spPr bwMode="auto">
                <a:xfrm>
                  <a:off x="2332038" y="5310188"/>
                  <a:ext cx="96837" cy="952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33" name="Freeform 434">
                  <a:extLst>
                    <a:ext uri="{FF2B5EF4-FFF2-40B4-BE49-F238E27FC236}">
                      <a16:creationId xmlns:a16="http://schemas.microsoft.com/office/drawing/2014/main" id="{66399CE5-373A-A4F5-9A10-2667F7E2D228}"/>
                    </a:ext>
                  </a:extLst>
                </p:cNvPr>
                <p:cNvSpPr>
                  <a:spLocks noEditPoints="1"/>
                </p:cNvSpPr>
                <p:nvPr/>
              </p:nvSpPr>
              <p:spPr bwMode="auto">
                <a:xfrm>
                  <a:off x="2216150" y="5202238"/>
                  <a:ext cx="330200" cy="319088"/>
                </a:xfrm>
                <a:custGeom>
                  <a:avLst/>
                  <a:gdLst>
                    <a:gd name="T0" fmla="*/ 44 w 88"/>
                    <a:gd name="T1" fmla="*/ 62 h 85"/>
                    <a:gd name="T2" fmla="*/ 25 w 88"/>
                    <a:gd name="T3" fmla="*/ 44 h 85"/>
                    <a:gd name="T4" fmla="*/ 44 w 88"/>
                    <a:gd name="T5" fmla="*/ 25 h 85"/>
                    <a:gd name="T6" fmla="*/ 63 w 88"/>
                    <a:gd name="T7" fmla="*/ 44 h 85"/>
                    <a:gd name="T8" fmla="*/ 44 w 88"/>
                    <a:gd name="T9" fmla="*/ 62 h 85"/>
                    <a:gd name="T10" fmla="*/ 81 w 88"/>
                    <a:gd name="T11" fmla="*/ 47 h 85"/>
                    <a:gd name="T12" fmla="*/ 88 w 88"/>
                    <a:gd name="T13" fmla="*/ 39 h 85"/>
                    <a:gd name="T14" fmla="*/ 86 w 88"/>
                    <a:gd name="T15" fmla="*/ 31 h 85"/>
                    <a:gd name="T16" fmla="*/ 77 w 88"/>
                    <a:gd name="T17" fmla="*/ 27 h 85"/>
                    <a:gd name="T18" fmla="*/ 75 w 88"/>
                    <a:gd name="T19" fmla="*/ 23 h 85"/>
                    <a:gd name="T20" fmla="*/ 75 w 88"/>
                    <a:gd name="T21" fmla="*/ 13 h 85"/>
                    <a:gd name="T22" fmla="*/ 69 w 88"/>
                    <a:gd name="T23" fmla="*/ 8 h 85"/>
                    <a:gd name="T24" fmla="*/ 59 w 88"/>
                    <a:gd name="T25" fmla="*/ 10 h 85"/>
                    <a:gd name="T26" fmla="*/ 55 w 88"/>
                    <a:gd name="T27" fmla="*/ 8 h 85"/>
                    <a:gd name="T28" fmla="*/ 49 w 88"/>
                    <a:gd name="T29" fmla="*/ 0 h 85"/>
                    <a:gd name="T30" fmla="*/ 41 w 88"/>
                    <a:gd name="T31" fmla="*/ 0 h 85"/>
                    <a:gd name="T32" fmla="*/ 34 w 88"/>
                    <a:gd name="T33" fmla="*/ 8 h 85"/>
                    <a:gd name="T34" fmla="*/ 30 w 88"/>
                    <a:gd name="T35" fmla="*/ 10 h 85"/>
                    <a:gd name="T36" fmla="*/ 19 w 88"/>
                    <a:gd name="T37" fmla="*/ 8 h 85"/>
                    <a:gd name="T38" fmla="*/ 14 w 88"/>
                    <a:gd name="T39" fmla="*/ 13 h 85"/>
                    <a:gd name="T40" fmla="*/ 14 w 88"/>
                    <a:gd name="T41" fmla="*/ 23 h 85"/>
                    <a:gd name="T42" fmla="*/ 11 w 88"/>
                    <a:gd name="T43" fmla="*/ 27 h 85"/>
                    <a:gd name="T44" fmla="*/ 2 w 88"/>
                    <a:gd name="T45" fmla="*/ 33 h 85"/>
                    <a:gd name="T46" fmla="*/ 0 w 88"/>
                    <a:gd name="T47" fmla="*/ 39 h 85"/>
                    <a:gd name="T48" fmla="*/ 8 w 88"/>
                    <a:gd name="T49" fmla="*/ 47 h 85"/>
                    <a:gd name="T50" fmla="*/ 8 w 88"/>
                    <a:gd name="T51" fmla="*/ 53 h 85"/>
                    <a:gd name="T52" fmla="*/ 5 w 88"/>
                    <a:gd name="T53" fmla="*/ 62 h 85"/>
                    <a:gd name="T54" fmla="*/ 8 w 88"/>
                    <a:gd name="T55" fmla="*/ 68 h 85"/>
                    <a:gd name="T56" fmla="*/ 19 w 88"/>
                    <a:gd name="T57" fmla="*/ 70 h 85"/>
                    <a:gd name="T58" fmla="*/ 22 w 88"/>
                    <a:gd name="T59" fmla="*/ 73 h 85"/>
                    <a:gd name="T60" fmla="*/ 27 w 88"/>
                    <a:gd name="T61" fmla="*/ 82 h 85"/>
                    <a:gd name="T62" fmla="*/ 33 w 88"/>
                    <a:gd name="T63" fmla="*/ 85 h 85"/>
                    <a:gd name="T64" fmla="*/ 42 w 88"/>
                    <a:gd name="T65" fmla="*/ 79 h 85"/>
                    <a:gd name="T66" fmla="*/ 47 w 88"/>
                    <a:gd name="T67" fmla="*/ 79 h 85"/>
                    <a:gd name="T68" fmla="*/ 56 w 88"/>
                    <a:gd name="T69" fmla="*/ 85 h 85"/>
                    <a:gd name="T70" fmla="*/ 63 w 88"/>
                    <a:gd name="T71" fmla="*/ 82 h 85"/>
                    <a:gd name="T72" fmla="*/ 66 w 88"/>
                    <a:gd name="T73" fmla="*/ 73 h 85"/>
                    <a:gd name="T74" fmla="*/ 70 w 88"/>
                    <a:gd name="T75" fmla="*/ 70 h 85"/>
                    <a:gd name="T76" fmla="*/ 80 w 88"/>
                    <a:gd name="T77" fmla="*/ 68 h 85"/>
                    <a:gd name="T78" fmla="*/ 84 w 88"/>
                    <a:gd name="T79" fmla="*/ 62 h 85"/>
                    <a:gd name="T80" fmla="*/ 80 w 88"/>
                    <a:gd name="T81" fmla="*/ 53 h 85"/>
                    <a:gd name="T82" fmla="*/ 81 w 88"/>
                    <a:gd name="T83" fmla="*/ 47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 h="85">
                      <a:moveTo>
                        <a:pt x="44" y="62"/>
                      </a:moveTo>
                      <a:cubicBezTo>
                        <a:pt x="34" y="62"/>
                        <a:pt x="25" y="53"/>
                        <a:pt x="25" y="44"/>
                      </a:cubicBezTo>
                      <a:cubicBezTo>
                        <a:pt x="25" y="33"/>
                        <a:pt x="34" y="25"/>
                        <a:pt x="44" y="25"/>
                      </a:cubicBezTo>
                      <a:cubicBezTo>
                        <a:pt x="55" y="25"/>
                        <a:pt x="63" y="33"/>
                        <a:pt x="63" y="44"/>
                      </a:cubicBezTo>
                      <a:cubicBezTo>
                        <a:pt x="63" y="53"/>
                        <a:pt x="55" y="62"/>
                        <a:pt x="44" y="62"/>
                      </a:cubicBezTo>
                      <a:close/>
                      <a:moveTo>
                        <a:pt x="81" y="47"/>
                      </a:moveTo>
                      <a:cubicBezTo>
                        <a:pt x="88" y="39"/>
                        <a:pt x="88" y="39"/>
                        <a:pt x="88" y="39"/>
                      </a:cubicBezTo>
                      <a:cubicBezTo>
                        <a:pt x="88" y="36"/>
                        <a:pt x="88" y="34"/>
                        <a:pt x="86" y="31"/>
                      </a:cubicBezTo>
                      <a:cubicBezTo>
                        <a:pt x="77" y="27"/>
                        <a:pt x="77" y="27"/>
                        <a:pt x="77" y="27"/>
                      </a:cubicBezTo>
                      <a:cubicBezTo>
                        <a:pt x="77" y="25"/>
                        <a:pt x="75" y="23"/>
                        <a:pt x="75" y="23"/>
                      </a:cubicBezTo>
                      <a:cubicBezTo>
                        <a:pt x="75" y="13"/>
                        <a:pt x="75" y="13"/>
                        <a:pt x="75" y="13"/>
                      </a:cubicBezTo>
                      <a:cubicBezTo>
                        <a:pt x="74" y="10"/>
                        <a:pt x="72" y="10"/>
                        <a:pt x="69" y="8"/>
                      </a:cubicBezTo>
                      <a:cubicBezTo>
                        <a:pt x="59" y="10"/>
                        <a:pt x="59" y="10"/>
                        <a:pt x="59" y="10"/>
                      </a:cubicBezTo>
                      <a:cubicBezTo>
                        <a:pt x="58" y="10"/>
                        <a:pt x="56" y="10"/>
                        <a:pt x="55" y="8"/>
                      </a:cubicBezTo>
                      <a:cubicBezTo>
                        <a:pt x="49" y="0"/>
                        <a:pt x="49" y="0"/>
                        <a:pt x="49" y="0"/>
                      </a:cubicBezTo>
                      <a:cubicBezTo>
                        <a:pt x="41" y="0"/>
                        <a:pt x="41" y="0"/>
                        <a:pt x="41" y="0"/>
                      </a:cubicBezTo>
                      <a:cubicBezTo>
                        <a:pt x="34" y="8"/>
                        <a:pt x="34" y="8"/>
                        <a:pt x="34" y="8"/>
                      </a:cubicBezTo>
                      <a:cubicBezTo>
                        <a:pt x="33" y="10"/>
                        <a:pt x="31" y="10"/>
                        <a:pt x="30" y="10"/>
                      </a:cubicBezTo>
                      <a:cubicBezTo>
                        <a:pt x="19" y="8"/>
                        <a:pt x="19" y="8"/>
                        <a:pt x="19" y="8"/>
                      </a:cubicBezTo>
                      <a:cubicBezTo>
                        <a:pt x="17" y="10"/>
                        <a:pt x="16" y="11"/>
                        <a:pt x="14" y="13"/>
                      </a:cubicBezTo>
                      <a:cubicBezTo>
                        <a:pt x="14" y="23"/>
                        <a:pt x="14" y="23"/>
                        <a:pt x="14" y="23"/>
                      </a:cubicBezTo>
                      <a:cubicBezTo>
                        <a:pt x="13" y="25"/>
                        <a:pt x="13" y="25"/>
                        <a:pt x="11" y="27"/>
                      </a:cubicBezTo>
                      <a:cubicBezTo>
                        <a:pt x="2" y="33"/>
                        <a:pt x="2" y="33"/>
                        <a:pt x="2" y="33"/>
                      </a:cubicBezTo>
                      <a:cubicBezTo>
                        <a:pt x="2" y="36"/>
                        <a:pt x="2" y="36"/>
                        <a:pt x="0" y="39"/>
                      </a:cubicBezTo>
                      <a:cubicBezTo>
                        <a:pt x="8" y="47"/>
                        <a:pt x="8" y="47"/>
                        <a:pt x="8" y="47"/>
                      </a:cubicBezTo>
                      <a:cubicBezTo>
                        <a:pt x="8" y="50"/>
                        <a:pt x="8" y="50"/>
                        <a:pt x="8" y="53"/>
                      </a:cubicBezTo>
                      <a:cubicBezTo>
                        <a:pt x="5" y="62"/>
                        <a:pt x="5" y="62"/>
                        <a:pt x="5" y="62"/>
                      </a:cubicBezTo>
                      <a:cubicBezTo>
                        <a:pt x="6" y="65"/>
                        <a:pt x="6" y="65"/>
                        <a:pt x="8" y="68"/>
                      </a:cubicBezTo>
                      <a:cubicBezTo>
                        <a:pt x="19" y="70"/>
                        <a:pt x="19" y="70"/>
                        <a:pt x="19" y="70"/>
                      </a:cubicBezTo>
                      <a:cubicBezTo>
                        <a:pt x="20" y="71"/>
                        <a:pt x="22" y="71"/>
                        <a:pt x="22" y="73"/>
                      </a:cubicBezTo>
                      <a:cubicBezTo>
                        <a:pt x="27" y="82"/>
                        <a:pt x="27" y="82"/>
                        <a:pt x="27" y="82"/>
                      </a:cubicBezTo>
                      <a:cubicBezTo>
                        <a:pt x="28" y="84"/>
                        <a:pt x="30" y="84"/>
                        <a:pt x="33" y="85"/>
                      </a:cubicBezTo>
                      <a:cubicBezTo>
                        <a:pt x="42" y="79"/>
                        <a:pt x="42" y="79"/>
                        <a:pt x="42" y="79"/>
                      </a:cubicBezTo>
                      <a:cubicBezTo>
                        <a:pt x="47" y="79"/>
                        <a:pt x="47" y="79"/>
                        <a:pt x="47" y="79"/>
                      </a:cubicBezTo>
                      <a:cubicBezTo>
                        <a:pt x="56" y="85"/>
                        <a:pt x="56" y="85"/>
                        <a:pt x="56" y="85"/>
                      </a:cubicBezTo>
                      <a:cubicBezTo>
                        <a:pt x="58" y="84"/>
                        <a:pt x="59" y="84"/>
                        <a:pt x="63" y="82"/>
                      </a:cubicBezTo>
                      <a:cubicBezTo>
                        <a:pt x="66" y="73"/>
                        <a:pt x="66" y="73"/>
                        <a:pt x="66" y="73"/>
                      </a:cubicBezTo>
                      <a:cubicBezTo>
                        <a:pt x="67" y="71"/>
                        <a:pt x="69" y="71"/>
                        <a:pt x="70" y="70"/>
                      </a:cubicBezTo>
                      <a:cubicBezTo>
                        <a:pt x="80" y="68"/>
                        <a:pt x="80" y="68"/>
                        <a:pt x="80" y="68"/>
                      </a:cubicBezTo>
                      <a:cubicBezTo>
                        <a:pt x="81" y="65"/>
                        <a:pt x="83" y="64"/>
                        <a:pt x="84" y="62"/>
                      </a:cubicBezTo>
                      <a:cubicBezTo>
                        <a:pt x="80" y="53"/>
                        <a:pt x="80" y="53"/>
                        <a:pt x="80" y="53"/>
                      </a:cubicBezTo>
                      <a:cubicBezTo>
                        <a:pt x="80" y="50"/>
                        <a:pt x="80" y="48"/>
                        <a:pt x="81"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34" name="Oval 435">
                  <a:extLst>
                    <a:ext uri="{FF2B5EF4-FFF2-40B4-BE49-F238E27FC236}">
                      <a16:creationId xmlns:a16="http://schemas.microsoft.com/office/drawing/2014/main" id="{55BDE232-73F3-C2BE-4F0B-6AFCB007FDDB}"/>
                    </a:ext>
                  </a:extLst>
                </p:cNvPr>
                <p:cNvSpPr>
                  <a:spLocks noChangeArrowheads="1"/>
                </p:cNvSpPr>
                <p:nvPr/>
              </p:nvSpPr>
              <p:spPr bwMode="auto">
                <a:xfrm>
                  <a:off x="2117725" y="5464175"/>
                  <a:ext cx="60325" cy="682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35" name="Freeform 436">
                  <a:extLst>
                    <a:ext uri="{FF2B5EF4-FFF2-40B4-BE49-F238E27FC236}">
                      <a16:creationId xmlns:a16="http://schemas.microsoft.com/office/drawing/2014/main" id="{19CD6D62-4B39-27E7-03AC-E3833006F358}"/>
                    </a:ext>
                  </a:extLst>
                </p:cNvPr>
                <p:cNvSpPr>
                  <a:spLocks noEditPoints="1"/>
                </p:cNvSpPr>
                <p:nvPr/>
              </p:nvSpPr>
              <p:spPr bwMode="auto">
                <a:xfrm>
                  <a:off x="2043113" y="5397500"/>
                  <a:ext cx="209550" cy="203200"/>
                </a:xfrm>
                <a:custGeom>
                  <a:avLst/>
                  <a:gdLst>
                    <a:gd name="T0" fmla="*/ 27 w 56"/>
                    <a:gd name="T1" fmla="*/ 39 h 54"/>
                    <a:gd name="T2" fmla="*/ 13 w 56"/>
                    <a:gd name="T3" fmla="*/ 26 h 54"/>
                    <a:gd name="T4" fmla="*/ 27 w 56"/>
                    <a:gd name="T5" fmla="*/ 13 h 54"/>
                    <a:gd name="T6" fmla="*/ 41 w 56"/>
                    <a:gd name="T7" fmla="*/ 26 h 54"/>
                    <a:gd name="T8" fmla="*/ 27 w 56"/>
                    <a:gd name="T9" fmla="*/ 39 h 54"/>
                    <a:gd name="T10" fmla="*/ 52 w 56"/>
                    <a:gd name="T11" fmla="*/ 29 h 54"/>
                    <a:gd name="T12" fmla="*/ 56 w 56"/>
                    <a:gd name="T13" fmla="*/ 25 h 54"/>
                    <a:gd name="T14" fmla="*/ 55 w 56"/>
                    <a:gd name="T15" fmla="*/ 20 h 54"/>
                    <a:gd name="T16" fmla="*/ 49 w 56"/>
                    <a:gd name="T17" fmla="*/ 17 h 54"/>
                    <a:gd name="T18" fmla="*/ 47 w 56"/>
                    <a:gd name="T19" fmla="*/ 14 h 54"/>
                    <a:gd name="T20" fmla="*/ 49 w 56"/>
                    <a:gd name="T21" fmla="*/ 7 h 54"/>
                    <a:gd name="T22" fmla="*/ 44 w 56"/>
                    <a:gd name="T23" fmla="*/ 4 h 54"/>
                    <a:gd name="T24" fmla="*/ 38 w 56"/>
                    <a:gd name="T25" fmla="*/ 6 h 54"/>
                    <a:gd name="T26" fmla="*/ 35 w 56"/>
                    <a:gd name="T27" fmla="*/ 6 h 54"/>
                    <a:gd name="T28" fmla="*/ 30 w 56"/>
                    <a:gd name="T29" fmla="*/ 0 h 54"/>
                    <a:gd name="T30" fmla="*/ 26 w 56"/>
                    <a:gd name="T31" fmla="*/ 0 h 54"/>
                    <a:gd name="T32" fmla="*/ 21 w 56"/>
                    <a:gd name="T33" fmla="*/ 6 h 54"/>
                    <a:gd name="T34" fmla="*/ 18 w 56"/>
                    <a:gd name="T35" fmla="*/ 6 h 54"/>
                    <a:gd name="T36" fmla="*/ 10 w 56"/>
                    <a:gd name="T37" fmla="*/ 4 h 54"/>
                    <a:gd name="T38" fmla="*/ 7 w 56"/>
                    <a:gd name="T39" fmla="*/ 7 h 54"/>
                    <a:gd name="T40" fmla="*/ 7 w 56"/>
                    <a:gd name="T41" fmla="*/ 14 h 54"/>
                    <a:gd name="T42" fmla="*/ 6 w 56"/>
                    <a:gd name="T43" fmla="*/ 17 h 54"/>
                    <a:gd name="T44" fmla="*/ 0 w 56"/>
                    <a:gd name="T45" fmla="*/ 20 h 54"/>
                    <a:gd name="T46" fmla="*/ 0 w 56"/>
                    <a:gd name="T47" fmla="*/ 25 h 54"/>
                    <a:gd name="T48" fmla="*/ 4 w 56"/>
                    <a:gd name="T49" fmla="*/ 29 h 54"/>
                    <a:gd name="T50" fmla="*/ 4 w 56"/>
                    <a:gd name="T51" fmla="*/ 32 h 54"/>
                    <a:gd name="T52" fmla="*/ 1 w 56"/>
                    <a:gd name="T53" fmla="*/ 39 h 54"/>
                    <a:gd name="T54" fmla="*/ 4 w 56"/>
                    <a:gd name="T55" fmla="*/ 42 h 54"/>
                    <a:gd name="T56" fmla="*/ 10 w 56"/>
                    <a:gd name="T57" fmla="*/ 44 h 54"/>
                    <a:gd name="T58" fmla="*/ 13 w 56"/>
                    <a:gd name="T59" fmla="*/ 45 h 54"/>
                    <a:gd name="T60" fmla="*/ 15 w 56"/>
                    <a:gd name="T61" fmla="*/ 52 h 54"/>
                    <a:gd name="T62" fmla="*/ 20 w 56"/>
                    <a:gd name="T63" fmla="*/ 54 h 54"/>
                    <a:gd name="T64" fmla="*/ 26 w 56"/>
                    <a:gd name="T65" fmla="*/ 49 h 54"/>
                    <a:gd name="T66" fmla="*/ 29 w 56"/>
                    <a:gd name="T67" fmla="*/ 49 h 54"/>
                    <a:gd name="T68" fmla="*/ 35 w 56"/>
                    <a:gd name="T69" fmla="*/ 54 h 54"/>
                    <a:gd name="T70" fmla="*/ 40 w 56"/>
                    <a:gd name="T71" fmla="*/ 52 h 54"/>
                    <a:gd name="T72" fmla="*/ 43 w 56"/>
                    <a:gd name="T73" fmla="*/ 45 h 54"/>
                    <a:gd name="T74" fmla="*/ 44 w 56"/>
                    <a:gd name="T75" fmla="*/ 44 h 54"/>
                    <a:gd name="T76" fmla="*/ 52 w 56"/>
                    <a:gd name="T77" fmla="*/ 42 h 54"/>
                    <a:gd name="T78" fmla="*/ 53 w 56"/>
                    <a:gd name="T79" fmla="*/ 39 h 54"/>
                    <a:gd name="T80" fmla="*/ 52 w 56"/>
                    <a:gd name="T81" fmla="*/ 32 h 54"/>
                    <a:gd name="T82" fmla="*/ 52 w 56"/>
                    <a:gd name="T83"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6" h="54">
                      <a:moveTo>
                        <a:pt x="27" y="39"/>
                      </a:moveTo>
                      <a:cubicBezTo>
                        <a:pt x="20" y="39"/>
                        <a:pt x="13" y="33"/>
                        <a:pt x="13" y="26"/>
                      </a:cubicBezTo>
                      <a:cubicBezTo>
                        <a:pt x="13" y="19"/>
                        <a:pt x="20" y="13"/>
                        <a:pt x="27" y="13"/>
                      </a:cubicBezTo>
                      <a:cubicBezTo>
                        <a:pt x="35" y="13"/>
                        <a:pt x="41" y="19"/>
                        <a:pt x="41" y="26"/>
                      </a:cubicBezTo>
                      <a:cubicBezTo>
                        <a:pt x="41" y="33"/>
                        <a:pt x="35" y="39"/>
                        <a:pt x="27" y="39"/>
                      </a:cubicBezTo>
                      <a:close/>
                      <a:moveTo>
                        <a:pt x="52" y="29"/>
                      </a:moveTo>
                      <a:cubicBezTo>
                        <a:pt x="56" y="25"/>
                        <a:pt x="56" y="25"/>
                        <a:pt x="56" y="25"/>
                      </a:cubicBezTo>
                      <a:cubicBezTo>
                        <a:pt x="56" y="23"/>
                        <a:pt x="56" y="22"/>
                        <a:pt x="55" y="20"/>
                      </a:cubicBezTo>
                      <a:cubicBezTo>
                        <a:pt x="49" y="17"/>
                        <a:pt x="49" y="17"/>
                        <a:pt x="49" y="17"/>
                      </a:cubicBezTo>
                      <a:cubicBezTo>
                        <a:pt x="49" y="16"/>
                        <a:pt x="49" y="16"/>
                        <a:pt x="47" y="14"/>
                      </a:cubicBezTo>
                      <a:cubicBezTo>
                        <a:pt x="49" y="7"/>
                        <a:pt x="49" y="7"/>
                        <a:pt x="49" y="7"/>
                      </a:cubicBezTo>
                      <a:cubicBezTo>
                        <a:pt x="47" y="6"/>
                        <a:pt x="46" y="6"/>
                        <a:pt x="44" y="4"/>
                      </a:cubicBezTo>
                      <a:cubicBezTo>
                        <a:pt x="38" y="6"/>
                        <a:pt x="38" y="6"/>
                        <a:pt x="38" y="6"/>
                      </a:cubicBezTo>
                      <a:cubicBezTo>
                        <a:pt x="36" y="6"/>
                        <a:pt x="35" y="6"/>
                        <a:pt x="35" y="6"/>
                      </a:cubicBezTo>
                      <a:cubicBezTo>
                        <a:pt x="30" y="0"/>
                        <a:pt x="30" y="0"/>
                        <a:pt x="30" y="0"/>
                      </a:cubicBezTo>
                      <a:cubicBezTo>
                        <a:pt x="26" y="0"/>
                        <a:pt x="26" y="0"/>
                        <a:pt x="26" y="0"/>
                      </a:cubicBezTo>
                      <a:cubicBezTo>
                        <a:pt x="21" y="6"/>
                        <a:pt x="21" y="6"/>
                        <a:pt x="21" y="6"/>
                      </a:cubicBezTo>
                      <a:cubicBezTo>
                        <a:pt x="20" y="6"/>
                        <a:pt x="20" y="6"/>
                        <a:pt x="18" y="6"/>
                      </a:cubicBezTo>
                      <a:cubicBezTo>
                        <a:pt x="10" y="4"/>
                        <a:pt x="10" y="4"/>
                        <a:pt x="10" y="4"/>
                      </a:cubicBezTo>
                      <a:cubicBezTo>
                        <a:pt x="9" y="6"/>
                        <a:pt x="9" y="6"/>
                        <a:pt x="7" y="7"/>
                      </a:cubicBezTo>
                      <a:cubicBezTo>
                        <a:pt x="7" y="14"/>
                        <a:pt x="7" y="14"/>
                        <a:pt x="7" y="14"/>
                      </a:cubicBezTo>
                      <a:cubicBezTo>
                        <a:pt x="7" y="16"/>
                        <a:pt x="7" y="16"/>
                        <a:pt x="6" y="17"/>
                      </a:cubicBezTo>
                      <a:cubicBezTo>
                        <a:pt x="0" y="20"/>
                        <a:pt x="0" y="20"/>
                        <a:pt x="0" y="20"/>
                      </a:cubicBezTo>
                      <a:cubicBezTo>
                        <a:pt x="0" y="22"/>
                        <a:pt x="0" y="23"/>
                        <a:pt x="0" y="25"/>
                      </a:cubicBezTo>
                      <a:cubicBezTo>
                        <a:pt x="4" y="29"/>
                        <a:pt x="4" y="29"/>
                        <a:pt x="4" y="29"/>
                      </a:cubicBezTo>
                      <a:cubicBezTo>
                        <a:pt x="4" y="30"/>
                        <a:pt x="4" y="32"/>
                        <a:pt x="4" y="32"/>
                      </a:cubicBezTo>
                      <a:cubicBezTo>
                        <a:pt x="1" y="39"/>
                        <a:pt x="1" y="39"/>
                        <a:pt x="1" y="39"/>
                      </a:cubicBezTo>
                      <a:cubicBezTo>
                        <a:pt x="3" y="41"/>
                        <a:pt x="3" y="41"/>
                        <a:pt x="4" y="42"/>
                      </a:cubicBezTo>
                      <a:cubicBezTo>
                        <a:pt x="10" y="44"/>
                        <a:pt x="10" y="44"/>
                        <a:pt x="10" y="44"/>
                      </a:cubicBezTo>
                      <a:cubicBezTo>
                        <a:pt x="12" y="45"/>
                        <a:pt x="13" y="45"/>
                        <a:pt x="13" y="45"/>
                      </a:cubicBezTo>
                      <a:cubicBezTo>
                        <a:pt x="15" y="52"/>
                        <a:pt x="15" y="52"/>
                        <a:pt x="15" y="52"/>
                      </a:cubicBezTo>
                      <a:cubicBezTo>
                        <a:pt x="18" y="52"/>
                        <a:pt x="18" y="52"/>
                        <a:pt x="20" y="54"/>
                      </a:cubicBezTo>
                      <a:cubicBezTo>
                        <a:pt x="26" y="49"/>
                        <a:pt x="26" y="49"/>
                        <a:pt x="26" y="49"/>
                      </a:cubicBezTo>
                      <a:cubicBezTo>
                        <a:pt x="29" y="49"/>
                        <a:pt x="29" y="49"/>
                        <a:pt x="29" y="49"/>
                      </a:cubicBezTo>
                      <a:cubicBezTo>
                        <a:pt x="35" y="54"/>
                        <a:pt x="35" y="54"/>
                        <a:pt x="35" y="54"/>
                      </a:cubicBezTo>
                      <a:cubicBezTo>
                        <a:pt x="36" y="52"/>
                        <a:pt x="38" y="52"/>
                        <a:pt x="40" y="52"/>
                      </a:cubicBezTo>
                      <a:cubicBezTo>
                        <a:pt x="43" y="45"/>
                        <a:pt x="43" y="45"/>
                        <a:pt x="43" y="45"/>
                      </a:cubicBezTo>
                      <a:cubicBezTo>
                        <a:pt x="43" y="45"/>
                        <a:pt x="44" y="45"/>
                        <a:pt x="44" y="44"/>
                      </a:cubicBezTo>
                      <a:cubicBezTo>
                        <a:pt x="52" y="42"/>
                        <a:pt x="52" y="42"/>
                        <a:pt x="52" y="42"/>
                      </a:cubicBezTo>
                      <a:cubicBezTo>
                        <a:pt x="52" y="41"/>
                        <a:pt x="53" y="41"/>
                        <a:pt x="53" y="39"/>
                      </a:cubicBezTo>
                      <a:cubicBezTo>
                        <a:pt x="52" y="32"/>
                        <a:pt x="52" y="32"/>
                        <a:pt x="52" y="32"/>
                      </a:cubicBezTo>
                      <a:cubicBezTo>
                        <a:pt x="52" y="32"/>
                        <a:pt x="52" y="30"/>
                        <a:pt x="52"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37" name="Oval 437">
                  <a:extLst>
                    <a:ext uri="{FF2B5EF4-FFF2-40B4-BE49-F238E27FC236}">
                      <a16:creationId xmlns:a16="http://schemas.microsoft.com/office/drawing/2014/main" id="{E09A80DB-C82C-2532-1BBC-3920452BA5A6}"/>
                    </a:ext>
                  </a:extLst>
                </p:cNvPr>
                <p:cNvSpPr>
                  <a:spLocks noChangeArrowheads="1"/>
                </p:cNvSpPr>
                <p:nvPr/>
              </p:nvSpPr>
              <p:spPr bwMode="auto">
                <a:xfrm>
                  <a:off x="2332038" y="5310188"/>
                  <a:ext cx="96837" cy="952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39" name="Oval 438">
                  <a:extLst>
                    <a:ext uri="{FF2B5EF4-FFF2-40B4-BE49-F238E27FC236}">
                      <a16:creationId xmlns:a16="http://schemas.microsoft.com/office/drawing/2014/main" id="{B0579D72-5939-F825-F4D3-706D1C1E6DAB}"/>
                    </a:ext>
                  </a:extLst>
                </p:cNvPr>
                <p:cNvSpPr>
                  <a:spLocks noChangeArrowheads="1"/>
                </p:cNvSpPr>
                <p:nvPr/>
              </p:nvSpPr>
              <p:spPr bwMode="auto">
                <a:xfrm>
                  <a:off x="2117725" y="5464175"/>
                  <a:ext cx="60325" cy="682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40" name="Oval 439">
                  <a:extLst>
                    <a:ext uri="{FF2B5EF4-FFF2-40B4-BE49-F238E27FC236}">
                      <a16:creationId xmlns:a16="http://schemas.microsoft.com/office/drawing/2014/main" id="{E94CFE5C-C224-E027-C97F-0EE85B915CA8}"/>
                    </a:ext>
                  </a:extLst>
                </p:cNvPr>
                <p:cNvSpPr>
                  <a:spLocks noChangeArrowheads="1"/>
                </p:cNvSpPr>
                <p:nvPr/>
              </p:nvSpPr>
              <p:spPr bwMode="auto">
                <a:xfrm>
                  <a:off x="2117725" y="5464175"/>
                  <a:ext cx="60325" cy="682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41" name="Oval 440">
                  <a:extLst>
                    <a:ext uri="{FF2B5EF4-FFF2-40B4-BE49-F238E27FC236}">
                      <a16:creationId xmlns:a16="http://schemas.microsoft.com/office/drawing/2014/main" id="{5CDC3CA6-75AD-948E-A02D-2A846D8E7C64}"/>
                    </a:ext>
                  </a:extLst>
                </p:cNvPr>
                <p:cNvSpPr>
                  <a:spLocks noChangeArrowheads="1"/>
                </p:cNvSpPr>
                <p:nvPr/>
              </p:nvSpPr>
              <p:spPr bwMode="auto">
                <a:xfrm>
                  <a:off x="2332038" y="5310188"/>
                  <a:ext cx="96837" cy="952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42" name="Freeform 441">
                  <a:extLst>
                    <a:ext uri="{FF2B5EF4-FFF2-40B4-BE49-F238E27FC236}">
                      <a16:creationId xmlns:a16="http://schemas.microsoft.com/office/drawing/2014/main" id="{BA9B986F-87E2-1AAA-F704-71573CB2CB10}"/>
                    </a:ext>
                  </a:extLst>
                </p:cNvPr>
                <p:cNvSpPr>
                  <a:spLocks/>
                </p:cNvSpPr>
                <p:nvPr/>
              </p:nvSpPr>
              <p:spPr bwMode="auto">
                <a:xfrm>
                  <a:off x="2522538" y="5202238"/>
                  <a:ext cx="30162" cy="30163"/>
                </a:xfrm>
                <a:custGeom>
                  <a:avLst/>
                  <a:gdLst>
                    <a:gd name="T0" fmla="*/ 2 w 8"/>
                    <a:gd name="T1" fmla="*/ 8 h 8"/>
                    <a:gd name="T2" fmla="*/ 0 w 8"/>
                    <a:gd name="T3" fmla="*/ 5 h 8"/>
                    <a:gd name="T4" fmla="*/ 5 w 8"/>
                    <a:gd name="T5" fmla="*/ 0 h 8"/>
                    <a:gd name="T6" fmla="*/ 8 w 8"/>
                    <a:gd name="T7" fmla="*/ 3 h 8"/>
                    <a:gd name="T8" fmla="*/ 2 w 8"/>
                    <a:gd name="T9" fmla="*/ 8 h 8"/>
                  </a:gdLst>
                  <a:ahLst/>
                  <a:cxnLst>
                    <a:cxn ang="0">
                      <a:pos x="T0" y="T1"/>
                    </a:cxn>
                    <a:cxn ang="0">
                      <a:pos x="T2" y="T3"/>
                    </a:cxn>
                    <a:cxn ang="0">
                      <a:pos x="T4" y="T5"/>
                    </a:cxn>
                    <a:cxn ang="0">
                      <a:pos x="T6" y="T7"/>
                    </a:cxn>
                    <a:cxn ang="0">
                      <a:pos x="T8" y="T9"/>
                    </a:cxn>
                  </a:cxnLst>
                  <a:rect l="0" t="0" r="r" b="b"/>
                  <a:pathLst>
                    <a:path w="8" h="8">
                      <a:moveTo>
                        <a:pt x="2" y="8"/>
                      </a:moveTo>
                      <a:cubicBezTo>
                        <a:pt x="2" y="6"/>
                        <a:pt x="0" y="6"/>
                        <a:pt x="0" y="5"/>
                      </a:cubicBezTo>
                      <a:cubicBezTo>
                        <a:pt x="5" y="0"/>
                        <a:pt x="5" y="0"/>
                        <a:pt x="5" y="0"/>
                      </a:cubicBezTo>
                      <a:cubicBezTo>
                        <a:pt x="7" y="0"/>
                        <a:pt x="7" y="2"/>
                        <a:pt x="8" y="3"/>
                      </a:cubicBezTo>
                      <a:lnTo>
                        <a:pt x="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43" name="Freeform 442">
                  <a:extLst>
                    <a:ext uri="{FF2B5EF4-FFF2-40B4-BE49-F238E27FC236}">
                      <a16:creationId xmlns:a16="http://schemas.microsoft.com/office/drawing/2014/main" id="{EA364357-0A35-4747-FC17-37E21092194D}"/>
                    </a:ext>
                  </a:extLst>
                </p:cNvPr>
                <p:cNvSpPr>
                  <a:spLocks/>
                </p:cNvSpPr>
                <p:nvPr/>
              </p:nvSpPr>
              <p:spPr bwMode="auto">
                <a:xfrm>
                  <a:off x="2505075" y="5183188"/>
                  <a:ext cx="30162" cy="30163"/>
                </a:xfrm>
                <a:custGeom>
                  <a:avLst/>
                  <a:gdLst>
                    <a:gd name="T0" fmla="*/ 3 w 8"/>
                    <a:gd name="T1" fmla="*/ 8 h 8"/>
                    <a:gd name="T2" fmla="*/ 0 w 8"/>
                    <a:gd name="T3" fmla="*/ 5 h 8"/>
                    <a:gd name="T4" fmla="*/ 4 w 8"/>
                    <a:gd name="T5" fmla="*/ 0 h 8"/>
                    <a:gd name="T6" fmla="*/ 8 w 8"/>
                    <a:gd name="T7" fmla="*/ 3 h 8"/>
                    <a:gd name="T8" fmla="*/ 3 w 8"/>
                    <a:gd name="T9" fmla="*/ 8 h 8"/>
                  </a:gdLst>
                  <a:ahLst/>
                  <a:cxnLst>
                    <a:cxn ang="0">
                      <a:pos x="T0" y="T1"/>
                    </a:cxn>
                    <a:cxn ang="0">
                      <a:pos x="T2" y="T3"/>
                    </a:cxn>
                    <a:cxn ang="0">
                      <a:pos x="T4" y="T5"/>
                    </a:cxn>
                    <a:cxn ang="0">
                      <a:pos x="T6" y="T7"/>
                    </a:cxn>
                    <a:cxn ang="0">
                      <a:pos x="T8" y="T9"/>
                    </a:cxn>
                  </a:cxnLst>
                  <a:rect l="0" t="0" r="r" b="b"/>
                  <a:pathLst>
                    <a:path w="8" h="8">
                      <a:moveTo>
                        <a:pt x="3" y="8"/>
                      </a:moveTo>
                      <a:cubicBezTo>
                        <a:pt x="3" y="7"/>
                        <a:pt x="2" y="7"/>
                        <a:pt x="0" y="5"/>
                      </a:cubicBezTo>
                      <a:cubicBezTo>
                        <a:pt x="4" y="0"/>
                        <a:pt x="4" y="0"/>
                        <a:pt x="4" y="0"/>
                      </a:cubicBezTo>
                      <a:cubicBezTo>
                        <a:pt x="5" y="1"/>
                        <a:pt x="7" y="3"/>
                        <a:pt x="8" y="3"/>
                      </a:cubicBezTo>
                      <a:lnTo>
                        <a:pt x="3"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44" name="Freeform 443">
                  <a:extLst>
                    <a:ext uri="{FF2B5EF4-FFF2-40B4-BE49-F238E27FC236}">
                      <a16:creationId xmlns:a16="http://schemas.microsoft.com/office/drawing/2014/main" id="{411E30CB-CAD8-0459-4AEF-12B65FBED040}"/>
                    </a:ext>
                  </a:extLst>
                </p:cNvPr>
                <p:cNvSpPr>
                  <a:spLocks/>
                </p:cNvSpPr>
                <p:nvPr/>
              </p:nvSpPr>
              <p:spPr bwMode="auto">
                <a:xfrm>
                  <a:off x="2466975" y="5153025"/>
                  <a:ext cx="38100" cy="41275"/>
                </a:xfrm>
                <a:custGeom>
                  <a:avLst/>
                  <a:gdLst>
                    <a:gd name="T0" fmla="*/ 7 w 10"/>
                    <a:gd name="T1" fmla="*/ 11 h 11"/>
                    <a:gd name="T2" fmla="*/ 0 w 10"/>
                    <a:gd name="T3" fmla="*/ 6 h 11"/>
                    <a:gd name="T4" fmla="*/ 3 w 10"/>
                    <a:gd name="T5" fmla="*/ 0 h 11"/>
                    <a:gd name="T6" fmla="*/ 10 w 10"/>
                    <a:gd name="T7" fmla="*/ 3 h 11"/>
                    <a:gd name="T8" fmla="*/ 7 w 10"/>
                    <a:gd name="T9" fmla="*/ 11 h 11"/>
                  </a:gdLst>
                  <a:ahLst/>
                  <a:cxnLst>
                    <a:cxn ang="0">
                      <a:pos x="T0" y="T1"/>
                    </a:cxn>
                    <a:cxn ang="0">
                      <a:pos x="T2" y="T3"/>
                    </a:cxn>
                    <a:cxn ang="0">
                      <a:pos x="T4" y="T5"/>
                    </a:cxn>
                    <a:cxn ang="0">
                      <a:pos x="T6" y="T7"/>
                    </a:cxn>
                    <a:cxn ang="0">
                      <a:pos x="T8" y="T9"/>
                    </a:cxn>
                  </a:cxnLst>
                  <a:rect l="0" t="0" r="r" b="b"/>
                  <a:pathLst>
                    <a:path w="10" h="11">
                      <a:moveTo>
                        <a:pt x="7" y="11"/>
                      </a:moveTo>
                      <a:cubicBezTo>
                        <a:pt x="5" y="9"/>
                        <a:pt x="2" y="8"/>
                        <a:pt x="0" y="6"/>
                      </a:cubicBezTo>
                      <a:cubicBezTo>
                        <a:pt x="3" y="0"/>
                        <a:pt x="3" y="0"/>
                        <a:pt x="3" y="0"/>
                      </a:cubicBezTo>
                      <a:cubicBezTo>
                        <a:pt x="7" y="2"/>
                        <a:pt x="9" y="2"/>
                        <a:pt x="10" y="3"/>
                      </a:cubicBezTo>
                      <a:lnTo>
                        <a:pt x="7"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69" name="Freeform 444">
                  <a:extLst>
                    <a:ext uri="{FF2B5EF4-FFF2-40B4-BE49-F238E27FC236}">
                      <a16:creationId xmlns:a16="http://schemas.microsoft.com/office/drawing/2014/main" id="{1C10288B-E961-8780-659F-454E2DF6D3CD}"/>
                    </a:ext>
                  </a:extLst>
                </p:cNvPr>
                <p:cNvSpPr>
                  <a:spLocks/>
                </p:cNvSpPr>
                <p:nvPr/>
              </p:nvSpPr>
              <p:spPr bwMode="auto">
                <a:xfrm>
                  <a:off x="2411413" y="5145088"/>
                  <a:ext cx="44450" cy="30163"/>
                </a:xfrm>
                <a:custGeom>
                  <a:avLst/>
                  <a:gdLst>
                    <a:gd name="T0" fmla="*/ 11 w 12"/>
                    <a:gd name="T1" fmla="*/ 8 h 8"/>
                    <a:gd name="T2" fmla="*/ 0 w 12"/>
                    <a:gd name="T3" fmla="*/ 6 h 8"/>
                    <a:gd name="T4" fmla="*/ 1 w 12"/>
                    <a:gd name="T5" fmla="*/ 0 h 8"/>
                    <a:gd name="T6" fmla="*/ 12 w 12"/>
                    <a:gd name="T7" fmla="*/ 2 h 8"/>
                    <a:gd name="T8" fmla="*/ 11 w 12"/>
                    <a:gd name="T9" fmla="*/ 8 h 8"/>
                  </a:gdLst>
                  <a:ahLst/>
                  <a:cxnLst>
                    <a:cxn ang="0">
                      <a:pos x="T0" y="T1"/>
                    </a:cxn>
                    <a:cxn ang="0">
                      <a:pos x="T2" y="T3"/>
                    </a:cxn>
                    <a:cxn ang="0">
                      <a:pos x="T4" y="T5"/>
                    </a:cxn>
                    <a:cxn ang="0">
                      <a:pos x="T6" y="T7"/>
                    </a:cxn>
                    <a:cxn ang="0">
                      <a:pos x="T8" y="T9"/>
                    </a:cxn>
                  </a:cxnLst>
                  <a:rect l="0" t="0" r="r" b="b"/>
                  <a:pathLst>
                    <a:path w="12" h="8">
                      <a:moveTo>
                        <a:pt x="11" y="8"/>
                      </a:moveTo>
                      <a:cubicBezTo>
                        <a:pt x="7" y="6"/>
                        <a:pt x="4" y="6"/>
                        <a:pt x="0" y="6"/>
                      </a:cubicBezTo>
                      <a:cubicBezTo>
                        <a:pt x="1" y="0"/>
                        <a:pt x="1" y="0"/>
                        <a:pt x="1" y="0"/>
                      </a:cubicBezTo>
                      <a:cubicBezTo>
                        <a:pt x="5" y="0"/>
                        <a:pt x="10" y="1"/>
                        <a:pt x="12" y="2"/>
                      </a:cubicBezTo>
                      <a:lnTo>
                        <a:pt x="11"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70" name="Freeform 445">
                  <a:extLst>
                    <a:ext uri="{FF2B5EF4-FFF2-40B4-BE49-F238E27FC236}">
                      <a16:creationId xmlns:a16="http://schemas.microsoft.com/office/drawing/2014/main" id="{14B9B21C-2AF5-B98D-2A0F-B95E18D9597C}"/>
                    </a:ext>
                  </a:extLst>
                </p:cNvPr>
                <p:cNvSpPr>
                  <a:spLocks/>
                </p:cNvSpPr>
                <p:nvPr/>
              </p:nvSpPr>
              <p:spPr bwMode="auto">
                <a:xfrm>
                  <a:off x="2136775" y="5133975"/>
                  <a:ext cx="250825" cy="222250"/>
                </a:xfrm>
                <a:custGeom>
                  <a:avLst/>
                  <a:gdLst>
                    <a:gd name="T0" fmla="*/ 67 w 67"/>
                    <a:gd name="T1" fmla="*/ 0 h 59"/>
                    <a:gd name="T2" fmla="*/ 67 w 67"/>
                    <a:gd name="T3" fmla="*/ 8 h 59"/>
                    <a:gd name="T4" fmla="*/ 64 w 67"/>
                    <a:gd name="T5" fmla="*/ 8 h 59"/>
                    <a:gd name="T6" fmla="*/ 16 w 67"/>
                    <a:gd name="T7" fmla="*/ 42 h 59"/>
                    <a:gd name="T8" fmla="*/ 20 w 67"/>
                    <a:gd name="T9" fmla="*/ 39 h 59"/>
                    <a:gd name="T10" fmla="*/ 25 w 67"/>
                    <a:gd name="T11" fmla="*/ 45 h 59"/>
                    <a:gd name="T12" fmla="*/ 8 w 67"/>
                    <a:gd name="T13" fmla="*/ 59 h 59"/>
                    <a:gd name="T14" fmla="*/ 0 w 67"/>
                    <a:gd name="T15" fmla="*/ 38 h 59"/>
                    <a:gd name="T16" fmla="*/ 7 w 67"/>
                    <a:gd name="T17" fmla="*/ 36 h 59"/>
                    <a:gd name="T18" fmla="*/ 10 w 67"/>
                    <a:gd name="T19" fmla="*/ 39 h 59"/>
                    <a:gd name="T20" fmla="*/ 64 w 67"/>
                    <a:gd name="T21" fmla="*/ 0 h 59"/>
                    <a:gd name="T22" fmla="*/ 67 w 67"/>
                    <a:gd name="T2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59">
                      <a:moveTo>
                        <a:pt x="67" y="0"/>
                      </a:moveTo>
                      <a:cubicBezTo>
                        <a:pt x="67" y="8"/>
                        <a:pt x="67" y="8"/>
                        <a:pt x="67" y="8"/>
                      </a:cubicBezTo>
                      <a:cubicBezTo>
                        <a:pt x="67" y="8"/>
                        <a:pt x="66" y="8"/>
                        <a:pt x="64" y="8"/>
                      </a:cubicBezTo>
                      <a:cubicBezTo>
                        <a:pt x="43" y="8"/>
                        <a:pt x="23" y="22"/>
                        <a:pt x="16" y="42"/>
                      </a:cubicBezTo>
                      <a:cubicBezTo>
                        <a:pt x="20" y="39"/>
                        <a:pt x="20" y="39"/>
                        <a:pt x="20" y="39"/>
                      </a:cubicBezTo>
                      <a:cubicBezTo>
                        <a:pt x="25" y="45"/>
                        <a:pt x="25" y="45"/>
                        <a:pt x="25" y="45"/>
                      </a:cubicBezTo>
                      <a:cubicBezTo>
                        <a:pt x="8" y="59"/>
                        <a:pt x="8" y="59"/>
                        <a:pt x="8" y="59"/>
                      </a:cubicBezTo>
                      <a:cubicBezTo>
                        <a:pt x="0" y="38"/>
                        <a:pt x="0" y="38"/>
                        <a:pt x="0" y="38"/>
                      </a:cubicBezTo>
                      <a:cubicBezTo>
                        <a:pt x="7" y="36"/>
                        <a:pt x="7" y="36"/>
                        <a:pt x="7" y="36"/>
                      </a:cubicBezTo>
                      <a:cubicBezTo>
                        <a:pt x="10" y="39"/>
                        <a:pt x="10" y="39"/>
                        <a:pt x="10" y="39"/>
                      </a:cubicBezTo>
                      <a:cubicBezTo>
                        <a:pt x="17" y="16"/>
                        <a:pt x="40" y="0"/>
                        <a:pt x="64" y="0"/>
                      </a:cubicBezTo>
                      <a:cubicBezTo>
                        <a:pt x="66" y="0"/>
                        <a:pt x="67" y="0"/>
                        <a:pt x="6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71" name="Freeform 446">
                  <a:extLst>
                    <a:ext uri="{FF2B5EF4-FFF2-40B4-BE49-F238E27FC236}">
                      <a16:creationId xmlns:a16="http://schemas.microsoft.com/office/drawing/2014/main" id="{6AE4C64A-4697-165C-4B7C-4799E8275269}"/>
                    </a:ext>
                  </a:extLst>
                </p:cNvPr>
                <p:cNvSpPr>
                  <a:spLocks/>
                </p:cNvSpPr>
                <p:nvPr/>
              </p:nvSpPr>
              <p:spPr bwMode="auto">
                <a:xfrm>
                  <a:off x="2001838" y="5581650"/>
                  <a:ext cx="250825" cy="85725"/>
                </a:xfrm>
                <a:custGeom>
                  <a:avLst/>
                  <a:gdLst>
                    <a:gd name="T0" fmla="*/ 38 w 67"/>
                    <a:gd name="T1" fmla="*/ 23 h 23"/>
                    <a:gd name="T2" fmla="*/ 8 w 67"/>
                    <a:gd name="T3" fmla="*/ 13 h 23"/>
                    <a:gd name="T4" fmla="*/ 10 w 67"/>
                    <a:gd name="T5" fmla="*/ 18 h 23"/>
                    <a:gd name="T6" fmla="*/ 5 w 67"/>
                    <a:gd name="T7" fmla="*/ 20 h 23"/>
                    <a:gd name="T8" fmla="*/ 0 w 67"/>
                    <a:gd name="T9" fmla="*/ 0 h 23"/>
                    <a:gd name="T10" fmla="*/ 19 w 67"/>
                    <a:gd name="T11" fmla="*/ 0 h 23"/>
                    <a:gd name="T12" fmla="*/ 19 w 67"/>
                    <a:gd name="T13" fmla="*/ 6 h 23"/>
                    <a:gd name="T14" fmla="*/ 13 w 67"/>
                    <a:gd name="T15" fmla="*/ 6 h 23"/>
                    <a:gd name="T16" fmla="*/ 38 w 67"/>
                    <a:gd name="T17" fmla="*/ 15 h 23"/>
                    <a:gd name="T18" fmla="*/ 63 w 67"/>
                    <a:gd name="T19" fmla="*/ 5 h 23"/>
                    <a:gd name="T20" fmla="*/ 67 w 67"/>
                    <a:gd name="T21" fmla="*/ 11 h 23"/>
                    <a:gd name="T22" fmla="*/ 38 w 67"/>
                    <a:gd name="T23"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23">
                      <a:moveTo>
                        <a:pt x="38" y="23"/>
                      </a:moveTo>
                      <a:cubicBezTo>
                        <a:pt x="25" y="23"/>
                        <a:pt x="16" y="20"/>
                        <a:pt x="8" y="13"/>
                      </a:cubicBezTo>
                      <a:cubicBezTo>
                        <a:pt x="10" y="18"/>
                        <a:pt x="10" y="18"/>
                        <a:pt x="10" y="18"/>
                      </a:cubicBezTo>
                      <a:cubicBezTo>
                        <a:pt x="5" y="20"/>
                        <a:pt x="5" y="20"/>
                        <a:pt x="5" y="20"/>
                      </a:cubicBezTo>
                      <a:cubicBezTo>
                        <a:pt x="0" y="0"/>
                        <a:pt x="0" y="0"/>
                        <a:pt x="0" y="0"/>
                      </a:cubicBezTo>
                      <a:cubicBezTo>
                        <a:pt x="19" y="0"/>
                        <a:pt x="19" y="0"/>
                        <a:pt x="19" y="0"/>
                      </a:cubicBezTo>
                      <a:cubicBezTo>
                        <a:pt x="19" y="6"/>
                        <a:pt x="19" y="6"/>
                        <a:pt x="19" y="6"/>
                      </a:cubicBezTo>
                      <a:cubicBezTo>
                        <a:pt x="13" y="6"/>
                        <a:pt x="13" y="6"/>
                        <a:pt x="13" y="6"/>
                      </a:cubicBezTo>
                      <a:cubicBezTo>
                        <a:pt x="21" y="13"/>
                        <a:pt x="30" y="15"/>
                        <a:pt x="38" y="15"/>
                      </a:cubicBezTo>
                      <a:cubicBezTo>
                        <a:pt x="47" y="15"/>
                        <a:pt x="56" y="11"/>
                        <a:pt x="63" y="5"/>
                      </a:cubicBezTo>
                      <a:cubicBezTo>
                        <a:pt x="67" y="11"/>
                        <a:pt x="67" y="11"/>
                        <a:pt x="67" y="11"/>
                      </a:cubicBezTo>
                      <a:cubicBezTo>
                        <a:pt x="60" y="20"/>
                        <a:pt x="49" y="23"/>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72" name="Freeform 447">
                  <a:extLst>
                    <a:ext uri="{FF2B5EF4-FFF2-40B4-BE49-F238E27FC236}">
                      <a16:creationId xmlns:a16="http://schemas.microsoft.com/office/drawing/2014/main" id="{19F99C6B-D4DE-DFDD-0A2E-23ADD055D3F6}"/>
                    </a:ext>
                  </a:extLst>
                </p:cNvPr>
                <p:cNvSpPr>
                  <a:spLocks/>
                </p:cNvSpPr>
                <p:nvPr/>
              </p:nvSpPr>
              <p:spPr bwMode="auto">
                <a:xfrm>
                  <a:off x="2246313" y="5570538"/>
                  <a:ext cx="36512" cy="36513"/>
                </a:xfrm>
                <a:custGeom>
                  <a:avLst/>
                  <a:gdLst>
                    <a:gd name="T0" fmla="*/ 5 w 10"/>
                    <a:gd name="T1" fmla="*/ 10 h 10"/>
                    <a:gd name="T2" fmla="*/ 0 w 10"/>
                    <a:gd name="T3" fmla="*/ 5 h 10"/>
                    <a:gd name="T4" fmla="*/ 3 w 10"/>
                    <a:gd name="T5" fmla="*/ 0 h 10"/>
                    <a:gd name="T6" fmla="*/ 10 w 10"/>
                    <a:gd name="T7" fmla="*/ 5 h 10"/>
                    <a:gd name="T8" fmla="*/ 5 w 10"/>
                    <a:gd name="T9" fmla="*/ 10 h 10"/>
                  </a:gdLst>
                  <a:ahLst/>
                  <a:cxnLst>
                    <a:cxn ang="0">
                      <a:pos x="T0" y="T1"/>
                    </a:cxn>
                    <a:cxn ang="0">
                      <a:pos x="T2" y="T3"/>
                    </a:cxn>
                    <a:cxn ang="0">
                      <a:pos x="T4" y="T5"/>
                    </a:cxn>
                    <a:cxn ang="0">
                      <a:pos x="T6" y="T7"/>
                    </a:cxn>
                    <a:cxn ang="0">
                      <a:pos x="T8" y="T9"/>
                    </a:cxn>
                  </a:cxnLst>
                  <a:rect l="0" t="0" r="r" b="b"/>
                  <a:pathLst>
                    <a:path w="10" h="10">
                      <a:moveTo>
                        <a:pt x="5" y="10"/>
                      </a:moveTo>
                      <a:cubicBezTo>
                        <a:pt x="0" y="5"/>
                        <a:pt x="0" y="5"/>
                        <a:pt x="0" y="5"/>
                      </a:cubicBezTo>
                      <a:cubicBezTo>
                        <a:pt x="1" y="3"/>
                        <a:pt x="3" y="2"/>
                        <a:pt x="3" y="0"/>
                      </a:cubicBezTo>
                      <a:cubicBezTo>
                        <a:pt x="10" y="5"/>
                        <a:pt x="10" y="5"/>
                        <a:pt x="10" y="5"/>
                      </a:cubicBezTo>
                      <a:cubicBezTo>
                        <a:pt x="10" y="6"/>
                        <a:pt x="8" y="9"/>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73" name="Freeform 448">
                  <a:extLst>
                    <a:ext uri="{FF2B5EF4-FFF2-40B4-BE49-F238E27FC236}">
                      <a16:creationId xmlns:a16="http://schemas.microsoft.com/office/drawing/2014/main" id="{218CFF8D-FD39-CA82-6435-72C85985521B}"/>
                    </a:ext>
                  </a:extLst>
                </p:cNvPr>
                <p:cNvSpPr>
                  <a:spLocks/>
                </p:cNvSpPr>
                <p:nvPr/>
              </p:nvSpPr>
              <p:spPr bwMode="auto">
                <a:xfrm>
                  <a:off x="2263775" y="5540375"/>
                  <a:ext cx="38100" cy="41275"/>
                </a:xfrm>
                <a:custGeom>
                  <a:avLst/>
                  <a:gdLst>
                    <a:gd name="T0" fmla="*/ 9 w 10"/>
                    <a:gd name="T1" fmla="*/ 11 h 11"/>
                    <a:gd name="T2" fmla="*/ 0 w 10"/>
                    <a:gd name="T3" fmla="*/ 7 h 11"/>
                    <a:gd name="T4" fmla="*/ 3 w 10"/>
                    <a:gd name="T5" fmla="*/ 0 h 11"/>
                    <a:gd name="T6" fmla="*/ 10 w 10"/>
                    <a:gd name="T7" fmla="*/ 4 h 11"/>
                    <a:gd name="T8" fmla="*/ 9 w 10"/>
                    <a:gd name="T9" fmla="*/ 11 h 11"/>
                  </a:gdLst>
                  <a:ahLst/>
                  <a:cxnLst>
                    <a:cxn ang="0">
                      <a:pos x="T0" y="T1"/>
                    </a:cxn>
                    <a:cxn ang="0">
                      <a:pos x="T2" y="T3"/>
                    </a:cxn>
                    <a:cxn ang="0">
                      <a:pos x="T4" y="T5"/>
                    </a:cxn>
                    <a:cxn ang="0">
                      <a:pos x="T6" y="T7"/>
                    </a:cxn>
                    <a:cxn ang="0">
                      <a:pos x="T8" y="T9"/>
                    </a:cxn>
                  </a:cxnLst>
                  <a:rect l="0" t="0" r="r" b="b"/>
                  <a:pathLst>
                    <a:path w="10" h="11">
                      <a:moveTo>
                        <a:pt x="9" y="11"/>
                      </a:moveTo>
                      <a:cubicBezTo>
                        <a:pt x="0" y="7"/>
                        <a:pt x="0" y="7"/>
                        <a:pt x="0" y="7"/>
                      </a:cubicBezTo>
                      <a:cubicBezTo>
                        <a:pt x="2" y="4"/>
                        <a:pt x="2" y="2"/>
                        <a:pt x="3" y="0"/>
                      </a:cubicBezTo>
                      <a:cubicBezTo>
                        <a:pt x="10" y="4"/>
                        <a:pt x="10" y="4"/>
                        <a:pt x="10" y="4"/>
                      </a:cubicBezTo>
                      <a:cubicBezTo>
                        <a:pt x="10" y="6"/>
                        <a:pt x="9" y="9"/>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74" name="Freeform 449">
                  <a:extLst>
                    <a:ext uri="{FF2B5EF4-FFF2-40B4-BE49-F238E27FC236}">
                      <a16:creationId xmlns:a16="http://schemas.microsoft.com/office/drawing/2014/main" id="{ED9F9C56-9D58-AFDE-454D-A9AB1FDA0198}"/>
                    </a:ext>
                  </a:extLst>
                </p:cNvPr>
                <p:cNvSpPr>
                  <a:spLocks/>
                </p:cNvSpPr>
                <p:nvPr/>
              </p:nvSpPr>
              <p:spPr bwMode="auto">
                <a:xfrm>
                  <a:off x="2370138" y="5194300"/>
                  <a:ext cx="28575" cy="7938"/>
                </a:xfrm>
                <a:custGeom>
                  <a:avLst/>
                  <a:gdLst>
                    <a:gd name="T0" fmla="*/ 5 w 8"/>
                    <a:gd name="T1" fmla="*/ 0 h 2"/>
                    <a:gd name="T2" fmla="*/ 0 w 8"/>
                    <a:gd name="T3" fmla="*/ 2 h 2"/>
                    <a:gd name="T4" fmla="*/ 0 w 8"/>
                    <a:gd name="T5" fmla="*/ 2 h 2"/>
                    <a:gd name="T6" fmla="*/ 8 w 8"/>
                    <a:gd name="T7" fmla="*/ 2 h 2"/>
                    <a:gd name="T8" fmla="*/ 6 w 8"/>
                    <a:gd name="T9" fmla="*/ 0 h 2"/>
                    <a:gd name="T10" fmla="*/ 5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5" y="0"/>
                      </a:moveTo>
                      <a:cubicBezTo>
                        <a:pt x="5" y="0"/>
                        <a:pt x="2" y="0"/>
                        <a:pt x="0" y="2"/>
                      </a:cubicBezTo>
                      <a:cubicBezTo>
                        <a:pt x="0" y="2"/>
                        <a:pt x="0" y="2"/>
                        <a:pt x="0" y="2"/>
                      </a:cubicBezTo>
                      <a:cubicBezTo>
                        <a:pt x="8" y="2"/>
                        <a:pt x="8" y="2"/>
                        <a:pt x="8" y="2"/>
                      </a:cubicBezTo>
                      <a:cubicBezTo>
                        <a:pt x="6" y="0"/>
                        <a:pt x="6" y="0"/>
                        <a:pt x="6" y="0"/>
                      </a:cubicBezTo>
                      <a:cubicBezTo>
                        <a:pt x="6" y="2"/>
                        <a:pt x="5"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grpSp>
          <p:pic>
            <p:nvPicPr>
              <p:cNvPr id="16" name="Graphic 15" descr="Statistics with solid fill">
                <a:extLst>
                  <a:ext uri="{FF2B5EF4-FFF2-40B4-BE49-F238E27FC236}">
                    <a16:creationId xmlns:a16="http://schemas.microsoft.com/office/drawing/2014/main" id="{7C53B1B7-F257-F88F-3326-73B037734C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14116" y="4578319"/>
                <a:ext cx="618485" cy="618485"/>
              </a:xfrm>
              <a:prstGeom prst="rect">
                <a:avLst/>
              </a:prstGeom>
            </p:spPr>
          </p:pic>
          <p:grpSp>
            <p:nvGrpSpPr>
              <p:cNvPr id="18" name="Groupe 364">
                <a:extLst>
                  <a:ext uri="{FF2B5EF4-FFF2-40B4-BE49-F238E27FC236}">
                    <a16:creationId xmlns:a16="http://schemas.microsoft.com/office/drawing/2014/main" id="{398B8FD2-6C58-50BC-0FC2-148855E6D693}"/>
                  </a:ext>
                </a:extLst>
              </p:cNvPr>
              <p:cNvGrpSpPr/>
              <p:nvPr/>
            </p:nvGrpSpPr>
            <p:grpSpPr>
              <a:xfrm>
                <a:off x="4619261" y="3135893"/>
                <a:ext cx="384051" cy="599372"/>
                <a:chOff x="5291138" y="730251"/>
                <a:chExt cx="388938" cy="590550"/>
              </a:xfrm>
            </p:grpSpPr>
            <p:sp>
              <p:nvSpPr>
                <p:cNvPr id="20" name="Rectangle 19">
                  <a:extLst>
                    <a:ext uri="{FF2B5EF4-FFF2-40B4-BE49-F238E27FC236}">
                      <a16:creationId xmlns:a16="http://schemas.microsoft.com/office/drawing/2014/main" id="{062E149B-71F0-D15E-E748-331B7BE48A2A}"/>
                    </a:ext>
                  </a:extLst>
                </p:cNvPr>
                <p:cNvSpPr>
                  <a:spLocks noChangeArrowheads="1"/>
                </p:cNvSpPr>
                <p:nvPr/>
              </p:nvSpPr>
              <p:spPr bwMode="auto">
                <a:xfrm>
                  <a:off x="5411788" y="1208088"/>
                  <a:ext cx="149225"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21" name="Freeform 88">
                  <a:extLst>
                    <a:ext uri="{FF2B5EF4-FFF2-40B4-BE49-F238E27FC236}">
                      <a16:creationId xmlns:a16="http://schemas.microsoft.com/office/drawing/2014/main" id="{877D4837-ECA2-50F8-D9FB-FE378CC34809}"/>
                    </a:ext>
                  </a:extLst>
                </p:cNvPr>
                <p:cNvSpPr>
                  <a:spLocks/>
                </p:cNvSpPr>
                <p:nvPr/>
              </p:nvSpPr>
              <p:spPr bwMode="auto">
                <a:xfrm>
                  <a:off x="5291138" y="730251"/>
                  <a:ext cx="388938" cy="481013"/>
                </a:xfrm>
                <a:custGeom>
                  <a:avLst/>
                  <a:gdLst>
                    <a:gd name="T0" fmla="*/ 58 w 115"/>
                    <a:gd name="T1" fmla="*/ 0 h 141"/>
                    <a:gd name="T2" fmla="*/ 0 w 115"/>
                    <a:gd name="T3" fmla="*/ 57 h 141"/>
                    <a:gd name="T4" fmla="*/ 19 w 115"/>
                    <a:gd name="T5" fmla="*/ 100 h 141"/>
                    <a:gd name="T6" fmla="*/ 21 w 115"/>
                    <a:gd name="T7" fmla="*/ 101 h 141"/>
                    <a:gd name="T8" fmla="*/ 35 w 115"/>
                    <a:gd name="T9" fmla="*/ 133 h 141"/>
                    <a:gd name="T10" fmla="*/ 35 w 115"/>
                    <a:gd name="T11" fmla="*/ 139 h 141"/>
                    <a:gd name="T12" fmla="*/ 32 w 115"/>
                    <a:gd name="T13" fmla="*/ 139 h 141"/>
                    <a:gd name="T14" fmla="*/ 32 w 115"/>
                    <a:gd name="T15" fmla="*/ 141 h 141"/>
                    <a:gd name="T16" fmla="*/ 84 w 115"/>
                    <a:gd name="T17" fmla="*/ 141 h 141"/>
                    <a:gd name="T18" fmla="*/ 84 w 115"/>
                    <a:gd name="T19" fmla="*/ 139 h 141"/>
                    <a:gd name="T20" fmla="*/ 81 w 115"/>
                    <a:gd name="T21" fmla="*/ 139 h 141"/>
                    <a:gd name="T22" fmla="*/ 81 w 115"/>
                    <a:gd name="T23" fmla="*/ 133 h 141"/>
                    <a:gd name="T24" fmla="*/ 95 w 115"/>
                    <a:gd name="T25" fmla="*/ 101 h 141"/>
                    <a:gd name="T26" fmla="*/ 96 w 115"/>
                    <a:gd name="T27" fmla="*/ 100 h 141"/>
                    <a:gd name="T28" fmla="*/ 115 w 115"/>
                    <a:gd name="T29" fmla="*/ 57 h 141"/>
                    <a:gd name="T30" fmla="*/ 58 w 115"/>
                    <a:gd name="T31"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141">
                      <a:moveTo>
                        <a:pt x="58" y="0"/>
                      </a:moveTo>
                      <a:cubicBezTo>
                        <a:pt x="26" y="0"/>
                        <a:pt x="0" y="26"/>
                        <a:pt x="0" y="57"/>
                      </a:cubicBezTo>
                      <a:cubicBezTo>
                        <a:pt x="0" y="73"/>
                        <a:pt x="7" y="89"/>
                        <a:pt x="19" y="100"/>
                      </a:cubicBezTo>
                      <a:cubicBezTo>
                        <a:pt x="21" y="101"/>
                        <a:pt x="21" y="101"/>
                        <a:pt x="21" y="101"/>
                      </a:cubicBezTo>
                      <a:cubicBezTo>
                        <a:pt x="30" y="109"/>
                        <a:pt x="35" y="121"/>
                        <a:pt x="35" y="133"/>
                      </a:cubicBezTo>
                      <a:cubicBezTo>
                        <a:pt x="35" y="139"/>
                        <a:pt x="35" y="139"/>
                        <a:pt x="35" y="139"/>
                      </a:cubicBezTo>
                      <a:cubicBezTo>
                        <a:pt x="32" y="139"/>
                        <a:pt x="32" y="139"/>
                        <a:pt x="32" y="139"/>
                      </a:cubicBezTo>
                      <a:cubicBezTo>
                        <a:pt x="32" y="141"/>
                        <a:pt x="32" y="141"/>
                        <a:pt x="32" y="141"/>
                      </a:cubicBezTo>
                      <a:cubicBezTo>
                        <a:pt x="84" y="141"/>
                        <a:pt x="84" y="141"/>
                        <a:pt x="84" y="141"/>
                      </a:cubicBezTo>
                      <a:cubicBezTo>
                        <a:pt x="84" y="139"/>
                        <a:pt x="84" y="139"/>
                        <a:pt x="84" y="139"/>
                      </a:cubicBezTo>
                      <a:cubicBezTo>
                        <a:pt x="81" y="139"/>
                        <a:pt x="81" y="139"/>
                        <a:pt x="81" y="139"/>
                      </a:cubicBezTo>
                      <a:cubicBezTo>
                        <a:pt x="81" y="133"/>
                        <a:pt x="81" y="133"/>
                        <a:pt x="81" y="133"/>
                      </a:cubicBezTo>
                      <a:cubicBezTo>
                        <a:pt x="81" y="121"/>
                        <a:pt x="86" y="109"/>
                        <a:pt x="95" y="101"/>
                      </a:cubicBezTo>
                      <a:cubicBezTo>
                        <a:pt x="96" y="100"/>
                        <a:pt x="96" y="100"/>
                        <a:pt x="96" y="100"/>
                      </a:cubicBezTo>
                      <a:cubicBezTo>
                        <a:pt x="108" y="89"/>
                        <a:pt x="115" y="73"/>
                        <a:pt x="115" y="57"/>
                      </a:cubicBezTo>
                      <a:cubicBezTo>
                        <a:pt x="115" y="26"/>
                        <a:pt x="89" y="0"/>
                        <a:pt x="5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22" name="Rectangle 21">
                  <a:extLst>
                    <a:ext uri="{FF2B5EF4-FFF2-40B4-BE49-F238E27FC236}">
                      <a16:creationId xmlns:a16="http://schemas.microsoft.com/office/drawing/2014/main" id="{FA29BBEE-3C1D-5C44-4AF2-2D41A8774906}"/>
                    </a:ext>
                  </a:extLst>
                </p:cNvPr>
                <p:cNvSpPr>
                  <a:spLocks noChangeArrowheads="1"/>
                </p:cNvSpPr>
                <p:nvPr/>
              </p:nvSpPr>
              <p:spPr bwMode="auto">
                <a:xfrm>
                  <a:off x="5399088" y="1220788"/>
                  <a:ext cx="176213" cy="14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23" name="Rectangle 22">
                  <a:extLst>
                    <a:ext uri="{FF2B5EF4-FFF2-40B4-BE49-F238E27FC236}">
                      <a16:creationId xmlns:a16="http://schemas.microsoft.com/office/drawing/2014/main" id="{64531ECE-414E-4E87-D8A7-5FCF1F82F250}"/>
                    </a:ext>
                  </a:extLst>
                </p:cNvPr>
                <p:cNvSpPr>
                  <a:spLocks noChangeArrowheads="1"/>
                </p:cNvSpPr>
                <p:nvPr/>
              </p:nvSpPr>
              <p:spPr bwMode="auto">
                <a:xfrm>
                  <a:off x="5399088" y="1244601"/>
                  <a:ext cx="176213" cy="14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24" name="Freeform 91">
                  <a:extLst>
                    <a:ext uri="{FF2B5EF4-FFF2-40B4-BE49-F238E27FC236}">
                      <a16:creationId xmlns:a16="http://schemas.microsoft.com/office/drawing/2014/main" id="{37BB6619-8D46-183D-17ED-42AD9B22A8AE}"/>
                    </a:ext>
                  </a:extLst>
                </p:cNvPr>
                <p:cNvSpPr>
                  <a:spLocks/>
                </p:cNvSpPr>
                <p:nvPr/>
              </p:nvSpPr>
              <p:spPr bwMode="auto">
                <a:xfrm>
                  <a:off x="5449888" y="1282701"/>
                  <a:ext cx="71438" cy="38100"/>
                </a:xfrm>
                <a:custGeom>
                  <a:avLst/>
                  <a:gdLst>
                    <a:gd name="T0" fmla="*/ 16 w 21"/>
                    <a:gd name="T1" fmla="*/ 11 h 11"/>
                    <a:gd name="T2" fmla="*/ 6 w 21"/>
                    <a:gd name="T3" fmla="*/ 11 h 11"/>
                    <a:gd name="T4" fmla="*/ 2 w 21"/>
                    <a:gd name="T5" fmla="*/ 10 h 11"/>
                    <a:gd name="T6" fmla="*/ 0 w 21"/>
                    <a:gd name="T7" fmla="*/ 6 h 11"/>
                    <a:gd name="T8" fmla="*/ 0 w 21"/>
                    <a:gd name="T9" fmla="*/ 0 h 11"/>
                    <a:gd name="T10" fmla="*/ 21 w 21"/>
                    <a:gd name="T11" fmla="*/ 0 h 11"/>
                    <a:gd name="T12" fmla="*/ 21 w 21"/>
                    <a:gd name="T13" fmla="*/ 6 h 11"/>
                    <a:gd name="T14" fmla="*/ 19 w 21"/>
                    <a:gd name="T15" fmla="*/ 10 h 11"/>
                    <a:gd name="T16" fmla="*/ 16 w 21"/>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1">
                      <a:moveTo>
                        <a:pt x="16" y="11"/>
                      </a:moveTo>
                      <a:cubicBezTo>
                        <a:pt x="6" y="11"/>
                        <a:pt x="6" y="11"/>
                        <a:pt x="6" y="11"/>
                      </a:cubicBezTo>
                      <a:cubicBezTo>
                        <a:pt x="4" y="11"/>
                        <a:pt x="3" y="11"/>
                        <a:pt x="2" y="10"/>
                      </a:cubicBezTo>
                      <a:cubicBezTo>
                        <a:pt x="1" y="8"/>
                        <a:pt x="0" y="7"/>
                        <a:pt x="0" y="6"/>
                      </a:cubicBezTo>
                      <a:cubicBezTo>
                        <a:pt x="0" y="0"/>
                        <a:pt x="0" y="0"/>
                        <a:pt x="0" y="0"/>
                      </a:cubicBezTo>
                      <a:cubicBezTo>
                        <a:pt x="21" y="0"/>
                        <a:pt x="21" y="0"/>
                        <a:pt x="21" y="0"/>
                      </a:cubicBezTo>
                      <a:cubicBezTo>
                        <a:pt x="21" y="6"/>
                        <a:pt x="21" y="6"/>
                        <a:pt x="21" y="6"/>
                      </a:cubicBezTo>
                      <a:cubicBezTo>
                        <a:pt x="21" y="7"/>
                        <a:pt x="20" y="8"/>
                        <a:pt x="19" y="10"/>
                      </a:cubicBezTo>
                      <a:cubicBezTo>
                        <a:pt x="18" y="11"/>
                        <a:pt x="17" y="11"/>
                        <a:pt x="16" y="1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25" name="Oval 24">
                  <a:extLst>
                    <a:ext uri="{FF2B5EF4-FFF2-40B4-BE49-F238E27FC236}">
                      <a16:creationId xmlns:a16="http://schemas.microsoft.com/office/drawing/2014/main" id="{F4B53191-0C9C-6974-707B-199E8F6B2A10}"/>
                    </a:ext>
                  </a:extLst>
                </p:cNvPr>
                <p:cNvSpPr>
                  <a:spLocks noChangeArrowheads="1"/>
                </p:cNvSpPr>
                <p:nvPr/>
              </p:nvSpPr>
              <p:spPr bwMode="auto">
                <a:xfrm>
                  <a:off x="5341938" y="781051"/>
                  <a:ext cx="287338" cy="290513"/>
                </a:xfrm>
                <a:prstGeom prst="ellipse">
                  <a:avLst/>
                </a:prstGeom>
                <a:solidFill>
                  <a:srgbClr val="12A9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26" name="Freeform 93">
                  <a:extLst>
                    <a:ext uri="{FF2B5EF4-FFF2-40B4-BE49-F238E27FC236}">
                      <a16:creationId xmlns:a16="http://schemas.microsoft.com/office/drawing/2014/main" id="{9895F12B-07CE-4BF7-FE0F-C9EAAE837E69}"/>
                    </a:ext>
                  </a:extLst>
                </p:cNvPr>
                <p:cNvSpPr>
                  <a:spLocks/>
                </p:cNvSpPr>
                <p:nvPr/>
              </p:nvSpPr>
              <p:spPr bwMode="auto">
                <a:xfrm>
                  <a:off x="5446713" y="876301"/>
                  <a:ext cx="155575" cy="157163"/>
                </a:xfrm>
                <a:custGeom>
                  <a:avLst/>
                  <a:gdLst>
                    <a:gd name="T0" fmla="*/ 22 w 46"/>
                    <a:gd name="T1" fmla="*/ 46 h 46"/>
                    <a:gd name="T2" fmla="*/ 31 w 46"/>
                    <a:gd name="T3" fmla="*/ 44 h 46"/>
                    <a:gd name="T4" fmla="*/ 32 w 46"/>
                    <a:gd name="T5" fmla="*/ 43 h 46"/>
                    <a:gd name="T6" fmla="*/ 32 w 46"/>
                    <a:gd name="T7" fmla="*/ 39 h 46"/>
                    <a:gd name="T8" fmla="*/ 33 w 46"/>
                    <a:gd name="T9" fmla="*/ 38 h 46"/>
                    <a:gd name="T10" fmla="*/ 33 w 46"/>
                    <a:gd name="T11" fmla="*/ 38 h 46"/>
                    <a:gd name="T12" fmla="*/ 35 w 46"/>
                    <a:gd name="T13" fmla="*/ 36 h 46"/>
                    <a:gd name="T14" fmla="*/ 35 w 46"/>
                    <a:gd name="T15" fmla="*/ 36 h 46"/>
                    <a:gd name="T16" fmla="*/ 37 w 46"/>
                    <a:gd name="T17" fmla="*/ 35 h 46"/>
                    <a:gd name="T18" fmla="*/ 40 w 46"/>
                    <a:gd name="T19" fmla="*/ 36 h 46"/>
                    <a:gd name="T20" fmla="*/ 43 w 46"/>
                    <a:gd name="T21" fmla="*/ 35 h 46"/>
                    <a:gd name="T22" fmla="*/ 46 w 46"/>
                    <a:gd name="T23" fmla="*/ 27 h 46"/>
                    <a:gd name="T24" fmla="*/ 45 w 46"/>
                    <a:gd name="T25" fmla="*/ 25 h 46"/>
                    <a:gd name="T26" fmla="*/ 42 w 46"/>
                    <a:gd name="T27" fmla="*/ 23 h 46"/>
                    <a:gd name="T28" fmla="*/ 41 w 46"/>
                    <a:gd name="T29" fmla="*/ 21 h 46"/>
                    <a:gd name="T30" fmla="*/ 41 w 46"/>
                    <a:gd name="T31" fmla="*/ 19 h 46"/>
                    <a:gd name="T32" fmla="*/ 41 w 46"/>
                    <a:gd name="T33" fmla="*/ 17 h 46"/>
                    <a:gd name="T34" fmla="*/ 43 w 46"/>
                    <a:gd name="T35" fmla="*/ 14 h 46"/>
                    <a:gd name="T36" fmla="*/ 43 w 46"/>
                    <a:gd name="T37" fmla="*/ 12 h 46"/>
                    <a:gd name="T38" fmla="*/ 38 w 46"/>
                    <a:gd name="T39" fmla="*/ 5 h 46"/>
                    <a:gd name="T40" fmla="*/ 36 w 46"/>
                    <a:gd name="T41" fmla="*/ 5 h 46"/>
                    <a:gd name="T42" fmla="*/ 32 w 46"/>
                    <a:gd name="T43" fmla="*/ 7 h 46"/>
                    <a:gd name="T44" fmla="*/ 31 w 46"/>
                    <a:gd name="T45" fmla="*/ 6 h 46"/>
                    <a:gd name="T46" fmla="*/ 28 w 46"/>
                    <a:gd name="T47" fmla="*/ 5 h 46"/>
                    <a:gd name="T48" fmla="*/ 27 w 46"/>
                    <a:gd name="T49" fmla="*/ 5 h 46"/>
                    <a:gd name="T50" fmla="*/ 26 w 46"/>
                    <a:gd name="T51" fmla="*/ 1 h 46"/>
                    <a:gd name="T52" fmla="*/ 24 w 46"/>
                    <a:gd name="T53" fmla="*/ 0 h 46"/>
                    <a:gd name="T54" fmla="*/ 15 w 46"/>
                    <a:gd name="T55" fmla="*/ 1 h 46"/>
                    <a:gd name="T56" fmla="*/ 14 w 46"/>
                    <a:gd name="T57" fmla="*/ 3 h 46"/>
                    <a:gd name="T58" fmla="*/ 14 w 46"/>
                    <a:gd name="T59" fmla="*/ 7 h 46"/>
                    <a:gd name="T60" fmla="*/ 13 w 46"/>
                    <a:gd name="T61" fmla="*/ 8 h 46"/>
                    <a:gd name="T62" fmla="*/ 13 w 46"/>
                    <a:gd name="T63" fmla="*/ 8 h 46"/>
                    <a:gd name="T64" fmla="*/ 11 w 46"/>
                    <a:gd name="T65" fmla="*/ 9 h 46"/>
                    <a:gd name="T66" fmla="*/ 11 w 46"/>
                    <a:gd name="T67" fmla="*/ 9 h 46"/>
                    <a:gd name="T68" fmla="*/ 9 w 46"/>
                    <a:gd name="T69" fmla="*/ 10 h 46"/>
                    <a:gd name="T70" fmla="*/ 6 w 46"/>
                    <a:gd name="T71" fmla="*/ 10 h 46"/>
                    <a:gd name="T72" fmla="*/ 4 w 46"/>
                    <a:gd name="T73" fmla="*/ 10 h 46"/>
                    <a:gd name="T74" fmla="*/ 1 w 46"/>
                    <a:gd name="T75" fmla="*/ 18 h 46"/>
                    <a:gd name="T76" fmla="*/ 1 w 46"/>
                    <a:gd name="T77" fmla="*/ 21 h 46"/>
                    <a:gd name="T78" fmla="*/ 5 w 46"/>
                    <a:gd name="T79" fmla="*/ 23 h 46"/>
                    <a:gd name="T80" fmla="*/ 5 w 46"/>
                    <a:gd name="T81" fmla="*/ 24 h 46"/>
                    <a:gd name="T82" fmla="*/ 6 w 46"/>
                    <a:gd name="T83" fmla="*/ 27 h 46"/>
                    <a:gd name="T84" fmla="*/ 5 w 46"/>
                    <a:gd name="T85" fmla="*/ 28 h 46"/>
                    <a:gd name="T86" fmla="*/ 3 w 46"/>
                    <a:gd name="T87" fmla="*/ 31 h 46"/>
                    <a:gd name="T88" fmla="*/ 3 w 46"/>
                    <a:gd name="T89" fmla="*/ 33 h 46"/>
                    <a:gd name="T90" fmla="*/ 8 w 46"/>
                    <a:gd name="T91" fmla="*/ 40 h 46"/>
                    <a:gd name="T92" fmla="*/ 10 w 46"/>
                    <a:gd name="T93" fmla="*/ 40 h 46"/>
                    <a:gd name="T94" fmla="*/ 14 w 46"/>
                    <a:gd name="T95" fmla="*/ 39 h 46"/>
                    <a:gd name="T96" fmla="*/ 15 w 46"/>
                    <a:gd name="T97" fmla="*/ 39 h 46"/>
                    <a:gd name="T98" fmla="*/ 18 w 46"/>
                    <a:gd name="T99" fmla="*/ 40 h 46"/>
                    <a:gd name="T100" fmla="*/ 19 w 46"/>
                    <a:gd name="T101" fmla="*/ 41 h 46"/>
                    <a:gd name="T102" fmla="*/ 20 w 46"/>
                    <a:gd name="T103" fmla="*/ 44 h 46"/>
                    <a:gd name="T104" fmla="*/ 22 w 46"/>
                    <a:gd name="T105"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6" h="46">
                      <a:moveTo>
                        <a:pt x="22" y="46"/>
                      </a:moveTo>
                      <a:cubicBezTo>
                        <a:pt x="25" y="45"/>
                        <a:pt x="28" y="45"/>
                        <a:pt x="31" y="44"/>
                      </a:cubicBezTo>
                      <a:cubicBezTo>
                        <a:pt x="32" y="44"/>
                        <a:pt x="32" y="43"/>
                        <a:pt x="32" y="43"/>
                      </a:cubicBezTo>
                      <a:cubicBezTo>
                        <a:pt x="32" y="41"/>
                        <a:pt x="32" y="39"/>
                        <a:pt x="32" y="39"/>
                      </a:cubicBezTo>
                      <a:cubicBezTo>
                        <a:pt x="32" y="38"/>
                        <a:pt x="33" y="38"/>
                        <a:pt x="33" y="38"/>
                      </a:cubicBezTo>
                      <a:cubicBezTo>
                        <a:pt x="33" y="38"/>
                        <a:pt x="33" y="38"/>
                        <a:pt x="33" y="38"/>
                      </a:cubicBezTo>
                      <a:cubicBezTo>
                        <a:pt x="34" y="37"/>
                        <a:pt x="35" y="37"/>
                        <a:pt x="35" y="36"/>
                      </a:cubicBezTo>
                      <a:cubicBezTo>
                        <a:pt x="35" y="36"/>
                        <a:pt x="35" y="36"/>
                        <a:pt x="35" y="36"/>
                      </a:cubicBezTo>
                      <a:cubicBezTo>
                        <a:pt x="36" y="35"/>
                        <a:pt x="36" y="35"/>
                        <a:pt x="37" y="35"/>
                      </a:cubicBezTo>
                      <a:cubicBezTo>
                        <a:pt x="38" y="35"/>
                        <a:pt x="39" y="35"/>
                        <a:pt x="40" y="36"/>
                      </a:cubicBezTo>
                      <a:cubicBezTo>
                        <a:pt x="41" y="36"/>
                        <a:pt x="42" y="36"/>
                        <a:pt x="43" y="35"/>
                      </a:cubicBezTo>
                      <a:cubicBezTo>
                        <a:pt x="44" y="32"/>
                        <a:pt x="45" y="30"/>
                        <a:pt x="46" y="27"/>
                      </a:cubicBezTo>
                      <a:cubicBezTo>
                        <a:pt x="46" y="26"/>
                        <a:pt x="46" y="25"/>
                        <a:pt x="45" y="25"/>
                      </a:cubicBezTo>
                      <a:cubicBezTo>
                        <a:pt x="43" y="24"/>
                        <a:pt x="42" y="23"/>
                        <a:pt x="42" y="23"/>
                      </a:cubicBezTo>
                      <a:cubicBezTo>
                        <a:pt x="41" y="23"/>
                        <a:pt x="41" y="22"/>
                        <a:pt x="41" y="21"/>
                      </a:cubicBezTo>
                      <a:cubicBezTo>
                        <a:pt x="41" y="20"/>
                        <a:pt x="41" y="20"/>
                        <a:pt x="41" y="19"/>
                      </a:cubicBezTo>
                      <a:cubicBezTo>
                        <a:pt x="41" y="18"/>
                        <a:pt x="40" y="17"/>
                        <a:pt x="41" y="17"/>
                      </a:cubicBezTo>
                      <a:cubicBezTo>
                        <a:pt x="41" y="17"/>
                        <a:pt x="42" y="16"/>
                        <a:pt x="43" y="14"/>
                      </a:cubicBezTo>
                      <a:cubicBezTo>
                        <a:pt x="44" y="14"/>
                        <a:pt x="44" y="13"/>
                        <a:pt x="43" y="12"/>
                      </a:cubicBezTo>
                      <a:cubicBezTo>
                        <a:pt x="38" y="5"/>
                        <a:pt x="38" y="5"/>
                        <a:pt x="38" y="5"/>
                      </a:cubicBezTo>
                      <a:cubicBezTo>
                        <a:pt x="38" y="5"/>
                        <a:pt x="37" y="5"/>
                        <a:pt x="36" y="5"/>
                      </a:cubicBezTo>
                      <a:cubicBezTo>
                        <a:pt x="34" y="6"/>
                        <a:pt x="33" y="6"/>
                        <a:pt x="32" y="7"/>
                      </a:cubicBezTo>
                      <a:cubicBezTo>
                        <a:pt x="32" y="7"/>
                        <a:pt x="31" y="7"/>
                        <a:pt x="31" y="6"/>
                      </a:cubicBezTo>
                      <a:cubicBezTo>
                        <a:pt x="30" y="6"/>
                        <a:pt x="29" y="6"/>
                        <a:pt x="28" y="5"/>
                      </a:cubicBezTo>
                      <a:cubicBezTo>
                        <a:pt x="28" y="5"/>
                        <a:pt x="27" y="5"/>
                        <a:pt x="27" y="5"/>
                      </a:cubicBezTo>
                      <a:cubicBezTo>
                        <a:pt x="27" y="4"/>
                        <a:pt x="26" y="3"/>
                        <a:pt x="26" y="1"/>
                      </a:cubicBezTo>
                      <a:cubicBezTo>
                        <a:pt x="26" y="0"/>
                        <a:pt x="25" y="0"/>
                        <a:pt x="24" y="0"/>
                      </a:cubicBezTo>
                      <a:cubicBezTo>
                        <a:pt x="21" y="0"/>
                        <a:pt x="18" y="1"/>
                        <a:pt x="15" y="1"/>
                      </a:cubicBezTo>
                      <a:cubicBezTo>
                        <a:pt x="15" y="1"/>
                        <a:pt x="14" y="2"/>
                        <a:pt x="14" y="3"/>
                      </a:cubicBezTo>
                      <a:cubicBezTo>
                        <a:pt x="14" y="4"/>
                        <a:pt x="14" y="6"/>
                        <a:pt x="14" y="7"/>
                      </a:cubicBezTo>
                      <a:cubicBezTo>
                        <a:pt x="14" y="7"/>
                        <a:pt x="13" y="7"/>
                        <a:pt x="13" y="8"/>
                      </a:cubicBezTo>
                      <a:cubicBezTo>
                        <a:pt x="13" y="8"/>
                        <a:pt x="13" y="8"/>
                        <a:pt x="13" y="8"/>
                      </a:cubicBezTo>
                      <a:cubicBezTo>
                        <a:pt x="12" y="8"/>
                        <a:pt x="12" y="9"/>
                        <a:pt x="11" y="9"/>
                      </a:cubicBezTo>
                      <a:cubicBezTo>
                        <a:pt x="11" y="9"/>
                        <a:pt x="11" y="9"/>
                        <a:pt x="11" y="9"/>
                      </a:cubicBezTo>
                      <a:cubicBezTo>
                        <a:pt x="10" y="10"/>
                        <a:pt x="10" y="10"/>
                        <a:pt x="9" y="10"/>
                      </a:cubicBezTo>
                      <a:cubicBezTo>
                        <a:pt x="9" y="10"/>
                        <a:pt x="7" y="10"/>
                        <a:pt x="6" y="10"/>
                      </a:cubicBezTo>
                      <a:cubicBezTo>
                        <a:pt x="5" y="9"/>
                        <a:pt x="4" y="10"/>
                        <a:pt x="4" y="10"/>
                      </a:cubicBezTo>
                      <a:cubicBezTo>
                        <a:pt x="3" y="13"/>
                        <a:pt x="2" y="16"/>
                        <a:pt x="1" y="18"/>
                      </a:cubicBezTo>
                      <a:cubicBezTo>
                        <a:pt x="0" y="19"/>
                        <a:pt x="1" y="20"/>
                        <a:pt x="1" y="21"/>
                      </a:cubicBezTo>
                      <a:cubicBezTo>
                        <a:pt x="3" y="21"/>
                        <a:pt x="4" y="22"/>
                        <a:pt x="5" y="23"/>
                      </a:cubicBezTo>
                      <a:cubicBezTo>
                        <a:pt x="5" y="23"/>
                        <a:pt x="5" y="23"/>
                        <a:pt x="5" y="24"/>
                      </a:cubicBezTo>
                      <a:cubicBezTo>
                        <a:pt x="5" y="25"/>
                        <a:pt x="5" y="26"/>
                        <a:pt x="6" y="27"/>
                      </a:cubicBezTo>
                      <a:cubicBezTo>
                        <a:pt x="6" y="27"/>
                        <a:pt x="6" y="28"/>
                        <a:pt x="5" y="28"/>
                      </a:cubicBezTo>
                      <a:cubicBezTo>
                        <a:pt x="5" y="29"/>
                        <a:pt x="4" y="30"/>
                        <a:pt x="3" y="31"/>
                      </a:cubicBezTo>
                      <a:cubicBezTo>
                        <a:pt x="3" y="32"/>
                        <a:pt x="2" y="33"/>
                        <a:pt x="3" y="33"/>
                      </a:cubicBezTo>
                      <a:cubicBezTo>
                        <a:pt x="8" y="40"/>
                        <a:pt x="8" y="40"/>
                        <a:pt x="8" y="40"/>
                      </a:cubicBezTo>
                      <a:cubicBezTo>
                        <a:pt x="9" y="41"/>
                        <a:pt x="10" y="41"/>
                        <a:pt x="10" y="40"/>
                      </a:cubicBezTo>
                      <a:cubicBezTo>
                        <a:pt x="12" y="40"/>
                        <a:pt x="13" y="39"/>
                        <a:pt x="14" y="39"/>
                      </a:cubicBezTo>
                      <a:cubicBezTo>
                        <a:pt x="14" y="38"/>
                        <a:pt x="15" y="39"/>
                        <a:pt x="15" y="39"/>
                      </a:cubicBezTo>
                      <a:cubicBezTo>
                        <a:pt x="16" y="39"/>
                        <a:pt x="17" y="40"/>
                        <a:pt x="18" y="40"/>
                      </a:cubicBezTo>
                      <a:cubicBezTo>
                        <a:pt x="18" y="40"/>
                        <a:pt x="19" y="40"/>
                        <a:pt x="19" y="41"/>
                      </a:cubicBezTo>
                      <a:cubicBezTo>
                        <a:pt x="19" y="41"/>
                        <a:pt x="20" y="43"/>
                        <a:pt x="20" y="44"/>
                      </a:cubicBezTo>
                      <a:cubicBezTo>
                        <a:pt x="21" y="45"/>
                        <a:pt x="21" y="46"/>
                        <a:pt x="22" y="4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28" name="Freeform 94">
                  <a:extLst>
                    <a:ext uri="{FF2B5EF4-FFF2-40B4-BE49-F238E27FC236}">
                      <a16:creationId xmlns:a16="http://schemas.microsoft.com/office/drawing/2014/main" id="{2308E11D-3E3A-AB5B-B44F-46494467F585}"/>
                    </a:ext>
                  </a:extLst>
                </p:cNvPr>
                <p:cNvSpPr>
                  <a:spLocks/>
                </p:cNvSpPr>
                <p:nvPr/>
              </p:nvSpPr>
              <p:spPr bwMode="auto">
                <a:xfrm>
                  <a:off x="5473700" y="903288"/>
                  <a:ext cx="101600" cy="100013"/>
                </a:xfrm>
                <a:custGeom>
                  <a:avLst/>
                  <a:gdLst>
                    <a:gd name="T0" fmla="*/ 22 w 30"/>
                    <a:gd name="T1" fmla="*/ 28 h 29"/>
                    <a:gd name="T2" fmla="*/ 29 w 30"/>
                    <a:gd name="T3" fmla="*/ 17 h 29"/>
                    <a:gd name="T4" fmla="*/ 26 w 30"/>
                    <a:gd name="T5" fmla="*/ 5 h 29"/>
                    <a:gd name="T6" fmla="*/ 25 w 30"/>
                    <a:gd name="T7" fmla="*/ 4 h 29"/>
                    <a:gd name="T8" fmla="*/ 25 w 30"/>
                    <a:gd name="T9" fmla="*/ 4 h 29"/>
                    <a:gd name="T10" fmla="*/ 17 w 30"/>
                    <a:gd name="T11" fmla="*/ 1 h 29"/>
                    <a:gd name="T12" fmla="*/ 1 w 30"/>
                    <a:gd name="T13" fmla="*/ 13 h 29"/>
                    <a:gd name="T14" fmla="*/ 14 w 30"/>
                    <a:gd name="T15" fmla="*/ 29 h 29"/>
                    <a:gd name="T16" fmla="*/ 22 w 30"/>
                    <a:gd name="T17" fmla="*/ 28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9">
                      <a:moveTo>
                        <a:pt x="22" y="28"/>
                      </a:moveTo>
                      <a:cubicBezTo>
                        <a:pt x="26" y="25"/>
                        <a:pt x="26" y="18"/>
                        <a:pt x="29" y="17"/>
                      </a:cubicBezTo>
                      <a:cubicBezTo>
                        <a:pt x="29" y="17"/>
                        <a:pt x="30" y="11"/>
                        <a:pt x="26" y="5"/>
                      </a:cubicBezTo>
                      <a:cubicBezTo>
                        <a:pt x="26" y="5"/>
                        <a:pt x="25" y="4"/>
                        <a:pt x="25" y="4"/>
                      </a:cubicBezTo>
                      <a:cubicBezTo>
                        <a:pt x="25" y="4"/>
                        <a:pt x="25" y="4"/>
                        <a:pt x="25" y="4"/>
                      </a:cubicBezTo>
                      <a:cubicBezTo>
                        <a:pt x="22" y="2"/>
                        <a:pt x="20" y="1"/>
                        <a:pt x="17" y="1"/>
                      </a:cubicBezTo>
                      <a:cubicBezTo>
                        <a:pt x="9" y="0"/>
                        <a:pt x="2" y="5"/>
                        <a:pt x="1" y="13"/>
                      </a:cubicBezTo>
                      <a:cubicBezTo>
                        <a:pt x="0" y="21"/>
                        <a:pt x="6" y="28"/>
                        <a:pt x="14" y="29"/>
                      </a:cubicBezTo>
                      <a:cubicBezTo>
                        <a:pt x="17" y="29"/>
                        <a:pt x="19" y="29"/>
                        <a:pt x="22" y="28"/>
                      </a:cubicBezTo>
                      <a:close/>
                    </a:path>
                  </a:pathLst>
                </a:custGeom>
                <a:solidFill>
                  <a:srgbClr val="12A9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30" name="Freeform 95">
                  <a:extLst>
                    <a:ext uri="{FF2B5EF4-FFF2-40B4-BE49-F238E27FC236}">
                      <a16:creationId xmlns:a16="http://schemas.microsoft.com/office/drawing/2014/main" id="{AD911DB2-8DC5-A51D-399B-E457D6F8142E}"/>
                    </a:ext>
                  </a:extLst>
                </p:cNvPr>
                <p:cNvSpPr>
                  <a:spLocks/>
                </p:cNvSpPr>
                <p:nvPr/>
              </p:nvSpPr>
              <p:spPr bwMode="auto">
                <a:xfrm>
                  <a:off x="5372100" y="814388"/>
                  <a:ext cx="111125" cy="112713"/>
                </a:xfrm>
                <a:custGeom>
                  <a:avLst/>
                  <a:gdLst>
                    <a:gd name="T0" fmla="*/ 16 w 33"/>
                    <a:gd name="T1" fmla="*/ 33 h 33"/>
                    <a:gd name="T2" fmla="*/ 22 w 33"/>
                    <a:gd name="T3" fmla="*/ 32 h 33"/>
                    <a:gd name="T4" fmla="*/ 23 w 33"/>
                    <a:gd name="T5" fmla="*/ 31 h 33"/>
                    <a:gd name="T6" fmla="*/ 23 w 33"/>
                    <a:gd name="T7" fmla="*/ 28 h 33"/>
                    <a:gd name="T8" fmla="*/ 24 w 33"/>
                    <a:gd name="T9" fmla="*/ 28 h 33"/>
                    <a:gd name="T10" fmla="*/ 24 w 33"/>
                    <a:gd name="T11" fmla="*/ 28 h 33"/>
                    <a:gd name="T12" fmla="*/ 26 w 33"/>
                    <a:gd name="T13" fmla="*/ 26 h 33"/>
                    <a:gd name="T14" fmla="*/ 26 w 33"/>
                    <a:gd name="T15" fmla="*/ 26 h 33"/>
                    <a:gd name="T16" fmla="*/ 27 w 33"/>
                    <a:gd name="T17" fmla="*/ 26 h 33"/>
                    <a:gd name="T18" fmla="*/ 29 w 33"/>
                    <a:gd name="T19" fmla="*/ 26 h 33"/>
                    <a:gd name="T20" fmla="*/ 31 w 33"/>
                    <a:gd name="T21" fmla="*/ 26 h 33"/>
                    <a:gd name="T22" fmla="*/ 33 w 33"/>
                    <a:gd name="T23" fmla="*/ 20 h 33"/>
                    <a:gd name="T24" fmla="*/ 32 w 33"/>
                    <a:gd name="T25" fmla="*/ 18 h 33"/>
                    <a:gd name="T26" fmla="*/ 30 w 33"/>
                    <a:gd name="T27" fmla="*/ 17 h 33"/>
                    <a:gd name="T28" fmla="*/ 30 w 33"/>
                    <a:gd name="T29" fmla="*/ 16 h 33"/>
                    <a:gd name="T30" fmla="*/ 29 w 33"/>
                    <a:gd name="T31" fmla="*/ 14 h 33"/>
                    <a:gd name="T32" fmla="*/ 29 w 33"/>
                    <a:gd name="T33" fmla="*/ 13 h 33"/>
                    <a:gd name="T34" fmla="*/ 31 w 33"/>
                    <a:gd name="T35" fmla="*/ 11 h 33"/>
                    <a:gd name="T36" fmla="*/ 31 w 33"/>
                    <a:gd name="T37" fmla="*/ 9 h 33"/>
                    <a:gd name="T38" fmla="*/ 27 w 33"/>
                    <a:gd name="T39" fmla="*/ 4 h 33"/>
                    <a:gd name="T40" fmla="*/ 26 w 33"/>
                    <a:gd name="T41" fmla="*/ 4 h 33"/>
                    <a:gd name="T42" fmla="*/ 23 w 33"/>
                    <a:gd name="T43" fmla="*/ 5 h 33"/>
                    <a:gd name="T44" fmla="*/ 22 w 33"/>
                    <a:gd name="T45" fmla="*/ 5 h 33"/>
                    <a:gd name="T46" fmla="*/ 21 w 33"/>
                    <a:gd name="T47" fmla="*/ 4 h 33"/>
                    <a:gd name="T48" fmla="*/ 19 w 33"/>
                    <a:gd name="T49" fmla="*/ 4 h 33"/>
                    <a:gd name="T50" fmla="*/ 19 w 33"/>
                    <a:gd name="T51" fmla="*/ 1 h 33"/>
                    <a:gd name="T52" fmla="*/ 17 w 33"/>
                    <a:gd name="T53" fmla="*/ 0 h 33"/>
                    <a:gd name="T54" fmla="*/ 11 w 33"/>
                    <a:gd name="T55" fmla="*/ 1 h 33"/>
                    <a:gd name="T56" fmla="*/ 10 w 33"/>
                    <a:gd name="T57" fmla="*/ 2 h 33"/>
                    <a:gd name="T58" fmla="*/ 10 w 33"/>
                    <a:gd name="T59" fmla="*/ 5 h 33"/>
                    <a:gd name="T60" fmla="*/ 9 w 33"/>
                    <a:gd name="T61" fmla="*/ 6 h 33"/>
                    <a:gd name="T62" fmla="*/ 9 w 33"/>
                    <a:gd name="T63" fmla="*/ 6 h 33"/>
                    <a:gd name="T64" fmla="*/ 8 w 33"/>
                    <a:gd name="T65" fmla="*/ 7 h 33"/>
                    <a:gd name="T66" fmla="*/ 8 w 33"/>
                    <a:gd name="T67" fmla="*/ 7 h 33"/>
                    <a:gd name="T68" fmla="*/ 7 w 33"/>
                    <a:gd name="T69" fmla="*/ 8 h 33"/>
                    <a:gd name="T70" fmla="*/ 4 w 33"/>
                    <a:gd name="T71" fmla="*/ 7 h 33"/>
                    <a:gd name="T72" fmla="*/ 3 w 33"/>
                    <a:gd name="T73" fmla="*/ 8 h 33"/>
                    <a:gd name="T74" fmla="*/ 0 w 33"/>
                    <a:gd name="T75" fmla="*/ 14 h 33"/>
                    <a:gd name="T76" fmla="*/ 1 w 33"/>
                    <a:gd name="T77" fmla="*/ 15 h 33"/>
                    <a:gd name="T78" fmla="*/ 3 w 33"/>
                    <a:gd name="T79" fmla="*/ 17 h 33"/>
                    <a:gd name="T80" fmla="*/ 4 w 33"/>
                    <a:gd name="T81" fmla="*/ 18 h 33"/>
                    <a:gd name="T82" fmla="*/ 4 w 33"/>
                    <a:gd name="T83" fmla="*/ 20 h 33"/>
                    <a:gd name="T84" fmla="*/ 4 w 33"/>
                    <a:gd name="T85" fmla="*/ 21 h 33"/>
                    <a:gd name="T86" fmla="*/ 2 w 33"/>
                    <a:gd name="T87" fmla="*/ 23 h 33"/>
                    <a:gd name="T88" fmla="*/ 2 w 33"/>
                    <a:gd name="T89" fmla="*/ 24 h 33"/>
                    <a:gd name="T90" fmla="*/ 6 w 33"/>
                    <a:gd name="T91" fmla="*/ 29 h 33"/>
                    <a:gd name="T92" fmla="*/ 8 w 33"/>
                    <a:gd name="T93" fmla="*/ 30 h 33"/>
                    <a:gd name="T94" fmla="*/ 10 w 33"/>
                    <a:gd name="T95" fmla="*/ 28 h 33"/>
                    <a:gd name="T96" fmla="*/ 11 w 33"/>
                    <a:gd name="T97" fmla="*/ 28 h 33"/>
                    <a:gd name="T98" fmla="*/ 13 w 33"/>
                    <a:gd name="T99" fmla="*/ 29 h 33"/>
                    <a:gd name="T100" fmla="*/ 14 w 33"/>
                    <a:gd name="T101" fmla="*/ 30 h 33"/>
                    <a:gd name="T102" fmla="*/ 15 w 33"/>
                    <a:gd name="T103" fmla="*/ 32 h 33"/>
                    <a:gd name="T104" fmla="*/ 16 w 33"/>
                    <a:gd name="T10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3" h="33">
                      <a:moveTo>
                        <a:pt x="16" y="33"/>
                      </a:moveTo>
                      <a:cubicBezTo>
                        <a:pt x="18" y="33"/>
                        <a:pt x="20" y="33"/>
                        <a:pt x="22" y="32"/>
                      </a:cubicBezTo>
                      <a:cubicBezTo>
                        <a:pt x="23" y="32"/>
                        <a:pt x="23" y="32"/>
                        <a:pt x="23" y="31"/>
                      </a:cubicBezTo>
                      <a:cubicBezTo>
                        <a:pt x="23" y="30"/>
                        <a:pt x="23" y="29"/>
                        <a:pt x="23" y="28"/>
                      </a:cubicBezTo>
                      <a:cubicBezTo>
                        <a:pt x="23" y="28"/>
                        <a:pt x="24" y="28"/>
                        <a:pt x="24" y="28"/>
                      </a:cubicBezTo>
                      <a:cubicBezTo>
                        <a:pt x="24" y="28"/>
                        <a:pt x="24" y="28"/>
                        <a:pt x="24" y="28"/>
                      </a:cubicBezTo>
                      <a:cubicBezTo>
                        <a:pt x="25" y="27"/>
                        <a:pt x="25" y="27"/>
                        <a:pt x="26" y="26"/>
                      </a:cubicBezTo>
                      <a:cubicBezTo>
                        <a:pt x="26" y="26"/>
                        <a:pt x="26" y="26"/>
                        <a:pt x="26" y="26"/>
                      </a:cubicBezTo>
                      <a:cubicBezTo>
                        <a:pt x="26" y="26"/>
                        <a:pt x="26" y="26"/>
                        <a:pt x="27" y="26"/>
                      </a:cubicBezTo>
                      <a:cubicBezTo>
                        <a:pt x="27" y="26"/>
                        <a:pt x="28" y="26"/>
                        <a:pt x="29" y="26"/>
                      </a:cubicBezTo>
                      <a:cubicBezTo>
                        <a:pt x="30" y="26"/>
                        <a:pt x="30" y="26"/>
                        <a:pt x="31" y="26"/>
                      </a:cubicBezTo>
                      <a:cubicBezTo>
                        <a:pt x="31" y="24"/>
                        <a:pt x="32" y="22"/>
                        <a:pt x="33" y="20"/>
                      </a:cubicBezTo>
                      <a:cubicBezTo>
                        <a:pt x="33" y="19"/>
                        <a:pt x="33" y="19"/>
                        <a:pt x="32" y="18"/>
                      </a:cubicBezTo>
                      <a:cubicBezTo>
                        <a:pt x="31" y="18"/>
                        <a:pt x="30" y="17"/>
                        <a:pt x="30" y="17"/>
                      </a:cubicBezTo>
                      <a:cubicBezTo>
                        <a:pt x="30" y="17"/>
                        <a:pt x="30" y="16"/>
                        <a:pt x="30" y="16"/>
                      </a:cubicBezTo>
                      <a:cubicBezTo>
                        <a:pt x="30" y="15"/>
                        <a:pt x="30" y="15"/>
                        <a:pt x="29" y="14"/>
                      </a:cubicBezTo>
                      <a:cubicBezTo>
                        <a:pt x="29" y="13"/>
                        <a:pt x="29" y="13"/>
                        <a:pt x="29" y="13"/>
                      </a:cubicBezTo>
                      <a:cubicBezTo>
                        <a:pt x="30" y="12"/>
                        <a:pt x="30" y="12"/>
                        <a:pt x="31" y="11"/>
                      </a:cubicBezTo>
                      <a:cubicBezTo>
                        <a:pt x="32" y="10"/>
                        <a:pt x="32" y="10"/>
                        <a:pt x="31" y="9"/>
                      </a:cubicBezTo>
                      <a:cubicBezTo>
                        <a:pt x="27" y="4"/>
                        <a:pt x="27" y="4"/>
                        <a:pt x="27" y="4"/>
                      </a:cubicBezTo>
                      <a:cubicBezTo>
                        <a:pt x="27" y="4"/>
                        <a:pt x="26" y="4"/>
                        <a:pt x="26" y="4"/>
                      </a:cubicBezTo>
                      <a:cubicBezTo>
                        <a:pt x="25" y="5"/>
                        <a:pt x="24" y="5"/>
                        <a:pt x="23" y="5"/>
                      </a:cubicBezTo>
                      <a:cubicBezTo>
                        <a:pt x="23" y="5"/>
                        <a:pt x="23" y="5"/>
                        <a:pt x="22" y="5"/>
                      </a:cubicBezTo>
                      <a:cubicBezTo>
                        <a:pt x="22" y="5"/>
                        <a:pt x="21" y="5"/>
                        <a:pt x="21" y="4"/>
                      </a:cubicBezTo>
                      <a:cubicBezTo>
                        <a:pt x="20" y="4"/>
                        <a:pt x="20" y="4"/>
                        <a:pt x="19" y="4"/>
                      </a:cubicBezTo>
                      <a:cubicBezTo>
                        <a:pt x="19" y="3"/>
                        <a:pt x="19" y="2"/>
                        <a:pt x="19" y="1"/>
                      </a:cubicBezTo>
                      <a:cubicBezTo>
                        <a:pt x="18" y="1"/>
                        <a:pt x="18" y="0"/>
                        <a:pt x="17" y="0"/>
                      </a:cubicBezTo>
                      <a:cubicBezTo>
                        <a:pt x="15" y="1"/>
                        <a:pt x="13" y="1"/>
                        <a:pt x="11" y="1"/>
                      </a:cubicBezTo>
                      <a:cubicBezTo>
                        <a:pt x="11" y="1"/>
                        <a:pt x="10" y="2"/>
                        <a:pt x="10" y="2"/>
                      </a:cubicBezTo>
                      <a:cubicBezTo>
                        <a:pt x="10" y="4"/>
                        <a:pt x="10" y="5"/>
                        <a:pt x="10" y="5"/>
                      </a:cubicBezTo>
                      <a:cubicBezTo>
                        <a:pt x="10" y="6"/>
                        <a:pt x="10" y="6"/>
                        <a:pt x="9" y="6"/>
                      </a:cubicBezTo>
                      <a:cubicBezTo>
                        <a:pt x="9" y="6"/>
                        <a:pt x="9" y="6"/>
                        <a:pt x="9" y="6"/>
                      </a:cubicBezTo>
                      <a:cubicBezTo>
                        <a:pt x="9" y="6"/>
                        <a:pt x="8" y="7"/>
                        <a:pt x="8" y="7"/>
                      </a:cubicBezTo>
                      <a:cubicBezTo>
                        <a:pt x="8" y="7"/>
                        <a:pt x="8" y="7"/>
                        <a:pt x="8" y="7"/>
                      </a:cubicBezTo>
                      <a:cubicBezTo>
                        <a:pt x="8" y="8"/>
                        <a:pt x="7" y="8"/>
                        <a:pt x="7" y="8"/>
                      </a:cubicBezTo>
                      <a:cubicBezTo>
                        <a:pt x="6" y="8"/>
                        <a:pt x="5" y="8"/>
                        <a:pt x="4" y="7"/>
                      </a:cubicBezTo>
                      <a:cubicBezTo>
                        <a:pt x="4" y="7"/>
                        <a:pt x="3" y="7"/>
                        <a:pt x="3" y="8"/>
                      </a:cubicBezTo>
                      <a:cubicBezTo>
                        <a:pt x="2" y="10"/>
                        <a:pt x="1" y="12"/>
                        <a:pt x="0" y="14"/>
                      </a:cubicBezTo>
                      <a:cubicBezTo>
                        <a:pt x="0" y="14"/>
                        <a:pt x="1" y="15"/>
                        <a:pt x="1" y="15"/>
                      </a:cubicBezTo>
                      <a:cubicBezTo>
                        <a:pt x="2" y="16"/>
                        <a:pt x="3" y="16"/>
                        <a:pt x="3" y="17"/>
                      </a:cubicBezTo>
                      <a:cubicBezTo>
                        <a:pt x="4" y="17"/>
                        <a:pt x="4" y="17"/>
                        <a:pt x="4" y="18"/>
                      </a:cubicBezTo>
                      <a:cubicBezTo>
                        <a:pt x="4" y="18"/>
                        <a:pt x="4" y="19"/>
                        <a:pt x="4" y="20"/>
                      </a:cubicBezTo>
                      <a:cubicBezTo>
                        <a:pt x="4" y="20"/>
                        <a:pt x="4" y="21"/>
                        <a:pt x="4" y="21"/>
                      </a:cubicBezTo>
                      <a:cubicBezTo>
                        <a:pt x="4" y="21"/>
                        <a:pt x="3" y="22"/>
                        <a:pt x="2" y="23"/>
                      </a:cubicBezTo>
                      <a:cubicBezTo>
                        <a:pt x="2" y="23"/>
                        <a:pt x="2" y="24"/>
                        <a:pt x="2" y="24"/>
                      </a:cubicBezTo>
                      <a:cubicBezTo>
                        <a:pt x="6" y="29"/>
                        <a:pt x="6" y="29"/>
                        <a:pt x="6" y="29"/>
                      </a:cubicBezTo>
                      <a:cubicBezTo>
                        <a:pt x="6" y="30"/>
                        <a:pt x="7" y="30"/>
                        <a:pt x="8" y="30"/>
                      </a:cubicBezTo>
                      <a:cubicBezTo>
                        <a:pt x="9" y="29"/>
                        <a:pt x="10" y="28"/>
                        <a:pt x="10" y="28"/>
                      </a:cubicBezTo>
                      <a:cubicBezTo>
                        <a:pt x="10" y="28"/>
                        <a:pt x="11" y="28"/>
                        <a:pt x="11" y="28"/>
                      </a:cubicBezTo>
                      <a:cubicBezTo>
                        <a:pt x="12" y="29"/>
                        <a:pt x="12" y="29"/>
                        <a:pt x="13" y="29"/>
                      </a:cubicBezTo>
                      <a:cubicBezTo>
                        <a:pt x="13" y="29"/>
                        <a:pt x="14" y="29"/>
                        <a:pt x="14" y="30"/>
                      </a:cubicBezTo>
                      <a:cubicBezTo>
                        <a:pt x="14" y="30"/>
                        <a:pt x="14" y="31"/>
                        <a:pt x="15" y="32"/>
                      </a:cubicBezTo>
                      <a:cubicBezTo>
                        <a:pt x="15" y="33"/>
                        <a:pt x="15" y="33"/>
                        <a:pt x="16" y="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sp>
              <p:nvSpPr>
                <p:cNvPr id="31" name="Freeform 96">
                  <a:extLst>
                    <a:ext uri="{FF2B5EF4-FFF2-40B4-BE49-F238E27FC236}">
                      <a16:creationId xmlns:a16="http://schemas.microsoft.com/office/drawing/2014/main" id="{EA69E541-C2B7-EF30-5C7A-1334500872E9}"/>
                    </a:ext>
                  </a:extLst>
                </p:cNvPr>
                <p:cNvSpPr>
                  <a:spLocks/>
                </p:cNvSpPr>
                <p:nvPr/>
              </p:nvSpPr>
              <p:spPr bwMode="auto">
                <a:xfrm>
                  <a:off x="5392738" y="835026"/>
                  <a:ext cx="74613" cy="71438"/>
                </a:xfrm>
                <a:custGeom>
                  <a:avLst/>
                  <a:gdLst>
                    <a:gd name="T0" fmla="*/ 16 w 22"/>
                    <a:gd name="T1" fmla="*/ 20 h 21"/>
                    <a:gd name="T2" fmla="*/ 21 w 22"/>
                    <a:gd name="T3" fmla="*/ 13 h 21"/>
                    <a:gd name="T4" fmla="*/ 18 w 22"/>
                    <a:gd name="T5" fmla="*/ 4 h 21"/>
                    <a:gd name="T6" fmla="*/ 18 w 22"/>
                    <a:gd name="T7" fmla="*/ 3 h 21"/>
                    <a:gd name="T8" fmla="*/ 18 w 22"/>
                    <a:gd name="T9" fmla="*/ 3 h 21"/>
                    <a:gd name="T10" fmla="*/ 12 w 22"/>
                    <a:gd name="T11" fmla="*/ 1 h 21"/>
                    <a:gd name="T12" fmla="*/ 1 w 22"/>
                    <a:gd name="T13" fmla="*/ 10 h 21"/>
                    <a:gd name="T14" fmla="*/ 10 w 22"/>
                    <a:gd name="T15" fmla="*/ 21 h 21"/>
                    <a:gd name="T16" fmla="*/ 16 w 22"/>
                    <a:gd name="T17"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21">
                      <a:moveTo>
                        <a:pt x="16" y="20"/>
                      </a:moveTo>
                      <a:cubicBezTo>
                        <a:pt x="19" y="18"/>
                        <a:pt x="19" y="13"/>
                        <a:pt x="21" y="13"/>
                      </a:cubicBezTo>
                      <a:cubicBezTo>
                        <a:pt x="21" y="13"/>
                        <a:pt x="22" y="8"/>
                        <a:pt x="18" y="4"/>
                      </a:cubicBezTo>
                      <a:cubicBezTo>
                        <a:pt x="18" y="4"/>
                        <a:pt x="18" y="3"/>
                        <a:pt x="18" y="3"/>
                      </a:cubicBezTo>
                      <a:cubicBezTo>
                        <a:pt x="18" y="3"/>
                        <a:pt x="18" y="3"/>
                        <a:pt x="18" y="3"/>
                      </a:cubicBezTo>
                      <a:cubicBezTo>
                        <a:pt x="16" y="1"/>
                        <a:pt x="14" y="1"/>
                        <a:pt x="12" y="1"/>
                      </a:cubicBezTo>
                      <a:cubicBezTo>
                        <a:pt x="6" y="0"/>
                        <a:pt x="1" y="4"/>
                        <a:pt x="1" y="10"/>
                      </a:cubicBezTo>
                      <a:cubicBezTo>
                        <a:pt x="0" y="15"/>
                        <a:pt x="4" y="20"/>
                        <a:pt x="10" y="21"/>
                      </a:cubicBezTo>
                      <a:cubicBezTo>
                        <a:pt x="12" y="21"/>
                        <a:pt x="14" y="21"/>
                        <a:pt x="16" y="20"/>
                      </a:cubicBezTo>
                      <a:close/>
                    </a:path>
                  </a:pathLst>
                </a:custGeom>
                <a:solidFill>
                  <a:srgbClr val="12A9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mj-lt"/>
                  </a:endParaRPr>
                </a:p>
              </p:txBody>
            </p:sp>
          </p:grpSp>
        </p:grpSp>
        <p:grpSp>
          <p:nvGrpSpPr>
            <p:cNvPr id="87" name="Group 86">
              <a:extLst>
                <a:ext uri="{FF2B5EF4-FFF2-40B4-BE49-F238E27FC236}">
                  <a16:creationId xmlns:a16="http://schemas.microsoft.com/office/drawing/2014/main" id="{188351C3-2495-A7A9-F971-F1F9AAA50ECA}"/>
                </a:ext>
              </a:extLst>
            </p:cNvPr>
            <p:cNvGrpSpPr/>
            <p:nvPr/>
          </p:nvGrpSpPr>
          <p:grpSpPr>
            <a:xfrm>
              <a:off x="4521118" y="4981255"/>
              <a:ext cx="723058" cy="72000"/>
              <a:chOff x="3632723" y="1787248"/>
              <a:chExt cx="619534" cy="72000"/>
            </a:xfrm>
          </p:grpSpPr>
          <p:cxnSp>
            <p:nvCxnSpPr>
              <p:cNvPr id="88" name="Straight Connector 87">
                <a:extLst>
                  <a:ext uri="{FF2B5EF4-FFF2-40B4-BE49-F238E27FC236}">
                    <a16:creationId xmlns:a16="http://schemas.microsoft.com/office/drawing/2014/main" id="{3C6F6BA7-DE98-DAF0-114E-34C038684056}"/>
                  </a:ext>
                </a:extLst>
              </p:cNvPr>
              <p:cNvCxnSpPr>
                <a:cxnSpLocks/>
              </p:cNvCxnSpPr>
              <p:nvPr/>
            </p:nvCxnSpPr>
            <p:spPr>
              <a:xfrm>
                <a:off x="3632723" y="1832773"/>
                <a:ext cx="599157" cy="0"/>
              </a:xfrm>
              <a:prstGeom prst="line">
                <a:avLst/>
              </a:prstGeom>
              <a:noFill/>
              <a:ln w="19050" cap="flat" cmpd="sng" algn="ctr">
                <a:solidFill>
                  <a:srgbClr val="6C1899"/>
                </a:solidFill>
                <a:prstDash val="solid"/>
              </a:ln>
              <a:effectLst/>
            </p:spPr>
          </p:cxnSp>
          <p:sp>
            <p:nvSpPr>
              <p:cNvPr id="89" name="Flowchart: Connector 88">
                <a:extLst>
                  <a:ext uri="{FF2B5EF4-FFF2-40B4-BE49-F238E27FC236}">
                    <a16:creationId xmlns:a16="http://schemas.microsoft.com/office/drawing/2014/main" id="{8677BFAB-7B0C-B3C6-AF32-9D739DF74AC5}"/>
                  </a:ext>
                </a:extLst>
              </p:cNvPr>
              <p:cNvSpPr/>
              <p:nvPr/>
            </p:nvSpPr>
            <p:spPr>
              <a:xfrm>
                <a:off x="4180257" y="1787248"/>
                <a:ext cx="72000" cy="72000"/>
              </a:xfrm>
              <a:prstGeom prst="flowChartConnector">
                <a:avLst/>
              </a:prstGeom>
              <a:solidFill>
                <a:srgbClr val="FFFFFF"/>
              </a:solidFill>
              <a:ln w="25400" cap="flat" cmpd="sng" algn="ctr">
                <a:solidFill>
                  <a:srgbClr val="6C189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mj-lt"/>
                </a:endParaRPr>
              </a:p>
            </p:txBody>
          </p:sp>
        </p:grpSp>
        <p:grpSp>
          <p:nvGrpSpPr>
            <p:cNvPr id="90" name="Group 89">
              <a:extLst>
                <a:ext uri="{FF2B5EF4-FFF2-40B4-BE49-F238E27FC236}">
                  <a16:creationId xmlns:a16="http://schemas.microsoft.com/office/drawing/2014/main" id="{38D589B8-219B-C7A0-B8B6-E6AC3A47BF5D}"/>
                </a:ext>
              </a:extLst>
            </p:cNvPr>
            <p:cNvGrpSpPr/>
            <p:nvPr/>
          </p:nvGrpSpPr>
          <p:grpSpPr>
            <a:xfrm flipH="1">
              <a:off x="7903909" y="4010697"/>
              <a:ext cx="723058" cy="72000"/>
              <a:chOff x="3632723" y="1787248"/>
              <a:chExt cx="619534" cy="72000"/>
            </a:xfrm>
          </p:grpSpPr>
          <p:cxnSp>
            <p:nvCxnSpPr>
              <p:cNvPr id="91" name="Straight Connector 90">
                <a:extLst>
                  <a:ext uri="{FF2B5EF4-FFF2-40B4-BE49-F238E27FC236}">
                    <a16:creationId xmlns:a16="http://schemas.microsoft.com/office/drawing/2014/main" id="{21D926F6-442B-1A04-8EBF-3EA565DD2B64}"/>
                  </a:ext>
                </a:extLst>
              </p:cNvPr>
              <p:cNvCxnSpPr>
                <a:cxnSpLocks/>
              </p:cNvCxnSpPr>
              <p:nvPr/>
            </p:nvCxnSpPr>
            <p:spPr>
              <a:xfrm>
                <a:off x="3632723" y="1832773"/>
                <a:ext cx="599157" cy="0"/>
              </a:xfrm>
              <a:prstGeom prst="line">
                <a:avLst/>
              </a:prstGeom>
              <a:noFill/>
              <a:ln w="19050" cap="flat" cmpd="sng" algn="ctr">
                <a:solidFill>
                  <a:srgbClr val="9D4680"/>
                </a:solidFill>
                <a:prstDash val="solid"/>
              </a:ln>
              <a:effectLst/>
            </p:spPr>
          </p:cxnSp>
          <p:sp>
            <p:nvSpPr>
              <p:cNvPr id="92" name="Flowchart: Connector 91">
                <a:extLst>
                  <a:ext uri="{FF2B5EF4-FFF2-40B4-BE49-F238E27FC236}">
                    <a16:creationId xmlns:a16="http://schemas.microsoft.com/office/drawing/2014/main" id="{A1CFDC84-C445-83EA-53FA-B3F24F5D7921}"/>
                  </a:ext>
                </a:extLst>
              </p:cNvPr>
              <p:cNvSpPr/>
              <p:nvPr/>
            </p:nvSpPr>
            <p:spPr>
              <a:xfrm>
                <a:off x="4180257" y="1787248"/>
                <a:ext cx="72000" cy="72000"/>
              </a:xfrm>
              <a:prstGeom prst="flowChartConnector">
                <a:avLst/>
              </a:prstGeom>
              <a:solidFill>
                <a:srgbClr val="FFFFFF"/>
              </a:solidFill>
              <a:ln w="25400" cap="flat" cmpd="sng" algn="ctr">
                <a:solidFill>
                  <a:srgbClr val="9D468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mj-lt"/>
                </a:endParaRPr>
              </a:p>
            </p:txBody>
          </p:sp>
        </p:grpSp>
        <p:grpSp>
          <p:nvGrpSpPr>
            <p:cNvPr id="93" name="Group 92">
              <a:extLst>
                <a:ext uri="{FF2B5EF4-FFF2-40B4-BE49-F238E27FC236}">
                  <a16:creationId xmlns:a16="http://schemas.microsoft.com/office/drawing/2014/main" id="{B8084ADA-5A01-C93D-D7B1-058D0FE8F561}"/>
                </a:ext>
              </a:extLst>
            </p:cNvPr>
            <p:cNvGrpSpPr/>
            <p:nvPr/>
          </p:nvGrpSpPr>
          <p:grpSpPr>
            <a:xfrm flipH="1">
              <a:off x="6946769" y="2293400"/>
              <a:ext cx="723058" cy="72000"/>
              <a:chOff x="3632723" y="1787248"/>
              <a:chExt cx="619534" cy="72000"/>
            </a:xfrm>
          </p:grpSpPr>
          <p:cxnSp>
            <p:nvCxnSpPr>
              <p:cNvPr id="94" name="Straight Connector 93">
                <a:extLst>
                  <a:ext uri="{FF2B5EF4-FFF2-40B4-BE49-F238E27FC236}">
                    <a16:creationId xmlns:a16="http://schemas.microsoft.com/office/drawing/2014/main" id="{77768252-EDC2-A50C-7197-D5BC0CCD044C}"/>
                  </a:ext>
                </a:extLst>
              </p:cNvPr>
              <p:cNvCxnSpPr>
                <a:cxnSpLocks/>
              </p:cNvCxnSpPr>
              <p:nvPr/>
            </p:nvCxnSpPr>
            <p:spPr>
              <a:xfrm>
                <a:off x="3632723" y="1832773"/>
                <a:ext cx="599157" cy="0"/>
              </a:xfrm>
              <a:prstGeom prst="line">
                <a:avLst/>
              </a:prstGeom>
              <a:noFill/>
              <a:ln w="19050" cap="flat" cmpd="sng" algn="ctr">
                <a:solidFill>
                  <a:srgbClr val="0070AD"/>
                </a:solidFill>
                <a:prstDash val="solid"/>
              </a:ln>
              <a:effectLst/>
            </p:spPr>
          </p:cxnSp>
          <p:sp>
            <p:nvSpPr>
              <p:cNvPr id="95" name="Flowchart: Connector 94">
                <a:extLst>
                  <a:ext uri="{FF2B5EF4-FFF2-40B4-BE49-F238E27FC236}">
                    <a16:creationId xmlns:a16="http://schemas.microsoft.com/office/drawing/2014/main" id="{8B130DBC-991E-7D53-259F-8D3385D61D22}"/>
                  </a:ext>
                </a:extLst>
              </p:cNvPr>
              <p:cNvSpPr/>
              <p:nvPr/>
            </p:nvSpPr>
            <p:spPr>
              <a:xfrm>
                <a:off x="4180257" y="1787248"/>
                <a:ext cx="72000" cy="72000"/>
              </a:xfrm>
              <a:prstGeom prst="flowChartConnector">
                <a:avLst/>
              </a:prstGeom>
              <a:solidFill>
                <a:srgbClr val="FFFFFF"/>
              </a:solidFill>
              <a:ln w="25400" cap="flat" cmpd="sng" algn="ctr">
                <a:solidFill>
                  <a:srgbClr val="0070A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mj-lt"/>
                </a:endParaRPr>
              </a:p>
            </p:txBody>
          </p:sp>
        </p:grpSp>
        <p:grpSp>
          <p:nvGrpSpPr>
            <p:cNvPr id="96" name="Group 95">
              <a:extLst>
                <a:ext uri="{FF2B5EF4-FFF2-40B4-BE49-F238E27FC236}">
                  <a16:creationId xmlns:a16="http://schemas.microsoft.com/office/drawing/2014/main" id="{DA5103E5-1BD8-B601-938E-A667BAE54F46}"/>
                </a:ext>
              </a:extLst>
            </p:cNvPr>
            <p:cNvGrpSpPr/>
            <p:nvPr/>
          </p:nvGrpSpPr>
          <p:grpSpPr>
            <a:xfrm>
              <a:off x="3301180" y="3683468"/>
              <a:ext cx="723058" cy="72000"/>
              <a:chOff x="3632723" y="1787248"/>
              <a:chExt cx="619534" cy="72000"/>
            </a:xfrm>
          </p:grpSpPr>
          <p:cxnSp>
            <p:nvCxnSpPr>
              <p:cNvPr id="97" name="Straight Connector 96">
                <a:extLst>
                  <a:ext uri="{FF2B5EF4-FFF2-40B4-BE49-F238E27FC236}">
                    <a16:creationId xmlns:a16="http://schemas.microsoft.com/office/drawing/2014/main" id="{79FDF588-7BA2-D0AC-69DC-BAD711A0A8BB}"/>
                  </a:ext>
                </a:extLst>
              </p:cNvPr>
              <p:cNvCxnSpPr>
                <a:cxnSpLocks/>
              </p:cNvCxnSpPr>
              <p:nvPr/>
            </p:nvCxnSpPr>
            <p:spPr>
              <a:xfrm>
                <a:off x="3632723" y="1832773"/>
                <a:ext cx="599157" cy="0"/>
              </a:xfrm>
              <a:prstGeom prst="line">
                <a:avLst/>
              </a:prstGeom>
              <a:noFill/>
              <a:ln w="19050" cap="flat" cmpd="sng" algn="ctr">
                <a:solidFill>
                  <a:srgbClr val="12A9D9"/>
                </a:solidFill>
                <a:prstDash val="solid"/>
              </a:ln>
              <a:effectLst/>
            </p:spPr>
          </p:cxnSp>
          <p:sp>
            <p:nvSpPr>
              <p:cNvPr id="98" name="Flowchart: Connector 97">
                <a:extLst>
                  <a:ext uri="{FF2B5EF4-FFF2-40B4-BE49-F238E27FC236}">
                    <a16:creationId xmlns:a16="http://schemas.microsoft.com/office/drawing/2014/main" id="{D1F976BD-8765-774D-B88F-5ACA061E3856}"/>
                  </a:ext>
                </a:extLst>
              </p:cNvPr>
              <p:cNvSpPr/>
              <p:nvPr/>
            </p:nvSpPr>
            <p:spPr>
              <a:xfrm>
                <a:off x="4180257" y="1787248"/>
                <a:ext cx="72000" cy="72000"/>
              </a:xfrm>
              <a:prstGeom prst="flowChartConnector">
                <a:avLst/>
              </a:prstGeom>
              <a:solidFill>
                <a:srgbClr val="FFFFFF"/>
              </a:solidFill>
              <a:ln w="25400" cap="flat" cmpd="sng" algn="ctr">
                <a:solidFill>
                  <a:srgbClr val="12A9D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mj-lt"/>
                </a:endParaRPr>
              </a:p>
            </p:txBody>
          </p:sp>
        </p:grpSp>
      </p:grpSp>
    </p:spTree>
    <p:extLst>
      <p:ext uri="{BB962C8B-B14F-4D97-AF65-F5344CB8AC3E}">
        <p14:creationId xmlns:p14="http://schemas.microsoft.com/office/powerpoint/2010/main" val="1143337413"/>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6F66F70-1376-DE6F-0357-4FD6DB1CE4F9}"/>
            </a:ext>
          </a:extLst>
        </p:cNvPr>
        <p:cNvGrpSpPr/>
        <p:nvPr/>
      </p:nvGrpSpPr>
      <p:grpSpPr>
        <a:xfrm>
          <a:off x="0" y="0"/>
          <a:ext cx="0" cy="0"/>
          <a:chOff x="0" y="0"/>
          <a:chExt cx="0" cy="0"/>
        </a:xfrm>
      </p:grpSpPr>
      <p:cxnSp>
        <p:nvCxnSpPr>
          <p:cNvPr id="20" name="Straight Arrow Connector 19">
            <a:extLst>
              <a:ext uri="{FF2B5EF4-FFF2-40B4-BE49-F238E27FC236}">
                <a16:creationId xmlns:a16="http://schemas.microsoft.com/office/drawing/2014/main" id="{0E7EB05F-70DC-E194-7948-E6062B71E621}"/>
              </a:ext>
            </a:extLst>
          </p:cNvPr>
          <p:cNvCxnSpPr>
            <a:cxnSpLocks/>
          </p:cNvCxnSpPr>
          <p:nvPr/>
        </p:nvCxnSpPr>
        <p:spPr>
          <a:xfrm>
            <a:off x="10237780" y="919110"/>
            <a:ext cx="1821564" cy="0"/>
          </a:xfrm>
          <a:prstGeom prst="straightConnector1">
            <a:avLst/>
          </a:prstGeom>
          <a:ln>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 name="Titre 3">
            <a:extLst>
              <a:ext uri="{FF2B5EF4-FFF2-40B4-BE49-F238E27FC236}">
                <a16:creationId xmlns:a16="http://schemas.microsoft.com/office/drawing/2014/main" id="{9B588420-6A89-4043-BB9F-DBF1EC93FF37}"/>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E280CE25-5D35-EFCF-6F35-C4568423B64E}"/>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Our methodology: from assessment to adoption</a:t>
            </a:r>
          </a:p>
        </p:txBody>
      </p:sp>
      <p:sp>
        <p:nvSpPr>
          <p:cNvPr id="9" name="Rectangle 8">
            <a:extLst>
              <a:ext uri="{FF2B5EF4-FFF2-40B4-BE49-F238E27FC236}">
                <a16:creationId xmlns:a16="http://schemas.microsoft.com/office/drawing/2014/main" id="{D1DFBFD3-C86E-30E7-50A6-6803120EF3F0}"/>
              </a:ext>
            </a:extLst>
          </p:cNvPr>
          <p:cNvSpPr/>
          <p:nvPr/>
        </p:nvSpPr>
        <p:spPr>
          <a:xfrm>
            <a:off x="0" y="3519045"/>
            <a:ext cx="12192000" cy="2748405"/>
          </a:xfrm>
          <a:prstGeom prst="rect">
            <a:avLst/>
          </a:prstGeom>
          <a:solidFill>
            <a:srgbClr val="17334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FAB5E71-FE3F-B194-CA19-FE89FB7B9225}"/>
              </a:ext>
            </a:extLst>
          </p:cNvPr>
          <p:cNvSpPr/>
          <p:nvPr/>
        </p:nvSpPr>
        <p:spPr>
          <a:xfrm>
            <a:off x="0" y="1889182"/>
            <a:ext cx="12192000" cy="1543049"/>
          </a:xfrm>
          <a:prstGeom prst="rect">
            <a:avLst/>
          </a:prstGeom>
          <a:solidFill>
            <a:srgbClr val="272936"/>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Calibri"/>
              <a:ea typeface="+mn-ea"/>
              <a:cs typeface="+mn-cs"/>
            </a:endParaRPr>
          </a:p>
        </p:txBody>
      </p:sp>
      <p:sp>
        <p:nvSpPr>
          <p:cNvPr id="17" name="TextBox 16">
            <a:extLst>
              <a:ext uri="{FF2B5EF4-FFF2-40B4-BE49-F238E27FC236}">
                <a16:creationId xmlns:a16="http://schemas.microsoft.com/office/drawing/2014/main" id="{7D7C1C3F-3A67-0350-4E52-7B2D1D174D66}"/>
              </a:ext>
            </a:extLst>
          </p:cNvPr>
          <p:cNvSpPr txBox="1"/>
          <p:nvPr/>
        </p:nvSpPr>
        <p:spPr>
          <a:xfrm>
            <a:off x="198815" y="1974906"/>
            <a:ext cx="369332" cy="1371600"/>
          </a:xfrm>
          <a:prstGeom prst="rect">
            <a:avLst/>
          </a:prstGeom>
          <a:noFill/>
        </p:spPr>
        <p:txBody>
          <a:bodyPr vert="vert270" wrap="square" rtlCol="0">
            <a:spAutoFit/>
          </a:bodyPr>
          <a:lstStyle/>
          <a:p>
            <a:pPr algn="ctr"/>
            <a:r>
              <a:rPr lang="en-AU" sz="1200" b="1" noProof="0">
                <a:solidFill>
                  <a:srgbClr val="FFFFFF"/>
                </a:solidFill>
                <a:latin typeface="Calibri"/>
              </a:rPr>
              <a:t>Objectives</a:t>
            </a:r>
          </a:p>
        </p:txBody>
      </p:sp>
      <p:cxnSp>
        <p:nvCxnSpPr>
          <p:cNvPr id="47" name="Straight Connector 46">
            <a:extLst>
              <a:ext uri="{FF2B5EF4-FFF2-40B4-BE49-F238E27FC236}">
                <a16:creationId xmlns:a16="http://schemas.microsoft.com/office/drawing/2014/main" id="{A7DC703F-09D6-BDD1-53D0-19884E1572C4}"/>
              </a:ext>
            </a:extLst>
          </p:cNvPr>
          <p:cNvCxnSpPr>
            <a:cxnSpLocks/>
          </p:cNvCxnSpPr>
          <p:nvPr/>
        </p:nvCxnSpPr>
        <p:spPr>
          <a:xfrm>
            <a:off x="2447451" y="2199847"/>
            <a:ext cx="0" cy="921718"/>
          </a:xfrm>
          <a:prstGeom prst="line">
            <a:avLst/>
          </a:prstGeom>
          <a:noFill/>
          <a:ln w="9525" cap="flat" cmpd="sng" algn="ctr">
            <a:solidFill>
              <a:srgbClr val="FFFFFF"/>
            </a:solidFill>
            <a:prstDash val="dash"/>
          </a:ln>
          <a:effectLst/>
        </p:spPr>
      </p:cxnSp>
      <p:cxnSp>
        <p:nvCxnSpPr>
          <p:cNvPr id="103" name="Straight Connector 102">
            <a:extLst>
              <a:ext uri="{FF2B5EF4-FFF2-40B4-BE49-F238E27FC236}">
                <a16:creationId xmlns:a16="http://schemas.microsoft.com/office/drawing/2014/main" id="{8B83B748-C755-5421-B739-720CE319BAE9}"/>
              </a:ext>
            </a:extLst>
          </p:cNvPr>
          <p:cNvCxnSpPr>
            <a:cxnSpLocks/>
          </p:cNvCxnSpPr>
          <p:nvPr/>
        </p:nvCxnSpPr>
        <p:spPr>
          <a:xfrm>
            <a:off x="4381031" y="2199847"/>
            <a:ext cx="0" cy="921718"/>
          </a:xfrm>
          <a:prstGeom prst="line">
            <a:avLst/>
          </a:prstGeom>
          <a:noFill/>
          <a:ln w="9525" cap="flat" cmpd="sng" algn="ctr">
            <a:solidFill>
              <a:srgbClr val="FFFFFF"/>
            </a:solidFill>
            <a:prstDash val="dash"/>
          </a:ln>
          <a:effectLst/>
        </p:spPr>
      </p:cxnSp>
      <p:cxnSp>
        <p:nvCxnSpPr>
          <p:cNvPr id="106" name="Straight Connector 105">
            <a:extLst>
              <a:ext uri="{FF2B5EF4-FFF2-40B4-BE49-F238E27FC236}">
                <a16:creationId xmlns:a16="http://schemas.microsoft.com/office/drawing/2014/main" id="{7A470FF6-2839-9F79-6D25-01FE3A975191}"/>
              </a:ext>
            </a:extLst>
          </p:cNvPr>
          <p:cNvCxnSpPr>
            <a:cxnSpLocks/>
          </p:cNvCxnSpPr>
          <p:nvPr/>
        </p:nvCxnSpPr>
        <p:spPr>
          <a:xfrm>
            <a:off x="6314611" y="2199847"/>
            <a:ext cx="0" cy="921718"/>
          </a:xfrm>
          <a:prstGeom prst="line">
            <a:avLst/>
          </a:prstGeom>
          <a:noFill/>
          <a:ln w="9525" cap="flat" cmpd="sng" algn="ctr">
            <a:solidFill>
              <a:srgbClr val="FFFFFF"/>
            </a:solidFill>
            <a:prstDash val="dash"/>
          </a:ln>
          <a:effectLst/>
        </p:spPr>
      </p:cxnSp>
      <p:cxnSp>
        <p:nvCxnSpPr>
          <p:cNvPr id="113" name="Straight Connector 112">
            <a:extLst>
              <a:ext uri="{FF2B5EF4-FFF2-40B4-BE49-F238E27FC236}">
                <a16:creationId xmlns:a16="http://schemas.microsoft.com/office/drawing/2014/main" id="{0B2FC60F-2AC7-21F7-46AB-A73027EECED7}"/>
              </a:ext>
            </a:extLst>
          </p:cNvPr>
          <p:cNvCxnSpPr>
            <a:cxnSpLocks/>
          </p:cNvCxnSpPr>
          <p:nvPr/>
        </p:nvCxnSpPr>
        <p:spPr>
          <a:xfrm>
            <a:off x="8248191" y="2199847"/>
            <a:ext cx="0" cy="921718"/>
          </a:xfrm>
          <a:prstGeom prst="line">
            <a:avLst/>
          </a:prstGeom>
          <a:noFill/>
          <a:ln w="9525" cap="flat" cmpd="sng" algn="ctr">
            <a:solidFill>
              <a:srgbClr val="FFFFFF"/>
            </a:solidFill>
            <a:prstDash val="dash"/>
          </a:ln>
          <a:effectLst/>
        </p:spPr>
      </p:cxnSp>
      <p:sp>
        <p:nvSpPr>
          <p:cNvPr id="27" name="TextBox 26">
            <a:extLst>
              <a:ext uri="{FF2B5EF4-FFF2-40B4-BE49-F238E27FC236}">
                <a16:creationId xmlns:a16="http://schemas.microsoft.com/office/drawing/2014/main" id="{0A48FE4E-89B4-ED15-989A-2AEA0C47A619}"/>
              </a:ext>
            </a:extLst>
          </p:cNvPr>
          <p:cNvSpPr txBox="1"/>
          <p:nvPr/>
        </p:nvSpPr>
        <p:spPr>
          <a:xfrm>
            <a:off x="569861" y="2047303"/>
            <a:ext cx="1821600" cy="1226807"/>
          </a:xfrm>
          <a:prstGeom prst="rect">
            <a:avLst/>
          </a:prstGeom>
          <a:noFill/>
        </p:spPr>
        <p:txBody>
          <a:bodyPr vert="horz" wrap="square" lIns="0" tIns="0" rIns="0" bIns="0" rtlCol="0" anchor="t">
            <a:noAutofit/>
          </a:bodyPr>
          <a:lstStyle/>
          <a:p>
            <a:pPr algn="ctr" hangingPunct="0">
              <a:spcBef>
                <a:spcPts val="600"/>
              </a:spcBef>
              <a:buClr>
                <a:srgbClr val="FFFFFF"/>
              </a:buClr>
              <a:buSzPct val="100000"/>
              <a:defRPr sz="1300">
                <a:solidFill>
                  <a:srgbClr val="FFFFFF"/>
                </a:solidFill>
                <a:latin typeface="Ubuntu Light"/>
                <a:ea typeface="Ubuntu Light"/>
                <a:cs typeface="Ubuntu Light"/>
                <a:sym typeface="Ubuntu Light"/>
              </a:defRPr>
            </a:pPr>
            <a:r>
              <a:rPr lang="en-AU" sz="1200" b="1" i="1" noProof="0">
                <a:solidFill>
                  <a:srgbClr val="FFFFFF"/>
                </a:solidFill>
                <a:latin typeface="Calibri"/>
                <a:ea typeface="Ubuntu Light"/>
                <a:cs typeface="Ubuntu Light"/>
                <a:sym typeface="Ubuntu Light"/>
              </a:rPr>
              <a:t>Establish a clear foundation for the engagement and ensure alignment from day one</a:t>
            </a:r>
          </a:p>
        </p:txBody>
      </p:sp>
      <p:sp>
        <p:nvSpPr>
          <p:cNvPr id="56" name="TextBox 55">
            <a:extLst>
              <a:ext uri="{FF2B5EF4-FFF2-40B4-BE49-F238E27FC236}">
                <a16:creationId xmlns:a16="http://schemas.microsoft.com/office/drawing/2014/main" id="{F2C0B30E-88B8-4C3B-4D1E-536BF97EEF8B}"/>
              </a:ext>
            </a:extLst>
          </p:cNvPr>
          <p:cNvSpPr txBox="1"/>
          <p:nvPr/>
        </p:nvSpPr>
        <p:spPr>
          <a:xfrm>
            <a:off x="2503441" y="2047303"/>
            <a:ext cx="1821600" cy="1226650"/>
          </a:xfrm>
          <a:prstGeom prst="rect">
            <a:avLst/>
          </a:prstGeom>
          <a:noFill/>
        </p:spPr>
        <p:txBody>
          <a:bodyPr vert="horz" wrap="square" lIns="0" tIns="0" rIns="0" bIns="0" rtlCol="0" anchor="t">
            <a:noAutofit/>
          </a:bodyPr>
          <a:lstStyle>
            <a:defPPr>
              <a:defRPr lang="pt-PT"/>
            </a:defPPr>
            <a:lvl1pPr algn="ctr" hangingPunct="0">
              <a:spcBef>
                <a:spcPts val="600"/>
              </a:spcBef>
              <a:buClr>
                <a:srgbClr val="FFFFFF"/>
              </a:buClr>
              <a:buSzPct val="100000"/>
              <a:defRPr sz="1200" b="1" i="1">
                <a:solidFill>
                  <a:srgbClr val="FFFFFF"/>
                </a:solidFill>
                <a:latin typeface="Calibri"/>
                <a:ea typeface="Ubuntu Light"/>
                <a:cs typeface="Ubuntu Light"/>
              </a:defRPr>
            </a:lvl1pPr>
          </a:lstStyle>
          <a:p>
            <a:r>
              <a:rPr lang="en-AU" noProof="0">
                <a:sym typeface="Ubuntu Light"/>
              </a:rPr>
              <a:t>Understand the current S&amp;OP, demand planning and supply planning maturity across key dimensions and define aspirational principles</a:t>
            </a:r>
          </a:p>
        </p:txBody>
      </p:sp>
      <p:sp>
        <p:nvSpPr>
          <p:cNvPr id="59" name="TextBox 58">
            <a:extLst>
              <a:ext uri="{FF2B5EF4-FFF2-40B4-BE49-F238E27FC236}">
                <a16:creationId xmlns:a16="http://schemas.microsoft.com/office/drawing/2014/main" id="{A7C210AA-4E26-FAC5-F596-B2E9D10D99AB}"/>
              </a:ext>
            </a:extLst>
          </p:cNvPr>
          <p:cNvSpPr txBox="1"/>
          <p:nvPr/>
        </p:nvSpPr>
        <p:spPr>
          <a:xfrm>
            <a:off x="4437021" y="2047303"/>
            <a:ext cx="1821600" cy="1226650"/>
          </a:xfrm>
          <a:prstGeom prst="rect">
            <a:avLst/>
          </a:prstGeom>
          <a:noFill/>
        </p:spPr>
        <p:txBody>
          <a:bodyPr vert="horz" wrap="square" lIns="0" tIns="0" rIns="0" bIns="0" rtlCol="0" anchor="t">
            <a:noAutofit/>
          </a:bodyPr>
          <a:lstStyle>
            <a:defPPr>
              <a:defRPr lang="pt-PT"/>
            </a:defPPr>
            <a:lvl1pPr algn="ctr" hangingPunct="0">
              <a:spcBef>
                <a:spcPts val="600"/>
              </a:spcBef>
              <a:buClr>
                <a:srgbClr val="FFFFFF"/>
              </a:buClr>
              <a:buSzPct val="100000"/>
              <a:defRPr sz="1200" b="1" i="1">
                <a:solidFill>
                  <a:srgbClr val="FFFFFF"/>
                </a:solidFill>
                <a:latin typeface="Calibri"/>
                <a:ea typeface="Ubuntu Light"/>
                <a:cs typeface="Ubuntu Light"/>
              </a:defRPr>
            </a:lvl1pPr>
          </a:lstStyle>
          <a:p>
            <a:r>
              <a:rPr lang="en-AU" noProof="0">
                <a:sym typeface="Ubuntu Light"/>
              </a:rPr>
              <a:t>Design the target S&amp;OP cycle as the decision-making backbone of ARP, taking RELEX process workflow best practices as a starting point</a:t>
            </a:r>
          </a:p>
        </p:txBody>
      </p:sp>
      <p:sp>
        <p:nvSpPr>
          <p:cNvPr id="62" name="TextBox 61">
            <a:extLst>
              <a:ext uri="{FF2B5EF4-FFF2-40B4-BE49-F238E27FC236}">
                <a16:creationId xmlns:a16="http://schemas.microsoft.com/office/drawing/2014/main" id="{402070E0-09D1-1151-F308-3A473590DA3F}"/>
              </a:ext>
            </a:extLst>
          </p:cNvPr>
          <p:cNvSpPr txBox="1"/>
          <p:nvPr/>
        </p:nvSpPr>
        <p:spPr>
          <a:xfrm>
            <a:off x="6370601" y="2047303"/>
            <a:ext cx="1821600" cy="1226650"/>
          </a:xfrm>
          <a:prstGeom prst="rect">
            <a:avLst/>
          </a:prstGeom>
          <a:noFill/>
        </p:spPr>
        <p:txBody>
          <a:bodyPr vert="horz" wrap="square" lIns="0" tIns="0" rIns="0" bIns="0" rtlCol="0" anchor="t">
            <a:noAutofit/>
          </a:bodyPr>
          <a:lstStyle>
            <a:defPPr>
              <a:defRPr lang="pt-PT"/>
            </a:defPPr>
            <a:lvl1pPr algn="ctr" hangingPunct="0">
              <a:spcBef>
                <a:spcPts val="600"/>
              </a:spcBef>
              <a:buClr>
                <a:srgbClr val="FFFFFF"/>
              </a:buClr>
              <a:buSzPct val="100000"/>
              <a:defRPr sz="1200" b="1" i="1">
                <a:solidFill>
                  <a:srgbClr val="FFFFFF"/>
                </a:solidFill>
                <a:latin typeface="Calibri"/>
                <a:ea typeface="Ubuntu Light"/>
                <a:cs typeface="Ubuntu Light"/>
              </a:defRPr>
            </a:lvl1pPr>
          </a:lstStyle>
          <a:p>
            <a:r>
              <a:rPr lang="en-AU" noProof="0">
                <a:sym typeface="Ubuntu Light"/>
              </a:rPr>
              <a:t>Design Demand and Supply processes and supporting organizational structure aligned with target S&amp;OP taking RELEX </a:t>
            </a:r>
            <a:r>
              <a:rPr lang="en-AU">
                <a:sym typeface="Ubuntu Light"/>
              </a:rPr>
              <a:t>process workflow </a:t>
            </a:r>
            <a:r>
              <a:rPr lang="en-AU" noProof="0">
                <a:sym typeface="Ubuntu Light"/>
              </a:rPr>
              <a:t>best practices as a starting point</a:t>
            </a:r>
          </a:p>
        </p:txBody>
      </p:sp>
      <p:sp>
        <p:nvSpPr>
          <p:cNvPr id="65" name="TextBox 64">
            <a:extLst>
              <a:ext uri="{FF2B5EF4-FFF2-40B4-BE49-F238E27FC236}">
                <a16:creationId xmlns:a16="http://schemas.microsoft.com/office/drawing/2014/main" id="{C64E5990-1CF6-4F4D-B622-9344C5051189}"/>
              </a:ext>
            </a:extLst>
          </p:cNvPr>
          <p:cNvSpPr txBox="1"/>
          <p:nvPr/>
        </p:nvSpPr>
        <p:spPr>
          <a:xfrm>
            <a:off x="8304181" y="2047303"/>
            <a:ext cx="1821600" cy="1226650"/>
          </a:xfrm>
          <a:prstGeom prst="rect">
            <a:avLst/>
          </a:prstGeom>
          <a:noFill/>
        </p:spPr>
        <p:txBody>
          <a:bodyPr vert="horz" wrap="square" lIns="0" tIns="0" rIns="0" bIns="0" rtlCol="0" anchor="t">
            <a:noAutofit/>
          </a:bodyPr>
          <a:lstStyle>
            <a:defPPr>
              <a:defRPr lang="pt-PT"/>
            </a:defPPr>
            <a:lvl1pPr algn="ctr" hangingPunct="0">
              <a:spcBef>
                <a:spcPts val="600"/>
              </a:spcBef>
              <a:buClr>
                <a:srgbClr val="FFFFFF"/>
              </a:buClr>
              <a:buSzPct val="100000"/>
              <a:defRPr sz="1200" b="1" i="1">
                <a:solidFill>
                  <a:srgbClr val="FFFFFF"/>
                </a:solidFill>
                <a:latin typeface="Calibri"/>
                <a:ea typeface="Ubuntu Light"/>
                <a:cs typeface="Ubuntu Light"/>
              </a:defRPr>
            </a:lvl1pPr>
          </a:lstStyle>
          <a:p>
            <a:r>
              <a:rPr lang="en-AU" noProof="0">
                <a:sym typeface="Ubuntu Light"/>
              </a:rPr>
              <a:t>Translate the new target operating model into actionable initiatives, prepare the organization for change and stablish KPI management</a:t>
            </a:r>
          </a:p>
        </p:txBody>
      </p:sp>
      <p:sp>
        <p:nvSpPr>
          <p:cNvPr id="118" name="TextBox 117">
            <a:extLst>
              <a:ext uri="{FF2B5EF4-FFF2-40B4-BE49-F238E27FC236}">
                <a16:creationId xmlns:a16="http://schemas.microsoft.com/office/drawing/2014/main" id="{3C805085-B3B1-95D7-47E3-1FD07B17DE69}"/>
              </a:ext>
            </a:extLst>
          </p:cNvPr>
          <p:cNvSpPr txBox="1"/>
          <p:nvPr/>
        </p:nvSpPr>
        <p:spPr>
          <a:xfrm>
            <a:off x="10237762" y="2047303"/>
            <a:ext cx="1821600" cy="1226650"/>
          </a:xfrm>
          <a:prstGeom prst="rect">
            <a:avLst/>
          </a:prstGeom>
          <a:noFill/>
        </p:spPr>
        <p:txBody>
          <a:bodyPr vert="horz" wrap="square" lIns="0" tIns="0" rIns="0" bIns="0" rtlCol="0" anchor="t">
            <a:noAutofit/>
          </a:bodyPr>
          <a:lstStyle>
            <a:defPPr>
              <a:defRPr lang="pt-PT"/>
            </a:defPPr>
            <a:lvl1pPr algn="ctr" hangingPunct="0">
              <a:spcBef>
                <a:spcPts val="600"/>
              </a:spcBef>
              <a:buClr>
                <a:srgbClr val="FFFFFF"/>
              </a:buClr>
              <a:buSzPct val="100000"/>
              <a:defRPr sz="1200" b="1" i="1">
                <a:solidFill>
                  <a:srgbClr val="FFFFFF"/>
                </a:solidFill>
                <a:latin typeface="Calibri"/>
                <a:ea typeface="Ubuntu Light"/>
                <a:cs typeface="Ubuntu Light"/>
              </a:defRPr>
            </a:lvl1pPr>
          </a:lstStyle>
          <a:p>
            <a:r>
              <a:rPr lang="en-AU" noProof="0">
                <a:solidFill>
                  <a:schemeClr val="bg1"/>
                </a:solidFill>
                <a:sym typeface="Ubuntu Light"/>
              </a:rPr>
              <a:t>Execute the roll out of the new target operating model across the organization, ensuring adoption and operational effectiveness</a:t>
            </a:r>
          </a:p>
        </p:txBody>
      </p:sp>
      <p:cxnSp>
        <p:nvCxnSpPr>
          <p:cNvPr id="121" name="Straight Connector 120">
            <a:extLst>
              <a:ext uri="{FF2B5EF4-FFF2-40B4-BE49-F238E27FC236}">
                <a16:creationId xmlns:a16="http://schemas.microsoft.com/office/drawing/2014/main" id="{7245C428-655E-D12C-4959-969F0E7A8255}"/>
              </a:ext>
            </a:extLst>
          </p:cNvPr>
          <p:cNvCxnSpPr>
            <a:cxnSpLocks/>
          </p:cNvCxnSpPr>
          <p:nvPr/>
        </p:nvCxnSpPr>
        <p:spPr>
          <a:xfrm>
            <a:off x="10181771" y="2199847"/>
            <a:ext cx="0" cy="921718"/>
          </a:xfrm>
          <a:prstGeom prst="line">
            <a:avLst/>
          </a:prstGeom>
          <a:noFill/>
          <a:ln w="9525" cap="flat" cmpd="sng" algn="ctr">
            <a:solidFill>
              <a:srgbClr val="FFFFFF"/>
            </a:solidFill>
            <a:prstDash val="dash"/>
          </a:ln>
          <a:effectLst/>
        </p:spPr>
      </p:cxnSp>
      <p:sp>
        <p:nvSpPr>
          <p:cNvPr id="5" name="Rectangle: Rounded Corners 4">
            <a:extLst>
              <a:ext uri="{FF2B5EF4-FFF2-40B4-BE49-F238E27FC236}">
                <a16:creationId xmlns:a16="http://schemas.microsoft.com/office/drawing/2014/main" id="{511D1714-61EC-EDC7-ED7C-A33256D4262A}"/>
              </a:ext>
            </a:extLst>
          </p:cNvPr>
          <p:cNvSpPr/>
          <p:nvPr/>
        </p:nvSpPr>
        <p:spPr>
          <a:xfrm>
            <a:off x="569879" y="1082040"/>
            <a:ext cx="1821564" cy="696647"/>
          </a:xfrm>
          <a:prstGeom prst="roundRect">
            <a:avLst/>
          </a:prstGeom>
          <a:solidFill>
            <a:schemeClr val="accent2"/>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Calibri"/>
                <a:ea typeface="+mn-ea"/>
                <a:cs typeface="+mn-cs"/>
              </a:rPr>
              <a:t>MOBILIZATION AND PREPARATION</a:t>
            </a:r>
          </a:p>
        </p:txBody>
      </p:sp>
      <p:sp>
        <p:nvSpPr>
          <p:cNvPr id="55" name="Rectangle: Rounded Corners 54">
            <a:extLst>
              <a:ext uri="{FF2B5EF4-FFF2-40B4-BE49-F238E27FC236}">
                <a16:creationId xmlns:a16="http://schemas.microsoft.com/office/drawing/2014/main" id="{37ACCE77-413C-AACF-4457-9F628A9CD0E5}"/>
              </a:ext>
            </a:extLst>
          </p:cNvPr>
          <p:cNvSpPr/>
          <p:nvPr/>
        </p:nvSpPr>
        <p:spPr>
          <a:xfrm>
            <a:off x="2503459" y="1082040"/>
            <a:ext cx="1821564" cy="696647"/>
          </a:xfrm>
          <a:prstGeom prst="roundRect">
            <a:avLst/>
          </a:prstGeom>
          <a:solidFill>
            <a:srgbClr val="12ABDB"/>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Calibri"/>
                <a:ea typeface="+mn-ea"/>
                <a:cs typeface="+mn-cs"/>
              </a:rPr>
              <a:t>MATURITY ASSESSMENT AND ASPIRATIONAL DEFINITION</a:t>
            </a:r>
          </a:p>
        </p:txBody>
      </p:sp>
      <p:sp>
        <p:nvSpPr>
          <p:cNvPr id="58" name="Rectangle: Rounded Corners 57">
            <a:extLst>
              <a:ext uri="{FF2B5EF4-FFF2-40B4-BE49-F238E27FC236}">
                <a16:creationId xmlns:a16="http://schemas.microsoft.com/office/drawing/2014/main" id="{374691B3-81E1-5E22-443A-3B4F67671541}"/>
              </a:ext>
            </a:extLst>
          </p:cNvPr>
          <p:cNvSpPr/>
          <p:nvPr/>
        </p:nvSpPr>
        <p:spPr>
          <a:xfrm>
            <a:off x="4437039" y="1082040"/>
            <a:ext cx="1821564" cy="696647"/>
          </a:xfrm>
          <a:prstGeom prst="roundRect">
            <a:avLst/>
          </a:prstGeom>
          <a:solidFill>
            <a:srgbClr val="12ABDB"/>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Calibri"/>
                <a:ea typeface="+mn-ea"/>
                <a:cs typeface="+mn-cs"/>
              </a:rPr>
              <a:t>TARGET S&amp;OP CYCLE DEFINITION</a:t>
            </a:r>
          </a:p>
        </p:txBody>
      </p:sp>
      <p:sp>
        <p:nvSpPr>
          <p:cNvPr id="61" name="Rectangle: Rounded Corners 60">
            <a:extLst>
              <a:ext uri="{FF2B5EF4-FFF2-40B4-BE49-F238E27FC236}">
                <a16:creationId xmlns:a16="http://schemas.microsoft.com/office/drawing/2014/main" id="{0B50A374-DC3A-36D5-261A-7DE28DA2098E}"/>
              </a:ext>
            </a:extLst>
          </p:cNvPr>
          <p:cNvSpPr/>
          <p:nvPr/>
        </p:nvSpPr>
        <p:spPr>
          <a:xfrm>
            <a:off x="6370619" y="1082040"/>
            <a:ext cx="1821564" cy="696647"/>
          </a:xfrm>
          <a:prstGeom prst="roundRect">
            <a:avLst/>
          </a:prstGeom>
          <a:solidFill>
            <a:srgbClr val="12ABDB"/>
          </a:solidFill>
          <a:ln w="25400" cap="flat" cmpd="sng" algn="ctr">
            <a:noFill/>
            <a:prstDash val="solid"/>
          </a:ln>
          <a:effectLst/>
        </p:spPr>
        <p:txBody>
          <a:bodyPr lIns="0" tIns="0" rIns="0" bIns="0" rtlCol="0" anchor="ctr"/>
          <a:lstStyle/>
          <a:p>
            <a:pPr lvl="0" algn="ctr">
              <a:defRPr/>
            </a:pPr>
            <a:r>
              <a:rPr lang="en-AU" sz="1200" b="1" kern="0" noProof="0">
                <a:solidFill>
                  <a:srgbClr val="FFFFFF"/>
                </a:solidFill>
              </a:rPr>
              <a:t>DEMAND AND SUPPLY ORGANIZATION AND PROCESSES DESIGN</a:t>
            </a:r>
          </a:p>
        </p:txBody>
      </p:sp>
      <p:sp>
        <p:nvSpPr>
          <p:cNvPr id="64" name="Rectangle: Rounded Corners 63">
            <a:extLst>
              <a:ext uri="{FF2B5EF4-FFF2-40B4-BE49-F238E27FC236}">
                <a16:creationId xmlns:a16="http://schemas.microsoft.com/office/drawing/2014/main" id="{03ECB05E-3F09-8746-4DDB-93A9501C9B3F}"/>
              </a:ext>
            </a:extLst>
          </p:cNvPr>
          <p:cNvSpPr/>
          <p:nvPr/>
        </p:nvSpPr>
        <p:spPr>
          <a:xfrm>
            <a:off x="8304199" y="1082040"/>
            <a:ext cx="1821564" cy="696647"/>
          </a:xfrm>
          <a:prstGeom prst="roundRect">
            <a:avLst/>
          </a:prstGeom>
          <a:solidFill>
            <a:srgbClr val="12ABDB"/>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1200" b="1" kern="0" noProof="0">
                <a:solidFill>
                  <a:srgbClr val="FFFFFF"/>
                </a:solidFill>
                <a:latin typeface="Calibri"/>
              </a:rPr>
              <a:t>IMPLEMENTATION READINESS, CHANGE MANAGEMENT &amp; KPIs</a:t>
            </a:r>
            <a:endParaRPr kumimoji="0" lang="en-AU" sz="1200" b="1" i="0" u="none" strike="noStrike" kern="0" cap="none" spc="0" normalizeH="0" baseline="0" noProof="0">
              <a:ln>
                <a:noFill/>
              </a:ln>
              <a:solidFill>
                <a:srgbClr val="FFFFFF"/>
              </a:solidFill>
              <a:effectLst/>
              <a:uLnTx/>
              <a:uFillTx/>
              <a:latin typeface="Calibri"/>
              <a:ea typeface="+mn-ea"/>
              <a:cs typeface="+mn-cs"/>
            </a:endParaRPr>
          </a:p>
        </p:txBody>
      </p:sp>
      <p:sp>
        <p:nvSpPr>
          <p:cNvPr id="117" name="Rectangle: Rounded Corners 116">
            <a:extLst>
              <a:ext uri="{FF2B5EF4-FFF2-40B4-BE49-F238E27FC236}">
                <a16:creationId xmlns:a16="http://schemas.microsoft.com/office/drawing/2014/main" id="{75DA75BE-D68A-8893-C4D2-F49A1F1E05EF}"/>
              </a:ext>
            </a:extLst>
          </p:cNvPr>
          <p:cNvSpPr/>
          <p:nvPr/>
        </p:nvSpPr>
        <p:spPr>
          <a:xfrm>
            <a:off x="10237780" y="1082040"/>
            <a:ext cx="1821564" cy="696647"/>
          </a:xfrm>
          <a:prstGeom prst="roundRect">
            <a:avLst/>
          </a:prstGeom>
          <a:solidFill>
            <a:schemeClr val="accent2"/>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1200" b="1" kern="0" noProof="0">
                <a:solidFill>
                  <a:srgbClr val="FFFFFF"/>
                </a:solidFill>
                <a:latin typeface="Calibri"/>
              </a:rPr>
              <a:t>DEPLOYMENT AND ROLLOUT</a:t>
            </a:r>
            <a:endParaRPr kumimoji="0" lang="en-AU" sz="1200" b="1" i="0" u="none" strike="noStrike" kern="0" cap="none" spc="0" normalizeH="0" baseline="0" noProof="0">
              <a:ln>
                <a:noFill/>
              </a:ln>
              <a:solidFill>
                <a:srgbClr val="FFFFFF"/>
              </a:solidFill>
              <a:effectLst/>
              <a:uLnTx/>
              <a:uFillTx/>
              <a:latin typeface="Calibri"/>
              <a:ea typeface="+mn-ea"/>
              <a:cs typeface="+mn-cs"/>
            </a:endParaRPr>
          </a:p>
        </p:txBody>
      </p:sp>
      <p:sp>
        <p:nvSpPr>
          <p:cNvPr id="123" name="Oval 122">
            <a:extLst>
              <a:ext uri="{FF2B5EF4-FFF2-40B4-BE49-F238E27FC236}">
                <a16:creationId xmlns:a16="http://schemas.microsoft.com/office/drawing/2014/main" id="{3965998D-ED14-197F-A4AD-30055C11B64B}"/>
              </a:ext>
            </a:extLst>
          </p:cNvPr>
          <p:cNvSpPr/>
          <p:nvPr/>
        </p:nvSpPr>
        <p:spPr>
          <a:xfrm>
            <a:off x="447752" y="998981"/>
            <a:ext cx="240790" cy="240790"/>
          </a:xfrm>
          <a:prstGeom prst="ellipse">
            <a:avLst/>
          </a:prstGeom>
          <a:solidFill>
            <a:schemeClr val="accent2"/>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noProof="0">
                <a:solidFill>
                  <a:schemeClr val="bg1"/>
                </a:solidFill>
              </a:rPr>
              <a:t>1</a:t>
            </a:r>
          </a:p>
        </p:txBody>
      </p:sp>
      <p:sp>
        <p:nvSpPr>
          <p:cNvPr id="124" name="Oval 123">
            <a:extLst>
              <a:ext uri="{FF2B5EF4-FFF2-40B4-BE49-F238E27FC236}">
                <a16:creationId xmlns:a16="http://schemas.microsoft.com/office/drawing/2014/main" id="{5A15D96B-2BE9-B135-5EAD-38A14D1CA513}"/>
              </a:ext>
            </a:extLst>
          </p:cNvPr>
          <p:cNvSpPr/>
          <p:nvPr/>
        </p:nvSpPr>
        <p:spPr>
          <a:xfrm>
            <a:off x="2383064" y="998981"/>
            <a:ext cx="240790" cy="240790"/>
          </a:xfrm>
          <a:prstGeom prst="ellipse">
            <a:avLst/>
          </a:prstGeom>
          <a:solidFill>
            <a:srgbClr val="12ABDB"/>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noProof="0">
                <a:solidFill>
                  <a:schemeClr val="bg1"/>
                </a:solidFill>
              </a:rPr>
              <a:t>2</a:t>
            </a:r>
          </a:p>
        </p:txBody>
      </p:sp>
      <p:sp>
        <p:nvSpPr>
          <p:cNvPr id="125" name="Oval 124">
            <a:extLst>
              <a:ext uri="{FF2B5EF4-FFF2-40B4-BE49-F238E27FC236}">
                <a16:creationId xmlns:a16="http://schemas.microsoft.com/office/drawing/2014/main" id="{CCD6B3DA-D1DF-F3DA-7C0B-8D0B34BA4C19}"/>
              </a:ext>
            </a:extLst>
          </p:cNvPr>
          <p:cNvSpPr/>
          <p:nvPr/>
        </p:nvSpPr>
        <p:spPr>
          <a:xfrm>
            <a:off x="4314727" y="998981"/>
            <a:ext cx="240790" cy="240790"/>
          </a:xfrm>
          <a:prstGeom prst="ellipse">
            <a:avLst/>
          </a:prstGeom>
          <a:solidFill>
            <a:srgbClr val="12ABDB"/>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noProof="0">
                <a:solidFill>
                  <a:schemeClr val="bg1"/>
                </a:solidFill>
              </a:rPr>
              <a:t>3</a:t>
            </a:r>
          </a:p>
        </p:txBody>
      </p:sp>
      <p:sp>
        <p:nvSpPr>
          <p:cNvPr id="126" name="Oval 125">
            <a:extLst>
              <a:ext uri="{FF2B5EF4-FFF2-40B4-BE49-F238E27FC236}">
                <a16:creationId xmlns:a16="http://schemas.microsoft.com/office/drawing/2014/main" id="{CA3ABFE7-D0B3-0260-27E5-52E36DA282FB}"/>
              </a:ext>
            </a:extLst>
          </p:cNvPr>
          <p:cNvSpPr/>
          <p:nvPr/>
        </p:nvSpPr>
        <p:spPr>
          <a:xfrm>
            <a:off x="6246390" y="998981"/>
            <a:ext cx="240790" cy="240790"/>
          </a:xfrm>
          <a:prstGeom prst="ellipse">
            <a:avLst/>
          </a:prstGeom>
          <a:solidFill>
            <a:srgbClr val="12ABDB"/>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noProof="0">
                <a:solidFill>
                  <a:schemeClr val="bg1"/>
                </a:solidFill>
              </a:rPr>
              <a:t>4</a:t>
            </a:r>
          </a:p>
        </p:txBody>
      </p:sp>
      <p:sp>
        <p:nvSpPr>
          <p:cNvPr id="127" name="Oval 126">
            <a:extLst>
              <a:ext uri="{FF2B5EF4-FFF2-40B4-BE49-F238E27FC236}">
                <a16:creationId xmlns:a16="http://schemas.microsoft.com/office/drawing/2014/main" id="{238DF8F8-C33C-6E79-13A4-FD12AEB40E40}"/>
              </a:ext>
            </a:extLst>
          </p:cNvPr>
          <p:cNvSpPr/>
          <p:nvPr/>
        </p:nvSpPr>
        <p:spPr>
          <a:xfrm>
            <a:off x="10117384" y="998981"/>
            <a:ext cx="240790" cy="240790"/>
          </a:xfrm>
          <a:prstGeom prst="ellipse">
            <a:avLst/>
          </a:prstGeom>
          <a:solidFill>
            <a:schemeClr val="accent2"/>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noProof="0">
                <a:solidFill>
                  <a:schemeClr val="bg1"/>
                </a:solidFill>
              </a:rPr>
              <a:t>6</a:t>
            </a:r>
          </a:p>
        </p:txBody>
      </p:sp>
      <p:sp>
        <p:nvSpPr>
          <p:cNvPr id="128" name="Oval 127">
            <a:extLst>
              <a:ext uri="{FF2B5EF4-FFF2-40B4-BE49-F238E27FC236}">
                <a16:creationId xmlns:a16="http://schemas.microsoft.com/office/drawing/2014/main" id="{A2ECCA66-C4BA-5B24-33CB-91AF6538E425}"/>
              </a:ext>
            </a:extLst>
          </p:cNvPr>
          <p:cNvSpPr/>
          <p:nvPr/>
        </p:nvSpPr>
        <p:spPr>
          <a:xfrm>
            <a:off x="8179970" y="998981"/>
            <a:ext cx="240790" cy="240790"/>
          </a:xfrm>
          <a:prstGeom prst="ellipse">
            <a:avLst/>
          </a:prstGeom>
          <a:solidFill>
            <a:srgbClr val="12ABDB"/>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noProof="0">
                <a:solidFill>
                  <a:schemeClr val="bg1"/>
                </a:solidFill>
              </a:rPr>
              <a:t>5</a:t>
            </a:r>
          </a:p>
        </p:txBody>
      </p:sp>
      <p:grpSp>
        <p:nvGrpSpPr>
          <p:cNvPr id="136" name="Group 135">
            <a:extLst>
              <a:ext uri="{FF2B5EF4-FFF2-40B4-BE49-F238E27FC236}">
                <a16:creationId xmlns:a16="http://schemas.microsoft.com/office/drawing/2014/main" id="{9FAB177B-0690-A1D2-A316-BC7102AEA4BB}"/>
              </a:ext>
            </a:extLst>
          </p:cNvPr>
          <p:cNvGrpSpPr/>
          <p:nvPr/>
        </p:nvGrpSpPr>
        <p:grpSpPr>
          <a:xfrm>
            <a:off x="198815" y="3650625"/>
            <a:ext cx="11777747" cy="2485245"/>
            <a:chOff x="198815" y="3936375"/>
            <a:chExt cx="11777747" cy="2485245"/>
          </a:xfrm>
        </p:grpSpPr>
        <p:sp>
          <p:nvSpPr>
            <p:cNvPr id="19" name="TextBox 18">
              <a:extLst>
                <a:ext uri="{FF2B5EF4-FFF2-40B4-BE49-F238E27FC236}">
                  <a16:creationId xmlns:a16="http://schemas.microsoft.com/office/drawing/2014/main" id="{97326E8D-5EDE-D557-04ED-E726BF03A703}"/>
                </a:ext>
              </a:extLst>
            </p:cNvPr>
            <p:cNvSpPr txBox="1"/>
            <p:nvPr/>
          </p:nvSpPr>
          <p:spPr>
            <a:xfrm>
              <a:off x="198815" y="4226497"/>
              <a:ext cx="369332" cy="1905000"/>
            </a:xfrm>
            <a:prstGeom prst="rect">
              <a:avLst/>
            </a:prstGeom>
            <a:noFill/>
          </p:spPr>
          <p:txBody>
            <a:bodyPr vert="vert270" wrap="square" rtlCol="0">
              <a:spAutoFit/>
            </a:bodyPr>
            <a:lstStyle/>
            <a:p>
              <a:pPr algn="ctr"/>
              <a:r>
                <a:rPr lang="en-AU" sz="1200" b="1" noProof="0">
                  <a:solidFill>
                    <a:srgbClr val="FFFFFF"/>
                  </a:solidFill>
                  <a:latin typeface="Calibri"/>
                </a:rPr>
                <a:t>Main Outcomes</a:t>
              </a:r>
            </a:p>
          </p:txBody>
        </p:sp>
        <p:sp>
          <p:nvSpPr>
            <p:cNvPr id="38" name="TextBox 37">
              <a:extLst>
                <a:ext uri="{FF2B5EF4-FFF2-40B4-BE49-F238E27FC236}">
                  <a16:creationId xmlns:a16="http://schemas.microsoft.com/office/drawing/2014/main" id="{87114643-D0E5-3A8F-77F3-5EF048CE12FC}"/>
                </a:ext>
              </a:extLst>
            </p:cNvPr>
            <p:cNvSpPr txBox="1"/>
            <p:nvPr/>
          </p:nvSpPr>
          <p:spPr>
            <a:xfrm>
              <a:off x="652661" y="3936375"/>
              <a:ext cx="1656000" cy="1908000"/>
            </a:xfrm>
            <a:prstGeom prst="rect">
              <a:avLst/>
            </a:prstGeom>
            <a:noFill/>
          </p:spPr>
          <p:txBody>
            <a:bodyPr vert="horz" wrap="square" lIns="0" tIns="0" rIns="0" bIns="0" rtlCol="0" anchor="t">
              <a:noAutofit/>
            </a:bodyPr>
            <a:lstStyle/>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noProof="0">
                  <a:solidFill>
                    <a:srgbClr val="FFFFFF"/>
                  </a:solidFill>
                  <a:latin typeface="Calibri"/>
                  <a:ea typeface="Ubuntu Light"/>
                  <a:cs typeface="Ubuntu Light"/>
                  <a:sym typeface="Ubuntu Light"/>
                </a:rPr>
                <a:t>Aligned </a:t>
              </a:r>
              <a:r>
                <a:rPr lang="en-AU" sz="1200" b="1" noProof="0">
                  <a:solidFill>
                    <a:srgbClr val="FFFFFF"/>
                  </a:solidFill>
                  <a:latin typeface="Calibri"/>
                  <a:ea typeface="Ubuntu Light"/>
                  <a:cs typeface="Ubuntu Light"/>
                  <a:sym typeface="Ubuntu Light"/>
                </a:rPr>
                <a:t>scope</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noProof="0">
                  <a:solidFill>
                    <a:srgbClr val="FFFFFF"/>
                  </a:solidFill>
                  <a:latin typeface="Calibri"/>
                  <a:ea typeface="Ubuntu Light"/>
                  <a:cs typeface="Ubuntu Light"/>
                  <a:sym typeface="Ubuntu Light"/>
                </a:rPr>
                <a:t>Definition of </a:t>
              </a:r>
              <a:r>
                <a:rPr lang="en-AU" sz="1200" b="1" noProof="0">
                  <a:solidFill>
                    <a:srgbClr val="FFFFFF"/>
                  </a:solidFill>
                  <a:latin typeface="Calibri"/>
                  <a:ea typeface="Ubuntu Light"/>
                  <a:cs typeface="Ubuntu Light"/>
                  <a:sym typeface="Ubuntu Light"/>
                </a:rPr>
                <a:t>governance model </a:t>
              </a:r>
              <a:r>
                <a:rPr lang="en-AU" sz="1200" noProof="0">
                  <a:solidFill>
                    <a:srgbClr val="FFFFFF"/>
                  </a:solidFill>
                  <a:latin typeface="Calibri"/>
                  <a:ea typeface="Ubuntu Light"/>
                  <a:cs typeface="Ubuntu Light"/>
                  <a:sym typeface="Ubuntu Light"/>
                </a:rPr>
                <a:t>of the project</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noProof="0">
                  <a:solidFill>
                    <a:srgbClr val="FFFFFF"/>
                  </a:solidFill>
                  <a:latin typeface="Calibri"/>
                  <a:ea typeface="Ubuntu Light"/>
                  <a:cs typeface="Ubuntu Light"/>
                  <a:sym typeface="Ubuntu Light"/>
                </a:rPr>
                <a:t>Aligned </a:t>
              </a:r>
              <a:r>
                <a:rPr lang="en-AU" sz="1200" b="1" noProof="0">
                  <a:solidFill>
                    <a:srgbClr val="FFFFFF"/>
                  </a:solidFill>
                  <a:latin typeface="Calibri"/>
                  <a:ea typeface="Ubuntu Light"/>
                  <a:cs typeface="Ubuntu Light"/>
                  <a:sym typeface="Ubuntu Light"/>
                </a:rPr>
                <a:t>ways of working</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noProof="0">
                  <a:solidFill>
                    <a:srgbClr val="FFFFFF"/>
                  </a:solidFill>
                  <a:latin typeface="Calibri"/>
                  <a:ea typeface="Ubuntu Light"/>
                  <a:cs typeface="Ubuntu Light"/>
                  <a:sym typeface="Ubuntu Light"/>
                </a:rPr>
                <a:t>Clarify </a:t>
              </a:r>
              <a:r>
                <a:rPr lang="en-AU" sz="1200" b="1" noProof="0">
                  <a:solidFill>
                    <a:srgbClr val="FFFFFF"/>
                  </a:solidFill>
                  <a:latin typeface="Calibri"/>
                  <a:ea typeface="Ubuntu Light"/>
                  <a:cs typeface="Ubuntu Light"/>
                  <a:sym typeface="Ubuntu Light"/>
                </a:rPr>
                <a:t>stakeholder ownership </a:t>
              </a:r>
              <a:r>
                <a:rPr lang="en-AU" sz="1200" noProof="0">
                  <a:solidFill>
                    <a:srgbClr val="FFFFFF"/>
                  </a:solidFill>
                  <a:latin typeface="Calibri"/>
                  <a:ea typeface="Ubuntu Light"/>
                  <a:cs typeface="Ubuntu Light"/>
                  <a:sym typeface="Ubuntu Light"/>
                </a:rPr>
                <a:t>and engagement model</a:t>
              </a:r>
            </a:p>
          </p:txBody>
        </p:sp>
        <p:cxnSp>
          <p:nvCxnSpPr>
            <p:cNvPr id="49" name="Straight Connector 48">
              <a:extLst>
                <a:ext uri="{FF2B5EF4-FFF2-40B4-BE49-F238E27FC236}">
                  <a16:creationId xmlns:a16="http://schemas.microsoft.com/office/drawing/2014/main" id="{8CC201E8-E1EB-1349-B262-B0CF56E5139F}"/>
                </a:ext>
              </a:extLst>
            </p:cNvPr>
            <p:cNvCxnSpPr>
              <a:cxnSpLocks/>
            </p:cNvCxnSpPr>
            <p:nvPr/>
          </p:nvCxnSpPr>
          <p:spPr>
            <a:xfrm>
              <a:off x="2447451" y="4224997"/>
              <a:ext cx="0" cy="1908000"/>
            </a:xfrm>
            <a:prstGeom prst="line">
              <a:avLst/>
            </a:prstGeom>
            <a:noFill/>
            <a:ln w="9525" cap="flat" cmpd="sng" algn="ctr">
              <a:solidFill>
                <a:srgbClr val="FFFFFF"/>
              </a:solidFill>
              <a:prstDash val="dash"/>
            </a:ln>
            <a:effectLst/>
          </p:spPr>
        </p:cxnSp>
        <p:cxnSp>
          <p:nvCxnSpPr>
            <p:cNvPr id="104" name="Straight Connector 103">
              <a:extLst>
                <a:ext uri="{FF2B5EF4-FFF2-40B4-BE49-F238E27FC236}">
                  <a16:creationId xmlns:a16="http://schemas.microsoft.com/office/drawing/2014/main" id="{680B7ABC-4DB6-D7BD-E568-C47ACE7BBE51}"/>
                </a:ext>
              </a:extLst>
            </p:cNvPr>
            <p:cNvCxnSpPr>
              <a:cxnSpLocks/>
            </p:cNvCxnSpPr>
            <p:nvPr/>
          </p:nvCxnSpPr>
          <p:spPr>
            <a:xfrm>
              <a:off x="4381031" y="4224997"/>
              <a:ext cx="0" cy="1908000"/>
            </a:xfrm>
            <a:prstGeom prst="line">
              <a:avLst/>
            </a:prstGeom>
            <a:noFill/>
            <a:ln w="9525" cap="flat" cmpd="sng" algn="ctr">
              <a:solidFill>
                <a:srgbClr val="FFFFFF"/>
              </a:solidFill>
              <a:prstDash val="dash"/>
            </a:ln>
            <a:effectLst/>
          </p:spPr>
        </p:cxnSp>
        <p:cxnSp>
          <p:nvCxnSpPr>
            <p:cNvPr id="107" name="Straight Connector 106">
              <a:extLst>
                <a:ext uri="{FF2B5EF4-FFF2-40B4-BE49-F238E27FC236}">
                  <a16:creationId xmlns:a16="http://schemas.microsoft.com/office/drawing/2014/main" id="{68153F85-08D6-1180-1B3E-03FEE9E0671A}"/>
                </a:ext>
              </a:extLst>
            </p:cNvPr>
            <p:cNvCxnSpPr>
              <a:cxnSpLocks/>
            </p:cNvCxnSpPr>
            <p:nvPr/>
          </p:nvCxnSpPr>
          <p:spPr>
            <a:xfrm>
              <a:off x="6314611" y="4224997"/>
              <a:ext cx="0" cy="1908000"/>
            </a:xfrm>
            <a:prstGeom prst="line">
              <a:avLst/>
            </a:prstGeom>
            <a:noFill/>
            <a:ln w="9525" cap="flat" cmpd="sng" algn="ctr">
              <a:solidFill>
                <a:srgbClr val="FFFFFF"/>
              </a:solidFill>
              <a:prstDash val="dash"/>
            </a:ln>
            <a:effectLst/>
          </p:spPr>
        </p:cxnSp>
        <p:cxnSp>
          <p:nvCxnSpPr>
            <p:cNvPr id="114" name="Straight Connector 113">
              <a:extLst>
                <a:ext uri="{FF2B5EF4-FFF2-40B4-BE49-F238E27FC236}">
                  <a16:creationId xmlns:a16="http://schemas.microsoft.com/office/drawing/2014/main" id="{DA000462-6806-9C25-E263-94EBF7C9FEC6}"/>
                </a:ext>
              </a:extLst>
            </p:cNvPr>
            <p:cNvCxnSpPr>
              <a:cxnSpLocks/>
            </p:cNvCxnSpPr>
            <p:nvPr/>
          </p:nvCxnSpPr>
          <p:spPr>
            <a:xfrm>
              <a:off x="8248191" y="4224997"/>
              <a:ext cx="0" cy="1908000"/>
            </a:xfrm>
            <a:prstGeom prst="line">
              <a:avLst/>
            </a:prstGeom>
            <a:noFill/>
            <a:ln w="9525" cap="flat" cmpd="sng" algn="ctr">
              <a:solidFill>
                <a:srgbClr val="FFFFFF"/>
              </a:solidFill>
              <a:prstDash val="dash"/>
            </a:ln>
            <a:effectLst/>
          </p:spPr>
        </p:cxnSp>
        <p:cxnSp>
          <p:nvCxnSpPr>
            <p:cNvPr id="122" name="Straight Connector 121">
              <a:extLst>
                <a:ext uri="{FF2B5EF4-FFF2-40B4-BE49-F238E27FC236}">
                  <a16:creationId xmlns:a16="http://schemas.microsoft.com/office/drawing/2014/main" id="{8F865109-3A71-E9A1-8C5E-2D952A35F804}"/>
                </a:ext>
              </a:extLst>
            </p:cNvPr>
            <p:cNvCxnSpPr>
              <a:cxnSpLocks/>
            </p:cNvCxnSpPr>
            <p:nvPr/>
          </p:nvCxnSpPr>
          <p:spPr>
            <a:xfrm>
              <a:off x="10181771" y="4224997"/>
              <a:ext cx="0" cy="1908000"/>
            </a:xfrm>
            <a:prstGeom prst="line">
              <a:avLst/>
            </a:prstGeom>
            <a:noFill/>
            <a:ln w="9525" cap="flat" cmpd="sng" algn="ctr">
              <a:solidFill>
                <a:srgbClr val="FFFFFF"/>
              </a:solidFill>
              <a:prstDash val="dash"/>
            </a:ln>
            <a:effectLst/>
          </p:spPr>
        </p:cxnSp>
        <p:sp>
          <p:nvSpPr>
            <p:cNvPr id="130" name="TextBox 129">
              <a:extLst>
                <a:ext uri="{FF2B5EF4-FFF2-40B4-BE49-F238E27FC236}">
                  <a16:creationId xmlns:a16="http://schemas.microsoft.com/office/drawing/2014/main" id="{096DD988-C470-6949-7982-244A933A125B}"/>
                </a:ext>
              </a:extLst>
            </p:cNvPr>
            <p:cNvSpPr txBox="1"/>
            <p:nvPr/>
          </p:nvSpPr>
          <p:spPr>
            <a:xfrm>
              <a:off x="2586241" y="3936375"/>
              <a:ext cx="1656000" cy="1908000"/>
            </a:xfrm>
            <a:prstGeom prst="rect">
              <a:avLst/>
            </a:prstGeom>
            <a:noFill/>
          </p:spPr>
          <p:txBody>
            <a:bodyPr vert="horz" wrap="square" lIns="0" tIns="0" rIns="0" bIns="0" rtlCol="0" anchor="t">
              <a:noAutofit/>
            </a:bodyPr>
            <a:lstStyle/>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noProof="0">
                  <a:solidFill>
                    <a:srgbClr val="FFFFFF"/>
                  </a:solidFill>
                  <a:latin typeface="Calibri"/>
                  <a:ea typeface="Ubuntu Light"/>
                  <a:cs typeface="Ubuntu Light"/>
                  <a:sym typeface="Ubuntu Light"/>
                </a:rPr>
                <a:t>Fact-based current state </a:t>
              </a:r>
              <a:r>
                <a:rPr lang="en-AU" sz="1200" b="1" noProof="0">
                  <a:solidFill>
                    <a:srgbClr val="FFFFFF"/>
                  </a:solidFill>
                  <a:latin typeface="Calibri"/>
                  <a:ea typeface="Ubuntu Light"/>
                  <a:cs typeface="Ubuntu Light"/>
                  <a:sym typeface="Ubuntu Light"/>
                </a:rPr>
                <a:t>maturity assessment </a:t>
              </a:r>
              <a:r>
                <a:rPr lang="en-AU" sz="1200" noProof="0">
                  <a:solidFill>
                    <a:srgbClr val="FFFFFF"/>
                  </a:solidFill>
                  <a:latin typeface="Calibri"/>
                  <a:ea typeface="Ubuntu Light"/>
                  <a:cs typeface="Ubuntu Light"/>
                  <a:sym typeface="Ubuntu Light"/>
                </a:rPr>
                <a:t>of S&amp;OP cycle</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noProof="0">
                  <a:solidFill>
                    <a:srgbClr val="FFFFFF"/>
                  </a:solidFill>
                  <a:latin typeface="Calibri"/>
                  <a:ea typeface="Ubuntu Light"/>
                  <a:cs typeface="Ubuntu Light"/>
                  <a:sym typeface="Ubuntu Light"/>
                </a:rPr>
                <a:t>Documented</a:t>
              </a:r>
              <a:r>
                <a:rPr lang="en-AU" sz="1200" b="1" noProof="0">
                  <a:solidFill>
                    <a:srgbClr val="FFFFFF"/>
                  </a:solidFill>
                  <a:latin typeface="Calibri"/>
                  <a:ea typeface="Ubuntu Light"/>
                  <a:cs typeface="Ubuntu Light"/>
                  <a:sym typeface="Ubuntu Light"/>
                </a:rPr>
                <a:t> aspirational principles</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rgbClr val="FFFFFF"/>
                  </a:solidFill>
                  <a:latin typeface="Calibri"/>
                  <a:ea typeface="Ubuntu Light"/>
                  <a:cs typeface="Ubuntu Light"/>
                  <a:sym typeface="Ubuntu Light"/>
                </a:rPr>
                <a:t>Gap analysis</a:t>
              </a:r>
              <a:r>
                <a:rPr lang="en-AU" sz="1200" noProof="0">
                  <a:solidFill>
                    <a:srgbClr val="FFFFFF"/>
                  </a:solidFill>
                  <a:latin typeface="Calibri"/>
                  <a:ea typeface="Ubuntu Light"/>
                  <a:cs typeface="Ubuntu Light"/>
                  <a:sym typeface="Ubuntu Light"/>
                </a:rPr>
                <a:t>: current model vs. aspirational</a:t>
              </a:r>
            </a:p>
          </p:txBody>
        </p:sp>
        <p:sp>
          <p:nvSpPr>
            <p:cNvPr id="131" name="TextBox 130">
              <a:extLst>
                <a:ext uri="{FF2B5EF4-FFF2-40B4-BE49-F238E27FC236}">
                  <a16:creationId xmlns:a16="http://schemas.microsoft.com/office/drawing/2014/main" id="{AA5953AC-DB87-3A45-2B1F-793D8A534FD7}"/>
                </a:ext>
              </a:extLst>
            </p:cNvPr>
            <p:cNvSpPr txBox="1"/>
            <p:nvPr/>
          </p:nvSpPr>
          <p:spPr>
            <a:xfrm>
              <a:off x="4519821" y="3936375"/>
              <a:ext cx="1656000" cy="1908000"/>
            </a:xfrm>
            <a:prstGeom prst="rect">
              <a:avLst/>
            </a:prstGeom>
            <a:noFill/>
          </p:spPr>
          <p:txBody>
            <a:bodyPr vert="horz" wrap="square" lIns="0" tIns="0" rIns="0" bIns="0" rtlCol="0" anchor="t">
              <a:noAutofit/>
            </a:bodyPr>
            <a:lstStyle/>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rgbClr val="FFFFFF"/>
                  </a:solidFill>
                  <a:latin typeface="Calibri"/>
                  <a:ea typeface="Ubuntu Light"/>
                  <a:cs typeface="Ubuntu Light"/>
                  <a:sym typeface="Ubuntu Light"/>
                </a:rPr>
                <a:t>Target S&amp;OP cycle </a:t>
              </a:r>
              <a:r>
                <a:rPr lang="en-AU" sz="1200" noProof="0">
                  <a:solidFill>
                    <a:srgbClr val="FFFFFF"/>
                  </a:solidFill>
                  <a:latin typeface="Calibri"/>
                  <a:ea typeface="Ubuntu Light"/>
                  <a:cs typeface="Ubuntu Light"/>
                  <a:sym typeface="Ubuntu Light"/>
                </a:rPr>
                <a:t>(cadence, forums, decisions…)</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rgbClr val="FFFFFF"/>
                  </a:solidFill>
                  <a:latin typeface="Calibri"/>
                  <a:ea typeface="Ubuntu Light"/>
                  <a:cs typeface="Ubuntu Light"/>
                  <a:sym typeface="Ubuntu Light"/>
                </a:rPr>
                <a:t>Governance </a:t>
              </a:r>
              <a:r>
                <a:rPr lang="en-AU" sz="1200" noProof="0">
                  <a:solidFill>
                    <a:srgbClr val="FFFFFF"/>
                  </a:solidFill>
                  <a:latin typeface="Calibri"/>
                  <a:ea typeface="Ubuntu Light"/>
                  <a:cs typeface="Ubuntu Light"/>
                  <a:sym typeface="Ubuntu Light"/>
                </a:rPr>
                <a:t>and </a:t>
              </a:r>
              <a:r>
                <a:rPr lang="en-AU" sz="1200" b="1" noProof="0">
                  <a:solidFill>
                    <a:srgbClr val="FFFFFF"/>
                  </a:solidFill>
                  <a:latin typeface="Calibri"/>
                  <a:ea typeface="Ubuntu Light"/>
                  <a:cs typeface="Ubuntu Light"/>
                  <a:sym typeface="Ubuntu Light"/>
                </a:rPr>
                <a:t>decision framework</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rgbClr val="FFFFFF"/>
                  </a:solidFill>
                  <a:latin typeface="Calibri"/>
                  <a:ea typeface="Ubuntu Light"/>
                  <a:cs typeface="Ubuntu Light"/>
                  <a:sym typeface="Ubuntu Light"/>
                </a:rPr>
                <a:t>RACI </a:t>
              </a:r>
              <a:r>
                <a:rPr lang="en-AU" sz="1200" noProof="0">
                  <a:solidFill>
                    <a:srgbClr val="FFFFFF"/>
                  </a:solidFill>
                  <a:latin typeface="Calibri"/>
                  <a:ea typeface="Ubuntu Light"/>
                  <a:cs typeface="Ubuntu Light"/>
                  <a:sym typeface="Ubuntu Light"/>
                </a:rPr>
                <a:t>and </a:t>
              </a:r>
              <a:r>
                <a:rPr lang="en-AU" sz="1200" b="1" noProof="0">
                  <a:solidFill>
                    <a:srgbClr val="FFFFFF"/>
                  </a:solidFill>
                  <a:latin typeface="Calibri"/>
                  <a:ea typeface="Ubuntu Light"/>
                  <a:cs typeface="Ubuntu Light"/>
                  <a:sym typeface="Ubuntu Light"/>
                </a:rPr>
                <a:t>planning calendar</a:t>
              </a:r>
            </a:p>
          </p:txBody>
        </p:sp>
        <p:sp>
          <p:nvSpPr>
            <p:cNvPr id="132" name="TextBox 131">
              <a:extLst>
                <a:ext uri="{FF2B5EF4-FFF2-40B4-BE49-F238E27FC236}">
                  <a16:creationId xmlns:a16="http://schemas.microsoft.com/office/drawing/2014/main" id="{CFE21493-0AFD-D65B-222B-C4F90090E28B}"/>
                </a:ext>
              </a:extLst>
            </p:cNvPr>
            <p:cNvSpPr txBox="1"/>
            <p:nvPr/>
          </p:nvSpPr>
          <p:spPr>
            <a:xfrm>
              <a:off x="6453401" y="3936375"/>
              <a:ext cx="1656000" cy="2485245"/>
            </a:xfrm>
            <a:prstGeom prst="rect">
              <a:avLst/>
            </a:prstGeom>
            <a:noFill/>
          </p:spPr>
          <p:txBody>
            <a:bodyPr vert="horz" wrap="square" lIns="0" tIns="0" rIns="0" bIns="0" rtlCol="0" anchor="t">
              <a:noAutofit/>
            </a:bodyPr>
            <a:lstStyle/>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noProof="0">
                  <a:solidFill>
                    <a:srgbClr val="FFFFFF"/>
                  </a:solidFill>
                  <a:latin typeface="Calibri"/>
                  <a:ea typeface="Ubuntu Light"/>
                  <a:cs typeface="Ubuntu Light"/>
                  <a:sym typeface="Ubuntu Light"/>
                </a:rPr>
                <a:t>Target </a:t>
              </a:r>
              <a:r>
                <a:rPr lang="en-AU" sz="1200" b="1" noProof="0">
                  <a:solidFill>
                    <a:srgbClr val="FFFFFF"/>
                  </a:solidFill>
                  <a:latin typeface="Calibri"/>
                  <a:ea typeface="Ubuntu Light"/>
                  <a:cs typeface="Ubuntu Light"/>
                  <a:sym typeface="Ubuntu Light"/>
                </a:rPr>
                <a:t>Demand and Supply Planning processes</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noProof="0">
                  <a:solidFill>
                    <a:srgbClr val="FFFFFF"/>
                  </a:solidFill>
                  <a:latin typeface="Calibri"/>
                  <a:ea typeface="Ubuntu Light"/>
                  <a:cs typeface="Ubuntu Light"/>
                  <a:sym typeface="Ubuntu Light"/>
                </a:rPr>
                <a:t>Recommended </a:t>
              </a:r>
              <a:r>
                <a:rPr lang="en-AU" sz="1200" b="1" noProof="0">
                  <a:solidFill>
                    <a:srgbClr val="FFFFFF"/>
                  </a:solidFill>
                  <a:latin typeface="Calibri"/>
                  <a:ea typeface="Ubuntu Light"/>
                  <a:cs typeface="Ubuntu Light"/>
                  <a:sym typeface="Ubuntu Light"/>
                </a:rPr>
                <a:t>organizational structure </a:t>
              </a:r>
              <a:r>
                <a:rPr lang="en-AU" sz="1200" noProof="0">
                  <a:solidFill>
                    <a:srgbClr val="FFFFFF"/>
                  </a:solidFill>
                  <a:latin typeface="Calibri"/>
                  <a:ea typeface="Ubuntu Light"/>
                  <a:cs typeface="Ubuntu Light"/>
                  <a:sym typeface="Ubuntu Light"/>
                </a:rPr>
                <a:t>and </a:t>
              </a:r>
              <a:r>
                <a:rPr lang="en-AU" sz="1200" b="1" noProof="0">
                  <a:solidFill>
                    <a:srgbClr val="FFFFFF"/>
                  </a:solidFill>
                  <a:latin typeface="Calibri"/>
                  <a:ea typeface="Ubuntu Light"/>
                  <a:cs typeface="Ubuntu Light"/>
                  <a:sym typeface="Ubuntu Light"/>
                </a:rPr>
                <a:t>FTEs sizing</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rgbClr val="FFFFFF"/>
                  </a:solidFill>
                  <a:latin typeface="Calibri"/>
                  <a:ea typeface="Ubuntu Light"/>
                  <a:cs typeface="Ubuntu Light"/>
                  <a:sym typeface="Ubuntu Light"/>
                </a:rPr>
                <a:t>Roles and responsibilities</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rgbClr val="FFFFFF"/>
                  </a:solidFill>
                  <a:latin typeface="Calibri"/>
                  <a:ea typeface="Ubuntu Light"/>
                  <a:cs typeface="Ubuntu Light"/>
                  <a:sym typeface="Ubuntu Light"/>
                </a:rPr>
                <a:t>Enabler requirements (data, KPIs……)</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rgbClr val="FFFFFF"/>
                  </a:solidFill>
                  <a:latin typeface="Calibri"/>
                  <a:ea typeface="Ubuntu Light"/>
                  <a:cs typeface="Ubuntu Light"/>
                  <a:sym typeface="Ubuntu Light"/>
                </a:rPr>
                <a:t>RELEX alignment validation</a:t>
              </a:r>
              <a:endParaRPr lang="en-AU" sz="1200" noProof="0">
                <a:solidFill>
                  <a:srgbClr val="FFFFFF"/>
                </a:solidFill>
                <a:latin typeface="Calibri"/>
                <a:ea typeface="Ubuntu Light"/>
                <a:cs typeface="Ubuntu Light"/>
                <a:sym typeface="Ubuntu Light"/>
              </a:endParaRPr>
            </a:p>
          </p:txBody>
        </p:sp>
        <p:sp>
          <p:nvSpPr>
            <p:cNvPr id="133" name="TextBox 132">
              <a:extLst>
                <a:ext uri="{FF2B5EF4-FFF2-40B4-BE49-F238E27FC236}">
                  <a16:creationId xmlns:a16="http://schemas.microsoft.com/office/drawing/2014/main" id="{94FB6547-B449-4690-D7CC-1E5258E52E40}"/>
                </a:ext>
              </a:extLst>
            </p:cNvPr>
            <p:cNvSpPr txBox="1"/>
            <p:nvPr/>
          </p:nvSpPr>
          <p:spPr>
            <a:xfrm>
              <a:off x="8386981" y="3936375"/>
              <a:ext cx="1656000" cy="1908000"/>
            </a:xfrm>
            <a:prstGeom prst="rect">
              <a:avLst/>
            </a:prstGeom>
            <a:noFill/>
          </p:spPr>
          <p:txBody>
            <a:bodyPr vert="horz" wrap="square" lIns="0" tIns="0" rIns="0" bIns="0" rtlCol="0" anchor="t">
              <a:noAutofit/>
            </a:bodyPr>
            <a:lstStyle/>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noProof="0">
                  <a:solidFill>
                    <a:srgbClr val="FFFFFF"/>
                  </a:solidFill>
                  <a:latin typeface="Calibri"/>
                  <a:ea typeface="Ubuntu Light"/>
                  <a:cs typeface="Ubuntu Light"/>
                  <a:sym typeface="Ubuntu Light"/>
                </a:rPr>
                <a:t>List of </a:t>
              </a:r>
              <a:r>
                <a:rPr lang="en-AU" sz="1200" b="1" noProof="0">
                  <a:solidFill>
                    <a:srgbClr val="FFFFFF"/>
                  </a:solidFill>
                  <a:latin typeface="Calibri"/>
                  <a:ea typeface="Ubuntu Light"/>
                  <a:cs typeface="Ubuntu Light"/>
                  <a:sym typeface="Ubuntu Light"/>
                </a:rPr>
                <a:t>implementation initiatives </a:t>
              </a:r>
              <a:r>
                <a:rPr lang="en-AU" sz="1200" noProof="0">
                  <a:solidFill>
                    <a:srgbClr val="FFFFFF"/>
                  </a:solidFill>
                  <a:latin typeface="Calibri"/>
                  <a:ea typeface="Ubuntu Light"/>
                  <a:cs typeface="Ubuntu Light"/>
                  <a:sym typeface="Ubuntu Light"/>
                </a:rPr>
                <a:t>with scope, owners, timelines…</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rgbClr val="FFFFFF"/>
                  </a:solidFill>
                  <a:latin typeface="Calibri"/>
                  <a:ea typeface="Ubuntu Light"/>
                  <a:cs typeface="Ubuntu Light"/>
                  <a:sym typeface="Ubuntu Light"/>
                </a:rPr>
                <a:t>Change management </a:t>
              </a:r>
              <a:r>
                <a:rPr lang="en-AU" sz="1200" noProof="0">
                  <a:solidFill>
                    <a:srgbClr val="FFFFFF"/>
                  </a:solidFill>
                  <a:latin typeface="Calibri"/>
                  <a:ea typeface="Ubuntu Light"/>
                  <a:cs typeface="Ubuntu Light"/>
                  <a:sym typeface="Ubuntu Light"/>
                </a:rPr>
                <a:t>and </a:t>
              </a:r>
              <a:r>
                <a:rPr lang="en-AU" sz="1200" b="1" noProof="0">
                  <a:solidFill>
                    <a:srgbClr val="FFFFFF"/>
                  </a:solidFill>
                  <a:latin typeface="Calibri"/>
                  <a:ea typeface="Ubuntu Light"/>
                  <a:cs typeface="Ubuntu Light"/>
                  <a:sym typeface="Ubuntu Light"/>
                </a:rPr>
                <a:t>comms. strategy</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rgbClr val="FFFFFF"/>
                  </a:solidFill>
                  <a:latin typeface="Calibri"/>
                  <a:ea typeface="Ubuntu Light"/>
                  <a:cs typeface="Ubuntu Light"/>
                  <a:sym typeface="Ubuntu Light"/>
                </a:rPr>
                <a:t>Training plan</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rgbClr val="FFFFFF"/>
                  </a:solidFill>
                  <a:latin typeface="Calibri"/>
                  <a:ea typeface="Ubuntu Light"/>
                  <a:cs typeface="Ubuntu Light"/>
                  <a:sym typeface="Ubuntu Light"/>
                </a:rPr>
                <a:t>KPI framework</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noProof="0">
                  <a:solidFill>
                    <a:srgbClr val="FFFFFF"/>
                  </a:solidFill>
                  <a:latin typeface="Calibri"/>
                  <a:ea typeface="Ubuntu Light"/>
                  <a:cs typeface="Ubuntu Light"/>
                  <a:sym typeface="Ubuntu Light"/>
                </a:rPr>
                <a:t>High level </a:t>
              </a:r>
              <a:r>
                <a:rPr lang="en-AU" sz="1200" b="1" noProof="0">
                  <a:solidFill>
                    <a:srgbClr val="FFFFFF"/>
                  </a:solidFill>
                  <a:latin typeface="Calibri"/>
                  <a:ea typeface="Ubuntu Light"/>
                  <a:cs typeface="Ubuntu Light"/>
                  <a:sym typeface="Ubuntu Light"/>
                </a:rPr>
                <a:t>roadmap for Implementation</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a:solidFill>
                    <a:srgbClr val="FFFFFF"/>
                  </a:solidFill>
                  <a:latin typeface="Calibri"/>
                  <a:ea typeface="Ubuntu Light"/>
                  <a:cs typeface="Ubuntu Light"/>
                  <a:sym typeface="Ubuntu Light"/>
                </a:rPr>
                <a:t>Deployment readiness and go/no go criteria</a:t>
              </a:r>
              <a:endParaRPr lang="en-AU" sz="1200" b="1" noProof="0">
                <a:solidFill>
                  <a:srgbClr val="FFFFFF"/>
                </a:solidFill>
                <a:latin typeface="Calibri"/>
                <a:ea typeface="Ubuntu Light"/>
                <a:cs typeface="Ubuntu Light"/>
                <a:sym typeface="Ubuntu Light"/>
              </a:endParaRPr>
            </a:p>
          </p:txBody>
        </p:sp>
        <p:sp>
          <p:nvSpPr>
            <p:cNvPr id="134" name="TextBox 133">
              <a:extLst>
                <a:ext uri="{FF2B5EF4-FFF2-40B4-BE49-F238E27FC236}">
                  <a16:creationId xmlns:a16="http://schemas.microsoft.com/office/drawing/2014/main" id="{B0CFC1A4-8EC7-AF3B-DDDD-618EBD04CDFA}"/>
                </a:ext>
              </a:extLst>
            </p:cNvPr>
            <p:cNvSpPr txBox="1"/>
            <p:nvPr/>
          </p:nvSpPr>
          <p:spPr>
            <a:xfrm>
              <a:off x="10320562" y="3936375"/>
              <a:ext cx="1656000" cy="2275695"/>
            </a:xfrm>
            <a:prstGeom prst="rect">
              <a:avLst/>
            </a:prstGeom>
            <a:noFill/>
          </p:spPr>
          <p:txBody>
            <a:bodyPr vert="horz" wrap="square" lIns="0" tIns="0" rIns="0" bIns="0" rtlCol="0" anchor="t">
              <a:noAutofit/>
            </a:bodyPr>
            <a:lstStyle/>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chemeClr val="bg1"/>
                  </a:solidFill>
                  <a:latin typeface="Calibri"/>
                  <a:ea typeface="Ubuntu Light"/>
                  <a:cs typeface="Ubuntu Light"/>
                  <a:sym typeface="Ubuntu Light"/>
                </a:rPr>
                <a:t>Fully operational S&amp;OP cycle implemented</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chemeClr val="bg1"/>
                  </a:solidFill>
                  <a:latin typeface="Calibri"/>
                  <a:ea typeface="Ubuntu Light"/>
                  <a:cs typeface="Ubuntu Light"/>
                  <a:sym typeface="Ubuntu Light"/>
                </a:rPr>
                <a:t>Demand and Supply Planning processes executed according to target design</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chemeClr val="bg1"/>
                  </a:solidFill>
                  <a:latin typeface="Calibri"/>
                  <a:ea typeface="Ubuntu Light"/>
                  <a:cs typeface="Ubuntu Light"/>
                  <a:sym typeface="Ubuntu Light"/>
                </a:rPr>
                <a:t>Organization operating under defined roles &amp; responsibilities</a:t>
              </a:r>
            </a:p>
            <a:p>
              <a:pPr marL="92075" indent="-92075" hangingPunct="0">
                <a:spcBef>
                  <a:spcPts val="600"/>
                </a:spcBef>
                <a:buClr>
                  <a:srgbClr val="FFFFFF"/>
                </a:buClr>
                <a:buSzPct val="100000"/>
                <a:buFont typeface="Arial" panose="020B0604020202020204" pitchFamily="34" charset="0"/>
                <a:buChar char="•"/>
                <a:defRPr sz="1300">
                  <a:solidFill>
                    <a:srgbClr val="FFFFFF"/>
                  </a:solidFill>
                  <a:latin typeface="Ubuntu Light"/>
                  <a:ea typeface="Ubuntu Light"/>
                  <a:cs typeface="Ubuntu Light"/>
                  <a:sym typeface="Ubuntu Light"/>
                </a:defRPr>
              </a:pPr>
              <a:r>
                <a:rPr lang="en-AU" sz="1200" b="1" noProof="0">
                  <a:solidFill>
                    <a:schemeClr val="bg1"/>
                  </a:solidFill>
                  <a:latin typeface="Calibri"/>
                  <a:ea typeface="Ubuntu Light"/>
                  <a:cs typeface="Ubuntu Light"/>
                  <a:sym typeface="Ubuntu Light"/>
                </a:rPr>
                <a:t>KPIs and reporting actively monitoring</a:t>
              </a:r>
              <a:endParaRPr lang="en-AU" sz="1200" noProof="0">
                <a:solidFill>
                  <a:schemeClr val="bg1"/>
                </a:solidFill>
                <a:latin typeface="Calibri"/>
                <a:ea typeface="Ubuntu Light"/>
                <a:cs typeface="Ubuntu Light"/>
                <a:sym typeface="Ubuntu Light"/>
              </a:endParaRPr>
            </a:p>
          </p:txBody>
        </p:sp>
      </p:grpSp>
      <p:sp>
        <p:nvSpPr>
          <p:cNvPr id="6" name="Rectángulo redondeado">
            <a:extLst>
              <a:ext uri="{FF2B5EF4-FFF2-40B4-BE49-F238E27FC236}">
                <a16:creationId xmlns:a16="http://schemas.microsoft.com/office/drawing/2014/main" id="{79315B32-A1F9-513D-271B-CB8D8574F8D4}"/>
              </a:ext>
            </a:extLst>
          </p:cNvPr>
          <p:cNvSpPr/>
          <p:nvPr/>
        </p:nvSpPr>
        <p:spPr>
          <a:xfrm>
            <a:off x="-200552" y="6341289"/>
            <a:ext cx="12593105" cy="417700"/>
          </a:xfrm>
          <a:prstGeom prst="roundRect">
            <a:avLst>
              <a:gd name="adj" fmla="val 47529"/>
            </a:avLst>
          </a:prstGeom>
          <a:solidFill>
            <a:schemeClr val="accent1"/>
          </a:solidFill>
          <a:ln w="12700">
            <a:miter lim="400000"/>
          </a:ln>
        </p:spPr>
        <p:txBody>
          <a:bodyPr lIns="720000" tIns="45718" rIns="540000"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AU" sz="1400" i="1" u="none" strike="noStrike" kern="0" cap="none" spc="0" normalizeH="0" baseline="0" noProof="0">
                <a:ln>
                  <a:noFill/>
                </a:ln>
                <a:solidFill>
                  <a:srgbClr val="FFFFFF"/>
                </a:solidFill>
                <a:effectLst/>
                <a:uLnTx/>
                <a:uFillTx/>
                <a:latin typeface="+mj-lt"/>
                <a:ea typeface="Verdana"/>
                <a:cs typeface="Helvetica"/>
                <a:sym typeface="Helvetica"/>
              </a:rPr>
              <a:t>The model will be </a:t>
            </a:r>
            <a:r>
              <a:rPr kumimoji="0" lang="en-AU" sz="1400" b="1" i="1" u="none" strike="noStrike" kern="0" cap="none" spc="0" normalizeH="0" baseline="0" noProof="0">
                <a:ln>
                  <a:noFill/>
                </a:ln>
                <a:solidFill>
                  <a:srgbClr val="FFFFFF"/>
                </a:solidFill>
                <a:effectLst/>
                <a:uLnTx/>
                <a:uFillTx/>
                <a:latin typeface="+mj-lt"/>
                <a:ea typeface="Verdana"/>
                <a:cs typeface="Helvetica"/>
                <a:sym typeface="Helvetica"/>
              </a:rPr>
              <a:t>centrally designed</a:t>
            </a:r>
            <a:r>
              <a:rPr kumimoji="0" lang="en-AU" sz="1400" i="1" u="none" strike="noStrike" kern="0" cap="none" spc="0" normalizeH="0" baseline="0" noProof="0">
                <a:ln>
                  <a:noFill/>
                </a:ln>
                <a:solidFill>
                  <a:srgbClr val="FFFFFF"/>
                </a:solidFill>
                <a:effectLst/>
                <a:uLnTx/>
                <a:uFillTx/>
                <a:latin typeface="+mj-lt"/>
                <a:ea typeface="Verdana"/>
                <a:cs typeface="Helvetica"/>
                <a:sym typeface="Helvetica"/>
              </a:rPr>
              <a:t> to ensure </a:t>
            </a:r>
            <a:r>
              <a:rPr kumimoji="0" lang="en-AU" sz="1400" b="1" i="1" u="none" strike="noStrike" kern="0" cap="none" spc="0" normalizeH="0" baseline="0" noProof="0">
                <a:ln>
                  <a:noFill/>
                </a:ln>
                <a:solidFill>
                  <a:srgbClr val="FFFFFF"/>
                </a:solidFill>
                <a:effectLst/>
                <a:uLnTx/>
                <a:uFillTx/>
                <a:latin typeface="+mj-lt"/>
                <a:ea typeface="Verdana"/>
                <a:cs typeface="Helvetica"/>
                <a:sym typeface="Helvetica"/>
              </a:rPr>
              <a:t>consistency and scalability</a:t>
            </a:r>
            <a:r>
              <a:rPr kumimoji="0" lang="en-AU" sz="1400" i="1" u="none" strike="noStrike" kern="0" cap="none" spc="0" normalizeH="0" baseline="0" noProof="0">
                <a:ln>
                  <a:noFill/>
                </a:ln>
                <a:solidFill>
                  <a:srgbClr val="FFFFFF"/>
                </a:solidFill>
                <a:effectLst/>
                <a:uLnTx/>
                <a:uFillTx/>
                <a:latin typeface="+mj-lt"/>
                <a:ea typeface="Verdana"/>
                <a:cs typeface="Helvetica"/>
                <a:sym typeface="Helvetica"/>
              </a:rPr>
              <a:t>, while execution is adapted through </a:t>
            </a:r>
            <a:br>
              <a:rPr kumimoji="0" lang="en-AU" sz="1400" i="1" u="none" strike="noStrike" kern="0" cap="none" spc="0" normalizeH="0" baseline="0" noProof="0">
                <a:ln>
                  <a:noFill/>
                </a:ln>
                <a:solidFill>
                  <a:srgbClr val="FFFFFF"/>
                </a:solidFill>
                <a:effectLst/>
                <a:uLnTx/>
                <a:uFillTx/>
                <a:latin typeface="+mj-lt"/>
                <a:ea typeface="Verdana"/>
                <a:cs typeface="Helvetica"/>
                <a:sym typeface="Helvetica"/>
              </a:rPr>
            </a:br>
            <a:r>
              <a:rPr kumimoji="0" lang="en-AU" sz="1400" b="1" i="1" u="none" strike="noStrike" kern="0" cap="none" spc="0" normalizeH="0" baseline="0" noProof="0">
                <a:ln>
                  <a:noFill/>
                </a:ln>
                <a:solidFill>
                  <a:srgbClr val="FFFFFF"/>
                </a:solidFill>
                <a:effectLst/>
                <a:uLnTx/>
                <a:uFillTx/>
                <a:latin typeface="+mj-lt"/>
                <a:ea typeface="Verdana"/>
                <a:cs typeface="Helvetica"/>
                <a:sym typeface="Helvetica"/>
              </a:rPr>
              <a:t>segmentation of stores, categories and flows</a:t>
            </a:r>
          </a:p>
        </p:txBody>
      </p:sp>
      <p:cxnSp>
        <p:nvCxnSpPr>
          <p:cNvPr id="15" name="Straight Arrow Connector 14">
            <a:extLst>
              <a:ext uri="{FF2B5EF4-FFF2-40B4-BE49-F238E27FC236}">
                <a16:creationId xmlns:a16="http://schemas.microsoft.com/office/drawing/2014/main" id="{464F1D89-AA9D-68EC-B956-AB643E2AE909}"/>
              </a:ext>
            </a:extLst>
          </p:cNvPr>
          <p:cNvCxnSpPr>
            <a:cxnSpLocks/>
          </p:cNvCxnSpPr>
          <p:nvPr/>
        </p:nvCxnSpPr>
        <p:spPr>
          <a:xfrm>
            <a:off x="569879" y="919110"/>
            <a:ext cx="9555884" cy="0"/>
          </a:xfrm>
          <a:prstGeom prst="straightConnector1">
            <a:avLst/>
          </a:prstGeom>
          <a:ln>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64C715E-97C6-8179-78AE-A6F30C7D1DC2}"/>
              </a:ext>
            </a:extLst>
          </p:cNvPr>
          <p:cNvSpPr txBox="1"/>
          <p:nvPr/>
        </p:nvSpPr>
        <p:spPr>
          <a:xfrm>
            <a:off x="4701617" y="833273"/>
            <a:ext cx="1294799" cy="184666"/>
          </a:xfrm>
          <a:prstGeom prst="rect">
            <a:avLst/>
          </a:prstGeom>
          <a:solidFill>
            <a:srgbClr val="000000"/>
          </a:solidFill>
        </p:spPr>
        <p:txBody>
          <a:bodyPr vert="horz" wrap="square" lIns="0" tIns="0" rIns="0" bIns="0" rtlCol="0" anchor="ctr">
            <a:noAutofit/>
          </a:bodyPr>
          <a:lstStyle/>
          <a:p>
            <a:pPr algn="ctr" hangingPunct="0">
              <a:spcBef>
                <a:spcPts val="600"/>
              </a:spcBef>
              <a:buClr>
                <a:srgbClr val="FFFFFF"/>
              </a:buClr>
              <a:buSzPct val="100000"/>
              <a:defRPr sz="1300">
                <a:solidFill>
                  <a:srgbClr val="FFFFFF"/>
                </a:solidFill>
                <a:latin typeface="Ubuntu Light"/>
                <a:ea typeface="Ubuntu Light"/>
                <a:cs typeface="Ubuntu Light"/>
                <a:sym typeface="Ubuntu Light"/>
              </a:defRPr>
            </a:pPr>
            <a:r>
              <a:rPr lang="en-AU" sz="1200" b="1" i="1" noProof="0">
                <a:solidFill>
                  <a:srgbClr val="FFFFFF"/>
                </a:solidFill>
                <a:latin typeface="Calibri"/>
                <a:ea typeface="Ubuntu Light"/>
                <a:cs typeface="Ubuntu Light"/>
                <a:sym typeface="Ubuntu Light"/>
              </a:rPr>
              <a:t>Duration: 16 weeks</a:t>
            </a:r>
          </a:p>
        </p:txBody>
      </p:sp>
      <p:sp>
        <p:nvSpPr>
          <p:cNvPr id="18" name="TextBox 17">
            <a:extLst>
              <a:ext uri="{FF2B5EF4-FFF2-40B4-BE49-F238E27FC236}">
                <a16:creationId xmlns:a16="http://schemas.microsoft.com/office/drawing/2014/main" id="{3C9C44E2-17CC-EF74-63B8-78D41C4EA4AD}"/>
              </a:ext>
            </a:extLst>
          </p:cNvPr>
          <p:cNvSpPr txBox="1"/>
          <p:nvPr/>
        </p:nvSpPr>
        <p:spPr>
          <a:xfrm>
            <a:off x="10706379" y="833273"/>
            <a:ext cx="884365" cy="184666"/>
          </a:xfrm>
          <a:prstGeom prst="rect">
            <a:avLst/>
          </a:prstGeom>
          <a:solidFill>
            <a:srgbClr val="000000"/>
          </a:solidFill>
        </p:spPr>
        <p:txBody>
          <a:bodyPr vert="horz" wrap="square" lIns="0" tIns="0" rIns="0" bIns="0" rtlCol="0" anchor="ctr">
            <a:noAutofit/>
          </a:bodyPr>
          <a:lstStyle/>
          <a:p>
            <a:pPr algn="ctr" hangingPunct="0">
              <a:spcBef>
                <a:spcPts val="600"/>
              </a:spcBef>
              <a:buClr>
                <a:srgbClr val="FFFFFF"/>
              </a:buClr>
              <a:buSzPct val="100000"/>
              <a:defRPr sz="1300">
                <a:solidFill>
                  <a:srgbClr val="FFFFFF"/>
                </a:solidFill>
                <a:latin typeface="Ubuntu Light"/>
                <a:ea typeface="Ubuntu Light"/>
                <a:cs typeface="Ubuntu Light"/>
                <a:sym typeface="Ubuntu Light"/>
              </a:defRPr>
            </a:pPr>
            <a:r>
              <a:rPr lang="en-AU" sz="1200" b="1" i="1" noProof="0">
                <a:solidFill>
                  <a:srgbClr val="FFFFFF"/>
                </a:solidFill>
                <a:latin typeface="Calibri"/>
                <a:ea typeface="Ubuntu Light"/>
                <a:cs typeface="Ubuntu Light"/>
                <a:sym typeface="Ubuntu Light"/>
              </a:rPr>
              <a:t>Duration </a:t>
            </a:r>
            <a:r>
              <a:rPr lang="en-AU" sz="1200" b="1" i="1" noProof="0" err="1">
                <a:solidFill>
                  <a:srgbClr val="FFFFFF"/>
                </a:solidFill>
                <a:latin typeface="Calibri"/>
                <a:ea typeface="Ubuntu Light"/>
                <a:cs typeface="Ubuntu Light"/>
                <a:sym typeface="Ubuntu Light"/>
              </a:rPr>
              <a:t>tbd</a:t>
            </a:r>
            <a:endParaRPr lang="en-AU" sz="1200" b="1" i="1" noProof="0">
              <a:solidFill>
                <a:srgbClr val="FFFFFF"/>
              </a:solidFill>
              <a:latin typeface="Calibri"/>
              <a:ea typeface="Ubuntu Light"/>
              <a:cs typeface="Ubuntu Light"/>
              <a:sym typeface="Ubuntu Light"/>
            </a:endParaRPr>
          </a:p>
        </p:txBody>
      </p:sp>
    </p:spTree>
    <p:extLst>
      <p:ext uri="{BB962C8B-B14F-4D97-AF65-F5344CB8AC3E}">
        <p14:creationId xmlns:p14="http://schemas.microsoft.com/office/powerpoint/2010/main" val="2657241548"/>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AD534C-F1C5-6899-FE8E-84EDC785FDEF}"/>
              </a:ext>
            </a:extLst>
          </p:cNvPr>
          <p:cNvSpPr>
            <a:spLocks noGrp="1"/>
          </p:cNvSpPr>
          <p:nvPr>
            <p:ph type="body" sz="quarter" idx="10"/>
          </p:nvPr>
        </p:nvSpPr>
        <p:spPr>
          <a:xfrm>
            <a:off x="381000" y="304800"/>
            <a:ext cx="10972800" cy="307777"/>
          </a:xfrm>
        </p:spPr>
        <p:txBody>
          <a:bodyPr/>
          <a:lstStyle/>
          <a:p>
            <a:r>
              <a:rPr lang="en-AU" noProof="0"/>
              <a:t>1. MOBILIZATION AND PREPARATION</a:t>
            </a:r>
          </a:p>
        </p:txBody>
      </p:sp>
      <p:sp>
        <p:nvSpPr>
          <p:cNvPr id="6" name="Text Placeholder 5">
            <a:extLst>
              <a:ext uri="{FF2B5EF4-FFF2-40B4-BE49-F238E27FC236}">
                <a16:creationId xmlns:a16="http://schemas.microsoft.com/office/drawing/2014/main" id="{6E646433-DBAE-1F67-F0C2-EC8CD8D04BE0}"/>
              </a:ext>
            </a:extLst>
          </p:cNvPr>
          <p:cNvSpPr>
            <a:spLocks noGrp="1"/>
          </p:cNvSpPr>
          <p:nvPr>
            <p:ph type="body" sz="quarter" idx="11"/>
          </p:nvPr>
        </p:nvSpPr>
        <p:spPr>
          <a:xfrm>
            <a:off x="338138" y="1676400"/>
            <a:ext cx="5500687" cy="169277"/>
          </a:xfrm>
        </p:spPr>
        <p:txBody>
          <a:bodyPr/>
          <a:lstStyle/>
          <a:p>
            <a:pPr marL="116550" indent="0">
              <a:buNone/>
            </a:pPr>
            <a:r>
              <a:rPr lang="en-AU" b="1" noProof="0"/>
              <a:t>INPUTS/DOCUMENTATION TO BE REQUESTED:</a:t>
            </a:r>
          </a:p>
        </p:txBody>
      </p:sp>
      <p:grpSp>
        <p:nvGrpSpPr>
          <p:cNvPr id="8" name="Group 7">
            <a:extLst>
              <a:ext uri="{FF2B5EF4-FFF2-40B4-BE49-F238E27FC236}">
                <a16:creationId xmlns:a16="http://schemas.microsoft.com/office/drawing/2014/main" id="{61AA0037-4AED-DC45-F781-46908215F846}"/>
              </a:ext>
            </a:extLst>
          </p:cNvPr>
          <p:cNvGrpSpPr/>
          <p:nvPr/>
        </p:nvGrpSpPr>
        <p:grpSpPr>
          <a:xfrm>
            <a:off x="6251004" y="339294"/>
            <a:ext cx="4069793" cy="273283"/>
            <a:chOff x="447752" y="1136141"/>
            <a:chExt cx="11611592" cy="779706"/>
          </a:xfrm>
        </p:grpSpPr>
        <p:sp>
          <p:nvSpPr>
            <p:cNvPr id="9" name="Rectangle: Rounded Corners 8">
              <a:extLst>
                <a:ext uri="{FF2B5EF4-FFF2-40B4-BE49-F238E27FC236}">
                  <a16:creationId xmlns:a16="http://schemas.microsoft.com/office/drawing/2014/main" id="{3F8604F0-EB27-0EC2-C23E-F7978D2975AA}"/>
                </a:ext>
              </a:extLst>
            </p:cNvPr>
            <p:cNvSpPr/>
            <p:nvPr/>
          </p:nvSpPr>
          <p:spPr>
            <a:xfrm>
              <a:off x="569879" y="1219200"/>
              <a:ext cx="1821564" cy="696647"/>
            </a:xfrm>
            <a:prstGeom prst="roundRect">
              <a:avLst/>
            </a:prstGeom>
            <a:solidFill>
              <a:srgbClr val="12ABDB"/>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rgbClr val="FFFFFF"/>
                  </a:solidFill>
                  <a:effectLst/>
                  <a:uLnTx/>
                  <a:uFillTx/>
                  <a:latin typeface="Calibri"/>
                  <a:ea typeface="+mn-ea"/>
                  <a:cs typeface="+mn-cs"/>
                </a:rPr>
                <a:t>MOBILIZATION AND PREPARATION</a:t>
              </a:r>
            </a:p>
          </p:txBody>
        </p:sp>
        <p:sp>
          <p:nvSpPr>
            <p:cNvPr id="10" name="Rectangle: Rounded Corners 9">
              <a:extLst>
                <a:ext uri="{FF2B5EF4-FFF2-40B4-BE49-F238E27FC236}">
                  <a16:creationId xmlns:a16="http://schemas.microsoft.com/office/drawing/2014/main" id="{F3CD1E31-CC75-B288-5EB2-4177DB4E56A8}"/>
                </a:ext>
              </a:extLst>
            </p:cNvPr>
            <p:cNvSpPr/>
            <p:nvPr/>
          </p:nvSpPr>
          <p:spPr>
            <a:xfrm>
              <a:off x="2503459"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S&amp;OP MATURITY ASSESSMENT</a:t>
              </a:r>
            </a:p>
          </p:txBody>
        </p:sp>
        <p:sp>
          <p:nvSpPr>
            <p:cNvPr id="11" name="Rectangle: Rounded Corners 10">
              <a:extLst>
                <a:ext uri="{FF2B5EF4-FFF2-40B4-BE49-F238E27FC236}">
                  <a16:creationId xmlns:a16="http://schemas.microsoft.com/office/drawing/2014/main" id="{C799C026-A96E-DCC4-7E7A-4B83CB27D404}"/>
                </a:ext>
              </a:extLst>
            </p:cNvPr>
            <p:cNvSpPr/>
            <p:nvPr/>
          </p:nvSpPr>
          <p:spPr>
            <a:xfrm>
              <a:off x="4437039"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ASPIRATIONAL DEFINITION AND TARGET S&amp;OP CYCLE</a:t>
              </a:r>
            </a:p>
          </p:txBody>
        </p:sp>
        <p:sp>
          <p:nvSpPr>
            <p:cNvPr id="12" name="Rectangle: Rounded Corners 11">
              <a:extLst>
                <a:ext uri="{FF2B5EF4-FFF2-40B4-BE49-F238E27FC236}">
                  <a16:creationId xmlns:a16="http://schemas.microsoft.com/office/drawing/2014/main" id="{19C27743-A4FD-DE12-5075-C3D10A28DF7F}"/>
                </a:ext>
              </a:extLst>
            </p:cNvPr>
            <p:cNvSpPr/>
            <p:nvPr/>
          </p:nvSpPr>
          <p:spPr>
            <a:xfrm>
              <a:off x="6370619"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lvl="0" algn="ctr">
                <a:defRPr/>
              </a:pPr>
              <a:r>
                <a:rPr lang="en-AU" sz="400" b="1" kern="0" noProof="0">
                  <a:solidFill>
                    <a:schemeClr val="bg1">
                      <a:lumMod val="85000"/>
                    </a:schemeClr>
                  </a:solidFill>
                </a:rPr>
                <a:t>DEMAND AND SUPPLY PROCESSES DESIGN</a:t>
              </a:r>
            </a:p>
          </p:txBody>
        </p:sp>
        <p:sp>
          <p:nvSpPr>
            <p:cNvPr id="13" name="Rectangle: Rounded Corners 12">
              <a:extLst>
                <a:ext uri="{FF2B5EF4-FFF2-40B4-BE49-F238E27FC236}">
                  <a16:creationId xmlns:a16="http://schemas.microsoft.com/office/drawing/2014/main" id="{A1BDE3CD-9BF4-4CDC-4E8F-B40092E3412C}"/>
                </a:ext>
              </a:extLst>
            </p:cNvPr>
            <p:cNvSpPr/>
            <p:nvPr/>
          </p:nvSpPr>
          <p:spPr>
            <a:xfrm>
              <a:off x="8304199"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400" b="1" kern="0" noProof="0">
                  <a:solidFill>
                    <a:schemeClr val="bg1">
                      <a:lumMod val="85000"/>
                    </a:schemeClr>
                  </a:solidFill>
                  <a:latin typeface="Calibri"/>
                </a:rPr>
                <a:t>IMPLEMENTATION READINESS AND CHANGE MANAGEMENT</a:t>
              </a:r>
              <a:endParaRPr kumimoji="0" lang="en-AU" sz="400" b="1" i="0" u="none" strike="noStrike" kern="0" cap="none" spc="0" normalizeH="0" baseline="0" noProof="0">
                <a:ln>
                  <a:noFill/>
                </a:ln>
                <a:solidFill>
                  <a:schemeClr val="bg1">
                    <a:lumMod val="85000"/>
                  </a:schemeClr>
                </a:solidFill>
                <a:effectLst/>
                <a:uLnTx/>
                <a:uFillTx/>
                <a:latin typeface="Calibri"/>
                <a:ea typeface="+mn-ea"/>
                <a:cs typeface="+mn-cs"/>
              </a:endParaRPr>
            </a:p>
          </p:txBody>
        </p:sp>
        <p:sp>
          <p:nvSpPr>
            <p:cNvPr id="14" name="Rectangle: Rounded Corners 13">
              <a:extLst>
                <a:ext uri="{FF2B5EF4-FFF2-40B4-BE49-F238E27FC236}">
                  <a16:creationId xmlns:a16="http://schemas.microsoft.com/office/drawing/2014/main" id="{CA64E9DB-C92D-ED5C-B2B3-EA15D4264144}"/>
                </a:ext>
              </a:extLst>
            </p:cNvPr>
            <p:cNvSpPr/>
            <p:nvPr/>
          </p:nvSpPr>
          <p:spPr>
            <a:xfrm>
              <a:off x="10237780"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400" b="1" kern="0" noProof="0">
                  <a:solidFill>
                    <a:schemeClr val="bg1">
                      <a:lumMod val="85000"/>
                    </a:schemeClr>
                  </a:solidFill>
                  <a:latin typeface="Calibri"/>
                </a:rPr>
                <a:t>DEPLOYMENT</a:t>
              </a:r>
              <a:endParaRPr kumimoji="0" lang="en-AU" sz="400" b="1" i="0" u="none" strike="noStrike" kern="0" cap="none" spc="0" normalizeH="0" baseline="0" noProof="0">
                <a:ln>
                  <a:noFill/>
                </a:ln>
                <a:solidFill>
                  <a:schemeClr val="bg1">
                    <a:lumMod val="85000"/>
                  </a:schemeClr>
                </a:solidFill>
                <a:effectLst/>
                <a:uLnTx/>
                <a:uFillTx/>
                <a:latin typeface="Calibri"/>
                <a:ea typeface="+mn-ea"/>
                <a:cs typeface="+mn-cs"/>
              </a:endParaRPr>
            </a:p>
          </p:txBody>
        </p:sp>
        <p:sp>
          <p:nvSpPr>
            <p:cNvPr id="15" name="Oval 14">
              <a:extLst>
                <a:ext uri="{FF2B5EF4-FFF2-40B4-BE49-F238E27FC236}">
                  <a16:creationId xmlns:a16="http://schemas.microsoft.com/office/drawing/2014/main" id="{EFDBD7CE-865F-C7E3-F645-B32EA2E7A234}"/>
                </a:ext>
              </a:extLst>
            </p:cNvPr>
            <p:cNvSpPr/>
            <p:nvPr/>
          </p:nvSpPr>
          <p:spPr>
            <a:xfrm>
              <a:off x="447752" y="1136141"/>
              <a:ext cx="240790" cy="240790"/>
            </a:xfrm>
            <a:prstGeom prst="ellipse">
              <a:avLst/>
            </a:prstGeom>
            <a:solidFill>
              <a:srgbClr val="12ABDB"/>
            </a:solidFill>
            <a:ln>
              <a:solidFill>
                <a:srgbClr val="12AB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solidFill>
                </a:rPr>
                <a:t>1</a:t>
              </a:r>
            </a:p>
          </p:txBody>
        </p:sp>
        <p:sp>
          <p:nvSpPr>
            <p:cNvPr id="16" name="Oval 15">
              <a:extLst>
                <a:ext uri="{FF2B5EF4-FFF2-40B4-BE49-F238E27FC236}">
                  <a16:creationId xmlns:a16="http://schemas.microsoft.com/office/drawing/2014/main" id="{313AE7C7-B603-01C2-C550-A683DBB05339}"/>
                </a:ext>
              </a:extLst>
            </p:cNvPr>
            <p:cNvSpPr/>
            <p:nvPr/>
          </p:nvSpPr>
          <p:spPr>
            <a:xfrm>
              <a:off x="2383064"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2</a:t>
              </a:r>
            </a:p>
          </p:txBody>
        </p:sp>
        <p:sp>
          <p:nvSpPr>
            <p:cNvPr id="17" name="Oval 16">
              <a:extLst>
                <a:ext uri="{FF2B5EF4-FFF2-40B4-BE49-F238E27FC236}">
                  <a16:creationId xmlns:a16="http://schemas.microsoft.com/office/drawing/2014/main" id="{D84BD66D-97DE-7E7C-CCE6-75039E475301}"/>
                </a:ext>
              </a:extLst>
            </p:cNvPr>
            <p:cNvSpPr/>
            <p:nvPr/>
          </p:nvSpPr>
          <p:spPr>
            <a:xfrm>
              <a:off x="4314727"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3</a:t>
              </a:r>
            </a:p>
          </p:txBody>
        </p:sp>
        <p:sp>
          <p:nvSpPr>
            <p:cNvPr id="18" name="Oval 17">
              <a:extLst>
                <a:ext uri="{FF2B5EF4-FFF2-40B4-BE49-F238E27FC236}">
                  <a16:creationId xmlns:a16="http://schemas.microsoft.com/office/drawing/2014/main" id="{95818A6C-F487-9391-FC96-D739E5B4B4E1}"/>
                </a:ext>
              </a:extLst>
            </p:cNvPr>
            <p:cNvSpPr/>
            <p:nvPr/>
          </p:nvSpPr>
          <p:spPr>
            <a:xfrm>
              <a:off x="6246390"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4</a:t>
              </a:r>
            </a:p>
          </p:txBody>
        </p:sp>
        <p:sp>
          <p:nvSpPr>
            <p:cNvPr id="19" name="Oval 18">
              <a:extLst>
                <a:ext uri="{FF2B5EF4-FFF2-40B4-BE49-F238E27FC236}">
                  <a16:creationId xmlns:a16="http://schemas.microsoft.com/office/drawing/2014/main" id="{BCE9FB87-BAD2-4CC5-08C5-8A953E742B72}"/>
                </a:ext>
              </a:extLst>
            </p:cNvPr>
            <p:cNvSpPr/>
            <p:nvPr/>
          </p:nvSpPr>
          <p:spPr>
            <a:xfrm>
              <a:off x="10117384"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6</a:t>
              </a:r>
            </a:p>
          </p:txBody>
        </p:sp>
        <p:sp>
          <p:nvSpPr>
            <p:cNvPr id="20" name="Oval 19">
              <a:extLst>
                <a:ext uri="{FF2B5EF4-FFF2-40B4-BE49-F238E27FC236}">
                  <a16:creationId xmlns:a16="http://schemas.microsoft.com/office/drawing/2014/main" id="{E1492BEE-3A7B-B816-2BF1-7F4376626989}"/>
                </a:ext>
              </a:extLst>
            </p:cNvPr>
            <p:cNvSpPr/>
            <p:nvPr/>
          </p:nvSpPr>
          <p:spPr>
            <a:xfrm>
              <a:off x="8179970"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4</a:t>
              </a:r>
            </a:p>
          </p:txBody>
        </p:sp>
      </p:grpSp>
      <p:sp>
        <p:nvSpPr>
          <p:cNvPr id="21" name="Text Placeholder 5">
            <a:extLst>
              <a:ext uri="{FF2B5EF4-FFF2-40B4-BE49-F238E27FC236}">
                <a16:creationId xmlns:a16="http://schemas.microsoft.com/office/drawing/2014/main" id="{B9988B72-CFEF-9E62-3B90-66C1D5F2BD6D}"/>
              </a:ext>
            </a:extLst>
          </p:cNvPr>
          <p:cNvSpPr txBox="1">
            <a:spLocks/>
          </p:cNvSpPr>
          <p:nvPr/>
        </p:nvSpPr>
        <p:spPr>
          <a:xfrm>
            <a:off x="338138" y="3061977"/>
            <a:ext cx="5500687" cy="169277"/>
          </a:xfrm>
          <a:prstGeom prst="rect">
            <a:avLst/>
          </a:prstGeom>
        </p:spPr>
        <p:txBody>
          <a:bodyPr wrap="square" lIns="0" tIns="0" rIns="0" bIns="0">
            <a:spAutoFit/>
          </a:bodyPr>
          <a:lstStyle>
            <a:lvl1pPr marL="288000" indent="-171450">
              <a:lnSpc>
                <a:spcPct val="100000"/>
              </a:lnSpc>
              <a:spcBef>
                <a:spcPts val="0"/>
              </a:spcBef>
              <a:spcAft>
                <a:spcPts val="600"/>
              </a:spcAft>
              <a:buFont typeface="Arial" panose="020B0604020202020204" pitchFamily="34" charset="0"/>
              <a:buChar char="•"/>
              <a:defRPr lang="es-ES" sz="1100" b="0" i="0" kern="1200" dirty="0">
                <a:solidFill>
                  <a:schemeClr val="bg1"/>
                </a:solidFill>
                <a:latin typeface="+mn-lt"/>
                <a:ea typeface="+mn-ea"/>
                <a:cs typeface="+mn-cs"/>
              </a:defRPr>
            </a:lvl1pPr>
            <a:lvl2pPr marL="448696" indent="-171450">
              <a:buFont typeface="Arial" panose="020B0604020202020204" pitchFamily="34" charset="0"/>
              <a:buChar char="•"/>
              <a:defRPr sz="1100">
                <a:solidFill>
                  <a:schemeClr val="bg1"/>
                </a:solidFill>
                <a:latin typeface="+mn-lt"/>
                <a:ea typeface="+mn-ea"/>
                <a:cs typeface="+mn-cs"/>
              </a:defRPr>
            </a:lvl2pPr>
            <a:lvl3pPr marL="725942" indent="-171450">
              <a:buFont typeface="Arial" panose="020B0604020202020204" pitchFamily="34" charset="0"/>
              <a:buChar char="•"/>
              <a:defRPr sz="1100">
                <a:solidFill>
                  <a:schemeClr val="bg1"/>
                </a:solidFill>
                <a:latin typeface="+mn-lt"/>
                <a:ea typeface="+mn-ea"/>
                <a:cs typeface="+mn-cs"/>
              </a:defRPr>
            </a:lvl3pPr>
            <a:lvl4pPr marL="1003188" indent="-171450">
              <a:buFont typeface="Arial" panose="020B0604020202020204" pitchFamily="34" charset="0"/>
              <a:buChar char="•"/>
              <a:defRPr sz="1100">
                <a:solidFill>
                  <a:schemeClr val="bg1"/>
                </a:solidFill>
                <a:latin typeface="+mn-lt"/>
                <a:ea typeface="+mn-ea"/>
                <a:cs typeface="+mn-cs"/>
              </a:defRPr>
            </a:lvl4pPr>
            <a:lvl5pPr marL="1280434" indent="-171450">
              <a:buFont typeface="Arial" panose="020B0604020202020204" pitchFamily="34" charset="0"/>
              <a:buChar char="•"/>
              <a:defRPr sz="1100">
                <a:solidFill>
                  <a:schemeClr val="bg1"/>
                </a:solidFill>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pPr marL="116550" indent="0">
              <a:buFont typeface="Arial" panose="020B0604020202020204" pitchFamily="34" charset="0"/>
              <a:buNone/>
            </a:pPr>
            <a:r>
              <a:rPr lang="en-AU" b="1" noProof="0"/>
              <a:t>KEY ACTIVITIES:</a:t>
            </a:r>
          </a:p>
        </p:txBody>
      </p:sp>
      <p:sp>
        <p:nvSpPr>
          <p:cNvPr id="22" name="Text Placeholder 5">
            <a:extLst>
              <a:ext uri="{FF2B5EF4-FFF2-40B4-BE49-F238E27FC236}">
                <a16:creationId xmlns:a16="http://schemas.microsoft.com/office/drawing/2014/main" id="{F208E22A-698C-CEFD-1FBF-E7388F715321}"/>
              </a:ext>
            </a:extLst>
          </p:cNvPr>
          <p:cNvSpPr txBox="1">
            <a:spLocks/>
          </p:cNvSpPr>
          <p:nvPr/>
        </p:nvSpPr>
        <p:spPr>
          <a:xfrm>
            <a:off x="338138" y="1879172"/>
            <a:ext cx="5500687" cy="907941"/>
          </a:xfrm>
          <a:prstGeom prst="rect">
            <a:avLst/>
          </a:prstGeom>
        </p:spPr>
        <p:txBody>
          <a:bodyPr wrap="square" lIns="0" tIns="0" rIns="0" bIns="0">
            <a:spAutoFit/>
          </a:bodyPr>
          <a:lstStyle>
            <a:lvl1pPr marL="288000" indent="-171450">
              <a:lnSpc>
                <a:spcPct val="100000"/>
              </a:lnSpc>
              <a:spcBef>
                <a:spcPts val="0"/>
              </a:spcBef>
              <a:spcAft>
                <a:spcPts val="600"/>
              </a:spcAft>
              <a:buFont typeface="Arial" panose="020B0604020202020204" pitchFamily="34" charset="0"/>
              <a:buChar char="•"/>
              <a:defRPr lang="es-ES" sz="1100" b="0" i="0" kern="1200" dirty="0">
                <a:solidFill>
                  <a:schemeClr val="bg1"/>
                </a:solidFill>
                <a:latin typeface="+mn-lt"/>
                <a:ea typeface="+mn-ea"/>
                <a:cs typeface="+mn-cs"/>
              </a:defRPr>
            </a:lvl1pPr>
            <a:lvl2pPr marL="448696" indent="-171450">
              <a:buFont typeface="Arial" panose="020B0604020202020204" pitchFamily="34" charset="0"/>
              <a:buChar char="•"/>
              <a:defRPr sz="1100">
                <a:solidFill>
                  <a:schemeClr val="bg1"/>
                </a:solidFill>
                <a:latin typeface="+mn-lt"/>
                <a:ea typeface="+mn-ea"/>
                <a:cs typeface="+mn-cs"/>
              </a:defRPr>
            </a:lvl2pPr>
            <a:lvl3pPr marL="725942" indent="-171450">
              <a:buFont typeface="Arial" panose="020B0604020202020204" pitchFamily="34" charset="0"/>
              <a:buChar char="•"/>
              <a:defRPr sz="1100">
                <a:solidFill>
                  <a:schemeClr val="bg1"/>
                </a:solidFill>
                <a:latin typeface="+mn-lt"/>
                <a:ea typeface="+mn-ea"/>
                <a:cs typeface="+mn-cs"/>
              </a:defRPr>
            </a:lvl3pPr>
            <a:lvl4pPr marL="1003188" indent="-171450">
              <a:buFont typeface="Arial" panose="020B0604020202020204" pitchFamily="34" charset="0"/>
              <a:buChar char="•"/>
              <a:defRPr sz="1100">
                <a:solidFill>
                  <a:schemeClr val="bg1"/>
                </a:solidFill>
                <a:latin typeface="+mn-lt"/>
                <a:ea typeface="+mn-ea"/>
                <a:cs typeface="+mn-cs"/>
              </a:defRPr>
            </a:lvl4pPr>
            <a:lvl5pPr marL="1280434" indent="-171450">
              <a:buFont typeface="Arial" panose="020B0604020202020204" pitchFamily="34" charset="0"/>
              <a:buChar char="•"/>
              <a:defRPr sz="1100">
                <a:solidFill>
                  <a:schemeClr val="bg1"/>
                </a:solidFill>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pPr marL="182563" indent="-66675"/>
            <a:r>
              <a:rPr lang="en-AU" noProof="0"/>
              <a:t>Organization charts (supply chain, planning, finance, marketing…)</a:t>
            </a:r>
          </a:p>
          <a:p>
            <a:pPr marL="182563" indent="-66675"/>
            <a:r>
              <a:rPr lang="en-AU" noProof="0"/>
              <a:t>Key stakeholder list</a:t>
            </a:r>
          </a:p>
          <a:p>
            <a:pPr marL="182563" indent="-66675"/>
            <a:r>
              <a:rPr lang="en-AU" noProof="0"/>
              <a:t>Existing S&amp;OP documentation</a:t>
            </a:r>
          </a:p>
          <a:p>
            <a:pPr marL="182563" indent="-66675"/>
            <a:r>
              <a:rPr lang="en-AU" noProof="0"/>
              <a:t>Planning calendars</a:t>
            </a:r>
          </a:p>
        </p:txBody>
      </p:sp>
      <p:sp>
        <p:nvSpPr>
          <p:cNvPr id="23" name="Text Placeholder 5">
            <a:extLst>
              <a:ext uri="{FF2B5EF4-FFF2-40B4-BE49-F238E27FC236}">
                <a16:creationId xmlns:a16="http://schemas.microsoft.com/office/drawing/2014/main" id="{C8246EC5-8F6C-814F-29F6-23F209680604}"/>
              </a:ext>
            </a:extLst>
          </p:cNvPr>
          <p:cNvSpPr txBox="1">
            <a:spLocks/>
          </p:cNvSpPr>
          <p:nvPr/>
        </p:nvSpPr>
        <p:spPr>
          <a:xfrm>
            <a:off x="338138" y="3264748"/>
            <a:ext cx="5500687" cy="3247043"/>
          </a:xfrm>
          <a:prstGeom prst="rect">
            <a:avLst/>
          </a:prstGeom>
        </p:spPr>
        <p:txBody>
          <a:bodyPr wrap="square" lIns="0" tIns="0" rIns="0" bIns="0">
            <a:spAutoFit/>
          </a:bodyPr>
          <a:lstStyle>
            <a:lvl1pPr marL="288000" indent="-171450">
              <a:lnSpc>
                <a:spcPct val="100000"/>
              </a:lnSpc>
              <a:spcBef>
                <a:spcPts val="0"/>
              </a:spcBef>
              <a:spcAft>
                <a:spcPts val="600"/>
              </a:spcAft>
              <a:buFont typeface="Arial" panose="020B0604020202020204" pitchFamily="34" charset="0"/>
              <a:buChar char="•"/>
              <a:defRPr lang="es-ES" sz="1100" b="0" i="0" kern="1200" dirty="0">
                <a:solidFill>
                  <a:schemeClr val="bg1"/>
                </a:solidFill>
                <a:latin typeface="+mn-lt"/>
                <a:ea typeface="+mn-ea"/>
                <a:cs typeface="+mn-cs"/>
              </a:defRPr>
            </a:lvl1pPr>
            <a:lvl2pPr marL="448696" indent="-171450">
              <a:buFont typeface="Arial" panose="020B0604020202020204" pitchFamily="34" charset="0"/>
              <a:buChar char="•"/>
              <a:defRPr sz="1100">
                <a:solidFill>
                  <a:schemeClr val="bg1"/>
                </a:solidFill>
                <a:latin typeface="+mn-lt"/>
                <a:ea typeface="+mn-ea"/>
                <a:cs typeface="+mn-cs"/>
              </a:defRPr>
            </a:lvl2pPr>
            <a:lvl3pPr marL="725942" indent="-171450">
              <a:buFont typeface="Arial" panose="020B0604020202020204" pitchFamily="34" charset="0"/>
              <a:buChar char="•"/>
              <a:defRPr sz="1100">
                <a:solidFill>
                  <a:schemeClr val="bg1"/>
                </a:solidFill>
                <a:latin typeface="+mn-lt"/>
                <a:ea typeface="+mn-ea"/>
                <a:cs typeface="+mn-cs"/>
              </a:defRPr>
            </a:lvl3pPr>
            <a:lvl4pPr marL="1003188" indent="-171450">
              <a:buFont typeface="Arial" panose="020B0604020202020204" pitchFamily="34" charset="0"/>
              <a:buChar char="•"/>
              <a:defRPr sz="1100">
                <a:solidFill>
                  <a:schemeClr val="bg1"/>
                </a:solidFill>
                <a:latin typeface="+mn-lt"/>
                <a:ea typeface="+mn-ea"/>
                <a:cs typeface="+mn-cs"/>
              </a:defRPr>
            </a:lvl4pPr>
            <a:lvl5pPr marL="1280434" indent="-171450">
              <a:buFont typeface="Arial" panose="020B0604020202020204" pitchFamily="34" charset="0"/>
              <a:buChar char="•"/>
              <a:defRPr sz="1100">
                <a:solidFill>
                  <a:schemeClr val="bg1"/>
                </a:solidFill>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pPr marL="182563" indent="-66675"/>
            <a:r>
              <a:rPr lang="en-AU" b="1" noProof="0"/>
              <a:t>Project set up and governance</a:t>
            </a:r>
            <a:endParaRPr lang="en-AU" noProof="0"/>
          </a:p>
          <a:p>
            <a:pPr marL="446088" lvl="1" indent="-169863">
              <a:buFont typeface="Calibri" panose="020F0502020204030204" pitchFamily="34" charset="0"/>
              <a:buChar char="–"/>
            </a:pPr>
            <a:r>
              <a:rPr lang="en-AU" noProof="0"/>
              <a:t>Confirm scope, objectives and success criteria</a:t>
            </a:r>
          </a:p>
          <a:p>
            <a:pPr marL="446088" lvl="1" indent="-169863">
              <a:buFont typeface="Calibri" panose="020F0502020204030204" pitchFamily="34" charset="0"/>
              <a:buChar char="–"/>
            </a:pPr>
            <a:r>
              <a:rPr lang="en-AU" noProof="0"/>
              <a:t>Define governance, escalation model and reporting forums</a:t>
            </a:r>
          </a:p>
          <a:p>
            <a:pPr marL="182563" indent="-66675"/>
            <a:r>
              <a:rPr lang="en-AU" b="1" noProof="0"/>
              <a:t>Stakeholder alignment</a:t>
            </a:r>
          </a:p>
          <a:p>
            <a:pPr marL="446088" lvl="1" indent="-169863">
              <a:buFont typeface="Calibri" panose="020F0502020204030204" pitchFamily="34" charset="0"/>
              <a:buChar char="–"/>
            </a:pPr>
            <a:r>
              <a:rPr lang="en-AU" noProof="0"/>
              <a:t>Identify key stakeholders across demand, supply, finance, IT, marketing…</a:t>
            </a:r>
          </a:p>
          <a:p>
            <a:pPr marL="446088" lvl="1" indent="-169863">
              <a:buFont typeface="Calibri" panose="020F0502020204030204" pitchFamily="34" charset="0"/>
              <a:buChar char="–"/>
            </a:pPr>
            <a:r>
              <a:rPr lang="en-AU" noProof="0"/>
              <a:t>Align on roles and engagement model</a:t>
            </a:r>
          </a:p>
          <a:p>
            <a:pPr marL="182563" lvl="1" indent="-66675">
              <a:spcAft>
                <a:spcPts val="600"/>
              </a:spcAft>
            </a:pPr>
            <a:r>
              <a:rPr lang="en-AU" b="1" noProof="0"/>
              <a:t>Segmentation framing</a:t>
            </a:r>
          </a:p>
          <a:p>
            <a:pPr marL="446088" lvl="1" indent="-169863">
              <a:spcAft>
                <a:spcPts val="600"/>
              </a:spcAft>
              <a:buFont typeface="Calibri" panose="020F0502020204030204" pitchFamily="34" charset="0"/>
              <a:buChar char="–"/>
            </a:pPr>
            <a:r>
              <a:rPr lang="en-AU" noProof="0"/>
              <a:t>Identify relevant segmentation axis (i.e.: store typologies, categories, channels, flows…)</a:t>
            </a:r>
          </a:p>
          <a:p>
            <a:pPr marL="446088" lvl="1" indent="-169863">
              <a:spcAft>
                <a:spcPts val="600"/>
              </a:spcAft>
              <a:buFont typeface="Calibri" panose="020F0502020204030204" pitchFamily="34" charset="0"/>
              <a:buChar char="–"/>
            </a:pPr>
            <a:r>
              <a:rPr lang="en-AU" noProof="0"/>
              <a:t>Agree on representative planning segments to be used through the assessment and design phases</a:t>
            </a:r>
          </a:p>
          <a:p>
            <a:pPr marL="182563" indent="-66675"/>
            <a:r>
              <a:rPr lang="en-AU" b="1" noProof="0"/>
              <a:t>Planning system context (RELEX)</a:t>
            </a:r>
          </a:p>
          <a:p>
            <a:pPr marL="446088" lvl="1" indent="-169863">
              <a:buFont typeface="Calibri" panose="020F0502020204030204" pitchFamily="34" charset="0"/>
              <a:buChar char="–"/>
            </a:pPr>
            <a:r>
              <a:rPr lang="en-AU" noProof="0"/>
              <a:t>Understand deployment timeline</a:t>
            </a:r>
          </a:p>
          <a:p>
            <a:pPr marL="446088" lvl="1" indent="-169863">
              <a:buFont typeface="Calibri" panose="020F0502020204030204" pitchFamily="34" charset="0"/>
              <a:buChar char="–"/>
            </a:pPr>
            <a:r>
              <a:rPr lang="en-AU" noProof="0"/>
              <a:t>Identify key constraints and design principles linked to the system</a:t>
            </a:r>
          </a:p>
          <a:p>
            <a:pPr marL="182563" indent="-66675"/>
            <a:r>
              <a:rPr lang="en-AU" b="1" noProof="0"/>
              <a:t>Execution planning</a:t>
            </a:r>
          </a:p>
          <a:p>
            <a:pPr marL="446088" lvl="1" indent="-169863">
              <a:buFont typeface="Calibri" panose="020F0502020204030204" pitchFamily="34" charset="0"/>
              <a:buChar char="–"/>
            </a:pPr>
            <a:r>
              <a:rPr lang="en-AU" noProof="0"/>
              <a:t>Define detailed workplan, milestones and workshops/interviews roadmap</a:t>
            </a:r>
          </a:p>
          <a:p>
            <a:pPr marL="182563" indent="-66675"/>
            <a:r>
              <a:rPr lang="en-AU" b="1" noProof="0"/>
              <a:t>Kick-off meeting</a:t>
            </a:r>
          </a:p>
        </p:txBody>
      </p:sp>
      <p:pic>
        <p:nvPicPr>
          <p:cNvPr id="24" name="Picture 85" descr="Picture 85">
            <a:extLst>
              <a:ext uri="{FF2B5EF4-FFF2-40B4-BE49-F238E27FC236}">
                <a16:creationId xmlns:a16="http://schemas.microsoft.com/office/drawing/2014/main" id="{6D66BFB8-B73E-E679-D184-0D50FF375F81}"/>
              </a:ext>
            </a:extLst>
          </p:cNvPr>
          <p:cNvPicPr>
            <a:picLocks noChangeAspect="1"/>
          </p:cNvPicPr>
          <p:nvPr/>
        </p:nvPicPr>
        <p:blipFill>
          <a:blip r:embed="rId2">
            <a:duotone>
              <a:schemeClr val="accent1">
                <a:shade val="45000"/>
                <a:satMod val="135000"/>
              </a:schemeClr>
              <a:prstClr val="white"/>
            </a:duotone>
          </a:blip>
          <a:stretch>
            <a:fillRect/>
          </a:stretch>
        </p:blipFill>
        <p:spPr>
          <a:xfrm>
            <a:off x="6653060" y="1574932"/>
            <a:ext cx="1962424" cy="1075206"/>
          </a:xfrm>
          <a:prstGeom prst="rect">
            <a:avLst/>
          </a:prstGeom>
          <a:ln w="12700" cap="flat">
            <a:solidFill>
              <a:schemeClr val="accent1"/>
            </a:solidFill>
            <a:miter lim="400000"/>
          </a:ln>
          <a:effectLst/>
        </p:spPr>
      </p:pic>
      <p:sp>
        <p:nvSpPr>
          <p:cNvPr id="25" name="TextBox 24">
            <a:extLst>
              <a:ext uri="{FF2B5EF4-FFF2-40B4-BE49-F238E27FC236}">
                <a16:creationId xmlns:a16="http://schemas.microsoft.com/office/drawing/2014/main" id="{61FECFDC-BC45-64AD-33DD-FC432ED1F3C8}"/>
              </a:ext>
            </a:extLst>
          </p:cNvPr>
          <p:cNvSpPr txBox="1"/>
          <p:nvPr/>
        </p:nvSpPr>
        <p:spPr>
          <a:xfrm>
            <a:off x="6653060" y="2698289"/>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Kick off of the project</a:t>
            </a:r>
          </a:p>
        </p:txBody>
      </p:sp>
      <p:sp>
        <p:nvSpPr>
          <p:cNvPr id="26" name="TextBox 25">
            <a:extLst>
              <a:ext uri="{FF2B5EF4-FFF2-40B4-BE49-F238E27FC236}">
                <a16:creationId xmlns:a16="http://schemas.microsoft.com/office/drawing/2014/main" id="{654220E6-3FDE-78BD-866E-C0130CC5E63C}"/>
              </a:ext>
            </a:extLst>
          </p:cNvPr>
          <p:cNvSpPr txBox="1"/>
          <p:nvPr/>
        </p:nvSpPr>
        <p:spPr>
          <a:xfrm>
            <a:off x="9519299" y="2698288"/>
            <a:ext cx="1786881"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Organization and process </a:t>
            </a:r>
            <a:r>
              <a:rPr lang="en-AU" sz="900" i="1" noProof="0">
                <a:solidFill>
                  <a:srgbClr val="173340"/>
                </a:solidFill>
                <a:latin typeface="Ubuntu" panose="020B0504030602030204" pitchFamily="34" charset="0"/>
              </a:rPr>
              <a:t>a</a:t>
            </a: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nalysis </a:t>
            </a:r>
          </a:p>
        </p:txBody>
      </p:sp>
      <p:pic>
        <p:nvPicPr>
          <p:cNvPr id="27" name="Picture 26">
            <a:extLst>
              <a:ext uri="{FF2B5EF4-FFF2-40B4-BE49-F238E27FC236}">
                <a16:creationId xmlns:a16="http://schemas.microsoft.com/office/drawing/2014/main" id="{4B445385-3292-B01A-0012-0BAF8A165236}"/>
              </a:ext>
            </a:extLst>
          </p:cNvPr>
          <p:cNvPicPr>
            <a:picLocks/>
          </p:cNvPicPr>
          <p:nvPr/>
        </p:nvPicPr>
        <p:blipFill>
          <a:blip r:embed="rId3">
            <a:duotone>
              <a:schemeClr val="accent1">
                <a:shade val="45000"/>
                <a:satMod val="135000"/>
              </a:schemeClr>
              <a:prstClr val="white"/>
            </a:duotone>
          </a:blip>
          <a:stretch>
            <a:fillRect/>
          </a:stretch>
        </p:blipFill>
        <p:spPr>
          <a:xfrm>
            <a:off x="9519299" y="1576800"/>
            <a:ext cx="1962000" cy="1075206"/>
          </a:xfrm>
          <a:prstGeom prst="rect">
            <a:avLst/>
          </a:prstGeom>
          <a:ln>
            <a:solidFill>
              <a:schemeClr val="accent1"/>
            </a:solidFill>
          </a:ln>
        </p:spPr>
      </p:pic>
      <p:sp>
        <p:nvSpPr>
          <p:cNvPr id="28" name="TextBox 27">
            <a:extLst>
              <a:ext uri="{FF2B5EF4-FFF2-40B4-BE49-F238E27FC236}">
                <a16:creationId xmlns:a16="http://schemas.microsoft.com/office/drawing/2014/main" id="{C054F8A2-A2D7-73DB-4B70-30431478B685}"/>
              </a:ext>
            </a:extLst>
          </p:cNvPr>
          <p:cNvSpPr txBox="1"/>
          <p:nvPr/>
        </p:nvSpPr>
        <p:spPr>
          <a:xfrm>
            <a:off x="6653060" y="4173594"/>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Ubuntu" panose="020B0504030602030204" pitchFamily="34" charset="0"/>
                <a:ea typeface="+mn-ea"/>
                <a:cs typeface="+mn-cs"/>
              </a:rPr>
              <a:t>Defined planning segments</a:t>
            </a:r>
          </a:p>
        </p:txBody>
      </p:sp>
      <p:pic>
        <p:nvPicPr>
          <p:cNvPr id="29" name="Picture 28">
            <a:extLst>
              <a:ext uri="{FF2B5EF4-FFF2-40B4-BE49-F238E27FC236}">
                <a16:creationId xmlns:a16="http://schemas.microsoft.com/office/drawing/2014/main" id="{490C6277-2E36-AB94-9AF4-6705CF8134A5}"/>
              </a:ext>
            </a:extLst>
          </p:cNvPr>
          <p:cNvPicPr>
            <a:picLocks noChangeAspect="1"/>
          </p:cNvPicPr>
          <p:nvPr/>
        </p:nvPicPr>
        <p:blipFill>
          <a:blip r:embed="rId4">
            <a:duotone>
              <a:schemeClr val="accent1">
                <a:shade val="45000"/>
                <a:satMod val="135000"/>
              </a:schemeClr>
              <a:prstClr val="white"/>
            </a:duotone>
          </a:blip>
          <a:stretch>
            <a:fillRect/>
          </a:stretch>
        </p:blipFill>
        <p:spPr>
          <a:xfrm>
            <a:off x="10001573" y="1836943"/>
            <a:ext cx="1621836" cy="888599"/>
          </a:xfrm>
          <a:prstGeom prst="rect">
            <a:avLst/>
          </a:prstGeom>
          <a:ln>
            <a:solidFill>
              <a:schemeClr val="accent1"/>
            </a:solidFill>
          </a:ln>
        </p:spPr>
      </p:pic>
      <p:sp>
        <p:nvSpPr>
          <p:cNvPr id="30" name="TextBox 29">
            <a:extLst>
              <a:ext uri="{FF2B5EF4-FFF2-40B4-BE49-F238E27FC236}">
                <a16:creationId xmlns:a16="http://schemas.microsoft.com/office/drawing/2014/main" id="{5D4D2D3A-17AE-D4E2-AC2C-4D4C92D3ADDF}"/>
              </a:ext>
            </a:extLst>
          </p:cNvPr>
          <p:cNvSpPr txBox="1"/>
          <p:nvPr/>
        </p:nvSpPr>
        <p:spPr>
          <a:xfrm>
            <a:off x="9519299" y="4173594"/>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Ubuntu" panose="020B0504030602030204" pitchFamily="34" charset="0"/>
                <a:ea typeface="+mn-ea"/>
                <a:cs typeface="+mn-cs"/>
              </a:rPr>
              <a:t>Plan for incoming weeks</a:t>
            </a:r>
          </a:p>
        </p:txBody>
      </p:sp>
      <p:pic>
        <p:nvPicPr>
          <p:cNvPr id="2" name="Picture 1">
            <a:extLst>
              <a:ext uri="{FF2B5EF4-FFF2-40B4-BE49-F238E27FC236}">
                <a16:creationId xmlns:a16="http://schemas.microsoft.com/office/drawing/2014/main" id="{6978BE08-4FEC-5435-96E8-10F1E7B17006}"/>
              </a:ext>
            </a:extLst>
          </p:cNvPr>
          <p:cNvPicPr>
            <a:picLocks/>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9519299" y="3042905"/>
            <a:ext cx="1962000" cy="1076400"/>
          </a:xfrm>
          <a:prstGeom prst="rect">
            <a:avLst/>
          </a:prstGeom>
          <a:ln>
            <a:solidFill>
              <a:schemeClr val="accent1"/>
            </a:solidFill>
          </a:ln>
        </p:spPr>
      </p:pic>
      <p:grpSp>
        <p:nvGrpSpPr>
          <p:cNvPr id="3" name="Group 2">
            <a:extLst>
              <a:ext uri="{FF2B5EF4-FFF2-40B4-BE49-F238E27FC236}">
                <a16:creationId xmlns:a16="http://schemas.microsoft.com/office/drawing/2014/main" id="{F6A787E5-E771-B5A2-CD5F-CAD2456D21C6}"/>
              </a:ext>
            </a:extLst>
          </p:cNvPr>
          <p:cNvGrpSpPr/>
          <p:nvPr/>
        </p:nvGrpSpPr>
        <p:grpSpPr>
          <a:xfrm>
            <a:off x="10722587" y="1066287"/>
            <a:ext cx="757813" cy="211203"/>
            <a:chOff x="10033833" y="964729"/>
            <a:chExt cx="757813" cy="211203"/>
          </a:xfrm>
        </p:grpSpPr>
        <p:sp>
          <p:nvSpPr>
            <p:cNvPr id="4" name="TextBox 3">
              <a:extLst>
                <a:ext uri="{FF2B5EF4-FFF2-40B4-BE49-F238E27FC236}">
                  <a16:creationId xmlns:a16="http://schemas.microsoft.com/office/drawing/2014/main" id="{5E065D15-40A5-CE9D-C244-2802F70274FD}"/>
                </a:ext>
              </a:extLst>
            </p:cNvPr>
            <p:cNvSpPr txBox="1"/>
            <p:nvPr/>
          </p:nvSpPr>
          <p:spPr>
            <a:xfrm>
              <a:off x="10033833" y="964729"/>
              <a:ext cx="757813" cy="211203"/>
            </a:xfrm>
            <a:prstGeom prst="rect">
              <a:avLst/>
            </a:prstGeom>
            <a:noFill/>
          </p:spPr>
          <p:txBody>
            <a:bodyPr wrap="square" lIns="0" tIns="36000" rIns="0" bIns="36000" rtlCol="0">
              <a:spAutoFit/>
            </a:bodyPr>
            <a:lstStyle/>
            <a:p>
              <a:pPr marL="0" marR="0" lvl="0" indent="0" algn="ctr"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Illustrative</a:t>
              </a:r>
            </a:p>
          </p:txBody>
        </p:sp>
        <p:cxnSp>
          <p:nvCxnSpPr>
            <p:cNvPr id="7" name="Straight Connector 6">
              <a:extLst>
                <a:ext uri="{FF2B5EF4-FFF2-40B4-BE49-F238E27FC236}">
                  <a16:creationId xmlns:a16="http://schemas.microsoft.com/office/drawing/2014/main" id="{6E734E74-C463-0F8D-0A8B-3CA849892530}"/>
                </a:ext>
              </a:extLst>
            </p:cNvPr>
            <p:cNvCxnSpPr>
              <a:cxnSpLocks/>
            </p:cNvCxnSpPr>
            <p:nvPr/>
          </p:nvCxnSpPr>
          <p:spPr>
            <a:xfrm>
              <a:off x="10033833" y="981017"/>
              <a:ext cx="7578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24E319B-5B2C-EA88-C6AC-7029E78B2F49}"/>
                </a:ext>
              </a:extLst>
            </p:cNvPr>
            <p:cNvCxnSpPr>
              <a:cxnSpLocks/>
            </p:cNvCxnSpPr>
            <p:nvPr/>
          </p:nvCxnSpPr>
          <p:spPr>
            <a:xfrm>
              <a:off x="10033833" y="1159643"/>
              <a:ext cx="7578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32" name="Picture 31">
            <a:extLst>
              <a:ext uri="{FF2B5EF4-FFF2-40B4-BE49-F238E27FC236}">
                <a16:creationId xmlns:a16="http://schemas.microsoft.com/office/drawing/2014/main" id="{3A107913-70FC-4936-4F48-2A6CB17200CB}"/>
              </a:ext>
            </a:extLst>
          </p:cNvPr>
          <p:cNvPicPr>
            <a:picLocks/>
          </p:cNvPicPr>
          <p:nvPr/>
        </p:nvPicPr>
        <p:blipFill>
          <a:blip r:embed="rId6">
            <a:duotone>
              <a:schemeClr val="accent1">
                <a:shade val="45000"/>
                <a:satMod val="135000"/>
              </a:schemeClr>
              <a:prstClr val="white"/>
            </a:duotone>
          </a:blip>
          <a:stretch>
            <a:fillRect/>
          </a:stretch>
        </p:blipFill>
        <p:spPr>
          <a:xfrm>
            <a:off x="6653060" y="3042905"/>
            <a:ext cx="1962000" cy="1076400"/>
          </a:xfrm>
          <a:prstGeom prst="rect">
            <a:avLst/>
          </a:prstGeom>
          <a:ln w="12700" cap="flat">
            <a:solidFill>
              <a:schemeClr val="accent1"/>
            </a:solidFill>
            <a:miter lim="400000"/>
          </a:ln>
          <a:effectLst/>
        </p:spPr>
      </p:pic>
    </p:spTree>
    <p:extLst>
      <p:ext uri="{BB962C8B-B14F-4D97-AF65-F5344CB8AC3E}">
        <p14:creationId xmlns:p14="http://schemas.microsoft.com/office/powerpoint/2010/main" val="7007405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50DDC-70A3-CF1C-1AE4-133522E67F8B}"/>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58F959AD-4133-3316-ACB4-5D750D7D0105}"/>
              </a:ext>
            </a:extLst>
          </p:cNvPr>
          <p:cNvSpPr>
            <a:spLocks noGrp="1"/>
          </p:cNvSpPr>
          <p:nvPr>
            <p:ph type="body" sz="quarter" idx="10"/>
          </p:nvPr>
        </p:nvSpPr>
        <p:spPr>
          <a:xfrm>
            <a:off x="381000" y="304800"/>
            <a:ext cx="10972800" cy="615553"/>
          </a:xfrm>
        </p:spPr>
        <p:txBody>
          <a:bodyPr/>
          <a:lstStyle/>
          <a:p>
            <a:r>
              <a:rPr lang="en-AU" noProof="0"/>
              <a:t>2. MATURITY ASSESSMENT and </a:t>
            </a:r>
            <a:br>
              <a:rPr lang="en-AU" noProof="0"/>
            </a:br>
            <a:r>
              <a:rPr lang="en-AU" noProof="0"/>
              <a:t>aspirational definition</a:t>
            </a:r>
          </a:p>
        </p:txBody>
      </p:sp>
      <p:grpSp>
        <p:nvGrpSpPr>
          <p:cNvPr id="8" name="Group 7">
            <a:extLst>
              <a:ext uri="{FF2B5EF4-FFF2-40B4-BE49-F238E27FC236}">
                <a16:creationId xmlns:a16="http://schemas.microsoft.com/office/drawing/2014/main" id="{15283E7C-B526-5915-E5F7-E753AF4BC749}"/>
              </a:ext>
            </a:extLst>
          </p:cNvPr>
          <p:cNvGrpSpPr/>
          <p:nvPr/>
        </p:nvGrpSpPr>
        <p:grpSpPr>
          <a:xfrm>
            <a:off x="6251004" y="339294"/>
            <a:ext cx="4069793" cy="273283"/>
            <a:chOff x="447752" y="1136141"/>
            <a:chExt cx="11611592" cy="779706"/>
          </a:xfrm>
        </p:grpSpPr>
        <p:sp>
          <p:nvSpPr>
            <p:cNvPr id="9" name="Rectangle: Rounded Corners 8">
              <a:extLst>
                <a:ext uri="{FF2B5EF4-FFF2-40B4-BE49-F238E27FC236}">
                  <a16:creationId xmlns:a16="http://schemas.microsoft.com/office/drawing/2014/main" id="{97DAC1BF-3521-4C03-9BE2-1BEC9931A0DF}"/>
                </a:ext>
              </a:extLst>
            </p:cNvPr>
            <p:cNvSpPr/>
            <p:nvPr/>
          </p:nvSpPr>
          <p:spPr>
            <a:xfrm>
              <a:off x="56987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MOBILIZATION AND PREPARATION</a:t>
              </a:r>
            </a:p>
          </p:txBody>
        </p:sp>
        <p:sp>
          <p:nvSpPr>
            <p:cNvPr id="10" name="Rectangle: Rounded Corners 9">
              <a:extLst>
                <a:ext uri="{FF2B5EF4-FFF2-40B4-BE49-F238E27FC236}">
                  <a16:creationId xmlns:a16="http://schemas.microsoft.com/office/drawing/2014/main" id="{415289E1-D7B8-1757-921E-6B8467A052B9}"/>
                </a:ext>
              </a:extLst>
            </p:cNvPr>
            <p:cNvSpPr/>
            <p:nvPr/>
          </p:nvSpPr>
          <p:spPr>
            <a:xfrm>
              <a:off x="2503459" y="1219200"/>
              <a:ext cx="1821564" cy="696647"/>
            </a:xfrm>
            <a:prstGeom prst="roundRect">
              <a:avLst/>
            </a:prstGeom>
            <a:solidFill>
              <a:srgbClr val="12ABDB"/>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solidFill>
                  <a:effectLst/>
                  <a:uLnTx/>
                  <a:uFillTx/>
                  <a:latin typeface="Calibri"/>
                  <a:ea typeface="+mn-ea"/>
                  <a:cs typeface="+mn-cs"/>
                </a:rPr>
                <a:t>S&amp;OP MATURITY ASSESSMENT</a:t>
              </a:r>
            </a:p>
          </p:txBody>
        </p:sp>
        <p:sp>
          <p:nvSpPr>
            <p:cNvPr id="11" name="Rectangle: Rounded Corners 10">
              <a:extLst>
                <a:ext uri="{FF2B5EF4-FFF2-40B4-BE49-F238E27FC236}">
                  <a16:creationId xmlns:a16="http://schemas.microsoft.com/office/drawing/2014/main" id="{8F5E901C-86DC-56A5-4C92-34E87C42579F}"/>
                </a:ext>
              </a:extLst>
            </p:cNvPr>
            <p:cNvSpPr/>
            <p:nvPr/>
          </p:nvSpPr>
          <p:spPr>
            <a:xfrm>
              <a:off x="4437039"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ASPIRATIONAL DEFINITION AND TARGET S&amp;OP CYCLE</a:t>
              </a:r>
            </a:p>
          </p:txBody>
        </p:sp>
        <p:sp>
          <p:nvSpPr>
            <p:cNvPr id="12" name="Rectangle: Rounded Corners 11">
              <a:extLst>
                <a:ext uri="{FF2B5EF4-FFF2-40B4-BE49-F238E27FC236}">
                  <a16:creationId xmlns:a16="http://schemas.microsoft.com/office/drawing/2014/main" id="{7ACC652C-367F-6255-C61E-E7570350E290}"/>
                </a:ext>
              </a:extLst>
            </p:cNvPr>
            <p:cNvSpPr/>
            <p:nvPr/>
          </p:nvSpPr>
          <p:spPr>
            <a:xfrm>
              <a:off x="6370619"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lvl="0" algn="ctr">
                <a:defRPr/>
              </a:pPr>
              <a:r>
                <a:rPr lang="en-AU" sz="400" b="1" kern="0" noProof="0">
                  <a:solidFill>
                    <a:schemeClr val="bg1">
                      <a:lumMod val="85000"/>
                    </a:schemeClr>
                  </a:solidFill>
                </a:rPr>
                <a:t>DEMAND AND SUPPLY PROCESSES DESIGN</a:t>
              </a:r>
            </a:p>
          </p:txBody>
        </p:sp>
        <p:sp>
          <p:nvSpPr>
            <p:cNvPr id="13" name="Rectangle: Rounded Corners 12">
              <a:extLst>
                <a:ext uri="{FF2B5EF4-FFF2-40B4-BE49-F238E27FC236}">
                  <a16:creationId xmlns:a16="http://schemas.microsoft.com/office/drawing/2014/main" id="{96DD3FE9-A305-5A76-E281-63A847B3ABDB}"/>
                </a:ext>
              </a:extLst>
            </p:cNvPr>
            <p:cNvSpPr/>
            <p:nvPr/>
          </p:nvSpPr>
          <p:spPr>
            <a:xfrm>
              <a:off x="8304199"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400" b="1" kern="0" noProof="0">
                  <a:solidFill>
                    <a:schemeClr val="bg1">
                      <a:lumMod val="85000"/>
                    </a:schemeClr>
                  </a:solidFill>
                  <a:latin typeface="Calibri"/>
                </a:rPr>
                <a:t>IMPLEMENTATION READINESS AND CHANGE MANAGEMENT</a:t>
              </a:r>
              <a:endParaRPr kumimoji="0" lang="en-AU" sz="400" b="1" i="0" u="none" strike="noStrike" kern="0" cap="none" spc="0" normalizeH="0" baseline="0" noProof="0">
                <a:ln>
                  <a:noFill/>
                </a:ln>
                <a:solidFill>
                  <a:schemeClr val="bg1">
                    <a:lumMod val="85000"/>
                  </a:schemeClr>
                </a:solidFill>
                <a:effectLst/>
                <a:uLnTx/>
                <a:uFillTx/>
                <a:latin typeface="Calibri"/>
                <a:ea typeface="+mn-ea"/>
                <a:cs typeface="+mn-cs"/>
              </a:endParaRPr>
            </a:p>
          </p:txBody>
        </p:sp>
        <p:sp>
          <p:nvSpPr>
            <p:cNvPr id="14" name="Rectangle: Rounded Corners 13">
              <a:extLst>
                <a:ext uri="{FF2B5EF4-FFF2-40B4-BE49-F238E27FC236}">
                  <a16:creationId xmlns:a16="http://schemas.microsoft.com/office/drawing/2014/main" id="{C5BF2B1D-8A30-A29D-54B9-FC824AF8964E}"/>
                </a:ext>
              </a:extLst>
            </p:cNvPr>
            <p:cNvSpPr/>
            <p:nvPr/>
          </p:nvSpPr>
          <p:spPr>
            <a:xfrm>
              <a:off x="10237780"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400" b="1" kern="0" noProof="0">
                  <a:solidFill>
                    <a:schemeClr val="bg1">
                      <a:lumMod val="85000"/>
                    </a:schemeClr>
                  </a:solidFill>
                  <a:latin typeface="Calibri"/>
                </a:rPr>
                <a:t>DEPLOYMENT</a:t>
              </a:r>
              <a:endParaRPr kumimoji="0" lang="en-AU" sz="400" b="1" i="0" u="none" strike="noStrike" kern="0" cap="none" spc="0" normalizeH="0" baseline="0" noProof="0">
                <a:ln>
                  <a:noFill/>
                </a:ln>
                <a:solidFill>
                  <a:schemeClr val="bg1">
                    <a:lumMod val="85000"/>
                  </a:schemeClr>
                </a:solidFill>
                <a:effectLst/>
                <a:uLnTx/>
                <a:uFillTx/>
                <a:latin typeface="Calibri"/>
                <a:ea typeface="+mn-ea"/>
                <a:cs typeface="+mn-cs"/>
              </a:endParaRPr>
            </a:p>
          </p:txBody>
        </p:sp>
        <p:sp>
          <p:nvSpPr>
            <p:cNvPr id="15" name="Oval 14">
              <a:extLst>
                <a:ext uri="{FF2B5EF4-FFF2-40B4-BE49-F238E27FC236}">
                  <a16:creationId xmlns:a16="http://schemas.microsoft.com/office/drawing/2014/main" id="{32E22BF1-FB20-3A69-C134-A8F2664FC05C}"/>
                </a:ext>
              </a:extLst>
            </p:cNvPr>
            <p:cNvSpPr/>
            <p:nvPr/>
          </p:nvSpPr>
          <p:spPr>
            <a:xfrm>
              <a:off x="447752"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1</a:t>
              </a:r>
            </a:p>
          </p:txBody>
        </p:sp>
        <p:sp>
          <p:nvSpPr>
            <p:cNvPr id="16" name="Oval 15">
              <a:extLst>
                <a:ext uri="{FF2B5EF4-FFF2-40B4-BE49-F238E27FC236}">
                  <a16:creationId xmlns:a16="http://schemas.microsoft.com/office/drawing/2014/main" id="{CEA399BD-9700-23B0-DFD0-0FB9ADB84CAC}"/>
                </a:ext>
              </a:extLst>
            </p:cNvPr>
            <p:cNvSpPr/>
            <p:nvPr/>
          </p:nvSpPr>
          <p:spPr>
            <a:xfrm>
              <a:off x="2383064" y="1136141"/>
              <a:ext cx="240790" cy="240790"/>
            </a:xfrm>
            <a:prstGeom prst="ellipse">
              <a:avLst/>
            </a:prstGeom>
            <a:solidFill>
              <a:srgbClr val="12ABDB"/>
            </a:solidFill>
            <a:ln>
              <a:solidFill>
                <a:srgbClr val="12AB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solidFill>
                </a:rPr>
                <a:t>2</a:t>
              </a:r>
            </a:p>
          </p:txBody>
        </p:sp>
        <p:sp>
          <p:nvSpPr>
            <p:cNvPr id="17" name="Oval 16">
              <a:extLst>
                <a:ext uri="{FF2B5EF4-FFF2-40B4-BE49-F238E27FC236}">
                  <a16:creationId xmlns:a16="http://schemas.microsoft.com/office/drawing/2014/main" id="{567132C6-BD3B-D9C0-EACA-F0E3E533668F}"/>
                </a:ext>
              </a:extLst>
            </p:cNvPr>
            <p:cNvSpPr/>
            <p:nvPr/>
          </p:nvSpPr>
          <p:spPr>
            <a:xfrm>
              <a:off x="4314727"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3</a:t>
              </a:r>
            </a:p>
          </p:txBody>
        </p:sp>
        <p:sp>
          <p:nvSpPr>
            <p:cNvPr id="18" name="Oval 17">
              <a:extLst>
                <a:ext uri="{FF2B5EF4-FFF2-40B4-BE49-F238E27FC236}">
                  <a16:creationId xmlns:a16="http://schemas.microsoft.com/office/drawing/2014/main" id="{0ABA9564-7F36-01D6-0D10-9F484232AB9B}"/>
                </a:ext>
              </a:extLst>
            </p:cNvPr>
            <p:cNvSpPr/>
            <p:nvPr/>
          </p:nvSpPr>
          <p:spPr>
            <a:xfrm>
              <a:off x="6246390"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4</a:t>
              </a:r>
            </a:p>
          </p:txBody>
        </p:sp>
        <p:sp>
          <p:nvSpPr>
            <p:cNvPr id="19" name="Oval 18">
              <a:extLst>
                <a:ext uri="{FF2B5EF4-FFF2-40B4-BE49-F238E27FC236}">
                  <a16:creationId xmlns:a16="http://schemas.microsoft.com/office/drawing/2014/main" id="{E4546176-6532-3000-1D77-DB6CD81C98AB}"/>
                </a:ext>
              </a:extLst>
            </p:cNvPr>
            <p:cNvSpPr/>
            <p:nvPr/>
          </p:nvSpPr>
          <p:spPr>
            <a:xfrm>
              <a:off x="10117384"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6</a:t>
              </a:r>
            </a:p>
          </p:txBody>
        </p:sp>
        <p:sp>
          <p:nvSpPr>
            <p:cNvPr id="20" name="Oval 19">
              <a:extLst>
                <a:ext uri="{FF2B5EF4-FFF2-40B4-BE49-F238E27FC236}">
                  <a16:creationId xmlns:a16="http://schemas.microsoft.com/office/drawing/2014/main" id="{286F5619-4D2A-E2CB-9133-07CD6F84BEE5}"/>
                </a:ext>
              </a:extLst>
            </p:cNvPr>
            <p:cNvSpPr/>
            <p:nvPr/>
          </p:nvSpPr>
          <p:spPr>
            <a:xfrm>
              <a:off x="8179970"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5</a:t>
              </a:r>
            </a:p>
          </p:txBody>
        </p:sp>
      </p:grpSp>
      <p:sp>
        <p:nvSpPr>
          <p:cNvPr id="21" name="Text Placeholder 5">
            <a:extLst>
              <a:ext uri="{FF2B5EF4-FFF2-40B4-BE49-F238E27FC236}">
                <a16:creationId xmlns:a16="http://schemas.microsoft.com/office/drawing/2014/main" id="{2D971BA6-8E6B-F206-65AB-0C6EDD2331ED}"/>
              </a:ext>
            </a:extLst>
          </p:cNvPr>
          <p:cNvSpPr>
            <a:spLocks noGrp="1"/>
          </p:cNvSpPr>
          <p:nvPr>
            <p:ph type="body" sz="quarter" idx="11"/>
          </p:nvPr>
        </p:nvSpPr>
        <p:spPr>
          <a:xfrm>
            <a:off x="338138" y="1676400"/>
            <a:ext cx="5500687" cy="4970591"/>
          </a:xfrm>
        </p:spPr>
        <p:txBody>
          <a:bodyPr wrap="square" lIns="0" tIns="0" rIns="0" bIns="0">
            <a:spAutoFit/>
          </a:bodyPr>
          <a:lstStyle/>
          <a:p>
            <a:pPr marL="182563" indent="-66675" algn="l" rtl="0"/>
            <a:r>
              <a:rPr lang="en-AU" sz="1300" b="1" noProof="0"/>
              <a:t>Current-state S&amp;OP and Planning assessment</a:t>
            </a:r>
          </a:p>
          <a:p>
            <a:pPr marL="446088" lvl="1" indent="-169863" algn="l" rtl="0">
              <a:buFont typeface="Calibri" panose="020F0502020204030204" pitchFamily="34" charset="0"/>
              <a:buChar char="–"/>
            </a:pPr>
            <a:r>
              <a:rPr lang="en-AU" sz="1300" noProof="0"/>
              <a:t>Review existing processes documentation, planning policies…</a:t>
            </a:r>
          </a:p>
          <a:p>
            <a:pPr marL="446088" lvl="1" indent="-169863" algn="l" rtl="0">
              <a:buFont typeface="Calibri" panose="020F0502020204030204" pitchFamily="34" charset="0"/>
              <a:buChar char="–"/>
            </a:pPr>
            <a:r>
              <a:rPr lang="en-AU" sz="1300" noProof="0"/>
              <a:t>Analyse historical KPIs and performance data </a:t>
            </a:r>
            <a:r>
              <a:rPr lang="en-AU" sz="1300" i="1" noProof="0"/>
              <a:t>(forecast accuracy, inventory, service levels…)</a:t>
            </a:r>
          </a:p>
          <a:p>
            <a:pPr marL="446088" lvl="1" indent="-169863" algn="l" rtl="0">
              <a:spcAft>
                <a:spcPts val="600"/>
              </a:spcAft>
              <a:buFont typeface="Calibri" panose="020F0502020204030204" pitchFamily="34" charset="0"/>
              <a:buChar char="–"/>
            </a:pPr>
            <a:r>
              <a:rPr lang="en-AU" sz="1300" noProof="0"/>
              <a:t>Conduct interviews with the key stakeholders</a:t>
            </a:r>
          </a:p>
          <a:p>
            <a:pPr marL="446088" lvl="1" indent="-169863" algn="l" rtl="0">
              <a:spcAft>
                <a:spcPts val="600"/>
              </a:spcAft>
              <a:buFont typeface="Calibri" panose="020F0502020204030204" pitchFamily="34" charset="0"/>
              <a:buChar char="–"/>
            </a:pPr>
            <a:r>
              <a:rPr lang="en-AU" sz="1300" noProof="0"/>
              <a:t>Map roles and responsibilities within the processes</a:t>
            </a:r>
            <a:endParaRPr lang="en-AU" sz="1300" i="1" noProof="0"/>
          </a:p>
          <a:p>
            <a:pPr marL="446088" lvl="1" indent="-169863" algn="l" rtl="0">
              <a:buFont typeface="Calibri" panose="020F0502020204030204" pitchFamily="34" charset="0"/>
              <a:buChar char="–"/>
            </a:pPr>
            <a:r>
              <a:rPr lang="en-AU" sz="1300" noProof="0"/>
              <a:t>Map current decision-making forums, participants, cadence…</a:t>
            </a:r>
          </a:p>
          <a:p>
            <a:pPr marL="446088" lvl="1" indent="-169863" algn="l" rtl="0">
              <a:buFont typeface="Calibri" panose="020F0502020204030204" pitchFamily="34" charset="0"/>
              <a:buChar char="–"/>
            </a:pPr>
            <a:r>
              <a:rPr lang="en-AU" sz="1300" noProof="0"/>
              <a:t>Identify pain points, bottlenecks, inconsistencies…</a:t>
            </a:r>
          </a:p>
          <a:p>
            <a:pPr marL="446088" lvl="1" indent="-169863" algn="l" rtl="0">
              <a:buFont typeface="Calibri" panose="020F0502020204030204" pitchFamily="34" charset="0"/>
              <a:buChar char="–"/>
            </a:pPr>
            <a:endParaRPr lang="en-AU" sz="1300" noProof="0"/>
          </a:p>
          <a:p>
            <a:pPr marL="182563" lvl="1" indent="-66675" algn="l" rtl="0">
              <a:spcAft>
                <a:spcPts val="600"/>
              </a:spcAft>
            </a:pPr>
            <a:r>
              <a:rPr lang="en-AU" sz="1300" b="1" kern="1200" noProof="0"/>
              <a:t>Maturity evaluation across segments and key dimensions: </a:t>
            </a:r>
            <a:r>
              <a:rPr lang="en-AU" sz="1300" i="1" kern="1200" noProof="0"/>
              <a:t>processes and governance, organization, data, KPIs and reporting and usage of systems/technology</a:t>
            </a:r>
            <a:endParaRPr lang="en-AU" sz="1300" noProof="0"/>
          </a:p>
          <a:p>
            <a:pPr marL="182563" lvl="1" indent="-66675" algn="l" rtl="0">
              <a:spcAft>
                <a:spcPts val="600"/>
              </a:spcAft>
            </a:pPr>
            <a:r>
              <a:rPr lang="en-AU" sz="1300" b="1" kern="1200" noProof="0"/>
              <a:t>Define aspirational principles</a:t>
            </a:r>
          </a:p>
          <a:p>
            <a:pPr marL="446088" lvl="1" indent="-169863" algn="l" rtl="0">
              <a:spcAft>
                <a:spcPts val="600"/>
              </a:spcAft>
              <a:buFont typeface="Calibri" panose="020F0502020204030204" pitchFamily="34" charset="0"/>
              <a:buChar char="–"/>
            </a:pPr>
            <a:r>
              <a:rPr lang="en-AU" sz="1300" noProof="0"/>
              <a:t>Conduct </a:t>
            </a:r>
            <a:r>
              <a:rPr lang="en-AU" sz="1300" i="1" noProof="0"/>
              <a:t>workshops</a:t>
            </a:r>
            <a:r>
              <a:rPr lang="en-AU" sz="1300" noProof="0"/>
              <a:t> to agree on decision rights, governance model, integration with business strategy…</a:t>
            </a:r>
          </a:p>
          <a:p>
            <a:pPr marL="446088" lvl="1" indent="-169863" algn="l" rtl="0">
              <a:spcAft>
                <a:spcPts val="600"/>
              </a:spcAft>
              <a:buFont typeface="Calibri" panose="020F0502020204030204" pitchFamily="34" charset="0"/>
              <a:buChar char="–"/>
            </a:pPr>
            <a:r>
              <a:rPr lang="en-AU" sz="1300" noProof="0"/>
              <a:t>Define target decision-making cadence, escalation paths and accountability</a:t>
            </a:r>
          </a:p>
          <a:p>
            <a:pPr marL="446088" lvl="1" indent="-169863" algn="l" rtl="0">
              <a:spcAft>
                <a:spcPts val="600"/>
              </a:spcAft>
              <a:buFont typeface="Calibri" panose="020F0502020204030204" pitchFamily="34" charset="0"/>
              <a:buChar char="–"/>
            </a:pPr>
            <a:r>
              <a:rPr lang="en-AU" sz="1300" noProof="0"/>
              <a:t>Align on data and technology principles (i.e.: KPI standardization)</a:t>
            </a:r>
          </a:p>
          <a:p>
            <a:pPr marL="182563" lvl="1" indent="-66675" algn="l" rtl="0">
              <a:spcAft>
                <a:spcPts val="600"/>
              </a:spcAft>
            </a:pPr>
            <a:r>
              <a:rPr lang="en-AU" sz="1300" b="1" kern="1200" noProof="0"/>
              <a:t>Fit-gap analysis and position current vs. aspirational maturity</a:t>
            </a:r>
          </a:p>
          <a:p>
            <a:pPr marL="446088" lvl="1" indent="-169863" algn="l" rtl="0">
              <a:spcAft>
                <a:spcPts val="600"/>
              </a:spcAft>
              <a:buFont typeface="Calibri" panose="020F0502020204030204" pitchFamily="34" charset="0"/>
              <a:buChar char="–"/>
            </a:pPr>
            <a:r>
              <a:rPr lang="en-AU" sz="1300" noProof="0"/>
              <a:t>Compare current state against aspirational principles</a:t>
            </a:r>
          </a:p>
          <a:p>
            <a:pPr marL="446088" lvl="1" indent="-169863" algn="l" rtl="0">
              <a:spcAft>
                <a:spcPts val="600"/>
              </a:spcAft>
              <a:buFont typeface="Calibri" panose="020F0502020204030204" pitchFamily="34" charset="0"/>
              <a:buChar char="–"/>
            </a:pPr>
            <a:r>
              <a:rPr lang="en-AU" sz="1300" noProof="0"/>
              <a:t>Document gaps, risks and improvement opportunities by segment</a:t>
            </a:r>
          </a:p>
        </p:txBody>
      </p:sp>
      <p:pic>
        <p:nvPicPr>
          <p:cNvPr id="2" name="Picture 1">
            <a:extLst>
              <a:ext uri="{FF2B5EF4-FFF2-40B4-BE49-F238E27FC236}">
                <a16:creationId xmlns:a16="http://schemas.microsoft.com/office/drawing/2014/main" id="{0C44CEEA-B4DC-375F-1653-7A1DDAFF6F21}"/>
              </a:ext>
            </a:extLst>
          </p:cNvPr>
          <p:cNvPicPr>
            <a:picLocks/>
          </p:cNvPicPr>
          <p:nvPr/>
        </p:nvPicPr>
        <p:blipFill>
          <a:blip r:embed="rId2">
            <a:duotone>
              <a:schemeClr val="accent1">
                <a:shade val="45000"/>
                <a:satMod val="135000"/>
              </a:schemeClr>
              <a:prstClr val="white"/>
            </a:duotone>
          </a:blip>
          <a:stretch>
            <a:fillRect/>
          </a:stretch>
        </p:blipFill>
        <p:spPr>
          <a:xfrm>
            <a:off x="6652800" y="1576800"/>
            <a:ext cx="1962000" cy="1076400"/>
          </a:xfrm>
          <a:prstGeom prst="rect">
            <a:avLst/>
          </a:prstGeom>
          <a:ln w="12700" cap="flat">
            <a:solidFill>
              <a:schemeClr val="accent1"/>
            </a:solidFill>
            <a:miter lim="400000"/>
          </a:ln>
          <a:effectLst/>
        </p:spPr>
      </p:pic>
      <p:sp>
        <p:nvSpPr>
          <p:cNvPr id="3" name="TextBox 2">
            <a:extLst>
              <a:ext uri="{FF2B5EF4-FFF2-40B4-BE49-F238E27FC236}">
                <a16:creationId xmlns:a16="http://schemas.microsoft.com/office/drawing/2014/main" id="{9C9726C3-706A-61BB-7DFD-9487769CE5BE}"/>
              </a:ext>
            </a:extLst>
          </p:cNvPr>
          <p:cNvSpPr txBox="1"/>
          <p:nvPr/>
        </p:nvSpPr>
        <p:spPr>
          <a:xfrm>
            <a:off x="6653060" y="2698289"/>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Maturity assessment results by segment</a:t>
            </a:r>
          </a:p>
        </p:txBody>
      </p:sp>
      <p:pic>
        <p:nvPicPr>
          <p:cNvPr id="4" name="Picture 3">
            <a:extLst>
              <a:ext uri="{FF2B5EF4-FFF2-40B4-BE49-F238E27FC236}">
                <a16:creationId xmlns:a16="http://schemas.microsoft.com/office/drawing/2014/main" id="{AB50555B-62C9-E513-30DC-4980019B546C}"/>
              </a:ext>
            </a:extLst>
          </p:cNvPr>
          <p:cNvPicPr>
            <a:picLocks/>
          </p:cNvPicPr>
          <p:nvPr/>
        </p:nvPicPr>
        <p:blipFill>
          <a:blip r:embed="rId3">
            <a:duotone>
              <a:schemeClr val="accent1">
                <a:shade val="45000"/>
                <a:satMod val="135000"/>
              </a:schemeClr>
              <a:prstClr val="white"/>
            </a:duotone>
          </a:blip>
          <a:stretch>
            <a:fillRect/>
          </a:stretch>
        </p:blipFill>
        <p:spPr>
          <a:xfrm>
            <a:off x="9518400" y="1576800"/>
            <a:ext cx="1962000" cy="1076400"/>
          </a:xfrm>
          <a:prstGeom prst="rect">
            <a:avLst/>
          </a:prstGeom>
          <a:ln w="12700" cap="flat">
            <a:solidFill>
              <a:schemeClr val="accent1"/>
            </a:solidFill>
            <a:miter lim="400000"/>
          </a:ln>
          <a:effectLst/>
        </p:spPr>
      </p:pic>
      <p:sp>
        <p:nvSpPr>
          <p:cNvPr id="6" name="TextBox 5">
            <a:extLst>
              <a:ext uri="{FF2B5EF4-FFF2-40B4-BE49-F238E27FC236}">
                <a16:creationId xmlns:a16="http://schemas.microsoft.com/office/drawing/2014/main" id="{CC10E6FA-868D-1906-A0F9-5D098386BBAC}"/>
              </a:ext>
            </a:extLst>
          </p:cNvPr>
          <p:cNvSpPr txBox="1"/>
          <p:nvPr/>
        </p:nvSpPr>
        <p:spPr>
          <a:xfrm>
            <a:off x="9519299" y="2698288"/>
            <a:ext cx="1786881" cy="349702"/>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Defined aspirational principles and ambition level</a:t>
            </a:r>
          </a:p>
        </p:txBody>
      </p:sp>
      <p:pic>
        <p:nvPicPr>
          <p:cNvPr id="22" name="Picture 21">
            <a:extLst>
              <a:ext uri="{FF2B5EF4-FFF2-40B4-BE49-F238E27FC236}">
                <a16:creationId xmlns:a16="http://schemas.microsoft.com/office/drawing/2014/main" id="{13457F6F-E8E9-C52E-8EF5-3F9CD93C4B6A}"/>
              </a:ext>
            </a:extLst>
          </p:cNvPr>
          <p:cNvPicPr>
            <a:picLocks/>
          </p:cNvPicPr>
          <p:nvPr/>
        </p:nvPicPr>
        <p:blipFill>
          <a:blip r:embed="rId4">
            <a:duotone>
              <a:schemeClr val="accent1">
                <a:shade val="45000"/>
                <a:satMod val="135000"/>
              </a:schemeClr>
              <a:prstClr val="white"/>
            </a:duotone>
          </a:blip>
          <a:stretch>
            <a:fillRect/>
          </a:stretch>
        </p:blipFill>
        <p:spPr>
          <a:xfrm>
            <a:off x="6652800" y="3078000"/>
            <a:ext cx="1962000" cy="1076400"/>
          </a:xfrm>
          <a:prstGeom prst="rect">
            <a:avLst/>
          </a:prstGeom>
          <a:ln w="12700" cap="flat">
            <a:solidFill>
              <a:schemeClr val="accent1"/>
            </a:solidFill>
            <a:miter lim="400000"/>
          </a:ln>
          <a:effectLst/>
        </p:spPr>
      </p:pic>
      <p:sp>
        <p:nvSpPr>
          <p:cNvPr id="23" name="TextBox 22">
            <a:extLst>
              <a:ext uri="{FF2B5EF4-FFF2-40B4-BE49-F238E27FC236}">
                <a16:creationId xmlns:a16="http://schemas.microsoft.com/office/drawing/2014/main" id="{F26839D4-6870-7828-6113-2A042D4A5545}"/>
              </a:ext>
            </a:extLst>
          </p:cNvPr>
          <p:cNvSpPr txBox="1"/>
          <p:nvPr/>
        </p:nvSpPr>
        <p:spPr>
          <a:xfrm>
            <a:off x="6653060" y="4173594"/>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Ubuntu" panose="020B0504030602030204" pitchFamily="34" charset="0"/>
                <a:ea typeface="+mn-ea"/>
                <a:cs typeface="+mn-cs"/>
              </a:rPr>
              <a:t>Fit-gap </a:t>
            </a:r>
            <a:r>
              <a:rPr lang="en-AU" sz="900" i="1" noProof="0">
                <a:latin typeface="Ubuntu" panose="020B0504030602030204" pitchFamily="34" charset="0"/>
              </a:rPr>
              <a:t>a</a:t>
            </a:r>
            <a:r>
              <a:rPr kumimoji="0" lang="en-AU" sz="900" b="0" i="1" u="none" strike="noStrike" kern="1200" cap="none" spc="0" normalizeH="0" baseline="0" noProof="0">
                <a:ln>
                  <a:noFill/>
                </a:ln>
                <a:effectLst/>
                <a:uLnTx/>
                <a:uFillTx/>
                <a:latin typeface="Ubuntu" panose="020B0504030602030204" pitchFamily="34" charset="0"/>
                <a:ea typeface="+mn-ea"/>
                <a:cs typeface="+mn-cs"/>
              </a:rPr>
              <a:t>nalysis by segment</a:t>
            </a:r>
          </a:p>
        </p:txBody>
      </p:sp>
      <p:grpSp>
        <p:nvGrpSpPr>
          <p:cNvPr id="30" name="Group 29">
            <a:extLst>
              <a:ext uri="{FF2B5EF4-FFF2-40B4-BE49-F238E27FC236}">
                <a16:creationId xmlns:a16="http://schemas.microsoft.com/office/drawing/2014/main" id="{78D79769-7384-2722-63BE-B33F0B882699}"/>
              </a:ext>
            </a:extLst>
          </p:cNvPr>
          <p:cNvGrpSpPr/>
          <p:nvPr/>
        </p:nvGrpSpPr>
        <p:grpSpPr>
          <a:xfrm>
            <a:off x="10722587" y="1066287"/>
            <a:ext cx="757813" cy="211203"/>
            <a:chOff x="10033833" y="964729"/>
            <a:chExt cx="757813" cy="211203"/>
          </a:xfrm>
        </p:grpSpPr>
        <p:sp>
          <p:nvSpPr>
            <p:cNvPr id="26" name="TextBox 25">
              <a:extLst>
                <a:ext uri="{FF2B5EF4-FFF2-40B4-BE49-F238E27FC236}">
                  <a16:creationId xmlns:a16="http://schemas.microsoft.com/office/drawing/2014/main" id="{6A6C0131-EF9F-CA90-DE37-7886A26DFC99}"/>
                </a:ext>
              </a:extLst>
            </p:cNvPr>
            <p:cNvSpPr txBox="1"/>
            <p:nvPr/>
          </p:nvSpPr>
          <p:spPr>
            <a:xfrm>
              <a:off x="10033833" y="964729"/>
              <a:ext cx="757813" cy="211203"/>
            </a:xfrm>
            <a:prstGeom prst="rect">
              <a:avLst/>
            </a:prstGeom>
            <a:noFill/>
          </p:spPr>
          <p:txBody>
            <a:bodyPr wrap="square" lIns="0" tIns="36000" rIns="0" bIns="36000" rtlCol="0">
              <a:spAutoFit/>
            </a:bodyPr>
            <a:lstStyle/>
            <a:p>
              <a:pPr marL="0" marR="0" lvl="0" indent="0" algn="ctr"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Illustrative</a:t>
              </a:r>
            </a:p>
          </p:txBody>
        </p:sp>
        <p:cxnSp>
          <p:nvCxnSpPr>
            <p:cNvPr id="28" name="Straight Connector 27">
              <a:extLst>
                <a:ext uri="{FF2B5EF4-FFF2-40B4-BE49-F238E27FC236}">
                  <a16:creationId xmlns:a16="http://schemas.microsoft.com/office/drawing/2014/main" id="{B0AAD638-727E-91A7-EE1D-9CCC83C5F5CE}"/>
                </a:ext>
              </a:extLst>
            </p:cNvPr>
            <p:cNvCxnSpPr>
              <a:cxnSpLocks/>
            </p:cNvCxnSpPr>
            <p:nvPr/>
          </p:nvCxnSpPr>
          <p:spPr>
            <a:xfrm>
              <a:off x="10033833" y="981017"/>
              <a:ext cx="7578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3EDD114-F3C5-17FD-BF5D-8F82BED05324}"/>
                </a:ext>
              </a:extLst>
            </p:cNvPr>
            <p:cNvCxnSpPr>
              <a:cxnSpLocks/>
            </p:cNvCxnSpPr>
            <p:nvPr/>
          </p:nvCxnSpPr>
          <p:spPr>
            <a:xfrm>
              <a:off x="10033833" y="1159643"/>
              <a:ext cx="7578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7" name="Picture 6">
            <a:extLst>
              <a:ext uri="{FF2B5EF4-FFF2-40B4-BE49-F238E27FC236}">
                <a16:creationId xmlns:a16="http://schemas.microsoft.com/office/drawing/2014/main" id="{DD8B5559-0833-0979-BA48-72DBCF634E7A}"/>
              </a:ext>
            </a:extLst>
          </p:cNvPr>
          <p:cNvPicPr>
            <a:picLocks/>
          </p:cNvPicPr>
          <p:nvPr/>
        </p:nvPicPr>
        <p:blipFill>
          <a:blip r:embed="rId5">
            <a:duotone>
              <a:schemeClr val="accent1">
                <a:shade val="45000"/>
                <a:satMod val="135000"/>
              </a:schemeClr>
              <a:prstClr val="white"/>
            </a:duotone>
          </a:blip>
          <a:stretch>
            <a:fillRect/>
          </a:stretch>
        </p:blipFill>
        <p:spPr>
          <a:xfrm>
            <a:off x="9518400" y="3077999"/>
            <a:ext cx="1962000" cy="1076400"/>
          </a:xfrm>
          <a:prstGeom prst="rect">
            <a:avLst/>
          </a:prstGeom>
          <a:ln w="12700" cap="flat">
            <a:solidFill>
              <a:schemeClr val="accent1"/>
            </a:solidFill>
            <a:miter lim="400000"/>
          </a:ln>
          <a:effectLst/>
        </p:spPr>
      </p:pic>
      <p:sp>
        <p:nvSpPr>
          <p:cNvPr id="24" name="TextBox 23">
            <a:extLst>
              <a:ext uri="{FF2B5EF4-FFF2-40B4-BE49-F238E27FC236}">
                <a16:creationId xmlns:a16="http://schemas.microsoft.com/office/drawing/2014/main" id="{F9E5F8B0-FF6A-231F-623F-46B666E64B15}"/>
              </a:ext>
            </a:extLst>
          </p:cNvPr>
          <p:cNvSpPr txBox="1"/>
          <p:nvPr/>
        </p:nvSpPr>
        <p:spPr>
          <a:xfrm>
            <a:off x="9519299" y="4173594"/>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Ubuntu" panose="020B0504030602030204" pitchFamily="34" charset="0"/>
                <a:ea typeface="+mn-ea"/>
                <a:cs typeface="+mn-cs"/>
              </a:rPr>
              <a:t>Key insights and implications summary</a:t>
            </a:r>
          </a:p>
        </p:txBody>
      </p:sp>
    </p:spTree>
    <p:extLst>
      <p:ext uri="{BB962C8B-B14F-4D97-AF65-F5344CB8AC3E}">
        <p14:creationId xmlns:p14="http://schemas.microsoft.com/office/powerpoint/2010/main" val="38824308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A2014-4471-8F81-928A-0E56D8236DB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D43FAAE0-F386-F2CA-A454-B69E01372D86}"/>
              </a:ext>
            </a:extLst>
          </p:cNvPr>
          <p:cNvSpPr>
            <a:spLocks noGrp="1"/>
          </p:cNvSpPr>
          <p:nvPr>
            <p:ph type="body" sz="quarter" idx="10"/>
          </p:nvPr>
        </p:nvSpPr>
        <p:spPr>
          <a:xfrm>
            <a:off x="381000" y="304800"/>
            <a:ext cx="10972800" cy="307777"/>
          </a:xfrm>
        </p:spPr>
        <p:txBody>
          <a:bodyPr/>
          <a:lstStyle/>
          <a:p>
            <a:r>
              <a:rPr lang="en-AU" noProof="0"/>
              <a:t>3. TARGET S&amp;OP CYCLE definition</a:t>
            </a:r>
          </a:p>
        </p:txBody>
      </p:sp>
      <p:grpSp>
        <p:nvGrpSpPr>
          <p:cNvPr id="8" name="Group 7">
            <a:extLst>
              <a:ext uri="{FF2B5EF4-FFF2-40B4-BE49-F238E27FC236}">
                <a16:creationId xmlns:a16="http://schemas.microsoft.com/office/drawing/2014/main" id="{8ADD3992-DAD7-DA0E-2A59-6125CA2FAE6C}"/>
              </a:ext>
            </a:extLst>
          </p:cNvPr>
          <p:cNvGrpSpPr/>
          <p:nvPr/>
        </p:nvGrpSpPr>
        <p:grpSpPr>
          <a:xfrm>
            <a:off x="6251004" y="339294"/>
            <a:ext cx="4069793" cy="273283"/>
            <a:chOff x="447752" y="1136141"/>
            <a:chExt cx="11611592" cy="779706"/>
          </a:xfrm>
        </p:grpSpPr>
        <p:sp>
          <p:nvSpPr>
            <p:cNvPr id="9" name="Rectangle: Rounded Corners 8">
              <a:extLst>
                <a:ext uri="{FF2B5EF4-FFF2-40B4-BE49-F238E27FC236}">
                  <a16:creationId xmlns:a16="http://schemas.microsoft.com/office/drawing/2014/main" id="{E716D3FB-4FF3-3362-E1E5-CACA931147C6}"/>
                </a:ext>
              </a:extLst>
            </p:cNvPr>
            <p:cNvSpPr/>
            <p:nvPr/>
          </p:nvSpPr>
          <p:spPr>
            <a:xfrm>
              <a:off x="56987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MOBILIZATION AND PREPARATION</a:t>
              </a:r>
            </a:p>
          </p:txBody>
        </p:sp>
        <p:sp>
          <p:nvSpPr>
            <p:cNvPr id="10" name="Rectangle: Rounded Corners 9">
              <a:extLst>
                <a:ext uri="{FF2B5EF4-FFF2-40B4-BE49-F238E27FC236}">
                  <a16:creationId xmlns:a16="http://schemas.microsoft.com/office/drawing/2014/main" id="{18BF6B73-769E-AAC4-6939-BFCFDEC019B0}"/>
                </a:ext>
              </a:extLst>
            </p:cNvPr>
            <p:cNvSpPr/>
            <p:nvPr/>
          </p:nvSpPr>
          <p:spPr>
            <a:xfrm>
              <a:off x="250345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S&amp;OP MATURITY ASSESSMENT</a:t>
              </a:r>
            </a:p>
          </p:txBody>
        </p:sp>
        <p:sp>
          <p:nvSpPr>
            <p:cNvPr id="11" name="Rectangle: Rounded Corners 10">
              <a:extLst>
                <a:ext uri="{FF2B5EF4-FFF2-40B4-BE49-F238E27FC236}">
                  <a16:creationId xmlns:a16="http://schemas.microsoft.com/office/drawing/2014/main" id="{3DD199B6-6FDD-7750-2B31-AB1BD3E75619}"/>
                </a:ext>
              </a:extLst>
            </p:cNvPr>
            <p:cNvSpPr/>
            <p:nvPr/>
          </p:nvSpPr>
          <p:spPr>
            <a:xfrm>
              <a:off x="4437039" y="1219200"/>
              <a:ext cx="1821564" cy="696647"/>
            </a:xfrm>
            <a:prstGeom prst="roundRect">
              <a:avLst/>
            </a:prstGeom>
            <a:solidFill>
              <a:srgbClr val="12ABDB"/>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solidFill>
                  <a:effectLst/>
                  <a:uLnTx/>
                  <a:uFillTx/>
                  <a:latin typeface="Calibri"/>
                  <a:ea typeface="+mn-ea"/>
                  <a:cs typeface="+mn-cs"/>
                </a:rPr>
                <a:t>ASPIRATIONAL DEFINITION AND TARGET S&amp;OP CYCLE</a:t>
              </a:r>
            </a:p>
          </p:txBody>
        </p:sp>
        <p:sp>
          <p:nvSpPr>
            <p:cNvPr id="12" name="Rectangle: Rounded Corners 11">
              <a:extLst>
                <a:ext uri="{FF2B5EF4-FFF2-40B4-BE49-F238E27FC236}">
                  <a16:creationId xmlns:a16="http://schemas.microsoft.com/office/drawing/2014/main" id="{B7530D2C-9733-E3C6-048A-AFC65E5F3723}"/>
                </a:ext>
              </a:extLst>
            </p:cNvPr>
            <p:cNvSpPr/>
            <p:nvPr/>
          </p:nvSpPr>
          <p:spPr>
            <a:xfrm>
              <a:off x="6370619"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lvl="0" algn="ctr">
                <a:defRPr/>
              </a:pPr>
              <a:r>
                <a:rPr lang="en-AU" sz="400" b="1" kern="0" noProof="0">
                  <a:solidFill>
                    <a:schemeClr val="bg1">
                      <a:lumMod val="85000"/>
                    </a:schemeClr>
                  </a:solidFill>
                </a:rPr>
                <a:t>DEMAND AND SUPPLY PROCESSES DESIGN</a:t>
              </a:r>
            </a:p>
          </p:txBody>
        </p:sp>
        <p:sp>
          <p:nvSpPr>
            <p:cNvPr id="13" name="Rectangle: Rounded Corners 12">
              <a:extLst>
                <a:ext uri="{FF2B5EF4-FFF2-40B4-BE49-F238E27FC236}">
                  <a16:creationId xmlns:a16="http://schemas.microsoft.com/office/drawing/2014/main" id="{165EA110-9EE1-E2AB-3E7F-1BA6C3641B67}"/>
                </a:ext>
              </a:extLst>
            </p:cNvPr>
            <p:cNvSpPr/>
            <p:nvPr/>
          </p:nvSpPr>
          <p:spPr>
            <a:xfrm>
              <a:off x="8304199"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400" b="1" kern="0" noProof="0">
                  <a:solidFill>
                    <a:schemeClr val="bg1">
                      <a:lumMod val="85000"/>
                    </a:schemeClr>
                  </a:solidFill>
                  <a:latin typeface="Calibri"/>
                </a:rPr>
                <a:t>IMPLEMENTATION READINESS AND CHANGE MANAGEMENT</a:t>
              </a:r>
              <a:endParaRPr kumimoji="0" lang="en-AU" sz="400" b="1" i="0" u="none" strike="noStrike" kern="0" cap="none" spc="0" normalizeH="0" baseline="0" noProof="0">
                <a:ln>
                  <a:noFill/>
                </a:ln>
                <a:solidFill>
                  <a:schemeClr val="bg1">
                    <a:lumMod val="85000"/>
                  </a:schemeClr>
                </a:solidFill>
                <a:effectLst/>
                <a:uLnTx/>
                <a:uFillTx/>
                <a:latin typeface="Calibri"/>
                <a:ea typeface="+mn-ea"/>
                <a:cs typeface="+mn-cs"/>
              </a:endParaRPr>
            </a:p>
          </p:txBody>
        </p:sp>
        <p:sp>
          <p:nvSpPr>
            <p:cNvPr id="14" name="Rectangle: Rounded Corners 13">
              <a:extLst>
                <a:ext uri="{FF2B5EF4-FFF2-40B4-BE49-F238E27FC236}">
                  <a16:creationId xmlns:a16="http://schemas.microsoft.com/office/drawing/2014/main" id="{50E45192-D2A2-E9C7-26F1-48FB5C70CCC3}"/>
                </a:ext>
              </a:extLst>
            </p:cNvPr>
            <p:cNvSpPr/>
            <p:nvPr/>
          </p:nvSpPr>
          <p:spPr>
            <a:xfrm>
              <a:off x="10237780"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400" b="1" kern="0" noProof="0">
                  <a:solidFill>
                    <a:schemeClr val="bg1">
                      <a:lumMod val="85000"/>
                    </a:schemeClr>
                  </a:solidFill>
                  <a:latin typeface="Calibri"/>
                </a:rPr>
                <a:t>DEPLOYMENT</a:t>
              </a:r>
              <a:endParaRPr kumimoji="0" lang="en-AU" sz="400" b="1" i="0" u="none" strike="noStrike" kern="0" cap="none" spc="0" normalizeH="0" baseline="0" noProof="0">
                <a:ln>
                  <a:noFill/>
                </a:ln>
                <a:solidFill>
                  <a:schemeClr val="bg1">
                    <a:lumMod val="85000"/>
                  </a:schemeClr>
                </a:solidFill>
                <a:effectLst/>
                <a:uLnTx/>
                <a:uFillTx/>
                <a:latin typeface="Calibri"/>
                <a:ea typeface="+mn-ea"/>
                <a:cs typeface="+mn-cs"/>
              </a:endParaRPr>
            </a:p>
          </p:txBody>
        </p:sp>
        <p:sp>
          <p:nvSpPr>
            <p:cNvPr id="15" name="Oval 14">
              <a:extLst>
                <a:ext uri="{FF2B5EF4-FFF2-40B4-BE49-F238E27FC236}">
                  <a16:creationId xmlns:a16="http://schemas.microsoft.com/office/drawing/2014/main" id="{218A3938-CC29-59F8-2004-115CB910AC99}"/>
                </a:ext>
              </a:extLst>
            </p:cNvPr>
            <p:cNvSpPr/>
            <p:nvPr/>
          </p:nvSpPr>
          <p:spPr>
            <a:xfrm>
              <a:off x="447752"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1</a:t>
              </a:r>
            </a:p>
          </p:txBody>
        </p:sp>
        <p:sp>
          <p:nvSpPr>
            <p:cNvPr id="16" name="Oval 15">
              <a:extLst>
                <a:ext uri="{FF2B5EF4-FFF2-40B4-BE49-F238E27FC236}">
                  <a16:creationId xmlns:a16="http://schemas.microsoft.com/office/drawing/2014/main" id="{4B0B704D-41EE-B970-E744-47CBDC9B57CA}"/>
                </a:ext>
              </a:extLst>
            </p:cNvPr>
            <p:cNvSpPr/>
            <p:nvPr/>
          </p:nvSpPr>
          <p:spPr>
            <a:xfrm>
              <a:off x="2383064"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2</a:t>
              </a:r>
            </a:p>
          </p:txBody>
        </p:sp>
        <p:sp>
          <p:nvSpPr>
            <p:cNvPr id="17" name="Oval 16">
              <a:extLst>
                <a:ext uri="{FF2B5EF4-FFF2-40B4-BE49-F238E27FC236}">
                  <a16:creationId xmlns:a16="http://schemas.microsoft.com/office/drawing/2014/main" id="{EA2C08E7-3F27-F96A-7895-D4B3C621D469}"/>
                </a:ext>
              </a:extLst>
            </p:cNvPr>
            <p:cNvSpPr/>
            <p:nvPr/>
          </p:nvSpPr>
          <p:spPr>
            <a:xfrm>
              <a:off x="4314727" y="1136141"/>
              <a:ext cx="240790" cy="240790"/>
            </a:xfrm>
            <a:prstGeom prst="ellipse">
              <a:avLst/>
            </a:prstGeom>
            <a:solidFill>
              <a:srgbClr val="12ABDB"/>
            </a:solidFill>
            <a:ln>
              <a:solidFill>
                <a:srgbClr val="12AB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solidFill>
                </a:rPr>
                <a:t>3</a:t>
              </a:r>
            </a:p>
          </p:txBody>
        </p:sp>
        <p:sp>
          <p:nvSpPr>
            <p:cNvPr id="18" name="Oval 17">
              <a:extLst>
                <a:ext uri="{FF2B5EF4-FFF2-40B4-BE49-F238E27FC236}">
                  <a16:creationId xmlns:a16="http://schemas.microsoft.com/office/drawing/2014/main" id="{FAAC2BA2-72A3-D723-0804-70FD22F5FDF5}"/>
                </a:ext>
              </a:extLst>
            </p:cNvPr>
            <p:cNvSpPr/>
            <p:nvPr/>
          </p:nvSpPr>
          <p:spPr>
            <a:xfrm>
              <a:off x="6246390"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4</a:t>
              </a:r>
            </a:p>
          </p:txBody>
        </p:sp>
        <p:sp>
          <p:nvSpPr>
            <p:cNvPr id="19" name="Oval 18">
              <a:extLst>
                <a:ext uri="{FF2B5EF4-FFF2-40B4-BE49-F238E27FC236}">
                  <a16:creationId xmlns:a16="http://schemas.microsoft.com/office/drawing/2014/main" id="{9B587176-2D6C-6789-FAF1-8D1B9B259C72}"/>
                </a:ext>
              </a:extLst>
            </p:cNvPr>
            <p:cNvSpPr/>
            <p:nvPr/>
          </p:nvSpPr>
          <p:spPr>
            <a:xfrm>
              <a:off x="10117384"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6</a:t>
              </a:r>
            </a:p>
          </p:txBody>
        </p:sp>
        <p:sp>
          <p:nvSpPr>
            <p:cNvPr id="20" name="Oval 19">
              <a:extLst>
                <a:ext uri="{FF2B5EF4-FFF2-40B4-BE49-F238E27FC236}">
                  <a16:creationId xmlns:a16="http://schemas.microsoft.com/office/drawing/2014/main" id="{59A04511-824C-501E-B04D-261DB114BB05}"/>
                </a:ext>
              </a:extLst>
            </p:cNvPr>
            <p:cNvSpPr/>
            <p:nvPr/>
          </p:nvSpPr>
          <p:spPr>
            <a:xfrm>
              <a:off x="8179970"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5</a:t>
              </a:r>
            </a:p>
          </p:txBody>
        </p:sp>
      </p:grpSp>
      <p:sp>
        <p:nvSpPr>
          <p:cNvPr id="4" name="Text Placeholder 5">
            <a:extLst>
              <a:ext uri="{FF2B5EF4-FFF2-40B4-BE49-F238E27FC236}">
                <a16:creationId xmlns:a16="http://schemas.microsoft.com/office/drawing/2014/main" id="{21F80A6F-74C6-95F7-D8AE-10371026F1E4}"/>
              </a:ext>
            </a:extLst>
          </p:cNvPr>
          <p:cNvSpPr>
            <a:spLocks noGrp="1"/>
          </p:cNvSpPr>
          <p:nvPr>
            <p:ph type="body" sz="quarter" idx="11"/>
          </p:nvPr>
        </p:nvSpPr>
        <p:spPr>
          <a:xfrm>
            <a:off x="338138" y="1676400"/>
            <a:ext cx="5500687" cy="4924425"/>
          </a:xfrm>
        </p:spPr>
        <p:txBody>
          <a:bodyPr wrap="square" lIns="0" tIns="0" rIns="0" bIns="0">
            <a:spAutoFit/>
          </a:bodyPr>
          <a:lstStyle/>
          <a:p>
            <a:pPr marL="182563" indent="-66675" algn="l" rtl="0"/>
            <a:r>
              <a:rPr lang="en-AU" sz="1300" b="1" noProof="0"/>
              <a:t>Define cycle structure</a:t>
            </a:r>
          </a:p>
          <a:p>
            <a:pPr marL="446088" lvl="1" indent="-169863" algn="l" rtl="0">
              <a:buFont typeface="Calibri" panose="020F0502020204030204" pitchFamily="34" charset="0"/>
              <a:buChar char="–"/>
            </a:pPr>
            <a:r>
              <a:rPr lang="en-AU" sz="1300" noProof="0"/>
              <a:t>Map the end-to-end S&amp;OP cycle including inputs, outputs and decision points, specifying how to integrate inputs from different planning segments</a:t>
            </a:r>
          </a:p>
          <a:p>
            <a:pPr marL="446088" lvl="1" indent="-169863" algn="l" rtl="0">
              <a:buFont typeface="Calibri" panose="020F0502020204030204" pitchFamily="34" charset="0"/>
              <a:buChar char="–"/>
            </a:pPr>
            <a:r>
              <a:rPr lang="en-AU" sz="1300" noProof="0"/>
              <a:t>Define cadence of planning forums</a:t>
            </a:r>
          </a:p>
          <a:p>
            <a:pPr marL="182563" lvl="1" indent="-66675" algn="l" rtl="0">
              <a:spcAft>
                <a:spcPts val="600"/>
              </a:spcAft>
            </a:pPr>
            <a:r>
              <a:rPr lang="en-AU" sz="1300" b="1" kern="1200" noProof="0"/>
              <a:t>Decision rights and governance</a:t>
            </a:r>
          </a:p>
          <a:p>
            <a:pPr marL="446088" lvl="1" indent="-169863" algn="l" rtl="0">
              <a:spcAft>
                <a:spcPts val="600"/>
              </a:spcAft>
              <a:buFont typeface="Calibri" panose="020F0502020204030204" pitchFamily="34" charset="0"/>
              <a:buChar char="–"/>
            </a:pPr>
            <a:r>
              <a:rPr lang="en-AU" sz="1300" noProof="0"/>
              <a:t>Identify forum participants, owners of decisions and escalation paths</a:t>
            </a:r>
          </a:p>
          <a:p>
            <a:pPr marL="446088" lvl="1" indent="-169863" algn="l" rtl="0">
              <a:spcAft>
                <a:spcPts val="600"/>
              </a:spcAft>
              <a:buFont typeface="Calibri" panose="020F0502020204030204" pitchFamily="34" charset="0"/>
              <a:buChar char="–"/>
            </a:pPr>
            <a:r>
              <a:rPr lang="en-AU" sz="1300" noProof="0"/>
              <a:t>Define responsibilities for key decisions (i.e.: capacity, demand consensus, inventory policies…)</a:t>
            </a:r>
          </a:p>
          <a:p>
            <a:pPr marL="182563" lvl="1" indent="-66675" algn="l" rtl="0">
              <a:spcAft>
                <a:spcPts val="600"/>
              </a:spcAft>
            </a:pPr>
            <a:r>
              <a:rPr lang="en-AU" sz="1300" b="1" kern="1200" noProof="0"/>
              <a:t>Data &amp; reporting principles</a:t>
            </a:r>
          </a:p>
          <a:p>
            <a:pPr marL="446088" lvl="1" indent="-169863" algn="l" rtl="0">
              <a:spcAft>
                <a:spcPts val="600"/>
              </a:spcAft>
              <a:buFont typeface="Calibri" panose="020F0502020204030204" pitchFamily="34" charset="0"/>
              <a:buChar char="–"/>
            </a:pPr>
            <a:r>
              <a:rPr lang="en-AU" sz="1300" noProof="0"/>
              <a:t>Define standard S&amp;OP views, aggregation levels and planning horizons</a:t>
            </a:r>
          </a:p>
          <a:p>
            <a:pPr marL="446088" lvl="1" indent="-169863" algn="l" rtl="0">
              <a:spcAft>
                <a:spcPts val="600"/>
              </a:spcAft>
              <a:buFont typeface="Calibri" panose="020F0502020204030204" pitchFamily="34" charset="0"/>
              <a:buChar char="–"/>
            </a:pPr>
            <a:r>
              <a:rPr lang="en-AU" sz="1300" noProof="0"/>
              <a:t>Define minimum data standards required for effective S&amp;OP and enable comparable decision-making across different segments</a:t>
            </a:r>
          </a:p>
          <a:p>
            <a:pPr marL="182563" lvl="1" indent="-66675" algn="l" rtl="0">
              <a:spcAft>
                <a:spcPts val="600"/>
              </a:spcAft>
            </a:pPr>
            <a:r>
              <a:rPr lang="en-AU" sz="1300" b="1" kern="1200" noProof="0"/>
              <a:t>Demand and supply planning requirements </a:t>
            </a:r>
            <a:r>
              <a:rPr lang="en-AU" sz="1300" kern="1200" noProof="0"/>
              <a:t>to support S&amp;OP decisions</a:t>
            </a:r>
          </a:p>
          <a:p>
            <a:pPr marL="182563" lvl="1" indent="-66675" algn="l" rtl="0">
              <a:spcAft>
                <a:spcPts val="600"/>
              </a:spcAft>
            </a:pPr>
            <a:r>
              <a:rPr lang="en-AU" sz="1300" b="1" kern="1200" noProof="0"/>
              <a:t>Validation and alignment</a:t>
            </a:r>
          </a:p>
          <a:p>
            <a:pPr marL="446088" lvl="1" indent="-169863" algn="l" rtl="0">
              <a:spcAft>
                <a:spcPts val="600"/>
              </a:spcAft>
              <a:buFont typeface="Calibri" panose="020F0502020204030204" pitchFamily="34" charset="0"/>
              <a:buChar char="–"/>
            </a:pPr>
            <a:r>
              <a:rPr lang="en-AU" sz="1300" noProof="0"/>
              <a:t>Validate S&amp;OP cycle feasibility with RELEX</a:t>
            </a:r>
          </a:p>
          <a:p>
            <a:pPr marL="446088" lvl="1" indent="-169863" algn="l" rtl="0">
              <a:spcAft>
                <a:spcPts val="600"/>
              </a:spcAft>
              <a:buFont typeface="Calibri" panose="020F0502020204030204" pitchFamily="34" charset="0"/>
              <a:buChar char="–"/>
            </a:pPr>
            <a:r>
              <a:rPr lang="en-AU" sz="1300" noProof="0"/>
              <a:t>Validate with key stakeholders the S&amp;OP cycle defined</a:t>
            </a:r>
          </a:p>
          <a:p>
            <a:pPr marL="182563" lvl="1" indent="-66675" algn="l" rtl="0">
              <a:spcAft>
                <a:spcPts val="600"/>
              </a:spcAft>
            </a:pPr>
            <a:r>
              <a:rPr lang="en-AU" sz="1300" b="1" kern="1200" noProof="0"/>
              <a:t>Documentation of new S&amp;OP cycle</a:t>
            </a:r>
          </a:p>
          <a:p>
            <a:pPr marL="446088" lvl="1" indent="-169863" algn="l" rtl="0">
              <a:spcAft>
                <a:spcPts val="600"/>
              </a:spcAft>
              <a:buFont typeface="Calibri" panose="020F0502020204030204" pitchFamily="34" charset="0"/>
              <a:buChar char="–"/>
            </a:pPr>
            <a:r>
              <a:rPr lang="en-AU" sz="1300" noProof="0"/>
              <a:t>Develop standard operating procedures (SOPs), manuals and documentation needed to support execution</a:t>
            </a:r>
          </a:p>
        </p:txBody>
      </p:sp>
      <p:grpSp>
        <p:nvGrpSpPr>
          <p:cNvPr id="21" name="Group 20">
            <a:extLst>
              <a:ext uri="{FF2B5EF4-FFF2-40B4-BE49-F238E27FC236}">
                <a16:creationId xmlns:a16="http://schemas.microsoft.com/office/drawing/2014/main" id="{9A1C2198-91B8-241D-FE81-0921FB0487BA}"/>
              </a:ext>
            </a:extLst>
          </p:cNvPr>
          <p:cNvGrpSpPr/>
          <p:nvPr/>
        </p:nvGrpSpPr>
        <p:grpSpPr>
          <a:xfrm>
            <a:off x="10722587" y="1066287"/>
            <a:ext cx="757813" cy="211203"/>
            <a:chOff x="10033833" y="964729"/>
            <a:chExt cx="757813" cy="211203"/>
          </a:xfrm>
        </p:grpSpPr>
        <p:sp>
          <p:nvSpPr>
            <p:cNvPr id="22" name="TextBox 21">
              <a:extLst>
                <a:ext uri="{FF2B5EF4-FFF2-40B4-BE49-F238E27FC236}">
                  <a16:creationId xmlns:a16="http://schemas.microsoft.com/office/drawing/2014/main" id="{CFBC9A12-928A-0302-9422-E03B23BD2E4F}"/>
                </a:ext>
              </a:extLst>
            </p:cNvPr>
            <p:cNvSpPr txBox="1"/>
            <p:nvPr/>
          </p:nvSpPr>
          <p:spPr>
            <a:xfrm>
              <a:off x="10033833" y="964729"/>
              <a:ext cx="757813" cy="211203"/>
            </a:xfrm>
            <a:prstGeom prst="rect">
              <a:avLst/>
            </a:prstGeom>
            <a:noFill/>
          </p:spPr>
          <p:txBody>
            <a:bodyPr wrap="square" lIns="0" tIns="36000" rIns="0" bIns="36000" rtlCol="0">
              <a:spAutoFit/>
            </a:bodyPr>
            <a:lstStyle/>
            <a:p>
              <a:pPr marL="0" marR="0" lvl="0" indent="0" algn="ctr"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Illustrative</a:t>
              </a:r>
            </a:p>
          </p:txBody>
        </p:sp>
        <p:cxnSp>
          <p:nvCxnSpPr>
            <p:cNvPr id="23" name="Straight Connector 22">
              <a:extLst>
                <a:ext uri="{FF2B5EF4-FFF2-40B4-BE49-F238E27FC236}">
                  <a16:creationId xmlns:a16="http://schemas.microsoft.com/office/drawing/2014/main" id="{B53428D4-BFF9-447C-BAC3-C59FDAD6BBA0}"/>
                </a:ext>
              </a:extLst>
            </p:cNvPr>
            <p:cNvCxnSpPr>
              <a:cxnSpLocks/>
            </p:cNvCxnSpPr>
            <p:nvPr/>
          </p:nvCxnSpPr>
          <p:spPr>
            <a:xfrm>
              <a:off x="10033833" y="981017"/>
              <a:ext cx="7578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A759DCD-13CC-2679-85E9-D1A8E2C504CF}"/>
                </a:ext>
              </a:extLst>
            </p:cNvPr>
            <p:cNvCxnSpPr>
              <a:cxnSpLocks/>
            </p:cNvCxnSpPr>
            <p:nvPr/>
          </p:nvCxnSpPr>
          <p:spPr>
            <a:xfrm>
              <a:off x="10033833" y="1159643"/>
              <a:ext cx="7578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5" name="Picture 24">
            <a:extLst>
              <a:ext uri="{FF2B5EF4-FFF2-40B4-BE49-F238E27FC236}">
                <a16:creationId xmlns:a16="http://schemas.microsoft.com/office/drawing/2014/main" id="{97BA57A6-1A92-8047-FDD3-686BEEB9AF99}"/>
              </a:ext>
            </a:extLst>
          </p:cNvPr>
          <p:cNvPicPr>
            <a:picLocks/>
          </p:cNvPicPr>
          <p:nvPr/>
        </p:nvPicPr>
        <p:blipFill>
          <a:blip r:embed="rId2">
            <a:duotone>
              <a:schemeClr val="accent1">
                <a:shade val="45000"/>
                <a:satMod val="135000"/>
              </a:schemeClr>
              <a:prstClr val="white"/>
            </a:duotone>
          </a:blip>
          <a:stretch>
            <a:fillRect/>
          </a:stretch>
        </p:blipFill>
        <p:spPr>
          <a:xfrm>
            <a:off x="6652800" y="1576800"/>
            <a:ext cx="1962000" cy="1076400"/>
          </a:xfrm>
          <a:prstGeom prst="rect">
            <a:avLst/>
          </a:prstGeom>
          <a:ln w="12700" cap="flat">
            <a:solidFill>
              <a:schemeClr val="accent1"/>
            </a:solidFill>
            <a:miter lim="400000"/>
          </a:ln>
          <a:effectLst/>
        </p:spPr>
      </p:pic>
      <p:sp>
        <p:nvSpPr>
          <p:cNvPr id="26" name="TextBox 25">
            <a:extLst>
              <a:ext uri="{FF2B5EF4-FFF2-40B4-BE49-F238E27FC236}">
                <a16:creationId xmlns:a16="http://schemas.microsoft.com/office/drawing/2014/main" id="{3F42F622-E1C6-07B3-230D-F47C8C97C6D3}"/>
              </a:ext>
            </a:extLst>
          </p:cNvPr>
          <p:cNvSpPr txBox="1"/>
          <p:nvPr/>
        </p:nvSpPr>
        <p:spPr>
          <a:xfrm>
            <a:off x="6653060" y="2698289"/>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Target S&amp;OP cycle and governance</a:t>
            </a:r>
          </a:p>
        </p:txBody>
      </p:sp>
      <p:pic>
        <p:nvPicPr>
          <p:cNvPr id="27" name="Picture 26">
            <a:extLst>
              <a:ext uri="{FF2B5EF4-FFF2-40B4-BE49-F238E27FC236}">
                <a16:creationId xmlns:a16="http://schemas.microsoft.com/office/drawing/2014/main" id="{1B672068-AC72-00BC-2011-E11703C4DF1F}"/>
              </a:ext>
            </a:extLst>
          </p:cNvPr>
          <p:cNvPicPr>
            <a:picLocks/>
          </p:cNvPicPr>
          <p:nvPr/>
        </p:nvPicPr>
        <p:blipFill>
          <a:blip r:embed="rId3">
            <a:duotone>
              <a:schemeClr val="accent1">
                <a:shade val="45000"/>
                <a:satMod val="135000"/>
              </a:schemeClr>
              <a:prstClr val="white"/>
            </a:duotone>
          </a:blip>
          <a:stretch>
            <a:fillRect/>
          </a:stretch>
        </p:blipFill>
        <p:spPr>
          <a:xfrm>
            <a:off x="9518400" y="1576800"/>
            <a:ext cx="1962000" cy="1076400"/>
          </a:xfrm>
          <a:prstGeom prst="rect">
            <a:avLst/>
          </a:prstGeom>
          <a:ln w="12700" cap="flat">
            <a:solidFill>
              <a:schemeClr val="accent1"/>
            </a:solidFill>
            <a:miter lim="400000"/>
          </a:ln>
          <a:effectLst/>
        </p:spPr>
      </p:pic>
      <p:sp>
        <p:nvSpPr>
          <p:cNvPr id="28" name="TextBox 27">
            <a:extLst>
              <a:ext uri="{FF2B5EF4-FFF2-40B4-BE49-F238E27FC236}">
                <a16:creationId xmlns:a16="http://schemas.microsoft.com/office/drawing/2014/main" id="{503D2D61-01F6-C062-E08C-84999CCA9DD6}"/>
              </a:ext>
            </a:extLst>
          </p:cNvPr>
          <p:cNvSpPr txBox="1"/>
          <p:nvPr/>
        </p:nvSpPr>
        <p:spPr>
          <a:xfrm>
            <a:off x="9519299" y="2698288"/>
            <a:ext cx="1786881" cy="349702"/>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Clear requirements for demand and supply planning</a:t>
            </a:r>
          </a:p>
        </p:txBody>
      </p:sp>
      <p:pic>
        <p:nvPicPr>
          <p:cNvPr id="29" name="Picture 28">
            <a:extLst>
              <a:ext uri="{FF2B5EF4-FFF2-40B4-BE49-F238E27FC236}">
                <a16:creationId xmlns:a16="http://schemas.microsoft.com/office/drawing/2014/main" id="{C811E499-AD08-ADE7-EE6B-71D831E4CD22}"/>
              </a:ext>
            </a:extLst>
          </p:cNvPr>
          <p:cNvPicPr>
            <a:picLocks/>
          </p:cNvPicPr>
          <p:nvPr/>
        </p:nvPicPr>
        <p:blipFill>
          <a:blip r:embed="rId4">
            <a:duotone>
              <a:schemeClr val="accent1">
                <a:shade val="45000"/>
                <a:satMod val="135000"/>
              </a:schemeClr>
              <a:prstClr val="white"/>
            </a:duotone>
          </a:blip>
          <a:stretch>
            <a:fillRect/>
          </a:stretch>
        </p:blipFill>
        <p:spPr>
          <a:xfrm>
            <a:off x="6652800" y="3078000"/>
            <a:ext cx="1962000" cy="1076400"/>
          </a:xfrm>
          <a:prstGeom prst="rect">
            <a:avLst/>
          </a:prstGeom>
          <a:ln w="12700" cap="flat">
            <a:solidFill>
              <a:schemeClr val="accent1"/>
            </a:solidFill>
            <a:miter lim="400000"/>
          </a:ln>
          <a:effectLst/>
        </p:spPr>
      </p:pic>
      <p:sp>
        <p:nvSpPr>
          <p:cNvPr id="30" name="TextBox 29">
            <a:extLst>
              <a:ext uri="{FF2B5EF4-FFF2-40B4-BE49-F238E27FC236}">
                <a16:creationId xmlns:a16="http://schemas.microsoft.com/office/drawing/2014/main" id="{FDAEAEC2-C8A5-57EB-2238-3901095DCD9C}"/>
              </a:ext>
            </a:extLst>
          </p:cNvPr>
          <p:cNvSpPr txBox="1"/>
          <p:nvPr/>
        </p:nvSpPr>
        <p:spPr>
          <a:xfrm>
            <a:off x="6653060" y="4173594"/>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Ubuntu" panose="020B0504030602030204" pitchFamily="34" charset="0"/>
                <a:ea typeface="+mn-ea"/>
                <a:cs typeface="+mn-cs"/>
              </a:rPr>
              <a:t>S&amp;OP data and reporting principles</a:t>
            </a:r>
          </a:p>
        </p:txBody>
      </p:sp>
      <p:pic>
        <p:nvPicPr>
          <p:cNvPr id="31" name="Picture 30">
            <a:extLst>
              <a:ext uri="{FF2B5EF4-FFF2-40B4-BE49-F238E27FC236}">
                <a16:creationId xmlns:a16="http://schemas.microsoft.com/office/drawing/2014/main" id="{927BF657-3DD0-07AE-3FCF-9A3A6132083C}"/>
              </a:ext>
            </a:extLst>
          </p:cNvPr>
          <p:cNvPicPr>
            <a:picLocks/>
          </p:cNvPicPr>
          <p:nvPr/>
        </p:nvPicPr>
        <p:blipFill>
          <a:blip r:embed="rId5">
            <a:duotone>
              <a:schemeClr val="accent1">
                <a:shade val="45000"/>
                <a:satMod val="135000"/>
              </a:schemeClr>
              <a:prstClr val="white"/>
            </a:duotone>
          </a:blip>
          <a:stretch>
            <a:fillRect/>
          </a:stretch>
        </p:blipFill>
        <p:spPr>
          <a:xfrm>
            <a:off x="9518400" y="3078000"/>
            <a:ext cx="1962000" cy="1076400"/>
          </a:xfrm>
          <a:prstGeom prst="rect">
            <a:avLst/>
          </a:prstGeom>
          <a:ln w="12700" cap="flat">
            <a:solidFill>
              <a:schemeClr val="accent1"/>
            </a:solidFill>
            <a:miter lim="400000"/>
          </a:ln>
          <a:effectLst/>
        </p:spPr>
      </p:pic>
      <p:sp>
        <p:nvSpPr>
          <p:cNvPr id="32" name="TextBox 31">
            <a:extLst>
              <a:ext uri="{FF2B5EF4-FFF2-40B4-BE49-F238E27FC236}">
                <a16:creationId xmlns:a16="http://schemas.microsoft.com/office/drawing/2014/main" id="{593CD3C1-BFD5-0C0C-6EFA-AA50C024986A}"/>
              </a:ext>
            </a:extLst>
          </p:cNvPr>
          <p:cNvSpPr txBox="1"/>
          <p:nvPr/>
        </p:nvSpPr>
        <p:spPr>
          <a:xfrm>
            <a:off x="9519299" y="4173594"/>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Ubuntu" panose="020B0504030602030204" pitchFamily="34" charset="0"/>
                <a:ea typeface="+mn-ea"/>
                <a:cs typeface="+mn-cs"/>
              </a:rPr>
              <a:t>Validated alignment with RELEX functionalities</a:t>
            </a:r>
          </a:p>
        </p:txBody>
      </p:sp>
    </p:spTree>
    <p:extLst>
      <p:ext uri="{BB962C8B-B14F-4D97-AF65-F5344CB8AC3E}">
        <p14:creationId xmlns:p14="http://schemas.microsoft.com/office/powerpoint/2010/main" val="3870289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77494-EE12-9C3E-0CAD-05F43C2F741D}"/>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DC5F0022-4301-EAA2-1FA6-C9CD38499130}"/>
              </a:ext>
            </a:extLst>
          </p:cNvPr>
          <p:cNvSpPr>
            <a:spLocks noGrp="1"/>
          </p:cNvSpPr>
          <p:nvPr>
            <p:ph type="body" sz="quarter" idx="10"/>
          </p:nvPr>
        </p:nvSpPr>
        <p:spPr>
          <a:xfrm>
            <a:off x="381000" y="304800"/>
            <a:ext cx="10972800" cy="615553"/>
          </a:xfrm>
        </p:spPr>
        <p:txBody>
          <a:bodyPr/>
          <a:lstStyle/>
          <a:p>
            <a:r>
              <a:rPr lang="en-AU" noProof="0"/>
              <a:t>4. DEMAND AND SUPPLY ORGANIZATION AND</a:t>
            </a:r>
            <a:br>
              <a:rPr lang="en-AU" noProof="0"/>
            </a:br>
            <a:r>
              <a:rPr lang="en-AU" noProof="0"/>
              <a:t>PROCESS DESIGN</a:t>
            </a:r>
          </a:p>
        </p:txBody>
      </p:sp>
      <p:grpSp>
        <p:nvGrpSpPr>
          <p:cNvPr id="8" name="Group 7">
            <a:extLst>
              <a:ext uri="{FF2B5EF4-FFF2-40B4-BE49-F238E27FC236}">
                <a16:creationId xmlns:a16="http://schemas.microsoft.com/office/drawing/2014/main" id="{F19ACD1A-A9C3-DFC5-637E-0344D4808471}"/>
              </a:ext>
            </a:extLst>
          </p:cNvPr>
          <p:cNvGrpSpPr/>
          <p:nvPr/>
        </p:nvGrpSpPr>
        <p:grpSpPr>
          <a:xfrm>
            <a:off x="6251004" y="339294"/>
            <a:ext cx="4069793" cy="273283"/>
            <a:chOff x="447752" y="1136141"/>
            <a:chExt cx="11611592" cy="779706"/>
          </a:xfrm>
        </p:grpSpPr>
        <p:sp>
          <p:nvSpPr>
            <p:cNvPr id="9" name="Rectangle: Rounded Corners 8">
              <a:extLst>
                <a:ext uri="{FF2B5EF4-FFF2-40B4-BE49-F238E27FC236}">
                  <a16:creationId xmlns:a16="http://schemas.microsoft.com/office/drawing/2014/main" id="{C5814FE7-07CE-5680-4F4A-6BDA544823D3}"/>
                </a:ext>
              </a:extLst>
            </p:cNvPr>
            <p:cNvSpPr/>
            <p:nvPr/>
          </p:nvSpPr>
          <p:spPr>
            <a:xfrm>
              <a:off x="56987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MOBILIZATION AND PREPARATION</a:t>
              </a:r>
            </a:p>
          </p:txBody>
        </p:sp>
        <p:sp>
          <p:nvSpPr>
            <p:cNvPr id="10" name="Rectangle: Rounded Corners 9">
              <a:extLst>
                <a:ext uri="{FF2B5EF4-FFF2-40B4-BE49-F238E27FC236}">
                  <a16:creationId xmlns:a16="http://schemas.microsoft.com/office/drawing/2014/main" id="{89C8A878-56CB-9AA3-D882-9A51AF0B57A4}"/>
                </a:ext>
              </a:extLst>
            </p:cNvPr>
            <p:cNvSpPr/>
            <p:nvPr/>
          </p:nvSpPr>
          <p:spPr>
            <a:xfrm>
              <a:off x="250345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S&amp;OP MATURITY ASSESSMENT</a:t>
              </a:r>
            </a:p>
          </p:txBody>
        </p:sp>
        <p:sp>
          <p:nvSpPr>
            <p:cNvPr id="11" name="Rectangle: Rounded Corners 10">
              <a:extLst>
                <a:ext uri="{FF2B5EF4-FFF2-40B4-BE49-F238E27FC236}">
                  <a16:creationId xmlns:a16="http://schemas.microsoft.com/office/drawing/2014/main" id="{1EDAFA29-819A-E1E9-A1C0-B2A8BD0DBA08}"/>
                </a:ext>
              </a:extLst>
            </p:cNvPr>
            <p:cNvSpPr/>
            <p:nvPr/>
          </p:nvSpPr>
          <p:spPr>
            <a:xfrm>
              <a:off x="443703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ASPIRATIONAL DEFINITION AND TARGET S&amp;OP CYCLE</a:t>
              </a:r>
            </a:p>
          </p:txBody>
        </p:sp>
        <p:sp>
          <p:nvSpPr>
            <p:cNvPr id="12" name="Rectangle: Rounded Corners 11">
              <a:extLst>
                <a:ext uri="{FF2B5EF4-FFF2-40B4-BE49-F238E27FC236}">
                  <a16:creationId xmlns:a16="http://schemas.microsoft.com/office/drawing/2014/main" id="{119ABA56-167B-4DD7-BA91-B897E309A14B}"/>
                </a:ext>
              </a:extLst>
            </p:cNvPr>
            <p:cNvSpPr/>
            <p:nvPr/>
          </p:nvSpPr>
          <p:spPr>
            <a:xfrm>
              <a:off x="6370619" y="1219200"/>
              <a:ext cx="1821564" cy="696647"/>
            </a:xfrm>
            <a:prstGeom prst="roundRect">
              <a:avLst/>
            </a:prstGeom>
            <a:solidFill>
              <a:schemeClr val="accent2"/>
            </a:solidFill>
            <a:ln w="25400" cap="flat" cmpd="sng" algn="ctr">
              <a:noFill/>
              <a:prstDash val="solid"/>
            </a:ln>
            <a:effectLst/>
          </p:spPr>
          <p:txBody>
            <a:bodyPr lIns="0" tIns="0" rIns="0" bIns="0" rtlCol="0" anchor="ctr"/>
            <a:lstStyle/>
            <a:p>
              <a:pPr lvl="0" algn="ctr">
                <a:defRPr/>
              </a:pPr>
              <a:r>
                <a:rPr lang="en-AU" sz="400" b="1" kern="0" noProof="0">
                  <a:solidFill>
                    <a:schemeClr val="bg1"/>
                  </a:solidFill>
                </a:rPr>
                <a:t>DEMAND AND SUPPLY PROCESSES DESIGN</a:t>
              </a:r>
            </a:p>
          </p:txBody>
        </p:sp>
        <p:sp>
          <p:nvSpPr>
            <p:cNvPr id="13" name="Rectangle: Rounded Corners 12">
              <a:extLst>
                <a:ext uri="{FF2B5EF4-FFF2-40B4-BE49-F238E27FC236}">
                  <a16:creationId xmlns:a16="http://schemas.microsoft.com/office/drawing/2014/main" id="{DC4ABBB4-F21F-0879-BA52-D1E683665249}"/>
                </a:ext>
              </a:extLst>
            </p:cNvPr>
            <p:cNvSpPr/>
            <p:nvPr/>
          </p:nvSpPr>
          <p:spPr>
            <a:xfrm>
              <a:off x="8304199"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400" b="1" kern="0" noProof="0">
                  <a:solidFill>
                    <a:schemeClr val="bg1">
                      <a:lumMod val="85000"/>
                    </a:schemeClr>
                  </a:solidFill>
                  <a:latin typeface="Calibri"/>
                </a:rPr>
                <a:t>IMPLEMENTATION READINESS AND CHANGE MANAGEMENT</a:t>
              </a:r>
              <a:endParaRPr kumimoji="0" lang="en-AU" sz="400" b="1" i="0" u="none" strike="noStrike" kern="0" cap="none" spc="0" normalizeH="0" baseline="0" noProof="0">
                <a:ln>
                  <a:noFill/>
                </a:ln>
                <a:solidFill>
                  <a:schemeClr val="bg1">
                    <a:lumMod val="85000"/>
                  </a:schemeClr>
                </a:solidFill>
                <a:effectLst/>
                <a:uLnTx/>
                <a:uFillTx/>
                <a:latin typeface="Calibri"/>
                <a:ea typeface="+mn-ea"/>
                <a:cs typeface="+mn-cs"/>
              </a:endParaRPr>
            </a:p>
          </p:txBody>
        </p:sp>
        <p:sp>
          <p:nvSpPr>
            <p:cNvPr id="14" name="Rectangle: Rounded Corners 13">
              <a:extLst>
                <a:ext uri="{FF2B5EF4-FFF2-40B4-BE49-F238E27FC236}">
                  <a16:creationId xmlns:a16="http://schemas.microsoft.com/office/drawing/2014/main" id="{1F66A464-D0A8-72E3-0FF9-7E50668B4069}"/>
                </a:ext>
              </a:extLst>
            </p:cNvPr>
            <p:cNvSpPr/>
            <p:nvPr/>
          </p:nvSpPr>
          <p:spPr>
            <a:xfrm>
              <a:off x="10237780"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400" b="1" kern="0" noProof="0">
                  <a:solidFill>
                    <a:schemeClr val="bg1">
                      <a:lumMod val="85000"/>
                    </a:schemeClr>
                  </a:solidFill>
                  <a:latin typeface="Calibri"/>
                </a:rPr>
                <a:t>DEPLOYMENT</a:t>
              </a:r>
              <a:endParaRPr kumimoji="0" lang="en-AU" sz="400" b="1" i="0" u="none" strike="noStrike" kern="0" cap="none" spc="0" normalizeH="0" baseline="0" noProof="0">
                <a:ln>
                  <a:noFill/>
                </a:ln>
                <a:solidFill>
                  <a:schemeClr val="bg1">
                    <a:lumMod val="85000"/>
                  </a:schemeClr>
                </a:solidFill>
                <a:effectLst/>
                <a:uLnTx/>
                <a:uFillTx/>
                <a:latin typeface="Calibri"/>
                <a:ea typeface="+mn-ea"/>
                <a:cs typeface="+mn-cs"/>
              </a:endParaRPr>
            </a:p>
          </p:txBody>
        </p:sp>
        <p:sp>
          <p:nvSpPr>
            <p:cNvPr id="15" name="Oval 14">
              <a:extLst>
                <a:ext uri="{FF2B5EF4-FFF2-40B4-BE49-F238E27FC236}">
                  <a16:creationId xmlns:a16="http://schemas.microsoft.com/office/drawing/2014/main" id="{26FFA248-CA7E-0857-75DA-4A85341B5BC5}"/>
                </a:ext>
              </a:extLst>
            </p:cNvPr>
            <p:cNvSpPr/>
            <p:nvPr/>
          </p:nvSpPr>
          <p:spPr>
            <a:xfrm>
              <a:off x="447752"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1</a:t>
              </a:r>
            </a:p>
          </p:txBody>
        </p:sp>
        <p:sp>
          <p:nvSpPr>
            <p:cNvPr id="16" name="Oval 15">
              <a:extLst>
                <a:ext uri="{FF2B5EF4-FFF2-40B4-BE49-F238E27FC236}">
                  <a16:creationId xmlns:a16="http://schemas.microsoft.com/office/drawing/2014/main" id="{CB949028-544F-4D5A-FCD6-5FB037A09133}"/>
                </a:ext>
              </a:extLst>
            </p:cNvPr>
            <p:cNvSpPr/>
            <p:nvPr/>
          </p:nvSpPr>
          <p:spPr>
            <a:xfrm>
              <a:off x="2383064"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2</a:t>
              </a:r>
            </a:p>
          </p:txBody>
        </p:sp>
        <p:sp>
          <p:nvSpPr>
            <p:cNvPr id="17" name="Oval 16">
              <a:extLst>
                <a:ext uri="{FF2B5EF4-FFF2-40B4-BE49-F238E27FC236}">
                  <a16:creationId xmlns:a16="http://schemas.microsoft.com/office/drawing/2014/main" id="{3A3F4931-314D-8959-C890-C2DCB2A8AF4E}"/>
                </a:ext>
              </a:extLst>
            </p:cNvPr>
            <p:cNvSpPr/>
            <p:nvPr/>
          </p:nvSpPr>
          <p:spPr>
            <a:xfrm>
              <a:off x="4314727"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3</a:t>
              </a:r>
            </a:p>
          </p:txBody>
        </p:sp>
        <p:sp>
          <p:nvSpPr>
            <p:cNvPr id="18" name="Oval 17">
              <a:extLst>
                <a:ext uri="{FF2B5EF4-FFF2-40B4-BE49-F238E27FC236}">
                  <a16:creationId xmlns:a16="http://schemas.microsoft.com/office/drawing/2014/main" id="{5F8E660F-8F61-342E-09CE-5C3EB9B5D4E0}"/>
                </a:ext>
              </a:extLst>
            </p:cNvPr>
            <p:cNvSpPr/>
            <p:nvPr/>
          </p:nvSpPr>
          <p:spPr>
            <a:xfrm>
              <a:off x="6246390" y="1136141"/>
              <a:ext cx="240790" cy="240790"/>
            </a:xfrm>
            <a:prstGeom prst="ellipse">
              <a:avLst/>
            </a:prstGeom>
            <a:solidFill>
              <a:schemeClr val="accent2"/>
            </a:solidFill>
            <a:ln>
              <a:solidFill>
                <a:srgbClr val="12AB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solidFill>
                </a:rPr>
                <a:t>4</a:t>
              </a:r>
            </a:p>
          </p:txBody>
        </p:sp>
        <p:sp>
          <p:nvSpPr>
            <p:cNvPr id="19" name="Oval 18">
              <a:extLst>
                <a:ext uri="{FF2B5EF4-FFF2-40B4-BE49-F238E27FC236}">
                  <a16:creationId xmlns:a16="http://schemas.microsoft.com/office/drawing/2014/main" id="{6EC75D36-EF4E-5121-A28A-12C96D2228CF}"/>
                </a:ext>
              </a:extLst>
            </p:cNvPr>
            <p:cNvSpPr/>
            <p:nvPr/>
          </p:nvSpPr>
          <p:spPr>
            <a:xfrm>
              <a:off x="10117384"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6</a:t>
              </a:r>
            </a:p>
          </p:txBody>
        </p:sp>
        <p:sp>
          <p:nvSpPr>
            <p:cNvPr id="20" name="Oval 19">
              <a:extLst>
                <a:ext uri="{FF2B5EF4-FFF2-40B4-BE49-F238E27FC236}">
                  <a16:creationId xmlns:a16="http://schemas.microsoft.com/office/drawing/2014/main" id="{CA36762E-6401-89A4-FBDE-2FBEB76DD8F6}"/>
                </a:ext>
              </a:extLst>
            </p:cNvPr>
            <p:cNvSpPr/>
            <p:nvPr/>
          </p:nvSpPr>
          <p:spPr>
            <a:xfrm>
              <a:off x="8179970"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5</a:t>
              </a:r>
            </a:p>
          </p:txBody>
        </p:sp>
      </p:grpSp>
      <p:sp>
        <p:nvSpPr>
          <p:cNvPr id="4" name="Text Placeholder 5">
            <a:extLst>
              <a:ext uri="{FF2B5EF4-FFF2-40B4-BE49-F238E27FC236}">
                <a16:creationId xmlns:a16="http://schemas.microsoft.com/office/drawing/2014/main" id="{0C0265D8-9B29-FE92-5E99-6213C8E9E222}"/>
              </a:ext>
            </a:extLst>
          </p:cNvPr>
          <p:cNvSpPr>
            <a:spLocks noGrp="1"/>
          </p:cNvSpPr>
          <p:nvPr>
            <p:ph type="body" sz="quarter" idx="11"/>
          </p:nvPr>
        </p:nvSpPr>
        <p:spPr>
          <a:xfrm>
            <a:off x="338138" y="1687286"/>
            <a:ext cx="5500687" cy="4816703"/>
          </a:xfrm>
        </p:spPr>
        <p:txBody>
          <a:bodyPr wrap="square" lIns="0" tIns="0" rIns="0" bIns="0">
            <a:spAutoFit/>
          </a:bodyPr>
          <a:lstStyle/>
          <a:p>
            <a:pPr marL="182563" indent="-66675" algn="l" rtl="0"/>
            <a:r>
              <a:rPr lang="en-AU" sz="1300" b="1" noProof="0" dirty="0"/>
              <a:t>Demand planning process design</a:t>
            </a:r>
          </a:p>
          <a:p>
            <a:pPr marL="446088" lvl="1" indent="-169863" algn="l" rtl="0">
              <a:buFont typeface="Calibri" panose="020F0502020204030204" pitchFamily="34" charset="0"/>
              <a:buChar char="–"/>
            </a:pPr>
            <a:r>
              <a:rPr lang="en-AU" sz="1300" noProof="0" dirty="0"/>
              <a:t>Define process flow, inputs, outputs and planning horizons</a:t>
            </a:r>
          </a:p>
          <a:p>
            <a:pPr marL="446088" lvl="1" indent="-169863" algn="l" rtl="0">
              <a:buFont typeface="Calibri" panose="020F0502020204030204" pitchFamily="34" charset="0"/>
              <a:buChar char="–"/>
            </a:pPr>
            <a:r>
              <a:rPr lang="en-AU" sz="1300" noProof="0" dirty="0"/>
              <a:t>Define differentiated rules by store typology, category or channel</a:t>
            </a:r>
          </a:p>
          <a:p>
            <a:pPr marL="446088" lvl="1" indent="-169863" algn="l" rtl="0">
              <a:buFont typeface="Calibri" panose="020F0502020204030204" pitchFamily="34" charset="0"/>
              <a:buChar char="–"/>
            </a:pPr>
            <a:r>
              <a:rPr lang="en-AU" sz="1300" noProof="0" dirty="0"/>
              <a:t>Define interfaces with S&amp;OP cycle</a:t>
            </a:r>
          </a:p>
          <a:p>
            <a:pPr marL="182563" lvl="1" indent="-66675" algn="l" rtl="0">
              <a:spcAft>
                <a:spcPts val="600"/>
              </a:spcAft>
            </a:pPr>
            <a:r>
              <a:rPr lang="en-AU" sz="1300" b="1" kern="1200" noProof="0" dirty="0"/>
              <a:t>Supply planning process design</a:t>
            </a:r>
          </a:p>
          <a:p>
            <a:pPr marL="446088" lvl="1" indent="-169863" algn="l" rtl="0">
              <a:buFont typeface="Calibri" panose="020F0502020204030204" pitchFamily="34" charset="0"/>
              <a:buChar char="–"/>
            </a:pPr>
            <a:r>
              <a:rPr lang="en-AU" sz="1300" noProof="0" dirty="0"/>
              <a:t>Define process flow, inputs and outputs</a:t>
            </a:r>
          </a:p>
          <a:p>
            <a:pPr marL="446088" lvl="1" indent="-169863" algn="l" rtl="0">
              <a:buFont typeface="Calibri" panose="020F0502020204030204" pitchFamily="34" charset="0"/>
              <a:buChar char="–"/>
            </a:pPr>
            <a:r>
              <a:rPr lang="en-AU" sz="1300" noProof="0" dirty="0"/>
              <a:t>Explicit definition of supply constraints and feasibility rules</a:t>
            </a:r>
          </a:p>
          <a:p>
            <a:pPr marL="446088" lvl="1" indent="-169863" algn="l" rtl="0">
              <a:buFont typeface="Calibri" panose="020F0502020204030204" pitchFamily="34" charset="0"/>
              <a:buChar char="–"/>
            </a:pPr>
            <a:r>
              <a:rPr lang="en-AU" sz="1300" noProof="0" dirty="0"/>
              <a:t>Structured scenario creation and comparison</a:t>
            </a:r>
          </a:p>
          <a:p>
            <a:pPr marL="446088" lvl="1" indent="-169863" algn="l" rtl="0">
              <a:buFont typeface="Calibri" panose="020F0502020204030204" pitchFamily="34" charset="0"/>
              <a:buChar char="–"/>
            </a:pPr>
            <a:r>
              <a:rPr lang="en-AU" sz="1300" noProof="0" dirty="0"/>
              <a:t>Clear escalation and trade-offs into S&amp;OP decision forums across segments</a:t>
            </a:r>
          </a:p>
          <a:p>
            <a:pPr marL="182563" lvl="1" indent="-66675" algn="l" rtl="0">
              <a:spcAft>
                <a:spcPts val="600"/>
              </a:spcAft>
            </a:pPr>
            <a:r>
              <a:rPr lang="en-AU" sz="1300" b="1" kern="1200" noProof="0" dirty="0"/>
              <a:t>Organizational design</a:t>
            </a:r>
          </a:p>
          <a:p>
            <a:pPr marL="446088" lvl="1" indent="-169863" algn="l" rtl="0">
              <a:buFont typeface="Calibri" panose="020F0502020204030204" pitchFamily="34" charset="0"/>
              <a:buChar char="–"/>
            </a:pPr>
            <a:r>
              <a:rPr lang="en-AU" sz="1300" noProof="0" dirty="0"/>
              <a:t>Define roles, responsibilities and interaction model</a:t>
            </a:r>
          </a:p>
          <a:p>
            <a:pPr marL="446088" lvl="1" indent="-169863" algn="l" rtl="0">
              <a:buFont typeface="Calibri" panose="020F0502020204030204" pitchFamily="34" charset="0"/>
              <a:buChar char="–"/>
            </a:pPr>
            <a:r>
              <a:rPr lang="en-AU" sz="1300" noProof="0" dirty="0"/>
              <a:t>Define FTE sizing principles and workload drivers</a:t>
            </a:r>
          </a:p>
          <a:p>
            <a:pPr marL="182563" lvl="1" indent="-66675" algn="l" rtl="0">
              <a:spcAft>
                <a:spcPts val="600"/>
              </a:spcAft>
            </a:pPr>
            <a:r>
              <a:rPr lang="en-AU" sz="1300" b="1" kern="1200" noProof="0" dirty="0"/>
              <a:t>Data &amp; master data</a:t>
            </a:r>
          </a:p>
          <a:p>
            <a:pPr marL="446088" lvl="1" indent="-169863" algn="l" rtl="0">
              <a:buFont typeface="Calibri" panose="020F0502020204030204" pitchFamily="34" charset="0"/>
              <a:buChar char="–"/>
            </a:pPr>
            <a:r>
              <a:rPr lang="en-AU" sz="1300" dirty="0"/>
              <a:t>Define master data and planning parameters requirements</a:t>
            </a:r>
          </a:p>
          <a:p>
            <a:pPr marL="446088" lvl="1" indent="-169863" algn="l" rtl="0">
              <a:buFont typeface="Calibri" panose="020F0502020204030204" pitchFamily="34" charset="0"/>
              <a:buChar char="–"/>
            </a:pPr>
            <a:r>
              <a:rPr lang="en-AU" sz="1300" dirty="0"/>
              <a:t>Identify data ownership and quality requirements by planning segment</a:t>
            </a:r>
          </a:p>
          <a:p>
            <a:pPr marL="182563" lvl="1" indent="-66675" algn="l" rtl="0">
              <a:spcAft>
                <a:spcPts val="600"/>
              </a:spcAft>
            </a:pPr>
            <a:r>
              <a:rPr lang="en-AU" sz="1300" b="1" kern="1200" noProof="0" dirty="0"/>
              <a:t>System enablement</a:t>
            </a:r>
          </a:p>
          <a:p>
            <a:pPr marL="446088" lvl="1" indent="-169863" algn="l" rtl="0">
              <a:spcAft>
                <a:spcPts val="600"/>
              </a:spcAft>
              <a:buFont typeface="Calibri" panose="020F0502020204030204" pitchFamily="34" charset="0"/>
              <a:buChar char="–"/>
            </a:pPr>
            <a:r>
              <a:rPr lang="en-AU" sz="1300" noProof="0" dirty="0"/>
              <a:t>Validate planning processes feasibility with RELEX</a:t>
            </a:r>
          </a:p>
          <a:p>
            <a:pPr marL="446088" lvl="1" indent="-169863" algn="l" rtl="0">
              <a:spcAft>
                <a:spcPts val="600"/>
              </a:spcAft>
              <a:buFont typeface="Calibri" panose="020F0502020204030204" pitchFamily="34" charset="0"/>
              <a:buChar char="–"/>
            </a:pPr>
            <a:r>
              <a:rPr lang="en-AU" sz="1300" noProof="0" dirty="0"/>
              <a:t>Validate with key stakeholders the planning processes and organization</a:t>
            </a:r>
          </a:p>
          <a:p>
            <a:pPr marL="182563" lvl="1" indent="-66675" algn="l" rtl="0">
              <a:spcAft>
                <a:spcPts val="600"/>
              </a:spcAft>
            </a:pPr>
            <a:r>
              <a:rPr lang="en-AU" sz="1300" b="1" kern="1200" noProof="0" dirty="0"/>
              <a:t>Documentation of new planning processes</a:t>
            </a:r>
          </a:p>
          <a:p>
            <a:pPr marL="446088" lvl="1" indent="-169863" algn="l" rtl="0">
              <a:spcAft>
                <a:spcPts val="600"/>
              </a:spcAft>
              <a:buFont typeface="Calibri" panose="020F0502020204030204" pitchFamily="34" charset="0"/>
              <a:buChar char="–"/>
            </a:pPr>
            <a:r>
              <a:rPr lang="en-AU" sz="1300" noProof="0" dirty="0"/>
              <a:t>Develop standard operating procedures (SOPs), manuals and documentation needed to support execution</a:t>
            </a:r>
          </a:p>
        </p:txBody>
      </p:sp>
      <p:grpSp>
        <p:nvGrpSpPr>
          <p:cNvPr id="2" name="Group 1">
            <a:extLst>
              <a:ext uri="{FF2B5EF4-FFF2-40B4-BE49-F238E27FC236}">
                <a16:creationId xmlns:a16="http://schemas.microsoft.com/office/drawing/2014/main" id="{79B0E7B0-3A1A-4941-9400-AC66F09BFCD0}"/>
              </a:ext>
            </a:extLst>
          </p:cNvPr>
          <p:cNvGrpSpPr/>
          <p:nvPr/>
        </p:nvGrpSpPr>
        <p:grpSpPr>
          <a:xfrm>
            <a:off x="10722587" y="1066287"/>
            <a:ext cx="757813" cy="211203"/>
            <a:chOff x="10033833" y="964729"/>
            <a:chExt cx="757813" cy="211203"/>
          </a:xfrm>
        </p:grpSpPr>
        <p:sp>
          <p:nvSpPr>
            <p:cNvPr id="3" name="TextBox 2">
              <a:extLst>
                <a:ext uri="{FF2B5EF4-FFF2-40B4-BE49-F238E27FC236}">
                  <a16:creationId xmlns:a16="http://schemas.microsoft.com/office/drawing/2014/main" id="{55E4991F-1923-6409-F3E9-1161CDEC8BEB}"/>
                </a:ext>
              </a:extLst>
            </p:cNvPr>
            <p:cNvSpPr txBox="1"/>
            <p:nvPr/>
          </p:nvSpPr>
          <p:spPr>
            <a:xfrm>
              <a:off x="10033833" y="964729"/>
              <a:ext cx="757813" cy="211203"/>
            </a:xfrm>
            <a:prstGeom prst="rect">
              <a:avLst/>
            </a:prstGeom>
            <a:noFill/>
          </p:spPr>
          <p:txBody>
            <a:bodyPr wrap="square" lIns="0" tIns="36000" rIns="0" bIns="36000" rtlCol="0">
              <a:spAutoFit/>
            </a:bodyPr>
            <a:lstStyle/>
            <a:p>
              <a:pPr marL="0" marR="0" lvl="0" indent="0" algn="ctr"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Illustrative</a:t>
              </a:r>
            </a:p>
          </p:txBody>
        </p:sp>
        <p:cxnSp>
          <p:nvCxnSpPr>
            <p:cNvPr id="6" name="Straight Connector 5">
              <a:extLst>
                <a:ext uri="{FF2B5EF4-FFF2-40B4-BE49-F238E27FC236}">
                  <a16:creationId xmlns:a16="http://schemas.microsoft.com/office/drawing/2014/main" id="{32B53156-FF6B-1786-F1C8-ED01038BCC95}"/>
                </a:ext>
              </a:extLst>
            </p:cNvPr>
            <p:cNvCxnSpPr>
              <a:cxnSpLocks/>
            </p:cNvCxnSpPr>
            <p:nvPr/>
          </p:nvCxnSpPr>
          <p:spPr>
            <a:xfrm>
              <a:off x="10033833" y="981017"/>
              <a:ext cx="7578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41E7E1C-7DF5-C2AA-2F59-8E665A5341A5}"/>
                </a:ext>
              </a:extLst>
            </p:cNvPr>
            <p:cNvCxnSpPr>
              <a:cxnSpLocks/>
            </p:cNvCxnSpPr>
            <p:nvPr/>
          </p:nvCxnSpPr>
          <p:spPr>
            <a:xfrm>
              <a:off x="10033833" y="1159643"/>
              <a:ext cx="7578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A22CE9D1-87F4-FCEF-93D6-8DECB00A5B19}"/>
              </a:ext>
            </a:extLst>
          </p:cNvPr>
          <p:cNvSpPr txBox="1"/>
          <p:nvPr/>
        </p:nvSpPr>
        <p:spPr>
          <a:xfrm>
            <a:off x="6653060" y="2698289"/>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Target demand and supply planning processes</a:t>
            </a:r>
          </a:p>
        </p:txBody>
      </p:sp>
      <p:pic>
        <p:nvPicPr>
          <p:cNvPr id="23" name="Picture 22">
            <a:extLst>
              <a:ext uri="{FF2B5EF4-FFF2-40B4-BE49-F238E27FC236}">
                <a16:creationId xmlns:a16="http://schemas.microsoft.com/office/drawing/2014/main" id="{11286D12-DDDB-1D90-223B-45374F5A2994}"/>
              </a:ext>
            </a:extLst>
          </p:cNvPr>
          <p:cNvPicPr>
            <a:picLocks/>
          </p:cNvPicPr>
          <p:nvPr/>
        </p:nvPicPr>
        <p:blipFill>
          <a:blip r:embed="rId2">
            <a:duotone>
              <a:schemeClr val="accent1">
                <a:shade val="45000"/>
                <a:satMod val="135000"/>
              </a:schemeClr>
              <a:prstClr val="white"/>
            </a:duotone>
          </a:blip>
          <a:stretch>
            <a:fillRect/>
          </a:stretch>
        </p:blipFill>
        <p:spPr>
          <a:xfrm>
            <a:off x="6652800" y="1576800"/>
            <a:ext cx="1962000" cy="1076400"/>
          </a:xfrm>
          <a:prstGeom prst="rect">
            <a:avLst/>
          </a:prstGeom>
          <a:ln w="12700" cap="flat">
            <a:solidFill>
              <a:schemeClr val="accent1"/>
            </a:solidFill>
            <a:miter lim="400000"/>
          </a:ln>
          <a:effectLst/>
        </p:spPr>
      </p:pic>
      <p:pic>
        <p:nvPicPr>
          <p:cNvPr id="24" name="Picture 23">
            <a:extLst>
              <a:ext uri="{FF2B5EF4-FFF2-40B4-BE49-F238E27FC236}">
                <a16:creationId xmlns:a16="http://schemas.microsoft.com/office/drawing/2014/main" id="{8A83527F-7B37-F54D-5005-486A41F5A3D6}"/>
              </a:ext>
            </a:extLst>
          </p:cNvPr>
          <p:cNvPicPr>
            <a:picLocks/>
          </p:cNvPicPr>
          <p:nvPr/>
        </p:nvPicPr>
        <p:blipFill>
          <a:blip r:embed="rId3">
            <a:duotone>
              <a:schemeClr val="accent1">
                <a:shade val="45000"/>
                <a:satMod val="135000"/>
              </a:schemeClr>
              <a:prstClr val="white"/>
            </a:duotone>
          </a:blip>
          <a:stretch>
            <a:fillRect/>
          </a:stretch>
        </p:blipFill>
        <p:spPr>
          <a:xfrm>
            <a:off x="9518400" y="1576800"/>
            <a:ext cx="1962000" cy="1076400"/>
          </a:xfrm>
          <a:prstGeom prst="rect">
            <a:avLst/>
          </a:prstGeom>
          <a:ln w="12700" cap="flat">
            <a:solidFill>
              <a:schemeClr val="accent1"/>
            </a:solidFill>
            <a:miter lim="400000"/>
          </a:ln>
          <a:effectLst/>
        </p:spPr>
      </p:pic>
      <p:sp>
        <p:nvSpPr>
          <p:cNvPr id="25" name="TextBox 24">
            <a:extLst>
              <a:ext uri="{FF2B5EF4-FFF2-40B4-BE49-F238E27FC236}">
                <a16:creationId xmlns:a16="http://schemas.microsoft.com/office/drawing/2014/main" id="{51DA08B7-D096-235B-1C32-1252D65E4C08}"/>
              </a:ext>
            </a:extLst>
          </p:cNvPr>
          <p:cNvSpPr txBox="1"/>
          <p:nvPr/>
        </p:nvSpPr>
        <p:spPr>
          <a:xfrm>
            <a:off x="9519299" y="2698288"/>
            <a:ext cx="1786881" cy="349702"/>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Target organization model and FTE sizing principles</a:t>
            </a:r>
          </a:p>
        </p:txBody>
      </p:sp>
      <p:pic>
        <p:nvPicPr>
          <p:cNvPr id="26" name="Picture 25">
            <a:extLst>
              <a:ext uri="{FF2B5EF4-FFF2-40B4-BE49-F238E27FC236}">
                <a16:creationId xmlns:a16="http://schemas.microsoft.com/office/drawing/2014/main" id="{755FCC8B-D084-98AB-F5C0-8C83502D8691}"/>
              </a:ext>
            </a:extLst>
          </p:cNvPr>
          <p:cNvPicPr>
            <a:picLocks/>
          </p:cNvPicPr>
          <p:nvPr/>
        </p:nvPicPr>
        <p:blipFill>
          <a:blip r:embed="rId4">
            <a:duotone>
              <a:schemeClr val="accent1">
                <a:shade val="45000"/>
                <a:satMod val="135000"/>
              </a:schemeClr>
              <a:prstClr val="white"/>
            </a:duotone>
          </a:blip>
          <a:stretch>
            <a:fillRect/>
          </a:stretch>
        </p:blipFill>
        <p:spPr>
          <a:xfrm>
            <a:off x="6652800" y="3078000"/>
            <a:ext cx="1962000" cy="1076400"/>
          </a:xfrm>
          <a:prstGeom prst="rect">
            <a:avLst/>
          </a:prstGeom>
          <a:ln w="12700" cap="flat">
            <a:solidFill>
              <a:schemeClr val="accent1"/>
            </a:solidFill>
            <a:miter lim="400000"/>
          </a:ln>
          <a:effectLst/>
        </p:spPr>
      </p:pic>
      <p:sp>
        <p:nvSpPr>
          <p:cNvPr id="27" name="TextBox 26">
            <a:extLst>
              <a:ext uri="{FF2B5EF4-FFF2-40B4-BE49-F238E27FC236}">
                <a16:creationId xmlns:a16="http://schemas.microsoft.com/office/drawing/2014/main" id="{C429DA8A-EFB8-ED7E-8674-3F2B3B798913}"/>
              </a:ext>
            </a:extLst>
          </p:cNvPr>
          <p:cNvSpPr txBox="1"/>
          <p:nvPr/>
        </p:nvSpPr>
        <p:spPr>
          <a:xfrm>
            <a:off x="6653060" y="4173594"/>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Ubuntu" panose="020B0504030602030204" pitchFamily="34" charset="0"/>
                <a:ea typeface="+mn-ea"/>
                <a:cs typeface="+mn-cs"/>
              </a:rPr>
              <a:t>Data and master data requirements</a:t>
            </a:r>
          </a:p>
        </p:txBody>
      </p:sp>
      <p:pic>
        <p:nvPicPr>
          <p:cNvPr id="28" name="Picture 27">
            <a:extLst>
              <a:ext uri="{FF2B5EF4-FFF2-40B4-BE49-F238E27FC236}">
                <a16:creationId xmlns:a16="http://schemas.microsoft.com/office/drawing/2014/main" id="{519CC5EF-C0DA-7B07-21AC-920B1F657D36}"/>
              </a:ext>
            </a:extLst>
          </p:cNvPr>
          <p:cNvPicPr>
            <a:picLocks/>
          </p:cNvPicPr>
          <p:nvPr/>
        </p:nvPicPr>
        <p:blipFill>
          <a:blip r:embed="rId5">
            <a:duotone>
              <a:schemeClr val="accent1">
                <a:shade val="45000"/>
                <a:satMod val="135000"/>
              </a:schemeClr>
              <a:prstClr val="white"/>
            </a:duotone>
          </a:blip>
          <a:stretch>
            <a:fillRect/>
          </a:stretch>
        </p:blipFill>
        <p:spPr>
          <a:xfrm>
            <a:off x="9518400" y="3078000"/>
            <a:ext cx="1962000" cy="1076400"/>
          </a:xfrm>
          <a:prstGeom prst="rect">
            <a:avLst/>
          </a:prstGeom>
          <a:ln w="12700" cap="flat">
            <a:solidFill>
              <a:schemeClr val="accent1"/>
            </a:solidFill>
            <a:miter lim="400000"/>
          </a:ln>
          <a:effectLst/>
        </p:spPr>
      </p:pic>
      <p:sp>
        <p:nvSpPr>
          <p:cNvPr id="29" name="TextBox 28">
            <a:extLst>
              <a:ext uri="{FF2B5EF4-FFF2-40B4-BE49-F238E27FC236}">
                <a16:creationId xmlns:a16="http://schemas.microsoft.com/office/drawing/2014/main" id="{D9DD0807-432D-EA8F-0F3B-4FDCA39FC5A9}"/>
              </a:ext>
            </a:extLst>
          </p:cNvPr>
          <p:cNvSpPr txBox="1"/>
          <p:nvPr/>
        </p:nvSpPr>
        <p:spPr>
          <a:xfrm>
            <a:off x="9519299" y="4173594"/>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Ubuntu" panose="020B0504030602030204" pitchFamily="34" charset="0"/>
                <a:ea typeface="+mn-ea"/>
                <a:cs typeface="+mn-cs"/>
              </a:rPr>
              <a:t>Validated process-organization-RELEX fit</a:t>
            </a:r>
          </a:p>
        </p:txBody>
      </p:sp>
    </p:spTree>
    <p:extLst>
      <p:ext uri="{BB962C8B-B14F-4D97-AF65-F5344CB8AC3E}">
        <p14:creationId xmlns:p14="http://schemas.microsoft.com/office/powerpoint/2010/main" val="3436864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55EDCDC-9BD3-E70B-BF4E-0FE17C17A73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1FAFD6B9-035B-4550-59DF-3C4F9295BD50}"/>
              </a:ext>
            </a:extLst>
          </p:cNvPr>
          <p:cNvSpPr>
            <a:spLocks noGrp="1"/>
          </p:cNvSpPr>
          <p:nvPr>
            <p:ph type="body" sz="quarter" idx="10"/>
          </p:nvPr>
        </p:nvSpPr>
        <p:spPr/>
        <p:txBody>
          <a:bodyPr/>
          <a:lstStyle/>
          <a:p>
            <a:r>
              <a:rPr lang="en-AU"/>
              <a:t>5</a:t>
            </a:r>
            <a:r>
              <a:rPr lang="en-AU" noProof="0"/>
              <a:t>. IMPLEMENTATION READINESS, CHANGE </a:t>
            </a:r>
            <a:br>
              <a:rPr lang="en-AU" noProof="0"/>
            </a:br>
            <a:r>
              <a:rPr lang="en-AU" noProof="0"/>
              <a:t>MANAGEMENT &amp; KPIs</a:t>
            </a:r>
          </a:p>
        </p:txBody>
      </p:sp>
      <p:sp>
        <p:nvSpPr>
          <p:cNvPr id="4" name="Text Placeholder 5">
            <a:extLst>
              <a:ext uri="{FF2B5EF4-FFF2-40B4-BE49-F238E27FC236}">
                <a16:creationId xmlns:a16="http://schemas.microsoft.com/office/drawing/2014/main" id="{05255A6E-3CDE-C6A2-B8F4-E221AC3EB368}"/>
              </a:ext>
            </a:extLst>
          </p:cNvPr>
          <p:cNvSpPr>
            <a:spLocks noGrp="1"/>
          </p:cNvSpPr>
          <p:nvPr>
            <p:ph type="body" sz="quarter" idx="11"/>
          </p:nvPr>
        </p:nvSpPr>
        <p:spPr>
          <a:xfrm>
            <a:off x="338138" y="1597744"/>
            <a:ext cx="5500687" cy="5109091"/>
          </a:xfrm>
        </p:spPr>
        <p:txBody>
          <a:bodyPr wrap="square" lIns="0" tIns="0" rIns="0" bIns="0">
            <a:spAutoFit/>
          </a:bodyPr>
          <a:lstStyle/>
          <a:p>
            <a:pPr marL="182563" indent="-66675" algn="l" rtl="0"/>
            <a:r>
              <a:rPr lang="en-AU" sz="1150" b="1" noProof="0" dirty="0"/>
              <a:t>Initiative definition</a:t>
            </a:r>
          </a:p>
          <a:p>
            <a:pPr marL="446088" lvl="1" indent="-169863" algn="l" rtl="0">
              <a:buFont typeface="Calibri" panose="020F0502020204030204" pitchFamily="34" charset="0"/>
              <a:buChar char="–"/>
            </a:pPr>
            <a:r>
              <a:rPr lang="en-AU" sz="1150" noProof="0" dirty="0"/>
              <a:t>Translate target model into concrete implementation activities</a:t>
            </a:r>
          </a:p>
          <a:p>
            <a:pPr marL="446088" lvl="1" indent="-169863" algn="l" rtl="0">
              <a:buFont typeface="Calibri" panose="020F0502020204030204" pitchFamily="34" charset="0"/>
              <a:buChar char="–"/>
            </a:pPr>
            <a:r>
              <a:rPr lang="en-AU" sz="1150" noProof="0" dirty="0"/>
              <a:t>Cluster initiatives into workstreams (process, organization…)</a:t>
            </a:r>
          </a:p>
          <a:p>
            <a:pPr marL="446088" lvl="1" indent="-169863" algn="l" rtl="0">
              <a:spcAft>
                <a:spcPts val="600"/>
              </a:spcAft>
              <a:buFont typeface="Calibri" panose="020F0502020204030204" pitchFamily="34" charset="0"/>
              <a:buChar char="–"/>
            </a:pPr>
            <a:r>
              <a:rPr lang="en-AU" sz="1150" noProof="0" dirty="0"/>
              <a:t>Identify segment-specific vs. cross-segment initiatives</a:t>
            </a:r>
          </a:p>
          <a:p>
            <a:pPr marL="182563" lvl="1" indent="-66675" algn="l" rtl="0">
              <a:spcAft>
                <a:spcPts val="600"/>
              </a:spcAft>
            </a:pPr>
            <a:r>
              <a:rPr lang="en-AU" sz="1150" b="1" kern="1200" noProof="0" dirty="0"/>
              <a:t>Prioritization and waves</a:t>
            </a:r>
          </a:p>
          <a:p>
            <a:pPr marL="446088" lvl="1" indent="-169863" algn="l" rtl="0">
              <a:spcAft>
                <a:spcPts val="600"/>
              </a:spcAft>
              <a:buFont typeface="Calibri" panose="020F0502020204030204" pitchFamily="34" charset="0"/>
              <a:buChar char="–"/>
            </a:pPr>
            <a:r>
              <a:rPr lang="en-AU" sz="1150" noProof="0" dirty="0"/>
              <a:t>Prioritize initiatives based on impact, complexity and dependencies</a:t>
            </a:r>
          </a:p>
          <a:p>
            <a:pPr marL="446088" lvl="1" indent="-169863" algn="l" rtl="0">
              <a:spcAft>
                <a:spcPts val="600"/>
              </a:spcAft>
              <a:buFont typeface="Calibri" panose="020F0502020204030204" pitchFamily="34" charset="0"/>
              <a:buChar char="–"/>
            </a:pPr>
            <a:r>
              <a:rPr lang="en-AU" sz="1150" noProof="0" dirty="0"/>
              <a:t>Define deployment waves and sequency by store cluster, category or flow</a:t>
            </a:r>
          </a:p>
          <a:p>
            <a:pPr marL="182563" lvl="1" indent="-66675" algn="l" rtl="0">
              <a:spcAft>
                <a:spcPts val="600"/>
              </a:spcAft>
            </a:pPr>
            <a:r>
              <a:rPr lang="en-AU" sz="1150" b="1" kern="1200" noProof="0" dirty="0"/>
              <a:t>Change impact and adoption plan</a:t>
            </a:r>
          </a:p>
          <a:p>
            <a:pPr marL="446088" lvl="1" indent="-169863" algn="l" rtl="0">
              <a:spcAft>
                <a:spcPts val="600"/>
              </a:spcAft>
              <a:buFont typeface="Calibri" panose="020F0502020204030204" pitchFamily="34" charset="0"/>
              <a:buChar char="–"/>
            </a:pPr>
            <a:r>
              <a:rPr lang="en-AU" sz="1150" noProof="0" dirty="0"/>
              <a:t>Assess change impact by role and function and segment</a:t>
            </a:r>
          </a:p>
          <a:p>
            <a:pPr marL="446088" lvl="1" indent="-169863" algn="l" rtl="0">
              <a:spcAft>
                <a:spcPts val="600"/>
              </a:spcAft>
              <a:buFont typeface="Calibri" panose="020F0502020204030204" pitchFamily="34" charset="0"/>
              <a:buChar char="–"/>
            </a:pPr>
            <a:r>
              <a:rPr lang="en-AU" sz="1150" noProof="0" dirty="0"/>
              <a:t>Identify adoption risks and mitigation actions</a:t>
            </a:r>
          </a:p>
          <a:p>
            <a:pPr marL="182563" lvl="1" indent="-66675" algn="l" rtl="0">
              <a:spcAft>
                <a:spcPts val="600"/>
              </a:spcAft>
            </a:pPr>
            <a:r>
              <a:rPr lang="en-AU" sz="1150" b="1" kern="1200" noProof="0" dirty="0"/>
              <a:t>Communication and capability enablement</a:t>
            </a:r>
          </a:p>
          <a:p>
            <a:pPr marL="446088" lvl="1" indent="-169863" algn="l" rtl="0">
              <a:spcAft>
                <a:spcPts val="600"/>
              </a:spcAft>
              <a:buFont typeface="Calibri" panose="020F0502020204030204" pitchFamily="34" charset="0"/>
              <a:buChar char="–"/>
            </a:pPr>
            <a:r>
              <a:rPr lang="en-AU" sz="1150" noProof="0" dirty="0"/>
              <a:t>Define communication strategy and key messages</a:t>
            </a:r>
          </a:p>
          <a:p>
            <a:pPr marL="446088" lvl="1" indent="-169863" algn="l" rtl="0">
              <a:spcAft>
                <a:spcPts val="600"/>
              </a:spcAft>
              <a:buFont typeface="Calibri" panose="020F0502020204030204" pitchFamily="34" charset="0"/>
              <a:buChar char="–"/>
            </a:pPr>
            <a:r>
              <a:rPr lang="en-AU" sz="1150" noProof="0" dirty="0"/>
              <a:t>Define role-based and segment-adapted training approach</a:t>
            </a:r>
          </a:p>
          <a:p>
            <a:pPr marL="182563" lvl="1" indent="-66675" algn="l" rtl="0">
              <a:spcAft>
                <a:spcPts val="600"/>
              </a:spcAft>
            </a:pPr>
            <a:r>
              <a:rPr lang="en-AU" sz="1150" b="1" kern="1200" noProof="0" dirty="0"/>
              <a:t>KPIs and performance management</a:t>
            </a:r>
          </a:p>
          <a:p>
            <a:pPr marL="446088" lvl="1" indent="-169863" algn="l" rtl="0">
              <a:spcAft>
                <a:spcPts val="600"/>
              </a:spcAft>
              <a:buFont typeface="Calibri" panose="020F0502020204030204" pitchFamily="34" charset="0"/>
              <a:buChar char="–"/>
            </a:pPr>
            <a:r>
              <a:rPr lang="en-AU" sz="1150" noProof="0" dirty="0"/>
              <a:t>Define adoption and performance KPIs</a:t>
            </a:r>
          </a:p>
          <a:p>
            <a:pPr marL="182563" lvl="1" indent="-66675" algn="l" rtl="0">
              <a:spcAft>
                <a:spcPts val="600"/>
              </a:spcAft>
            </a:pPr>
            <a:r>
              <a:rPr lang="en-AU" sz="1150" b="1" kern="1200" noProof="0" dirty="0"/>
              <a:t>Roadmap and deployment readiness and go/no go criteria definition</a:t>
            </a:r>
          </a:p>
          <a:p>
            <a:pPr marL="446088" lvl="1" indent="-169863" algn="l" rtl="0">
              <a:spcAft>
                <a:spcPts val="600"/>
              </a:spcAft>
              <a:buFont typeface="Calibri" panose="020F0502020204030204" pitchFamily="34" charset="0"/>
              <a:buChar char="–"/>
            </a:pPr>
            <a:r>
              <a:rPr lang="en-AU" sz="1150" noProof="0" dirty="0"/>
              <a:t>Define a consolidated roadmap</a:t>
            </a:r>
          </a:p>
          <a:p>
            <a:pPr marL="446088" lvl="1" indent="-169863" algn="l" rtl="0">
              <a:spcAft>
                <a:spcPts val="600"/>
              </a:spcAft>
              <a:buFont typeface="Calibri" panose="020F0502020204030204" pitchFamily="34" charset="0"/>
              <a:buChar char="–"/>
            </a:pPr>
            <a:r>
              <a:rPr lang="en-AU" sz="1150" dirty="0"/>
              <a:t>Define deployment readiness criteria to validate (process readiness, org. readiness, data readiness, system readiness…)</a:t>
            </a:r>
          </a:p>
          <a:p>
            <a:pPr marL="446088" lvl="1" indent="-169863" algn="l" rtl="0">
              <a:spcAft>
                <a:spcPts val="600"/>
              </a:spcAft>
              <a:buFont typeface="Calibri" panose="020F0502020204030204" pitchFamily="34" charset="0"/>
              <a:buChar char="–"/>
            </a:pPr>
            <a:r>
              <a:rPr lang="en-AU" sz="1150" noProof="0" dirty="0"/>
              <a:t>Define go/no go decision process and ownership</a:t>
            </a:r>
          </a:p>
          <a:p>
            <a:pPr marL="446088" lvl="1" indent="-169863" algn="l" rtl="0">
              <a:spcAft>
                <a:spcPts val="600"/>
              </a:spcAft>
              <a:buFont typeface="Calibri" panose="020F0502020204030204" pitchFamily="34" charset="0"/>
              <a:buChar char="–"/>
            </a:pPr>
            <a:r>
              <a:rPr lang="en-AU" sz="1150" dirty="0"/>
              <a:t>Define remediation actions in case criteria are not met</a:t>
            </a:r>
            <a:endParaRPr lang="en-AU" sz="1150" noProof="0" dirty="0"/>
          </a:p>
        </p:txBody>
      </p:sp>
      <p:grpSp>
        <p:nvGrpSpPr>
          <p:cNvPr id="8" name="Group 7">
            <a:extLst>
              <a:ext uri="{FF2B5EF4-FFF2-40B4-BE49-F238E27FC236}">
                <a16:creationId xmlns:a16="http://schemas.microsoft.com/office/drawing/2014/main" id="{E718CE39-46EA-4357-3449-E239FA74FF66}"/>
              </a:ext>
            </a:extLst>
          </p:cNvPr>
          <p:cNvGrpSpPr/>
          <p:nvPr/>
        </p:nvGrpSpPr>
        <p:grpSpPr>
          <a:xfrm>
            <a:off x="6251004" y="339294"/>
            <a:ext cx="4069793" cy="273283"/>
            <a:chOff x="447752" y="1136141"/>
            <a:chExt cx="11611592" cy="779706"/>
          </a:xfrm>
        </p:grpSpPr>
        <p:sp>
          <p:nvSpPr>
            <p:cNvPr id="9" name="Rectangle: Rounded Corners 8">
              <a:extLst>
                <a:ext uri="{FF2B5EF4-FFF2-40B4-BE49-F238E27FC236}">
                  <a16:creationId xmlns:a16="http://schemas.microsoft.com/office/drawing/2014/main" id="{CC787CEC-41D4-9DF6-D049-CA084E898252}"/>
                </a:ext>
              </a:extLst>
            </p:cNvPr>
            <p:cNvSpPr/>
            <p:nvPr/>
          </p:nvSpPr>
          <p:spPr>
            <a:xfrm>
              <a:off x="56987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MOBILIZATION AND PREPARATION</a:t>
              </a:r>
            </a:p>
          </p:txBody>
        </p:sp>
        <p:sp>
          <p:nvSpPr>
            <p:cNvPr id="10" name="Rectangle: Rounded Corners 9">
              <a:extLst>
                <a:ext uri="{FF2B5EF4-FFF2-40B4-BE49-F238E27FC236}">
                  <a16:creationId xmlns:a16="http://schemas.microsoft.com/office/drawing/2014/main" id="{81A982D0-B83D-B073-1C5D-72D30C3968EB}"/>
                </a:ext>
              </a:extLst>
            </p:cNvPr>
            <p:cNvSpPr/>
            <p:nvPr/>
          </p:nvSpPr>
          <p:spPr>
            <a:xfrm>
              <a:off x="250345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S&amp;OP MATURITY ASSESSMENT</a:t>
              </a:r>
            </a:p>
          </p:txBody>
        </p:sp>
        <p:sp>
          <p:nvSpPr>
            <p:cNvPr id="11" name="Rectangle: Rounded Corners 10">
              <a:extLst>
                <a:ext uri="{FF2B5EF4-FFF2-40B4-BE49-F238E27FC236}">
                  <a16:creationId xmlns:a16="http://schemas.microsoft.com/office/drawing/2014/main" id="{9764E31D-4201-CD19-7C49-6A64D9CA925E}"/>
                </a:ext>
              </a:extLst>
            </p:cNvPr>
            <p:cNvSpPr/>
            <p:nvPr/>
          </p:nvSpPr>
          <p:spPr>
            <a:xfrm>
              <a:off x="443703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400" b="1" i="0" u="none" strike="noStrike" kern="0" cap="none" spc="0" normalizeH="0" baseline="0" noProof="0">
                  <a:ln>
                    <a:noFill/>
                  </a:ln>
                  <a:solidFill>
                    <a:schemeClr val="bg1">
                      <a:lumMod val="85000"/>
                    </a:schemeClr>
                  </a:solidFill>
                  <a:effectLst/>
                  <a:uLnTx/>
                  <a:uFillTx/>
                  <a:latin typeface="Calibri"/>
                  <a:ea typeface="+mn-ea"/>
                  <a:cs typeface="+mn-cs"/>
                </a:rPr>
                <a:t>ASPIRATIONAL DEFINITION AND TARGET S&amp;OP CYCLE</a:t>
              </a:r>
            </a:p>
          </p:txBody>
        </p:sp>
        <p:sp>
          <p:nvSpPr>
            <p:cNvPr id="12" name="Rectangle: Rounded Corners 11">
              <a:extLst>
                <a:ext uri="{FF2B5EF4-FFF2-40B4-BE49-F238E27FC236}">
                  <a16:creationId xmlns:a16="http://schemas.microsoft.com/office/drawing/2014/main" id="{D6532967-7644-6B59-9091-5C688532B603}"/>
                </a:ext>
              </a:extLst>
            </p:cNvPr>
            <p:cNvSpPr/>
            <p:nvPr/>
          </p:nvSpPr>
          <p:spPr>
            <a:xfrm>
              <a:off x="6370619" y="1219200"/>
              <a:ext cx="1821564" cy="696647"/>
            </a:xfrm>
            <a:prstGeom prst="roundRect">
              <a:avLst/>
            </a:prstGeom>
            <a:solidFill>
              <a:srgbClr val="BFBFBF"/>
            </a:solidFill>
            <a:ln w="25400" cap="flat" cmpd="sng" algn="ctr">
              <a:noFill/>
              <a:prstDash val="solid"/>
            </a:ln>
            <a:effectLst/>
          </p:spPr>
          <p:txBody>
            <a:bodyPr lIns="0" tIns="0" rIns="0" bIns="0" rtlCol="0" anchor="ctr"/>
            <a:lstStyle/>
            <a:p>
              <a:pPr lvl="0" algn="ctr">
                <a:defRPr/>
              </a:pPr>
              <a:r>
                <a:rPr lang="en-AU" sz="400" b="1" kern="0" noProof="0">
                  <a:solidFill>
                    <a:schemeClr val="bg1">
                      <a:lumMod val="85000"/>
                    </a:schemeClr>
                  </a:solidFill>
                </a:rPr>
                <a:t>DEMAND AND SUPPLY PROCESSES DESIGN</a:t>
              </a:r>
            </a:p>
          </p:txBody>
        </p:sp>
        <p:sp>
          <p:nvSpPr>
            <p:cNvPr id="13" name="Rectangle: Rounded Corners 12">
              <a:extLst>
                <a:ext uri="{FF2B5EF4-FFF2-40B4-BE49-F238E27FC236}">
                  <a16:creationId xmlns:a16="http://schemas.microsoft.com/office/drawing/2014/main" id="{CADF9122-4DA0-68CB-89C0-F3763FF15D00}"/>
                </a:ext>
              </a:extLst>
            </p:cNvPr>
            <p:cNvSpPr/>
            <p:nvPr/>
          </p:nvSpPr>
          <p:spPr>
            <a:xfrm>
              <a:off x="8304199" y="1219200"/>
              <a:ext cx="1821564" cy="696647"/>
            </a:xfrm>
            <a:prstGeom prst="roundRect">
              <a:avLst/>
            </a:prstGeom>
            <a:solidFill>
              <a:srgbClr val="12ABDB"/>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400" b="1" kern="0" noProof="0">
                  <a:solidFill>
                    <a:schemeClr val="bg1"/>
                  </a:solidFill>
                  <a:latin typeface="Calibri"/>
                </a:rPr>
                <a:t>IMPLEMENTATION READINESS AND CHANGE MANAGEMENT</a:t>
              </a:r>
              <a:endParaRPr kumimoji="0" lang="en-AU" sz="400" b="1" i="0" u="none" strike="noStrike" kern="0" cap="none" spc="0" normalizeH="0" baseline="0" noProof="0">
                <a:ln>
                  <a:noFill/>
                </a:ln>
                <a:solidFill>
                  <a:schemeClr val="bg1"/>
                </a:solidFill>
                <a:effectLst/>
                <a:uLnTx/>
                <a:uFillTx/>
                <a:latin typeface="Calibri"/>
                <a:ea typeface="+mn-ea"/>
                <a:cs typeface="+mn-cs"/>
              </a:endParaRPr>
            </a:p>
          </p:txBody>
        </p:sp>
        <p:sp>
          <p:nvSpPr>
            <p:cNvPr id="14" name="Rectangle: Rounded Corners 13">
              <a:extLst>
                <a:ext uri="{FF2B5EF4-FFF2-40B4-BE49-F238E27FC236}">
                  <a16:creationId xmlns:a16="http://schemas.microsoft.com/office/drawing/2014/main" id="{D91D744E-5B0E-5196-B55D-5C66DEEA4B8B}"/>
                </a:ext>
              </a:extLst>
            </p:cNvPr>
            <p:cNvSpPr/>
            <p:nvPr/>
          </p:nvSpPr>
          <p:spPr>
            <a:xfrm>
              <a:off x="10237780" y="1219200"/>
              <a:ext cx="1821564" cy="696647"/>
            </a:xfrm>
            <a:prstGeom prst="roundRect">
              <a:avLst/>
            </a:prstGeom>
            <a:solidFill>
              <a:schemeClr val="bg1">
                <a:lumMod val="75000"/>
              </a:schemeClr>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400" b="1" kern="0" noProof="0">
                  <a:solidFill>
                    <a:schemeClr val="bg1">
                      <a:lumMod val="85000"/>
                    </a:schemeClr>
                  </a:solidFill>
                  <a:latin typeface="Calibri"/>
                </a:rPr>
                <a:t>DEPLOYMENT</a:t>
              </a:r>
              <a:endParaRPr kumimoji="0" lang="en-AU" sz="400" b="1" i="0" u="none" strike="noStrike" kern="0" cap="none" spc="0" normalizeH="0" baseline="0" noProof="0">
                <a:ln>
                  <a:noFill/>
                </a:ln>
                <a:solidFill>
                  <a:schemeClr val="bg1">
                    <a:lumMod val="85000"/>
                  </a:schemeClr>
                </a:solidFill>
                <a:effectLst/>
                <a:uLnTx/>
                <a:uFillTx/>
                <a:latin typeface="Calibri"/>
                <a:ea typeface="+mn-ea"/>
                <a:cs typeface="+mn-cs"/>
              </a:endParaRPr>
            </a:p>
          </p:txBody>
        </p:sp>
        <p:sp>
          <p:nvSpPr>
            <p:cNvPr id="15" name="Oval 14">
              <a:extLst>
                <a:ext uri="{FF2B5EF4-FFF2-40B4-BE49-F238E27FC236}">
                  <a16:creationId xmlns:a16="http://schemas.microsoft.com/office/drawing/2014/main" id="{732EFE93-2874-325E-19A3-F9F0AB62D138}"/>
                </a:ext>
              </a:extLst>
            </p:cNvPr>
            <p:cNvSpPr/>
            <p:nvPr/>
          </p:nvSpPr>
          <p:spPr>
            <a:xfrm>
              <a:off x="447752"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1</a:t>
              </a:r>
            </a:p>
          </p:txBody>
        </p:sp>
        <p:sp>
          <p:nvSpPr>
            <p:cNvPr id="16" name="Oval 15">
              <a:extLst>
                <a:ext uri="{FF2B5EF4-FFF2-40B4-BE49-F238E27FC236}">
                  <a16:creationId xmlns:a16="http://schemas.microsoft.com/office/drawing/2014/main" id="{5AE36951-B955-526C-2551-10E14761674B}"/>
                </a:ext>
              </a:extLst>
            </p:cNvPr>
            <p:cNvSpPr/>
            <p:nvPr/>
          </p:nvSpPr>
          <p:spPr>
            <a:xfrm>
              <a:off x="2383064"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2</a:t>
              </a:r>
            </a:p>
          </p:txBody>
        </p:sp>
        <p:sp>
          <p:nvSpPr>
            <p:cNvPr id="17" name="Oval 16">
              <a:extLst>
                <a:ext uri="{FF2B5EF4-FFF2-40B4-BE49-F238E27FC236}">
                  <a16:creationId xmlns:a16="http://schemas.microsoft.com/office/drawing/2014/main" id="{5B7D50A7-4BFA-16D7-F141-84AC7F9D06FC}"/>
                </a:ext>
              </a:extLst>
            </p:cNvPr>
            <p:cNvSpPr/>
            <p:nvPr/>
          </p:nvSpPr>
          <p:spPr>
            <a:xfrm>
              <a:off x="4314727"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3</a:t>
              </a:r>
            </a:p>
          </p:txBody>
        </p:sp>
        <p:sp>
          <p:nvSpPr>
            <p:cNvPr id="18" name="Oval 17">
              <a:extLst>
                <a:ext uri="{FF2B5EF4-FFF2-40B4-BE49-F238E27FC236}">
                  <a16:creationId xmlns:a16="http://schemas.microsoft.com/office/drawing/2014/main" id="{C842084C-3B96-3C36-961A-FFE7438B2D8C}"/>
                </a:ext>
              </a:extLst>
            </p:cNvPr>
            <p:cNvSpPr/>
            <p:nvPr/>
          </p:nvSpPr>
          <p:spPr>
            <a:xfrm>
              <a:off x="6246390" y="1136141"/>
              <a:ext cx="240790" cy="240790"/>
            </a:xfrm>
            <a:prstGeom prst="ellipse">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4</a:t>
              </a:r>
            </a:p>
          </p:txBody>
        </p:sp>
        <p:sp>
          <p:nvSpPr>
            <p:cNvPr id="19" name="Oval 18">
              <a:extLst>
                <a:ext uri="{FF2B5EF4-FFF2-40B4-BE49-F238E27FC236}">
                  <a16:creationId xmlns:a16="http://schemas.microsoft.com/office/drawing/2014/main" id="{16AA1334-31CF-8BED-C396-36BADFCC4FC0}"/>
                </a:ext>
              </a:extLst>
            </p:cNvPr>
            <p:cNvSpPr/>
            <p:nvPr/>
          </p:nvSpPr>
          <p:spPr>
            <a:xfrm>
              <a:off x="10117384" y="1136141"/>
              <a:ext cx="240790" cy="240790"/>
            </a:xfrm>
            <a:prstGeom prst="ellipse">
              <a:avLst/>
            </a:prstGeom>
            <a:solidFill>
              <a:schemeClr val="bg1">
                <a:lumMod val="7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lumMod val="85000"/>
                    </a:schemeClr>
                  </a:solidFill>
                </a:rPr>
                <a:t>6</a:t>
              </a:r>
            </a:p>
          </p:txBody>
        </p:sp>
        <p:sp>
          <p:nvSpPr>
            <p:cNvPr id="20" name="Oval 19">
              <a:extLst>
                <a:ext uri="{FF2B5EF4-FFF2-40B4-BE49-F238E27FC236}">
                  <a16:creationId xmlns:a16="http://schemas.microsoft.com/office/drawing/2014/main" id="{24D23A7C-8368-FC1A-5293-0E2B5E36AF44}"/>
                </a:ext>
              </a:extLst>
            </p:cNvPr>
            <p:cNvSpPr/>
            <p:nvPr/>
          </p:nvSpPr>
          <p:spPr>
            <a:xfrm>
              <a:off x="8179970" y="1136141"/>
              <a:ext cx="240790" cy="240790"/>
            </a:xfrm>
            <a:prstGeom prst="ellipse">
              <a:avLst/>
            </a:prstGeom>
            <a:solidFill>
              <a:srgbClr val="12ABDB"/>
            </a:solidFill>
            <a:ln>
              <a:solidFill>
                <a:srgbClr val="12AB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 noProof="0">
                  <a:solidFill>
                    <a:schemeClr val="bg1"/>
                  </a:solidFill>
                </a:rPr>
                <a:t>5</a:t>
              </a:r>
            </a:p>
          </p:txBody>
        </p:sp>
      </p:grpSp>
      <p:grpSp>
        <p:nvGrpSpPr>
          <p:cNvPr id="2" name="Group 1">
            <a:extLst>
              <a:ext uri="{FF2B5EF4-FFF2-40B4-BE49-F238E27FC236}">
                <a16:creationId xmlns:a16="http://schemas.microsoft.com/office/drawing/2014/main" id="{0065501D-86F7-ED25-44F4-BFE8B89E6DAB}"/>
              </a:ext>
            </a:extLst>
          </p:cNvPr>
          <p:cNvGrpSpPr/>
          <p:nvPr/>
        </p:nvGrpSpPr>
        <p:grpSpPr>
          <a:xfrm>
            <a:off x="10722587" y="1066287"/>
            <a:ext cx="757813" cy="211203"/>
            <a:chOff x="10033833" y="964729"/>
            <a:chExt cx="757813" cy="211203"/>
          </a:xfrm>
        </p:grpSpPr>
        <p:sp>
          <p:nvSpPr>
            <p:cNvPr id="3" name="TextBox 2">
              <a:extLst>
                <a:ext uri="{FF2B5EF4-FFF2-40B4-BE49-F238E27FC236}">
                  <a16:creationId xmlns:a16="http://schemas.microsoft.com/office/drawing/2014/main" id="{CE5ADF24-8DD6-DE42-5740-BD9939BFB309}"/>
                </a:ext>
              </a:extLst>
            </p:cNvPr>
            <p:cNvSpPr txBox="1"/>
            <p:nvPr/>
          </p:nvSpPr>
          <p:spPr>
            <a:xfrm>
              <a:off x="10033833" y="964729"/>
              <a:ext cx="757813" cy="211203"/>
            </a:xfrm>
            <a:prstGeom prst="rect">
              <a:avLst/>
            </a:prstGeom>
            <a:noFill/>
          </p:spPr>
          <p:txBody>
            <a:bodyPr wrap="square" lIns="0" tIns="36000" rIns="0" bIns="36000" rtlCol="0">
              <a:spAutoFit/>
            </a:bodyPr>
            <a:lstStyle/>
            <a:p>
              <a:pPr marL="0" marR="0" lvl="0" indent="0" algn="ctr"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Illustrative</a:t>
              </a:r>
            </a:p>
          </p:txBody>
        </p:sp>
        <p:cxnSp>
          <p:nvCxnSpPr>
            <p:cNvPr id="6" name="Straight Connector 5">
              <a:extLst>
                <a:ext uri="{FF2B5EF4-FFF2-40B4-BE49-F238E27FC236}">
                  <a16:creationId xmlns:a16="http://schemas.microsoft.com/office/drawing/2014/main" id="{C2339E81-365F-F99D-0247-2E3C303E7C00}"/>
                </a:ext>
              </a:extLst>
            </p:cNvPr>
            <p:cNvCxnSpPr>
              <a:cxnSpLocks/>
            </p:cNvCxnSpPr>
            <p:nvPr/>
          </p:nvCxnSpPr>
          <p:spPr>
            <a:xfrm>
              <a:off x="10033833" y="981017"/>
              <a:ext cx="7578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C8F766B-1613-F26D-7577-90157DB4F547}"/>
                </a:ext>
              </a:extLst>
            </p:cNvPr>
            <p:cNvCxnSpPr>
              <a:cxnSpLocks/>
            </p:cNvCxnSpPr>
            <p:nvPr/>
          </p:nvCxnSpPr>
          <p:spPr>
            <a:xfrm>
              <a:off x="10033833" y="1159643"/>
              <a:ext cx="7578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2" name="Picture 21">
            <a:extLst>
              <a:ext uri="{FF2B5EF4-FFF2-40B4-BE49-F238E27FC236}">
                <a16:creationId xmlns:a16="http://schemas.microsoft.com/office/drawing/2014/main" id="{8DBA72D0-7FC2-C939-EA31-93F4F8F721CD}"/>
              </a:ext>
            </a:extLst>
          </p:cNvPr>
          <p:cNvPicPr>
            <a:picLocks/>
          </p:cNvPicPr>
          <p:nvPr/>
        </p:nvPicPr>
        <p:blipFill>
          <a:blip r:embed="rId3"/>
          <a:stretch>
            <a:fillRect/>
          </a:stretch>
        </p:blipFill>
        <p:spPr>
          <a:xfrm>
            <a:off x="6652800" y="1576800"/>
            <a:ext cx="1962000" cy="1076400"/>
          </a:xfrm>
          <a:prstGeom prst="rect">
            <a:avLst/>
          </a:prstGeom>
        </p:spPr>
      </p:pic>
      <p:sp>
        <p:nvSpPr>
          <p:cNvPr id="23" name="TextBox 22">
            <a:extLst>
              <a:ext uri="{FF2B5EF4-FFF2-40B4-BE49-F238E27FC236}">
                <a16:creationId xmlns:a16="http://schemas.microsoft.com/office/drawing/2014/main" id="{60559B43-9527-35AA-8581-0C2BE7E9A4C4}"/>
              </a:ext>
            </a:extLst>
          </p:cNvPr>
          <p:cNvSpPr txBox="1"/>
          <p:nvPr/>
        </p:nvSpPr>
        <p:spPr>
          <a:xfrm>
            <a:off x="6653060" y="2698289"/>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Initiatives backlog and sheets by initiative</a:t>
            </a:r>
          </a:p>
        </p:txBody>
      </p:sp>
      <p:pic>
        <p:nvPicPr>
          <p:cNvPr id="24" name="Picture 23">
            <a:extLst>
              <a:ext uri="{FF2B5EF4-FFF2-40B4-BE49-F238E27FC236}">
                <a16:creationId xmlns:a16="http://schemas.microsoft.com/office/drawing/2014/main" id="{D3071A00-CC68-788F-64E9-5C3E9380B972}"/>
              </a:ext>
            </a:extLst>
          </p:cNvPr>
          <p:cNvPicPr>
            <a:picLocks/>
          </p:cNvPicPr>
          <p:nvPr/>
        </p:nvPicPr>
        <p:blipFill>
          <a:blip r:embed="rId4">
            <a:duotone>
              <a:schemeClr val="accent1">
                <a:shade val="45000"/>
                <a:satMod val="135000"/>
              </a:schemeClr>
              <a:prstClr val="white"/>
            </a:duotone>
          </a:blip>
          <a:stretch>
            <a:fillRect/>
          </a:stretch>
        </p:blipFill>
        <p:spPr>
          <a:xfrm>
            <a:off x="7532121" y="1807367"/>
            <a:ext cx="1621487" cy="889586"/>
          </a:xfrm>
          <a:prstGeom prst="rect">
            <a:avLst/>
          </a:prstGeom>
          <a:ln>
            <a:solidFill>
              <a:srgbClr val="279093"/>
            </a:solidFill>
          </a:ln>
          <a:effectLst>
            <a:innerShdw blurRad="63500" dist="50800" dir="18900000">
              <a:prstClr val="black">
                <a:alpha val="50000"/>
              </a:prstClr>
            </a:innerShdw>
          </a:effectLst>
        </p:spPr>
      </p:pic>
      <p:sp>
        <p:nvSpPr>
          <p:cNvPr id="25" name="TextBox 24">
            <a:extLst>
              <a:ext uri="{FF2B5EF4-FFF2-40B4-BE49-F238E27FC236}">
                <a16:creationId xmlns:a16="http://schemas.microsoft.com/office/drawing/2014/main" id="{4A2C3B76-D510-448D-99F6-AAB0BD72A236}"/>
              </a:ext>
            </a:extLst>
          </p:cNvPr>
          <p:cNvSpPr txBox="1"/>
          <p:nvPr/>
        </p:nvSpPr>
        <p:spPr>
          <a:xfrm>
            <a:off x="9519299" y="2698288"/>
            <a:ext cx="1786881" cy="349702"/>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solidFill>
                  <a:srgbClr val="173340"/>
                </a:solidFill>
                <a:effectLst/>
                <a:uLnTx/>
                <a:uFillTx/>
                <a:latin typeface="Ubuntu" panose="020B0504030602030204" pitchFamily="34" charset="0"/>
                <a:ea typeface="+mn-ea"/>
                <a:cs typeface="+mn-cs"/>
              </a:rPr>
              <a:t>Change management and training plans</a:t>
            </a:r>
          </a:p>
        </p:txBody>
      </p:sp>
      <p:pic>
        <p:nvPicPr>
          <p:cNvPr id="26" name="Picture 25">
            <a:extLst>
              <a:ext uri="{FF2B5EF4-FFF2-40B4-BE49-F238E27FC236}">
                <a16:creationId xmlns:a16="http://schemas.microsoft.com/office/drawing/2014/main" id="{85FC3CE4-8468-2E1C-18E4-BA0B3885A8E8}"/>
              </a:ext>
            </a:extLst>
          </p:cNvPr>
          <p:cNvPicPr>
            <a:picLocks/>
          </p:cNvPicPr>
          <p:nvPr/>
        </p:nvPicPr>
        <p:blipFill>
          <a:blip r:embed="rId5">
            <a:duotone>
              <a:schemeClr val="accent2">
                <a:shade val="45000"/>
                <a:satMod val="135000"/>
              </a:schemeClr>
              <a:prstClr val="white"/>
            </a:duotone>
          </a:blip>
          <a:stretch>
            <a:fillRect/>
          </a:stretch>
        </p:blipFill>
        <p:spPr>
          <a:xfrm>
            <a:off x="9518400" y="1576800"/>
            <a:ext cx="1962000" cy="1076400"/>
          </a:xfrm>
          <a:prstGeom prst="rect">
            <a:avLst/>
          </a:prstGeom>
        </p:spPr>
      </p:pic>
      <p:pic>
        <p:nvPicPr>
          <p:cNvPr id="27" name="Picture 26">
            <a:extLst>
              <a:ext uri="{FF2B5EF4-FFF2-40B4-BE49-F238E27FC236}">
                <a16:creationId xmlns:a16="http://schemas.microsoft.com/office/drawing/2014/main" id="{3B56CFE0-E731-54AD-7736-E1BB11ACA9BA}"/>
              </a:ext>
            </a:extLst>
          </p:cNvPr>
          <p:cNvPicPr>
            <a:picLocks/>
          </p:cNvPicPr>
          <p:nvPr/>
        </p:nvPicPr>
        <p:blipFill>
          <a:blip r:embed="rId6"/>
          <a:stretch>
            <a:fillRect/>
          </a:stretch>
        </p:blipFill>
        <p:spPr>
          <a:xfrm>
            <a:off x="6652800" y="3078000"/>
            <a:ext cx="1962000" cy="1076400"/>
          </a:xfrm>
          <a:prstGeom prst="rect">
            <a:avLst/>
          </a:prstGeom>
        </p:spPr>
      </p:pic>
      <p:sp>
        <p:nvSpPr>
          <p:cNvPr id="28" name="TextBox 27">
            <a:extLst>
              <a:ext uri="{FF2B5EF4-FFF2-40B4-BE49-F238E27FC236}">
                <a16:creationId xmlns:a16="http://schemas.microsoft.com/office/drawing/2014/main" id="{C3F0A601-5679-2730-A802-A3A3C238FF5A}"/>
              </a:ext>
            </a:extLst>
          </p:cNvPr>
          <p:cNvSpPr txBox="1"/>
          <p:nvPr/>
        </p:nvSpPr>
        <p:spPr>
          <a:xfrm>
            <a:off x="6653060" y="4173594"/>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Ubuntu" panose="020B0504030602030204" pitchFamily="34" charset="0"/>
                <a:ea typeface="+mn-ea"/>
                <a:cs typeface="+mn-cs"/>
              </a:rPr>
              <a:t>KPIs and performance management framework</a:t>
            </a:r>
          </a:p>
        </p:txBody>
      </p:sp>
      <p:pic>
        <p:nvPicPr>
          <p:cNvPr id="29" name="Picture 28">
            <a:extLst>
              <a:ext uri="{FF2B5EF4-FFF2-40B4-BE49-F238E27FC236}">
                <a16:creationId xmlns:a16="http://schemas.microsoft.com/office/drawing/2014/main" id="{5C50D014-4CD0-1AC5-AC50-5BA054EA24F0}"/>
              </a:ext>
            </a:extLst>
          </p:cNvPr>
          <p:cNvPicPr>
            <a:picLocks/>
          </p:cNvPicPr>
          <p:nvPr/>
        </p:nvPicPr>
        <p:blipFill>
          <a:blip r:embed="rId7"/>
          <a:stretch>
            <a:fillRect/>
          </a:stretch>
        </p:blipFill>
        <p:spPr>
          <a:xfrm>
            <a:off x="9518400" y="3078000"/>
            <a:ext cx="1962000" cy="1076400"/>
          </a:xfrm>
          <a:prstGeom prst="rect">
            <a:avLst/>
          </a:prstGeom>
        </p:spPr>
      </p:pic>
      <p:sp>
        <p:nvSpPr>
          <p:cNvPr id="30" name="TextBox 29">
            <a:extLst>
              <a:ext uri="{FF2B5EF4-FFF2-40B4-BE49-F238E27FC236}">
                <a16:creationId xmlns:a16="http://schemas.microsoft.com/office/drawing/2014/main" id="{C1F2ECC5-295D-8D96-E27A-CF4BD8DDA28D}"/>
              </a:ext>
            </a:extLst>
          </p:cNvPr>
          <p:cNvSpPr txBox="1"/>
          <p:nvPr/>
        </p:nvSpPr>
        <p:spPr>
          <a:xfrm>
            <a:off x="9519299" y="4173594"/>
            <a:ext cx="2689148" cy="211203"/>
          </a:xfrm>
          <a:prstGeom prst="rect">
            <a:avLst/>
          </a:prstGeom>
          <a:noFill/>
        </p:spPr>
        <p:txBody>
          <a:bodyPr wrap="square" lIns="0" tIns="36000" rIns="0" bIns="36000"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Ubuntu" panose="020B0504030602030204" pitchFamily="34" charset="0"/>
                <a:ea typeface="+mn-ea"/>
                <a:cs typeface="+mn-cs"/>
              </a:rPr>
              <a:t>Integrated implementation roadmap</a:t>
            </a:r>
          </a:p>
        </p:txBody>
      </p:sp>
    </p:spTree>
    <p:extLst>
      <p:ext uri="{BB962C8B-B14F-4D97-AF65-F5344CB8AC3E}">
        <p14:creationId xmlns:p14="http://schemas.microsoft.com/office/powerpoint/2010/main" val="2348043950"/>
      </p:ext>
    </p:extLst>
  </p:cSld>
  <p:clrMapOvr>
    <a:overrideClrMapping bg1="lt1" tx1="dk1" bg2="lt2" tx2="dk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AGENDAWIZARD" val="&lt;ee4p&gt;&lt;layouts&gt;&lt;layout name=&quot;Capgemini invent Line Grey&quot; id=&quot;435_2&quot;&gt;&lt;standard&gt;&lt;textframe horizontalAnchor=&quot;1&quot; marginBottom=&quot;0&quot; marginLeft=&quot;0&quot; marginRight=&quot;0&quot; marginTop=&quot;0&quot; orientation=&quot;1&quot; verticalAnchor=&quot;1&quot; /&gt;&lt;font name=&quot;Ubuntu&quot; bold=&quot;0&quot; italic=&quot;0&quot; color=&quot;#ffffff&quot; /&gt;&lt;paragraphformat firstLineIndent=&quot;0&quot; leftIndent=&quot;0&quot; rightIndent=&quot;0&quot; lineRuleBefore=&quot;&quot; lineRuleWithin=&quot;&quot; lineRuleAfter=&quot;&quot; spaceBefore=&quot;&quot; spaceWithin=&quot;&quot; spaceAfter=&quot;&quot; /&gt;&lt;fill visible=&quot;0&quot; /&gt;&lt;line visible=&quot;0&quot; /&gt;&lt;bulletformat visible=&quot;0&quot; /&gt;&lt;shadow visible=&quot;0&quot; /&gt;&lt;/standard&gt;&lt;agenda name=&quot;New Agenda&quot; title=&quot;Agenda&quot; subtitle=&quot;&quot; sizingModeId=&quot;2&quot; fontSize=&quot;24&quot; fontSizeAuto=&quot;1&quot; startTime=&quot;540&quot; timeFormatId=&quot;2&quot; startItemNo=&quot;1&quot; createSingleAgendaSlide=&quot;1&quot; createSeparatingSlides=&quot;1&quot; createBackupSlide=&quot;1&quot; /&gt;&lt;columns&gt;&lt;column field=&quot;itemno&quot; label=&quot;No.&quot; checked=&quot;1&quot; leftSpacing=&quot;0&quot; rightSpacing=&quot;0&quot; dock=&quot;1&quot; fixedWidth=&quot;52&quot; /&gt;&lt;column field=&quot;topic&quot; label=&quot;Topic&quot; leftSpacing=&quot;10&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position left=&quot;84.31764&quot; top=&quot;128.4218&quot; width=&quot;611.1824&quot; height=&quot;379.8731&quot; /&gt;&lt;settings allowedSizingModeIds=&quot;1|2&quot; allowedFontSizes=&quot;8|9|10|10.5|11|12|14|16|18&quot; allowedTimeFormatIds=&quot;1|2|3&quot; slideLayout=&quot;11&quot; customLayoutName=&quot;1_Agenda&quot; customLayoutNameBackup=&quot;1_Agenda&quot; customLayoutIndex=&quot;&quot; showBreak=&quot;1&quot; singleAgendaSlideSelected=&quot;0&quot; backupSlideTitle=&quot;Backup: %agendaName%&quot; topMargin=&quot;0&quot; leftMargin=&quot;0&quot; allowedLevels=&quot;4&quot; itemNoFormats=&quot;{1:2}¦{1:2}.{2}¦{3:alphaLC}¦{3:alphaLC}.{4:alphaLC}&quot; /&gt;&lt;!-- Agenda item formats --&gt;&lt;cases&gt;&lt;case level=&quot;1&quot; selected=&quot;0&quot; break=&quot;0&quot; topMinSpacing=&quot;15&quot; topMaxSpacing=&quot;15&quot; bottomMinSpacing=&quot;0&quot; bottomMaxSpacing=&quot;0&quot;&gt;&lt;element field=&quot;itemno&quot; type=&quot;autoshape&quot; autoShapeType=&quot;1&quot;&gt;&lt;textframe marginLeft=&quot;0&quot; marginRight=&quot;0&quot; /&gt;&lt;paragraphformat alignment=&quot;1&quot; /&gt;&lt;font bold=&quot;1&quo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1&quot; selected=&quot;1&quot; break=&quot;0&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itemno&quot; type=&quot;autoshape&quot; autoShapeType=&quot;1&quot;&gt;&lt;textframe marginLeft=&quot;0&quot; marginRight=&quot;0&quot; /&gt;&lt;paragraphformat alignment=&quot;1&quot; /&gt;&lt;font bold=&quot;1&quo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2&quot; selected=&quot;0&quot; break=&quot;0&quot; topMinSpacing=&quot;15&quot; topMaxSpacing=&quot;15&quot; bottomMinSpacing=&quot;0&quot; bottomMaxSpacing=&quot;0&quot;&gt;&lt;element field=&quot;itemno&quot; type=&quot;autoshape&quot; autoShapeType=&quot;1&quot; indent=&quot;(level-1)*(itemNoWidth+topicLeftSpacing) &quot; indentType=&quot;1&quot;&gt;&lt;textframe marginLeft=&quot;0&quot; marginRight=&quot;0&quot; /&gt;&lt;paragraphformat alignment=&quot;1&quot; /&gt;&lt;font bold=&quot;1&quot; color=&quot;6&quot; /&gt;&lt;/element&gt;&lt;element field=&quot;topic&quot; type=&quot;autoshape&quot; autoShapeType=&quot;1&quot; indent=&quot;(level-1)*(itemNoWidth+topicLeftSpacing) &quot; indentType=&quot;2&quot;&gt;&lt;paragraphformat alignment=&quot;1&quot; /&gt;&lt;textframe marginLeft=&quot;0&quot; /&gt;&lt;/element&gt;&lt;element field=&quot;responsible&quot; type=&quot;autoshape&quot; autoShapeType=&quot;1&quot; indent=&quot;(level-1)*(itemNoWidth+topicLeftSpacing) &quot; indentType=&quot;1&quot;&gt;&lt;paragraphformat alignment=&quot;1&quot; /&gt;&lt;/element&gt;&lt;element field=&quot;freecolumn&quot; type=&quot;autoshape&quot; autoShapeType=&quot;1&quot; indent=&quot;(level-1)*(itemNoWidth+topicLeftSpacing) &quot; indent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2&quot; selected=&quot;1&quot; break=&quot;0&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itemno&quot; type=&quot;autoshape&quot; autoShapeType=&quot;1&quot; indent=&quot;(level-1)*(itemNoWidth+topicLeftSpacing) &quot; indentType=&quot;1&quot;&gt;&lt;textframe marginLeft=&quot;0&quot; marginRight=&quot;0&quot; /&gt;&lt;paragraphformat alignment=&quot;1&quot; /&gt;&lt;font bold=&quot;1&quot; color=&quot;6&quot; /&gt;&lt;/element&gt;&lt;element field=&quot;topic&quot; type=&quot;autoshape&quot; autoShapeType=&quot;1&quot; indent=&quot;(level-1)*(itemNoWidth+topicLeftSpacing) &quot; indentType=&quot;2&quot;&gt;&lt;paragraphformat alignment=&quot;1&quot; /&gt;&lt;textframe marginLeft=&quot;0&quot; /&gt;&lt;/element&gt;&lt;element field=&quot;responsible&quot; type=&quot;autoshape&quot; autoShapeType=&quot;1&quot; indent=&quot;(level-1)*(itemNoWidth+topicLeftSpacing) &quot; indentType=&quot;1&quot;&gt;&lt;paragraphformat alignment=&quot;1&quot; /&gt;&lt;/element&gt;&lt;element field=&quot;freecolumn&quot; type=&quot;autoshape&quot; autoShapeType=&quot;1&quot; indent=&quot;(level-1)*(itemNoWidth+topicLeftSpacing) &quot; indent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1&quot; selected=&quot;0&quot; break=&quot;1&quot; topMinSpacing=&quot;15&quot; topMaxSpacing=&quot;15&quot; bottomMinSpacing=&quot;0&quot; bottomMaxSpacing=&quot;0&quot;&gt;&lt;element field=&quot;topic&quot; type=&quot;autoshape&quot; autoShapeType=&quot;1&quot; indent=&quot;(level-1)*(itemNoWidth+topicLeftSpacing) &quot; indentType=&quot;2&quot;&gt;&lt;paragraphformat alignment=&quot;1&quot; /&gt;&lt;font italic=&quot;1&quot; /&gt;&lt;/element&gt;&lt;element field=&quot;responsible&quot; type=&quot;autoshape&quot; autoShapeType=&quot;1&quot; indent=&quot;(level-1)*(itemNoWidth+topicLeftSpacing) &quot; indentType=&quot;1&quot;&gt;&lt;paragraphformat alignment=&quot;1&quot; /&gt;&lt;font italic=&quot;1&quot; /&gt;&lt;/element&gt;&lt;element field=&quot;freecolumn&quot; type=&quot;autoshape&quot; autoShapeType=&quot;1&quot; indent=&quot;(level-1)*(itemNoWidth+topicLeftSpacing) &quot; indentType=&quot;1&quot;&gt;&lt;paragraphformat alignment=&quot;1&quot; /&gt;&lt;font italic=&quot;1&quot; /&gt;&lt;/element&gt;&lt;element field=&quot;timeslot&quot; type=&quot;autoshape&quot; autoShapeType=&quot;1&quot;&gt;&lt;paragraphformat alignment=&quot;3&quot; /&gt;&lt;font italic=&quot;1&quot; /&gt;&lt;/element&gt;&lt;element field=&quot;pageno&quot; type=&quot;autoshape&quot; autoShapeType=&quot;1&quot;&gt;&lt;paragraphformat alignment=&quot;3&quot; /&gt;&lt;font italic=&quot;1&quot; /&gt;&lt;/element&gt;&lt;/case&gt;&lt;case level=&quot;1&quot; selected=&quot;1&quot; break=&quot;1&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topic&quot; type=&quot;autoshape&quot; autoShapeType=&quot;1&quot; indent=&quot;(level-1)*(itemNoWidth+topicLeftSpacing) &quot; indentType=&quot;2&quot;&gt;&lt;paragraphformat alignment=&quot;1&quot; /&gt;&lt;font italic=&quot;1&quot; /&gt;&lt;/element&gt;&lt;element field=&quot;responsible&quot; type=&quot;autoshape&quot; autoShapeType=&quot;1&quot; indent=&quot;(level-1)*(itemNoWidth+topicLeftSpacing) &quot; indentType=&quot;1&quot;&gt;&lt;paragraphformat alignment=&quot;1&quot; /&gt;&lt;font italic=&quot;1&quot; /&gt;&lt;/element&gt;&lt;element field=&quot;freecolumn&quot; type=&quot;autoshape&quot; autoShapeType=&quot;1&quot; indent=&quot;(level-1)*(itemNoWidth+topicLeftSpacing) &quot; indentType=&quot;1&quot;&gt;&lt;paragraphformat alignment=&quot;1&quot; /&gt;&lt;font italic=&quot;1&quot; /&gt;&lt;/element&gt;&lt;element field=&quot;timeslot&quot; type=&quot;autoshape&quot; autoShapeType=&quot;1&quot;&gt;&lt;paragraphformat alignment=&quot;3&quot; /&gt;&lt;font italic=&quot;1&quot; /&gt;&lt;/element&gt;&lt;element field=&quot;pageno&quot; type=&quot;autoshape&quot; autoShapeType=&quot;1&quot;&gt;&lt;paragraphformat alignment=&quot;3&quot; /&gt;&lt;font italic=&quot;1&quot; /&gt;&lt;/element&gt;&lt;/case&gt;&lt;/cases&gt;&lt;!-- Elements on slide independent of items --&gt;&lt;elements&gt;&lt;!--   &lt;element type=&quot;picture&quot; picture=&quot;image.png&quot; value=&quot;asdf&quot;  &gt;&#10;          &lt;position left=&quot;-278.9405&quot; top=&quot;-142.375&quot; width=&quot;457.6407&quot; height=&quot;540.0002&quot;/&gt;        &#10;        &lt;/element&gt;&#10;&#10;        &lt;element type=&quot;picture&quot; picture=&quot;BG_blue.png&quot; value=&quot;asdf&quot;  &gt;&#10;          &lt;position left=&quot;-278.9405&quot; top=&quot;-142.375&quot; width=&quot;960&quot; height=&quot;540&quot;/&gt;        &#10;        &lt;/element&gt; --&gt;&lt;/elements&gt;&lt;/layout&gt;&lt;/layouts&gt;&lt;contents&gt;&lt;agenda name=&quot;New Agenda&quot; title=&quot;Agenda&quot; subtitle=&quot;&quot; sizingModeId=&quot;2&quot; fontSize=&quot;24&quot; fontSizeAuto=&quot;1&quot; startTime=&quot;540&quot; timeFormatId=&quot;2&quot; startItemNo=&quot;1&quot; createSingleAgendaSlide=&quot;1&quot; createSeparatingSlides=&quot;1&quot; createBackupSlide=&quot;1&quot; layoutId=&quot;435_2&quot; hideSeparatingSlides=&quot;0&quot; createSections=&quot;0&quot; singleSlideId=&quot;4a985bb3-9c0f-4d30-bab0-e861f6c1f7d9&quot; backupSlideId=&quot;59f12b8f-bcfa-4c72-806d-af721da5741a&quot;&gt;&lt;columns leftSpacing=&quot;0&quot; rightSpacing=&quot;0&quot;&gt;&lt;column field=&quot;itemno&quot; label=&quot;No.&quot; checked=&quot;1&quot; leftSpacing=&quot;0&quot; rightSpacing=&quot;0&quot; dock=&quot;1&quot; fixedWidth=&quot;52&quot; /&gt;&lt;column field=&quot;topic&quot; label=&quot;Topic&quot; leftSpacing=&quot;10&quot; rightDistribute=&quot;1&quot; dock=&quot;1&quot; rightSpacing=&quot;114.0997&quot; /&gt;&lt;column field=&quot;responsible&quot; label=&quot;Responsible&quot; visible=&quot;1&quot; checked=&quot;1&quot; leftSpacing=&quot;10&quot; rightDistribute=&quot;1&quot; dock=&quot;1&quot; rightSpacing=&quot;114.0997&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items&gt;&lt;item duration=&quot;30&quot; id=&quot;f30ff3b2-059e-47be-bfce-20f89c801ddd&quot; parentId=&quot;&quot; level=&quot;1&quot; generateAgendaSlide=&quot;1&quot; showAgendaItem=&quot;1&quot; isBreak=&quot;0&quot; topic=&quot;Part 1&quot; agendaSlideId=&quot;af0b860f-cd42-4a9e-9c99-a53635a9e083&quot; /&gt;&lt;item duration=&quot;30&quot; id=&quot;7f2c9adb-5359-438f-8174-f3799807dfb9&quot; parentId=&quot;&quot; level=&quot;1&quot; generateAgendaSlide=&quot;1&quot; showAgendaItem=&quot;1&quot; isBreak=&quot;0&quot; topic=&quot;Part 2&quot; agendaSlideId=&quot;07e6bc76-8a2b-48ad-97c4-1f85e540bbd5&quot; /&gt;&lt;item duration=&quot;30&quot; id=&quot;00ba97b5-5509-49fc-95b8-9afe1f8e54cf&quot; parentId=&quot;&quot; level=&quot;1&quot; generateAgendaSlide=&quot;1&quot; showAgendaItem=&quot;1&quot; isBreak=&quot;0&quot; topic=&quot;Part 3&quot; agendaSlideId=&quot;4d6dfe7c-00a3-4d20-aa7f-6447da594e0a&quot; /&gt;&lt;item duration=&quot;30&quot; id=&quot;d6c20a75-a816-4fd9-9cac-9e1eb824eb5f&quot; parentId=&quot;&quot; level=&quot;1&quot; generateAgendaSlide=&quot;1&quot; showAgendaItem=&quot;1&quot; isBreak=&quot;0&quot; topic=&quot;Part 4&quot; agendaSlideId=&quot;d29762e6-a410-4070-9806-5d73acff4eaf&quot; /&gt;&lt;/items&gt;&lt;/agenda&gt;&lt;/contents&gt;&lt;/ee4p&gt;"/>
  <p:tag name="EE4P_STYLE_ID" val="3edb2f5e-e25b-4bbf-81ee-2b439644738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ags/tag6.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ags/tag7.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ags/tag8.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ags/tag9.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ags/tag10.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heme/theme1.xml><?xml version="1.0" encoding="utf-8"?>
<a:theme xmlns:a="http://schemas.openxmlformats.org/drawingml/2006/main" name="1_Office Theme">
  <a:themeElements>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o Office">
  <a:themeElements>
    <a:clrScheme name="Capgemini Invent">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0070A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Capgemini Invent">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0070A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2.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3.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4.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5.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6.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7.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8.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9.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10.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11.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12.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13.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14.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15.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16.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17.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18.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6D005C7-03E4-4069-A4FB-9A9D17E8A0A1}">
  <we:reference id="wa200000729" version="3.19.222.0" store="en-US" storeType="OMEX"/>
  <we:alternateReferences>
    <we:reference id="wa200000729" version="3.19.222.0" store="WA200000729"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7A7807763BD042B5920F5BF2367035" ma:contentTypeVersion="71" ma:contentTypeDescription="Create a new document." ma:contentTypeScope="" ma:versionID="4510042d6e4769ba7d75d5cdb238b5ba">
  <xsd:schema xmlns:xsd="http://www.w3.org/2001/XMLSchema" xmlns:xs="http://www.w3.org/2001/XMLSchema" xmlns:p="http://schemas.microsoft.com/office/2006/metadata/properties" xmlns:ns1="http://schemas.microsoft.com/sharepoint/v3" xmlns:ns2="f1dd10a8-9eb2-4ff7-a8ec-ab99f5e1c406" xmlns:ns3="1213e3f9-8870-4b20-be6f-d37da4f00e7c" xmlns:ns4="af9ff5d0-1094-47a3-9b81-22397605bbab" targetNamespace="http://schemas.microsoft.com/office/2006/metadata/properties" ma:root="true" ma:fieldsID="d2ac1519993a638891a4a07a34eee837" ns1:_="" ns2:_="" ns3:_="" ns4:_="">
    <xsd:import namespace="http://schemas.microsoft.com/sharepoint/v3"/>
    <xsd:import namespace="f1dd10a8-9eb2-4ff7-a8ec-ab99f5e1c406"/>
    <xsd:import namespace="1213e3f9-8870-4b20-be6f-d37da4f00e7c"/>
    <xsd:import namespace="af9ff5d0-1094-47a3-9b81-22397605bbab"/>
    <xsd:element name="properties">
      <xsd:complexType>
        <xsd:sequence>
          <xsd:element name="documentManagement">
            <xsd:complexType>
              <xsd:all>
                <xsd:element ref="ns2:Asset_x0020_Category" minOccurs="0"/>
                <xsd:element ref="ns2:VisualisationCategory" minOccurs="0"/>
                <xsd:element ref="ns2:Archetypes" minOccurs="0"/>
                <xsd:element ref="ns2:GlobalOffers" minOccurs="0"/>
                <xsd:element ref="ns2:Capability_x0020_Unit" minOccurs="0"/>
                <xsd:element ref="ns2:Industry" minOccurs="0"/>
                <xsd:element ref="ns2:Contact_x0020_Person" minOccurs="0"/>
                <xsd:element ref="ns2:Year" minOccurs="0"/>
                <xsd:element ref="ns2:Confidentiality" minOccurs="0"/>
                <xsd:element ref="ns2:Permission" minOccurs="0"/>
                <xsd:element ref="ns2:X_x002d_Port_x0020_Category" minOccurs="0"/>
                <xsd:element ref="ns2:Document_x0020_Type" minOccurs="0"/>
                <xsd:element ref="ns2:IsUploadOnXport" minOccurs="0"/>
                <xsd:element ref="ns2:Main_x0020_Topics" minOccurs="0"/>
                <xsd:element ref="ns2:TempItemId" minOccurs="0"/>
                <xsd:element ref="ns2:Client" minOccurs="0"/>
                <xsd:element ref="ns2:Thumbnail" minOccurs="0"/>
                <xsd:element ref="ns2:SubOffer" minOccurs="0"/>
                <xsd:element ref="ns2:MediaServiceDateTaken" minOccurs="0"/>
                <xsd:element ref="ns2:MediaLengthInSeconds" minOccurs="0"/>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4:IsOfficial" minOccurs="0"/>
                <xsd:element ref="ns1:AverageRating" minOccurs="0"/>
                <xsd:element ref="ns1:RatingCount" minOccurs="0"/>
                <xsd:element ref="ns1:RatedBy" minOccurs="0"/>
                <xsd:element ref="ns1:Ratings" minOccurs="0"/>
                <xsd:element ref="ns1:LikesCount" minOccurs="0"/>
                <xsd:element ref="ns1:LikedBy" minOccurs="0"/>
                <xsd:element ref="ns3:SharedWithUsers" minOccurs="0"/>
                <xsd:element ref="ns3:SharedWithDetails" minOccurs="0"/>
                <xsd:element ref="ns4:MediaServiceSearchProperties" minOccurs="0"/>
                <xsd:element ref="ns4:Industry_x003a_Title" minOccurs="0"/>
                <xsd:element ref="ns4:Capability_x0020_Unit_x003a_Title"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39" nillable="true" ma:displayName="Rating (0-5)" ma:decimals="2" ma:description="Average value of all the ratings that have been submitted" ma:internalName="AverageRating" ma:readOnly="true">
      <xsd:simpleType>
        <xsd:restriction base="dms:Number"/>
      </xsd:simpleType>
    </xsd:element>
    <xsd:element name="RatingCount" ma:index="40" nillable="true" ma:displayName="Number of Ratings" ma:decimals="0" ma:description="Number of ratings submitted" ma:internalName="RatingCount" ma:readOnly="true">
      <xsd:simpleType>
        <xsd:restriction base="dms:Number"/>
      </xsd:simpleType>
    </xsd:element>
    <xsd:element name="RatedBy" ma:index="41"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42" nillable="true" ma:displayName="User ratings" ma:description="User ratings for the item" ma:hidden="true" ma:internalName="Ratings">
      <xsd:simpleType>
        <xsd:restriction base="dms:Note"/>
      </xsd:simpleType>
    </xsd:element>
    <xsd:element name="LikesCount" ma:index="43" nillable="true" ma:displayName="Number of Likes" ma:internalName="LikesCount">
      <xsd:simpleType>
        <xsd:restriction base="dms:Unknown"/>
      </xsd:simpleType>
    </xsd:element>
    <xsd:element name="LikedBy" ma:index="44"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1dd10a8-9eb2-4ff7-a8ec-ab99f5e1c406" elementFormDefault="qualified">
    <xsd:import namespace="http://schemas.microsoft.com/office/2006/documentManagement/types"/>
    <xsd:import namespace="http://schemas.microsoft.com/office/infopath/2007/PartnerControls"/>
    <xsd:element name="Asset_x0020_Category" ma:index="2" nillable="true" ma:displayName="Asset Category" ma:indexed="true" ma:list="{12bdc906-a047-4fea-91d8-3382550dc426}" ma:internalName="Asset_x0020_Category" ma:showField="Title">
      <xsd:simpleType>
        <xsd:restriction base="dms:Lookup"/>
      </xsd:simpleType>
    </xsd:element>
    <xsd:element name="VisualisationCategory" ma:index="3" nillable="true" ma:displayName="Visualization Category" ma:list="{b05db691-1846-4073-b775-031ae4a8ef7d}" ma:internalName="VisualisationCategory" ma:readOnly="false" ma:showField="Title">
      <xsd:simpleType>
        <xsd:restriction base="dms:Lookup"/>
      </xsd:simpleType>
    </xsd:element>
    <xsd:element name="Archetypes" ma:index="4" nillable="true" ma:displayName="Archetypes" ma:list="{df8dbe7f-3a0a-4037-bb10-eb126104646e}" ma:internalName="Archetypes" ma:readOnly="false" ma:showField="Title">
      <xsd:simpleType>
        <xsd:restriction base="dms:Lookup"/>
      </xsd:simpleType>
    </xsd:element>
    <xsd:element name="GlobalOffers" ma:index="5" nillable="true" ma:displayName="GlobalOffers" ma:list="{3435bc14-1912-49b8-bc41-8df390b79b75}" ma:internalName="GlobalOffers" ma:readOnly="false" ma:showField="Title">
      <xsd:simpleType>
        <xsd:restriction base="dms:Lookup"/>
      </xsd:simpleType>
    </xsd:element>
    <xsd:element name="Capability_x0020_Unit" ma:index="6" nillable="true" ma:displayName="Capability Unit" ma:list="{1571a591-d9b0-4b1d-b81d-6e1fd79406a5}" ma:internalName="Capability_x0020_Unit" ma:readOnly="false" ma:showField="Title">
      <xsd:complexType>
        <xsd:complexContent>
          <xsd:extension base="dms:MultiChoiceLookup">
            <xsd:sequence>
              <xsd:element name="Value" type="dms:Lookup" maxOccurs="unbounded" minOccurs="0" nillable="true"/>
            </xsd:sequence>
          </xsd:extension>
        </xsd:complexContent>
      </xsd:complexType>
    </xsd:element>
    <xsd:element name="Industry" ma:index="7" nillable="true" ma:displayName="Industry" ma:list="{8ffde883-d039-4984-ac83-c9004682c426}" ma:internalName="Industry" ma:readOnly="false" ma:showField="Title">
      <xsd:complexType>
        <xsd:complexContent>
          <xsd:extension base="dms:MultiChoiceLookup">
            <xsd:sequence>
              <xsd:element name="Value" type="dms:Lookup" maxOccurs="unbounded" minOccurs="0" nillable="true"/>
            </xsd:sequence>
          </xsd:extension>
        </xsd:complexContent>
      </xsd:complexType>
    </xsd:element>
    <xsd:element name="Contact_x0020_Person" ma:index="8" nillable="true" ma:displayName="Contact Person" ma:list="UserInfo" ma:SharePointGroup="0" ma:internalName="Contact_x0020_Person" ma:readOnly="fals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Year" ma:index="9" nillable="true" ma:displayName="Year" ma:format="Dropdown" ma:internalName="Year">
      <xsd:simpleType>
        <xsd:restriction base="dms:Choice">
          <xsd:enumeration value="2025"/>
          <xsd:enumeration value="2024"/>
          <xsd:enumeration value="2023"/>
          <xsd:enumeration value="2022"/>
          <xsd:enumeration value="2021"/>
          <xsd:enumeration value="2020"/>
          <xsd:enumeration value="2026"/>
        </xsd:restriction>
      </xsd:simpleType>
    </xsd:element>
    <xsd:element name="Confidentiality" ma:index="10" nillable="true" ma:displayName="Confidentiality" ma:format="Dropdown" ma:internalName="Confidentiality">
      <xsd:simpleType>
        <xsd:restriction base="dms:Choice">
          <xsd:enumeration value="SEC 0"/>
          <xsd:enumeration value="SEC 1"/>
          <xsd:enumeration value="SEC 2"/>
        </xsd:restriction>
      </xsd:simpleType>
    </xsd:element>
    <xsd:element name="Permission" ma:index="11" nillable="true" ma:displayName="Permission" ma:format="Dropdown" ma:indexed="true" ma:internalName="Permission">
      <xsd:simpleType>
        <xsd:restriction base="dms:Choice">
          <xsd:enumeration value="Green"/>
          <xsd:enumeration value="Orange"/>
          <xsd:enumeration value="Red"/>
        </xsd:restriction>
      </xsd:simpleType>
    </xsd:element>
    <xsd:element name="X_x002d_Port_x0020_Category" ma:index="12" nillable="true" ma:displayName="X-Port Category" ma:format="Dropdown" ma:indexed="true" ma:internalName="X_x002d_Port_x0020_Category">
      <xsd:simpleType>
        <xsd:restriction base="dms:Choice">
          <xsd:enumeration value="Elevator pitch &amp; Battlecard"/>
          <xsd:enumeration value="Impactful Presentation"/>
          <xsd:enumeration value="Other Information"/>
          <xsd:enumeration value="Delivery Methodology Overview"/>
          <xsd:enumeration value="Leading Point of View"/>
        </xsd:restriction>
      </xsd:simpleType>
    </xsd:element>
    <xsd:element name="Document_x0020_Type" ma:index="13" nillable="true" ma:displayName="Document Type" ma:format="Dropdown" ma:internalName="Document_x0020_Type">
      <xsd:simpleType>
        <xsd:restriction base="dms:Choice">
          <xsd:enumeration value="Internal Webinar"/>
          <xsd:enumeration value="Point of View"/>
          <xsd:enumeration value="Sales Deck"/>
          <xsd:enumeration value="Full Credentials Pack"/>
          <xsd:enumeration value="Client Case Study"/>
          <xsd:enumeration value="Project Methodology"/>
          <xsd:enumeration value="One Pager Credentials"/>
          <xsd:enumeration value="Playbook"/>
          <xsd:enumeration value="White Paper or Research Paper"/>
          <xsd:enumeration value="Internal [resource]"/>
          <xsd:enumeration value="External Webinar"/>
          <xsd:enumeration value="External Event"/>
          <xsd:enumeration value="Client Meeting"/>
          <xsd:enumeration value="Client Proposal"/>
          <xsd:enumeration value="Brochure"/>
          <xsd:enumeration value="Internal Webinar"/>
          <xsd:enumeration value="Meaningful Demo of Real Use Case"/>
          <xsd:enumeration value="Elevator Pitch"/>
          <xsd:enumeration value="Introduction"/>
          <xsd:enumeration value="Assessment Diagnostic Tool"/>
        </xsd:restriction>
      </xsd:simpleType>
    </xsd:element>
    <xsd:element name="IsUploadOnXport" ma:index="14" nillable="true" ma:displayName="IsUploadOnXport" ma:default="0" ma:internalName="IsUploadOnXport">
      <xsd:simpleType>
        <xsd:restriction base="dms:Boolean"/>
      </xsd:simpleType>
    </xsd:element>
    <xsd:element name="Main_x0020_Topics" ma:index="15" nillable="true" ma:displayName="Main Topics" ma:indexed="true" ma:internalName="Main_x0020_Topics">
      <xsd:simpleType>
        <xsd:restriction base="dms:Text">
          <xsd:maxLength value="255"/>
        </xsd:restriction>
      </xsd:simpleType>
    </xsd:element>
    <xsd:element name="TempItemId" ma:index="16" nillable="true" ma:displayName="TempItemId" ma:format="Dropdown" ma:internalName="TempItemId">
      <xsd:simpleType>
        <xsd:restriction base="dms:Text">
          <xsd:maxLength value="255"/>
        </xsd:restriction>
      </xsd:simpleType>
    </xsd:element>
    <xsd:element name="Client" ma:index="18" nillable="true" ma:displayName="Client" ma:indexed="true" ma:internalName="Client">
      <xsd:simpleType>
        <xsd:restriction base="dms:Text">
          <xsd:maxLength value="255"/>
        </xsd:restriction>
      </xsd:simpleType>
    </xsd:element>
    <xsd:element name="Thumbnail" ma:index="19" nillable="true" ma:displayName="Thumbnail" ma:format="Thumbnail" ma:internalName="Thumbnail">
      <xsd:simpleType>
        <xsd:restriction base="dms:Unknown"/>
      </xsd:simpleType>
    </xsd:element>
    <xsd:element name="SubOffer" ma:index="20" nillable="true" ma:displayName="SubOffer" ma:list="{969f12cb-c6e4-4a61-a545-dfe14f291968}" ma:internalName="SubOffer" ma:showField="Title">
      <xsd:simpleType>
        <xsd:restriction base="dms:Lookup"/>
      </xsd:simpleType>
    </xsd:element>
    <xsd:element name="MediaServiceDateTaken" ma:index="23" nillable="true" ma:displayName="MediaServiceDateTaken" ma:hidden="true" ma:indexed="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lcf76f155ced4ddcb4097134ff3c332f" ma:index="33"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35" nillable="true" ma:displayName="Extracted Text" ma:internalName="MediaServiceOCR" ma:readOnly="true">
      <xsd:simpleType>
        <xsd:restriction base="dms:Note">
          <xsd:maxLength value="255"/>
        </xsd:restriction>
      </xsd:simpleType>
    </xsd:element>
    <xsd:element name="MediaServiceGenerationTime" ma:index="36" nillable="true" ma:displayName="MediaServiceGenerationTime" ma:hidden="true" ma:internalName="MediaServiceGenerationTime" ma:readOnly="true">
      <xsd:simpleType>
        <xsd:restriction base="dms:Text"/>
      </xsd:simpleType>
    </xsd:element>
    <xsd:element name="MediaServiceEventHashCode" ma:index="3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213e3f9-8870-4b20-be6f-d37da4f00e7c" elementFormDefault="qualified">
    <xsd:import namespace="http://schemas.microsoft.com/office/2006/documentManagement/types"/>
    <xsd:import namespace="http://schemas.microsoft.com/office/infopath/2007/PartnerControls"/>
    <xsd:element name="TaxCatchAll" ma:index="34" nillable="true" ma:displayName="Taxonomy Catch All Column" ma:hidden="true" ma:list="{b38d1254-c8fb-404d-bd13-81d972287c2c}" ma:internalName="TaxCatchAll" ma:showField="CatchAllData" ma:web="1213e3f9-8870-4b20-be6f-d37da4f00e7c">
      <xsd:complexType>
        <xsd:complexContent>
          <xsd:extension base="dms:MultiChoiceLookup">
            <xsd:sequence>
              <xsd:element name="Value" type="dms:Lookup" maxOccurs="unbounded" minOccurs="0" nillable="true"/>
            </xsd:sequence>
          </xsd:extension>
        </xsd:complexContent>
      </xsd:complexType>
    </xsd:element>
    <xsd:element name="SharedWithUsers" ma:index="4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f9ff5d0-1094-47a3-9b81-22397605bbab" elementFormDefault="qualified">
    <xsd:import namespace="http://schemas.microsoft.com/office/2006/documentManagement/types"/>
    <xsd:import namespace="http://schemas.microsoft.com/office/infopath/2007/PartnerControls"/>
    <xsd:element name="IsOfficial" ma:index="38" nillable="true" ma:displayName="IsOfficial" ma:default="1" ma:format="Dropdown" ma:internalName="IsOfficial">
      <xsd:simpleType>
        <xsd:restriction base="dms:Boolean"/>
      </xsd:simpleType>
    </xsd:element>
    <xsd:element name="MediaServiceSearchProperties" ma:index="47" nillable="true" ma:displayName="MediaServiceSearchProperties" ma:hidden="true" ma:internalName="MediaServiceSearchProperties" ma:readOnly="true">
      <xsd:simpleType>
        <xsd:restriction base="dms:Note"/>
      </xsd:simpleType>
    </xsd:element>
    <xsd:element name="Industry_x003a_Title" ma:index="48" nillable="true" ma:displayName="Industry:Title" ma:list="{8ffde883-d039-4984-ac83-c9004682c426}" ma:internalName="Industry_x003a_Title" ma:readOnly="true" ma:showField="Title" ma:web="7d547f66-ecac-4371-a2ab-94a3e6a562cd">
      <xsd:complexType>
        <xsd:complexContent>
          <xsd:extension base="dms:MultiChoiceLookup">
            <xsd:sequence>
              <xsd:element name="Value" type="dms:Lookup" maxOccurs="unbounded" minOccurs="0" nillable="true"/>
            </xsd:sequence>
          </xsd:extension>
        </xsd:complexContent>
      </xsd:complexType>
    </xsd:element>
    <xsd:element name="Capability_x0020_Unit_x003a_Title" ma:index="49" nillable="true" ma:displayName="Capability Unit:Title" ma:list="{1571a591-d9b0-4b1d-b81d-6e1fd79406a5}" ma:internalName="Capability_x0020_Unit_x003a_Title" ma:readOnly="true" ma:showField="Title" ma:web="7d547f66-ecac-4371-a2ab-94a3e6a562cd">
      <xsd:complexType>
        <xsd:complexContent>
          <xsd:extension base="dms:MultiChoiceLookup">
            <xsd:sequence>
              <xsd:element name="Value" type="dms:Lookup" maxOccurs="unbounded" minOccurs="0" nillable="true"/>
            </xsd:sequence>
          </xsd:extension>
        </xsd:complexContent>
      </xsd:complexType>
    </xsd:element>
    <xsd:element name="MediaServiceBillingMetadata" ma:index="5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7"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ikesCount xmlns="http://schemas.microsoft.com/sharepoint/v3" xsi:nil="true"/>
    <Ratings xmlns="http://schemas.microsoft.com/sharepoint/v3" xsi:nil="true"/>
    <LikedBy xmlns="http://schemas.microsoft.com/sharepoint/v3">
      <UserInfo>
        <DisplayName/>
        <AccountId xsi:nil="true"/>
        <AccountType/>
      </UserInfo>
    </LikedBy>
    <RatedBy xmlns="http://schemas.microsoft.com/sharepoint/v3">
      <UserInfo>
        <DisplayName/>
        <AccountId xsi:nil="true"/>
        <AccountType/>
      </UserInfo>
    </RatedBy>
    <Main_x0020_Topics xmlns="f1dd10a8-9eb2-4ff7-a8ec-ab99f5e1c406">demand,supply,planning,S&amp;OP,operations improvement</Main_x0020_Topics>
    <Capability_x0020_Unit xmlns="f1dd10a8-9eb2-4ff7-a8ec-ab99f5e1c406">
      <Value>2</Value>
    </Capability_x0020_Unit>
    <lcf76f155ced4ddcb4097134ff3c332f xmlns="f1dd10a8-9eb2-4ff7-a8ec-ab99f5e1c406">
      <Terms xmlns="http://schemas.microsoft.com/office/infopath/2007/PartnerControls"/>
    </lcf76f155ced4ddcb4097134ff3c332f>
    <Contact_x0020_Person xmlns="f1dd10a8-9eb2-4ff7-a8ec-ab99f5e1c406">
      <UserInfo>
        <DisplayName>i:0#.f|membership|alicia.lillo-castillo@capgemini.com,#i:0#.f|membership|alicia.lillo-castillo@capgemini.com,#alicia.lillo-castillo@capgemini.com,#,#Lillo Castillo, Alicia,#,#Corporate Functions,#Manager</DisplayName>
        <AccountId>67</AccountId>
        <AccountType/>
      </UserInfo>
      <UserInfo>
        <DisplayName>i:0#.f|membership|maria.reinoso-otero@capgemini.com,#i:0#.f|membership|maria.reinoso-otero@capgemini.com,#maria.reinoso-otero@capgemini.com,#,#Reinoso Otero, Maria,#,#Corporate Functions,#Business Transformn Sr Mgr</DisplayName>
        <AccountId>2878</AccountId>
        <AccountType/>
      </UserInfo>
      <UserInfo>
        <DisplayName>i:0#.f|membership|pablo.aldonza@capgemini.com,#i:0#.f|membership|pablo.aldonza@capgemini.com,#pablo.aldonza@capgemini.com,#,#Aldonza Rubio, Pablo,#,#Corporate Functions,#*Director CSS</DisplayName>
        <AccountId>416</AccountId>
        <AccountType/>
      </UserInfo>
    </Contact_x0020_Person>
    <TaxCatchAll xmlns="1213e3f9-8870-4b20-be6f-d37da4f00e7c" xsi:nil="true"/>
    <Thumbnail xmlns="f1dd10a8-9eb2-4ff7-a8ec-ab99f5e1c406" xsi:nil="true"/>
    <Permission xmlns="f1dd10a8-9eb2-4ff7-a8ec-ab99f5e1c406">Red</Permission>
    <Client xmlns="f1dd10a8-9eb2-4ff7-a8ec-ab99f5e1c406" xsi:nil="true"/>
    <Year xmlns="f1dd10a8-9eb2-4ff7-a8ec-ab99f5e1c406">2026</Year>
    <VisualisationCategory xmlns="f1dd10a8-9eb2-4ff7-a8ec-ab99f5e1c406">5</VisualisationCategory>
    <GlobalOffers xmlns="f1dd10a8-9eb2-4ff7-a8ec-ab99f5e1c406">8</GlobalOffers>
    <X_x002d_Port_x0020_Category xmlns="f1dd10a8-9eb2-4ff7-a8ec-ab99f5e1c406" xsi:nil="true"/>
    <Document_x0020_Type xmlns="f1dd10a8-9eb2-4ff7-a8ec-ab99f5e1c406" xsi:nil="true"/>
    <Archetypes xmlns="f1dd10a8-9eb2-4ff7-a8ec-ab99f5e1c406">2</Archetypes>
    <Asset_x0020_Category xmlns="f1dd10a8-9eb2-4ff7-a8ec-ab99f5e1c406">45</Asset_x0020_Category>
    <Industry xmlns="f1dd10a8-9eb2-4ff7-a8ec-ab99f5e1c406">
      <Value>7</Value>
    </Industry>
    <SubOffer xmlns="f1dd10a8-9eb2-4ff7-a8ec-ab99f5e1c406" xsi:nil="true"/>
    <Confidentiality xmlns="f1dd10a8-9eb2-4ff7-a8ec-ab99f5e1c406">SEC 2</Confidentiality>
    <TempItemId xmlns="f1dd10a8-9eb2-4ff7-a8ec-ab99f5e1c406" xsi:nil="true"/>
    <IsOfficial xmlns="af9ff5d0-1094-47a3-9b81-22397605bbab">true</IsOfficial>
    <IsUploadOnXport xmlns="f1dd10a8-9eb2-4ff7-a8ec-ab99f5e1c406">false</IsUploadOnXport>
    <SharedWithUsers xmlns="1213e3f9-8870-4b20-be6f-d37da4f00e7c">
      <UserInfo>
        <DisplayName/>
        <AccountId xsi:nil="true"/>
        <AccountType/>
      </UserInfo>
    </SharedWithUsers>
    <AverageRating xmlns="http://schemas.microsoft.com/sharepoint/v3" xsi:nil="true"/>
    <RatingCount xmlns="http://schemas.microsoft.com/sharepoint/v3" xsi:nil="true"/>
  </documentManagement>
</p:properties>
</file>

<file path=customXml/itemProps1.xml><?xml version="1.0" encoding="utf-8"?>
<ds:datastoreItem xmlns:ds="http://schemas.openxmlformats.org/officeDocument/2006/customXml" ds:itemID="{FBB43962-FC80-421D-893C-9779D4958F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1dd10a8-9eb2-4ff7-a8ec-ab99f5e1c406"/>
    <ds:schemaRef ds:uri="1213e3f9-8870-4b20-be6f-d37da4f00e7c"/>
    <ds:schemaRef ds:uri="af9ff5d0-1094-47a3-9b81-22397605bb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BFB2CD6-A922-42D0-B0DD-9FD0874529B4}">
  <ds:schemaRefs>
    <ds:schemaRef ds:uri="http://schemas.microsoft.com/sharepoint/v3/contenttype/forms"/>
  </ds:schemaRefs>
</ds:datastoreItem>
</file>

<file path=customXml/itemProps3.xml><?xml version="1.0" encoding="utf-8"?>
<ds:datastoreItem xmlns:ds="http://schemas.openxmlformats.org/officeDocument/2006/customXml" ds:itemID="{E8D3231D-630E-4BCA-96BE-5935CF22B3CA}">
  <ds:schemaRefs>
    <ds:schemaRef ds:uri="http://purl.org/dc/elements/1.1/"/>
    <ds:schemaRef ds:uri="http://schemas.microsoft.com/office/infopath/2007/PartnerControls"/>
    <ds:schemaRef ds:uri="http://schemas.openxmlformats.org/package/2006/metadata/core-properties"/>
    <ds:schemaRef ds:uri="af9ff5d0-1094-47a3-9b81-22397605bbab"/>
    <ds:schemaRef ds:uri="http://www.w3.org/XML/1998/namespace"/>
    <ds:schemaRef ds:uri="f1dd10a8-9eb2-4ff7-a8ec-ab99f5e1c406"/>
    <ds:schemaRef ds:uri="http://purl.org/dc/dcmitype/"/>
    <ds:schemaRef ds:uri="http://purl.org/dc/terms/"/>
    <ds:schemaRef ds:uri="http://schemas.microsoft.com/office/2006/documentManagement/types"/>
    <ds:schemaRef ds:uri="1213e3f9-8870-4b20-be6f-d37da4f00e7c"/>
    <ds:schemaRef ds:uri="http://schemas.microsoft.com/sharepoint/v3"/>
    <ds:schemaRef ds:uri="http://schemas.microsoft.com/office/2006/metadata/propertie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
  <TotalTime>4908</TotalTime>
  <Words>3949</Words>
  <Application>Microsoft Office PowerPoint</Application>
  <PresentationFormat>Widescreen</PresentationFormat>
  <Paragraphs>634</Paragraphs>
  <Slides>24</Slides>
  <Notes>13</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24</vt:i4>
      </vt:variant>
    </vt:vector>
  </HeadingPairs>
  <TitlesOfParts>
    <vt:vector size="37" baseType="lpstr">
      <vt:lpstr>Tahoma</vt:lpstr>
      <vt:lpstr>Arial</vt:lpstr>
      <vt:lpstr>Wingdings</vt:lpstr>
      <vt:lpstr>Verdana</vt:lpstr>
      <vt:lpstr>Calibri</vt:lpstr>
      <vt:lpstr>Ubuntu Light</vt:lpstr>
      <vt:lpstr>Ubuntu</vt:lpstr>
      <vt:lpstr>Helvetica</vt:lpstr>
      <vt:lpstr>Ubuntu Medium</vt:lpstr>
      <vt:lpstr>1_Office Theme</vt:lpstr>
      <vt:lpstr>2_Office Theme</vt:lpstr>
      <vt:lpstr>3_Office Theme</vt:lpstr>
      <vt:lpstr>think-cell Slide</vt:lpstr>
      <vt:lpstr>PowerPoint Presentation</vt:lpstr>
      <vt:lpstr>Demand planning, Supply planning and S&amp;OP implementation</vt:lpstr>
      <vt:lpstr>The content of this Proposal is confidential and property of Capgemini. Copyright©2025 Capgemini. All rights reserved.</vt:lpstr>
      <vt:lpstr>PowerPoint Presentation</vt:lpstr>
      <vt:lpstr>Agenda</vt:lpstr>
      <vt:lpstr> </vt:lpstr>
      <vt:lpstr>Agenda</vt:lpstr>
      <vt:lpstr> </vt:lpstr>
      <vt:lpstr> </vt:lpstr>
      <vt:lpstr> </vt:lpstr>
      <vt:lpstr> </vt:lpstr>
      <vt:lpstr> </vt:lpstr>
      <vt:lpstr> </vt:lpstr>
      <vt:lpstr> </vt:lpstr>
      <vt:lpstr>Agenda</vt:lpstr>
      <vt:lpstr> </vt:lpstr>
      <vt:lpstr> </vt:lpstr>
      <vt:lpstr> </vt:lpstr>
      <vt:lpstr>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 planning, Supply planning and S&amp;OP implementation</dc:title>
  <dc:subject>Template</dc:subject>
  <dc:creator>Reinoso Otero, Maria</dc:creator>
  <cp:lastModifiedBy>E, Monika</cp:lastModifiedBy>
  <cp:revision>6</cp:revision>
  <dcterms:created xsi:type="dcterms:W3CDTF">2025-05-12T09:21:05Z</dcterms:created>
  <dcterms:modified xsi:type="dcterms:W3CDTF">2026-10-19T08:37:00Z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0x010100917A7807763BD042B5920F5BF2367035</vt:lpwstr>
  </property>
  <property fmtid="{D5CDD505-2E9C-101B-9397-08002B2CF9AE}" pid="3" name="MediaServiceImageTags">
    <vt:lpwstr/>
  </property>
  <property fmtid="{D5CDD505-2E9C-101B-9397-08002B2CF9AE}" pid="4" name="Global">
    <vt:lpwstr>Yes</vt:lpwstr>
  </property>
  <property fmtid="{D5CDD505-2E9C-101B-9397-08002B2CF9AE}" pid="5" name="Order">
    <vt:lpwstr>82900.0000000000</vt:lpwstr>
  </property>
  <property fmtid="{D5CDD505-2E9C-101B-9397-08002B2CF9AE}" pid="6" name="AssetCategories">
    <vt:lpwstr>Proposals</vt:lpwstr>
  </property>
  <property fmtid="{D5CDD505-2E9C-101B-9397-08002B2CF9AE}" pid="7" name="xd_ProgID">
    <vt:lpwstr/>
  </property>
  <property fmtid="{D5CDD505-2E9C-101B-9397-08002B2CF9AE}" pid="8" name="Contract Value">
    <vt:lpwstr>N/A</vt:lpwstr>
  </property>
  <property fmtid="{D5CDD505-2E9C-101B-9397-08002B2CF9AE}" pid="9" name="Permission Status">
    <vt:lpwstr>Red</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IsMetaTagUpdatedInSheet">
    <vt:lpwstr>false</vt:lpwstr>
  </property>
  <property fmtid="{D5CDD505-2E9C-101B-9397-08002B2CF9AE}" pid="14" name="NSO Go-to-market Tools">
    <vt:lpwstr>N/A</vt:lpwstr>
  </property>
  <property fmtid="{D5CDD505-2E9C-101B-9397-08002B2CF9AE}" pid="15" name="xd_Signature">
    <vt:lpwstr/>
  </property>
  <property fmtid="{D5CDD505-2E9C-101B-9397-08002B2CF9AE}" pid="16" name="Offerings">
    <vt:lpwstr>6</vt:lpwstr>
  </property>
  <property fmtid="{D5CDD505-2E9C-101B-9397-08002B2CF9AE}" pid="17" name="Industry2021">
    <vt:lpwstr>7</vt:lpwstr>
  </property>
  <property fmtid="{D5CDD505-2E9C-101B-9397-08002B2CF9AE}" pid="18" name="SubGeography0">
    <vt:lpwstr>18</vt:lpwstr>
  </property>
  <property fmtid="{D5CDD505-2E9C-101B-9397-08002B2CF9AE}" pid="19" name="SEC Status">
    <vt:lpwstr>SEC 2</vt:lpwstr>
  </property>
  <property fmtid="{D5CDD505-2E9C-101B-9397-08002B2CF9AE}" pid="20" name="Content Language New">
    <vt:lpwstr>French</vt:lpwstr>
  </property>
  <property fmtid="{D5CDD505-2E9C-101B-9397-08002B2CF9AE}" pid="21" name="Country where delivered">
    <vt:lpwstr>SCE</vt:lpwstr>
  </property>
  <property fmtid="{D5CDD505-2E9C-101B-9397-08002B2CF9AE}" pid="22" name="TriggerFlowInfo">
    <vt:lpwstr/>
  </property>
</Properties>
</file>